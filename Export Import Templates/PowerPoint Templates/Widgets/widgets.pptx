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6" r:id="rId2"/>
    <p:sldId id="270" r:id="rId3"/>
    <p:sldId id="271" r:id="rId4"/>
    <p:sldId id="258" r:id="rId5"/>
    <p:sldId id="315" r:id="rId6"/>
    <p:sldId id="31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68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men elshamy" userId="ad31ee44aa240ec3" providerId="LiveId" clId="{3AAE349D-80D1-CC49-9F60-D1B79C1D8686}"/>
    <pc:docChg chg="undo custSel modSld">
      <pc:chgData name="momen elshamy" userId="ad31ee44aa240ec3" providerId="LiveId" clId="{3AAE349D-80D1-CC49-9F60-D1B79C1D8686}" dt="2019-10-14T16:22:53.987" v="3" actId="14100"/>
      <pc:docMkLst>
        <pc:docMk/>
      </pc:docMkLst>
      <pc:sldChg chg="modSp">
        <pc:chgData name="momen elshamy" userId="ad31ee44aa240ec3" providerId="LiveId" clId="{3AAE349D-80D1-CC49-9F60-D1B79C1D8686}" dt="2019-10-14T16:22:53.987" v="3" actId="14100"/>
        <pc:sldMkLst>
          <pc:docMk/>
          <pc:sldMk cId="1082566358" sldId="270"/>
        </pc:sldMkLst>
        <pc:spChg chg="mod">
          <ac:chgData name="momen elshamy" userId="ad31ee44aa240ec3" providerId="LiveId" clId="{3AAE349D-80D1-CC49-9F60-D1B79C1D8686}" dt="2019-10-14T16:22:48.835" v="2" actId="14100"/>
          <ac:spMkLst>
            <pc:docMk/>
            <pc:sldMk cId="1082566358" sldId="270"/>
            <ac:spMk id="8" creationId="{B4668414-3A7E-3B43-B3A4-CD016B16CDD1}"/>
          </ac:spMkLst>
        </pc:spChg>
        <pc:spChg chg="mod">
          <ac:chgData name="momen elshamy" userId="ad31ee44aa240ec3" providerId="LiveId" clId="{3AAE349D-80D1-CC49-9F60-D1B79C1D8686}" dt="2019-10-14T16:22:53.987" v="3" actId="14100"/>
          <ac:spMkLst>
            <pc:docMk/>
            <pc:sldMk cId="1082566358" sldId="270"/>
            <ac:spMk id="16" creationId="{A0155FFA-719D-4546-8A88-E706727AB66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72-C447-B7A7-5D9FCFE28593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0E72-C447-B7A7-5D9FCFE28593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E72-C447-B7A7-5D9FCFE28593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72-C447-B7A7-5D9FCFE285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9"/>
        <c:overlap val="-27"/>
        <c:axId val="1468860880"/>
        <c:axId val="1468192048"/>
      </c:barChart>
      <c:catAx>
        <c:axId val="14688608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68192048"/>
        <c:crosses val="autoZero"/>
        <c:auto val="1"/>
        <c:lblAlgn val="ctr"/>
        <c:lblOffset val="100"/>
        <c:noMultiLvlLbl val="0"/>
      </c:catAx>
      <c:valAx>
        <c:axId val="14681920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68860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A3BBE2-D426-8544-8FF6-16F146D328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0D884-826B-404C-9079-0B781B2E938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DCC58-6E88-C242-9A3D-E29F46B56FB6}" type="datetimeFigureOut">
              <a:rPr lang="en-US" smtClean="0"/>
              <a:t>10/14/19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15DBFA4-68BF-7645-858D-69E5025B2F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0C72AF7-F3F0-3949-B61A-977FF9E6C0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3E8DD-E6D0-444E-B150-F55A33EAFF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11568-0374-F143-B791-19A18041F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A74701-3025-CB46-9904-E14AC76E2D1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8C61583D-A705-E843-B756-85D82E4BD8FE}"/>
              </a:ext>
            </a:extLst>
          </p:cNvPr>
          <p:cNvSpPr/>
          <p:nvPr userDrawn="1"/>
        </p:nvSpPr>
        <p:spPr>
          <a:xfrm>
            <a:off x="7303397" y="436532"/>
            <a:ext cx="2194448" cy="2046646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effectLst>
            <a:outerShdw blurRad="25400" dist="12700" dir="5400000" algn="t" rotWithShape="0">
              <a:prstClr val="black">
                <a:alpha val="19000"/>
              </a:prstClr>
            </a:outerShdw>
          </a:effectLst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0325A800-09BD-4347-8F0A-8BE1DBAEF253}"/>
              </a:ext>
            </a:extLst>
          </p:cNvPr>
          <p:cNvSpPr/>
          <p:nvPr userDrawn="1"/>
        </p:nvSpPr>
        <p:spPr>
          <a:xfrm>
            <a:off x="7303397" y="2565112"/>
            <a:ext cx="2194448" cy="2046646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effectLst>
            <a:outerShdw blurRad="25400" dist="12700" dir="5400000" algn="t" rotWithShape="0">
              <a:prstClr val="black">
                <a:alpha val="19000"/>
              </a:prstClr>
            </a:outerShdw>
          </a:effectLst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B3B5C48A-377B-CB4F-9109-2A77D6223F31}"/>
              </a:ext>
            </a:extLst>
          </p:cNvPr>
          <p:cNvSpPr/>
          <p:nvPr userDrawn="1"/>
        </p:nvSpPr>
        <p:spPr>
          <a:xfrm>
            <a:off x="2696636" y="436532"/>
            <a:ext cx="2194448" cy="2046646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effectLst>
            <a:outerShdw blurRad="25400" dist="12700" dir="5400000" algn="t" rotWithShape="0">
              <a:prstClr val="black">
                <a:alpha val="19000"/>
              </a:prstClr>
            </a:outerShdw>
          </a:effectLst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20C22222-EDB2-B744-9E00-5603C8B2CC3C}"/>
              </a:ext>
            </a:extLst>
          </p:cNvPr>
          <p:cNvSpPr/>
          <p:nvPr userDrawn="1"/>
        </p:nvSpPr>
        <p:spPr>
          <a:xfrm>
            <a:off x="2691641" y="2565112"/>
            <a:ext cx="2194448" cy="2046646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effectLst>
            <a:outerShdw blurRad="25400" dist="12700" dir="5400000" algn="t" rotWithShape="0">
              <a:prstClr val="black">
                <a:alpha val="19000"/>
              </a:prstClr>
            </a:outerShdw>
          </a:effectLst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48BE9D3-7EB4-0343-BBEA-832CB1CC441C}"/>
              </a:ext>
            </a:extLst>
          </p:cNvPr>
          <p:cNvGrpSpPr/>
          <p:nvPr userDrawn="1"/>
        </p:nvGrpSpPr>
        <p:grpSpPr>
          <a:xfrm>
            <a:off x="2696637" y="435517"/>
            <a:ext cx="2194447" cy="395368"/>
            <a:chOff x="7303396" y="654236"/>
            <a:chExt cx="2194447" cy="395368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D925679-7008-FF45-9D31-E99956CE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49418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ound Same Side Corner Rectangle 116">
              <a:hlinkClick r:id="" action="ppaction://noaction"/>
              <a:extLst>
                <a:ext uri="{FF2B5EF4-FFF2-40B4-BE49-F238E27FC236}">
                  <a16:creationId xmlns:a16="http://schemas.microsoft.com/office/drawing/2014/main" id="{E804FD2F-0501-FF4B-A5AC-5681AC63EB93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EBAC38E0-E4CF-8345-83C1-DEAD8FF86E8C}"/>
              </a:ext>
            </a:extLst>
          </p:cNvPr>
          <p:cNvSpPr/>
          <p:nvPr userDrawn="1"/>
        </p:nvSpPr>
        <p:spPr>
          <a:xfrm>
            <a:off x="4997519" y="430527"/>
            <a:ext cx="2194448" cy="4216420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effectLst>
            <a:outerShdw blurRad="25400" dist="12700" dir="5400000" algn="t" rotWithShape="0">
              <a:prstClr val="black">
                <a:alpha val="19000"/>
              </a:prstClr>
            </a:outerShdw>
          </a:effectLst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AD4DCDC-16B9-3540-A2AB-3050DC90F45F}"/>
              </a:ext>
            </a:extLst>
          </p:cNvPr>
          <p:cNvGrpSpPr/>
          <p:nvPr userDrawn="1"/>
        </p:nvGrpSpPr>
        <p:grpSpPr>
          <a:xfrm>
            <a:off x="4997519" y="430018"/>
            <a:ext cx="2194447" cy="395368"/>
            <a:chOff x="7303396" y="654236"/>
            <a:chExt cx="2194447" cy="395368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598B985-9E8F-7A47-949C-ED6CE4D41C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49418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ound Same Side Corner Rectangle 113">
              <a:hlinkClick r:id="" action="ppaction://noaction"/>
              <a:extLst>
                <a:ext uri="{FF2B5EF4-FFF2-40B4-BE49-F238E27FC236}">
                  <a16:creationId xmlns:a16="http://schemas.microsoft.com/office/drawing/2014/main" id="{AFE1980A-4CD1-AF4E-916D-32FEBFD12DED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AB882A8-C0B1-3A44-8045-67FED3CF38FF}"/>
              </a:ext>
            </a:extLst>
          </p:cNvPr>
          <p:cNvSpPr/>
          <p:nvPr userDrawn="1"/>
        </p:nvSpPr>
        <p:spPr>
          <a:xfrm>
            <a:off x="387863" y="441434"/>
            <a:ext cx="2194448" cy="4170321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effectLst>
            <a:outerShdw blurRad="25400" dist="12700" dir="5400000" algn="t" rotWithShape="0">
              <a:prstClr val="black">
                <a:alpha val="19000"/>
              </a:prstClr>
            </a:outerShdw>
          </a:effectLst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BE9D739D-23C1-F04C-97F2-A0B87FACDFBC}"/>
              </a:ext>
            </a:extLst>
          </p:cNvPr>
          <p:cNvSpPr/>
          <p:nvPr userDrawn="1"/>
        </p:nvSpPr>
        <p:spPr>
          <a:xfrm>
            <a:off x="9609276" y="441434"/>
            <a:ext cx="2194448" cy="4170321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effectLst>
            <a:outerShdw blurRad="25400" dist="12700" dir="5400000" algn="t" rotWithShape="0">
              <a:prstClr val="black">
                <a:alpha val="19000"/>
              </a:prstClr>
            </a:outerShdw>
          </a:effectLst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6C37493-7D56-C847-907B-AACBB79DAD1F}"/>
              </a:ext>
            </a:extLst>
          </p:cNvPr>
          <p:cNvGrpSpPr/>
          <p:nvPr userDrawn="1"/>
        </p:nvGrpSpPr>
        <p:grpSpPr>
          <a:xfrm>
            <a:off x="7303396" y="431678"/>
            <a:ext cx="2194447" cy="398357"/>
            <a:chOff x="7303396" y="654236"/>
            <a:chExt cx="2194447" cy="398357"/>
          </a:xfrm>
        </p:grpSpPr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423DF5D-F123-324C-8E6D-4F80EC9053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52593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ound Same Side Corner Rectangle 109">
              <a:hlinkClick r:id="" action="ppaction://noaction"/>
              <a:extLst>
                <a:ext uri="{FF2B5EF4-FFF2-40B4-BE49-F238E27FC236}">
                  <a16:creationId xmlns:a16="http://schemas.microsoft.com/office/drawing/2014/main" id="{04DFB185-3748-2044-91F1-F0F842EBAAF7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DEA3A00-15BF-9247-8AB9-56C1DCD77CC1}"/>
              </a:ext>
            </a:extLst>
          </p:cNvPr>
          <p:cNvGrpSpPr/>
          <p:nvPr userDrawn="1"/>
        </p:nvGrpSpPr>
        <p:grpSpPr>
          <a:xfrm>
            <a:off x="387864" y="436531"/>
            <a:ext cx="2194447" cy="395368"/>
            <a:chOff x="7303396" y="654236"/>
            <a:chExt cx="2194447" cy="395368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0E19424-349B-3F43-922E-DD5A5AE7C6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49418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Round Same Side Corner Rectangle 122">
              <a:hlinkClick r:id="rId2" action="ppaction://hlinksldjump"/>
              <a:extLst>
                <a:ext uri="{FF2B5EF4-FFF2-40B4-BE49-F238E27FC236}">
                  <a16:creationId xmlns:a16="http://schemas.microsoft.com/office/drawing/2014/main" id="{CE0E07BD-C48E-1E4D-AB7C-53001143FA1D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58297CC-885E-154A-AC0D-A9A8D518665B}"/>
              </a:ext>
            </a:extLst>
          </p:cNvPr>
          <p:cNvGrpSpPr/>
          <p:nvPr userDrawn="1"/>
        </p:nvGrpSpPr>
        <p:grpSpPr>
          <a:xfrm>
            <a:off x="9609274" y="438146"/>
            <a:ext cx="2194447" cy="395368"/>
            <a:chOff x="7303396" y="654236"/>
            <a:chExt cx="2194447" cy="395368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E3D8CA12-03B2-6448-9462-58B0EE0D91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45820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 Same Side Corner Rectangle 128">
              <a:hlinkClick r:id="" action="ppaction://noaction"/>
              <a:extLst>
                <a:ext uri="{FF2B5EF4-FFF2-40B4-BE49-F238E27FC236}">
                  <a16:creationId xmlns:a16="http://schemas.microsoft.com/office/drawing/2014/main" id="{28341DAF-0E06-A64A-BC72-95610B69C5DF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2E5E944-DFA3-BD4E-9125-AEFF6ED81F69}"/>
              </a:ext>
            </a:extLst>
          </p:cNvPr>
          <p:cNvGrpSpPr/>
          <p:nvPr userDrawn="1"/>
        </p:nvGrpSpPr>
        <p:grpSpPr>
          <a:xfrm>
            <a:off x="2693462" y="2567262"/>
            <a:ext cx="2194447" cy="395368"/>
            <a:chOff x="7303396" y="654236"/>
            <a:chExt cx="2194447" cy="395368"/>
          </a:xfrm>
        </p:grpSpPr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306A5E2-97AF-F748-AEBC-348AEF5C38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49418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Round Same Side Corner Rectangle 172">
              <a:hlinkClick r:id="" action="ppaction://noaction"/>
              <a:extLst>
                <a:ext uri="{FF2B5EF4-FFF2-40B4-BE49-F238E27FC236}">
                  <a16:creationId xmlns:a16="http://schemas.microsoft.com/office/drawing/2014/main" id="{49512AC1-2D19-D44C-84C9-F69C38D1958B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BBC83C2-F41A-8042-88F0-5EB1911B67D9}"/>
              </a:ext>
            </a:extLst>
          </p:cNvPr>
          <p:cNvGrpSpPr/>
          <p:nvPr userDrawn="1"/>
        </p:nvGrpSpPr>
        <p:grpSpPr>
          <a:xfrm>
            <a:off x="7303396" y="2560574"/>
            <a:ext cx="2194447" cy="398357"/>
            <a:chOff x="7303396" y="654236"/>
            <a:chExt cx="2194447" cy="398357"/>
          </a:xfrm>
        </p:grpSpPr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48799CB-1C4A-B146-88BC-74FCD882CE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52593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Round Same Side Corner Rectangle 175">
              <a:hlinkClick r:id="" action="ppaction://noaction"/>
              <a:extLst>
                <a:ext uri="{FF2B5EF4-FFF2-40B4-BE49-F238E27FC236}">
                  <a16:creationId xmlns:a16="http://schemas.microsoft.com/office/drawing/2014/main" id="{F6153D75-5E5F-8043-A5D7-1EA39ECF5096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C48F0527-0613-1D4E-8E4E-523F137BEA32}"/>
              </a:ext>
            </a:extLst>
          </p:cNvPr>
          <p:cNvSpPr/>
          <p:nvPr userDrawn="1"/>
        </p:nvSpPr>
        <p:spPr>
          <a:xfrm>
            <a:off x="385762" y="4698679"/>
            <a:ext cx="5643664" cy="1838753"/>
          </a:xfrm>
          <a:prstGeom prst="roundRect">
            <a:avLst>
              <a:gd name="adj" fmla="val 6100"/>
            </a:avLst>
          </a:prstGeom>
          <a:solidFill>
            <a:schemeClr val="bg2"/>
          </a:solidFill>
          <a:effectLst>
            <a:outerShdw blurRad="25400" dist="12700" dir="5400000" algn="t" rotWithShape="0">
              <a:prstClr val="black">
                <a:alpha val="19000"/>
              </a:prstClr>
            </a:outerShdw>
          </a:effectLst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33007DE-086D-F24A-A833-AF98B126E7CA}"/>
              </a:ext>
            </a:extLst>
          </p:cNvPr>
          <p:cNvGrpSpPr/>
          <p:nvPr userDrawn="1"/>
        </p:nvGrpSpPr>
        <p:grpSpPr>
          <a:xfrm>
            <a:off x="385762" y="4699241"/>
            <a:ext cx="5643664" cy="358239"/>
            <a:chOff x="7303396" y="654237"/>
            <a:chExt cx="2194447" cy="398356"/>
          </a:xfrm>
        </p:grpSpPr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D32D9B22-EF7C-724B-9AE4-6C7C528746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52593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Round Same Side Corner Rectangle 169">
              <a:hlinkClick r:id="" action="ppaction://noaction"/>
              <a:extLst>
                <a:ext uri="{FF2B5EF4-FFF2-40B4-BE49-F238E27FC236}">
                  <a16:creationId xmlns:a16="http://schemas.microsoft.com/office/drawing/2014/main" id="{7EAECBB6-9DED-5F43-A3E6-EE05841D7398}"/>
                </a:ext>
              </a:extLst>
            </p:cNvPr>
            <p:cNvSpPr/>
            <p:nvPr userDrawn="1"/>
          </p:nvSpPr>
          <p:spPr>
            <a:xfrm>
              <a:off x="7303396" y="654237"/>
              <a:ext cx="2194447" cy="395369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BFFAA4-6F11-D449-93BC-BEC922D51483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85762" y="972923"/>
            <a:ext cx="2194447" cy="3519554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873944-7C1F-2E4A-B053-DF697A235610}"/>
              </a:ext>
            </a:extLst>
          </p:cNvPr>
          <p:cNvSpPr txBox="1"/>
          <p:nvPr userDrawn="1"/>
        </p:nvSpPr>
        <p:spPr>
          <a:xfrm>
            <a:off x="448786" y="520500"/>
            <a:ext cx="10054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Key Partners</a:t>
            </a:r>
          </a:p>
        </p:txBody>
      </p:sp>
      <p:sp>
        <p:nvSpPr>
          <p:cNvPr id="119" name="Text Placeholder 11">
            <a:extLst>
              <a:ext uri="{FF2B5EF4-FFF2-40B4-BE49-F238E27FC236}">
                <a16:creationId xmlns:a16="http://schemas.microsoft.com/office/drawing/2014/main" id="{65606FCA-9BFC-9644-B094-2B597D37980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999639" y="970771"/>
            <a:ext cx="2194447" cy="3521705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3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2039729-2E42-FA4E-9814-0E35A4340151}"/>
              </a:ext>
            </a:extLst>
          </p:cNvPr>
          <p:cNvSpPr txBox="1"/>
          <p:nvPr userDrawn="1"/>
        </p:nvSpPr>
        <p:spPr>
          <a:xfrm>
            <a:off x="5087047" y="520500"/>
            <a:ext cx="14754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3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Value Proposition</a:t>
            </a:r>
          </a:p>
        </p:txBody>
      </p:sp>
      <p:sp>
        <p:nvSpPr>
          <p:cNvPr id="133" name="Text Placeholder 11">
            <a:extLst>
              <a:ext uri="{FF2B5EF4-FFF2-40B4-BE49-F238E27FC236}">
                <a16:creationId xmlns:a16="http://schemas.microsoft.com/office/drawing/2014/main" id="{1730377C-2E3E-AE4C-A2C5-E9DF4958FF5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609275" y="969159"/>
            <a:ext cx="2194447" cy="3523317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5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8094F3F-5D94-3746-AB4D-EAE49BF2080C}"/>
              </a:ext>
            </a:extLst>
          </p:cNvPr>
          <p:cNvSpPr txBox="1"/>
          <p:nvPr userDrawn="1"/>
        </p:nvSpPr>
        <p:spPr>
          <a:xfrm>
            <a:off x="9672299" y="520500"/>
            <a:ext cx="15833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5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Customer Segments</a:t>
            </a: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0B504D76-61F3-244A-AAD6-7BED872A0175}"/>
              </a:ext>
            </a:extLst>
          </p:cNvPr>
          <p:cNvSpPr/>
          <p:nvPr userDrawn="1"/>
        </p:nvSpPr>
        <p:spPr>
          <a:xfrm>
            <a:off x="6162576" y="4698679"/>
            <a:ext cx="5643664" cy="1838753"/>
          </a:xfrm>
          <a:prstGeom prst="roundRect">
            <a:avLst>
              <a:gd name="adj" fmla="val 5313"/>
            </a:avLst>
          </a:prstGeom>
          <a:solidFill>
            <a:schemeClr val="bg2"/>
          </a:solidFill>
          <a:effectLst>
            <a:outerShdw blurRad="25400" dist="12700" dir="5400000" algn="t" rotWithShape="0">
              <a:prstClr val="black">
                <a:alpha val="19000"/>
              </a:prstClr>
            </a:outerShdw>
          </a:effectLst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41E558A-F3B8-234E-8627-56A86E3C94A4}"/>
              </a:ext>
            </a:extLst>
          </p:cNvPr>
          <p:cNvSpPr txBox="1"/>
          <p:nvPr userDrawn="1"/>
        </p:nvSpPr>
        <p:spPr>
          <a:xfrm>
            <a:off x="2850610" y="528714"/>
            <a:ext cx="10054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Key Activities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4F28531-3F67-2840-A9F8-AB99753C5370}"/>
              </a:ext>
            </a:extLst>
          </p:cNvPr>
          <p:cNvSpPr txBox="1"/>
          <p:nvPr userDrawn="1"/>
        </p:nvSpPr>
        <p:spPr>
          <a:xfrm>
            <a:off x="7389517" y="528714"/>
            <a:ext cx="17679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4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Customer Relationships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B3C874-ABE6-EF4C-96BF-6121B66A6F58}"/>
              </a:ext>
            </a:extLst>
          </p:cNvPr>
          <p:cNvSpPr txBox="1"/>
          <p:nvPr userDrawn="1"/>
        </p:nvSpPr>
        <p:spPr>
          <a:xfrm>
            <a:off x="2850610" y="2646707"/>
            <a:ext cx="12964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6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Key Resources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85ED380-7764-EF48-B037-16971553EA45}"/>
              </a:ext>
            </a:extLst>
          </p:cNvPr>
          <p:cNvSpPr txBox="1"/>
          <p:nvPr userDrawn="1"/>
        </p:nvSpPr>
        <p:spPr>
          <a:xfrm>
            <a:off x="7482775" y="2646707"/>
            <a:ext cx="10054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Channels</a:t>
            </a:r>
          </a:p>
        </p:txBody>
      </p:sp>
      <p:sp>
        <p:nvSpPr>
          <p:cNvPr id="164" name="Text Placeholder 11">
            <a:extLst>
              <a:ext uri="{FF2B5EF4-FFF2-40B4-BE49-F238E27FC236}">
                <a16:creationId xmlns:a16="http://schemas.microsoft.com/office/drawing/2014/main" id="{27D4B466-7A15-A949-91DD-E413D9CB726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697205" y="981137"/>
            <a:ext cx="2194447" cy="1481639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2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66" name="Text Placeholder 11">
            <a:extLst>
              <a:ext uri="{FF2B5EF4-FFF2-40B4-BE49-F238E27FC236}">
                <a16:creationId xmlns:a16="http://schemas.microsoft.com/office/drawing/2014/main" id="{7D84A6C1-2C78-B745-9136-FE08218F8D90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697205" y="3065254"/>
            <a:ext cx="2194447" cy="1421357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6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67" name="Text Placeholder 11">
            <a:extLst>
              <a:ext uri="{FF2B5EF4-FFF2-40B4-BE49-F238E27FC236}">
                <a16:creationId xmlns:a16="http://schemas.microsoft.com/office/drawing/2014/main" id="{0D4F5A5F-3539-D04A-9ABC-109076AB743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310023" y="977497"/>
            <a:ext cx="2194447" cy="1485280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4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CD3F6DF9-7D25-B144-BC7B-BD5186654E66}"/>
              </a:ext>
            </a:extLst>
          </p:cNvPr>
          <p:cNvSpPr/>
          <p:nvPr userDrawn="1"/>
        </p:nvSpPr>
        <p:spPr>
          <a:xfrm>
            <a:off x="9133192" y="528776"/>
            <a:ext cx="250920" cy="250918"/>
          </a:xfrm>
          <a:custGeom>
            <a:avLst/>
            <a:gdLst>
              <a:gd name="connsiteX0" fmla="*/ 162684 w 436183"/>
              <a:gd name="connsiteY0" fmla="*/ 113444 h 436178"/>
              <a:gd name="connsiteX1" fmla="*/ 107289 w 436183"/>
              <a:gd name="connsiteY1" fmla="*/ 136389 h 436178"/>
              <a:gd name="connsiteX2" fmla="*/ 107289 w 436183"/>
              <a:gd name="connsiteY2" fmla="*/ 247178 h 436178"/>
              <a:gd name="connsiteX3" fmla="*/ 218079 w 436183"/>
              <a:gd name="connsiteY3" fmla="*/ 343832 h 436178"/>
              <a:gd name="connsiteX4" fmla="*/ 218104 w 436183"/>
              <a:gd name="connsiteY4" fmla="*/ 343832 h 436178"/>
              <a:gd name="connsiteX5" fmla="*/ 328893 w 436183"/>
              <a:gd name="connsiteY5" fmla="*/ 247178 h 436178"/>
              <a:gd name="connsiteX6" fmla="*/ 328893 w 436183"/>
              <a:gd name="connsiteY6" fmla="*/ 136389 h 436178"/>
              <a:gd name="connsiteX7" fmla="*/ 218104 w 436183"/>
              <a:gd name="connsiteY7" fmla="*/ 136389 h 436178"/>
              <a:gd name="connsiteX8" fmla="*/ 218079 w 436183"/>
              <a:gd name="connsiteY8" fmla="*/ 136389 h 436178"/>
              <a:gd name="connsiteX9" fmla="*/ 162684 w 436183"/>
              <a:gd name="connsiteY9" fmla="*/ 113444 h 436178"/>
              <a:gd name="connsiteX10" fmla="*/ 218088 w 436183"/>
              <a:gd name="connsiteY10" fmla="*/ 0 h 436178"/>
              <a:gd name="connsiteX11" fmla="*/ 436183 w 436183"/>
              <a:gd name="connsiteY11" fmla="*/ 218094 h 436178"/>
              <a:gd name="connsiteX12" fmla="*/ 218088 w 436183"/>
              <a:gd name="connsiteY12" fmla="*/ 436178 h 436178"/>
              <a:gd name="connsiteX13" fmla="*/ 0 w 436183"/>
              <a:gd name="connsiteY13" fmla="*/ 218094 h 436178"/>
              <a:gd name="connsiteX14" fmla="*/ 218088 w 436183"/>
              <a:gd name="connsiteY14" fmla="*/ 0 h 436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6183" h="436178">
                <a:moveTo>
                  <a:pt x="162684" y="113444"/>
                </a:moveTo>
                <a:cubicBezTo>
                  <a:pt x="142635" y="113444"/>
                  <a:pt x="122586" y="121093"/>
                  <a:pt x="107289" y="136389"/>
                </a:cubicBezTo>
                <a:cubicBezTo>
                  <a:pt x="76695" y="166982"/>
                  <a:pt x="81107" y="212734"/>
                  <a:pt x="107289" y="247178"/>
                </a:cubicBezTo>
                <a:cubicBezTo>
                  <a:pt x="135018" y="283653"/>
                  <a:pt x="185645" y="343832"/>
                  <a:pt x="218079" y="343832"/>
                </a:cubicBezTo>
                <a:lnTo>
                  <a:pt x="218104" y="343832"/>
                </a:lnTo>
                <a:cubicBezTo>
                  <a:pt x="250540" y="343832"/>
                  <a:pt x="301165" y="283653"/>
                  <a:pt x="328893" y="247178"/>
                </a:cubicBezTo>
                <a:cubicBezTo>
                  <a:pt x="355077" y="212735"/>
                  <a:pt x="359486" y="166983"/>
                  <a:pt x="328893" y="136389"/>
                </a:cubicBezTo>
                <a:cubicBezTo>
                  <a:pt x="298300" y="105796"/>
                  <a:pt x="248697" y="105796"/>
                  <a:pt x="218104" y="136389"/>
                </a:cubicBezTo>
                <a:lnTo>
                  <a:pt x="218079" y="136389"/>
                </a:lnTo>
                <a:cubicBezTo>
                  <a:pt x="202782" y="121093"/>
                  <a:pt x="182733" y="113444"/>
                  <a:pt x="162684" y="113444"/>
                </a:cubicBezTo>
                <a:close/>
                <a:moveTo>
                  <a:pt x="218088" y="0"/>
                </a:moveTo>
                <a:cubicBezTo>
                  <a:pt x="338539" y="0"/>
                  <a:pt x="436183" y="97636"/>
                  <a:pt x="436183" y="218094"/>
                </a:cubicBezTo>
                <a:cubicBezTo>
                  <a:pt x="436183" y="338535"/>
                  <a:pt x="338539" y="436178"/>
                  <a:pt x="218088" y="436178"/>
                </a:cubicBezTo>
                <a:cubicBezTo>
                  <a:pt x="97643" y="436178"/>
                  <a:pt x="0" y="338535"/>
                  <a:pt x="0" y="218094"/>
                </a:cubicBezTo>
                <a:cubicBezTo>
                  <a:pt x="0" y="97635"/>
                  <a:pt x="97643" y="0"/>
                  <a:pt x="218088" y="0"/>
                </a:cubicBezTo>
                <a:close/>
              </a:path>
            </a:pathLst>
          </a:custGeom>
          <a:solidFill>
            <a:schemeClr val="accent4"/>
          </a:solidFill>
          <a:ln w="8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9" name="Graphic 26">
            <a:extLst>
              <a:ext uri="{FF2B5EF4-FFF2-40B4-BE49-F238E27FC236}">
                <a16:creationId xmlns:a16="http://schemas.microsoft.com/office/drawing/2014/main" id="{3E30F3FD-A2F0-DB45-ABA8-38869230826B}"/>
              </a:ext>
            </a:extLst>
          </p:cNvPr>
          <p:cNvGrpSpPr/>
          <p:nvPr userDrawn="1"/>
        </p:nvGrpSpPr>
        <p:grpSpPr>
          <a:xfrm>
            <a:off x="6839651" y="532742"/>
            <a:ext cx="234878" cy="234878"/>
            <a:chOff x="6461229" y="752737"/>
            <a:chExt cx="234878" cy="234878"/>
          </a:xfrm>
        </p:grpSpPr>
        <p:grpSp>
          <p:nvGrpSpPr>
            <p:cNvPr id="30" name="Graphic 26">
              <a:extLst>
                <a:ext uri="{FF2B5EF4-FFF2-40B4-BE49-F238E27FC236}">
                  <a16:creationId xmlns:a16="http://schemas.microsoft.com/office/drawing/2014/main" id="{3E30F3FD-A2F0-DB45-ABA8-38869230826B}"/>
                </a:ext>
              </a:extLst>
            </p:cNvPr>
            <p:cNvGrpSpPr/>
            <p:nvPr/>
          </p:nvGrpSpPr>
          <p:grpSpPr>
            <a:xfrm>
              <a:off x="6461229" y="767490"/>
              <a:ext cx="236578" cy="207066"/>
              <a:chOff x="6461229" y="767490"/>
              <a:chExt cx="236578" cy="207066"/>
            </a:xfrm>
            <a:solidFill>
              <a:srgbClr val="00C5B7"/>
            </a:solidFill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71928005-3181-4242-BF9E-293AC6938361}"/>
                  </a:ext>
                </a:extLst>
              </p:cNvPr>
              <p:cNvSpPr/>
              <p:nvPr/>
            </p:nvSpPr>
            <p:spPr>
              <a:xfrm>
                <a:off x="6462468" y="837084"/>
                <a:ext cx="103937" cy="129030"/>
              </a:xfrm>
              <a:custGeom>
                <a:avLst/>
                <a:gdLst>
                  <a:gd name="connsiteX0" fmla="*/ 0 w 103937"/>
                  <a:gd name="connsiteY0" fmla="*/ 0 h 129030"/>
                  <a:gd name="connsiteX1" fmla="*/ 103938 w 103937"/>
                  <a:gd name="connsiteY1" fmla="*/ 129031 h 129030"/>
                  <a:gd name="connsiteX2" fmla="*/ 56793 w 103937"/>
                  <a:gd name="connsiteY2" fmla="*/ 0 h 129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3937" h="129030">
                    <a:moveTo>
                      <a:pt x="0" y="0"/>
                    </a:moveTo>
                    <a:lnTo>
                      <a:pt x="103938" y="129031"/>
                    </a:lnTo>
                    <a:lnTo>
                      <a:pt x="5679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5CBAC7D3-E221-8E4D-8CBF-4BC4CEC7D7DC}"/>
                  </a:ext>
                </a:extLst>
              </p:cNvPr>
              <p:cNvSpPr/>
              <p:nvPr/>
            </p:nvSpPr>
            <p:spPr>
              <a:xfrm>
                <a:off x="6528525" y="837084"/>
                <a:ext cx="101445" cy="137473"/>
              </a:xfrm>
              <a:custGeom>
                <a:avLst/>
                <a:gdLst>
                  <a:gd name="connsiteX0" fmla="*/ 0 w 101445"/>
                  <a:gd name="connsiteY0" fmla="*/ 0 h 137473"/>
                  <a:gd name="connsiteX1" fmla="*/ 50229 w 101445"/>
                  <a:gd name="connsiteY1" fmla="*/ 137473 h 137473"/>
                  <a:gd name="connsiteX2" fmla="*/ 101446 w 101445"/>
                  <a:gd name="connsiteY2" fmla="*/ 0 h 137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445" h="137473">
                    <a:moveTo>
                      <a:pt x="0" y="0"/>
                    </a:moveTo>
                    <a:lnTo>
                      <a:pt x="50229" y="137473"/>
                    </a:lnTo>
                    <a:lnTo>
                      <a:pt x="10144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F9BF15EA-28CD-9249-877A-40B0C2E5FFAD}"/>
                  </a:ext>
                </a:extLst>
              </p:cNvPr>
              <p:cNvSpPr/>
              <p:nvPr/>
            </p:nvSpPr>
            <p:spPr>
              <a:xfrm>
                <a:off x="6589946" y="837084"/>
                <a:ext cx="106617" cy="132362"/>
              </a:xfrm>
              <a:custGeom>
                <a:avLst/>
                <a:gdLst>
                  <a:gd name="connsiteX0" fmla="*/ 0 w 106617"/>
                  <a:gd name="connsiteY0" fmla="*/ 132362 h 132362"/>
                  <a:gd name="connsiteX1" fmla="*/ 106617 w 106617"/>
                  <a:gd name="connsiteY1" fmla="*/ 0 h 132362"/>
                  <a:gd name="connsiteX2" fmla="*/ 49307 w 106617"/>
                  <a:gd name="connsiteY2" fmla="*/ 0 h 132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6617" h="132362">
                    <a:moveTo>
                      <a:pt x="0" y="132362"/>
                    </a:moveTo>
                    <a:lnTo>
                      <a:pt x="106617" y="0"/>
                    </a:lnTo>
                    <a:lnTo>
                      <a:pt x="4930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27B321DE-0DB4-EE4B-B9B9-B4832C574335}"/>
                  </a:ext>
                </a:extLst>
              </p:cNvPr>
              <p:cNvSpPr/>
              <p:nvPr/>
            </p:nvSpPr>
            <p:spPr>
              <a:xfrm>
                <a:off x="6588659" y="767490"/>
                <a:ext cx="67236" cy="56740"/>
              </a:xfrm>
              <a:custGeom>
                <a:avLst/>
                <a:gdLst>
                  <a:gd name="connsiteX0" fmla="*/ 67236 w 67236"/>
                  <a:gd name="connsiteY0" fmla="*/ 0 h 56740"/>
                  <a:gd name="connsiteX1" fmla="*/ 0 w 67236"/>
                  <a:gd name="connsiteY1" fmla="*/ 0 h 56740"/>
                  <a:gd name="connsiteX2" fmla="*/ 46101 w 67236"/>
                  <a:gd name="connsiteY2" fmla="*/ 56740 h 56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7236" h="56740">
                    <a:moveTo>
                      <a:pt x="67236" y="0"/>
                    </a:moveTo>
                    <a:lnTo>
                      <a:pt x="0" y="0"/>
                    </a:lnTo>
                    <a:lnTo>
                      <a:pt x="46101" y="56740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061EA518-AD41-C04B-A982-DBD174B76CC2}"/>
                  </a:ext>
                </a:extLst>
              </p:cNvPr>
              <p:cNvSpPr/>
              <p:nvPr/>
            </p:nvSpPr>
            <p:spPr>
              <a:xfrm>
                <a:off x="6532114" y="770044"/>
                <a:ext cx="94808" cy="58341"/>
              </a:xfrm>
              <a:custGeom>
                <a:avLst/>
                <a:gdLst>
                  <a:gd name="connsiteX0" fmla="*/ 94808 w 94808"/>
                  <a:gd name="connsiteY0" fmla="*/ 58341 h 58341"/>
                  <a:gd name="connsiteX1" fmla="*/ 47402 w 94808"/>
                  <a:gd name="connsiteY1" fmla="*/ 0 h 58341"/>
                  <a:gd name="connsiteX2" fmla="*/ 0 w 94808"/>
                  <a:gd name="connsiteY2" fmla="*/ 58341 h 58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4808" h="58341">
                    <a:moveTo>
                      <a:pt x="94808" y="58341"/>
                    </a:moveTo>
                    <a:lnTo>
                      <a:pt x="47402" y="0"/>
                    </a:lnTo>
                    <a:lnTo>
                      <a:pt x="0" y="58341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DFFDF505-5634-F049-AE25-39FB13D15519}"/>
                  </a:ext>
                </a:extLst>
              </p:cNvPr>
              <p:cNvSpPr/>
              <p:nvPr/>
            </p:nvSpPr>
            <p:spPr>
              <a:xfrm>
                <a:off x="6503093" y="767490"/>
                <a:ext cx="67283" cy="57123"/>
              </a:xfrm>
              <a:custGeom>
                <a:avLst/>
                <a:gdLst>
                  <a:gd name="connsiteX0" fmla="*/ 67284 w 67283"/>
                  <a:gd name="connsiteY0" fmla="*/ 0 h 57123"/>
                  <a:gd name="connsiteX1" fmla="*/ 0 w 67283"/>
                  <a:gd name="connsiteY1" fmla="*/ 0 h 57123"/>
                  <a:gd name="connsiteX2" fmla="*/ 20874 w 67283"/>
                  <a:gd name="connsiteY2" fmla="*/ 57123 h 57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7283" h="57123">
                    <a:moveTo>
                      <a:pt x="67284" y="0"/>
                    </a:moveTo>
                    <a:lnTo>
                      <a:pt x="0" y="0"/>
                    </a:lnTo>
                    <a:lnTo>
                      <a:pt x="20874" y="57123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429F35B4-1EDB-DC40-89E2-5A3139DA06FA}"/>
                  </a:ext>
                </a:extLst>
              </p:cNvPr>
              <p:cNvSpPr/>
              <p:nvPr/>
            </p:nvSpPr>
            <p:spPr>
              <a:xfrm>
                <a:off x="6461229" y="772997"/>
                <a:ext cx="54852" cy="55387"/>
              </a:xfrm>
              <a:custGeom>
                <a:avLst/>
                <a:gdLst>
                  <a:gd name="connsiteX0" fmla="*/ 34618 w 54852"/>
                  <a:gd name="connsiteY0" fmla="*/ 0 h 55387"/>
                  <a:gd name="connsiteX1" fmla="*/ 0 w 54852"/>
                  <a:gd name="connsiteY1" fmla="*/ 55388 h 55387"/>
                  <a:gd name="connsiteX2" fmla="*/ 54853 w 54852"/>
                  <a:gd name="connsiteY2" fmla="*/ 55388 h 55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4852" h="55387">
                    <a:moveTo>
                      <a:pt x="34618" y="0"/>
                    </a:moveTo>
                    <a:lnTo>
                      <a:pt x="0" y="55388"/>
                    </a:lnTo>
                    <a:lnTo>
                      <a:pt x="54853" y="55388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E51F816D-6F6F-F04D-BD77-0EDD82977A54}"/>
                  </a:ext>
                </a:extLst>
              </p:cNvPr>
              <p:cNvSpPr/>
              <p:nvPr/>
            </p:nvSpPr>
            <p:spPr>
              <a:xfrm>
                <a:off x="6642493" y="772940"/>
                <a:ext cx="55313" cy="55444"/>
              </a:xfrm>
              <a:custGeom>
                <a:avLst/>
                <a:gdLst>
                  <a:gd name="connsiteX0" fmla="*/ 55314 w 55313"/>
                  <a:gd name="connsiteY0" fmla="*/ 55444 h 55444"/>
                  <a:gd name="connsiteX1" fmla="*/ 20661 w 55313"/>
                  <a:gd name="connsiteY1" fmla="*/ 0 h 55444"/>
                  <a:gd name="connsiteX2" fmla="*/ 0 w 55313"/>
                  <a:gd name="connsiteY2" fmla="*/ 55444 h 55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5313" h="55444">
                    <a:moveTo>
                      <a:pt x="55314" y="55444"/>
                    </a:moveTo>
                    <a:lnTo>
                      <a:pt x="20661" y="0"/>
                    </a:lnTo>
                    <a:lnTo>
                      <a:pt x="0" y="55444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41" name="Graphic 40">
            <a:extLst>
              <a:ext uri="{FF2B5EF4-FFF2-40B4-BE49-F238E27FC236}">
                <a16:creationId xmlns:a16="http://schemas.microsoft.com/office/drawing/2014/main" id="{40B9C9DA-045B-1748-A1A4-C96053FA70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2233" y="538082"/>
            <a:ext cx="215803" cy="215803"/>
          </a:xfrm>
          <a:prstGeom prst="rect">
            <a:avLst/>
          </a:prstGeom>
        </p:spPr>
      </p:pic>
      <p:grpSp>
        <p:nvGrpSpPr>
          <p:cNvPr id="44" name="Graphic 42">
            <a:extLst>
              <a:ext uri="{FF2B5EF4-FFF2-40B4-BE49-F238E27FC236}">
                <a16:creationId xmlns:a16="http://schemas.microsoft.com/office/drawing/2014/main" id="{FBEBF740-2FE6-5C4C-94E1-79B2E44B9534}"/>
              </a:ext>
            </a:extLst>
          </p:cNvPr>
          <p:cNvGrpSpPr/>
          <p:nvPr userDrawn="1"/>
        </p:nvGrpSpPr>
        <p:grpSpPr>
          <a:xfrm flipV="1">
            <a:off x="2246543" y="538120"/>
            <a:ext cx="215801" cy="215801"/>
            <a:chOff x="2246163" y="770535"/>
            <a:chExt cx="216181" cy="216181"/>
          </a:xfrm>
          <a:solidFill>
            <a:schemeClr val="accent1"/>
          </a:solidFill>
        </p:grpSpPr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B91EA078-F1D8-2742-A9C9-595E8C737161}"/>
                </a:ext>
              </a:extLst>
            </p:cNvPr>
            <p:cNvSpPr/>
            <p:nvPr/>
          </p:nvSpPr>
          <p:spPr>
            <a:xfrm>
              <a:off x="2246179" y="840039"/>
              <a:ext cx="136119" cy="146715"/>
            </a:xfrm>
            <a:custGeom>
              <a:avLst/>
              <a:gdLst>
                <a:gd name="connsiteX0" fmla="*/ 131910 w 136119"/>
                <a:gd name="connsiteY0" fmla="*/ 14773 h 146715"/>
                <a:gd name="connsiteX1" fmla="*/ 123443 w 136119"/>
                <a:gd name="connsiteY1" fmla="*/ 7963 h 146715"/>
                <a:gd name="connsiteX2" fmla="*/ 96240 w 136119"/>
                <a:gd name="connsiteY2" fmla="*/ 0 h 146715"/>
                <a:gd name="connsiteX3" fmla="*/ 60570 w 136119"/>
                <a:gd name="connsiteY3" fmla="*/ 14773 h 146715"/>
                <a:gd name="connsiteX4" fmla="*/ 14740 w 136119"/>
                <a:gd name="connsiteY4" fmla="*/ 60639 h 146715"/>
                <a:gd name="connsiteX5" fmla="*/ 0 w 136119"/>
                <a:gd name="connsiteY5" fmla="*/ 96240 h 146715"/>
                <a:gd name="connsiteX6" fmla="*/ 50410 w 136119"/>
                <a:gd name="connsiteY6" fmla="*/ 146715 h 146715"/>
                <a:gd name="connsiteX7" fmla="*/ 86044 w 136119"/>
                <a:gd name="connsiteY7" fmla="*/ 132014 h 146715"/>
                <a:gd name="connsiteX8" fmla="*/ 123876 w 136119"/>
                <a:gd name="connsiteY8" fmla="*/ 94183 h 146715"/>
                <a:gd name="connsiteX9" fmla="*/ 124941 w 136119"/>
                <a:gd name="connsiteY9" fmla="*/ 91604 h 146715"/>
                <a:gd name="connsiteX10" fmla="*/ 121317 w 136119"/>
                <a:gd name="connsiteY10" fmla="*/ 88022 h 146715"/>
                <a:gd name="connsiteX11" fmla="*/ 119876 w 136119"/>
                <a:gd name="connsiteY11" fmla="*/ 88022 h 146715"/>
                <a:gd name="connsiteX12" fmla="*/ 96817 w 136119"/>
                <a:gd name="connsiteY12" fmla="*/ 83554 h 146715"/>
                <a:gd name="connsiteX13" fmla="*/ 92890 w 136119"/>
                <a:gd name="connsiteY13" fmla="*/ 84347 h 146715"/>
                <a:gd name="connsiteX14" fmla="*/ 65687 w 136119"/>
                <a:gd name="connsiteY14" fmla="*/ 111585 h 146715"/>
                <a:gd name="connsiteX15" fmla="*/ 35097 w 136119"/>
                <a:gd name="connsiteY15" fmla="*/ 111585 h 146715"/>
                <a:gd name="connsiteX16" fmla="*/ 35097 w 136119"/>
                <a:gd name="connsiteY16" fmla="*/ 80996 h 146715"/>
                <a:gd name="connsiteX17" fmla="*/ 81108 w 136119"/>
                <a:gd name="connsiteY17" fmla="*/ 35021 h 146715"/>
                <a:gd name="connsiteX18" fmla="*/ 111662 w 136119"/>
                <a:gd name="connsiteY18" fmla="*/ 35021 h 146715"/>
                <a:gd name="connsiteX19" fmla="*/ 131911 w 136119"/>
                <a:gd name="connsiteY19" fmla="*/ 35021 h 146715"/>
                <a:gd name="connsiteX20" fmla="*/ 136090 w 136119"/>
                <a:gd name="connsiteY20" fmla="*/ 25870 h 146715"/>
                <a:gd name="connsiteX21" fmla="*/ 131910 w 136119"/>
                <a:gd name="connsiteY21" fmla="*/ 14773 h 14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6119" h="146715">
                  <a:moveTo>
                    <a:pt x="131910" y="14773"/>
                  </a:moveTo>
                  <a:cubicBezTo>
                    <a:pt x="129349" y="12196"/>
                    <a:pt x="126509" y="9912"/>
                    <a:pt x="123443" y="7963"/>
                  </a:cubicBezTo>
                  <a:cubicBezTo>
                    <a:pt x="115323" y="2763"/>
                    <a:pt x="105883" y="0"/>
                    <a:pt x="96240" y="0"/>
                  </a:cubicBezTo>
                  <a:cubicBezTo>
                    <a:pt x="82857" y="-25"/>
                    <a:pt x="70017" y="5293"/>
                    <a:pt x="60570" y="14773"/>
                  </a:cubicBezTo>
                  <a:lnTo>
                    <a:pt x="14740" y="60639"/>
                  </a:lnTo>
                  <a:cubicBezTo>
                    <a:pt x="5309" y="70088"/>
                    <a:pt x="8" y="82890"/>
                    <a:pt x="0" y="96240"/>
                  </a:cubicBezTo>
                  <a:cubicBezTo>
                    <a:pt x="-18" y="124099"/>
                    <a:pt x="22551" y="146697"/>
                    <a:pt x="50410" y="146715"/>
                  </a:cubicBezTo>
                  <a:cubicBezTo>
                    <a:pt x="63773" y="146761"/>
                    <a:pt x="76600" y="141469"/>
                    <a:pt x="86044" y="132014"/>
                  </a:cubicBezTo>
                  <a:lnTo>
                    <a:pt x="123876" y="94183"/>
                  </a:lnTo>
                  <a:cubicBezTo>
                    <a:pt x="124563" y="93501"/>
                    <a:pt x="124947" y="92572"/>
                    <a:pt x="124941" y="91604"/>
                  </a:cubicBezTo>
                  <a:cubicBezTo>
                    <a:pt x="124930" y="89614"/>
                    <a:pt x="123307" y="88010"/>
                    <a:pt x="121317" y="88022"/>
                  </a:cubicBezTo>
                  <a:lnTo>
                    <a:pt x="119876" y="88022"/>
                  </a:lnTo>
                  <a:cubicBezTo>
                    <a:pt x="111972" y="88050"/>
                    <a:pt x="104138" y="86532"/>
                    <a:pt x="96817" y="83554"/>
                  </a:cubicBezTo>
                  <a:cubicBezTo>
                    <a:pt x="95468" y="82999"/>
                    <a:pt x="93918" y="83312"/>
                    <a:pt x="92890" y="84347"/>
                  </a:cubicBezTo>
                  <a:lnTo>
                    <a:pt x="65687" y="111585"/>
                  </a:lnTo>
                  <a:cubicBezTo>
                    <a:pt x="57240" y="120032"/>
                    <a:pt x="43544" y="120032"/>
                    <a:pt x="35097" y="111585"/>
                  </a:cubicBezTo>
                  <a:cubicBezTo>
                    <a:pt x="26650" y="103138"/>
                    <a:pt x="26650" y="89443"/>
                    <a:pt x="35097" y="80996"/>
                  </a:cubicBezTo>
                  <a:lnTo>
                    <a:pt x="81108" y="35021"/>
                  </a:lnTo>
                  <a:cubicBezTo>
                    <a:pt x="89548" y="26592"/>
                    <a:pt x="103221" y="26592"/>
                    <a:pt x="111662" y="35021"/>
                  </a:cubicBezTo>
                  <a:cubicBezTo>
                    <a:pt x="117350" y="40375"/>
                    <a:pt x="126223" y="40375"/>
                    <a:pt x="131911" y="35021"/>
                  </a:cubicBezTo>
                  <a:cubicBezTo>
                    <a:pt x="134358" y="32572"/>
                    <a:pt x="135841" y="29323"/>
                    <a:pt x="136090" y="25870"/>
                  </a:cubicBezTo>
                  <a:cubicBezTo>
                    <a:pt x="136353" y="21742"/>
                    <a:pt x="134831" y="17700"/>
                    <a:pt x="131910" y="14773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34678519-06B3-FB4D-893B-475C21060D5A}"/>
                </a:ext>
              </a:extLst>
            </p:cNvPr>
            <p:cNvSpPr/>
            <p:nvPr/>
          </p:nvSpPr>
          <p:spPr>
            <a:xfrm>
              <a:off x="2326175" y="770535"/>
              <a:ext cx="136190" cy="146717"/>
            </a:xfrm>
            <a:custGeom>
              <a:avLst/>
              <a:gdLst>
                <a:gd name="connsiteX0" fmla="*/ 121416 w 136190"/>
                <a:gd name="connsiteY0" fmla="*/ 14775 h 146717"/>
                <a:gd name="connsiteX1" fmla="*/ 50076 w 136190"/>
                <a:gd name="connsiteY1" fmla="*/ 14775 h 146717"/>
                <a:gd name="connsiteX2" fmla="*/ 12280 w 136190"/>
                <a:gd name="connsiteY2" fmla="*/ 52534 h 146717"/>
                <a:gd name="connsiteX3" fmla="*/ 11524 w 136190"/>
                <a:gd name="connsiteY3" fmla="*/ 56498 h 146717"/>
                <a:gd name="connsiteX4" fmla="*/ 14910 w 136190"/>
                <a:gd name="connsiteY4" fmla="*/ 58696 h 146717"/>
                <a:gd name="connsiteX5" fmla="*/ 16243 w 136190"/>
                <a:gd name="connsiteY5" fmla="*/ 58696 h 146717"/>
                <a:gd name="connsiteX6" fmla="*/ 39267 w 136190"/>
                <a:gd name="connsiteY6" fmla="*/ 63199 h 146717"/>
                <a:gd name="connsiteX7" fmla="*/ 43194 w 136190"/>
                <a:gd name="connsiteY7" fmla="*/ 62407 h 146717"/>
                <a:gd name="connsiteX8" fmla="*/ 70324 w 136190"/>
                <a:gd name="connsiteY8" fmla="*/ 35312 h 146717"/>
                <a:gd name="connsiteX9" fmla="*/ 100914 w 136190"/>
                <a:gd name="connsiteY9" fmla="*/ 35312 h 146717"/>
                <a:gd name="connsiteX10" fmla="*/ 100914 w 136190"/>
                <a:gd name="connsiteY10" fmla="*/ 65902 h 146717"/>
                <a:gd name="connsiteX11" fmla="*/ 67118 w 136190"/>
                <a:gd name="connsiteY11" fmla="*/ 99662 h 146717"/>
                <a:gd name="connsiteX12" fmla="*/ 66829 w 136190"/>
                <a:gd name="connsiteY12" fmla="*/ 99986 h 146717"/>
                <a:gd name="connsiteX13" fmla="*/ 55011 w 136190"/>
                <a:gd name="connsiteY13" fmla="*/ 111732 h 146717"/>
                <a:gd name="connsiteX14" fmla="*/ 24458 w 136190"/>
                <a:gd name="connsiteY14" fmla="*/ 111732 h 146717"/>
                <a:gd name="connsiteX15" fmla="*/ 4209 w 136190"/>
                <a:gd name="connsiteY15" fmla="*/ 111732 h 146717"/>
                <a:gd name="connsiteX16" fmla="*/ 29 w 136190"/>
                <a:gd name="connsiteY16" fmla="*/ 120956 h 146717"/>
                <a:gd name="connsiteX17" fmla="*/ 4209 w 136190"/>
                <a:gd name="connsiteY17" fmla="*/ 132053 h 146717"/>
                <a:gd name="connsiteX18" fmla="*/ 18621 w 136190"/>
                <a:gd name="connsiteY18" fmla="*/ 142141 h 146717"/>
                <a:gd name="connsiteX19" fmla="*/ 20891 w 136190"/>
                <a:gd name="connsiteY19" fmla="*/ 143114 h 146717"/>
                <a:gd name="connsiteX20" fmla="*/ 23197 w 136190"/>
                <a:gd name="connsiteY20" fmla="*/ 143979 h 146717"/>
                <a:gd name="connsiteX21" fmla="*/ 25502 w 136190"/>
                <a:gd name="connsiteY21" fmla="*/ 144736 h 146717"/>
                <a:gd name="connsiteX22" fmla="*/ 27628 w 136190"/>
                <a:gd name="connsiteY22" fmla="*/ 145312 h 146717"/>
                <a:gd name="connsiteX23" fmla="*/ 31988 w 136190"/>
                <a:gd name="connsiteY23" fmla="*/ 146213 h 146717"/>
                <a:gd name="connsiteX24" fmla="*/ 37356 w 136190"/>
                <a:gd name="connsiteY24" fmla="*/ 146717 h 146717"/>
                <a:gd name="connsiteX25" fmla="*/ 39878 w 136190"/>
                <a:gd name="connsiteY25" fmla="*/ 146717 h 146717"/>
                <a:gd name="connsiteX26" fmla="*/ 40095 w 136190"/>
                <a:gd name="connsiteY26" fmla="*/ 146717 h 146717"/>
                <a:gd name="connsiteX27" fmla="*/ 42256 w 136190"/>
                <a:gd name="connsiteY27" fmla="*/ 146465 h 146717"/>
                <a:gd name="connsiteX28" fmla="*/ 44815 w 136190"/>
                <a:gd name="connsiteY28" fmla="*/ 146249 h 146717"/>
                <a:gd name="connsiteX29" fmla="*/ 46040 w 136190"/>
                <a:gd name="connsiteY29" fmla="*/ 146249 h 146717"/>
                <a:gd name="connsiteX30" fmla="*/ 48526 w 136190"/>
                <a:gd name="connsiteY30" fmla="*/ 145889 h 146717"/>
                <a:gd name="connsiteX31" fmla="*/ 49679 w 136190"/>
                <a:gd name="connsiteY31" fmla="*/ 145673 h 146717"/>
                <a:gd name="connsiteX32" fmla="*/ 51768 w 136190"/>
                <a:gd name="connsiteY32" fmla="*/ 145240 h 146717"/>
                <a:gd name="connsiteX33" fmla="*/ 52165 w 136190"/>
                <a:gd name="connsiteY33" fmla="*/ 145240 h 146717"/>
                <a:gd name="connsiteX34" fmla="*/ 75548 w 136190"/>
                <a:gd name="connsiteY34" fmla="*/ 131981 h 146717"/>
                <a:gd name="connsiteX35" fmla="*/ 121415 w 136190"/>
                <a:gd name="connsiteY35" fmla="*/ 86115 h 146717"/>
                <a:gd name="connsiteX36" fmla="*/ 121416 w 136190"/>
                <a:gd name="connsiteY36" fmla="*/ 14775 h 14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36190" h="146717">
                  <a:moveTo>
                    <a:pt x="121416" y="14775"/>
                  </a:moveTo>
                  <a:cubicBezTo>
                    <a:pt x="101716" y="-4925"/>
                    <a:pt x="69776" y="-4925"/>
                    <a:pt x="50076" y="14775"/>
                  </a:cubicBezTo>
                  <a:lnTo>
                    <a:pt x="12280" y="52534"/>
                  </a:lnTo>
                  <a:cubicBezTo>
                    <a:pt x="11242" y="53577"/>
                    <a:pt x="10943" y="55146"/>
                    <a:pt x="11524" y="56498"/>
                  </a:cubicBezTo>
                  <a:cubicBezTo>
                    <a:pt x="12097" y="57854"/>
                    <a:pt x="13438" y="58724"/>
                    <a:pt x="14910" y="58696"/>
                  </a:cubicBezTo>
                  <a:lnTo>
                    <a:pt x="16243" y="58696"/>
                  </a:lnTo>
                  <a:cubicBezTo>
                    <a:pt x="24138" y="58681"/>
                    <a:pt x="31959" y="60211"/>
                    <a:pt x="39267" y="63199"/>
                  </a:cubicBezTo>
                  <a:cubicBezTo>
                    <a:pt x="40616" y="63755"/>
                    <a:pt x="42166" y="63441"/>
                    <a:pt x="43194" y="62407"/>
                  </a:cubicBezTo>
                  <a:lnTo>
                    <a:pt x="70324" y="35312"/>
                  </a:lnTo>
                  <a:cubicBezTo>
                    <a:pt x="78772" y="26865"/>
                    <a:pt x="92467" y="26865"/>
                    <a:pt x="100914" y="35312"/>
                  </a:cubicBezTo>
                  <a:cubicBezTo>
                    <a:pt x="109361" y="43759"/>
                    <a:pt x="109361" y="57455"/>
                    <a:pt x="100914" y="65902"/>
                  </a:cubicBezTo>
                  <a:lnTo>
                    <a:pt x="67118" y="99662"/>
                  </a:lnTo>
                  <a:lnTo>
                    <a:pt x="66829" y="99986"/>
                  </a:lnTo>
                  <a:lnTo>
                    <a:pt x="55011" y="111732"/>
                  </a:lnTo>
                  <a:cubicBezTo>
                    <a:pt x="46571" y="120162"/>
                    <a:pt x="32898" y="120162"/>
                    <a:pt x="24458" y="111732"/>
                  </a:cubicBezTo>
                  <a:cubicBezTo>
                    <a:pt x="18770" y="106379"/>
                    <a:pt x="9897" y="106379"/>
                    <a:pt x="4209" y="111732"/>
                  </a:cubicBezTo>
                  <a:cubicBezTo>
                    <a:pt x="1746" y="114200"/>
                    <a:pt x="261" y="117477"/>
                    <a:pt x="29" y="120956"/>
                  </a:cubicBezTo>
                  <a:cubicBezTo>
                    <a:pt x="-234" y="125083"/>
                    <a:pt x="1288" y="129125"/>
                    <a:pt x="4209" y="132053"/>
                  </a:cubicBezTo>
                  <a:cubicBezTo>
                    <a:pt x="8379" y="136241"/>
                    <a:pt x="13259" y="139657"/>
                    <a:pt x="18621" y="142141"/>
                  </a:cubicBezTo>
                  <a:cubicBezTo>
                    <a:pt x="19378" y="142502"/>
                    <a:pt x="20134" y="142790"/>
                    <a:pt x="20891" y="143114"/>
                  </a:cubicBezTo>
                  <a:cubicBezTo>
                    <a:pt x="21647" y="143439"/>
                    <a:pt x="22440" y="143691"/>
                    <a:pt x="23197" y="143979"/>
                  </a:cubicBezTo>
                  <a:cubicBezTo>
                    <a:pt x="23953" y="144267"/>
                    <a:pt x="24746" y="144519"/>
                    <a:pt x="25502" y="144736"/>
                  </a:cubicBezTo>
                  <a:lnTo>
                    <a:pt x="27628" y="145312"/>
                  </a:lnTo>
                  <a:cubicBezTo>
                    <a:pt x="29069" y="145672"/>
                    <a:pt x="30511" y="145961"/>
                    <a:pt x="31988" y="146213"/>
                  </a:cubicBezTo>
                  <a:cubicBezTo>
                    <a:pt x="33767" y="146477"/>
                    <a:pt x="35559" y="146645"/>
                    <a:pt x="37356" y="146717"/>
                  </a:cubicBezTo>
                  <a:lnTo>
                    <a:pt x="39878" y="146717"/>
                  </a:lnTo>
                  <a:lnTo>
                    <a:pt x="40095" y="146717"/>
                  </a:lnTo>
                  <a:lnTo>
                    <a:pt x="42256" y="146465"/>
                  </a:lnTo>
                  <a:cubicBezTo>
                    <a:pt x="43049" y="146429"/>
                    <a:pt x="43878" y="146249"/>
                    <a:pt x="44815" y="146249"/>
                  </a:cubicBezTo>
                  <a:lnTo>
                    <a:pt x="46040" y="146249"/>
                  </a:lnTo>
                  <a:lnTo>
                    <a:pt x="48526" y="145889"/>
                  </a:lnTo>
                  <a:lnTo>
                    <a:pt x="49679" y="145673"/>
                  </a:lnTo>
                  <a:lnTo>
                    <a:pt x="51768" y="145240"/>
                  </a:lnTo>
                  <a:lnTo>
                    <a:pt x="52165" y="145240"/>
                  </a:lnTo>
                  <a:cubicBezTo>
                    <a:pt x="61015" y="143017"/>
                    <a:pt x="69097" y="138435"/>
                    <a:pt x="75548" y="131981"/>
                  </a:cubicBezTo>
                  <a:lnTo>
                    <a:pt x="121415" y="86115"/>
                  </a:lnTo>
                  <a:cubicBezTo>
                    <a:pt x="141116" y="66415"/>
                    <a:pt x="141116" y="34475"/>
                    <a:pt x="121416" y="14775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" name="Graphic 47">
            <a:extLst>
              <a:ext uri="{FF2B5EF4-FFF2-40B4-BE49-F238E27FC236}">
                <a16:creationId xmlns:a16="http://schemas.microsoft.com/office/drawing/2014/main" id="{80930D94-3E46-6A46-B3C9-6E312861F0D0}"/>
              </a:ext>
            </a:extLst>
          </p:cNvPr>
          <p:cNvGrpSpPr/>
          <p:nvPr userDrawn="1"/>
        </p:nvGrpSpPr>
        <p:grpSpPr>
          <a:xfrm>
            <a:off x="11431699" y="518997"/>
            <a:ext cx="252475" cy="252475"/>
            <a:chOff x="11431699" y="738992"/>
            <a:chExt cx="252475" cy="252475"/>
          </a:xfrm>
        </p:grpSpPr>
        <p:grpSp>
          <p:nvGrpSpPr>
            <p:cNvPr id="50" name="Graphic 47">
              <a:extLst>
                <a:ext uri="{FF2B5EF4-FFF2-40B4-BE49-F238E27FC236}">
                  <a16:creationId xmlns:a16="http://schemas.microsoft.com/office/drawing/2014/main" id="{80930D94-3E46-6A46-B3C9-6E312861F0D0}"/>
                </a:ext>
              </a:extLst>
            </p:cNvPr>
            <p:cNvGrpSpPr/>
            <p:nvPr/>
          </p:nvGrpSpPr>
          <p:grpSpPr>
            <a:xfrm>
              <a:off x="11449494" y="738992"/>
              <a:ext cx="216644" cy="252234"/>
              <a:chOff x="11449494" y="738992"/>
              <a:chExt cx="216644" cy="252234"/>
            </a:xfrm>
            <a:solidFill>
              <a:srgbClr val="FFAD00"/>
            </a:solidFill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0AF33154-296E-C54B-A664-987304F1084D}"/>
                  </a:ext>
                </a:extLst>
              </p:cNvPr>
              <p:cNvSpPr/>
              <p:nvPr/>
            </p:nvSpPr>
            <p:spPr>
              <a:xfrm>
                <a:off x="11499497" y="738992"/>
                <a:ext cx="116637" cy="142254"/>
              </a:xfrm>
              <a:custGeom>
                <a:avLst/>
                <a:gdLst>
                  <a:gd name="connsiteX0" fmla="*/ 58319 w 116637"/>
                  <a:gd name="connsiteY0" fmla="*/ 142255 h 142254"/>
                  <a:gd name="connsiteX1" fmla="*/ 116638 w 116637"/>
                  <a:gd name="connsiteY1" fmla="*/ 71127 h 142254"/>
                  <a:gd name="connsiteX2" fmla="*/ 58319 w 116637"/>
                  <a:gd name="connsiteY2" fmla="*/ 0 h 142254"/>
                  <a:gd name="connsiteX3" fmla="*/ 0 w 116637"/>
                  <a:gd name="connsiteY3" fmla="*/ 71127 h 142254"/>
                  <a:gd name="connsiteX4" fmla="*/ 58319 w 116637"/>
                  <a:gd name="connsiteY4" fmla="*/ 142255 h 142254"/>
                  <a:gd name="connsiteX5" fmla="*/ 8716 w 116637"/>
                  <a:gd name="connsiteY5" fmla="*/ 59257 h 142254"/>
                  <a:gd name="connsiteX6" fmla="*/ 40731 w 116637"/>
                  <a:gd name="connsiteY6" fmla="*/ 42585 h 142254"/>
                  <a:gd name="connsiteX7" fmla="*/ 107853 w 116637"/>
                  <a:gd name="connsiteY7" fmla="*/ 57763 h 142254"/>
                  <a:gd name="connsiteX8" fmla="*/ 108149 w 116637"/>
                  <a:gd name="connsiteY8" fmla="*/ 71127 h 142254"/>
                  <a:gd name="connsiteX9" fmla="*/ 88231 w 116637"/>
                  <a:gd name="connsiteY9" fmla="*/ 119287 h 142254"/>
                  <a:gd name="connsiteX10" fmla="*/ 58319 w 116637"/>
                  <a:gd name="connsiteY10" fmla="*/ 133766 h 142254"/>
                  <a:gd name="connsiteX11" fmla="*/ 28407 w 116637"/>
                  <a:gd name="connsiteY11" fmla="*/ 119287 h 142254"/>
                  <a:gd name="connsiteX12" fmla="*/ 8489 w 116637"/>
                  <a:gd name="connsiteY12" fmla="*/ 71127 h 142254"/>
                  <a:gd name="connsiteX13" fmla="*/ 8716 w 116637"/>
                  <a:gd name="connsiteY13" fmla="*/ 59257 h 142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6637" h="142254">
                    <a:moveTo>
                      <a:pt x="58319" y="142255"/>
                    </a:moveTo>
                    <a:cubicBezTo>
                      <a:pt x="75722" y="142255"/>
                      <a:pt x="116638" y="121311"/>
                      <a:pt x="116638" y="71127"/>
                    </a:cubicBezTo>
                    <a:cubicBezTo>
                      <a:pt x="116638" y="31844"/>
                      <a:pt x="111336" y="0"/>
                      <a:pt x="58319" y="0"/>
                    </a:cubicBezTo>
                    <a:cubicBezTo>
                      <a:pt x="5303" y="0"/>
                      <a:pt x="0" y="31844"/>
                      <a:pt x="0" y="71127"/>
                    </a:cubicBezTo>
                    <a:cubicBezTo>
                      <a:pt x="0" y="121311"/>
                      <a:pt x="40916" y="142255"/>
                      <a:pt x="58319" y="142255"/>
                    </a:cubicBezTo>
                    <a:close/>
                    <a:moveTo>
                      <a:pt x="8716" y="59257"/>
                    </a:moveTo>
                    <a:cubicBezTo>
                      <a:pt x="12813" y="51334"/>
                      <a:pt x="21674" y="42178"/>
                      <a:pt x="40731" y="42585"/>
                    </a:cubicBezTo>
                    <a:cubicBezTo>
                      <a:pt x="40731" y="42585"/>
                      <a:pt x="52089" y="70136"/>
                      <a:pt x="107853" y="57763"/>
                    </a:cubicBezTo>
                    <a:cubicBezTo>
                      <a:pt x="108078" y="62164"/>
                      <a:pt x="108149" y="66655"/>
                      <a:pt x="108149" y="71127"/>
                    </a:cubicBezTo>
                    <a:cubicBezTo>
                      <a:pt x="108149" y="95657"/>
                      <a:pt x="97318" y="110856"/>
                      <a:pt x="88231" y="119287"/>
                    </a:cubicBezTo>
                    <a:cubicBezTo>
                      <a:pt x="76781" y="129910"/>
                      <a:pt x="64069" y="133766"/>
                      <a:pt x="58319" y="133766"/>
                    </a:cubicBezTo>
                    <a:cubicBezTo>
                      <a:pt x="52568" y="133766"/>
                      <a:pt x="39856" y="129910"/>
                      <a:pt x="28407" y="119287"/>
                    </a:cubicBezTo>
                    <a:cubicBezTo>
                      <a:pt x="19320" y="110856"/>
                      <a:pt x="8489" y="95657"/>
                      <a:pt x="8489" y="71127"/>
                    </a:cubicBezTo>
                    <a:cubicBezTo>
                      <a:pt x="8490" y="67159"/>
                      <a:pt x="8547" y="63177"/>
                      <a:pt x="8716" y="59257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A3BE8294-BCC6-BE44-B6AE-194E573702C4}"/>
                  </a:ext>
                </a:extLst>
              </p:cNvPr>
              <p:cNvSpPr/>
              <p:nvPr/>
            </p:nvSpPr>
            <p:spPr>
              <a:xfrm>
                <a:off x="11449494" y="874638"/>
                <a:ext cx="216644" cy="116588"/>
              </a:xfrm>
              <a:custGeom>
                <a:avLst/>
                <a:gdLst>
                  <a:gd name="connsiteX0" fmla="*/ 216592 w 216644"/>
                  <a:gd name="connsiteY0" fmla="*/ 79554 h 116588"/>
                  <a:gd name="connsiteX1" fmla="*/ 195191 w 216644"/>
                  <a:gd name="connsiteY1" fmla="*/ 28718 h 116588"/>
                  <a:gd name="connsiteX2" fmla="*/ 144998 w 216644"/>
                  <a:gd name="connsiteY2" fmla="*/ 598 h 116588"/>
                  <a:gd name="connsiteX3" fmla="*/ 144781 w 216644"/>
                  <a:gd name="connsiteY3" fmla="*/ 483 h 116588"/>
                  <a:gd name="connsiteX4" fmla="*/ 140331 w 216644"/>
                  <a:gd name="connsiteY4" fmla="*/ 873 h 116588"/>
                  <a:gd name="connsiteX5" fmla="*/ 118998 w 216644"/>
                  <a:gd name="connsiteY5" fmla="*/ 11177 h 116588"/>
                  <a:gd name="connsiteX6" fmla="*/ 116064 w 216644"/>
                  <a:gd name="connsiteY6" fmla="*/ 13717 h 116588"/>
                  <a:gd name="connsiteX7" fmla="*/ 108322 w 216644"/>
                  <a:gd name="connsiteY7" fmla="*/ 34125 h 116588"/>
                  <a:gd name="connsiteX8" fmla="*/ 100579 w 216644"/>
                  <a:gd name="connsiteY8" fmla="*/ 13717 h 116588"/>
                  <a:gd name="connsiteX9" fmla="*/ 97646 w 216644"/>
                  <a:gd name="connsiteY9" fmla="*/ 11177 h 116588"/>
                  <a:gd name="connsiteX10" fmla="*/ 76313 w 216644"/>
                  <a:gd name="connsiteY10" fmla="*/ 873 h 116588"/>
                  <a:gd name="connsiteX11" fmla="*/ 71862 w 216644"/>
                  <a:gd name="connsiteY11" fmla="*/ 483 h 116588"/>
                  <a:gd name="connsiteX12" fmla="*/ 21489 w 216644"/>
                  <a:gd name="connsiteY12" fmla="*/ 28693 h 116588"/>
                  <a:gd name="connsiteX13" fmla="*/ 52 w 216644"/>
                  <a:gd name="connsiteY13" fmla="*/ 79554 h 116588"/>
                  <a:gd name="connsiteX14" fmla="*/ 234 w 216644"/>
                  <a:gd name="connsiteY14" fmla="*/ 81568 h 116588"/>
                  <a:gd name="connsiteX15" fmla="*/ 108322 w 216644"/>
                  <a:gd name="connsiteY15" fmla="*/ 116588 h 116588"/>
                  <a:gd name="connsiteX16" fmla="*/ 216409 w 216644"/>
                  <a:gd name="connsiteY16" fmla="*/ 81568 h 116588"/>
                  <a:gd name="connsiteX17" fmla="*/ 216592 w 216644"/>
                  <a:gd name="connsiteY17" fmla="*/ 79554 h 116588"/>
                  <a:gd name="connsiteX18" fmla="*/ 173004 w 216644"/>
                  <a:gd name="connsiteY18" fmla="*/ 68256 h 116588"/>
                  <a:gd name="connsiteX19" fmla="*/ 154489 w 216644"/>
                  <a:gd name="connsiteY19" fmla="*/ 74027 h 116588"/>
                  <a:gd name="connsiteX20" fmla="*/ 135974 w 216644"/>
                  <a:gd name="connsiteY20" fmla="*/ 68256 h 116588"/>
                  <a:gd name="connsiteX21" fmla="*/ 135974 w 216644"/>
                  <a:gd name="connsiteY21" fmla="*/ 58294 h 116588"/>
                  <a:gd name="connsiteX22" fmla="*/ 173004 w 216644"/>
                  <a:gd name="connsiteY22" fmla="*/ 58294 h 116588"/>
                  <a:gd name="connsiteX23" fmla="*/ 173004 w 216644"/>
                  <a:gd name="connsiteY23" fmla="*/ 68256 h 116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6644" h="116588">
                    <a:moveTo>
                      <a:pt x="216592" y="79554"/>
                    </a:moveTo>
                    <a:cubicBezTo>
                      <a:pt x="213615" y="61040"/>
                      <a:pt x="207485" y="37193"/>
                      <a:pt x="195191" y="28718"/>
                    </a:cubicBezTo>
                    <a:cubicBezTo>
                      <a:pt x="186796" y="22930"/>
                      <a:pt x="157505" y="7281"/>
                      <a:pt x="144998" y="598"/>
                    </a:cubicBezTo>
                    <a:lnTo>
                      <a:pt x="144781" y="483"/>
                    </a:lnTo>
                    <a:cubicBezTo>
                      <a:pt x="143352" y="-281"/>
                      <a:pt x="141606" y="-128"/>
                      <a:pt x="140331" y="873"/>
                    </a:cubicBezTo>
                    <a:cubicBezTo>
                      <a:pt x="133779" y="6017"/>
                      <a:pt x="126601" y="9484"/>
                      <a:pt x="118998" y="11177"/>
                    </a:cubicBezTo>
                    <a:cubicBezTo>
                      <a:pt x="117655" y="11476"/>
                      <a:pt x="116552" y="12431"/>
                      <a:pt x="116064" y="13717"/>
                    </a:cubicBezTo>
                    <a:lnTo>
                      <a:pt x="108322" y="34125"/>
                    </a:lnTo>
                    <a:lnTo>
                      <a:pt x="100579" y="13717"/>
                    </a:lnTo>
                    <a:cubicBezTo>
                      <a:pt x="100091" y="12431"/>
                      <a:pt x="98989" y="11476"/>
                      <a:pt x="97646" y="11177"/>
                    </a:cubicBezTo>
                    <a:cubicBezTo>
                      <a:pt x="90043" y="9484"/>
                      <a:pt x="82865" y="6017"/>
                      <a:pt x="76313" y="873"/>
                    </a:cubicBezTo>
                    <a:cubicBezTo>
                      <a:pt x="75038" y="-128"/>
                      <a:pt x="73292" y="-282"/>
                      <a:pt x="71862" y="483"/>
                    </a:cubicBezTo>
                    <a:cubicBezTo>
                      <a:pt x="59503" y="7087"/>
                      <a:pt x="29854" y="23055"/>
                      <a:pt x="21489" y="28693"/>
                    </a:cubicBezTo>
                    <a:cubicBezTo>
                      <a:pt x="7337" y="38227"/>
                      <a:pt x="1148" y="72733"/>
                      <a:pt x="52" y="79554"/>
                    </a:cubicBezTo>
                    <a:cubicBezTo>
                      <a:pt x="-57" y="80230"/>
                      <a:pt x="6" y="80922"/>
                      <a:pt x="234" y="81568"/>
                    </a:cubicBezTo>
                    <a:cubicBezTo>
                      <a:pt x="741" y="82997"/>
                      <a:pt x="13730" y="116588"/>
                      <a:pt x="108322" y="116588"/>
                    </a:cubicBezTo>
                    <a:cubicBezTo>
                      <a:pt x="202914" y="116588"/>
                      <a:pt x="215903" y="82997"/>
                      <a:pt x="216409" y="81568"/>
                    </a:cubicBezTo>
                    <a:cubicBezTo>
                      <a:pt x="216638" y="80922"/>
                      <a:pt x="216701" y="80230"/>
                      <a:pt x="216592" y="79554"/>
                    </a:cubicBezTo>
                    <a:close/>
                    <a:moveTo>
                      <a:pt x="173004" y="68256"/>
                    </a:moveTo>
                    <a:lnTo>
                      <a:pt x="154489" y="74027"/>
                    </a:lnTo>
                    <a:lnTo>
                      <a:pt x="135974" y="68256"/>
                    </a:lnTo>
                    <a:lnTo>
                      <a:pt x="135974" y="58294"/>
                    </a:lnTo>
                    <a:lnTo>
                      <a:pt x="173004" y="58294"/>
                    </a:lnTo>
                    <a:lnTo>
                      <a:pt x="173004" y="68256"/>
                    </a:lnTo>
                    <a:close/>
                  </a:path>
                </a:pathLst>
              </a:custGeom>
              <a:solidFill>
                <a:schemeClr val="accent5"/>
              </a:solidFill>
              <a:ln w="7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55" name="Graphic 53">
            <a:extLst>
              <a:ext uri="{FF2B5EF4-FFF2-40B4-BE49-F238E27FC236}">
                <a16:creationId xmlns:a16="http://schemas.microsoft.com/office/drawing/2014/main" id="{BE2FE1D6-A69A-0A4D-A0EB-62025C2FB1DF}"/>
              </a:ext>
            </a:extLst>
          </p:cNvPr>
          <p:cNvGrpSpPr/>
          <p:nvPr userDrawn="1"/>
        </p:nvGrpSpPr>
        <p:grpSpPr>
          <a:xfrm>
            <a:off x="4530030" y="2643498"/>
            <a:ext cx="243793" cy="243793"/>
            <a:chOff x="4530030" y="2761158"/>
            <a:chExt cx="243793" cy="243793"/>
          </a:xfrm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C34D9F4C-5F97-194C-AB77-C8A9D1D39696}"/>
                </a:ext>
              </a:extLst>
            </p:cNvPr>
            <p:cNvSpPr/>
            <p:nvPr/>
          </p:nvSpPr>
          <p:spPr>
            <a:xfrm>
              <a:off x="4530030" y="2767234"/>
              <a:ext cx="243546" cy="231394"/>
            </a:xfrm>
            <a:custGeom>
              <a:avLst/>
              <a:gdLst>
                <a:gd name="connsiteX0" fmla="*/ 141379 w 243546"/>
                <a:gd name="connsiteY0" fmla="*/ 13404 h 231394"/>
                <a:gd name="connsiteX1" fmla="*/ 139997 w 243546"/>
                <a:gd name="connsiteY1" fmla="*/ 10700 h 231394"/>
                <a:gd name="connsiteX2" fmla="*/ 140496 w 243546"/>
                <a:gd name="connsiteY2" fmla="*/ 10241 h 231394"/>
                <a:gd name="connsiteX3" fmla="*/ 143159 w 243546"/>
                <a:gd name="connsiteY3" fmla="*/ 11338 h 231394"/>
                <a:gd name="connsiteX4" fmla="*/ 146059 w 243546"/>
                <a:gd name="connsiteY4" fmla="*/ 12490 h 231394"/>
                <a:gd name="connsiteX5" fmla="*/ 149655 w 243546"/>
                <a:gd name="connsiteY5" fmla="*/ 13670 h 231394"/>
                <a:gd name="connsiteX6" fmla="*/ 151605 w 243546"/>
                <a:gd name="connsiteY6" fmla="*/ 14137 h 231394"/>
                <a:gd name="connsiteX7" fmla="*/ 152594 w 243546"/>
                <a:gd name="connsiteY7" fmla="*/ 14336 h 231394"/>
                <a:gd name="connsiteX8" fmla="*/ 153585 w 243546"/>
                <a:gd name="connsiteY8" fmla="*/ 14411 h 231394"/>
                <a:gd name="connsiteX9" fmla="*/ 157483 w 243546"/>
                <a:gd name="connsiteY9" fmla="*/ 14375 h 231394"/>
                <a:gd name="connsiteX10" fmla="*/ 159474 w 243546"/>
                <a:gd name="connsiteY10" fmla="*/ 13790 h 231394"/>
                <a:gd name="connsiteX11" fmla="*/ 161482 w 243546"/>
                <a:gd name="connsiteY11" fmla="*/ 12741 h 231394"/>
                <a:gd name="connsiteX12" fmla="*/ 162444 w 243546"/>
                <a:gd name="connsiteY12" fmla="*/ 12098 h 231394"/>
                <a:gd name="connsiteX13" fmla="*/ 163546 w 243546"/>
                <a:gd name="connsiteY13" fmla="*/ 11337 h 231394"/>
                <a:gd name="connsiteX14" fmla="*/ 165918 w 243546"/>
                <a:gd name="connsiteY14" fmla="*/ 9346 h 231394"/>
                <a:gd name="connsiteX15" fmla="*/ 165856 w 243546"/>
                <a:gd name="connsiteY15" fmla="*/ 9441 h 231394"/>
                <a:gd name="connsiteX16" fmla="*/ 165873 w 243546"/>
                <a:gd name="connsiteY16" fmla="*/ 9424 h 231394"/>
                <a:gd name="connsiteX17" fmla="*/ 165913 w 243546"/>
                <a:gd name="connsiteY17" fmla="*/ 9388 h 231394"/>
                <a:gd name="connsiteX18" fmla="*/ 165991 w 243546"/>
                <a:gd name="connsiteY18" fmla="*/ 9321 h 231394"/>
                <a:gd name="connsiteX19" fmla="*/ 166147 w 243546"/>
                <a:gd name="connsiteY19" fmla="*/ 9182 h 231394"/>
                <a:gd name="connsiteX20" fmla="*/ 166460 w 243546"/>
                <a:gd name="connsiteY20" fmla="*/ 8902 h 231394"/>
                <a:gd name="connsiteX21" fmla="*/ 167082 w 243546"/>
                <a:gd name="connsiteY21" fmla="*/ 8357 h 231394"/>
                <a:gd name="connsiteX22" fmla="*/ 168256 w 243546"/>
                <a:gd name="connsiteY22" fmla="*/ 7244 h 231394"/>
                <a:gd name="connsiteX23" fmla="*/ 170667 w 243546"/>
                <a:gd name="connsiteY23" fmla="*/ 5157 h 231394"/>
                <a:gd name="connsiteX24" fmla="*/ 173168 w 243546"/>
                <a:gd name="connsiteY24" fmla="*/ 3199 h 231394"/>
                <a:gd name="connsiteX25" fmla="*/ 175931 w 243546"/>
                <a:gd name="connsiteY25" fmla="*/ 1404 h 231394"/>
                <a:gd name="connsiteX26" fmla="*/ 182315 w 243546"/>
                <a:gd name="connsiteY26" fmla="*/ 67 h 231394"/>
                <a:gd name="connsiteX27" fmla="*/ 183839 w 243546"/>
                <a:gd name="connsiteY27" fmla="*/ 296 h 231394"/>
                <a:gd name="connsiteX28" fmla="*/ 185221 w 243546"/>
                <a:gd name="connsiteY28" fmla="*/ 763 h 231394"/>
                <a:gd name="connsiteX29" fmla="*/ 187672 w 243546"/>
                <a:gd name="connsiteY29" fmla="*/ 1927 h 231394"/>
                <a:gd name="connsiteX30" fmla="*/ 191284 w 243546"/>
                <a:gd name="connsiteY30" fmla="*/ 4743 h 231394"/>
                <a:gd name="connsiteX31" fmla="*/ 193437 w 243546"/>
                <a:gd name="connsiteY31" fmla="*/ 7467 h 231394"/>
                <a:gd name="connsiteX32" fmla="*/ 194494 w 243546"/>
                <a:gd name="connsiteY32" fmla="*/ 9462 h 231394"/>
                <a:gd name="connsiteX33" fmla="*/ 194768 w 243546"/>
                <a:gd name="connsiteY33" fmla="*/ 10228 h 231394"/>
                <a:gd name="connsiteX34" fmla="*/ 194270 w 243546"/>
                <a:gd name="connsiteY34" fmla="*/ 10692 h 231394"/>
                <a:gd name="connsiteX35" fmla="*/ 191563 w 243546"/>
                <a:gd name="connsiteY35" fmla="*/ 9646 h 231394"/>
                <a:gd name="connsiteX36" fmla="*/ 188683 w 243546"/>
                <a:gd name="connsiteY36" fmla="*/ 8480 h 231394"/>
                <a:gd name="connsiteX37" fmla="*/ 185180 w 243546"/>
                <a:gd name="connsiteY37" fmla="*/ 7129 h 231394"/>
                <a:gd name="connsiteX38" fmla="*/ 183268 w 243546"/>
                <a:gd name="connsiteY38" fmla="*/ 6505 h 231394"/>
                <a:gd name="connsiteX39" fmla="*/ 182283 w 243546"/>
                <a:gd name="connsiteY39" fmla="*/ 6200 h 231394"/>
                <a:gd name="connsiteX40" fmla="*/ 181293 w 243546"/>
                <a:gd name="connsiteY40" fmla="*/ 5940 h 231394"/>
                <a:gd name="connsiteX41" fmla="*/ 176855 w 243546"/>
                <a:gd name="connsiteY41" fmla="*/ 4895 h 231394"/>
                <a:gd name="connsiteX42" fmla="*/ 174309 w 243546"/>
                <a:gd name="connsiteY42" fmla="*/ 5306 h 231394"/>
                <a:gd name="connsiteX43" fmla="*/ 171985 w 243546"/>
                <a:gd name="connsiteY43" fmla="*/ 6724 h 231394"/>
                <a:gd name="connsiteX44" fmla="*/ 170174 w 243546"/>
                <a:gd name="connsiteY44" fmla="*/ 8880 h 231394"/>
                <a:gd name="connsiteX45" fmla="*/ 169524 w 243546"/>
                <a:gd name="connsiteY45" fmla="*/ 10180 h 231394"/>
                <a:gd name="connsiteX46" fmla="*/ 169226 w 243546"/>
                <a:gd name="connsiteY46" fmla="*/ 10835 h 231394"/>
                <a:gd name="connsiteX47" fmla="*/ 169080 w 243546"/>
                <a:gd name="connsiteY47" fmla="*/ 11160 h 231394"/>
                <a:gd name="connsiteX48" fmla="*/ 169009 w 243546"/>
                <a:gd name="connsiteY48" fmla="*/ 11327 h 231394"/>
                <a:gd name="connsiteX49" fmla="*/ 168973 w 243546"/>
                <a:gd name="connsiteY49" fmla="*/ 11402 h 231394"/>
                <a:gd name="connsiteX50" fmla="*/ 168956 w 243546"/>
                <a:gd name="connsiteY50" fmla="*/ 11442 h 231394"/>
                <a:gd name="connsiteX51" fmla="*/ 168945 w 243546"/>
                <a:gd name="connsiteY51" fmla="*/ 11467 h 231394"/>
                <a:gd name="connsiteX52" fmla="*/ 168856 w 243546"/>
                <a:gd name="connsiteY52" fmla="*/ 11604 h 231394"/>
                <a:gd name="connsiteX53" fmla="*/ 167578 w 243546"/>
                <a:gd name="connsiteY53" fmla="*/ 14423 h 231394"/>
                <a:gd name="connsiteX54" fmla="*/ 165410 w 243546"/>
                <a:gd name="connsiteY54" fmla="*/ 17262 h 231394"/>
                <a:gd name="connsiteX55" fmla="*/ 162595 w 243546"/>
                <a:gd name="connsiteY55" fmla="*/ 19583 h 231394"/>
                <a:gd name="connsiteX56" fmla="*/ 159272 w 243546"/>
                <a:gd name="connsiteY56" fmla="*/ 21191 h 231394"/>
                <a:gd name="connsiteX57" fmla="*/ 152352 w 243546"/>
                <a:gd name="connsiteY57" fmla="*/ 21432 h 231394"/>
                <a:gd name="connsiteX58" fmla="*/ 149450 w 243546"/>
                <a:gd name="connsiteY58" fmla="*/ 20442 h 231394"/>
                <a:gd name="connsiteX59" fmla="*/ 147038 w 243546"/>
                <a:gd name="connsiteY59" fmla="*/ 19127 h 231394"/>
                <a:gd name="connsiteX60" fmla="*/ 143514 w 243546"/>
                <a:gd name="connsiteY60" fmla="*/ 16140 h 231394"/>
                <a:gd name="connsiteX61" fmla="*/ 141379 w 243546"/>
                <a:gd name="connsiteY61" fmla="*/ 13404 h 231394"/>
                <a:gd name="connsiteX62" fmla="*/ 243547 w 243546"/>
                <a:gd name="connsiteY62" fmla="*/ 173334 h 231394"/>
                <a:gd name="connsiteX63" fmla="*/ 243547 w 243546"/>
                <a:gd name="connsiteY63" fmla="*/ 231395 h 231394"/>
                <a:gd name="connsiteX64" fmla="*/ 0 w 243546"/>
                <a:gd name="connsiteY64" fmla="*/ 231395 h 231394"/>
                <a:gd name="connsiteX65" fmla="*/ 0 w 243546"/>
                <a:gd name="connsiteY65" fmla="*/ 173334 h 231394"/>
                <a:gd name="connsiteX66" fmla="*/ 16590 w 243546"/>
                <a:gd name="connsiteY66" fmla="*/ 173334 h 231394"/>
                <a:gd name="connsiteX67" fmla="*/ 16590 w 243546"/>
                <a:gd name="connsiteY67" fmla="*/ 108113 h 231394"/>
                <a:gd name="connsiteX68" fmla="*/ 63340 w 243546"/>
                <a:gd name="connsiteY68" fmla="*/ 75312 h 231394"/>
                <a:gd name="connsiteX69" fmla="*/ 63340 w 243546"/>
                <a:gd name="connsiteY69" fmla="*/ 108113 h 231394"/>
                <a:gd name="connsiteX70" fmla="*/ 110083 w 243546"/>
                <a:gd name="connsiteY70" fmla="*/ 75312 h 231394"/>
                <a:gd name="connsiteX71" fmla="*/ 110083 w 243546"/>
                <a:gd name="connsiteY71" fmla="*/ 108113 h 231394"/>
                <a:gd name="connsiteX72" fmla="*/ 156835 w 243546"/>
                <a:gd name="connsiteY72" fmla="*/ 75312 h 231394"/>
                <a:gd name="connsiteX73" fmla="*/ 156835 w 243546"/>
                <a:gd name="connsiteY73" fmla="*/ 139784 h 231394"/>
                <a:gd name="connsiteX74" fmla="*/ 172965 w 243546"/>
                <a:gd name="connsiteY74" fmla="*/ 139784 h 231394"/>
                <a:gd name="connsiteX75" fmla="*/ 181725 w 243546"/>
                <a:gd name="connsiteY75" fmla="*/ 25738 h 231394"/>
                <a:gd name="connsiteX76" fmla="*/ 208462 w 243546"/>
                <a:gd name="connsiteY76" fmla="*/ 25738 h 231394"/>
                <a:gd name="connsiteX77" fmla="*/ 216130 w 243546"/>
                <a:gd name="connsiteY77" fmla="*/ 139784 h 231394"/>
                <a:gd name="connsiteX78" fmla="*/ 234118 w 243546"/>
                <a:gd name="connsiteY78" fmla="*/ 139784 h 231394"/>
                <a:gd name="connsiteX79" fmla="*/ 234118 w 243546"/>
                <a:gd name="connsiteY79" fmla="*/ 173339 h 231394"/>
                <a:gd name="connsiteX80" fmla="*/ 243546 w 243546"/>
                <a:gd name="connsiteY80" fmla="*/ 173339 h 231394"/>
                <a:gd name="connsiteX81" fmla="*/ 243546 w 243546"/>
                <a:gd name="connsiteY81" fmla="*/ 173334 h 231394"/>
                <a:gd name="connsiteX82" fmla="*/ 76345 w 243546"/>
                <a:gd name="connsiteY82" fmla="*/ 148262 h 231394"/>
                <a:gd name="connsiteX83" fmla="*/ 39590 w 243546"/>
                <a:gd name="connsiteY83" fmla="*/ 148262 h 231394"/>
                <a:gd name="connsiteX84" fmla="*/ 39590 w 243546"/>
                <a:gd name="connsiteY84" fmla="*/ 182192 h 231394"/>
                <a:gd name="connsiteX85" fmla="*/ 76345 w 243546"/>
                <a:gd name="connsiteY85" fmla="*/ 182192 h 231394"/>
                <a:gd name="connsiteX86" fmla="*/ 76345 w 243546"/>
                <a:gd name="connsiteY86" fmla="*/ 148262 h 231394"/>
                <a:gd name="connsiteX87" fmla="*/ 139679 w 243546"/>
                <a:gd name="connsiteY87" fmla="*/ 148262 h 231394"/>
                <a:gd name="connsiteX88" fmla="*/ 102923 w 243546"/>
                <a:gd name="connsiteY88" fmla="*/ 148262 h 231394"/>
                <a:gd name="connsiteX89" fmla="*/ 102923 w 243546"/>
                <a:gd name="connsiteY89" fmla="*/ 182192 h 231394"/>
                <a:gd name="connsiteX90" fmla="*/ 139679 w 243546"/>
                <a:gd name="connsiteY90" fmla="*/ 182192 h 231394"/>
                <a:gd name="connsiteX91" fmla="*/ 139679 w 243546"/>
                <a:gd name="connsiteY91" fmla="*/ 148262 h 231394"/>
                <a:gd name="connsiteX92" fmla="*/ 203809 w 243546"/>
                <a:gd name="connsiteY92" fmla="*/ 148262 h 231394"/>
                <a:gd name="connsiteX93" fmla="*/ 167054 w 243546"/>
                <a:gd name="connsiteY93" fmla="*/ 148262 h 231394"/>
                <a:gd name="connsiteX94" fmla="*/ 167054 w 243546"/>
                <a:gd name="connsiteY94" fmla="*/ 182192 h 231394"/>
                <a:gd name="connsiteX95" fmla="*/ 203809 w 243546"/>
                <a:gd name="connsiteY95" fmla="*/ 182192 h 231394"/>
                <a:gd name="connsiteX96" fmla="*/ 203809 w 243546"/>
                <a:gd name="connsiteY96" fmla="*/ 148262 h 23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243546" h="231394">
                  <a:moveTo>
                    <a:pt x="141379" y="13404"/>
                  </a:moveTo>
                  <a:cubicBezTo>
                    <a:pt x="140333" y="11790"/>
                    <a:pt x="139997" y="10700"/>
                    <a:pt x="139997" y="10700"/>
                  </a:cubicBezTo>
                  <a:lnTo>
                    <a:pt x="140496" y="10241"/>
                  </a:lnTo>
                  <a:cubicBezTo>
                    <a:pt x="140496" y="10241"/>
                    <a:pt x="141465" y="10644"/>
                    <a:pt x="143159" y="11338"/>
                  </a:cubicBezTo>
                  <a:cubicBezTo>
                    <a:pt x="143958" y="11657"/>
                    <a:pt x="144937" y="12048"/>
                    <a:pt x="146059" y="12490"/>
                  </a:cubicBezTo>
                  <a:cubicBezTo>
                    <a:pt x="147164" y="12890"/>
                    <a:pt x="148366" y="13357"/>
                    <a:pt x="149655" y="13670"/>
                  </a:cubicBezTo>
                  <a:cubicBezTo>
                    <a:pt x="150290" y="13866"/>
                    <a:pt x="150936" y="14062"/>
                    <a:pt x="151605" y="14137"/>
                  </a:cubicBezTo>
                  <a:cubicBezTo>
                    <a:pt x="151941" y="14182"/>
                    <a:pt x="152261" y="14274"/>
                    <a:pt x="152594" y="14336"/>
                  </a:cubicBezTo>
                  <a:cubicBezTo>
                    <a:pt x="152925" y="14358"/>
                    <a:pt x="153256" y="14369"/>
                    <a:pt x="153585" y="14411"/>
                  </a:cubicBezTo>
                  <a:cubicBezTo>
                    <a:pt x="154916" y="14590"/>
                    <a:pt x="156140" y="14445"/>
                    <a:pt x="157483" y="14375"/>
                  </a:cubicBezTo>
                  <a:cubicBezTo>
                    <a:pt x="158105" y="14146"/>
                    <a:pt x="158797" y="14082"/>
                    <a:pt x="159474" y="13790"/>
                  </a:cubicBezTo>
                  <a:cubicBezTo>
                    <a:pt x="160095" y="13424"/>
                    <a:pt x="160906" y="13211"/>
                    <a:pt x="161482" y="12741"/>
                  </a:cubicBezTo>
                  <a:cubicBezTo>
                    <a:pt x="161787" y="12532"/>
                    <a:pt x="162104" y="12314"/>
                    <a:pt x="162444" y="12098"/>
                  </a:cubicBezTo>
                  <a:cubicBezTo>
                    <a:pt x="162796" y="11900"/>
                    <a:pt x="163172" y="11743"/>
                    <a:pt x="163546" y="11337"/>
                  </a:cubicBezTo>
                  <a:lnTo>
                    <a:pt x="165918" y="9346"/>
                  </a:lnTo>
                  <a:cubicBezTo>
                    <a:pt x="165940" y="9316"/>
                    <a:pt x="165779" y="9550"/>
                    <a:pt x="165856" y="9441"/>
                  </a:cubicBezTo>
                  <a:lnTo>
                    <a:pt x="165873" y="9424"/>
                  </a:lnTo>
                  <a:lnTo>
                    <a:pt x="165913" y="9388"/>
                  </a:lnTo>
                  <a:lnTo>
                    <a:pt x="165991" y="9321"/>
                  </a:lnTo>
                  <a:lnTo>
                    <a:pt x="166147" y="9182"/>
                  </a:lnTo>
                  <a:lnTo>
                    <a:pt x="166460" y="8902"/>
                  </a:lnTo>
                  <a:lnTo>
                    <a:pt x="167082" y="8357"/>
                  </a:lnTo>
                  <a:lnTo>
                    <a:pt x="168256" y="7244"/>
                  </a:lnTo>
                  <a:cubicBezTo>
                    <a:pt x="168994" y="6483"/>
                    <a:pt x="169923" y="5890"/>
                    <a:pt x="170667" y="5157"/>
                  </a:cubicBezTo>
                  <a:cubicBezTo>
                    <a:pt x="171400" y="4399"/>
                    <a:pt x="172385" y="3935"/>
                    <a:pt x="173168" y="3199"/>
                  </a:cubicBezTo>
                  <a:cubicBezTo>
                    <a:pt x="174006" y="2539"/>
                    <a:pt x="174986" y="2044"/>
                    <a:pt x="175931" y="1404"/>
                  </a:cubicBezTo>
                  <a:cubicBezTo>
                    <a:pt x="177917" y="469"/>
                    <a:pt x="180237" y="-224"/>
                    <a:pt x="182315" y="67"/>
                  </a:cubicBezTo>
                  <a:cubicBezTo>
                    <a:pt x="182836" y="123"/>
                    <a:pt x="183342" y="204"/>
                    <a:pt x="183839" y="296"/>
                  </a:cubicBezTo>
                  <a:cubicBezTo>
                    <a:pt x="184321" y="430"/>
                    <a:pt x="184773" y="596"/>
                    <a:pt x="185221" y="763"/>
                  </a:cubicBezTo>
                  <a:cubicBezTo>
                    <a:pt x="186138" y="1066"/>
                    <a:pt x="186927" y="1499"/>
                    <a:pt x="187672" y="1927"/>
                  </a:cubicBezTo>
                  <a:cubicBezTo>
                    <a:pt x="189158" y="2786"/>
                    <a:pt x="190340" y="3781"/>
                    <a:pt x="191284" y="4743"/>
                  </a:cubicBezTo>
                  <a:cubicBezTo>
                    <a:pt x="192223" y="5708"/>
                    <a:pt x="192929" y="6648"/>
                    <a:pt x="193437" y="7467"/>
                  </a:cubicBezTo>
                  <a:cubicBezTo>
                    <a:pt x="193970" y="8269"/>
                    <a:pt x="194277" y="8978"/>
                    <a:pt x="194494" y="9462"/>
                  </a:cubicBezTo>
                  <a:cubicBezTo>
                    <a:pt x="194674" y="9960"/>
                    <a:pt x="194768" y="10228"/>
                    <a:pt x="194768" y="10228"/>
                  </a:cubicBezTo>
                  <a:lnTo>
                    <a:pt x="194270" y="10692"/>
                  </a:lnTo>
                  <a:cubicBezTo>
                    <a:pt x="194270" y="10692"/>
                    <a:pt x="193203" y="10331"/>
                    <a:pt x="191563" y="9646"/>
                  </a:cubicBezTo>
                  <a:cubicBezTo>
                    <a:pt x="190764" y="9327"/>
                    <a:pt x="189795" y="8928"/>
                    <a:pt x="188683" y="8480"/>
                  </a:cubicBezTo>
                  <a:cubicBezTo>
                    <a:pt x="187609" y="8038"/>
                    <a:pt x="186428" y="7551"/>
                    <a:pt x="185180" y="7129"/>
                  </a:cubicBezTo>
                  <a:cubicBezTo>
                    <a:pt x="184559" y="6900"/>
                    <a:pt x="183917" y="6662"/>
                    <a:pt x="183268" y="6505"/>
                  </a:cubicBezTo>
                  <a:cubicBezTo>
                    <a:pt x="182938" y="6424"/>
                    <a:pt x="182614" y="6295"/>
                    <a:pt x="182283" y="6200"/>
                  </a:cubicBezTo>
                  <a:cubicBezTo>
                    <a:pt x="181953" y="6133"/>
                    <a:pt x="181624" y="6049"/>
                    <a:pt x="181293" y="5940"/>
                  </a:cubicBezTo>
                  <a:cubicBezTo>
                    <a:pt x="179953" y="5504"/>
                    <a:pt x="178569" y="5073"/>
                    <a:pt x="176855" y="4895"/>
                  </a:cubicBezTo>
                  <a:cubicBezTo>
                    <a:pt x="176068" y="4998"/>
                    <a:pt x="175128" y="4965"/>
                    <a:pt x="174309" y="5306"/>
                  </a:cubicBezTo>
                  <a:cubicBezTo>
                    <a:pt x="173522" y="5706"/>
                    <a:pt x="172617" y="6013"/>
                    <a:pt x="171985" y="6724"/>
                  </a:cubicBezTo>
                  <a:cubicBezTo>
                    <a:pt x="171348" y="7409"/>
                    <a:pt x="170620" y="8008"/>
                    <a:pt x="170174" y="8880"/>
                  </a:cubicBezTo>
                  <a:lnTo>
                    <a:pt x="169524" y="10180"/>
                  </a:lnTo>
                  <a:lnTo>
                    <a:pt x="169226" y="10835"/>
                  </a:lnTo>
                  <a:lnTo>
                    <a:pt x="169080" y="11160"/>
                  </a:lnTo>
                  <a:lnTo>
                    <a:pt x="169009" y="11327"/>
                  </a:lnTo>
                  <a:lnTo>
                    <a:pt x="168973" y="11402"/>
                  </a:lnTo>
                  <a:lnTo>
                    <a:pt x="168956" y="11442"/>
                  </a:lnTo>
                  <a:lnTo>
                    <a:pt x="168945" y="11467"/>
                  </a:lnTo>
                  <a:cubicBezTo>
                    <a:pt x="169009" y="11372"/>
                    <a:pt x="168845" y="11618"/>
                    <a:pt x="168856" y="11604"/>
                  </a:cubicBezTo>
                  <a:lnTo>
                    <a:pt x="167578" y="14423"/>
                  </a:lnTo>
                  <a:cubicBezTo>
                    <a:pt x="167158" y="15332"/>
                    <a:pt x="166196" y="16358"/>
                    <a:pt x="165410" y="17262"/>
                  </a:cubicBezTo>
                  <a:cubicBezTo>
                    <a:pt x="164613" y="18246"/>
                    <a:pt x="163545" y="18811"/>
                    <a:pt x="162595" y="19583"/>
                  </a:cubicBezTo>
                  <a:cubicBezTo>
                    <a:pt x="161600" y="20282"/>
                    <a:pt x="160385" y="20685"/>
                    <a:pt x="159272" y="21191"/>
                  </a:cubicBezTo>
                  <a:cubicBezTo>
                    <a:pt x="156906" y="21867"/>
                    <a:pt x="154433" y="21988"/>
                    <a:pt x="152352" y="21432"/>
                  </a:cubicBezTo>
                  <a:cubicBezTo>
                    <a:pt x="151290" y="21197"/>
                    <a:pt x="150312" y="20889"/>
                    <a:pt x="149450" y="20442"/>
                  </a:cubicBezTo>
                  <a:cubicBezTo>
                    <a:pt x="148548" y="20061"/>
                    <a:pt x="147771" y="19586"/>
                    <a:pt x="147038" y="19127"/>
                  </a:cubicBezTo>
                  <a:cubicBezTo>
                    <a:pt x="145581" y="18163"/>
                    <a:pt x="144427" y="17141"/>
                    <a:pt x="143514" y="16140"/>
                  </a:cubicBezTo>
                  <a:cubicBezTo>
                    <a:pt x="142582" y="15172"/>
                    <a:pt x="141892" y="14215"/>
                    <a:pt x="141379" y="13404"/>
                  </a:cubicBezTo>
                  <a:close/>
                  <a:moveTo>
                    <a:pt x="243547" y="173334"/>
                  </a:moveTo>
                  <a:lnTo>
                    <a:pt x="243547" y="231395"/>
                  </a:lnTo>
                  <a:lnTo>
                    <a:pt x="0" y="231395"/>
                  </a:lnTo>
                  <a:lnTo>
                    <a:pt x="0" y="173334"/>
                  </a:lnTo>
                  <a:lnTo>
                    <a:pt x="16590" y="173334"/>
                  </a:lnTo>
                  <a:lnTo>
                    <a:pt x="16590" y="108113"/>
                  </a:lnTo>
                  <a:lnTo>
                    <a:pt x="63340" y="75312"/>
                  </a:lnTo>
                  <a:lnTo>
                    <a:pt x="63340" y="108113"/>
                  </a:lnTo>
                  <a:lnTo>
                    <a:pt x="110083" y="75312"/>
                  </a:lnTo>
                  <a:lnTo>
                    <a:pt x="110083" y="108113"/>
                  </a:lnTo>
                  <a:lnTo>
                    <a:pt x="156835" y="75312"/>
                  </a:lnTo>
                  <a:lnTo>
                    <a:pt x="156835" y="139784"/>
                  </a:lnTo>
                  <a:lnTo>
                    <a:pt x="172965" y="139784"/>
                  </a:lnTo>
                  <a:lnTo>
                    <a:pt x="181725" y="25738"/>
                  </a:lnTo>
                  <a:lnTo>
                    <a:pt x="208462" y="25738"/>
                  </a:lnTo>
                  <a:lnTo>
                    <a:pt x="216130" y="139784"/>
                  </a:lnTo>
                  <a:lnTo>
                    <a:pt x="234118" y="139784"/>
                  </a:lnTo>
                  <a:lnTo>
                    <a:pt x="234118" y="173339"/>
                  </a:lnTo>
                  <a:lnTo>
                    <a:pt x="243546" y="173339"/>
                  </a:lnTo>
                  <a:lnTo>
                    <a:pt x="243546" y="173334"/>
                  </a:lnTo>
                  <a:close/>
                  <a:moveTo>
                    <a:pt x="76345" y="148262"/>
                  </a:moveTo>
                  <a:lnTo>
                    <a:pt x="39590" y="148262"/>
                  </a:lnTo>
                  <a:lnTo>
                    <a:pt x="39590" y="182192"/>
                  </a:lnTo>
                  <a:lnTo>
                    <a:pt x="76345" y="182192"/>
                  </a:lnTo>
                  <a:lnTo>
                    <a:pt x="76345" y="148262"/>
                  </a:lnTo>
                  <a:close/>
                  <a:moveTo>
                    <a:pt x="139679" y="148262"/>
                  </a:moveTo>
                  <a:lnTo>
                    <a:pt x="102923" y="148262"/>
                  </a:lnTo>
                  <a:lnTo>
                    <a:pt x="102923" y="182192"/>
                  </a:lnTo>
                  <a:lnTo>
                    <a:pt x="139679" y="182192"/>
                  </a:lnTo>
                  <a:lnTo>
                    <a:pt x="139679" y="148262"/>
                  </a:lnTo>
                  <a:close/>
                  <a:moveTo>
                    <a:pt x="203809" y="148262"/>
                  </a:moveTo>
                  <a:lnTo>
                    <a:pt x="167054" y="148262"/>
                  </a:lnTo>
                  <a:lnTo>
                    <a:pt x="167054" y="182192"/>
                  </a:lnTo>
                  <a:lnTo>
                    <a:pt x="203809" y="182192"/>
                  </a:lnTo>
                  <a:lnTo>
                    <a:pt x="203809" y="148262"/>
                  </a:lnTo>
                  <a:close/>
                </a:path>
              </a:pathLst>
            </a:custGeom>
            <a:solidFill>
              <a:schemeClr val="accent6"/>
            </a:solidFill>
            <a:ln w="4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3" name="Text Placeholder 11">
            <a:extLst>
              <a:ext uri="{FF2B5EF4-FFF2-40B4-BE49-F238E27FC236}">
                <a16:creationId xmlns:a16="http://schemas.microsoft.com/office/drawing/2014/main" id="{6C70D29B-797A-1947-809A-D70512A5B52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310023" y="3065254"/>
            <a:ext cx="2194447" cy="1421357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grpSp>
        <p:nvGrpSpPr>
          <p:cNvPr id="59" name="Graphic 57">
            <a:extLst>
              <a:ext uri="{FF2B5EF4-FFF2-40B4-BE49-F238E27FC236}">
                <a16:creationId xmlns:a16="http://schemas.microsoft.com/office/drawing/2014/main" id="{C5F00AC4-3AD3-2140-9C57-00A050688CB3}"/>
              </a:ext>
            </a:extLst>
          </p:cNvPr>
          <p:cNvGrpSpPr/>
          <p:nvPr userDrawn="1"/>
        </p:nvGrpSpPr>
        <p:grpSpPr>
          <a:xfrm>
            <a:off x="9003303" y="2586432"/>
            <a:ext cx="376800" cy="376800"/>
            <a:chOff x="9003303" y="2704092"/>
            <a:chExt cx="376800" cy="376800"/>
          </a:xfrm>
        </p:grpSpPr>
        <p:grpSp>
          <p:nvGrpSpPr>
            <p:cNvPr id="60" name="Graphic 57">
              <a:extLst>
                <a:ext uri="{FF2B5EF4-FFF2-40B4-BE49-F238E27FC236}">
                  <a16:creationId xmlns:a16="http://schemas.microsoft.com/office/drawing/2014/main" id="{C5F00AC4-3AD3-2140-9C57-00A050688CB3}"/>
                </a:ext>
              </a:extLst>
            </p:cNvPr>
            <p:cNvGrpSpPr/>
            <p:nvPr/>
          </p:nvGrpSpPr>
          <p:grpSpPr>
            <a:xfrm>
              <a:off x="9003303" y="2776985"/>
              <a:ext cx="376598" cy="230811"/>
              <a:chOff x="9003303" y="2776985"/>
              <a:chExt cx="376598" cy="230811"/>
            </a:xfrm>
            <a:solidFill>
              <a:srgbClr val="5F8ECA"/>
            </a:solidFill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BA3621F9-9E44-1D46-97EC-E4C2B8DEEEAE}"/>
                  </a:ext>
                </a:extLst>
              </p:cNvPr>
              <p:cNvSpPr/>
              <p:nvPr/>
            </p:nvSpPr>
            <p:spPr>
              <a:xfrm>
                <a:off x="9087901" y="2941625"/>
                <a:ext cx="66180" cy="66171"/>
              </a:xfrm>
              <a:custGeom>
                <a:avLst/>
                <a:gdLst>
                  <a:gd name="connsiteX0" fmla="*/ 33089 w 66180"/>
                  <a:gd name="connsiteY0" fmla="*/ 0 h 66171"/>
                  <a:gd name="connsiteX1" fmla="*/ 0 w 66180"/>
                  <a:gd name="connsiteY1" fmla="*/ 33085 h 66171"/>
                  <a:gd name="connsiteX2" fmla="*/ 33089 w 66180"/>
                  <a:gd name="connsiteY2" fmla="*/ 66171 h 66171"/>
                  <a:gd name="connsiteX3" fmla="*/ 66181 w 66180"/>
                  <a:gd name="connsiteY3" fmla="*/ 33085 h 66171"/>
                  <a:gd name="connsiteX4" fmla="*/ 33089 w 66180"/>
                  <a:gd name="connsiteY4" fmla="*/ 0 h 66171"/>
                  <a:gd name="connsiteX5" fmla="*/ 33089 w 66180"/>
                  <a:gd name="connsiteY5" fmla="*/ 47469 h 66171"/>
                  <a:gd name="connsiteX6" fmla="*/ 18706 w 66180"/>
                  <a:gd name="connsiteY6" fmla="*/ 33085 h 66171"/>
                  <a:gd name="connsiteX7" fmla="*/ 33089 w 66180"/>
                  <a:gd name="connsiteY7" fmla="*/ 18701 h 66171"/>
                  <a:gd name="connsiteX8" fmla="*/ 47478 w 66180"/>
                  <a:gd name="connsiteY8" fmla="*/ 33085 h 66171"/>
                  <a:gd name="connsiteX9" fmla="*/ 33089 w 66180"/>
                  <a:gd name="connsiteY9" fmla="*/ 47469 h 66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180" h="66171">
                    <a:moveTo>
                      <a:pt x="33089" y="0"/>
                    </a:moveTo>
                    <a:cubicBezTo>
                      <a:pt x="14812" y="0"/>
                      <a:pt x="0" y="14806"/>
                      <a:pt x="0" y="33085"/>
                    </a:cubicBezTo>
                    <a:cubicBezTo>
                      <a:pt x="0" y="51365"/>
                      <a:pt x="14812" y="66171"/>
                      <a:pt x="33089" y="66171"/>
                    </a:cubicBezTo>
                    <a:cubicBezTo>
                      <a:pt x="51373" y="66171"/>
                      <a:pt x="66181" y="51365"/>
                      <a:pt x="66181" y="33085"/>
                    </a:cubicBezTo>
                    <a:cubicBezTo>
                      <a:pt x="66181" y="14806"/>
                      <a:pt x="51373" y="0"/>
                      <a:pt x="33089" y="0"/>
                    </a:cubicBezTo>
                    <a:close/>
                    <a:moveTo>
                      <a:pt x="33089" y="47469"/>
                    </a:moveTo>
                    <a:cubicBezTo>
                      <a:pt x="25144" y="47469"/>
                      <a:pt x="18706" y="41030"/>
                      <a:pt x="18706" y="33085"/>
                    </a:cubicBezTo>
                    <a:cubicBezTo>
                      <a:pt x="18706" y="25136"/>
                      <a:pt x="25144" y="18701"/>
                      <a:pt x="33089" y="18701"/>
                    </a:cubicBezTo>
                    <a:cubicBezTo>
                      <a:pt x="41035" y="18701"/>
                      <a:pt x="47478" y="25136"/>
                      <a:pt x="47478" y="33085"/>
                    </a:cubicBezTo>
                    <a:cubicBezTo>
                      <a:pt x="47478" y="41030"/>
                      <a:pt x="41035" y="47469"/>
                      <a:pt x="33089" y="474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E38C3DA5-22AD-2348-AF06-CDA2A86A664B}"/>
                  </a:ext>
                </a:extLst>
              </p:cNvPr>
              <p:cNvSpPr/>
              <p:nvPr/>
            </p:nvSpPr>
            <p:spPr>
              <a:xfrm>
                <a:off x="9262385" y="2941625"/>
                <a:ext cx="66179" cy="66171"/>
              </a:xfrm>
              <a:custGeom>
                <a:avLst/>
                <a:gdLst>
                  <a:gd name="connsiteX0" fmla="*/ 33088 w 66179"/>
                  <a:gd name="connsiteY0" fmla="*/ 0 h 66171"/>
                  <a:gd name="connsiteX1" fmla="*/ 0 w 66179"/>
                  <a:gd name="connsiteY1" fmla="*/ 33085 h 66171"/>
                  <a:gd name="connsiteX2" fmla="*/ 33088 w 66179"/>
                  <a:gd name="connsiteY2" fmla="*/ 66171 h 66171"/>
                  <a:gd name="connsiteX3" fmla="*/ 66180 w 66179"/>
                  <a:gd name="connsiteY3" fmla="*/ 33085 h 66171"/>
                  <a:gd name="connsiteX4" fmla="*/ 33088 w 66179"/>
                  <a:gd name="connsiteY4" fmla="*/ 0 h 66171"/>
                  <a:gd name="connsiteX5" fmla="*/ 33088 w 66179"/>
                  <a:gd name="connsiteY5" fmla="*/ 47469 h 66171"/>
                  <a:gd name="connsiteX6" fmla="*/ 18706 w 66179"/>
                  <a:gd name="connsiteY6" fmla="*/ 33085 h 66171"/>
                  <a:gd name="connsiteX7" fmla="*/ 33088 w 66179"/>
                  <a:gd name="connsiteY7" fmla="*/ 18701 h 66171"/>
                  <a:gd name="connsiteX8" fmla="*/ 47478 w 66179"/>
                  <a:gd name="connsiteY8" fmla="*/ 33085 h 66171"/>
                  <a:gd name="connsiteX9" fmla="*/ 33088 w 66179"/>
                  <a:gd name="connsiteY9" fmla="*/ 47469 h 66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179" h="66171">
                    <a:moveTo>
                      <a:pt x="33088" y="0"/>
                    </a:moveTo>
                    <a:cubicBezTo>
                      <a:pt x="14811" y="0"/>
                      <a:pt x="0" y="14806"/>
                      <a:pt x="0" y="33085"/>
                    </a:cubicBezTo>
                    <a:cubicBezTo>
                      <a:pt x="0" y="51365"/>
                      <a:pt x="14811" y="66171"/>
                      <a:pt x="33088" y="66171"/>
                    </a:cubicBezTo>
                    <a:cubicBezTo>
                      <a:pt x="51373" y="66171"/>
                      <a:pt x="66180" y="51365"/>
                      <a:pt x="66180" y="33085"/>
                    </a:cubicBezTo>
                    <a:cubicBezTo>
                      <a:pt x="66180" y="14806"/>
                      <a:pt x="51373" y="0"/>
                      <a:pt x="33088" y="0"/>
                    </a:cubicBezTo>
                    <a:close/>
                    <a:moveTo>
                      <a:pt x="33088" y="47469"/>
                    </a:moveTo>
                    <a:cubicBezTo>
                      <a:pt x="25143" y="47469"/>
                      <a:pt x="18706" y="41030"/>
                      <a:pt x="18706" y="33085"/>
                    </a:cubicBezTo>
                    <a:cubicBezTo>
                      <a:pt x="18706" y="25136"/>
                      <a:pt x="25143" y="18701"/>
                      <a:pt x="33088" y="18701"/>
                    </a:cubicBezTo>
                    <a:cubicBezTo>
                      <a:pt x="41035" y="18701"/>
                      <a:pt x="47478" y="25136"/>
                      <a:pt x="47478" y="33085"/>
                    </a:cubicBezTo>
                    <a:cubicBezTo>
                      <a:pt x="47478" y="41030"/>
                      <a:pt x="41035" y="47469"/>
                      <a:pt x="33088" y="474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B107E180-C738-0E4C-9266-C8A1E83960C3}"/>
                  </a:ext>
                </a:extLst>
              </p:cNvPr>
              <p:cNvSpPr/>
              <p:nvPr/>
            </p:nvSpPr>
            <p:spPr>
              <a:xfrm>
                <a:off x="9025036" y="2826475"/>
                <a:ext cx="133179" cy="21915"/>
              </a:xfrm>
              <a:custGeom>
                <a:avLst/>
                <a:gdLst>
                  <a:gd name="connsiteX0" fmla="*/ 133180 w 133179"/>
                  <a:gd name="connsiteY0" fmla="*/ 13486 h 21915"/>
                  <a:gd name="connsiteX1" fmla="*/ 124750 w 133179"/>
                  <a:gd name="connsiteY1" fmla="*/ 21916 h 21915"/>
                  <a:gd name="connsiteX2" fmla="*/ 8428 w 133179"/>
                  <a:gd name="connsiteY2" fmla="*/ 21916 h 21915"/>
                  <a:gd name="connsiteX3" fmla="*/ 0 w 133179"/>
                  <a:gd name="connsiteY3" fmla="*/ 13486 h 21915"/>
                  <a:gd name="connsiteX4" fmla="*/ 0 w 133179"/>
                  <a:gd name="connsiteY4" fmla="*/ 8428 h 21915"/>
                  <a:gd name="connsiteX5" fmla="*/ 8428 w 133179"/>
                  <a:gd name="connsiteY5" fmla="*/ 0 h 21915"/>
                  <a:gd name="connsiteX6" fmla="*/ 124750 w 133179"/>
                  <a:gd name="connsiteY6" fmla="*/ 0 h 21915"/>
                  <a:gd name="connsiteX7" fmla="*/ 133180 w 133179"/>
                  <a:gd name="connsiteY7" fmla="*/ 8428 h 21915"/>
                  <a:gd name="connsiteX8" fmla="*/ 133180 w 133179"/>
                  <a:gd name="connsiteY8" fmla="*/ 13486 h 21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3179" h="21915">
                    <a:moveTo>
                      <a:pt x="133180" y="13486"/>
                    </a:moveTo>
                    <a:cubicBezTo>
                      <a:pt x="133180" y="18123"/>
                      <a:pt x="129386" y="21916"/>
                      <a:pt x="124750" y="21916"/>
                    </a:cubicBezTo>
                    <a:lnTo>
                      <a:pt x="8428" y="21916"/>
                    </a:lnTo>
                    <a:cubicBezTo>
                      <a:pt x="3792" y="21916"/>
                      <a:pt x="0" y="18123"/>
                      <a:pt x="0" y="13486"/>
                    </a:cubicBezTo>
                    <a:lnTo>
                      <a:pt x="0" y="8428"/>
                    </a:lnTo>
                    <a:cubicBezTo>
                      <a:pt x="0" y="3793"/>
                      <a:pt x="3793" y="0"/>
                      <a:pt x="8428" y="0"/>
                    </a:cubicBezTo>
                    <a:lnTo>
                      <a:pt x="124750" y="0"/>
                    </a:lnTo>
                    <a:cubicBezTo>
                      <a:pt x="129387" y="0"/>
                      <a:pt x="133180" y="3793"/>
                      <a:pt x="133180" y="8428"/>
                    </a:cubicBezTo>
                    <a:lnTo>
                      <a:pt x="133180" y="13486"/>
                    </a:lnTo>
                    <a:close/>
                  </a:path>
                </a:pathLst>
              </a:custGeom>
              <a:solidFill>
                <a:schemeClr val="accent1"/>
              </a:solidFill>
              <a:ln w="9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EE4862FB-C6FD-1540-957A-D90EBF7F1C7E}"/>
                  </a:ext>
                </a:extLst>
              </p:cNvPr>
              <p:cNvSpPr/>
              <p:nvPr/>
            </p:nvSpPr>
            <p:spPr>
              <a:xfrm>
                <a:off x="9045534" y="2776985"/>
                <a:ext cx="334366" cy="199726"/>
              </a:xfrm>
              <a:custGeom>
                <a:avLst/>
                <a:gdLst>
                  <a:gd name="connsiteX0" fmla="*/ 314778 w 334366"/>
                  <a:gd name="connsiteY0" fmla="*/ 112327 h 199726"/>
                  <a:gd name="connsiteX1" fmla="*/ 290939 w 334366"/>
                  <a:gd name="connsiteY1" fmla="*/ 97989 h 199726"/>
                  <a:gd name="connsiteX2" fmla="*/ 275008 w 334366"/>
                  <a:gd name="connsiteY2" fmla="*/ 65735 h 199726"/>
                  <a:gd name="connsiteX3" fmla="*/ 247506 w 334366"/>
                  <a:gd name="connsiteY3" fmla="*/ 49006 h 199726"/>
                  <a:gd name="connsiteX4" fmla="*/ 225717 w 334366"/>
                  <a:gd name="connsiteY4" fmla="*/ 49006 h 199726"/>
                  <a:gd name="connsiteX5" fmla="*/ 222786 w 334366"/>
                  <a:gd name="connsiteY5" fmla="*/ 46118 h 199726"/>
                  <a:gd name="connsiteX6" fmla="*/ 222786 w 334366"/>
                  <a:gd name="connsiteY6" fmla="*/ 19067 h 199726"/>
                  <a:gd name="connsiteX7" fmla="*/ 204228 w 334366"/>
                  <a:gd name="connsiteY7" fmla="*/ 0 h 199726"/>
                  <a:gd name="connsiteX8" fmla="*/ 26653 w 334366"/>
                  <a:gd name="connsiteY8" fmla="*/ 0 h 199726"/>
                  <a:gd name="connsiteX9" fmla="*/ 0 w 334366"/>
                  <a:gd name="connsiteY9" fmla="*/ 19067 h 199726"/>
                  <a:gd name="connsiteX10" fmla="*/ 0 w 334366"/>
                  <a:gd name="connsiteY10" fmla="*/ 36019 h 199726"/>
                  <a:gd name="connsiteX11" fmla="*/ 4880 w 334366"/>
                  <a:gd name="connsiteY11" fmla="*/ 41061 h 199726"/>
                  <a:gd name="connsiteX12" fmla="*/ 104252 w 334366"/>
                  <a:gd name="connsiteY12" fmla="*/ 41061 h 199726"/>
                  <a:gd name="connsiteX13" fmla="*/ 121111 w 334366"/>
                  <a:gd name="connsiteY13" fmla="*/ 57919 h 199726"/>
                  <a:gd name="connsiteX14" fmla="*/ 121111 w 334366"/>
                  <a:gd name="connsiteY14" fmla="*/ 62977 h 199726"/>
                  <a:gd name="connsiteX15" fmla="*/ 104252 w 334366"/>
                  <a:gd name="connsiteY15" fmla="*/ 79834 h 199726"/>
                  <a:gd name="connsiteX16" fmla="*/ 4880 w 334366"/>
                  <a:gd name="connsiteY16" fmla="*/ 79834 h 199726"/>
                  <a:gd name="connsiteX17" fmla="*/ 0 w 334366"/>
                  <a:gd name="connsiteY17" fmla="*/ 84697 h 199726"/>
                  <a:gd name="connsiteX18" fmla="*/ 0 w 334366"/>
                  <a:gd name="connsiteY18" fmla="*/ 90526 h 199726"/>
                  <a:gd name="connsiteX19" fmla="*/ 6355 w 334366"/>
                  <a:gd name="connsiteY19" fmla="*/ 95160 h 199726"/>
                  <a:gd name="connsiteX20" fmla="*/ 73247 w 334366"/>
                  <a:gd name="connsiteY20" fmla="*/ 95160 h 199726"/>
                  <a:gd name="connsiteX21" fmla="*/ 90106 w 334366"/>
                  <a:gd name="connsiteY21" fmla="*/ 112018 h 199726"/>
                  <a:gd name="connsiteX22" fmla="*/ 90106 w 334366"/>
                  <a:gd name="connsiteY22" fmla="*/ 117076 h 199726"/>
                  <a:gd name="connsiteX23" fmla="*/ 73247 w 334366"/>
                  <a:gd name="connsiteY23" fmla="*/ 133933 h 199726"/>
                  <a:gd name="connsiteX24" fmla="*/ 7410 w 334366"/>
                  <a:gd name="connsiteY24" fmla="*/ 133933 h 199726"/>
                  <a:gd name="connsiteX25" fmla="*/ 0 w 334366"/>
                  <a:gd name="connsiteY25" fmla="*/ 139697 h 199726"/>
                  <a:gd name="connsiteX26" fmla="*/ 0 w 334366"/>
                  <a:gd name="connsiteY26" fmla="*/ 180659 h 199726"/>
                  <a:gd name="connsiteX27" fmla="*/ 19067 w 334366"/>
                  <a:gd name="connsiteY27" fmla="*/ 199726 h 199726"/>
                  <a:gd name="connsiteX28" fmla="*/ 29599 w 334366"/>
                  <a:gd name="connsiteY28" fmla="*/ 199726 h 199726"/>
                  <a:gd name="connsiteX29" fmla="*/ 32339 w 334366"/>
                  <a:gd name="connsiteY29" fmla="*/ 197727 h 199726"/>
                  <a:gd name="connsiteX30" fmla="*/ 75457 w 334366"/>
                  <a:gd name="connsiteY30" fmla="*/ 154615 h 199726"/>
                  <a:gd name="connsiteX31" fmla="*/ 118576 w 334366"/>
                  <a:gd name="connsiteY31" fmla="*/ 197727 h 199726"/>
                  <a:gd name="connsiteX32" fmla="*/ 120212 w 334366"/>
                  <a:gd name="connsiteY32" fmla="*/ 199726 h 199726"/>
                  <a:gd name="connsiteX33" fmla="*/ 205206 w 334366"/>
                  <a:gd name="connsiteY33" fmla="*/ 199726 h 199726"/>
                  <a:gd name="connsiteX34" fmla="*/ 206822 w 334366"/>
                  <a:gd name="connsiteY34" fmla="*/ 197727 h 199726"/>
                  <a:gd name="connsiteX35" fmla="*/ 249941 w 334366"/>
                  <a:gd name="connsiteY35" fmla="*/ 154615 h 199726"/>
                  <a:gd name="connsiteX36" fmla="*/ 293059 w 334366"/>
                  <a:gd name="connsiteY36" fmla="*/ 197727 h 199726"/>
                  <a:gd name="connsiteX37" fmla="*/ 294097 w 334366"/>
                  <a:gd name="connsiteY37" fmla="*/ 199726 h 199726"/>
                  <a:gd name="connsiteX38" fmla="*/ 315525 w 334366"/>
                  <a:gd name="connsiteY38" fmla="*/ 199726 h 199726"/>
                  <a:gd name="connsiteX39" fmla="*/ 334367 w 334366"/>
                  <a:gd name="connsiteY39" fmla="*/ 180885 h 199726"/>
                  <a:gd name="connsiteX40" fmla="*/ 334367 w 334366"/>
                  <a:gd name="connsiteY40" fmla="*/ 145090 h 199726"/>
                  <a:gd name="connsiteX41" fmla="*/ 314778 w 334366"/>
                  <a:gd name="connsiteY41" fmla="*/ 112327 h 199726"/>
                  <a:gd name="connsiteX42" fmla="*/ 278925 w 334366"/>
                  <a:gd name="connsiteY42" fmla="*/ 110651 h 199726"/>
                  <a:gd name="connsiteX43" fmla="*/ 225295 w 334366"/>
                  <a:gd name="connsiteY43" fmla="*/ 110651 h 199726"/>
                  <a:gd name="connsiteX44" fmla="*/ 222785 w 334366"/>
                  <a:gd name="connsiteY44" fmla="*/ 108493 h 199726"/>
                  <a:gd name="connsiteX45" fmla="*/ 222785 w 334366"/>
                  <a:gd name="connsiteY45" fmla="*/ 63819 h 199726"/>
                  <a:gd name="connsiteX46" fmla="*/ 225505 w 334366"/>
                  <a:gd name="connsiteY46" fmla="*/ 62103 h 199726"/>
                  <a:gd name="connsiteX47" fmla="*/ 240808 w 334366"/>
                  <a:gd name="connsiteY47" fmla="*/ 62103 h 199726"/>
                  <a:gd name="connsiteX48" fmla="*/ 265280 w 334366"/>
                  <a:gd name="connsiteY48" fmla="*/ 76989 h 199726"/>
                  <a:gd name="connsiteX49" fmla="*/ 279456 w 334366"/>
                  <a:gd name="connsiteY49" fmla="*/ 105689 h 199726"/>
                  <a:gd name="connsiteX50" fmla="*/ 281374 w 334366"/>
                  <a:gd name="connsiteY50" fmla="*/ 108790 h 199726"/>
                  <a:gd name="connsiteX51" fmla="*/ 278925 w 334366"/>
                  <a:gd name="connsiteY51" fmla="*/ 110651 h 199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334366" h="199726">
                    <a:moveTo>
                      <a:pt x="314778" y="112327"/>
                    </a:moveTo>
                    <a:cubicBezTo>
                      <a:pt x="302645" y="109173"/>
                      <a:pt x="295703" y="107190"/>
                      <a:pt x="290939" y="97989"/>
                    </a:cubicBezTo>
                    <a:lnTo>
                      <a:pt x="275008" y="65735"/>
                    </a:lnTo>
                    <a:cubicBezTo>
                      <a:pt x="270242" y="56535"/>
                      <a:pt x="257865" y="49006"/>
                      <a:pt x="247506" y="49006"/>
                    </a:cubicBezTo>
                    <a:lnTo>
                      <a:pt x="225717" y="49006"/>
                    </a:lnTo>
                    <a:cubicBezTo>
                      <a:pt x="225717" y="49006"/>
                      <a:pt x="222786" y="49067"/>
                      <a:pt x="222786" y="46118"/>
                    </a:cubicBezTo>
                    <a:cubicBezTo>
                      <a:pt x="222786" y="39355"/>
                      <a:pt x="222786" y="19067"/>
                      <a:pt x="222786" y="19067"/>
                    </a:cubicBezTo>
                    <a:cubicBezTo>
                      <a:pt x="222786" y="8580"/>
                      <a:pt x="216852" y="0"/>
                      <a:pt x="204228" y="0"/>
                    </a:cubicBezTo>
                    <a:lnTo>
                      <a:pt x="26653" y="0"/>
                    </a:lnTo>
                    <a:cubicBezTo>
                      <a:pt x="8580" y="0"/>
                      <a:pt x="0" y="8581"/>
                      <a:pt x="0" y="19067"/>
                    </a:cubicBezTo>
                    <a:lnTo>
                      <a:pt x="0" y="36019"/>
                    </a:lnTo>
                    <a:cubicBezTo>
                      <a:pt x="0" y="36019"/>
                      <a:pt x="0" y="41061"/>
                      <a:pt x="4880" y="41061"/>
                    </a:cubicBezTo>
                    <a:cubicBezTo>
                      <a:pt x="29723" y="41061"/>
                      <a:pt x="104252" y="41061"/>
                      <a:pt x="104252" y="41061"/>
                    </a:cubicBezTo>
                    <a:cubicBezTo>
                      <a:pt x="113548" y="41061"/>
                      <a:pt x="121111" y="48623"/>
                      <a:pt x="121111" y="57919"/>
                    </a:cubicBezTo>
                    <a:lnTo>
                      <a:pt x="121111" y="62977"/>
                    </a:lnTo>
                    <a:cubicBezTo>
                      <a:pt x="121111" y="72272"/>
                      <a:pt x="113548" y="79834"/>
                      <a:pt x="104252" y="79834"/>
                    </a:cubicBezTo>
                    <a:lnTo>
                      <a:pt x="4880" y="79834"/>
                    </a:lnTo>
                    <a:cubicBezTo>
                      <a:pt x="4880" y="79834"/>
                      <a:pt x="0" y="79429"/>
                      <a:pt x="0" y="84697"/>
                    </a:cubicBezTo>
                    <a:cubicBezTo>
                      <a:pt x="0" y="87313"/>
                      <a:pt x="0" y="89069"/>
                      <a:pt x="0" y="90526"/>
                    </a:cubicBezTo>
                    <a:cubicBezTo>
                      <a:pt x="0" y="95163"/>
                      <a:pt x="6355" y="95160"/>
                      <a:pt x="6355" y="95160"/>
                    </a:cubicBezTo>
                    <a:lnTo>
                      <a:pt x="73247" y="95160"/>
                    </a:lnTo>
                    <a:cubicBezTo>
                      <a:pt x="82543" y="95160"/>
                      <a:pt x="90106" y="102723"/>
                      <a:pt x="90106" y="112018"/>
                    </a:cubicBezTo>
                    <a:lnTo>
                      <a:pt x="90106" y="117076"/>
                    </a:lnTo>
                    <a:cubicBezTo>
                      <a:pt x="90106" y="126371"/>
                      <a:pt x="82543" y="133933"/>
                      <a:pt x="73247" y="133933"/>
                    </a:cubicBezTo>
                    <a:lnTo>
                      <a:pt x="7410" y="133933"/>
                    </a:lnTo>
                    <a:cubicBezTo>
                      <a:pt x="7410" y="133933"/>
                      <a:pt x="0" y="133796"/>
                      <a:pt x="0" y="139697"/>
                    </a:cubicBezTo>
                    <a:cubicBezTo>
                      <a:pt x="0" y="149938"/>
                      <a:pt x="0" y="180659"/>
                      <a:pt x="0" y="180659"/>
                    </a:cubicBezTo>
                    <a:cubicBezTo>
                      <a:pt x="0" y="191145"/>
                      <a:pt x="8580" y="199726"/>
                      <a:pt x="19067" y="199726"/>
                    </a:cubicBezTo>
                    <a:cubicBezTo>
                      <a:pt x="19067" y="199726"/>
                      <a:pt x="26966" y="199726"/>
                      <a:pt x="29599" y="199726"/>
                    </a:cubicBezTo>
                    <a:cubicBezTo>
                      <a:pt x="31987" y="199726"/>
                      <a:pt x="32339" y="198396"/>
                      <a:pt x="32339" y="197727"/>
                    </a:cubicBezTo>
                    <a:cubicBezTo>
                      <a:pt x="32339" y="173954"/>
                      <a:pt x="51683" y="154615"/>
                      <a:pt x="75457" y="154615"/>
                    </a:cubicBezTo>
                    <a:cubicBezTo>
                      <a:pt x="99234" y="154615"/>
                      <a:pt x="118576" y="173956"/>
                      <a:pt x="118576" y="197727"/>
                    </a:cubicBezTo>
                    <a:cubicBezTo>
                      <a:pt x="118576" y="198399"/>
                      <a:pt x="118386" y="199726"/>
                      <a:pt x="120212" y="199726"/>
                    </a:cubicBezTo>
                    <a:cubicBezTo>
                      <a:pt x="141089" y="199726"/>
                      <a:pt x="205206" y="199726"/>
                      <a:pt x="205206" y="199726"/>
                    </a:cubicBezTo>
                    <a:cubicBezTo>
                      <a:pt x="206891" y="199726"/>
                      <a:pt x="206822" y="198306"/>
                      <a:pt x="206822" y="197727"/>
                    </a:cubicBezTo>
                    <a:cubicBezTo>
                      <a:pt x="206822" y="173954"/>
                      <a:pt x="226165" y="154615"/>
                      <a:pt x="249941" y="154615"/>
                    </a:cubicBezTo>
                    <a:cubicBezTo>
                      <a:pt x="273716" y="154615"/>
                      <a:pt x="293059" y="173956"/>
                      <a:pt x="293059" y="197727"/>
                    </a:cubicBezTo>
                    <a:cubicBezTo>
                      <a:pt x="293059" y="198399"/>
                      <a:pt x="293042" y="199726"/>
                      <a:pt x="294097" y="199726"/>
                    </a:cubicBezTo>
                    <a:cubicBezTo>
                      <a:pt x="303669" y="199726"/>
                      <a:pt x="315525" y="199726"/>
                      <a:pt x="315525" y="199726"/>
                    </a:cubicBezTo>
                    <a:cubicBezTo>
                      <a:pt x="325889" y="199726"/>
                      <a:pt x="334367" y="191249"/>
                      <a:pt x="334367" y="180885"/>
                    </a:cubicBezTo>
                    <a:lnTo>
                      <a:pt x="334367" y="145090"/>
                    </a:lnTo>
                    <a:cubicBezTo>
                      <a:pt x="334368" y="114945"/>
                      <a:pt x="324850" y="114945"/>
                      <a:pt x="314778" y="112327"/>
                    </a:cubicBezTo>
                    <a:close/>
                    <a:moveTo>
                      <a:pt x="278925" y="110651"/>
                    </a:moveTo>
                    <a:cubicBezTo>
                      <a:pt x="278925" y="110651"/>
                      <a:pt x="238913" y="110651"/>
                      <a:pt x="225295" y="110651"/>
                    </a:cubicBezTo>
                    <a:cubicBezTo>
                      <a:pt x="223080" y="110651"/>
                      <a:pt x="222785" y="108493"/>
                      <a:pt x="222785" y="108493"/>
                    </a:cubicBezTo>
                    <a:lnTo>
                      <a:pt x="222785" y="63819"/>
                    </a:lnTo>
                    <a:cubicBezTo>
                      <a:pt x="222785" y="63819"/>
                      <a:pt x="222660" y="62103"/>
                      <a:pt x="225505" y="62103"/>
                    </a:cubicBezTo>
                    <a:cubicBezTo>
                      <a:pt x="229331" y="62103"/>
                      <a:pt x="240808" y="62103"/>
                      <a:pt x="240808" y="62103"/>
                    </a:cubicBezTo>
                    <a:cubicBezTo>
                      <a:pt x="250028" y="62103"/>
                      <a:pt x="261041" y="68803"/>
                      <a:pt x="265280" y="76989"/>
                    </a:cubicBezTo>
                    <a:lnTo>
                      <a:pt x="279456" y="105689"/>
                    </a:lnTo>
                    <a:cubicBezTo>
                      <a:pt x="280053" y="106845"/>
                      <a:pt x="280691" y="107870"/>
                      <a:pt x="281374" y="108790"/>
                    </a:cubicBezTo>
                    <a:cubicBezTo>
                      <a:pt x="281878" y="109464"/>
                      <a:pt x="281034" y="110651"/>
                      <a:pt x="278925" y="11065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5C807702-0BD6-C84F-B0A5-56D3EC932A9F}"/>
                  </a:ext>
                </a:extLst>
              </p:cNvPr>
              <p:cNvSpPr/>
              <p:nvPr/>
            </p:nvSpPr>
            <p:spPr>
              <a:xfrm>
                <a:off x="9003303" y="2880575"/>
                <a:ext cx="123907" cy="21915"/>
              </a:xfrm>
              <a:custGeom>
                <a:avLst/>
                <a:gdLst>
                  <a:gd name="connsiteX0" fmla="*/ 123907 w 123907"/>
                  <a:gd name="connsiteY0" fmla="*/ 13486 h 21915"/>
                  <a:gd name="connsiteX1" fmla="*/ 115479 w 123907"/>
                  <a:gd name="connsiteY1" fmla="*/ 21916 h 21915"/>
                  <a:gd name="connsiteX2" fmla="*/ 8428 w 123907"/>
                  <a:gd name="connsiteY2" fmla="*/ 21916 h 21915"/>
                  <a:gd name="connsiteX3" fmla="*/ 0 w 123907"/>
                  <a:gd name="connsiteY3" fmla="*/ 13486 h 21915"/>
                  <a:gd name="connsiteX4" fmla="*/ 0 w 123907"/>
                  <a:gd name="connsiteY4" fmla="*/ 8428 h 21915"/>
                  <a:gd name="connsiteX5" fmla="*/ 8428 w 123907"/>
                  <a:gd name="connsiteY5" fmla="*/ 0 h 21915"/>
                  <a:gd name="connsiteX6" fmla="*/ 115479 w 123907"/>
                  <a:gd name="connsiteY6" fmla="*/ 0 h 21915"/>
                  <a:gd name="connsiteX7" fmla="*/ 123907 w 123907"/>
                  <a:gd name="connsiteY7" fmla="*/ 8428 h 21915"/>
                  <a:gd name="connsiteX8" fmla="*/ 123907 w 123907"/>
                  <a:gd name="connsiteY8" fmla="*/ 13486 h 21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907" h="21915">
                    <a:moveTo>
                      <a:pt x="123907" y="13486"/>
                    </a:moveTo>
                    <a:cubicBezTo>
                      <a:pt x="123907" y="18123"/>
                      <a:pt x="120114" y="21916"/>
                      <a:pt x="115479" y="21916"/>
                    </a:cubicBezTo>
                    <a:lnTo>
                      <a:pt x="8428" y="21916"/>
                    </a:lnTo>
                    <a:cubicBezTo>
                      <a:pt x="3792" y="21916"/>
                      <a:pt x="0" y="18123"/>
                      <a:pt x="0" y="13486"/>
                    </a:cubicBezTo>
                    <a:lnTo>
                      <a:pt x="0" y="8428"/>
                    </a:lnTo>
                    <a:cubicBezTo>
                      <a:pt x="0" y="3793"/>
                      <a:pt x="3793" y="0"/>
                      <a:pt x="8428" y="0"/>
                    </a:cubicBezTo>
                    <a:lnTo>
                      <a:pt x="115479" y="0"/>
                    </a:lnTo>
                    <a:cubicBezTo>
                      <a:pt x="120115" y="0"/>
                      <a:pt x="123907" y="3793"/>
                      <a:pt x="123907" y="8428"/>
                    </a:cubicBezTo>
                    <a:lnTo>
                      <a:pt x="123907" y="13486"/>
                    </a:lnTo>
                    <a:close/>
                  </a:path>
                </a:pathLst>
              </a:custGeom>
              <a:solidFill>
                <a:schemeClr val="accent1"/>
              </a:solidFill>
              <a:ln w="9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44B77857-CA83-1244-AD0F-42D67F4B6009}"/>
              </a:ext>
            </a:extLst>
          </p:cNvPr>
          <p:cNvSpPr txBox="1"/>
          <p:nvPr userDrawn="1"/>
        </p:nvSpPr>
        <p:spPr>
          <a:xfrm>
            <a:off x="448785" y="4727552"/>
            <a:ext cx="1716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Cost Structure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D62E8C7-55A3-4F4E-A0BB-40ACCFC6F075}"/>
              </a:ext>
            </a:extLst>
          </p:cNvPr>
          <p:cNvGrpSpPr/>
          <p:nvPr userDrawn="1"/>
        </p:nvGrpSpPr>
        <p:grpSpPr>
          <a:xfrm>
            <a:off x="6160058" y="4699241"/>
            <a:ext cx="5643664" cy="358239"/>
            <a:chOff x="7303396" y="654237"/>
            <a:chExt cx="2194447" cy="398356"/>
          </a:xfrm>
        </p:grpSpPr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8DCB5D96-752D-6641-B377-93D9E25A05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52593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ound Same Side Corner Rectangle 150">
              <a:hlinkClick r:id="rId5" action="ppaction://hlinksldjump"/>
              <a:extLst>
                <a:ext uri="{FF2B5EF4-FFF2-40B4-BE49-F238E27FC236}">
                  <a16:creationId xmlns:a16="http://schemas.microsoft.com/office/drawing/2014/main" id="{29127B7D-43B1-0F44-B17A-CC31F7CA138A}"/>
                </a:ext>
              </a:extLst>
            </p:cNvPr>
            <p:cNvSpPr/>
            <p:nvPr userDrawn="1"/>
          </p:nvSpPr>
          <p:spPr>
            <a:xfrm>
              <a:off x="7303396" y="654237"/>
              <a:ext cx="2194447" cy="395369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7" name="Text Placeholder 11">
            <a:extLst>
              <a:ext uri="{FF2B5EF4-FFF2-40B4-BE49-F238E27FC236}">
                <a16:creationId xmlns:a16="http://schemas.microsoft.com/office/drawing/2014/main" id="{2A8904E9-D730-CE47-9371-B50B252896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5762" y="5061062"/>
            <a:ext cx="5643660" cy="1489700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 numCol="2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78" name="Text Placeholder 11">
            <a:extLst>
              <a:ext uri="{FF2B5EF4-FFF2-40B4-BE49-F238E27FC236}">
                <a16:creationId xmlns:a16="http://schemas.microsoft.com/office/drawing/2014/main" id="{D2609FD3-D915-F140-A258-78B41F474E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5942" y="5061062"/>
            <a:ext cx="5650296" cy="1489700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 numCol="2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2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EC66E4C-54D2-214D-A257-BF5FBB71C2CF}"/>
              </a:ext>
            </a:extLst>
          </p:cNvPr>
          <p:cNvSpPr txBox="1"/>
          <p:nvPr userDrawn="1"/>
        </p:nvSpPr>
        <p:spPr>
          <a:xfrm>
            <a:off x="6250495" y="4727552"/>
            <a:ext cx="1716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Revenue Stream</a:t>
            </a:r>
          </a:p>
        </p:txBody>
      </p:sp>
      <p:grpSp>
        <p:nvGrpSpPr>
          <p:cNvPr id="75" name="Graphic 73">
            <a:extLst>
              <a:ext uri="{FF2B5EF4-FFF2-40B4-BE49-F238E27FC236}">
                <a16:creationId xmlns:a16="http://schemas.microsoft.com/office/drawing/2014/main" id="{DACBC57A-33E0-4C44-95A6-564FA701A504}"/>
              </a:ext>
            </a:extLst>
          </p:cNvPr>
          <p:cNvGrpSpPr/>
          <p:nvPr/>
        </p:nvGrpSpPr>
        <p:grpSpPr>
          <a:xfrm>
            <a:off x="11359779" y="4749337"/>
            <a:ext cx="256355" cy="256355"/>
            <a:chOff x="11429638" y="4749337"/>
            <a:chExt cx="256355" cy="256355"/>
          </a:xfrm>
        </p:grpSpPr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EF54ED7F-506F-084E-B51E-62F63E51C18C}"/>
                </a:ext>
              </a:extLst>
            </p:cNvPr>
            <p:cNvSpPr/>
            <p:nvPr/>
          </p:nvSpPr>
          <p:spPr>
            <a:xfrm>
              <a:off x="11429638" y="4825442"/>
              <a:ext cx="161522" cy="180249"/>
            </a:xfrm>
            <a:custGeom>
              <a:avLst/>
              <a:gdLst>
                <a:gd name="connsiteX0" fmla="*/ 98136 w 161522"/>
                <a:gd name="connsiteY0" fmla="*/ 180250 h 180249"/>
                <a:gd name="connsiteX1" fmla="*/ 151196 w 161522"/>
                <a:gd name="connsiteY1" fmla="*/ 173795 h 180249"/>
                <a:gd name="connsiteX2" fmla="*/ 150709 w 161522"/>
                <a:gd name="connsiteY2" fmla="*/ 168984 h 180249"/>
                <a:gd name="connsiteX3" fmla="*/ 158657 w 161522"/>
                <a:gd name="connsiteY3" fmla="*/ 150208 h 180249"/>
                <a:gd name="connsiteX4" fmla="*/ 150709 w 161522"/>
                <a:gd name="connsiteY4" fmla="*/ 131432 h 180249"/>
                <a:gd name="connsiteX5" fmla="*/ 158657 w 161522"/>
                <a:gd name="connsiteY5" fmla="*/ 112656 h 180249"/>
                <a:gd name="connsiteX6" fmla="*/ 150709 w 161522"/>
                <a:gd name="connsiteY6" fmla="*/ 93880 h 180249"/>
                <a:gd name="connsiteX7" fmla="*/ 158657 w 161522"/>
                <a:gd name="connsiteY7" fmla="*/ 75104 h 180249"/>
                <a:gd name="connsiteX8" fmla="*/ 150709 w 161522"/>
                <a:gd name="connsiteY8" fmla="*/ 56328 h 180249"/>
                <a:gd name="connsiteX9" fmla="*/ 161523 w 161522"/>
                <a:gd name="connsiteY9" fmla="*/ 35187 h 180249"/>
                <a:gd name="connsiteX10" fmla="*/ 147276 w 161522"/>
                <a:gd name="connsiteY10" fmla="*/ 24208 h 180249"/>
                <a:gd name="connsiteX11" fmla="*/ 150709 w 161522"/>
                <a:gd name="connsiteY11" fmla="*/ 15021 h 180249"/>
                <a:gd name="connsiteX12" fmla="*/ 135688 w 161522"/>
                <a:gd name="connsiteY12" fmla="*/ 0 h 180249"/>
                <a:gd name="connsiteX13" fmla="*/ 60584 w 161522"/>
                <a:gd name="connsiteY13" fmla="*/ 0 h 180249"/>
                <a:gd name="connsiteX14" fmla="*/ 45563 w 161522"/>
                <a:gd name="connsiteY14" fmla="*/ 15021 h 180249"/>
                <a:gd name="connsiteX15" fmla="*/ 48980 w 161522"/>
                <a:gd name="connsiteY15" fmla="*/ 24186 h 180249"/>
                <a:gd name="connsiteX16" fmla="*/ 0 w 161522"/>
                <a:gd name="connsiteY16" fmla="*/ 112656 h 180249"/>
                <a:gd name="connsiteX17" fmla="*/ 98136 w 161522"/>
                <a:gd name="connsiteY17" fmla="*/ 180250 h 180249"/>
                <a:gd name="connsiteX18" fmla="*/ 98056 w 161522"/>
                <a:gd name="connsiteY18" fmla="*/ 107346 h 180249"/>
                <a:gd name="connsiteX19" fmla="*/ 75525 w 161522"/>
                <a:gd name="connsiteY19" fmla="*/ 84815 h 180249"/>
                <a:gd name="connsiteX20" fmla="*/ 90626 w 161522"/>
                <a:gd name="connsiteY20" fmla="*/ 63643 h 180249"/>
                <a:gd name="connsiteX21" fmla="*/ 90626 w 161522"/>
                <a:gd name="connsiteY21" fmla="*/ 52573 h 180249"/>
                <a:gd name="connsiteX22" fmla="*/ 98136 w 161522"/>
                <a:gd name="connsiteY22" fmla="*/ 45062 h 180249"/>
                <a:gd name="connsiteX23" fmla="*/ 105646 w 161522"/>
                <a:gd name="connsiteY23" fmla="*/ 52573 h 180249"/>
                <a:gd name="connsiteX24" fmla="*/ 105646 w 161522"/>
                <a:gd name="connsiteY24" fmla="*/ 63694 h 180249"/>
                <a:gd name="connsiteX25" fmla="*/ 120587 w 161522"/>
                <a:gd name="connsiteY25" fmla="*/ 84815 h 180249"/>
                <a:gd name="connsiteX26" fmla="*/ 113077 w 161522"/>
                <a:gd name="connsiteY26" fmla="*/ 92325 h 180249"/>
                <a:gd name="connsiteX27" fmla="*/ 105566 w 161522"/>
                <a:gd name="connsiteY27" fmla="*/ 84815 h 180249"/>
                <a:gd name="connsiteX28" fmla="*/ 98056 w 161522"/>
                <a:gd name="connsiteY28" fmla="*/ 77305 h 180249"/>
                <a:gd name="connsiteX29" fmla="*/ 90545 w 161522"/>
                <a:gd name="connsiteY29" fmla="*/ 84815 h 180249"/>
                <a:gd name="connsiteX30" fmla="*/ 98056 w 161522"/>
                <a:gd name="connsiteY30" fmla="*/ 92325 h 180249"/>
                <a:gd name="connsiteX31" fmla="*/ 120587 w 161522"/>
                <a:gd name="connsiteY31" fmla="*/ 114857 h 180249"/>
                <a:gd name="connsiteX32" fmla="*/ 105646 w 161522"/>
                <a:gd name="connsiteY32" fmla="*/ 135979 h 180249"/>
                <a:gd name="connsiteX33" fmla="*/ 105646 w 161522"/>
                <a:gd name="connsiteY33" fmla="*/ 142698 h 180249"/>
                <a:gd name="connsiteX34" fmla="*/ 98136 w 161522"/>
                <a:gd name="connsiteY34" fmla="*/ 150208 h 180249"/>
                <a:gd name="connsiteX35" fmla="*/ 90626 w 161522"/>
                <a:gd name="connsiteY35" fmla="*/ 142698 h 180249"/>
                <a:gd name="connsiteX36" fmla="*/ 90626 w 161522"/>
                <a:gd name="connsiteY36" fmla="*/ 136028 h 180249"/>
                <a:gd name="connsiteX37" fmla="*/ 75525 w 161522"/>
                <a:gd name="connsiteY37" fmla="*/ 114857 h 180249"/>
                <a:gd name="connsiteX38" fmla="*/ 83035 w 161522"/>
                <a:gd name="connsiteY38" fmla="*/ 107346 h 180249"/>
                <a:gd name="connsiteX39" fmla="*/ 90545 w 161522"/>
                <a:gd name="connsiteY39" fmla="*/ 114857 h 180249"/>
                <a:gd name="connsiteX40" fmla="*/ 98056 w 161522"/>
                <a:gd name="connsiteY40" fmla="*/ 122367 h 180249"/>
                <a:gd name="connsiteX41" fmla="*/ 105566 w 161522"/>
                <a:gd name="connsiteY41" fmla="*/ 114857 h 180249"/>
                <a:gd name="connsiteX42" fmla="*/ 98056 w 161522"/>
                <a:gd name="connsiteY42" fmla="*/ 107346 h 180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61522" h="180249">
                  <a:moveTo>
                    <a:pt x="98136" y="180250"/>
                  </a:moveTo>
                  <a:cubicBezTo>
                    <a:pt x="120288" y="180250"/>
                    <a:pt x="137438" y="178130"/>
                    <a:pt x="151196" y="173795"/>
                  </a:cubicBezTo>
                  <a:cubicBezTo>
                    <a:pt x="150904" y="172231"/>
                    <a:pt x="150709" y="170631"/>
                    <a:pt x="150709" y="168984"/>
                  </a:cubicBezTo>
                  <a:cubicBezTo>
                    <a:pt x="150709" y="161626"/>
                    <a:pt x="153767" y="154984"/>
                    <a:pt x="158657" y="150208"/>
                  </a:cubicBezTo>
                  <a:cubicBezTo>
                    <a:pt x="153767" y="145432"/>
                    <a:pt x="150709" y="138790"/>
                    <a:pt x="150709" y="131432"/>
                  </a:cubicBezTo>
                  <a:cubicBezTo>
                    <a:pt x="150709" y="124074"/>
                    <a:pt x="153767" y="117432"/>
                    <a:pt x="158657" y="112656"/>
                  </a:cubicBezTo>
                  <a:cubicBezTo>
                    <a:pt x="153767" y="107880"/>
                    <a:pt x="150709" y="101238"/>
                    <a:pt x="150709" y="93880"/>
                  </a:cubicBezTo>
                  <a:cubicBezTo>
                    <a:pt x="150709" y="86522"/>
                    <a:pt x="153767" y="79880"/>
                    <a:pt x="158657" y="75104"/>
                  </a:cubicBezTo>
                  <a:cubicBezTo>
                    <a:pt x="153767" y="70328"/>
                    <a:pt x="150709" y="63686"/>
                    <a:pt x="150709" y="56328"/>
                  </a:cubicBezTo>
                  <a:cubicBezTo>
                    <a:pt x="150709" y="47636"/>
                    <a:pt x="155000" y="39975"/>
                    <a:pt x="161523" y="35187"/>
                  </a:cubicBezTo>
                  <a:cubicBezTo>
                    <a:pt x="157055" y="31098"/>
                    <a:pt x="152283" y="27432"/>
                    <a:pt x="147276" y="24208"/>
                  </a:cubicBezTo>
                  <a:cubicBezTo>
                    <a:pt x="149310" y="21645"/>
                    <a:pt x="150709" y="18545"/>
                    <a:pt x="150709" y="15021"/>
                  </a:cubicBezTo>
                  <a:cubicBezTo>
                    <a:pt x="150709" y="6724"/>
                    <a:pt x="143984" y="0"/>
                    <a:pt x="135688" y="0"/>
                  </a:cubicBezTo>
                  <a:lnTo>
                    <a:pt x="60584" y="0"/>
                  </a:lnTo>
                  <a:cubicBezTo>
                    <a:pt x="52287" y="0"/>
                    <a:pt x="45563" y="6724"/>
                    <a:pt x="45563" y="15021"/>
                  </a:cubicBezTo>
                  <a:cubicBezTo>
                    <a:pt x="45563" y="18537"/>
                    <a:pt x="46958" y="21627"/>
                    <a:pt x="48980" y="24186"/>
                  </a:cubicBezTo>
                  <a:cubicBezTo>
                    <a:pt x="19822" y="42970"/>
                    <a:pt x="0" y="76984"/>
                    <a:pt x="0" y="112656"/>
                  </a:cubicBezTo>
                  <a:cubicBezTo>
                    <a:pt x="0" y="173246"/>
                    <a:pt x="56220" y="180250"/>
                    <a:pt x="98136" y="180250"/>
                  </a:cubicBezTo>
                  <a:close/>
                  <a:moveTo>
                    <a:pt x="98056" y="107346"/>
                  </a:moveTo>
                  <a:cubicBezTo>
                    <a:pt x="85630" y="107346"/>
                    <a:pt x="75525" y="97240"/>
                    <a:pt x="75525" y="84815"/>
                  </a:cubicBezTo>
                  <a:cubicBezTo>
                    <a:pt x="75525" y="75006"/>
                    <a:pt x="81861" y="66731"/>
                    <a:pt x="90626" y="63643"/>
                  </a:cubicBezTo>
                  <a:lnTo>
                    <a:pt x="90626" y="52573"/>
                  </a:lnTo>
                  <a:cubicBezTo>
                    <a:pt x="90626" y="48423"/>
                    <a:pt x="93986" y="45062"/>
                    <a:pt x="98136" y="45062"/>
                  </a:cubicBezTo>
                  <a:cubicBezTo>
                    <a:pt x="102286" y="45062"/>
                    <a:pt x="105646" y="48423"/>
                    <a:pt x="105646" y="52573"/>
                  </a:cubicBezTo>
                  <a:lnTo>
                    <a:pt x="105646" y="63694"/>
                  </a:lnTo>
                  <a:cubicBezTo>
                    <a:pt x="114328" y="66825"/>
                    <a:pt x="120587" y="75067"/>
                    <a:pt x="120587" y="84815"/>
                  </a:cubicBezTo>
                  <a:cubicBezTo>
                    <a:pt x="120587" y="88967"/>
                    <a:pt x="117227" y="92325"/>
                    <a:pt x="113077" y="92325"/>
                  </a:cubicBezTo>
                  <a:cubicBezTo>
                    <a:pt x="108924" y="92325"/>
                    <a:pt x="105566" y="88967"/>
                    <a:pt x="105566" y="84815"/>
                  </a:cubicBezTo>
                  <a:cubicBezTo>
                    <a:pt x="105566" y="80670"/>
                    <a:pt x="102198" y="77305"/>
                    <a:pt x="98056" y="77305"/>
                  </a:cubicBezTo>
                  <a:cubicBezTo>
                    <a:pt x="93911" y="77305"/>
                    <a:pt x="90545" y="80670"/>
                    <a:pt x="90545" y="84815"/>
                  </a:cubicBezTo>
                  <a:cubicBezTo>
                    <a:pt x="90545" y="88959"/>
                    <a:pt x="93911" y="92325"/>
                    <a:pt x="98056" y="92325"/>
                  </a:cubicBezTo>
                  <a:cubicBezTo>
                    <a:pt x="110479" y="92325"/>
                    <a:pt x="120587" y="102433"/>
                    <a:pt x="120587" y="114857"/>
                  </a:cubicBezTo>
                  <a:cubicBezTo>
                    <a:pt x="120587" y="124604"/>
                    <a:pt x="114328" y="132846"/>
                    <a:pt x="105646" y="135979"/>
                  </a:cubicBezTo>
                  <a:lnTo>
                    <a:pt x="105646" y="142698"/>
                  </a:lnTo>
                  <a:cubicBezTo>
                    <a:pt x="105646" y="146848"/>
                    <a:pt x="102286" y="150208"/>
                    <a:pt x="98136" y="150208"/>
                  </a:cubicBezTo>
                  <a:cubicBezTo>
                    <a:pt x="93986" y="150208"/>
                    <a:pt x="90626" y="146848"/>
                    <a:pt x="90626" y="142698"/>
                  </a:cubicBezTo>
                  <a:lnTo>
                    <a:pt x="90626" y="136028"/>
                  </a:lnTo>
                  <a:cubicBezTo>
                    <a:pt x="81861" y="132942"/>
                    <a:pt x="75525" y="124665"/>
                    <a:pt x="75525" y="114857"/>
                  </a:cubicBezTo>
                  <a:cubicBezTo>
                    <a:pt x="75525" y="110706"/>
                    <a:pt x="78883" y="107346"/>
                    <a:pt x="83035" y="107346"/>
                  </a:cubicBezTo>
                  <a:cubicBezTo>
                    <a:pt x="87185" y="107346"/>
                    <a:pt x="90545" y="110706"/>
                    <a:pt x="90545" y="114857"/>
                  </a:cubicBezTo>
                  <a:cubicBezTo>
                    <a:pt x="90545" y="119001"/>
                    <a:pt x="93911" y="122367"/>
                    <a:pt x="98056" y="122367"/>
                  </a:cubicBezTo>
                  <a:cubicBezTo>
                    <a:pt x="102198" y="122367"/>
                    <a:pt x="105566" y="119001"/>
                    <a:pt x="105566" y="114857"/>
                  </a:cubicBezTo>
                  <a:cubicBezTo>
                    <a:pt x="105566" y="110712"/>
                    <a:pt x="102198" y="107346"/>
                    <a:pt x="98056" y="107346"/>
                  </a:cubicBezTo>
                  <a:close/>
                </a:path>
              </a:pathLst>
            </a:custGeom>
            <a:solidFill>
              <a:schemeClr val="accent2"/>
            </a:solidFill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5C3EAF72-5B15-1548-92C8-A56F3A8EE3CD}"/>
                </a:ext>
              </a:extLst>
            </p:cNvPr>
            <p:cNvSpPr/>
            <p:nvPr/>
          </p:nvSpPr>
          <p:spPr>
            <a:xfrm>
              <a:off x="11595367" y="4983160"/>
              <a:ext cx="90625" cy="22531"/>
            </a:xfrm>
            <a:custGeom>
              <a:avLst/>
              <a:gdLst>
                <a:gd name="connsiteX0" fmla="*/ 79360 w 90625"/>
                <a:gd name="connsiteY0" fmla="*/ 0 h 22531"/>
                <a:gd name="connsiteX1" fmla="*/ 11266 w 90625"/>
                <a:gd name="connsiteY1" fmla="*/ 0 h 22531"/>
                <a:gd name="connsiteX2" fmla="*/ 0 w 90625"/>
                <a:gd name="connsiteY2" fmla="*/ 11266 h 22531"/>
                <a:gd name="connsiteX3" fmla="*/ 11266 w 90625"/>
                <a:gd name="connsiteY3" fmla="*/ 22531 h 22531"/>
                <a:gd name="connsiteX4" fmla="*/ 79360 w 90625"/>
                <a:gd name="connsiteY4" fmla="*/ 22531 h 22531"/>
                <a:gd name="connsiteX5" fmla="*/ 90626 w 90625"/>
                <a:gd name="connsiteY5" fmla="*/ 11266 h 22531"/>
                <a:gd name="connsiteX6" fmla="*/ 79360 w 90625"/>
                <a:gd name="connsiteY6" fmla="*/ 0 h 2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625" h="22531">
                  <a:moveTo>
                    <a:pt x="79360" y="0"/>
                  </a:moveTo>
                  <a:lnTo>
                    <a:pt x="11266" y="0"/>
                  </a:lnTo>
                  <a:cubicBezTo>
                    <a:pt x="5044" y="0"/>
                    <a:pt x="0" y="5044"/>
                    <a:pt x="0" y="11266"/>
                  </a:cubicBezTo>
                  <a:cubicBezTo>
                    <a:pt x="0" y="17487"/>
                    <a:pt x="5044" y="22531"/>
                    <a:pt x="11266" y="22531"/>
                  </a:cubicBezTo>
                  <a:lnTo>
                    <a:pt x="79360" y="22531"/>
                  </a:lnTo>
                  <a:cubicBezTo>
                    <a:pt x="85582" y="22531"/>
                    <a:pt x="90626" y="17487"/>
                    <a:pt x="90626" y="11266"/>
                  </a:cubicBezTo>
                  <a:cubicBezTo>
                    <a:pt x="90626" y="5044"/>
                    <a:pt x="85582" y="0"/>
                    <a:pt x="79360" y="0"/>
                  </a:cubicBezTo>
                  <a:close/>
                </a:path>
              </a:pathLst>
            </a:custGeom>
            <a:solidFill>
              <a:schemeClr val="accent2"/>
            </a:solidFill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EBE0A90C-7A5A-F543-9AE4-642196E840F0}"/>
                </a:ext>
              </a:extLst>
            </p:cNvPr>
            <p:cNvSpPr/>
            <p:nvPr/>
          </p:nvSpPr>
          <p:spPr>
            <a:xfrm>
              <a:off x="11595367" y="4945608"/>
              <a:ext cx="90625" cy="22531"/>
            </a:xfrm>
            <a:custGeom>
              <a:avLst/>
              <a:gdLst>
                <a:gd name="connsiteX0" fmla="*/ 79360 w 90625"/>
                <a:gd name="connsiteY0" fmla="*/ 0 h 22531"/>
                <a:gd name="connsiteX1" fmla="*/ 11266 w 90625"/>
                <a:gd name="connsiteY1" fmla="*/ 0 h 22531"/>
                <a:gd name="connsiteX2" fmla="*/ 0 w 90625"/>
                <a:gd name="connsiteY2" fmla="*/ 11266 h 22531"/>
                <a:gd name="connsiteX3" fmla="*/ 11266 w 90625"/>
                <a:gd name="connsiteY3" fmla="*/ 22531 h 22531"/>
                <a:gd name="connsiteX4" fmla="*/ 79360 w 90625"/>
                <a:gd name="connsiteY4" fmla="*/ 22531 h 22531"/>
                <a:gd name="connsiteX5" fmla="*/ 90626 w 90625"/>
                <a:gd name="connsiteY5" fmla="*/ 11266 h 22531"/>
                <a:gd name="connsiteX6" fmla="*/ 79360 w 90625"/>
                <a:gd name="connsiteY6" fmla="*/ 0 h 2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625" h="22531">
                  <a:moveTo>
                    <a:pt x="79360" y="0"/>
                  </a:moveTo>
                  <a:lnTo>
                    <a:pt x="11266" y="0"/>
                  </a:lnTo>
                  <a:cubicBezTo>
                    <a:pt x="5044" y="0"/>
                    <a:pt x="0" y="5044"/>
                    <a:pt x="0" y="11266"/>
                  </a:cubicBezTo>
                  <a:cubicBezTo>
                    <a:pt x="0" y="17487"/>
                    <a:pt x="5044" y="22531"/>
                    <a:pt x="11266" y="22531"/>
                  </a:cubicBezTo>
                  <a:lnTo>
                    <a:pt x="79360" y="22531"/>
                  </a:lnTo>
                  <a:cubicBezTo>
                    <a:pt x="85582" y="22531"/>
                    <a:pt x="90626" y="17487"/>
                    <a:pt x="90626" y="11266"/>
                  </a:cubicBezTo>
                  <a:cubicBezTo>
                    <a:pt x="90626" y="5044"/>
                    <a:pt x="85582" y="0"/>
                    <a:pt x="79360" y="0"/>
                  </a:cubicBezTo>
                  <a:close/>
                </a:path>
              </a:pathLst>
            </a:custGeom>
            <a:solidFill>
              <a:schemeClr val="accent2"/>
            </a:solidFill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66CE5BC-B701-4E43-BF7B-C874FB2ABD32}"/>
                </a:ext>
              </a:extLst>
            </p:cNvPr>
            <p:cNvSpPr/>
            <p:nvPr/>
          </p:nvSpPr>
          <p:spPr>
            <a:xfrm>
              <a:off x="11595367" y="4908056"/>
              <a:ext cx="90625" cy="22531"/>
            </a:xfrm>
            <a:custGeom>
              <a:avLst/>
              <a:gdLst>
                <a:gd name="connsiteX0" fmla="*/ 79360 w 90625"/>
                <a:gd name="connsiteY0" fmla="*/ 0 h 22531"/>
                <a:gd name="connsiteX1" fmla="*/ 11266 w 90625"/>
                <a:gd name="connsiteY1" fmla="*/ 0 h 22531"/>
                <a:gd name="connsiteX2" fmla="*/ 0 w 90625"/>
                <a:gd name="connsiteY2" fmla="*/ 11266 h 22531"/>
                <a:gd name="connsiteX3" fmla="*/ 11266 w 90625"/>
                <a:gd name="connsiteY3" fmla="*/ 22531 h 22531"/>
                <a:gd name="connsiteX4" fmla="*/ 79360 w 90625"/>
                <a:gd name="connsiteY4" fmla="*/ 22531 h 22531"/>
                <a:gd name="connsiteX5" fmla="*/ 90626 w 90625"/>
                <a:gd name="connsiteY5" fmla="*/ 11266 h 22531"/>
                <a:gd name="connsiteX6" fmla="*/ 79360 w 90625"/>
                <a:gd name="connsiteY6" fmla="*/ 0 h 2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625" h="22531">
                  <a:moveTo>
                    <a:pt x="79360" y="0"/>
                  </a:moveTo>
                  <a:lnTo>
                    <a:pt x="11266" y="0"/>
                  </a:lnTo>
                  <a:cubicBezTo>
                    <a:pt x="5044" y="0"/>
                    <a:pt x="0" y="5044"/>
                    <a:pt x="0" y="11266"/>
                  </a:cubicBezTo>
                  <a:cubicBezTo>
                    <a:pt x="0" y="17487"/>
                    <a:pt x="5044" y="22531"/>
                    <a:pt x="11266" y="22531"/>
                  </a:cubicBezTo>
                  <a:lnTo>
                    <a:pt x="79360" y="22531"/>
                  </a:lnTo>
                  <a:cubicBezTo>
                    <a:pt x="85582" y="22531"/>
                    <a:pt x="90626" y="17487"/>
                    <a:pt x="90626" y="11266"/>
                  </a:cubicBezTo>
                  <a:cubicBezTo>
                    <a:pt x="90626" y="5044"/>
                    <a:pt x="85582" y="0"/>
                    <a:pt x="79360" y="0"/>
                  </a:cubicBezTo>
                  <a:close/>
                </a:path>
              </a:pathLst>
            </a:custGeom>
            <a:solidFill>
              <a:schemeClr val="accent2"/>
            </a:solidFill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DA4848F7-8464-E841-A4EA-B717EFF1C3A0}"/>
                </a:ext>
              </a:extLst>
            </p:cNvPr>
            <p:cNvSpPr/>
            <p:nvPr/>
          </p:nvSpPr>
          <p:spPr>
            <a:xfrm>
              <a:off x="11595367" y="4870504"/>
              <a:ext cx="90625" cy="22531"/>
            </a:xfrm>
            <a:custGeom>
              <a:avLst/>
              <a:gdLst>
                <a:gd name="connsiteX0" fmla="*/ 79360 w 90625"/>
                <a:gd name="connsiteY0" fmla="*/ 0 h 22531"/>
                <a:gd name="connsiteX1" fmla="*/ 11266 w 90625"/>
                <a:gd name="connsiteY1" fmla="*/ 0 h 22531"/>
                <a:gd name="connsiteX2" fmla="*/ 0 w 90625"/>
                <a:gd name="connsiteY2" fmla="*/ 11266 h 22531"/>
                <a:gd name="connsiteX3" fmla="*/ 11266 w 90625"/>
                <a:gd name="connsiteY3" fmla="*/ 22531 h 22531"/>
                <a:gd name="connsiteX4" fmla="*/ 79360 w 90625"/>
                <a:gd name="connsiteY4" fmla="*/ 22531 h 22531"/>
                <a:gd name="connsiteX5" fmla="*/ 90626 w 90625"/>
                <a:gd name="connsiteY5" fmla="*/ 11266 h 22531"/>
                <a:gd name="connsiteX6" fmla="*/ 79360 w 90625"/>
                <a:gd name="connsiteY6" fmla="*/ 0 h 2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625" h="22531">
                  <a:moveTo>
                    <a:pt x="79360" y="0"/>
                  </a:moveTo>
                  <a:lnTo>
                    <a:pt x="11266" y="0"/>
                  </a:lnTo>
                  <a:cubicBezTo>
                    <a:pt x="5044" y="0"/>
                    <a:pt x="0" y="5044"/>
                    <a:pt x="0" y="11266"/>
                  </a:cubicBezTo>
                  <a:cubicBezTo>
                    <a:pt x="0" y="17487"/>
                    <a:pt x="5044" y="22531"/>
                    <a:pt x="11266" y="22531"/>
                  </a:cubicBezTo>
                  <a:lnTo>
                    <a:pt x="79360" y="22531"/>
                  </a:lnTo>
                  <a:cubicBezTo>
                    <a:pt x="85582" y="22531"/>
                    <a:pt x="90626" y="17487"/>
                    <a:pt x="90626" y="11266"/>
                  </a:cubicBezTo>
                  <a:cubicBezTo>
                    <a:pt x="90626" y="5044"/>
                    <a:pt x="85582" y="0"/>
                    <a:pt x="79360" y="0"/>
                  </a:cubicBezTo>
                  <a:close/>
                </a:path>
              </a:pathLst>
            </a:custGeom>
            <a:solidFill>
              <a:schemeClr val="accent2"/>
            </a:solidFill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D837D5ED-89D8-A044-9E95-9295FC2A53CB}"/>
                </a:ext>
              </a:extLst>
            </p:cNvPr>
            <p:cNvSpPr/>
            <p:nvPr/>
          </p:nvSpPr>
          <p:spPr>
            <a:xfrm>
              <a:off x="11475200" y="4749337"/>
              <a:ext cx="105145" cy="61084"/>
            </a:xfrm>
            <a:custGeom>
              <a:avLst/>
              <a:gdLst>
                <a:gd name="connsiteX0" fmla="*/ 73721 w 105145"/>
                <a:gd name="connsiteY0" fmla="*/ 15021 h 61084"/>
                <a:gd name="connsiteX1" fmla="*/ 52573 w 105145"/>
                <a:gd name="connsiteY1" fmla="*/ 0 h 61084"/>
                <a:gd name="connsiteX2" fmla="*/ 31324 w 105145"/>
                <a:gd name="connsiteY2" fmla="*/ 15021 h 61084"/>
                <a:gd name="connsiteX3" fmla="*/ 7511 w 105145"/>
                <a:gd name="connsiteY3" fmla="*/ 15021 h 61084"/>
                <a:gd name="connsiteX4" fmla="*/ 1416 w 105145"/>
                <a:gd name="connsiteY4" fmla="*/ 18138 h 61084"/>
                <a:gd name="connsiteX5" fmla="*/ 389 w 105145"/>
                <a:gd name="connsiteY5" fmla="*/ 24908 h 61084"/>
                <a:gd name="connsiteX6" fmla="*/ 12114 w 105145"/>
                <a:gd name="connsiteY6" fmla="*/ 61085 h 61084"/>
                <a:gd name="connsiteX7" fmla="*/ 93033 w 105145"/>
                <a:gd name="connsiteY7" fmla="*/ 61085 h 61084"/>
                <a:gd name="connsiteX8" fmla="*/ 104757 w 105145"/>
                <a:gd name="connsiteY8" fmla="*/ 24908 h 61084"/>
                <a:gd name="connsiteX9" fmla="*/ 103730 w 105145"/>
                <a:gd name="connsiteY9" fmla="*/ 18138 h 61084"/>
                <a:gd name="connsiteX10" fmla="*/ 97635 w 105145"/>
                <a:gd name="connsiteY10" fmla="*/ 15021 h 6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5145" h="61084">
                  <a:moveTo>
                    <a:pt x="73721" y="15021"/>
                  </a:moveTo>
                  <a:cubicBezTo>
                    <a:pt x="70609" y="6298"/>
                    <a:pt x="62352" y="0"/>
                    <a:pt x="52573" y="0"/>
                  </a:cubicBezTo>
                  <a:cubicBezTo>
                    <a:pt x="42782" y="0"/>
                    <a:pt x="34429" y="6278"/>
                    <a:pt x="31324" y="15021"/>
                  </a:cubicBezTo>
                  <a:lnTo>
                    <a:pt x="7511" y="15021"/>
                  </a:lnTo>
                  <a:cubicBezTo>
                    <a:pt x="5097" y="15021"/>
                    <a:pt x="2830" y="16179"/>
                    <a:pt x="1416" y="18138"/>
                  </a:cubicBezTo>
                  <a:cubicBezTo>
                    <a:pt x="8" y="20096"/>
                    <a:pt x="-381" y="22619"/>
                    <a:pt x="389" y="24908"/>
                  </a:cubicBezTo>
                  <a:lnTo>
                    <a:pt x="12114" y="61085"/>
                  </a:lnTo>
                  <a:lnTo>
                    <a:pt x="93033" y="61085"/>
                  </a:lnTo>
                  <a:lnTo>
                    <a:pt x="104757" y="24908"/>
                  </a:lnTo>
                  <a:cubicBezTo>
                    <a:pt x="105527" y="22619"/>
                    <a:pt x="105138" y="20096"/>
                    <a:pt x="103730" y="18138"/>
                  </a:cubicBezTo>
                  <a:cubicBezTo>
                    <a:pt x="102316" y="16179"/>
                    <a:pt x="100049" y="15021"/>
                    <a:pt x="97635" y="15021"/>
                  </a:cubicBezTo>
                  <a:close/>
                </a:path>
              </a:pathLst>
            </a:custGeom>
            <a:solidFill>
              <a:schemeClr val="accent2"/>
            </a:solidFill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4" name="Graphic 82">
            <a:extLst>
              <a:ext uri="{FF2B5EF4-FFF2-40B4-BE49-F238E27FC236}">
                <a16:creationId xmlns:a16="http://schemas.microsoft.com/office/drawing/2014/main" id="{61653F83-F980-9A48-9A6C-69355CC02B87}"/>
              </a:ext>
            </a:extLst>
          </p:cNvPr>
          <p:cNvGrpSpPr/>
          <p:nvPr/>
        </p:nvGrpSpPr>
        <p:grpSpPr>
          <a:xfrm>
            <a:off x="5598886" y="4744069"/>
            <a:ext cx="267936" cy="267936"/>
            <a:chOff x="5668745" y="4744069"/>
            <a:chExt cx="267936" cy="267936"/>
          </a:xfrm>
        </p:grpSpPr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B98CD88E-811F-C943-9461-F2269487F729}"/>
                </a:ext>
              </a:extLst>
            </p:cNvPr>
            <p:cNvSpPr/>
            <p:nvPr/>
          </p:nvSpPr>
          <p:spPr>
            <a:xfrm>
              <a:off x="5668744" y="4773263"/>
              <a:ext cx="267926" cy="209537"/>
            </a:xfrm>
            <a:custGeom>
              <a:avLst/>
              <a:gdLst>
                <a:gd name="connsiteX0" fmla="*/ 72266 w 267926"/>
                <a:gd name="connsiteY0" fmla="*/ 203513 h 209537"/>
                <a:gd name="connsiteX1" fmla="*/ 101370 w 267926"/>
                <a:gd name="connsiteY1" fmla="*/ 203513 h 209537"/>
                <a:gd name="connsiteX2" fmla="*/ 201007 w 267926"/>
                <a:gd name="connsiteY2" fmla="*/ 103876 h 209537"/>
                <a:gd name="connsiteX3" fmla="*/ 207499 w 267926"/>
                <a:gd name="connsiteY3" fmla="*/ 93973 h 209537"/>
                <a:gd name="connsiteX4" fmla="*/ 235833 w 267926"/>
                <a:gd name="connsiteY4" fmla="*/ 98209 h 209537"/>
                <a:gd name="connsiteX5" fmla="*/ 266423 w 267926"/>
                <a:gd name="connsiteY5" fmla="*/ 83245 h 209537"/>
                <a:gd name="connsiteX6" fmla="*/ 255475 w 267926"/>
                <a:gd name="connsiteY6" fmla="*/ 51004 h 209537"/>
                <a:gd name="connsiteX7" fmla="*/ 254979 w 267926"/>
                <a:gd name="connsiteY7" fmla="*/ 50509 h 209537"/>
                <a:gd name="connsiteX8" fmla="*/ 217072 w 267926"/>
                <a:gd name="connsiteY8" fmla="*/ 26411 h 209537"/>
                <a:gd name="connsiteX9" fmla="*/ 208710 w 267926"/>
                <a:gd name="connsiteY9" fmla="*/ 23220 h 209537"/>
                <a:gd name="connsiteX10" fmla="*/ 208710 w 267926"/>
                <a:gd name="connsiteY10" fmla="*/ 23055 h 209537"/>
                <a:gd name="connsiteX11" fmla="*/ 186482 w 267926"/>
                <a:gd name="connsiteY11" fmla="*/ 828 h 209537"/>
                <a:gd name="connsiteX12" fmla="*/ 126788 w 267926"/>
                <a:gd name="connsiteY12" fmla="*/ 3 h 209537"/>
                <a:gd name="connsiteX13" fmla="*/ 105716 w 267926"/>
                <a:gd name="connsiteY13" fmla="*/ 8586 h 209537"/>
                <a:gd name="connsiteX14" fmla="*/ 6024 w 267926"/>
                <a:gd name="connsiteY14" fmla="*/ 108223 h 209537"/>
                <a:gd name="connsiteX15" fmla="*/ 6024 w 267926"/>
                <a:gd name="connsiteY15" fmla="*/ 137327 h 209537"/>
                <a:gd name="connsiteX16" fmla="*/ 72266 w 267926"/>
                <a:gd name="connsiteY16" fmla="*/ 203513 h 209537"/>
                <a:gd name="connsiteX17" fmla="*/ 149070 w 267926"/>
                <a:gd name="connsiteY17" fmla="*/ 35654 h 209537"/>
                <a:gd name="connsiteX18" fmla="*/ 173168 w 267926"/>
                <a:gd name="connsiteY18" fmla="*/ 35654 h 209537"/>
                <a:gd name="connsiteX19" fmla="*/ 177955 w 267926"/>
                <a:gd name="connsiteY19" fmla="*/ 50179 h 209537"/>
                <a:gd name="connsiteX20" fmla="*/ 200677 w 267926"/>
                <a:gd name="connsiteY20" fmla="*/ 62558 h 209537"/>
                <a:gd name="connsiteX21" fmla="*/ 209260 w 267926"/>
                <a:gd name="connsiteY21" fmla="*/ 65804 h 209537"/>
                <a:gd name="connsiteX22" fmla="*/ 208930 w 267926"/>
                <a:gd name="connsiteY22" fmla="*/ 41816 h 209537"/>
                <a:gd name="connsiteX23" fmla="*/ 210360 w 267926"/>
                <a:gd name="connsiteY23" fmla="*/ 42421 h 209537"/>
                <a:gd name="connsiteX24" fmla="*/ 242655 w 267926"/>
                <a:gd name="connsiteY24" fmla="*/ 62778 h 209537"/>
                <a:gd name="connsiteX25" fmla="*/ 242985 w 267926"/>
                <a:gd name="connsiteY25" fmla="*/ 63108 h 209537"/>
                <a:gd name="connsiteX26" fmla="*/ 250303 w 267926"/>
                <a:gd name="connsiteY26" fmla="*/ 76532 h 209537"/>
                <a:gd name="connsiteX27" fmla="*/ 197871 w 267926"/>
                <a:gd name="connsiteY27" fmla="*/ 72241 h 209537"/>
                <a:gd name="connsiteX28" fmla="*/ 173828 w 267926"/>
                <a:gd name="connsiteY28" fmla="*/ 58872 h 209537"/>
                <a:gd name="connsiteX29" fmla="*/ 173113 w 267926"/>
                <a:gd name="connsiteY29" fmla="*/ 59697 h 209537"/>
                <a:gd name="connsiteX30" fmla="*/ 149015 w 267926"/>
                <a:gd name="connsiteY30" fmla="*/ 59697 h 209537"/>
                <a:gd name="connsiteX31" fmla="*/ 149070 w 267926"/>
                <a:gd name="connsiteY31" fmla="*/ 35654 h 20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67926" h="209537">
                  <a:moveTo>
                    <a:pt x="72266" y="203513"/>
                  </a:moveTo>
                  <a:cubicBezTo>
                    <a:pt x="80298" y="211546"/>
                    <a:pt x="93337" y="211546"/>
                    <a:pt x="101370" y="203513"/>
                  </a:cubicBezTo>
                  <a:lnTo>
                    <a:pt x="201007" y="103876"/>
                  </a:lnTo>
                  <a:cubicBezTo>
                    <a:pt x="203868" y="101015"/>
                    <a:pt x="206069" y="97604"/>
                    <a:pt x="207499" y="93973"/>
                  </a:cubicBezTo>
                  <a:cubicBezTo>
                    <a:pt x="217512" y="96779"/>
                    <a:pt x="227250" y="98264"/>
                    <a:pt x="235833" y="98209"/>
                  </a:cubicBezTo>
                  <a:cubicBezTo>
                    <a:pt x="257070" y="98099"/>
                    <a:pt x="264112" y="88801"/>
                    <a:pt x="266423" y="83245"/>
                  </a:cubicBezTo>
                  <a:cubicBezTo>
                    <a:pt x="268734" y="77743"/>
                    <a:pt x="270384" y="66189"/>
                    <a:pt x="255475" y="51004"/>
                  </a:cubicBezTo>
                  <a:cubicBezTo>
                    <a:pt x="255309" y="50839"/>
                    <a:pt x="255144" y="50674"/>
                    <a:pt x="254979" y="50509"/>
                  </a:cubicBezTo>
                  <a:cubicBezTo>
                    <a:pt x="245736" y="41266"/>
                    <a:pt x="232312" y="32738"/>
                    <a:pt x="217072" y="26411"/>
                  </a:cubicBezTo>
                  <a:cubicBezTo>
                    <a:pt x="214266" y="25256"/>
                    <a:pt x="211460" y="24211"/>
                    <a:pt x="208710" y="23220"/>
                  </a:cubicBezTo>
                  <a:lnTo>
                    <a:pt x="208710" y="23055"/>
                  </a:lnTo>
                  <a:cubicBezTo>
                    <a:pt x="208544" y="10841"/>
                    <a:pt x="198696" y="993"/>
                    <a:pt x="186482" y="828"/>
                  </a:cubicBezTo>
                  <a:lnTo>
                    <a:pt x="126788" y="3"/>
                  </a:lnTo>
                  <a:cubicBezTo>
                    <a:pt x="118866" y="-107"/>
                    <a:pt x="111273" y="2974"/>
                    <a:pt x="105716" y="8586"/>
                  </a:cubicBezTo>
                  <a:lnTo>
                    <a:pt x="6024" y="108223"/>
                  </a:lnTo>
                  <a:cubicBezTo>
                    <a:pt x="-2008" y="116255"/>
                    <a:pt x="-2008" y="129294"/>
                    <a:pt x="6024" y="137327"/>
                  </a:cubicBezTo>
                  <a:lnTo>
                    <a:pt x="72266" y="203513"/>
                  </a:lnTo>
                  <a:close/>
                  <a:moveTo>
                    <a:pt x="149070" y="35654"/>
                  </a:moveTo>
                  <a:cubicBezTo>
                    <a:pt x="155727" y="28997"/>
                    <a:pt x="166511" y="28997"/>
                    <a:pt x="173168" y="35654"/>
                  </a:cubicBezTo>
                  <a:cubicBezTo>
                    <a:pt x="177129" y="39616"/>
                    <a:pt x="178725" y="45062"/>
                    <a:pt x="177955" y="50179"/>
                  </a:cubicBezTo>
                  <a:cubicBezTo>
                    <a:pt x="184502" y="54800"/>
                    <a:pt x="192314" y="59092"/>
                    <a:pt x="200677" y="62558"/>
                  </a:cubicBezTo>
                  <a:cubicBezTo>
                    <a:pt x="203648" y="63768"/>
                    <a:pt x="206509" y="64869"/>
                    <a:pt x="209260" y="65804"/>
                  </a:cubicBezTo>
                  <a:lnTo>
                    <a:pt x="208930" y="41816"/>
                  </a:lnTo>
                  <a:cubicBezTo>
                    <a:pt x="209425" y="42036"/>
                    <a:pt x="209865" y="42201"/>
                    <a:pt x="210360" y="42421"/>
                  </a:cubicBezTo>
                  <a:cubicBezTo>
                    <a:pt x="223399" y="47868"/>
                    <a:pt x="235118" y="55241"/>
                    <a:pt x="242655" y="62778"/>
                  </a:cubicBezTo>
                  <a:cubicBezTo>
                    <a:pt x="242765" y="62888"/>
                    <a:pt x="242875" y="62998"/>
                    <a:pt x="242985" y="63108"/>
                  </a:cubicBezTo>
                  <a:cubicBezTo>
                    <a:pt x="250138" y="70425"/>
                    <a:pt x="250908" y="75102"/>
                    <a:pt x="250303" y="76532"/>
                  </a:cubicBezTo>
                  <a:cubicBezTo>
                    <a:pt x="248432" y="80989"/>
                    <a:pt x="228351" y="84950"/>
                    <a:pt x="197871" y="72241"/>
                  </a:cubicBezTo>
                  <a:cubicBezTo>
                    <a:pt x="188958" y="68500"/>
                    <a:pt x="180595" y="63878"/>
                    <a:pt x="173828" y="58872"/>
                  </a:cubicBezTo>
                  <a:cubicBezTo>
                    <a:pt x="173608" y="59147"/>
                    <a:pt x="173333" y="59422"/>
                    <a:pt x="173113" y="59697"/>
                  </a:cubicBezTo>
                  <a:cubicBezTo>
                    <a:pt x="166456" y="66354"/>
                    <a:pt x="155672" y="66354"/>
                    <a:pt x="149015" y="59697"/>
                  </a:cubicBezTo>
                  <a:cubicBezTo>
                    <a:pt x="142413" y="53095"/>
                    <a:pt x="142413" y="42311"/>
                    <a:pt x="149070" y="35654"/>
                  </a:cubicBezTo>
                  <a:close/>
                </a:path>
              </a:pathLst>
            </a:custGeom>
            <a:solidFill>
              <a:schemeClr val="accent1"/>
            </a:solidFill>
            <a:ln w="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83D95EEB-9F89-1544-8E5A-46858F35CC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5762" y="59401"/>
            <a:ext cx="4436826" cy="333826"/>
          </a:xfrm>
          <a:prstGeom prst="rect">
            <a:avLst/>
          </a:prstGeom>
        </p:spPr>
        <p:txBody>
          <a:bodyPr lIns="0" anchor="ctr"/>
          <a:lstStyle>
            <a:lvl1pPr marL="0" indent="0" algn="l">
              <a:buNone/>
              <a:defRPr sz="12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Your Company Name and title here</a:t>
            </a:r>
          </a:p>
        </p:txBody>
      </p:sp>
      <p:sp>
        <p:nvSpPr>
          <p:cNvPr id="90" name="Date Placeholder 89">
            <a:extLst>
              <a:ext uri="{FF2B5EF4-FFF2-40B4-BE49-F238E27FC236}">
                <a16:creationId xmlns:a16="http://schemas.microsoft.com/office/drawing/2014/main" id="{002A7FB7-5F25-EC43-B572-232647F12BD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0654516" y="108235"/>
            <a:ext cx="1149202" cy="226714"/>
          </a:xfrm>
          <a:prstGeom prst="roundRect">
            <a:avLst>
              <a:gd name="adj" fmla="val 10631"/>
            </a:avLst>
          </a:prstGeom>
          <a:solidFill>
            <a:schemeClr val="bg2"/>
          </a:solidFill>
          <a:effectLst>
            <a:innerShdw blurRad="12700">
              <a:prstClr val="black">
                <a:alpha val="5000"/>
              </a:prstClr>
            </a:innerShdw>
          </a:effectLst>
        </p:spPr>
        <p:txBody>
          <a:bodyPr/>
          <a:lstStyle>
            <a:lvl1pPr algn="ctr">
              <a:defRPr sz="9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DDD54CC-FFB4-904C-BB39-09EE854082B3}" type="datetimeFigureOut">
              <a:rPr lang="en-US" smtClean="0"/>
              <a:pPr/>
              <a:t>10/14/19</a:t>
            </a:fld>
            <a:endParaRPr lang="en-US"/>
          </a:p>
        </p:txBody>
      </p:sp>
      <p:sp>
        <p:nvSpPr>
          <p:cNvPr id="91" name="Footer Placeholder 90">
            <a:extLst>
              <a:ext uri="{FF2B5EF4-FFF2-40B4-BE49-F238E27FC236}">
                <a16:creationId xmlns:a16="http://schemas.microsoft.com/office/drawing/2014/main" id="{CC10659F-9036-FC47-AF75-9B0217B929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1" name="Text Placeholder 88">
            <a:extLst>
              <a:ext uri="{FF2B5EF4-FFF2-40B4-BE49-F238E27FC236}">
                <a16:creationId xmlns:a16="http://schemas.microsoft.com/office/drawing/2014/main" id="{8EB8A84D-9EC1-254B-88CC-7C3B4799BB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16432" y="122675"/>
            <a:ext cx="1556632" cy="207279"/>
          </a:xfrm>
          <a:prstGeom prst="rect">
            <a:avLst/>
          </a:prstGeom>
          <a:solidFill>
            <a:schemeClr val="bg2"/>
          </a:solidFill>
          <a:effectLst>
            <a:innerShdw blurRad="12700">
              <a:prstClr val="black">
                <a:alpha val="5000"/>
              </a:prstClr>
            </a:innerShdw>
          </a:effectLst>
        </p:spPr>
        <p:txBody>
          <a:bodyPr vert="horz" lIns="91440" tIns="45720" rIns="91440" bIns="45720" rtlCol="0" anchor="ctr"/>
          <a:lstStyle>
            <a:lvl1pPr marL="0" indent="0" algn="l">
              <a:buNone/>
              <a:defRPr lang="en-US" sz="800" b="0" i="0" dirty="0" smtClean="0">
                <a:solidFill>
                  <a:schemeClr val="tx2">
                    <a:alpha val="72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algn="ctr"/>
            <a:r>
              <a:rPr lang="en-US" dirty="0"/>
              <a:t>Designed by  </a:t>
            </a:r>
          </a:p>
        </p:txBody>
      </p:sp>
      <p:sp>
        <p:nvSpPr>
          <p:cNvPr id="182" name="Text Placeholder 88">
            <a:extLst>
              <a:ext uri="{FF2B5EF4-FFF2-40B4-BE49-F238E27FC236}">
                <a16:creationId xmlns:a16="http://schemas.microsoft.com/office/drawing/2014/main" id="{AA55078F-9DE3-5741-8189-2F5FAE9559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75084" y="122675"/>
            <a:ext cx="1556632" cy="207279"/>
          </a:xfrm>
          <a:prstGeom prst="rect">
            <a:avLst/>
          </a:prstGeom>
          <a:solidFill>
            <a:schemeClr val="bg2"/>
          </a:solidFill>
          <a:effectLst>
            <a:innerShdw blurRad="12700">
              <a:prstClr val="black">
                <a:alpha val="5000"/>
              </a:prstClr>
            </a:innerShdw>
          </a:effectLst>
        </p:spPr>
        <p:txBody>
          <a:bodyPr vert="horz" lIns="91440" tIns="45720" rIns="91440" bIns="45720" rtlCol="0" anchor="ctr"/>
          <a:lstStyle>
            <a:lvl1pPr marL="0" indent="0" algn="l">
              <a:buNone/>
              <a:defRPr lang="en-US" sz="800" b="0" i="0" dirty="0" smtClean="0">
                <a:solidFill>
                  <a:schemeClr val="tx2">
                    <a:alpha val="72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algn="ctr"/>
            <a:r>
              <a:rPr lang="en-US" dirty="0"/>
              <a:t>Designed for  </a:t>
            </a:r>
          </a:p>
        </p:txBody>
      </p:sp>
    </p:spTree>
    <p:extLst>
      <p:ext uri="{BB962C8B-B14F-4D97-AF65-F5344CB8AC3E}">
        <p14:creationId xmlns:p14="http://schemas.microsoft.com/office/powerpoint/2010/main" val="342312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8C61583D-A705-E843-B756-85D82E4BD8FE}"/>
              </a:ext>
            </a:extLst>
          </p:cNvPr>
          <p:cNvSpPr/>
          <p:nvPr userDrawn="1"/>
        </p:nvSpPr>
        <p:spPr>
          <a:xfrm>
            <a:off x="7303397" y="436532"/>
            <a:ext cx="2194448" cy="2046646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ln w="19050">
            <a:solidFill>
              <a:schemeClr val="tx2"/>
            </a:solidFill>
          </a:ln>
          <a:effectLst/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0325A800-09BD-4347-8F0A-8BE1DBAEF253}"/>
              </a:ext>
            </a:extLst>
          </p:cNvPr>
          <p:cNvSpPr/>
          <p:nvPr userDrawn="1"/>
        </p:nvSpPr>
        <p:spPr>
          <a:xfrm>
            <a:off x="7303397" y="2565112"/>
            <a:ext cx="2194448" cy="2046646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ln w="19050">
            <a:solidFill>
              <a:schemeClr val="tx2"/>
            </a:solidFill>
          </a:ln>
          <a:effectLst/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B3B5C48A-377B-CB4F-9109-2A77D6223F31}"/>
              </a:ext>
            </a:extLst>
          </p:cNvPr>
          <p:cNvSpPr/>
          <p:nvPr userDrawn="1"/>
        </p:nvSpPr>
        <p:spPr>
          <a:xfrm>
            <a:off x="2696636" y="436532"/>
            <a:ext cx="2194448" cy="2046646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ln w="19050">
            <a:solidFill>
              <a:schemeClr val="tx2"/>
            </a:solidFill>
          </a:ln>
          <a:effectLst/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20C22222-EDB2-B744-9E00-5603C8B2CC3C}"/>
              </a:ext>
            </a:extLst>
          </p:cNvPr>
          <p:cNvSpPr/>
          <p:nvPr userDrawn="1"/>
        </p:nvSpPr>
        <p:spPr>
          <a:xfrm>
            <a:off x="2691641" y="2565112"/>
            <a:ext cx="2194448" cy="2046646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ln w="19050">
            <a:solidFill>
              <a:schemeClr val="tx2"/>
            </a:solidFill>
          </a:ln>
          <a:effectLst/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48BE9D3-7EB4-0343-BBEA-832CB1CC441C}"/>
              </a:ext>
            </a:extLst>
          </p:cNvPr>
          <p:cNvGrpSpPr/>
          <p:nvPr userDrawn="1"/>
        </p:nvGrpSpPr>
        <p:grpSpPr>
          <a:xfrm>
            <a:off x="2696637" y="435517"/>
            <a:ext cx="2194447" cy="395368"/>
            <a:chOff x="7303396" y="654236"/>
            <a:chExt cx="2194447" cy="395368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D925679-7008-FF45-9D31-E99956CE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49418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ound Same Side Corner Rectangle 116">
              <a:hlinkClick r:id="" action="ppaction://noaction"/>
              <a:extLst>
                <a:ext uri="{FF2B5EF4-FFF2-40B4-BE49-F238E27FC236}">
                  <a16:creationId xmlns:a16="http://schemas.microsoft.com/office/drawing/2014/main" id="{E804FD2F-0501-FF4B-A5AC-5681AC63EB93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EBAC38E0-E4CF-8345-83C1-DEAD8FF86E8C}"/>
              </a:ext>
            </a:extLst>
          </p:cNvPr>
          <p:cNvSpPr/>
          <p:nvPr userDrawn="1"/>
        </p:nvSpPr>
        <p:spPr>
          <a:xfrm>
            <a:off x="4997519" y="430527"/>
            <a:ext cx="2194448" cy="4216420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ln w="19050">
            <a:solidFill>
              <a:schemeClr val="tx2"/>
            </a:solidFill>
          </a:ln>
          <a:effectLst/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AD4DCDC-16B9-3540-A2AB-3050DC90F45F}"/>
              </a:ext>
            </a:extLst>
          </p:cNvPr>
          <p:cNvGrpSpPr/>
          <p:nvPr userDrawn="1"/>
        </p:nvGrpSpPr>
        <p:grpSpPr>
          <a:xfrm>
            <a:off x="4997519" y="430018"/>
            <a:ext cx="2194447" cy="395368"/>
            <a:chOff x="7303396" y="654236"/>
            <a:chExt cx="2194447" cy="395368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598B985-9E8F-7A47-949C-ED6CE4D41C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49418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ound Same Side Corner Rectangle 113">
              <a:extLst>
                <a:ext uri="{FF2B5EF4-FFF2-40B4-BE49-F238E27FC236}">
                  <a16:creationId xmlns:a16="http://schemas.microsoft.com/office/drawing/2014/main" id="{AFE1980A-4CD1-AF4E-916D-32FEBFD12DED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AB882A8-C0B1-3A44-8045-67FED3CF38FF}"/>
              </a:ext>
            </a:extLst>
          </p:cNvPr>
          <p:cNvSpPr/>
          <p:nvPr userDrawn="1"/>
        </p:nvSpPr>
        <p:spPr>
          <a:xfrm>
            <a:off x="387863" y="441434"/>
            <a:ext cx="2194448" cy="4170321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ln w="19050">
            <a:solidFill>
              <a:schemeClr val="tx2"/>
            </a:solidFill>
          </a:ln>
          <a:effectLst/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BE9D739D-23C1-F04C-97F2-A0B87FACDFBC}"/>
              </a:ext>
            </a:extLst>
          </p:cNvPr>
          <p:cNvSpPr/>
          <p:nvPr userDrawn="1"/>
        </p:nvSpPr>
        <p:spPr>
          <a:xfrm>
            <a:off x="9609276" y="441434"/>
            <a:ext cx="2194448" cy="4170321"/>
          </a:xfrm>
          <a:prstGeom prst="roundRect">
            <a:avLst>
              <a:gd name="adj" fmla="val 2952"/>
            </a:avLst>
          </a:prstGeom>
          <a:solidFill>
            <a:schemeClr val="bg2"/>
          </a:solidFill>
          <a:ln w="19050">
            <a:solidFill>
              <a:schemeClr val="tx2"/>
            </a:solidFill>
          </a:ln>
          <a:effectLst/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6C37493-7D56-C847-907B-AACBB79DAD1F}"/>
              </a:ext>
            </a:extLst>
          </p:cNvPr>
          <p:cNvGrpSpPr/>
          <p:nvPr userDrawn="1"/>
        </p:nvGrpSpPr>
        <p:grpSpPr>
          <a:xfrm>
            <a:off x="7303396" y="431678"/>
            <a:ext cx="2194447" cy="398357"/>
            <a:chOff x="7303396" y="654236"/>
            <a:chExt cx="2194447" cy="398357"/>
          </a:xfrm>
        </p:grpSpPr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423DF5D-F123-324C-8E6D-4F80EC9053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52593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ound Same Side Corner Rectangle 109">
              <a:extLst>
                <a:ext uri="{FF2B5EF4-FFF2-40B4-BE49-F238E27FC236}">
                  <a16:creationId xmlns:a16="http://schemas.microsoft.com/office/drawing/2014/main" id="{04DFB185-3748-2044-91F1-F0F842EBAAF7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DEA3A00-15BF-9247-8AB9-56C1DCD77CC1}"/>
              </a:ext>
            </a:extLst>
          </p:cNvPr>
          <p:cNvGrpSpPr/>
          <p:nvPr userDrawn="1"/>
        </p:nvGrpSpPr>
        <p:grpSpPr>
          <a:xfrm>
            <a:off x="387864" y="436531"/>
            <a:ext cx="2194447" cy="395368"/>
            <a:chOff x="7303396" y="654236"/>
            <a:chExt cx="2194447" cy="395368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0E19424-349B-3F43-922E-DD5A5AE7C6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49418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Round Same Side Corner Rectangle 122">
              <a:hlinkClick r:id="rId2" action="ppaction://hlinksldjump"/>
              <a:extLst>
                <a:ext uri="{FF2B5EF4-FFF2-40B4-BE49-F238E27FC236}">
                  <a16:creationId xmlns:a16="http://schemas.microsoft.com/office/drawing/2014/main" id="{CE0E07BD-C48E-1E4D-AB7C-53001143FA1D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58297CC-885E-154A-AC0D-A9A8D518665B}"/>
              </a:ext>
            </a:extLst>
          </p:cNvPr>
          <p:cNvGrpSpPr/>
          <p:nvPr userDrawn="1"/>
        </p:nvGrpSpPr>
        <p:grpSpPr>
          <a:xfrm>
            <a:off x="9609274" y="438146"/>
            <a:ext cx="2194447" cy="395368"/>
            <a:chOff x="7303396" y="654236"/>
            <a:chExt cx="2194447" cy="395368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E3D8CA12-03B2-6448-9462-58B0EE0D91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45820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 Same Side Corner Rectangle 128">
              <a:extLst>
                <a:ext uri="{FF2B5EF4-FFF2-40B4-BE49-F238E27FC236}">
                  <a16:creationId xmlns:a16="http://schemas.microsoft.com/office/drawing/2014/main" id="{28341DAF-0E06-A64A-BC72-95610B69C5DF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2E5E944-DFA3-BD4E-9125-AEFF6ED81F69}"/>
              </a:ext>
            </a:extLst>
          </p:cNvPr>
          <p:cNvGrpSpPr/>
          <p:nvPr userDrawn="1"/>
        </p:nvGrpSpPr>
        <p:grpSpPr>
          <a:xfrm>
            <a:off x="2693462" y="2567262"/>
            <a:ext cx="2194447" cy="395368"/>
            <a:chOff x="7303396" y="654236"/>
            <a:chExt cx="2194447" cy="395368"/>
          </a:xfrm>
        </p:grpSpPr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306A5E2-97AF-F748-AEBC-348AEF5C38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49418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Round Same Side Corner Rectangle 172">
              <a:extLst>
                <a:ext uri="{FF2B5EF4-FFF2-40B4-BE49-F238E27FC236}">
                  <a16:creationId xmlns:a16="http://schemas.microsoft.com/office/drawing/2014/main" id="{49512AC1-2D19-D44C-84C9-F69C38D1958B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BBC83C2-F41A-8042-88F0-5EB1911B67D9}"/>
              </a:ext>
            </a:extLst>
          </p:cNvPr>
          <p:cNvGrpSpPr/>
          <p:nvPr userDrawn="1"/>
        </p:nvGrpSpPr>
        <p:grpSpPr>
          <a:xfrm>
            <a:off x="7303396" y="2560574"/>
            <a:ext cx="2194447" cy="398357"/>
            <a:chOff x="7303396" y="654236"/>
            <a:chExt cx="2194447" cy="398357"/>
          </a:xfrm>
        </p:grpSpPr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48799CB-1C4A-B146-88BC-74FCD882CE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52593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Round Same Side Corner Rectangle 175">
              <a:extLst>
                <a:ext uri="{FF2B5EF4-FFF2-40B4-BE49-F238E27FC236}">
                  <a16:creationId xmlns:a16="http://schemas.microsoft.com/office/drawing/2014/main" id="{F6153D75-5E5F-8043-A5D7-1EA39ECF5096}"/>
                </a:ext>
              </a:extLst>
            </p:cNvPr>
            <p:cNvSpPr/>
            <p:nvPr userDrawn="1"/>
          </p:nvSpPr>
          <p:spPr>
            <a:xfrm>
              <a:off x="7303396" y="654236"/>
              <a:ext cx="2194447" cy="395368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C48F0527-0613-1D4E-8E4E-523F137BEA32}"/>
              </a:ext>
            </a:extLst>
          </p:cNvPr>
          <p:cNvSpPr/>
          <p:nvPr userDrawn="1"/>
        </p:nvSpPr>
        <p:spPr>
          <a:xfrm>
            <a:off x="385762" y="4698679"/>
            <a:ext cx="5643664" cy="1838753"/>
          </a:xfrm>
          <a:prstGeom prst="roundRect">
            <a:avLst>
              <a:gd name="adj" fmla="val 6100"/>
            </a:avLst>
          </a:prstGeom>
          <a:solidFill>
            <a:schemeClr val="bg2"/>
          </a:solidFill>
          <a:ln w="19050">
            <a:solidFill>
              <a:schemeClr val="tx2"/>
            </a:solidFill>
          </a:ln>
          <a:effectLst/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33007DE-086D-F24A-A833-AF98B126E7CA}"/>
              </a:ext>
            </a:extLst>
          </p:cNvPr>
          <p:cNvGrpSpPr/>
          <p:nvPr userDrawn="1"/>
        </p:nvGrpSpPr>
        <p:grpSpPr>
          <a:xfrm>
            <a:off x="385762" y="4699241"/>
            <a:ext cx="5643664" cy="358239"/>
            <a:chOff x="7303396" y="654237"/>
            <a:chExt cx="2194447" cy="398356"/>
          </a:xfrm>
        </p:grpSpPr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D32D9B22-EF7C-724B-9AE4-6C7C528746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52593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Round Same Side Corner Rectangle 169">
              <a:extLst>
                <a:ext uri="{FF2B5EF4-FFF2-40B4-BE49-F238E27FC236}">
                  <a16:creationId xmlns:a16="http://schemas.microsoft.com/office/drawing/2014/main" id="{7EAECBB6-9DED-5F43-A3E6-EE05841D7398}"/>
                </a:ext>
              </a:extLst>
            </p:cNvPr>
            <p:cNvSpPr/>
            <p:nvPr userDrawn="1"/>
          </p:nvSpPr>
          <p:spPr>
            <a:xfrm>
              <a:off x="7303396" y="654237"/>
              <a:ext cx="2194447" cy="395369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BFFAA4-6F11-D449-93BC-BEC922D51483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85762" y="972923"/>
            <a:ext cx="2194447" cy="3519554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873944-7C1F-2E4A-B053-DF697A235610}"/>
              </a:ext>
            </a:extLst>
          </p:cNvPr>
          <p:cNvSpPr txBox="1"/>
          <p:nvPr userDrawn="1"/>
        </p:nvSpPr>
        <p:spPr>
          <a:xfrm>
            <a:off x="448786" y="520500"/>
            <a:ext cx="10054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Key Partners</a:t>
            </a:r>
          </a:p>
        </p:txBody>
      </p:sp>
      <p:sp>
        <p:nvSpPr>
          <p:cNvPr id="119" name="Text Placeholder 11">
            <a:extLst>
              <a:ext uri="{FF2B5EF4-FFF2-40B4-BE49-F238E27FC236}">
                <a16:creationId xmlns:a16="http://schemas.microsoft.com/office/drawing/2014/main" id="{65606FCA-9BFC-9644-B094-2B597D37980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999639" y="970771"/>
            <a:ext cx="2194447" cy="3521705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3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2039729-2E42-FA4E-9814-0E35A4340151}"/>
              </a:ext>
            </a:extLst>
          </p:cNvPr>
          <p:cNvSpPr txBox="1"/>
          <p:nvPr userDrawn="1"/>
        </p:nvSpPr>
        <p:spPr>
          <a:xfrm>
            <a:off x="5087047" y="520500"/>
            <a:ext cx="14754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3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Value Proposition</a:t>
            </a:r>
          </a:p>
        </p:txBody>
      </p:sp>
      <p:sp>
        <p:nvSpPr>
          <p:cNvPr id="133" name="Text Placeholder 11">
            <a:extLst>
              <a:ext uri="{FF2B5EF4-FFF2-40B4-BE49-F238E27FC236}">
                <a16:creationId xmlns:a16="http://schemas.microsoft.com/office/drawing/2014/main" id="{1730377C-2E3E-AE4C-A2C5-E9DF4958FF5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609275" y="969159"/>
            <a:ext cx="2194447" cy="3523317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5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8094F3F-5D94-3746-AB4D-EAE49BF2080C}"/>
              </a:ext>
            </a:extLst>
          </p:cNvPr>
          <p:cNvSpPr txBox="1"/>
          <p:nvPr userDrawn="1"/>
        </p:nvSpPr>
        <p:spPr>
          <a:xfrm>
            <a:off x="9672299" y="520500"/>
            <a:ext cx="15833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5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Customer Segments</a:t>
            </a: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0B504D76-61F3-244A-AAD6-7BED872A0175}"/>
              </a:ext>
            </a:extLst>
          </p:cNvPr>
          <p:cNvSpPr/>
          <p:nvPr userDrawn="1"/>
        </p:nvSpPr>
        <p:spPr>
          <a:xfrm>
            <a:off x="6162576" y="4698679"/>
            <a:ext cx="5643664" cy="1838753"/>
          </a:xfrm>
          <a:prstGeom prst="roundRect">
            <a:avLst>
              <a:gd name="adj" fmla="val 5313"/>
            </a:avLst>
          </a:prstGeom>
          <a:solidFill>
            <a:schemeClr val="bg2"/>
          </a:solidFill>
          <a:ln w="19050">
            <a:solidFill>
              <a:schemeClr val="tx2"/>
            </a:solidFill>
          </a:ln>
          <a:effectLst/>
        </p:spPr>
        <p:txBody>
          <a:bodyPr tIns="540000"/>
          <a:lstStyle/>
          <a:p>
            <a:pPr marL="205200" lvl="0" indent="-169200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Font typeface="Apple Symbols" panose="02000000000000000000" pitchFamily="2" charset="-79"/>
              <a:buChar char="⦿"/>
            </a:pPr>
            <a:endParaRPr lang="en-US" sz="1050" b="0" i="0" baseline="300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41E558A-F3B8-234E-8627-56A86E3C94A4}"/>
              </a:ext>
            </a:extLst>
          </p:cNvPr>
          <p:cNvSpPr txBox="1"/>
          <p:nvPr userDrawn="1"/>
        </p:nvSpPr>
        <p:spPr>
          <a:xfrm>
            <a:off x="2850610" y="528714"/>
            <a:ext cx="10054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Key Activities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4F28531-3F67-2840-A9F8-AB99753C5370}"/>
              </a:ext>
            </a:extLst>
          </p:cNvPr>
          <p:cNvSpPr txBox="1"/>
          <p:nvPr userDrawn="1"/>
        </p:nvSpPr>
        <p:spPr>
          <a:xfrm>
            <a:off x="7389517" y="528714"/>
            <a:ext cx="17679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4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Customer Relationships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B3C874-ABE6-EF4C-96BF-6121B66A6F58}"/>
              </a:ext>
            </a:extLst>
          </p:cNvPr>
          <p:cNvSpPr txBox="1"/>
          <p:nvPr userDrawn="1"/>
        </p:nvSpPr>
        <p:spPr>
          <a:xfrm>
            <a:off x="2850610" y="2646707"/>
            <a:ext cx="12964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6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Key Resources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85ED380-7764-EF48-B037-16971553EA45}"/>
              </a:ext>
            </a:extLst>
          </p:cNvPr>
          <p:cNvSpPr txBox="1"/>
          <p:nvPr userDrawn="1"/>
        </p:nvSpPr>
        <p:spPr>
          <a:xfrm>
            <a:off x="7482775" y="2646707"/>
            <a:ext cx="10054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Channels</a:t>
            </a:r>
          </a:p>
        </p:txBody>
      </p:sp>
      <p:sp>
        <p:nvSpPr>
          <p:cNvPr id="164" name="Text Placeholder 11">
            <a:extLst>
              <a:ext uri="{FF2B5EF4-FFF2-40B4-BE49-F238E27FC236}">
                <a16:creationId xmlns:a16="http://schemas.microsoft.com/office/drawing/2014/main" id="{27D4B466-7A15-A949-91DD-E413D9CB726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697205" y="981137"/>
            <a:ext cx="2194447" cy="1481639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2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66" name="Text Placeholder 11">
            <a:extLst>
              <a:ext uri="{FF2B5EF4-FFF2-40B4-BE49-F238E27FC236}">
                <a16:creationId xmlns:a16="http://schemas.microsoft.com/office/drawing/2014/main" id="{7D84A6C1-2C78-B745-9136-FE08218F8D90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697205" y="3065254"/>
            <a:ext cx="2194447" cy="1421357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6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67" name="Text Placeholder 11">
            <a:extLst>
              <a:ext uri="{FF2B5EF4-FFF2-40B4-BE49-F238E27FC236}">
                <a16:creationId xmlns:a16="http://schemas.microsoft.com/office/drawing/2014/main" id="{0D4F5A5F-3539-D04A-9ABC-109076AB743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310023" y="977497"/>
            <a:ext cx="2194447" cy="1485280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4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CD3F6DF9-7D25-B144-BC7B-BD5186654E66}"/>
              </a:ext>
            </a:extLst>
          </p:cNvPr>
          <p:cNvSpPr/>
          <p:nvPr userDrawn="1"/>
        </p:nvSpPr>
        <p:spPr>
          <a:xfrm>
            <a:off x="9133192" y="528776"/>
            <a:ext cx="250920" cy="250918"/>
          </a:xfrm>
          <a:custGeom>
            <a:avLst/>
            <a:gdLst>
              <a:gd name="connsiteX0" fmla="*/ 162684 w 436183"/>
              <a:gd name="connsiteY0" fmla="*/ 113444 h 436178"/>
              <a:gd name="connsiteX1" fmla="*/ 107289 w 436183"/>
              <a:gd name="connsiteY1" fmla="*/ 136389 h 436178"/>
              <a:gd name="connsiteX2" fmla="*/ 107289 w 436183"/>
              <a:gd name="connsiteY2" fmla="*/ 247178 h 436178"/>
              <a:gd name="connsiteX3" fmla="*/ 218079 w 436183"/>
              <a:gd name="connsiteY3" fmla="*/ 343832 h 436178"/>
              <a:gd name="connsiteX4" fmla="*/ 218104 w 436183"/>
              <a:gd name="connsiteY4" fmla="*/ 343832 h 436178"/>
              <a:gd name="connsiteX5" fmla="*/ 328893 w 436183"/>
              <a:gd name="connsiteY5" fmla="*/ 247178 h 436178"/>
              <a:gd name="connsiteX6" fmla="*/ 328893 w 436183"/>
              <a:gd name="connsiteY6" fmla="*/ 136389 h 436178"/>
              <a:gd name="connsiteX7" fmla="*/ 218104 w 436183"/>
              <a:gd name="connsiteY7" fmla="*/ 136389 h 436178"/>
              <a:gd name="connsiteX8" fmla="*/ 218079 w 436183"/>
              <a:gd name="connsiteY8" fmla="*/ 136389 h 436178"/>
              <a:gd name="connsiteX9" fmla="*/ 162684 w 436183"/>
              <a:gd name="connsiteY9" fmla="*/ 113444 h 436178"/>
              <a:gd name="connsiteX10" fmla="*/ 218088 w 436183"/>
              <a:gd name="connsiteY10" fmla="*/ 0 h 436178"/>
              <a:gd name="connsiteX11" fmla="*/ 436183 w 436183"/>
              <a:gd name="connsiteY11" fmla="*/ 218094 h 436178"/>
              <a:gd name="connsiteX12" fmla="*/ 218088 w 436183"/>
              <a:gd name="connsiteY12" fmla="*/ 436178 h 436178"/>
              <a:gd name="connsiteX13" fmla="*/ 0 w 436183"/>
              <a:gd name="connsiteY13" fmla="*/ 218094 h 436178"/>
              <a:gd name="connsiteX14" fmla="*/ 218088 w 436183"/>
              <a:gd name="connsiteY14" fmla="*/ 0 h 436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6183" h="436178">
                <a:moveTo>
                  <a:pt x="162684" y="113444"/>
                </a:moveTo>
                <a:cubicBezTo>
                  <a:pt x="142635" y="113444"/>
                  <a:pt x="122586" y="121093"/>
                  <a:pt x="107289" y="136389"/>
                </a:cubicBezTo>
                <a:cubicBezTo>
                  <a:pt x="76695" y="166982"/>
                  <a:pt x="81107" y="212734"/>
                  <a:pt x="107289" y="247178"/>
                </a:cubicBezTo>
                <a:cubicBezTo>
                  <a:pt x="135018" y="283653"/>
                  <a:pt x="185645" y="343832"/>
                  <a:pt x="218079" y="343832"/>
                </a:cubicBezTo>
                <a:lnTo>
                  <a:pt x="218104" y="343832"/>
                </a:lnTo>
                <a:cubicBezTo>
                  <a:pt x="250540" y="343832"/>
                  <a:pt x="301165" y="283653"/>
                  <a:pt x="328893" y="247178"/>
                </a:cubicBezTo>
                <a:cubicBezTo>
                  <a:pt x="355077" y="212735"/>
                  <a:pt x="359486" y="166983"/>
                  <a:pt x="328893" y="136389"/>
                </a:cubicBezTo>
                <a:cubicBezTo>
                  <a:pt x="298300" y="105796"/>
                  <a:pt x="248697" y="105796"/>
                  <a:pt x="218104" y="136389"/>
                </a:cubicBezTo>
                <a:lnTo>
                  <a:pt x="218079" y="136389"/>
                </a:lnTo>
                <a:cubicBezTo>
                  <a:pt x="202782" y="121093"/>
                  <a:pt x="182733" y="113444"/>
                  <a:pt x="162684" y="113444"/>
                </a:cubicBezTo>
                <a:close/>
                <a:moveTo>
                  <a:pt x="218088" y="0"/>
                </a:moveTo>
                <a:cubicBezTo>
                  <a:pt x="338539" y="0"/>
                  <a:pt x="436183" y="97636"/>
                  <a:pt x="436183" y="218094"/>
                </a:cubicBezTo>
                <a:cubicBezTo>
                  <a:pt x="436183" y="338535"/>
                  <a:pt x="338539" y="436178"/>
                  <a:pt x="218088" y="436178"/>
                </a:cubicBezTo>
                <a:cubicBezTo>
                  <a:pt x="97643" y="436178"/>
                  <a:pt x="0" y="338535"/>
                  <a:pt x="0" y="218094"/>
                </a:cubicBezTo>
                <a:cubicBezTo>
                  <a:pt x="0" y="97635"/>
                  <a:pt x="97643" y="0"/>
                  <a:pt x="218088" y="0"/>
                </a:cubicBezTo>
                <a:close/>
              </a:path>
            </a:pathLst>
          </a:custGeom>
          <a:solidFill>
            <a:schemeClr val="accent4"/>
          </a:solidFill>
          <a:ln w="8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9" name="Graphic 26">
            <a:extLst>
              <a:ext uri="{FF2B5EF4-FFF2-40B4-BE49-F238E27FC236}">
                <a16:creationId xmlns:a16="http://schemas.microsoft.com/office/drawing/2014/main" id="{3E30F3FD-A2F0-DB45-ABA8-38869230826B}"/>
              </a:ext>
            </a:extLst>
          </p:cNvPr>
          <p:cNvGrpSpPr/>
          <p:nvPr userDrawn="1"/>
        </p:nvGrpSpPr>
        <p:grpSpPr>
          <a:xfrm>
            <a:off x="6839651" y="532742"/>
            <a:ext cx="234878" cy="234878"/>
            <a:chOff x="6461229" y="752737"/>
            <a:chExt cx="234878" cy="234878"/>
          </a:xfrm>
        </p:grpSpPr>
        <p:grpSp>
          <p:nvGrpSpPr>
            <p:cNvPr id="30" name="Graphic 26">
              <a:extLst>
                <a:ext uri="{FF2B5EF4-FFF2-40B4-BE49-F238E27FC236}">
                  <a16:creationId xmlns:a16="http://schemas.microsoft.com/office/drawing/2014/main" id="{3E30F3FD-A2F0-DB45-ABA8-38869230826B}"/>
                </a:ext>
              </a:extLst>
            </p:cNvPr>
            <p:cNvGrpSpPr/>
            <p:nvPr/>
          </p:nvGrpSpPr>
          <p:grpSpPr>
            <a:xfrm>
              <a:off x="6461229" y="767490"/>
              <a:ext cx="236578" cy="207066"/>
              <a:chOff x="6461229" y="767490"/>
              <a:chExt cx="236578" cy="207066"/>
            </a:xfrm>
            <a:solidFill>
              <a:srgbClr val="00C5B7"/>
            </a:solidFill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71928005-3181-4242-BF9E-293AC6938361}"/>
                  </a:ext>
                </a:extLst>
              </p:cNvPr>
              <p:cNvSpPr/>
              <p:nvPr/>
            </p:nvSpPr>
            <p:spPr>
              <a:xfrm>
                <a:off x="6462468" y="837084"/>
                <a:ext cx="103937" cy="129030"/>
              </a:xfrm>
              <a:custGeom>
                <a:avLst/>
                <a:gdLst>
                  <a:gd name="connsiteX0" fmla="*/ 0 w 103937"/>
                  <a:gd name="connsiteY0" fmla="*/ 0 h 129030"/>
                  <a:gd name="connsiteX1" fmla="*/ 103938 w 103937"/>
                  <a:gd name="connsiteY1" fmla="*/ 129031 h 129030"/>
                  <a:gd name="connsiteX2" fmla="*/ 56793 w 103937"/>
                  <a:gd name="connsiteY2" fmla="*/ 0 h 129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3937" h="129030">
                    <a:moveTo>
                      <a:pt x="0" y="0"/>
                    </a:moveTo>
                    <a:lnTo>
                      <a:pt x="103938" y="129031"/>
                    </a:lnTo>
                    <a:lnTo>
                      <a:pt x="5679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5CBAC7D3-E221-8E4D-8CBF-4BC4CEC7D7DC}"/>
                  </a:ext>
                </a:extLst>
              </p:cNvPr>
              <p:cNvSpPr/>
              <p:nvPr/>
            </p:nvSpPr>
            <p:spPr>
              <a:xfrm>
                <a:off x="6528525" y="837084"/>
                <a:ext cx="101445" cy="137473"/>
              </a:xfrm>
              <a:custGeom>
                <a:avLst/>
                <a:gdLst>
                  <a:gd name="connsiteX0" fmla="*/ 0 w 101445"/>
                  <a:gd name="connsiteY0" fmla="*/ 0 h 137473"/>
                  <a:gd name="connsiteX1" fmla="*/ 50229 w 101445"/>
                  <a:gd name="connsiteY1" fmla="*/ 137473 h 137473"/>
                  <a:gd name="connsiteX2" fmla="*/ 101446 w 101445"/>
                  <a:gd name="connsiteY2" fmla="*/ 0 h 137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445" h="137473">
                    <a:moveTo>
                      <a:pt x="0" y="0"/>
                    </a:moveTo>
                    <a:lnTo>
                      <a:pt x="50229" y="137473"/>
                    </a:lnTo>
                    <a:lnTo>
                      <a:pt x="10144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F9BF15EA-28CD-9249-877A-40B0C2E5FFAD}"/>
                  </a:ext>
                </a:extLst>
              </p:cNvPr>
              <p:cNvSpPr/>
              <p:nvPr/>
            </p:nvSpPr>
            <p:spPr>
              <a:xfrm>
                <a:off x="6589946" y="837084"/>
                <a:ext cx="106617" cy="132362"/>
              </a:xfrm>
              <a:custGeom>
                <a:avLst/>
                <a:gdLst>
                  <a:gd name="connsiteX0" fmla="*/ 0 w 106617"/>
                  <a:gd name="connsiteY0" fmla="*/ 132362 h 132362"/>
                  <a:gd name="connsiteX1" fmla="*/ 106617 w 106617"/>
                  <a:gd name="connsiteY1" fmla="*/ 0 h 132362"/>
                  <a:gd name="connsiteX2" fmla="*/ 49307 w 106617"/>
                  <a:gd name="connsiteY2" fmla="*/ 0 h 132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6617" h="132362">
                    <a:moveTo>
                      <a:pt x="0" y="132362"/>
                    </a:moveTo>
                    <a:lnTo>
                      <a:pt x="106617" y="0"/>
                    </a:lnTo>
                    <a:lnTo>
                      <a:pt x="4930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27B321DE-0DB4-EE4B-B9B9-B4832C574335}"/>
                  </a:ext>
                </a:extLst>
              </p:cNvPr>
              <p:cNvSpPr/>
              <p:nvPr/>
            </p:nvSpPr>
            <p:spPr>
              <a:xfrm>
                <a:off x="6588659" y="767490"/>
                <a:ext cx="67236" cy="56740"/>
              </a:xfrm>
              <a:custGeom>
                <a:avLst/>
                <a:gdLst>
                  <a:gd name="connsiteX0" fmla="*/ 67236 w 67236"/>
                  <a:gd name="connsiteY0" fmla="*/ 0 h 56740"/>
                  <a:gd name="connsiteX1" fmla="*/ 0 w 67236"/>
                  <a:gd name="connsiteY1" fmla="*/ 0 h 56740"/>
                  <a:gd name="connsiteX2" fmla="*/ 46101 w 67236"/>
                  <a:gd name="connsiteY2" fmla="*/ 56740 h 56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7236" h="56740">
                    <a:moveTo>
                      <a:pt x="67236" y="0"/>
                    </a:moveTo>
                    <a:lnTo>
                      <a:pt x="0" y="0"/>
                    </a:lnTo>
                    <a:lnTo>
                      <a:pt x="46101" y="56740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061EA518-AD41-C04B-A982-DBD174B76CC2}"/>
                  </a:ext>
                </a:extLst>
              </p:cNvPr>
              <p:cNvSpPr/>
              <p:nvPr/>
            </p:nvSpPr>
            <p:spPr>
              <a:xfrm>
                <a:off x="6532114" y="770044"/>
                <a:ext cx="94808" cy="58341"/>
              </a:xfrm>
              <a:custGeom>
                <a:avLst/>
                <a:gdLst>
                  <a:gd name="connsiteX0" fmla="*/ 94808 w 94808"/>
                  <a:gd name="connsiteY0" fmla="*/ 58341 h 58341"/>
                  <a:gd name="connsiteX1" fmla="*/ 47402 w 94808"/>
                  <a:gd name="connsiteY1" fmla="*/ 0 h 58341"/>
                  <a:gd name="connsiteX2" fmla="*/ 0 w 94808"/>
                  <a:gd name="connsiteY2" fmla="*/ 58341 h 58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4808" h="58341">
                    <a:moveTo>
                      <a:pt x="94808" y="58341"/>
                    </a:moveTo>
                    <a:lnTo>
                      <a:pt x="47402" y="0"/>
                    </a:lnTo>
                    <a:lnTo>
                      <a:pt x="0" y="58341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DFFDF505-5634-F049-AE25-39FB13D15519}"/>
                  </a:ext>
                </a:extLst>
              </p:cNvPr>
              <p:cNvSpPr/>
              <p:nvPr/>
            </p:nvSpPr>
            <p:spPr>
              <a:xfrm>
                <a:off x="6503093" y="767490"/>
                <a:ext cx="67283" cy="57123"/>
              </a:xfrm>
              <a:custGeom>
                <a:avLst/>
                <a:gdLst>
                  <a:gd name="connsiteX0" fmla="*/ 67284 w 67283"/>
                  <a:gd name="connsiteY0" fmla="*/ 0 h 57123"/>
                  <a:gd name="connsiteX1" fmla="*/ 0 w 67283"/>
                  <a:gd name="connsiteY1" fmla="*/ 0 h 57123"/>
                  <a:gd name="connsiteX2" fmla="*/ 20874 w 67283"/>
                  <a:gd name="connsiteY2" fmla="*/ 57123 h 57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7283" h="57123">
                    <a:moveTo>
                      <a:pt x="67284" y="0"/>
                    </a:moveTo>
                    <a:lnTo>
                      <a:pt x="0" y="0"/>
                    </a:lnTo>
                    <a:lnTo>
                      <a:pt x="20874" y="57123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429F35B4-1EDB-DC40-89E2-5A3139DA06FA}"/>
                  </a:ext>
                </a:extLst>
              </p:cNvPr>
              <p:cNvSpPr/>
              <p:nvPr/>
            </p:nvSpPr>
            <p:spPr>
              <a:xfrm>
                <a:off x="6461229" y="772997"/>
                <a:ext cx="54852" cy="55387"/>
              </a:xfrm>
              <a:custGeom>
                <a:avLst/>
                <a:gdLst>
                  <a:gd name="connsiteX0" fmla="*/ 34618 w 54852"/>
                  <a:gd name="connsiteY0" fmla="*/ 0 h 55387"/>
                  <a:gd name="connsiteX1" fmla="*/ 0 w 54852"/>
                  <a:gd name="connsiteY1" fmla="*/ 55388 h 55387"/>
                  <a:gd name="connsiteX2" fmla="*/ 54853 w 54852"/>
                  <a:gd name="connsiteY2" fmla="*/ 55388 h 55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4852" h="55387">
                    <a:moveTo>
                      <a:pt x="34618" y="0"/>
                    </a:moveTo>
                    <a:lnTo>
                      <a:pt x="0" y="55388"/>
                    </a:lnTo>
                    <a:lnTo>
                      <a:pt x="54853" y="55388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E51F816D-6F6F-F04D-BD77-0EDD82977A54}"/>
                  </a:ext>
                </a:extLst>
              </p:cNvPr>
              <p:cNvSpPr/>
              <p:nvPr/>
            </p:nvSpPr>
            <p:spPr>
              <a:xfrm>
                <a:off x="6642493" y="772940"/>
                <a:ext cx="55313" cy="55444"/>
              </a:xfrm>
              <a:custGeom>
                <a:avLst/>
                <a:gdLst>
                  <a:gd name="connsiteX0" fmla="*/ 55314 w 55313"/>
                  <a:gd name="connsiteY0" fmla="*/ 55444 h 55444"/>
                  <a:gd name="connsiteX1" fmla="*/ 20661 w 55313"/>
                  <a:gd name="connsiteY1" fmla="*/ 0 h 55444"/>
                  <a:gd name="connsiteX2" fmla="*/ 0 w 55313"/>
                  <a:gd name="connsiteY2" fmla="*/ 55444 h 55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5313" h="55444">
                    <a:moveTo>
                      <a:pt x="55314" y="55444"/>
                    </a:moveTo>
                    <a:lnTo>
                      <a:pt x="20661" y="0"/>
                    </a:lnTo>
                    <a:lnTo>
                      <a:pt x="0" y="55444"/>
                    </a:lnTo>
                    <a:close/>
                  </a:path>
                </a:pathLst>
              </a:custGeom>
              <a:solidFill>
                <a:schemeClr val="accent3"/>
              </a:solidFill>
              <a:ln w="42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41" name="Graphic 40">
            <a:extLst>
              <a:ext uri="{FF2B5EF4-FFF2-40B4-BE49-F238E27FC236}">
                <a16:creationId xmlns:a16="http://schemas.microsoft.com/office/drawing/2014/main" id="{40B9C9DA-045B-1748-A1A4-C96053FA70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2233" y="538082"/>
            <a:ext cx="215803" cy="215803"/>
          </a:xfrm>
          <a:prstGeom prst="rect">
            <a:avLst/>
          </a:prstGeom>
        </p:spPr>
      </p:pic>
      <p:grpSp>
        <p:nvGrpSpPr>
          <p:cNvPr id="44" name="Graphic 42">
            <a:extLst>
              <a:ext uri="{FF2B5EF4-FFF2-40B4-BE49-F238E27FC236}">
                <a16:creationId xmlns:a16="http://schemas.microsoft.com/office/drawing/2014/main" id="{FBEBF740-2FE6-5C4C-94E1-79B2E44B9534}"/>
              </a:ext>
            </a:extLst>
          </p:cNvPr>
          <p:cNvGrpSpPr/>
          <p:nvPr userDrawn="1"/>
        </p:nvGrpSpPr>
        <p:grpSpPr>
          <a:xfrm flipV="1">
            <a:off x="2246543" y="538120"/>
            <a:ext cx="215801" cy="215801"/>
            <a:chOff x="2246163" y="770535"/>
            <a:chExt cx="216181" cy="216181"/>
          </a:xfrm>
          <a:solidFill>
            <a:schemeClr val="accent1"/>
          </a:solidFill>
        </p:grpSpPr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B91EA078-F1D8-2742-A9C9-595E8C737161}"/>
                </a:ext>
              </a:extLst>
            </p:cNvPr>
            <p:cNvSpPr/>
            <p:nvPr/>
          </p:nvSpPr>
          <p:spPr>
            <a:xfrm>
              <a:off x="2246179" y="840039"/>
              <a:ext cx="136119" cy="146715"/>
            </a:xfrm>
            <a:custGeom>
              <a:avLst/>
              <a:gdLst>
                <a:gd name="connsiteX0" fmla="*/ 131910 w 136119"/>
                <a:gd name="connsiteY0" fmla="*/ 14773 h 146715"/>
                <a:gd name="connsiteX1" fmla="*/ 123443 w 136119"/>
                <a:gd name="connsiteY1" fmla="*/ 7963 h 146715"/>
                <a:gd name="connsiteX2" fmla="*/ 96240 w 136119"/>
                <a:gd name="connsiteY2" fmla="*/ 0 h 146715"/>
                <a:gd name="connsiteX3" fmla="*/ 60570 w 136119"/>
                <a:gd name="connsiteY3" fmla="*/ 14773 h 146715"/>
                <a:gd name="connsiteX4" fmla="*/ 14740 w 136119"/>
                <a:gd name="connsiteY4" fmla="*/ 60639 h 146715"/>
                <a:gd name="connsiteX5" fmla="*/ 0 w 136119"/>
                <a:gd name="connsiteY5" fmla="*/ 96240 h 146715"/>
                <a:gd name="connsiteX6" fmla="*/ 50410 w 136119"/>
                <a:gd name="connsiteY6" fmla="*/ 146715 h 146715"/>
                <a:gd name="connsiteX7" fmla="*/ 86044 w 136119"/>
                <a:gd name="connsiteY7" fmla="*/ 132014 h 146715"/>
                <a:gd name="connsiteX8" fmla="*/ 123876 w 136119"/>
                <a:gd name="connsiteY8" fmla="*/ 94183 h 146715"/>
                <a:gd name="connsiteX9" fmla="*/ 124941 w 136119"/>
                <a:gd name="connsiteY9" fmla="*/ 91604 h 146715"/>
                <a:gd name="connsiteX10" fmla="*/ 121317 w 136119"/>
                <a:gd name="connsiteY10" fmla="*/ 88022 h 146715"/>
                <a:gd name="connsiteX11" fmla="*/ 119876 w 136119"/>
                <a:gd name="connsiteY11" fmla="*/ 88022 h 146715"/>
                <a:gd name="connsiteX12" fmla="*/ 96817 w 136119"/>
                <a:gd name="connsiteY12" fmla="*/ 83554 h 146715"/>
                <a:gd name="connsiteX13" fmla="*/ 92890 w 136119"/>
                <a:gd name="connsiteY13" fmla="*/ 84347 h 146715"/>
                <a:gd name="connsiteX14" fmla="*/ 65687 w 136119"/>
                <a:gd name="connsiteY14" fmla="*/ 111585 h 146715"/>
                <a:gd name="connsiteX15" fmla="*/ 35097 w 136119"/>
                <a:gd name="connsiteY15" fmla="*/ 111585 h 146715"/>
                <a:gd name="connsiteX16" fmla="*/ 35097 w 136119"/>
                <a:gd name="connsiteY16" fmla="*/ 80996 h 146715"/>
                <a:gd name="connsiteX17" fmla="*/ 81108 w 136119"/>
                <a:gd name="connsiteY17" fmla="*/ 35021 h 146715"/>
                <a:gd name="connsiteX18" fmla="*/ 111662 w 136119"/>
                <a:gd name="connsiteY18" fmla="*/ 35021 h 146715"/>
                <a:gd name="connsiteX19" fmla="*/ 131911 w 136119"/>
                <a:gd name="connsiteY19" fmla="*/ 35021 h 146715"/>
                <a:gd name="connsiteX20" fmla="*/ 136090 w 136119"/>
                <a:gd name="connsiteY20" fmla="*/ 25870 h 146715"/>
                <a:gd name="connsiteX21" fmla="*/ 131910 w 136119"/>
                <a:gd name="connsiteY21" fmla="*/ 14773 h 14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6119" h="146715">
                  <a:moveTo>
                    <a:pt x="131910" y="14773"/>
                  </a:moveTo>
                  <a:cubicBezTo>
                    <a:pt x="129349" y="12196"/>
                    <a:pt x="126509" y="9912"/>
                    <a:pt x="123443" y="7963"/>
                  </a:cubicBezTo>
                  <a:cubicBezTo>
                    <a:pt x="115323" y="2763"/>
                    <a:pt x="105883" y="0"/>
                    <a:pt x="96240" y="0"/>
                  </a:cubicBezTo>
                  <a:cubicBezTo>
                    <a:pt x="82857" y="-25"/>
                    <a:pt x="70017" y="5293"/>
                    <a:pt x="60570" y="14773"/>
                  </a:cubicBezTo>
                  <a:lnTo>
                    <a:pt x="14740" y="60639"/>
                  </a:lnTo>
                  <a:cubicBezTo>
                    <a:pt x="5309" y="70088"/>
                    <a:pt x="8" y="82890"/>
                    <a:pt x="0" y="96240"/>
                  </a:cubicBezTo>
                  <a:cubicBezTo>
                    <a:pt x="-18" y="124099"/>
                    <a:pt x="22551" y="146697"/>
                    <a:pt x="50410" y="146715"/>
                  </a:cubicBezTo>
                  <a:cubicBezTo>
                    <a:pt x="63773" y="146761"/>
                    <a:pt x="76600" y="141469"/>
                    <a:pt x="86044" y="132014"/>
                  </a:cubicBezTo>
                  <a:lnTo>
                    <a:pt x="123876" y="94183"/>
                  </a:lnTo>
                  <a:cubicBezTo>
                    <a:pt x="124563" y="93501"/>
                    <a:pt x="124947" y="92572"/>
                    <a:pt x="124941" y="91604"/>
                  </a:cubicBezTo>
                  <a:cubicBezTo>
                    <a:pt x="124930" y="89614"/>
                    <a:pt x="123307" y="88010"/>
                    <a:pt x="121317" y="88022"/>
                  </a:cubicBezTo>
                  <a:lnTo>
                    <a:pt x="119876" y="88022"/>
                  </a:lnTo>
                  <a:cubicBezTo>
                    <a:pt x="111972" y="88050"/>
                    <a:pt x="104138" y="86532"/>
                    <a:pt x="96817" y="83554"/>
                  </a:cubicBezTo>
                  <a:cubicBezTo>
                    <a:pt x="95468" y="82999"/>
                    <a:pt x="93918" y="83312"/>
                    <a:pt x="92890" y="84347"/>
                  </a:cubicBezTo>
                  <a:lnTo>
                    <a:pt x="65687" y="111585"/>
                  </a:lnTo>
                  <a:cubicBezTo>
                    <a:pt x="57240" y="120032"/>
                    <a:pt x="43544" y="120032"/>
                    <a:pt x="35097" y="111585"/>
                  </a:cubicBezTo>
                  <a:cubicBezTo>
                    <a:pt x="26650" y="103138"/>
                    <a:pt x="26650" y="89443"/>
                    <a:pt x="35097" y="80996"/>
                  </a:cubicBezTo>
                  <a:lnTo>
                    <a:pt x="81108" y="35021"/>
                  </a:lnTo>
                  <a:cubicBezTo>
                    <a:pt x="89548" y="26592"/>
                    <a:pt x="103221" y="26592"/>
                    <a:pt x="111662" y="35021"/>
                  </a:cubicBezTo>
                  <a:cubicBezTo>
                    <a:pt x="117350" y="40375"/>
                    <a:pt x="126223" y="40375"/>
                    <a:pt x="131911" y="35021"/>
                  </a:cubicBezTo>
                  <a:cubicBezTo>
                    <a:pt x="134358" y="32572"/>
                    <a:pt x="135841" y="29323"/>
                    <a:pt x="136090" y="25870"/>
                  </a:cubicBezTo>
                  <a:cubicBezTo>
                    <a:pt x="136353" y="21742"/>
                    <a:pt x="134831" y="17700"/>
                    <a:pt x="131910" y="14773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34678519-06B3-FB4D-893B-475C21060D5A}"/>
                </a:ext>
              </a:extLst>
            </p:cNvPr>
            <p:cNvSpPr/>
            <p:nvPr/>
          </p:nvSpPr>
          <p:spPr>
            <a:xfrm>
              <a:off x="2326175" y="770535"/>
              <a:ext cx="136190" cy="146717"/>
            </a:xfrm>
            <a:custGeom>
              <a:avLst/>
              <a:gdLst>
                <a:gd name="connsiteX0" fmla="*/ 121416 w 136190"/>
                <a:gd name="connsiteY0" fmla="*/ 14775 h 146717"/>
                <a:gd name="connsiteX1" fmla="*/ 50076 w 136190"/>
                <a:gd name="connsiteY1" fmla="*/ 14775 h 146717"/>
                <a:gd name="connsiteX2" fmla="*/ 12280 w 136190"/>
                <a:gd name="connsiteY2" fmla="*/ 52534 h 146717"/>
                <a:gd name="connsiteX3" fmla="*/ 11524 w 136190"/>
                <a:gd name="connsiteY3" fmla="*/ 56498 h 146717"/>
                <a:gd name="connsiteX4" fmla="*/ 14910 w 136190"/>
                <a:gd name="connsiteY4" fmla="*/ 58696 h 146717"/>
                <a:gd name="connsiteX5" fmla="*/ 16243 w 136190"/>
                <a:gd name="connsiteY5" fmla="*/ 58696 h 146717"/>
                <a:gd name="connsiteX6" fmla="*/ 39267 w 136190"/>
                <a:gd name="connsiteY6" fmla="*/ 63199 h 146717"/>
                <a:gd name="connsiteX7" fmla="*/ 43194 w 136190"/>
                <a:gd name="connsiteY7" fmla="*/ 62407 h 146717"/>
                <a:gd name="connsiteX8" fmla="*/ 70324 w 136190"/>
                <a:gd name="connsiteY8" fmla="*/ 35312 h 146717"/>
                <a:gd name="connsiteX9" fmla="*/ 100914 w 136190"/>
                <a:gd name="connsiteY9" fmla="*/ 35312 h 146717"/>
                <a:gd name="connsiteX10" fmla="*/ 100914 w 136190"/>
                <a:gd name="connsiteY10" fmla="*/ 65902 h 146717"/>
                <a:gd name="connsiteX11" fmla="*/ 67118 w 136190"/>
                <a:gd name="connsiteY11" fmla="*/ 99662 h 146717"/>
                <a:gd name="connsiteX12" fmla="*/ 66829 w 136190"/>
                <a:gd name="connsiteY12" fmla="*/ 99986 h 146717"/>
                <a:gd name="connsiteX13" fmla="*/ 55011 w 136190"/>
                <a:gd name="connsiteY13" fmla="*/ 111732 h 146717"/>
                <a:gd name="connsiteX14" fmla="*/ 24458 w 136190"/>
                <a:gd name="connsiteY14" fmla="*/ 111732 h 146717"/>
                <a:gd name="connsiteX15" fmla="*/ 4209 w 136190"/>
                <a:gd name="connsiteY15" fmla="*/ 111732 h 146717"/>
                <a:gd name="connsiteX16" fmla="*/ 29 w 136190"/>
                <a:gd name="connsiteY16" fmla="*/ 120956 h 146717"/>
                <a:gd name="connsiteX17" fmla="*/ 4209 w 136190"/>
                <a:gd name="connsiteY17" fmla="*/ 132053 h 146717"/>
                <a:gd name="connsiteX18" fmla="*/ 18621 w 136190"/>
                <a:gd name="connsiteY18" fmla="*/ 142141 h 146717"/>
                <a:gd name="connsiteX19" fmla="*/ 20891 w 136190"/>
                <a:gd name="connsiteY19" fmla="*/ 143114 h 146717"/>
                <a:gd name="connsiteX20" fmla="*/ 23197 w 136190"/>
                <a:gd name="connsiteY20" fmla="*/ 143979 h 146717"/>
                <a:gd name="connsiteX21" fmla="*/ 25502 w 136190"/>
                <a:gd name="connsiteY21" fmla="*/ 144736 h 146717"/>
                <a:gd name="connsiteX22" fmla="*/ 27628 w 136190"/>
                <a:gd name="connsiteY22" fmla="*/ 145312 h 146717"/>
                <a:gd name="connsiteX23" fmla="*/ 31988 w 136190"/>
                <a:gd name="connsiteY23" fmla="*/ 146213 h 146717"/>
                <a:gd name="connsiteX24" fmla="*/ 37356 w 136190"/>
                <a:gd name="connsiteY24" fmla="*/ 146717 h 146717"/>
                <a:gd name="connsiteX25" fmla="*/ 39878 w 136190"/>
                <a:gd name="connsiteY25" fmla="*/ 146717 h 146717"/>
                <a:gd name="connsiteX26" fmla="*/ 40095 w 136190"/>
                <a:gd name="connsiteY26" fmla="*/ 146717 h 146717"/>
                <a:gd name="connsiteX27" fmla="*/ 42256 w 136190"/>
                <a:gd name="connsiteY27" fmla="*/ 146465 h 146717"/>
                <a:gd name="connsiteX28" fmla="*/ 44815 w 136190"/>
                <a:gd name="connsiteY28" fmla="*/ 146249 h 146717"/>
                <a:gd name="connsiteX29" fmla="*/ 46040 w 136190"/>
                <a:gd name="connsiteY29" fmla="*/ 146249 h 146717"/>
                <a:gd name="connsiteX30" fmla="*/ 48526 w 136190"/>
                <a:gd name="connsiteY30" fmla="*/ 145889 h 146717"/>
                <a:gd name="connsiteX31" fmla="*/ 49679 w 136190"/>
                <a:gd name="connsiteY31" fmla="*/ 145673 h 146717"/>
                <a:gd name="connsiteX32" fmla="*/ 51768 w 136190"/>
                <a:gd name="connsiteY32" fmla="*/ 145240 h 146717"/>
                <a:gd name="connsiteX33" fmla="*/ 52165 w 136190"/>
                <a:gd name="connsiteY33" fmla="*/ 145240 h 146717"/>
                <a:gd name="connsiteX34" fmla="*/ 75548 w 136190"/>
                <a:gd name="connsiteY34" fmla="*/ 131981 h 146717"/>
                <a:gd name="connsiteX35" fmla="*/ 121415 w 136190"/>
                <a:gd name="connsiteY35" fmla="*/ 86115 h 146717"/>
                <a:gd name="connsiteX36" fmla="*/ 121416 w 136190"/>
                <a:gd name="connsiteY36" fmla="*/ 14775 h 14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36190" h="146717">
                  <a:moveTo>
                    <a:pt x="121416" y="14775"/>
                  </a:moveTo>
                  <a:cubicBezTo>
                    <a:pt x="101716" y="-4925"/>
                    <a:pt x="69776" y="-4925"/>
                    <a:pt x="50076" y="14775"/>
                  </a:cubicBezTo>
                  <a:lnTo>
                    <a:pt x="12280" y="52534"/>
                  </a:lnTo>
                  <a:cubicBezTo>
                    <a:pt x="11242" y="53577"/>
                    <a:pt x="10943" y="55146"/>
                    <a:pt x="11524" y="56498"/>
                  </a:cubicBezTo>
                  <a:cubicBezTo>
                    <a:pt x="12097" y="57854"/>
                    <a:pt x="13438" y="58724"/>
                    <a:pt x="14910" y="58696"/>
                  </a:cubicBezTo>
                  <a:lnTo>
                    <a:pt x="16243" y="58696"/>
                  </a:lnTo>
                  <a:cubicBezTo>
                    <a:pt x="24138" y="58681"/>
                    <a:pt x="31959" y="60211"/>
                    <a:pt x="39267" y="63199"/>
                  </a:cubicBezTo>
                  <a:cubicBezTo>
                    <a:pt x="40616" y="63755"/>
                    <a:pt x="42166" y="63441"/>
                    <a:pt x="43194" y="62407"/>
                  </a:cubicBezTo>
                  <a:lnTo>
                    <a:pt x="70324" y="35312"/>
                  </a:lnTo>
                  <a:cubicBezTo>
                    <a:pt x="78772" y="26865"/>
                    <a:pt x="92467" y="26865"/>
                    <a:pt x="100914" y="35312"/>
                  </a:cubicBezTo>
                  <a:cubicBezTo>
                    <a:pt x="109361" y="43759"/>
                    <a:pt x="109361" y="57455"/>
                    <a:pt x="100914" y="65902"/>
                  </a:cubicBezTo>
                  <a:lnTo>
                    <a:pt x="67118" y="99662"/>
                  </a:lnTo>
                  <a:lnTo>
                    <a:pt x="66829" y="99986"/>
                  </a:lnTo>
                  <a:lnTo>
                    <a:pt x="55011" y="111732"/>
                  </a:lnTo>
                  <a:cubicBezTo>
                    <a:pt x="46571" y="120162"/>
                    <a:pt x="32898" y="120162"/>
                    <a:pt x="24458" y="111732"/>
                  </a:cubicBezTo>
                  <a:cubicBezTo>
                    <a:pt x="18770" y="106379"/>
                    <a:pt x="9897" y="106379"/>
                    <a:pt x="4209" y="111732"/>
                  </a:cubicBezTo>
                  <a:cubicBezTo>
                    <a:pt x="1746" y="114200"/>
                    <a:pt x="261" y="117477"/>
                    <a:pt x="29" y="120956"/>
                  </a:cubicBezTo>
                  <a:cubicBezTo>
                    <a:pt x="-234" y="125083"/>
                    <a:pt x="1288" y="129125"/>
                    <a:pt x="4209" y="132053"/>
                  </a:cubicBezTo>
                  <a:cubicBezTo>
                    <a:pt x="8379" y="136241"/>
                    <a:pt x="13259" y="139657"/>
                    <a:pt x="18621" y="142141"/>
                  </a:cubicBezTo>
                  <a:cubicBezTo>
                    <a:pt x="19378" y="142502"/>
                    <a:pt x="20134" y="142790"/>
                    <a:pt x="20891" y="143114"/>
                  </a:cubicBezTo>
                  <a:cubicBezTo>
                    <a:pt x="21647" y="143439"/>
                    <a:pt x="22440" y="143691"/>
                    <a:pt x="23197" y="143979"/>
                  </a:cubicBezTo>
                  <a:cubicBezTo>
                    <a:pt x="23953" y="144267"/>
                    <a:pt x="24746" y="144519"/>
                    <a:pt x="25502" y="144736"/>
                  </a:cubicBezTo>
                  <a:lnTo>
                    <a:pt x="27628" y="145312"/>
                  </a:lnTo>
                  <a:cubicBezTo>
                    <a:pt x="29069" y="145672"/>
                    <a:pt x="30511" y="145961"/>
                    <a:pt x="31988" y="146213"/>
                  </a:cubicBezTo>
                  <a:cubicBezTo>
                    <a:pt x="33767" y="146477"/>
                    <a:pt x="35559" y="146645"/>
                    <a:pt x="37356" y="146717"/>
                  </a:cubicBezTo>
                  <a:lnTo>
                    <a:pt x="39878" y="146717"/>
                  </a:lnTo>
                  <a:lnTo>
                    <a:pt x="40095" y="146717"/>
                  </a:lnTo>
                  <a:lnTo>
                    <a:pt x="42256" y="146465"/>
                  </a:lnTo>
                  <a:cubicBezTo>
                    <a:pt x="43049" y="146429"/>
                    <a:pt x="43878" y="146249"/>
                    <a:pt x="44815" y="146249"/>
                  </a:cubicBezTo>
                  <a:lnTo>
                    <a:pt x="46040" y="146249"/>
                  </a:lnTo>
                  <a:lnTo>
                    <a:pt x="48526" y="145889"/>
                  </a:lnTo>
                  <a:lnTo>
                    <a:pt x="49679" y="145673"/>
                  </a:lnTo>
                  <a:lnTo>
                    <a:pt x="51768" y="145240"/>
                  </a:lnTo>
                  <a:lnTo>
                    <a:pt x="52165" y="145240"/>
                  </a:lnTo>
                  <a:cubicBezTo>
                    <a:pt x="61015" y="143017"/>
                    <a:pt x="69097" y="138435"/>
                    <a:pt x="75548" y="131981"/>
                  </a:cubicBezTo>
                  <a:lnTo>
                    <a:pt x="121415" y="86115"/>
                  </a:lnTo>
                  <a:cubicBezTo>
                    <a:pt x="141116" y="66415"/>
                    <a:pt x="141116" y="34475"/>
                    <a:pt x="121416" y="14775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" name="Graphic 47">
            <a:extLst>
              <a:ext uri="{FF2B5EF4-FFF2-40B4-BE49-F238E27FC236}">
                <a16:creationId xmlns:a16="http://schemas.microsoft.com/office/drawing/2014/main" id="{80930D94-3E46-6A46-B3C9-6E312861F0D0}"/>
              </a:ext>
            </a:extLst>
          </p:cNvPr>
          <p:cNvGrpSpPr/>
          <p:nvPr userDrawn="1"/>
        </p:nvGrpSpPr>
        <p:grpSpPr>
          <a:xfrm>
            <a:off x="11431699" y="518997"/>
            <a:ext cx="252475" cy="252475"/>
            <a:chOff x="11431699" y="738992"/>
            <a:chExt cx="252475" cy="252475"/>
          </a:xfrm>
        </p:grpSpPr>
        <p:grpSp>
          <p:nvGrpSpPr>
            <p:cNvPr id="50" name="Graphic 47">
              <a:extLst>
                <a:ext uri="{FF2B5EF4-FFF2-40B4-BE49-F238E27FC236}">
                  <a16:creationId xmlns:a16="http://schemas.microsoft.com/office/drawing/2014/main" id="{80930D94-3E46-6A46-B3C9-6E312861F0D0}"/>
                </a:ext>
              </a:extLst>
            </p:cNvPr>
            <p:cNvGrpSpPr/>
            <p:nvPr/>
          </p:nvGrpSpPr>
          <p:grpSpPr>
            <a:xfrm>
              <a:off x="11449494" y="738992"/>
              <a:ext cx="216644" cy="252234"/>
              <a:chOff x="11449494" y="738992"/>
              <a:chExt cx="216644" cy="252234"/>
            </a:xfrm>
            <a:solidFill>
              <a:srgbClr val="FFAD00"/>
            </a:solidFill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0AF33154-296E-C54B-A664-987304F1084D}"/>
                  </a:ext>
                </a:extLst>
              </p:cNvPr>
              <p:cNvSpPr/>
              <p:nvPr/>
            </p:nvSpPr>
            <p:spPr>
              <a:xfrm>
                <a:off x="11499497" y="738992"/>
                <a:ext cx="116637" cy="142254"/>
              </a:xfrm>
              <a:custGeom>
                <a:avLst/>
                <a:gdLst>
                  <a:gd name="connsiteX0" fmla="*/ 58319 w 116637"/>
                  <a:gd name="connsiteY0" fmla="*/ 142255 h 142254"/>
                  <a:gd name="connsiteX1" fmla="*/ 116638 w 116637"/>
                  <a:gd name="connsiteY1" fmla="*/ 71127 h 142254"/>
                  <a:gd name="connsiteX2" fmla="*/ 58319 w 116637"/>
                  <a:gd name="connsiteY2" fmla="*/ 0 h 142254"/>
                  <a:gd name="connsiteX3" fmla="*/ 0 w 116637"/>
                  <a:gd name="connsiteY3" fmla="*/ 71127 h 142254"/>
                  <a:gd name="connsiteX4" fmla="*/ 58319 w 116637"/>
                  <a:gd name="connsiteY4" fmla="*/ 142255 h 142254"/>
                  <a:gd name="connsiteX5" fmla="*/ 8716 w 116637"/>
                  <a:gd name="connsiteY5" fmla="*/ 59257 h 142254"/>
                  <a:gd name="connsiteX6" fmla="*/ 40731 w 116637"/>
                  <a:gd name="connsiteY6" fmla="*/ 42585 h 142254"/>
                  <a:gd name="connsiteX7" fmla="*/ 107853 w 116637"/>
                  <a:gd name="connsiteY7" fmla="*/ 57763 h 142254"/>
                  <a:gd name="connsiteX8" fmla="*/ 108149 w 116637"/>
                  <a:gd name="connsiteY8" fmla="*/ 71127 h 142254"/>
                  <a:gd name="connsiteX9" fmla="*/ 88231 w 116637"/>
                  <a:gd name="connsiteY9" fmla="*/ 119287 h 142254"/>
                  <a:gd name="connsiteX10" fmla="*/ 58319 w 116637"/>
                  <a:gd name="connsiteY10" fmla="*/ 133766 h 142254"/>
                  <a:gd name="connsiteX11" fmla="*/ 28407 w 116637"/>
                  <a:gd name="connsiteY11" fmla="*/ 119287 h 142254"/>
                  <a:gd name="connsiteX12" fmla="*/ 8489 w 116637"/>
                  <a:gd name="connsiteY12" fmla="*/ 71127 h 142254"/>
                  <a:gd name="connsiteX13" fmla="*/ 8716 w 116637"/>
                  <a:gd name="connsiteY13" fmla="*/ 59257 h 142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6637" h="142254">
                    <a:moveTo>
                      <a:pt x="58319" y="142255"/>
                    </a:moveTo>
                    <a:cubicBezTo>
                      <a:pt x="75722" y="142255"/>
                      <a:pt x="116638" y="121311"/>
                      <a:pt x="116638" y="71127"/>
                    </a:cubicBezTo>
                    <a:cubicBezTo>
                      <a:pt x="116638" y="31844"/>
                      <a:pt x="111336" y="0"/>
                      <a:pt x="58319" y="0"/>
                    </a:cubicBezTo>
                    <a:cubicBezTo>
                      <a:pt x="5303" y="0"/>
                      <a:pt x="0" y="31844"/>
                      <a:pt x="0" y="71127"/>
                    </a:cubicBezTo>
                    <a:cubicBezTo>
                      <a:pt x="0" y="121311"/>
                      <a:pt x="40916" y="142255"/>
                      <a:pt x="58319" y="142255"/>
                    </a:cubicBezTo>
                    <a:close/>
                    <a:moveTo>
                      <a:pt x="8716" y="59257"/>
                    </a:moveTo>
                    <a:cubicBezTo>
                      <a:pt x="12813" y="51334"/>
                      <a:pt x="21674" y="42178"/>
                      <a:pt x="40731" y="42585"/>
                    </a:cubicBezTo>
                    <a:cubicBezTo>
                      <a:pt x="40731" y="42585"/>
                      <a:pt x="52089" y="70136"/>
                      <a:pt x="107853" y="57763"/>
                    </a:cubicBezTo>
                    <a:cubicBezTo>
                      <a:pt x="108078" y="62164"/>
                      <a:pt x="108149" y="66655"/>
                      <a:pt x="108149" y="71127"/>
                    </a:cubicBezTo>
                    <a:cubicBezTo>
                      <a:pt x="108149" y="95657"/>
                      <a:pt x="97318" y="110856"/>
                      <a:pt x="88231" y="119287"/>
                    </a:cubicBezTo>
                    <a:cubicBezTo>
                      <a:pt x="76781" y="129910"/>
                      <a:pt x="64069" y="133766"/>
                      <a:pt x="58319" y="133766"/>
                    </a:cubicBezTo>
                    <a:cubicBezTo>
                      <a:pt x="52568" y="133766"/>
                      <a:pt x="39856" y="129910"/>
                      <a:pt x="28407" y="119287"/>
                    </a:cubicBezTo>
                    <a:cubicBezTo>
                      <a:pt x="19320" y="110856"/>
                      <a:pt x="8489" y="95657"/>
                      <a:pt x="8489" y="71127"/>
                    </a:cubicBezTo>
                    <a:cubicBezTo>
                      <a:pt x="8490" y="67159"/>
                      <a:pt x="8547" y="63177"/>
                      <a:pt x="8716" y="59257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A3BE8294-BCC6-BE44-B6AE-194E573702C4}"/>
                  </a:ext>
                </a:extLst>
              </p:cNvPr>
              <p:cNvSpPr/>
              <p:nvPr/>
            </p:nvSpPr>
            <p:spPr>
              <a:xfrm>
                <a:off x="11449494" y="874638"/>
                <a:ext cx="216644" cy="116588"/>
              </a:xfrm>
              <a:custGeom>
                <a:avLst/>
                <a:gdLst>
                  <a:gd name="connsiteX0" fmla="*/ 216592 w 216644"/>
                  <a:gd name="connsiteY0" fmla="*/ 79554 h 116588"/>
                  <a:gd name="connsiteX1" fmla="*/ 195191 w 216644"/>
                  <a:gd name="connsiteY1" fmla="*/ 28718 h 116588"/>
                  <a:gd name="connsiteX2" fmla="*/ 144998 w 216644"/>
                  <a:gd name="connsiteY2" fmla="*/ 598 h 116588"/>
                  <a:gd name="connsiteX3" fmla="*/ 144781 w 216644"/>
                  <a:gd name="connsiteY3" fmla="*/ 483 h 116588"/>
                  <a:gd name="connsiteX4" fmla="*/ 140331 w 216644"/>
                  <a:gd name="connsiteY4" fmla="*/ 873 h 116588"/>
                  <a:gd name="connsiteX5" fmla="*/ 118998 w 216644"/>
                  <a:gd name="connsiteY5" fmla="*/ 11177 h 116588"/>
                  <a:gd name="connsiteX6" fmla="*/ 116064 w 216644"/>
                  <a:gd name="connsiteY6" fmla="*/ 13717 h 116588"/>
                  <a:gd name="connsiteX7" fmla="*/ 108322 w 216644"/>
                  <a:gd name="connsiteY7" fmla="*/ 34125 h 116588"/>
                  <a:gd name="connsiteX8" fmla="*/ 100579 w 216644"/>
                  <a:gd name="connsiteY8" fmla="*/ 13717 h 116588"/>
                  <a:gd name="connsiteX9" fmla="*/ 97646 w 216644"/>
                  <a:gd name="connsiteY9" fmla="*/ 11177 h 116588"/>
                  <a:gd name="connsiteX10" fmla="*/ 76313 w 216644"/>
                  <a:gd name="connsiteY10" fmla="*/ 873 h 116588"/>
                  <a:gd name="connsiteX11" fmla="*/ 71862 w 216644"/>
                  <a:gd name="connsiteY11" fmla="*/ 483 h 116588"/>
                  <a:gd name="connsiteX12" fmla="*/ 21489 w 216644"/>
                  <a:gd name="connsiteY12" fmla="*/ 28693 h 116588"/>
                  <a:gd name="connsiteX13" fmla="*/ 52 w 216644"/>
                  <a:gd name="connsiteY13" fmla="*/ 79554 h 116588"/>
                  <a:gd name="connsiteX14" fmla="*/ 234 w 216644"/>
                  <a:gd name="connsiteY14" fmla="*/ 81568 h 116588"/>
                  <a:gd name="connsiteX15" fmla="*/ 108322 w 216644"/>
                  <a:gd name="connsiteY15" fmla="*/ 116588 h 116588"/>
                  <a:gd name="connsiteX16" fmla="*/ 216409 w 216644"/>
                  <a:gd name="connsiteY16" fmla="*/ 81568 h 116588"/>
                  <a:gd name="connsiteX17" fmla="*/ 216592 w 216644"/>
                  <a:gd name="connsiteY17" fmla="*/ 79554 h 116588"/>
                  <a:gd name="connsiteX18" fmla="*/ 173004 w 216644"/>
                  <a:gd name="connsiteY18" fmla="*/ 68256 h 116588"/>
                  <a:gd name="connsiteX19" fmla="*/ 154489 w 216644"/>
                  <a:gd name="connsiteY19" fmla="*/ 74027 h 116588"/>
                  <a:gd name="connsiteX20" fmla="*/ 135974 w 216644"/>
                  <a:gd name="connsiteY20" fmla="*/ 68256 h 116588"/>
                  <a:gd name="connsiteX21" fmla="*/ 135974 w 216644"/>
                  <a:gd name="connsiteY21" fmla="*/ 58294 h 116588"/>
                  <a:gd name="connsiteX22" fmla="*/ 173004 w 216644"/>
                  <a:gd name="connsiteY22" fmla="*/ 58294 h 116588"/>
                  <a:gd name="connsiteX23" fmla="*/ 173004 w 216644"/>
                  <a:gd name="connsiteY23" fmla="*/ 68256 h 116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6644" h="116588">
                    <a:moveTo>
                      <a:pt x="216592" y="79554"/>
                    </a:moveTo>
                    <a:cubicBezTo>
                      <a:pt x="213615" y="61040"/>
                      <a:pt x="207485" y="37193"/>
                      <a:pt x="195191" y="28718"/>
                    </a:cubicBezTo>
                    <a:cubicBezTo>
                      <a:pt x="186796" y="22930"/>
                      <a:pt x="157505" y="7281"/>
                      <a:pt x="144998" y="598"/>
                    </a:cubicBezTo>
                    <a:lnTo>
                      <a:pt x="144781" y="483"/>
                    </a:lnTo>
                    <a:cubicBezTo>
                      <a:pt x="143352" y="-281"/>
                      <a:pt x="141606" y="-128"/>
                      <a:pt x="140331" y="873"/>
                    </a:cubicBezTo>
                    <a:cubicBezTo>
                      <a:pt x="133779" y="6017"/>
                      <a:pt x="126601" y="9484"/>
                      <a:pt x="118998" y="11177"/>
                    </a:cubicBezTo>
                    <a:cubicBezTo>
                      <a:pt x="117655" y="11476"/>
                      <a:pt x="116552" y="12431"/>
                      <a:pt x="116064" y="13717"/>
                    </a:cubicBezTo>
                    <a:lnTo>
                      <a:pt x="108322" y="34125"/>
                    </a:lnTo>
                    <a:lnTo>
                      <a:pt x="100579" y="13717"/>
                    </a:lnTo>
                    <a:cubicBezTo>
                      <a:pt x="100091" y="12431"/>
                      <a:pt x="98989" y="11476"/>
                      <a:pt x="97646" y="11177"/>
                    </a:cubicBezTo>
                    <a:cubicBezTo>
                      <a:pt x="90043" y="9484"/>
                      <a:pt x="82865" y="6017"/>
                      <a:pt x="76313" y="873"/>
                    </a:cubicBezTo>
                    <a:cubicBezTo>
                      <a:pt x="75038" y="-128"/>
                      <a:pt x="73292" y="-282"/>
                      <a:pt x="71862" y="483"/>
                    </a:cubicBezTo>
                    <a:cubicBezTo>
                      <a:pt x="59503" y="7087"/>
                      <a:pt x="29854" y="23055"/>
                      <a:pt x="21489" y="28693"/>
                    </a:cubicBezTo>
                    <a:cubicBezTo>
                      <a:pt x="7337" y="38227"/>
                      <a:pt x="1148" y="72733"/>
                      <a:pt x="52" y="79554"/>
                    </a:cubicBezTo>
                    <a:cubicBezTo>
                      <a:pt x="-57" y="80230"/>
                      <a:pt x="6" y="80922"/>
                      <a:pt x="234" y="81568"/>
                    </a:cubicBezTo>
                    <a:cubicBezTo>
                      <a:pt x="741" y="82997"/>
                      <a:pt x="13730" y="116588"/>
                      <a:pt x="108322" y="116588"/>
                    </a:cubicBezTo>
                    <a:cubicBezTo>
                      <a:pt x="202914" y="116588"/>
                      <a:pt x="215903" y="82997"/>
                      <a:pt x="216409" y="81568"/>
                    </a:cubicBezTo>
                    <a:cubicBezTo>
                      <a:pt x="216638" y="80922"/>
                      <a:pt x="216701" y="80230"/>
                      <a:pt x="216592" y="79554"/>
                    </a:cubicBezTo>
                    <a:close/>
                    <a:moveTo>
                      <a:pt x="173004" y="68256"/>
                    </a:moveTo>
                    <a:lnTo>
                      <a:pt x="154489" y="74027"/>
                    </a:lnTo>
                    <a:lnTo>
                      <a:pt x="135974" y="68256"/>
                    </a:lnTo>
                    <a:lnTo>
                      <a:pt x="135974" y="58294"/>
                    </a:lnTo>
                    <a:lnTo>
                      <a:pt x="173004" y="58294"/>
                    </a:lnTo>
                    <a:lnTo>
                      <a:pt x="173004" y="68256"/>
                    </a:lnTo>
                    <a:close/>
                  </a:path>
                </a:pathLst>
              </a:custGeom>
              <a:solidFill>
                <a:schemeClr val="accent5"/>
              </a:solidFill>
              <a:ln w="7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55" name="Graphic 53">
            <a:extLst>
              <a:ext uri="{FF2B5EF4-FFF2-40B4-BE49-F238E27FC236}">
                <a16:creationId xmlns:a16="http://schemas.microsoft.com/office/drawing/2014/main" id="{BE2FE1D6-A69A-0A4D-A0EB-62025C2FB1DF}"/>
              </a:ext>
            </a:extLst>
          </p:cNvPr>
          <p:cNvGrpSpPr/>
          <p:nvPr userDrawn="1"/>
        </p:nvGrpSpPr>
        <p:grpSpPr>
          <a:xfrm>
            <a:off x="4530030" y="2643498"/>
            <a:ext cx="243793" cy="243793"/>
            <a:chOff x="4530030" y="2761158"/>
            <a:chExt cx="243793" cy="243793"/>
          </a:xfrm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C34D9F4C-5F97-194C-AB77-C8A9D1D39696}"/>
                </a:ext>
              </a:extLst>
            </p:cNvPr>
            <p:cNvSpPr/>
            <p:nvPr/>
          </p:nvSpPr>
          <p:spPr>
            <a:xfrm>
              <a:off x="4530030" y="2767234"/>
              <a:ext cx="243546" cy="231394"/>
            </a:xfrm>
            <a:custGeom>
              <a:avLst/>
              <a:gdLst>
                <a:gd name="connsiteX0" fmla="*/ 141379 w 243546"/>
                <a:gd name="connsiteY0" fmla="*/ 13404 h 231394"/>
                <a:gd name="connsiteX1" fmla="*/ 139997 w 243546"/>
                <a:gd name="connsiteY1" fmla="*/ 10700 h 231394"/>
                <a:gd name="connsiteX2" fmla="*/ 140496 w 243546"/>
                <a:gd name="connsiteY2" fmla="*/ 10241 h 231394"/>
                <a:gd name="connsiteX3" fmla="*/ 143159 w 243546"/>
                <a:gd name="connsiteY3" fmla="*/ 11338 h 231394"/>
                <a:gd name="connsiteX4" fmla="*/ 146059 w 243546"/>
                <a:gd name="connsiteY4" fmla="*/ 12490 h 231394"/>
                <a:gd name="connsiteX5" fmla="*/ 149655 w 243546"/>
                <a:gd name="connsiteY5" fmla="*/ 13670 h 231394"/>
                <a:gd name="connsiteX6" fmla="*/ 151605 w 243546"/>
                <a:gd name="connsiteY6" fmla="*/ 14137 h 231394"/>
                <a:gd name="connsiteX7" fmla="*/ 152594 w 243546"/>
                <a:gd name="connsiteY7" fmla="*/ 14336 h 231394"/>
                <a:gd name="connsiteX8" fmla="*/ 153585 w 243546"/>
                <a:gd name="connsiteY8" fmla="*/ 14411 h 231394"/>
                <a:gd name="connsiteX9" fmla="*/ 157483 w 243546"/>
                <a:gd name="connsiteY9" fmla="*/ 14375 h 231394"/>
                <a:gd name="connsiteX10" fmla="*/ 159474 w 243546"/>
                <a:gd name="connsiteY10" fmla="*/ 13790 h 231394"/>
                <a:gd name="connsiteX11" fmla="*/ 161482 w 243546"/>
                <a:gd name="connsiteY11" fmla="*/ 12741 h 231394"/>
                <a:gd name="connsiteX12" fmla="*/ 162444 w 243546"/>
                <a:gd name="connsiteY12" fmla="*/ 12098 h 231394"/>
                <a:gd name="connsiteX13" fmla="*/ 163546 w 243546"/>
                <a:gd name="connsiteY13" fmla="*/ 11337 h 231394"/>
                <a:gd name="connsiteX14" fmla="*/ 165918 w 243546"/>
                <a:gd name="connsiteY14" fmla="*/ 9346 h 231394"/>
                <a:gd name="connsiteX15" fmla="*/ 165856 w 243546"/>
                <a:gd name="connsiteY15" fmla="*/ 9441 h 231394"/>
                <a:gd name="connsiteX16" fmla="*/ 165873 w 243546"/>
                <a:gd name="connsiteY16" fmla="*/ 9424 h 231394"/>
                <a:gd name="connsiteX17" fmla="*/ 165913 w 243546"/>
                <a:gd name="connsiteY17" fmla="*/ 9388 h 231394"/>
                <a:gd name="connsiteX18" fmla="*/ 165991 w 243546"/>
                <a:gd name="connsiteY18" fmla="*/ 9321 h 231394"/>
                <a:gd name="connsiteX19" fmla="*/ 166147 w 243546"/>
                <a:gd name="connsiteY19" fmla="*/ 9182 h 231394"/>
                <a:gd name="connsiteX20" fmla="*/ 166460 w 243546"/>
                <a:gd name="connsiteY20" fmla="*/ 8902 h 231394"/>
                <a:gd name="connsiteX21" fmla="*/ 167082 w 243546"/>
                <a:gd name="connsiteY21" fmla="*/ 8357 h 231394"/>
                <a:gd name="connsiteX22" fmla="*/ 168256 w 243546"/>
                <a:gd name="connsiteY22" fmla="*/ 7244 h 231394"/>
                <a:gd name="connsiteX23" fmla="*/ 170667 w 243546"/>
                <a:gd name="connsiteY23" fmla="*/ 5157 h 231394"/>
                <a:gd name="connsiteX24" fmla="*/ 173168 w 243546"/>
                <a:gd name="connsiteY24" fmla="*/ 3199 h 231394"/>
                <a:gd name="connsiteX25" fmla="*/ 175931 w 243546"/>
                <a:gd name="connsiteY25" fmla="*/ 1404 h 231394"/>
                <a:gd name="connsiteX26" fmla="*/ 182315 w 243546"/>
                <a:gd name="connsiteY26" fmla="*/ 67 h 231394"/>
                <a:gd name="connsiteX27" fmla="*/ 183839 w 243546"/>
                <a:gd name="connsiteY27" fmla="*/ 296 h 231394"/>
                <a:gd name="connsiteX28" fmla="*/ 185221 w 243546"/>
                <a:gd name="connsiteY28" fmla="*/ 763 h 231394"/>
                <a:gd name="connsiteX29" fmla="*/ 187672 w 243546"/>
                <a:gd name="connsiteY29" fmla="*/ 1927 h 231394"/>
                <a:gd name="connsiteX30" fmla="*/ 191284 w 243546"/>
                <a:gd name="connsiteY30" fmla="*/ 4743 h 231394"/>
                <a:gd name="connsiteX31" fmla="*/ 193437 w 243546"/>
                <a:gd name="connsiteY31" fmla="*/ 7467 h 231394"/>
                <a:gd name="connsiteX32" fmla="*/ 194494 w 243546"/>
                <a:gd name="connsiteY32" fmla="*/ 9462 h 231394"/>
                <a:gd name="connsiteX33" fmla="*/ 194768 w 243546"/>
                <a:gd name="connsiteY33" fmla="*/ 10228 h 231394"/>
                <a:gd name="connsiteX34" fmla="*/ 194270 w 243546"/>
                <a:gd name="connsiteY34" fmla="*/ 10692 h 231394"/>
                <a:gd name="connsiteX35" fmla="*/ 191563 w 243546"/>
                <a:gd name="connsiteY35" fmla="*/ 9646 h 231394"/>
                <a:gd name="connsiteX36" fmla="*/ 188683 w 243546"/>
                <a:gd name="connsiteY36" fmla="*/ 8480 h 231394"/>
                <a:gd name="connsiteX37" fmla="*/ 185180 w 243546"/>
                <a:gd name="connsiteY37" fmla="*/ 7129 h 231394"/>
                <a:gd name="connsiteX38" fmla="*/ 183268 w 243546"/>
                <a:gd name="connsiteY38" fmla="*/ 6505 h 231394"/>
                <a:gd name="connsiteX39" fmla="*/ 182283 w 243546"/>
                <a:gd name="connsiteY39" fmla="*/ 6200 h 231394"/>
                <a:gd name="connsiteX40" fmla="*/ 181293 w 243546"/>
                <a:gd name="connsiteY40" fmla="*/ 5940 h 231394"/>
                <a:gd name="connsiteX41" fmla="*/ 176855 w 243546"/>
                <a:gd name="connsiteY41" fmla="*/ 4895 h 231394"/>
                <a:gd name="connsiteX42" fmla="*/ 174309 w 243546"/>
                <a:gd name="connsiteY42" fmla="*/ 5306 h 231394"/>
                <a:gd name="connsiteX43" fmla="*/ 171985 w 243546"/>
                <a:gd name="connsiteY43" fmla="*/ 6724 h 231394"/>
                <a:gd name="connsiteX44" fmla="*/ 170174 w 243546"/>
                <a:gd name="connsiteY44" fmla="*/ 8880 h 231394"/>
                <a:gd name="connsiteX45" fmla="*/ 169524 w 243546"/>
                <a:gd name="connsiteY45" fmla="*/ 10180 h 231394"/>
                <a:gd name="connsiteX46" fmla="*/ 169226 w 243546"/>
                <a:gd name="connsiteY46" fmla="*/ 10835 h 231394"/>
                <a:gd name="connsiteX47" fmla="*/ 169080 w 243546"/>
                <a:gd name="connsiteY47" fmla="*/ 11160 h 231394"/>
                <a:gd name="connsiteX48" fmla="*/ 169009 w 243546"/>
                <a:gd name="connsiteY48" fmla="*/ 11327 h 231394"/>
                <a:gd name="connsiteX49" fmla="*/ 168973 w 243546"/>
                <a:gd name="connsiteY49" fmla="*/ 11402 h 231394"/>
                <a:gd name="connsiteX50" fmla="*/ 168956 w 243546"/>
                <a:gd name="connsiteY50" fmla="*/ 11442 h 231394"/>
                <a:gd name="connsiteX51" fmla="*/ 168945 w 243546"/>
                <a:gd name="connsiteY51" fmla="*/ 11467 h 231394"/>
                <a:gd name="connsiteX52" fmla="*/ 168856 w 243546"/>
                <a:gd name="connsiteY52" fmla="*/ 11604 h 231394"/>
                <a:gd name="connsiteX53" fmla="*/ 167578 w 243546"/>
                <a:gd name="connsiteY53" fmla="*/ 14423 h 231394"/>
                <a:gd name="connsiteX54" fmla="*/ 165410 w 243546"/>
                <a:gd name="connsiteY54" fmla="*/ 17262 h 231394"/>
                <a:gd name="connsiteX55" fmla="*/ 162595 w 243546"/>
                <a:gd name="connsiteY55" fmla="*/ 19583 h 231394"/>
                <a:gd name="connsiteX56" fmla="*/ 159272 w 243546"/>
                <a:gd name="connsiteY56" fmla="*/ 21191 h 231394"/>
                <a:gd name="connsiteX57" fmla="*/ 152352 w 243546"/>
                <a:gd name="connsiteY57" fmla="*/ 21432 h 231394"/>
                <a:gd name="connsiteX58" fmla="*/ 149450 w 243546"/>
                <a:gd name="connsiteY58" fmla="*/ 20442 h 231394"/>
                <a:gd name="connsiteX59" fmla="*/ 147038 w 243546"/>
                <a:gd name="connsiteY59" fmla="*/ 19127 h 231394"/>
                <a:gd name="connsiteX60" fmla="*/ 143514 w 243546"/>
                <a:gd name="connsiteY60" fmla="*/ 16140 h 231394"/>
                <a:gd name="connsiteX61" fmla="*/ 141379 w 243546"/>
                <a:gd name="connsiteY61" fmla="*/ 13404 h 231394"/>
                <a:gd name="connsiteX62" fmla="*/ 243547 w 243546"/>
                <a:gd name="connsiteY62" fmla="*/ 173334 h 231394"/>
                <a:gd name="connsiteX63" fmla="*/ 243547 w 243546"/>
                <a:gd name="connsiteY63" fmla="*/ 231395 h 231394"/>
                <a:gd name="connsiteX64" fmla="*/ 0 w 243546"/>
                <a:gd name="connsiteY64" fmla="*/ 231395 h 231394"/>
                <a:gd name="connsiteX65" fmla="*/ 0 w 243546"/>
                <a:gd name="connsiteY65" fmla="*/ 173334 h 231394"/>
                <a:gd name="connsiteX66" fmla="*/ 16590 w 243546"/>
                <a:gd name="connsiteY66" fmla="*/ 173334 h 231394"/>
                <a:gd name="connsiteX67" fmla="*/ 16590 w 243546"/>
                <a:gd name="connsiteY67" fmla="*/ 108113 h 231394"/>
                <a:gd name="connsiteX68" fmla="*/ 63340 w 243546"/>
                <a:gd name="connsiteY68" fmla="*/ 75312 h 231394"/>
                <a:gd name="connsiteX69" fmla="*/ 63340 w 243546"/>
                <a:gd name="connsiteY69" fmla="*/ 108113 h 231394"/>
                <a:gd name="connsiteX70" fmla="*/ 110083 w 243546"/>
                <a:gd name="connsiteY70" fmla="*/ 75312 h 231394"/>
                <a:gd name="connsiteX71" fmla="*/ 110083 w 243546"/>
                <a:gd name="connsiteY71" fmla="*/ 108113 h 231394"/>
                <a:gd name="connsiteX72" fmla="*/ 156835 w 243546"/>
                <a:gd name="connsiteY72" fmla="*/ 75312 h 231394"/>
                <a:gd name="connsiteX73" fmla="*/ 156835 w 243546"/>
                <a:gd name="connsiteY73" fmla="*/ 139784 h 231394"/>
                <a:gd name="connsiteX74" fmla="*/ 172965 w 243546"/>
                <a:gd name="connsiteY74" fmla="*/ 139784 h 231394"/>
                <a:gd name="connsiteX75" fmla="*/ 181725 w 243546"/>
                <a:gd name="connsiteY75" fmla="*/ 25738 h 231394"/>
                <a:gd name="connsiteX76" fmla="*/ 208462 w 243546"/>
                <a:gd name="connsiteY76" fmla="*/ 25738 h 231394"/>
                <a:gd name="connsiteX77" fmla="*/ 216130 w 243546"/>
                <a:gd name="connsiteY77" fmla="*/ 139784 h 231394"/>
                <a:gd name="connsiteX78" fmla="*/ 234118 w 243546"/>
                <a:gd name="connsiteY78" fmla="*/ 139784 h 231394"/>
                <a:gd name="connsiteX79" fmla="*/ 234118 w 243546"/>
                <a:gd name="connsiteY79" fmla="*/ 173339 h 231394"/>
                <a:gd name="connsiteX80" fmla="*/ 243546 w 243546"/>
                <a:gd name="connsiteY80" fmla="*/ 173339 h 231394"/>
                <a:gd name="connsiteX81" fmla="*/ 243546 w 243546"/>
                <a:gd name="connsiteY81" fmla="*/ 173334 h 231394"/>
                <a:gd name="connsiteX82" fmla="*/ 76345 w 243546"/>
                <a:gd name="connsiteY82" fmla="*/ 148262 h 231394"/>
                <a:gd name="connsiteX83" fmla="*/ 39590 w 243546"/>
                <a:gd name="connsiteY83" fmla="*/ 148262 h 231394"/>
                <a:gd name="connsiteX84" fmla="*/ 39590 w 243546"/>
                <a:gd name="connsiteY84" fmla="*/ 182192 h 231394"/>
                <a:gd name="connsiteX85" fmla="*/ 76345 w 243546"/>
                <a:gd name="connsiteY85" fmla="*/ 182192 h 231394"/>
                <a:gd name="connsiteX86" fmla="*/ 76345 w 243546"/>
                <a:gd name="connsiteY86" fmla="*/ 148262 h 231394"/>
                <a:gd name="connsiteX87" fmla="*/ 139679 w 243546"/>
                <a:gd name="connsiteY87" fmla="*/ 148262 h 231394"/>
                <a:gd name="connsiteX88" fmla="*/ 102923 w 243546"/>
                <a:gd name="connsiteY88" fmla="*/ 148262 h 231394"/>
                <a:gd name="connsiteX89" fmla="*/ 102923 w 243546"/>
                <a:gd name="connsiteY89" fmla="*/ 182192 h 231394"/>
                <a:gd name="connsiteX90" fmla="*/ 139679 w 243546"/>
                <a:gd name="connsiteY90" fmla="*/ 182192 h 231394"/>
                <a:gd name="connsiteX91" fmla="*/ 139679 w 243546"/>
                <a:gd name="connsiteY91" fmla="*/ 148262 h 231394"/>
                <a:gd name="connsiteX92" fmla="*/ 203809 w 243546"/>
                <a:gd name="connsiteY92" fmla="*/ 148262 h 231394"/>
                <a:gd name="connsiteX93" fmla="*/ 167054 w 243546"/>
                <a:gd name="connsiteY93" fmla="*/ 148262 h 231394"/>
                <a:gd name="connsiteX94" fmla="*/ 167054 w 243546"/>
                <a:gd name="connsiteY94" fmla="*/ 182192 h 231394"/>
                <a:gd name="connsiteX95" fmla="*/ 203809 w 243546"/>
                <a:gd name="connsiteY95" fmla="*/ 182192 h 231394"/>
                <a:gd name="connsiteX96" fmla="*/ 203809 w 243546"/>
                <a:gd name="connsiteY96" fmla="*/ 148262 h 23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243546" h="231394">
                  <a:moveTo>
                    <a:pt x="141379" y="13404"/>
                  </a:moveTo>
                  <a:cubicBezTo>
                    <a:pt x="140333" y="11790"/>
                    <a:pt x="139997" y="10700"/>
                    <a:pt x="139997" y="10700"/>
                  </a:cubicBezTo>
                  <a:lnTo>
                    <a:pt x="140496" y="10241"/>
                  </a:lnTo>
                  <a:cubicBezTo>
                    <a:pt x="140496" y="10241"/>
                    <a:pt x="141465" y="10644"/>
                    <a:pt x="143159" y="11338"/>
                  </a:cubicBezTo>
                  <a:cubicBezTo>
                    <a:pt x="143958" y="11657"/>
                    <a:pt x="144937" y="12048"/>
                    <a:pt x="146059" y="12490"/>
                  </a:cubicBezTo>
                  <a:cubicBezTo>
                    <a:pt x="147164" y="12890"/>
                    <a:pt x="148366" y="13357"/>
                    <a:pt x="149655" y="13670"/>
                  </a:cubicBezTo>
                  <a:cubicBezTo>
                    <a:pt x="150290" y="13866"/>
                    <a:pt x="150936" y="14062"/>
                    <a:pt x="151605" y="14137"/>
                  </a:cubicBezTo>
                  <a:cubicBezTo>
                    <a:pt x="151941" y="14182"/>
                    <a:pt x="152261" y="14274"/>
                    <a:pt x="152594" y="14336"/>
                  </a:cubicBezTo>
                  <a:cubicBezTo>
                    <a:pt x="152925" y="14358"/>
                    <a:pt x="153256" y="14369"/>
                    <a:pt x="153585" y="14411"/>
                  </a:cubicBezTo>
                  <a:cubicBezTo>
                    <a:pt x="154916" y="14590"/>
                    <a:pt x="156140" y="14445"/>
                    <a:pt x="157483" y="14375"/>
                  </a:cubicBezTo>
                  <a:cubicBezTo>
                    <a:pt x="158105" y="14146"/>
                    <a:pt x="158797" y="14082"/>
                    <a:pt x="159474" y="13790"/>
                  </a:cubicBezTo>
                  <a:cubicBezTo>
                    <a:pt x="160095" y="13424"/>
                    <a:pt x="160906" y="13211"/>
                    <a:pt x="161482" y="12741"/>
                  </a:cubicBezTo>
                  <a:cubicBezTo>
                    <a:pt x="161787" y="12532"/>
                    <a:pt x="162104" y="12314"/>
                    <a:pt x="162444" y="12098"/>
                  </a:cubicBezTo>
                  <a:cubicBezTo>
                    <a:pt x="162796" y="11900"/>
                    <a:pt x="163172" y="11743"/>
                    <a:pt x="163546" y="11337"/>
                  </a:cubicBezTo>
                  <a:lnTo>
                    <a:pt x="165918" y="9346"/>
                  </a:lnTo>
                  <a:cubicBezTo>
                    <a:pt x="165940" y="9316"/>
                    <a:pt x="165779" y="9550"/>
                    <a:pt x="165856" y="9441"/>
                  </a:cubicBezTo>
                  <a:lnTo>
                    <a:pt x="165873" y="9424"/>
                  </a:lnTo>
                  <a:lnTo>
                    <a:pt x="165913" y="9388"/>
                  </a:lnTo>
                  <a:lnTo>
                    <a:pt x="165991" y="9321"/>
                  </a:lnTo>
                  <a:lnTo>
                    <a:pt x="166147" y="9182"/>
                  </a:lnTo>
                  <a:lnTo>
                    <a:pt x="166460" y="8902"/>
                  </a:lnTo>
                  <a:lnTo>
                    <a:pt x="167082" y="8357"/>
                  </a:lnTo>
                  <a:lnTo>
                    <a:pt x="168256" y="7244"/>
                  </a:lnTo>
                  <a:cubicBezTo>
                    <a:pt x="168994" y="6483"/>
                    <a:pt x="169923" y="5890"/>
                    <a:pt x="170667" y="5157"/>
                  </a:cubicBezTo>
                  <a:cubicBezTo>
                    <a:pt x="171400" y="4399"/>
                    <a:pt x="172385" y="3935"/>
                    <a:pt x="173168" y="3199"/>
                  </a:cubicBezTo>
                  <a:cubicBezTo>
                    <a:pt x="174006" y="2539"/>
                    <a:pt x="174986" y="2044"/>
                    <a:pt x="175931" y="1404"/>
                  </a:cubicBezTo>
                  <a:cubicBezTo>
                    <a:pt x="177917" y="469"/>
                    <a:pt x="180237" y="-224"/>
                    <a:pt x="182315" y="67"/>
                  </a:cubicBezTo>
                  <a:cubicBezTo>
                    <a:pt x="182836" y="123"/>
                    <a:pt x="183342" y="204"/>
                    <a:pt x="183839" y="296"/>
                  </a:cubicBezTo>
                  <a:cubicBezTo>
                    <a:pt x="184321" y="430"/>
                    <a:pt x="184773" y="596"/>
                    <a:pt x="185221" y="763"/>
                  </a:cubicBezTo>
                  <a:cubicBezTo>
                    <a:pt x="186138" y="1066"/>
                    <a:pt x="186927" y="1499"/>
                    <a:pt x="187672" y="1927"/>
                  </a:cubicBezTo>
                  <a:cubicBezTo>
                    <a:pt x="189158" y="2786"/>
                    <a:pt x="190340" y="3781"/>
                    <a:pt x="191284" y="4743"/>
                  </a:cubicBezTo>
                  <a:cubicBezTo>
                    <a:pt x="192223" y="5708"/>
                    <a:pt x="192929" y="6648"/>
                    <a:pt x="193437" y="7467"/>
                  </a:cubicBezTo>
                  <a:cubicBezTo>
                    <a:pt x="193970" y="8269"/>
                    <a:pt x="194277" y="8978"/>
                    <a:pt x="194494" y="9462"/>
                  </a:cubicBezTo>
                  <a:cubicBezTo>
                    <a:pt x="194674" y="9960"/>
                    <a:pt x="194768" y="10228"/>
                    <a:pt x="194768" y="10228"/>
                  </a:cubicBezTo>
                  <a:lnTo>
                    <a:pt x="194270" y="10692"/>
                  </a:lnTo>
                  <a:cubicBezTo>
                    <a:pt x="194270" y="10692"/>
                    <a:pt x="193203" y="10331"/>
                    <a:pt x="191563" y="9646"/>
                  </a:cubicBezTo>
                  <a:cubicBezTo>
                    <a:pt x="190764" y="9327"/>
                    <a:pt x="189795" y="8928"/>
                    <a:pt x="188683" y="8480"/>
                  </a:cubicBezTo>
                  <a:cubicBezTo>
                    <a:pt x="187609" y="8038"/>
                    <a:pt x="186428" y="7551"/>
                    <a:pt x="185180" y="7129"/>
                  </a:cubicBezTo>
                  <a:cubicBezTo>
                    <a:pt x="184559" y="6900"/>
                    <a:pt x="183917" y="6662"/>
                    <a:pt x="183268" y="6505"/>
                  </a:cubicBezTo>
                  <a:cubicBezTo>
                    <a:pt x="182938" y="6424"/>
                    <a:pt x="182614" y="6295"/>
                    <a:pt x="182283" y="6200"/>
                  </a:cubicBezTo>
                  <a:cubicBezTo>
                    <a:pt x="181953" y="6133"/>
                    <a:pt x="181624" y="6049"/>
                    <a:pt x="181293" y="5940"/>
                  </a:cubicBezTo>
                  <a:cubicBezTo>
                    <a:pt x="179953" y="5504"/>
                    <a:pt x="178569" y="5073"/>
                    <a:pt x="176855" y="4895"/>
                  </a:cubicBezTo>
                  <a:cubicBezTo>
                    <a:pt x="176068" y="4998"/>
                    <a:pt x="175128" y="4965"/>
                    <a:pt x="174309" y="5306"/>
                  </a:cubicBezTo>
                  <a:cubicBezTo>
                    <a:pt x="173522" y="5706"/>
                    <a:pt x="172617" y="6013"/>
                    <a:pt x="171985" y="6724"/>
                  </a:cubicBezTo>
                  <a:cubicBezTo>
                    <a:pt x="171348" y="7409"/>
                    <a:pt x="170620" y="8008"/>
                    <a:pt x="170174" y="8880"/>
                  </a:cubicBezTo>
                  <a:lnTo>
                    <a:pt x="169524" y="10180"/>
                  </a:lnTo>
                  <a:lnTo>
                    <a:pt x="169226" y="10835"/>
                  </a:lnTo>
                  <a:lnTo>
                    <a:pt x="169080" y="11160"/>
                  </a:lnTo>
                  <a:lnTo>
                    <a:pt x="169009" y="11327"/>
                  </a:lnTo>
                  <a:lnTo>
                    <a:pt x="168973" y="11402"/>
                  </a:lnTo>
                  <a:lnTo>
                    <a:pt x="168956" y="11442"/>
                  </a:lnTo>
                  <a:lnTo>
                    <a:pt x="168945" y="11467"/>
                  </a:lnTo>
                  <a:cubicBezTo>
                    <a:pt x="169009" y="11372"/>
                    <a:pt x="168845" y="11618"/>
                    <a:pt x="168856" y="11604"/>
                  </a:cubicBezTo>
                  <a:lnTo>
                    <a:pt x="167578" y="14423"/>
                  </a:lnTo>
                  <a:cubicBezTo>
                    <a:pt x="167158" y="15332"/>
                    <a:pt x="166196" y="16358"/>
                    <a:pt x="165410" y="17262"/>
                  </a:cubicBezTo>
                  <a:cubicBezTo>
                    <a:pt x="164613" y="18246"/>
                    <a:pt x="163545" y="18811"/>
                    <a:pt x="162595" y="19583"/>
                  </a:cubicBezTo>
                  <a:cubicBezTo>
                    <a:pt x="161600" y="20282"/>
                    <a:pt x="160385" y="20685"/>
                    <a:pt x="159272" y="21191"/>
                  </a:cubicBezTo>
                  <a:cubicBezTo>
                    <a:pt x="156906" y="21867"/>
                    <a:pt x="154433" y="21988"/>
                    <a:pt x="152352" y="21432"/>
                  </a:cubicBezTo>
                  <a:cubicBezTo>
                    <a:pt x="151290" y="21197"/>
                    <a:pt x="150312" y="20889"/>
                    <a:pt x="149450" y="20442"/>
                  </a:cubicBezTo>
                  <a:cubicBezTo>
                    <a:pt x="148548" y="20061"/>
                    <a:pt x="147771" y="19586"/>
                    <a:pt x="147038" y="19127"/>
                  </a:cubicBezTo>
                  <a:cubicBezTo>
                    <a:pt x="145581" y="18163"/>
                    <a:pt x="144427" y="17141"/>
                    <a:pt x="143514" y="16140"/>
                  </a:cubicBezTo>
                  <a:cubicBezTo>
                    <a:pt x="142582" y="15172"/>
                    <a:pt x="141892" y="14215"/>
                    <a:pt x="141379" y="13404"/>
                  </a:cubicBezTo>
                  <a:close/>
                  <a:moveTo>
                    <a:pt x="243547" y="173334"/>
                  </a:moveTo>
                  <a:lnTo>
                    <a:pt x="243547" y="231395"/>
                  </a:lnTo>
                  <a:lnTo>
                    <a:pt x="0" y="231395"/>
                  </a:lnTo>
                  <a:lnTo>
                    <a:pt x="0" y="173334"/>
                  </a:lnTo>
                  <a:lnTo>
                    <a:pt x="16590" y="173334"/>
                  </a:lnTo>
                  <a:lnTo>
                    <a:pt x="16590" y="108113"/>
                  </a:lnTo>
                  <a:lnTo>
                    <a:pt x="63340" y="75312"/>
                  </a:lnTo>
                  <a:lnTo>
                    <a:pt x="63340" y="108113"/>
                  </a:lnTo>
                  <a:lnTo>
                    <a:pt x="110083" y="75312"/>
                  </a:lnTo>
                  <a:lnTo>
                    <a:pt x="110083" y="108113"/>
                  </a:lnTo>
                  <a:lnTo>
                    <a:pt x="156835" y="75312"/>
                  </a:lnTo>
                  <a:lnTo>
                    <a:pt x="156835" y="139784"/>
                  </a:lnTo>
                  <a:lnTo>
                    <a:pt x="172965" y="139784"/>
                  </a:lnTo>
                  <a:lnTo>
                    <a:pt x="181725" y="25738"/>
                  </a:lnTo>
                  <a:lnTo>
                    <a:pt x="208462" y="25738"/>
                  </a:lnTo>
                  <a:lnTo>
                    <a:pt x="216130" y="139784"/>
                  </a:lnTo>
                  <a:lnTo>
                    <a:pt x="234118" y="139784"/>
                  </a:lnTo>
                  <a:lnTo>
                    <a:pt x="234118" y="173339"/>
                  </a:lnTo>
                  <a:lnTo>
                    <a:pt x="243546" y="173339"/>
                  </a:lnTo>
                  <a:lnTo>
                    <a:pt x="243546" y="173334"/>
                  </a:lnTo>
                  <a:close/>
                  <a:moveTo>
                    <a:pt x="76345" y="148262"/>
                  </a:moveTo>
                  <a:lnTo>
                    <a:pt x="39590" y="148262"/>
                  </a:lnTo>
                  <a:lnTo>
                    <a:pt x="39590" y="182192"/>
                  </a:lnTo>
                  <a:lnTo>
                    <a:pt x="76345" y="182192"/>
                  </a:lnTo>
                  <a:lnTo>
                    <a:pt x="76345" y="148262"/>
                  </a:lnTo>
                  <a:close/>
                  <a:moveTo>
                    <a:pt x="139679" y="148262"/>
                  </a:moveTo>
                  <a:lnTo>
                    <a:pt x="102923" y="148262"/>
                  </a:lnTo>
                  <a:lnTo>
                    <a:pt x="102923" y="182192"/>
                  </a:lnTo>
                  <a:lnTo>
                    <a:pt x="139679" y="182192"/>
                  </a:lnTo>
                  <a:lnTo>
                    <a:pt x="139679" y="148262"/>
                  </a:lnTo>
                  <a:close/>
                  <a:moveTo>
                    <a:pt x="203809" y="148262"/>
                  </a:moveTo>
                  <a:lnTo>
                    <a:pt x="167054" y="148262"/>
                  </a:lnTo>
                  <a:lnTo>
                    <a:pt x="167054" y="182192"/>
                  </a:lnTo>
                  <a:lnTo>
                    <a:pt x="203809" y="182192"/>
                  </a:lnTo>
                  <a:lnTo>
                    <a:pt x="203809" y="148262"/>
                  </a:lnTo>
                  <a:close/>
                </a:path>
              </a:pathLst>
            </a:custGeom>
            <a:solidFill>
              <a:schemeClr val="accent6"/>
            </a:solidFill>
            <a:ln w="4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3" name="Text Placeholder 11">
            <a:extLst>
              <a:ext uri="{FF2B5EF4-FFF2-40B4-BE49-F238E27FC236}">
                <a16:creationId xmlns:a16="http://schemas.microsoft.com/office/drawing/2014/main" id="{6C70D29B-797A-1947-809A-D70512A5B52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310023" y="3065254"/>
            <a:ext cx="2194447" cy="1421357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grpSp>
        <p:nvGrpSpPr>
          <p:cNvPr id="59" name="Graphic 57">
            <a:extLst>
              <a:ext uri="{FF2B5EF4-FFF2-40B4-BE49-F238E27FC236}">
                <a16:creationId xmlns:a16="http://schemas.microsoft.com/office/drawing/2014/main" id="{C5F00AC4-3AD3-2140-9C57-00A050688CB3}"/>
              </a:ext>
            </a:extLst>
          </p:cNvPr>
          <p:cNvGrpSpPr/>
          <p:nvPr userDrawn="1"/>
        </p:nvGrpSpPr>
        <p:grpSpPr>
          <a:xfrm>
            <a:off x="9003303" y="2586432"/>
            <a:ext cx="376800" cy="376800"/>
            <a:chOff x="9003303" y="2704092"/>
            <a:chExt cx="376800" cy="376800"/>
          </a:xfrm>
        </p:grpSpPr>
        <p:grpSp>
          <p:nvGrpSpPr>
            <p:cNvPr id="60" name="Graphic 57">
              <a:extLst>
                <a:ext uri="{FF2B5EF4-FFF2-40B4-BE49-F238E27FC236}">
                  <a16:creationId xmlns:a16="http://schemas.microsoft.com/office/drawing/2014/main" id="{C5F00AC4-3AD3-2140-9C57-00A050688CB3}"/>
                </a:ext>
              </a:extLst>
            </p:cNvPr>
            <p:cNvGrpSpPr/>
            <p:nvPr/>
          </p:nvGrpSpPr>
          <p:grpSpPr>
            <a:xfrm>
              <a:off x="9003303" y="2776985"/>
              <a:ext cx="376598" cy="230811"/>
              <a:chOff x="9003303" y="2776985"/>
              <a:chExt cx="376598" cy="230811"/>
            </a:xfrm>
            <a:solidFill>
              <a:srgbClr val="5F8ECA"/>
            </a:solidFill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BA3621F9-9E44-1D46-97EC-E4C2B8DEEEAE}"/>
                  </a:ext>
                </a:extLst>
              </p:cNvPr>
              <p:cNvSpPr/>
              <p:nvPr/>
            </p:nvSpPr>
            <p:spPr>
              <a:xfrm>
                <a:off x="9087901" y="2941625"/>
                <a:ext cx="66180" cy="66171"/>
              </a:xfrm>
              <a:custGeom>
                <a:avLst/>
                <a:gdLst>
                  <a:gd name="connsiteX0" fmla="*/ 33089 w 66180"/>
                  <a:gd name="connsiteY0" fmla="*/ 0 h 66171"/>
                  <a:gd name="connsiteX1" fmla="*/ 0 w 66180"/>
                  <a:gd name="connsiteY1" fmla="*/ 33085 h 66171"/>
                  <a:gd name="connsiteX2" fmla="*/ 33089 w 66180"/>
                  <a:gd name="connsiteY2" fmla="*/ 66171 h 66171"/>
                  <a:gd name="connsiteX3" fmla="*/ 66181 w 66180"/>
                  <a:gd name="connsiteY3" fmla="*/ 33085 h 66171"/>
                  <a:gd name="connsiteX4" fmla="*/ 33089 w 66180"/>
                  <a:gd name="connsiteY4" fmla="*/ 0 h 66171"/>
                  <a:gd name="connsiteX5" fmla="*/ 33089 w 66180"/>
                  <a:gd name="connsiteY5" fmla="*/ 47469 h 66171"/>
                  <a:gd name="connsiteX6" fmla="*/ 18706 w 66180"/>
                  <a:gd name="connsiteY6" fmla="*/ 33085 h 66171"/>
                  <a:gd name="connsiteX7" fmla="*/ 33089 w 66180"/>
                  <a:gd name="connsiteY7" fmla="*/ 18701 h 66171"/>
                  <a:gd name="connsiteX8" fmla="*/ 47478 w 66180"/>
                  <a:gd name="connsiteY8" fmla="*/ 33085 h 66171"/>
                  <a:gd name="connsiteX9" fmla="*/ 33089 w 66180"/>
                  <a:gd name="connsiteY9" fmla="*/ 47469 h 66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180" h="66171">
                    <a:moveTo>
                      <a:pt x="33089" y="0"/>
                    </a:moveTo>
                    <a:cubicBezTo>
                      <a:pt x="14812" y="0"/>
                      <a:pt x="0" y="14806"/>
                      <a:pt x="0" y="33085"/>
                    </a:cubicBezTo>
                    <a:cubicBezTo>
                      <a:pt x="0" y="51365"/>
                      <a:pt x="14812" y="66171"/>
                      <a:pt x="33089" y="66171"/>
                    </a:cubicBezTo>
                    <a:cubicBezTo>
                      <a:pt x="51373" y="66171"/>
                      <a:pt x="66181" y="51365"/>
                      <a:pt x="66181" y="33085"/>
                    </a:cubicBezTo>
                    <a:cubicBezTo>
                      <a:pt x="66181" y="14806"/>
                      <a:pt x="51373" y="0"/>
                      <a:pt x="33089" y="0"/>
                    </a:cubicBezTo>
                    <a:close/>
                    <a:moveTo>
                      <a:pt x="33089" y="47469"/>
                    </a:moveTo>
                    <a:cubicBezTo>
                      <a:pt x="25144" y="47469"/>
                      <a:pt x="18706" y="41030"/>
                      <a:pt x="18706" y="33085"/>
                    </a:cubicBezTo>
                    <a:cubicBezTo>
                      <a:pt x="18706" y="25136"/>
                      <a:pt x="25144" y="18701"/>
                      <a:pt x="33089" y="18701"/>
                    </a:cubicBezTo>
                    <a:cubicBezTo>
                      <a:pt x="41035" y="18701"/>
                      <a:pt x="47478" y="25136"/>
                      <a:pt x="47478" y="33085"/>
                    </a:cubicBezTo>
                    <a:cubicBezTo>
                      <a:pt x="47478" y="41030"/>
                      <a:pt x="41035" y="47469"/>
                      <a:pt x="33089" y="474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E38C3DA5-22AD-2348-AF06-CDA2A86A664B}"/>
                  </a:ext>
                </a:extLst>
              </p:cNvPr>
              <p:cNvSpPr/>
              <p:nvPr/>
            </p:nvSpPr>
            <p:spPr>
              <a:xfrm>
                <a:off x="9262385" y="2941625"/>
                <a:ext cx="66179" cy="66171"/>
              </a:xfrm>
              <a:custGeom>
                <a:avLst/>
                <a:gdLst>
                  <a:gd name="connsiteX0" fmla="*/ 33088 w 66179"/>
                  <a:gd name="connsiteY0" fmla="*/ 0 h 66171"/>
                  <a:gd name="connsiteX1" fmla="*/ 0 w 66179"/>
                  <a:gd name="connsiteY1" fmla="*/ 33085 h 66171"/>
                  <a:gd name="connsiteX2" fmla="*/ 33088 w 66179"/>
                  <a:gd name="connsiteY2" fmla="*/ 66171 h 66171"/>
                  <a:gd name="connsiteX3" fmla="*/ 66180 w 66179"/>
                  <a:gd name="connsiteY3" fmla="*/ 33085 h 66171"/>
                  <a:gd name="connsiteX4" fmla="*/ 33088 w 66179"/>
                  <a:gd name="connsiteY4" fmla="*/ 0 h 66171"/>
                  <a:gd name="connsiteX5" fmla="*/ 33088 w 66179"/>
                  <a:gd name="connsiteY5" fmla="*/ 47469 h 66171"/>
                  <a:gd name="connsiteX6" fmla="*/ 18706 w 66179"/>
                  <a:gd name="connsiteY6" fmla="*/ 33085 h 66171"/>
                  <a:gd name="connsiteX7" fmla="*/ 33088 w 66179"/>
                  <a:gd name="connsiteY7" fmla="*/ 18701 h 66171"/>
                  <a:gd name="connsiteX8" fmla="*/ 47478 w 66179"/>
                  <a:gd name="connsiteY8" fmla="*/ 33085 h 66171"/>
                  <a:gd name="connsiteX9" fmla="*/ 33088 w 66179"/>
                  <a:gd name="connsiteY9" fmla="*/ 47469 h 66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179" h="66171">
                    <a:moveTo>
                      <a:pt x="33088" y="0"/>
                    </a:moveTo>
                    <a:cubicBezTo>
                      <a:pt x="14811" y="0"/>
                      <a:pt x="0" y="14806"/>
                      <a:pt x="0" y="33085"/>
                    </a:cubicBezTo>
                    <a:cubicBezTo>
                      <a:pt x="0" y="51365"/>
                      <a:pt x="14811" y="66171"/>
                      <a:pt x="33088" y="66171"/>
                    </a:cubicBezTo>
                    <a:cubicBezTo>
                      <a:pt x="51373" y="66171"/>
                      <a:pt x="66180" y="51365"/>
                      <a:pt x="66180" y="33085"/>
                    </a:cubicBezTo>
                    <a:cubicBezTo>
                      <a:pt x="66180" y="14806"/>
                      <a:pt x="51373" y="0"/>
                      <a:pt x="33088" y="0"/>
                    </a:cubicBezTo>
                    <a:close/>
                    <a:moveTo>
                      <a:pt x="33088" y="47469"/>
                    </a:moveTo>
                    <a:cubicBezTo>
                      <a:pt x="25143" y="47469"/>
                      <a:pt x="18706" y="41030"/>
                      <a:pt x="18706" y="33085"/>
                    </a:cubicBezTo>
                    <a:cubicBezTo>
                      <a:pt x="18706" y="25136"/>
                      <a:pt x="25143" y="18701"/>
                      <a:pt x="33088" y="18701"/>
                    </a:cubicBezTo>
                    <a:cubicBezTo>
                      <a:pt x="41035" y="18701"/>
                      <a:pt x="47478" y="25136"/>
                      <a:pt x="47478" y="33085"/>
                    </a:cubicBezTo>
                    <a:cubicBezTo>
                      <a:pt x="47478" y="41030"/>
                      <a:pt x="41035" y="47469"/>
                      <a:pt x="33088" y="474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B107E180-C738-0E4C-9266-C8A1E83960C3}"/>
                  </a:ext>
                </a:extLst>
              </p:cNvPr>
              <p:cNvSpPr/>
              <p:nvPr/>
            </p:nvSpPr>
            <p:spPr>
              <a:xfrm>
                <a:off x="9025036" y="2826475"/>
                <a:ext cx="133179" cy="21915"/>
              </a:xfrm>
              <a:custGeom>
                <a:avLst/>
                <a:gdLst>
                  <a:gd name="connsiteX0" fmla="*/ 133180 w 133179"/>
                  <a:gd name="connsiteY0" fmla="*/ 13486 h 21915"/>
                  <a:gd name="connsiteX1" fmla="*/ 124750 w 133179"/>
                  <a:gd name="connsiteY1" fmla="*/ 21916 h 21915"/>
                  <a:gd name="connsiteX2" fmla="*/ 8428 w 133179"/>
                  <a:gd name="connsiteY2" fmla="*/ 21916 h 21915"/>
                  <a:gd name="connsiteX3" fmla="*/ 0 w 133179"/>
                  <a:gd name="connsiteY3" fmla="*/ 13486 h 21915"/>
                  <a:gd name="connsiteX4" fmla="*/ 0 w 133179"/>
                  <a:gd name="connsiteY4" fmla="*/ 8428 h 21915"/>
                  <a:gd name="connsiteX5" fmla="*/ 8428 w 133179"/>
                  <a:gd name="connsiteY5" fmla="*/ 0 h 21915"/>
                  <a:gd name="connsiteX6" fmla="*/ 124750 w 133179"/>
                  <a:gd name="connsiteY6" fmla="*/ 0 h 21915"/>
                  <a:gd name="connsiteX7" fmla="*/ 133180 w 133179"/>
                  <a:gd name="connsiteY7" fmla="*/ 8428 h 21915"/>
                  <a:gd name="connsiteX8" fmla="*/ 133180 w 133179"/>
                  <a:gd name="connsiteY8" fmla="*/ 13486 h 21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3179" h="21915">
                    <a:moveTo>
                      <a:pt x="133180" y="13486"/>
                    </a:moveTo>
                    <a:cubicBezTo>
                      <a:pt x="133180" y="18123"/>
                      <a:pt x="129386" y="21916"/>
                      <a:pt x="124750" y="21916"/>
                    </a:cubicBezTo>
                    <a:lnTo>
                      <a:pt x="8428" y="21916"/>
                    </a:lnTo>
                    <a:cubicBezTo>
                      <a:pt x="3792" y="21916"/>
                      <a:pt x="0" y="18123"/>
                      <a:pt x="0" y="13486"/>
                    </a:cubicBezTo>
                    <a:lnTo>
                      <a:pt x="0" y="8428"/>
                    </a:lnTo>
                    <a:cubicBezTo>
                      <a:pt x="0" y="3793"/>
                      <a:pt x="3793" y="0"/>
                      <a:pt x="8428" y="0"/>
                    </a:cubicBezTo>
                    <a:lnTo>
                      <a:pt x="124750" y="0"/>
                    </a:lnTo>
                    <a:cubicBezTo>
                      <a:pt x="129387" y="0"/>
                      <a:pt x="133180" y="3793"/>
                      <a:pt x="133180" y="8428"/>
                    </a:cubicBezTo>
                    <a:lnTo>
                      <a:pt x="133180" y="13486"/>
                    </a:lnTo>
                    <a:close/>
                  </a:path>
                </a:pathLst>
              </a:custGeom>
              <a:solidFill>
                <a:schemeClr val="accent1"/>
              </a:solidFill>
              <a:ln w="9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EE4862FB-C6FD-1540-957A-D90EBF7F1C7E}"/>
                  </a:ext>
                </a:extLst>
              </p:cNvPr>
              <p:cNvSpPr/>
              <p:nvPr/>
            </p:nvSpPr>
            <p:spPr>
              <a:xfrm>
                <a:off x="9045534" y="2776985"/>
                <a:ext cx="334366" cy="199726"/>
              </a:xfrm>
              <a:custGeom>
                <a:avLst/>
                <a:gdLst>
                  <a:gd name="connsiteX0" fmla="*/ 314778 w 334366"/>
                  <a:gd name="connsiteY0" fmla="*/ 112327 h 199726"/>
                  <a:gd name="connsiteX1" fmla="*/ 290939 w 334366"/>
                  <a:gd name="connsiteY1" fmla="*/ 97989 h 199726"/>
                  <a:gd name="connsiteX2" fmla="*/ 275008 w 334366"/>
                  <a:gd name="connsiteY2" fmla="*/ 65735 h 199726"/>
                  <a:gd name="connsiteX3" fmla="*/ 247506 w 334366"/>
                  <a:gd name="connsiteY3" fmla="*/ 49006 h 199726"/>
                  <a:gd name="connsiteX4" fmla="*/ 225717 w 334366"/>
                  <a:gd name="connsiteY4" fmla="*/ 49006 h 199726"/>
                  <a:gd name="connsiteX5" fmla="*/ 222786 w 334366"/>
                  <a:gd name="connsiteY5" fmla="*/ 46118 h 199726"/>
                  <a:gd name="connsiteX6" fmla="*/ 222786 w 334366"/>
                  <a:gd name="connsiteY6" fmla="*/ 19067 h 199726"/>
                  <a:gd name="connsiteX7" fmla="*/ 204228 w 334366"/>
                  <a:gd name="connsiteY7" fmla="*/ 0 h 199726"/>
                  <a:gd name="connsiteX8" fmla="*/ 26653 w 334366"/>
                  <a:gd name="connsiteY8" fmla="*/ 0 h 199726"/>
                  <a:gd name="connsiteX9" fmla="*/ 0 w 334366"/>
                  <a:gd name="connsiteY9" fmla="*/ 19067 h 199726"/>
                  <a:gd name="connsiteX10" fmla="*/ 0 w 334366"/>
                  <a:gd name="connsiteY10" fmla="*/ 36019 h 199726"/>
                  <a:gd name="connsiteX11" fmla="*/ 4880 w 334366"/>
                  <a:gd name="connsiteY11" fmla="*/ 41061 h 199726"/>
                  <a:gd name="connsiteX12" fmla="*/ 104252 w 334366"/>
                  <a:gd name="connsiteY12" fmla="*/ 41061 h 199726"/>
                  <a:gd name="connsiteX13" fmla="*/ 121111 w 334366"/>
                  <a:gd name="connsiteY13" fmla="*/ 57919 h 199726"/>
                  <a:gd name="connsiteX14" fmla="*/ 121111 w 334366"/>
                  <a:gd name="connsiteY14" fmla="*/ 62977 h 199726"/>
                  <a:gd name="connsiteX15" fmla="*/ 104252 w 334366"/>
                  <a:gd name="connsiteY15" fmla="*/ 79834 h 199726"/>
                  <a:gd name="connsiteX16" fmla="*/ 4880 w 334366"/>
                  <a:gd name="connsiteY16" fmla="*/ 79834 h 199726"/>
                  <a:gd name="connsiteX17" fmla="*/ 0 w 334366"/>
                  <a:gd name="connsiteY17" fmla="*/ 84697 h 199726"/>
                  <a:gd name="connsiteX18" fmla="*/ 0 w 334366"/>
                  <a:gd name="connsiteY18" fmla="*/ 90526 h 199726"/>
                  <a:gd name="connsiteX19" fmla="*/ 6355 w 334366"/>
                  <a:gd name="connsiteY19" fmla="*/ 95160 h 199726"/>
                  <a:gd name="connsiteX20" fmla="*/ 73247 w 334366"/>
                  <a:gd name="connsiteY20" fmla="*/ 95160 h 199726"/>
                  <a:gd name="connsiteX21" fmla="*/ 90106 w 334366"/>
                  <a:gd name="connsiteY21" fmla="*/ 112018 h 199726"/>
                  <a:gd name="connsiteX22" fmla="*/ 90106 w 334366"/>
                  <a:gd name="connsiteY22" fmla="*/ 117076 h 199726"/>
                  <a:gd name="connsiteX23" fmla="*/ 73247 w 334366"/>
                  <a:gd name="connsiteY23" fmla="*/ 133933 h 199726"/>
                  <a:gd name="connsiteX24" fmla="*/ 7410 w 334366"/>
                  <a:gd name="connsiteY24" fmla="*/ 133933 h 199726"/>
                  <a:gd name="connsiteX25" fmla="*/ 0 w 334366"/>
                  <a:gd name="connsiteY25" fmla="*/ 139697 h 199726"/>
                  <a:gd name="connsiteX26" fmla="*/ 0 w 334366"/>
                  <a:gd name="connsiteY26" fmla="*/ 180659 h 199726"/>
                  <a:gd name="connsiteX27" fmla="*/ 19067 w 334366"/>
                  <a:gd name="connsiteY27" fmla="*/ 199726 h 199726"/>
                  <a:gd name="connsiteX28" fmla="*/ 29599 w 334366"/>
                  <a:gd name="connsiteY28" fmla="*/ 199726 h 199726"/>
                  <a:gd name="connsiteX29" fmla="*/ 32339 w 334366"/>
                  <a:gd name="connsiteY29" fmla="*/ 197727 h 199726"/>
                  <a:gd name="connsiteX30" fmla="*/ 75457 w 334366"/>
                  <a:gd name="connsiteY30" fmla="*/ 154615 h 199726"/>
                  <a:gd name="connsiteX31" fmla="*/ 118576 w 334366"/>
                  <a:gd name="connsiteY31" fmla="*/ 197727 h 199726"/>
                  <a:gd name="connsiteX32" fmla="*/ 120212 w 334366"/>
                  <a:gd name="connsiteY32" fmla="*/ 199726 h 199726"/>
                  <a:gd name="connsiteX33" fmla="*/ 205206 w 334366"/>
                  <a:gd name="connsiteY33" fmla="*/ 199726 h 199726"/>
                  <a:gd name="connsiteX34" fmla="*/ 206822 w 334366"/>
                  <a:gd name="connsiteY34" fmla="*/ 197727 h 199726"/>
                  <a:gd name="connsiteX35" fmla="*/ 249941 w 334366"/>
                  <a:gd name="connsiteY35" fmla="*/ 154615 h 199726"/>
                  <a:gd name="connsiteX36" fmla="*/ 293059 w 334366"/>
                  <a:gd name="connsiteY36" fmla="*/ 197727 h 199726"/>
                  <a:gd name="connsiteX37" fmla="*/ 294097 w 334366"/>
                  <a:gd name="connsiteY37" fmla="*/ 199726 h 199726"/>
                  <a:gd name="connsiteX38" fmla="*/ 315525 w 334366"/>
                  <a:gd name="connsiteY38" fmla="*/ 199726 h 199726"/>
                  <a:gd name="connsiteX39" fmla="*/ 334367 w 334366"/>
                  <a:gd name="connsiteY39" fmla="*/ 180885 h 199726"/>
                  <a:gd name="connsiteX40" fmla="*/ 334367 w 334366"/>
                  <a:gd name="connsiteY40" fmla="*/ 145090 h 199726"/>
                  <a:gd name="connsiteX41" fmla="*/ 314778 w 334366"/>
                  <a:gd name="connsiteY41" fmla="*/ 112327 h 199726"/>
                  <a:gd name="connsiteX42" fmla="*/ 278925 w 334366"/>
                  <a:gd name="connsiteY42" fmla="*/ 110651 h 199726"/>
                  <a:gd name="connsiteX43" fmla="*/ 225295 w 334366"/>
                  <a:gd name="connsiteY43" fmla="*/ 110651 h 199726"/>
                  <a:gd name="connsiteX44" fmla="*/ 222785 w 334366"/>
                  <a:gd name="connsiteY44" fmla="*/ 108493 h 199726"/>
                  <a:gd name="connsiteX45" fmla="*/ 222785 w 334366"/>
                  <a:gd name="connsiteY45" fmla="*/ 63819 h 199726"/>
                  <a:gd name="connsiteX46" fmla="*/ 225505 w 334366"/>
                  <a:gd name="connsiteY46" fmla="*/ 62103 h 199726"/>
                  <a:gd name="connsiteX47" fmla="*/ 240808 w 334366"/>
                  <a:gd name="connsiteY47" fmla="*/ 62103 h 199726"/>
                  <a:gd name="connsiteX48" fmla="*/ 265280 w 334366"/>
                  <a:gd name="connsiteY48" fmla="*/ 76989 h 199726"/>
                  <a:gd name="connsiteX49" fmla="*/ 279456 w 334366"/>
                  <a:gd name="connsiteY49" fmla="*/ 105689 h 199726"/>
                  <a:gd name="connsiteX50" fmla="*/ 281374 w 334366"/>
                  <a:gd name="connsiteY50" fmla="*/ 108790 h 199726"/>
                  <a:gd name="connsiteX51" fmla="*/ 278925 w 334366"/>
                  <a:gd name="connsiteY51" fmla="*/ 110651 h 199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334366" h="199726">
                    <a:moveTo>
                      <a:pt x="314778" y="112327"/>
                    </a:moveTo>
                    <a:cubicBezTo>
                      <a:pt x="302645" y="109173"/>
                      <a:pt x="295703" y="107190"/>
                      <a:pt x="290939" y="97989"/>
                    </a:cubicBezTo>
                    <a:lnTo>
                      <a:pt x="275008" y="65735"/>
                    </a:lnTo>
                    <a:cubicBezTo>
                      <a:pt x="270242" y="56535"/>
                      <a:pt x="257865" y="49006"/>
                      <a:pt x="247506" y="49006"/>
                    </a:cubicBezTo>
                    <a:lnTo>
                      <a:pt x="225717" y="49006"/>
                    </a:lnTo>
                    <a:cubicBezTo>
                      <a:pt x="225717" y="49006"/>
                      <a:pt x="222786" y="49067"/>
                      <a:pt x="222786" y="46118"/>
                    </a:cubicBezTo>
                    <a:cubicBezTo>
                      <a:pt x="222786" y="39355"/>
                      <a:pt x="222786" y="19067"/>
                      <a:pt x="222786" y="19067"/>
                    </a:cubicBezTo>
                    <a:cubicBezTo>
                      <a:pt x="222786" y="8580"/>
                      <a:pt x="216852" y="0"/>
                      <a:pt x="204228" y="0"/>
                    </a:cubicBezTo>
                    <a:lnTo>
                      <a:pt x="26653" y="0"/>
                    </a:lnTo>
                    <a:cubicBezTo>
                      <a:pt x="8580" y="0"/>
                      <a:pt x="0" y="8581"/>
                      <a:pt x="0" y="19067"/>
                    </a:cubicBezTo>
                    <a:lnTo>
                      <a:pt x="0" y="36019"/>
                    </a:lnTo>
                    <a:cubicBezTo>
                      <a:pt x="0" y="36019"/>
                      <a:pt x="0" y="41061"/>
                      <a:pt x="4880" y="41061"/>
                    </a:cubicBezTo>
                    <a:cubicBezTo>
                      <a:pt x="29723" y="41061"/>
                      <a:pt x="104252" y="41061"/>
                      <a:pt x="104252" y="41061"/>
                    </a:cubicBezTo>
                    <a:cubicBezTo>
                      <a:pt x="113548" y="41061"/>
                      <a:pt x="121111" y="48623"/>
                      <a:pt x="121111" y="57919"/>
                    </a:cubicBezTo>
                    <a:lnTo>
                      <a:pt x="121111" y="62977"/>
                    </a:lnTo>
                    <a:cubicBezTo>
                      <a:pt x="121111" y="72272"/>
                      <a:pt x="113548" y="79834"/>
                      <a:pt x="104252" y="79834"/>
                    </a:cubicBezTo>
                    <a:lnTo>
                      <a:pt x="4880" y="79834"/>
                    </a:lnTo>
                    <a:cubicBezTo>
                      <a:pt x="4880" y="79834"/>
                      <a:pt x="0" y="79429"/>
                      <a:pt x="0" y="84697"/>
                    </a:cubicBezTo>
                    <a:cubicBezTo>
                      <a:pt x="0" y="87313"/>
                      <a:pt x="0" y="89069"/>
                      <a:pt x="0" y="90526"/>
                    </a:cubicBezTo>
                    <a:cubicBezTo>
                      <a:pt x="0" y="95163"/>
                      <a:pt x="6355" y="95160"/>
                      <a:pt x="6355" y="95160"/>
                    </a:cubicBezTo>
                    <a:lnTo>
                      <a:pt x="73247" y="95160"/>
                    </a:lnTo>
                    <a:cubicBezTo>
                      <a:pt x="82543" y="95160"/>
                      <a:pt x="90106" y="102723"/>
                      <a:pt x="90106" y="112018"/>
                    </a:cubicBezTo>
                    <a:lnTo>
                      <a:pt x="90106" y="117076"/>
                    </a:lnTo>
                    <a:cubicBezTo>
                      <a:pt x="90106" y="126371"/>
                      <a:pt x="82543" y="133933"/>
                      <a:pt x="73247" y="133933"/>
                    </a:cubicBezTo>
                    <a:lnTo>
                      <a:pt x="7410" y="133933"/>
                    </a:lnTo>
                    <a:cubicBezTo>
                      <a:pt x="7410" y="133933"/>
                      <a:pt x="0" y="133796"/>
                      <a:pt x="0" y="139697"/>
                    </a:cubicBezTo>
                    <a:cubicBezTo>
                      <a:pt x="0" y="149938"/>
                      <a:pt x="0" y="180659"/>
                      <a:pt x="0" y="180659"/>
                    </a:cubicBezTo>
                    <a:cubicBezTo>
                      <a:pt x="0" y="191145"/>
                      <a:pt x="8580" y="199726"/>
                      <a:pt x="19067" y="199726"/>
                    </a:cubicBezTo>
                    <a:cubicBezTo>
                      <a:pt x="19067" y="199726"/>
                      <a:pt x="26966" y="199726"/>
                      <a:pt x="29599" y="199726"/>
                    </a:cubicBezTo>
                    <a:cubicBezTo>
                      <a:pt x="31987" y="199726"/>
                      <a:pt x="32339" y="198396"/>
                      <a:pt x="32339" y="197727"/>
                    </a:cubicBezTo>
                    <a:cubicBezTo>
                      <a:pt x="32339" y="173954"/>
                      <a:pt x="51683" y="154615"/>
                      <a:pt x="75457" y="154615"/>
                    </a:cubicBezTo>
                    <a:cubicBezTo>
                      <a:pt x="99234" y="154615"/>
                      <a:pt x="118576" y="173956"/>
                      <a:pt x="118576" y="197727"/>
                    </a:cubicBezTo>
                    <a:cubicBezTo>
                      <a:pt x="118576" y="198399"/>
                      <a:pt x="118386" y="199726"/>
                      <a:pt x="120212" y="199726"/>
                    </a:cubicBezTo>
                    <a:cubicBezTo>
                      <a:pt x="141089" y="199726"/>
                      <a:pt x="205206" y="199726"/>
                      <a:pt x="205206" y="199726"/>
                    </a:cubicBezTo>
                    <a:cubicBezTo>
                      <a:pt x="206891" y="199726"/>
                      <a:pt x="206822" y="198306"/>
                      <a:pt x="206822" y="197727"/>
                    </a:cubicBezTo>
                    <a:cubicBezTo>
                      <a:pt x="206822" y="173954"/>
                      <a:pt x="226165" y="154615"/>
                      <a:pt x="249941" y="154615"/>
                    </a:cubicBezTo>
                    <a:cubicBezTo>
                      <a:pt x="273716" y="154615"/>
                      <a:pt x="293059" y="173956"/>
                      <a:pt x="293059" y="197727"/>
                    </a:cubicBezTo>
                    <a:cubicBezTo>
                      <a:pt x="293059" y="198399"/>
                      <a:pt x="293042" y="199726"/>
                      <a:pt x="294097" y="199726"/>
                    </a:cubicBezTo>
                    <a:cubicBezTo>
                      <a:pt x="303669" y="199726"/>
                      <a:pt x="315525" y="199726"/>
                      <a:pt x="315525" y="199726"/>
                    </a:cubicBezTo>
                    <a:cubicBezTo>
                      <a:pt x="325889" y="199726"/>
                      <a:pt x="334367" y="191249"/>
                      <a:pt x="334367" y="180885"/>
                    </a:cubicBezTo>
                    <a:lnTo>
                      <a:pt x="334367" y="145090"/>
                    </a:lnTo>
                    <a:cubicBezTo>
                      <a:pt x="334368" y="114945"/>
                      <a:pt x="324850" y="114945"/>
                      <a:pt x="314778" y="112327"/>
                    </a:cubicBezTo>
                    <a:close/>
                    <a:moveTo>
                      <a:pt x="278925" y="110651"/>
                    </a:moveTo>
                    <a:cubicBezTo>
                      <a:pt x="278925" y="110651"/>
                      <a:pt x="238913" y="110651"/>
                      <a:pt x="225295" y="110651"/>
                    </a:cubicBezTo>
                    <a:cubicBezTo>
                      <a:pt x="223080" y="110651"/>
                      <a:pt x="222785" y="108493"/>
                      <a:pt x="222785" y="108493"/>
                    </a:cubicBezTo>
                    <a:lnTo>
                      <a:pt x="222785" y="63819"/>
                    </a:lnTo>
                    <a:cubicBezTo>
                      <a:pt x="222785" y="63819"/>
                      <a:pt x="222660" y="62103"/>
                      <a:pt x="225505" y="62103"/>
                    </a:cubicBezTo>
                    <a:cubicBezTo>
                      <a:pt x="229331" y="62103"/>
                      <a:pt x="240808" y="62103"/>
                      <a:pt x="240808" y="62103"/>
                    </a:cubicBezTo>
                    <a:cubicBezTo>
                      <a:pt x="250028" y="62103"/>
                      <a:pt x="261041" y="68803"/>
                      <a:pt x="265280" y="76989"/>
                    </a:cubicBezTo>
                    <a:lnTo>
                      <a:pt x="279456" y="105689"/>
                    </a:lnTo>
                    <a:cubicBezTo>
                      <a:pt x="280053" y="106845"/>
                      <a:pt x="280691" y="107870"/>
                      <a:pt x="281374" y="108790"/>
                    </a:cubicBezTo>
                    <a:cubicBezTo>
                      <a:pt x="281878" y="109464"/>
                      <a:pt x="281034" y="110651"/>
                      <a:pt x="278925" y="11065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5C807702-0BD6-C84F-B0A5-56D3EC932A9F}"/>
                  </a:ext>
                </a:extLst>
              </p:cNvPr>
              <p:cNvSpPr/>
              <p:nvPr/>
            </p:nvSpPr>
            <p:spPr>
              <a:xfrm>
                <a:off x="9003303" y="2880575"/>
                <a:ext cx="123907" cy="21915"/>
              </a:xfrm>
              <a:custGeom>
                <a:avLst/>
                <a:gdLst>
                  <a:gd name="connsiteX0" fmla="*/ 123907 w 123907"/>
                  <a:gd name="connsiteY0" fmla="*/ 13486 h 21915"/>
                  <a:gd name="connsiteX1" fmla="*/ 115479 w 123907"/>
                  <a:gd name="connsiteY1" fmla="*/ 21916 h 21915"/>
                  <a:gd name="connsiteX2" fmla="*/ 8428 w 123907"/>
                  <a:gd name="connsiteY2" fmla="*/ 21916 h 21915"/>
                  <a:gd name="connsiteX3" fmla="*/ 0 w 123907"/>
                  <a:gd name="connsiteY3" fmla="*/ 13486 h 21915"/>
                  <a:gd name="connsiteX4" fmla="*/ 0 w 123907"/>
                  <a:gd name="connsiteY4" fmla="*/ 8428 h 21915"/>
                  <a:gd name="connsiteX5" fmla="*/ 8428 w 123907"/>
                  <a:gd name="connsiteY5" fmla="*/ 0 h 21915"/>
                  <a:gd name="connsiteX6" fmla="*/ 115479 w 123907"/>
                  <a:gd name="connsiteY6" fmla="*/ 0 h 21915"/>
                  <a:gd name="connsiteX7" fmla="*/ 123907 w 123907"/>
                  <a:gd name="connsiteY7" fmla="*/ 8428 h 21915"/>
                  <a:gd name="connsiteX8" fmla="*/ 123907 w 123907"/>
                  <a:gd name="connsiteY8" fmla="*/ 13486 h 21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907" h="21915">
                    <a:moveTo>
                      <a:pt x="123907" y="13486"/>
                    </a:moveTo>
                    <a:cubicBezTo>
                      <a:pt x="123907" y="18123"/>
                      <a:pt x="120114" y="21916"/>
                      <a:pt x="115479" y="21916"/>
                    </a:cubicBezTo>
                    <a:lnTo>
                      <a:pt x="8428" y="21916"/>
                    </a:lnTo>
                    <a:cubicBezTo>
                      <a:pt x="3792" y="21916"/>
                      <a:pt x="0" y="18123"/>
                      <a:pt x="0" y="13486"/>
                    </a:cubicBezTo>
                    <a:lnTo>
                      <a:pt x="0" y="8428"/>
                    </a:lnTo>
                    <a:cubicBezTo>
                      <a:pt x="0" y="3793"/>
                      <a:pt x="3793" y="0"/>
                      <a:pt x="8428" y="0"/>
                    </a:cubicBezTo>
                    <a:lnTo>
                      <a:pt x="115479" y="0"/>
                    </a:lnTo>
                    <a:cubicBezTo>
                      <a:pt x="120115" y="0"/>
                      <a:pt x="123907" y="3793"/>
                      <a:pt x="123907" y="8428"/>
                    </a:cubicBezTo>
                    <a:lnTo>
                      <a:pt x="123907" y="13486"/>
                    </a:lnTo>
                    <a:close/>
                  </a:path>
                </a:pathLst>
              </a:custGeom>
              <a:solidFill>
                <a:schemeClr val="accent1"/>
              </a:solidFill>
              <a:ln w="9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44B77857-CA83-1244-AD0F-42D67F4B6009}"/>
              </a:ext>
            </a:extLst>
          </p:cNvPr>
          <p:cNvSpPr txBox="1"/>
          <p:nvPr userDrawn="1"/>
        </p:nvSpPr>
        <p:spPr>
          <a:xfrm>
            <a:off x="448785" y="4727552"/>
            <a:ext cx="1716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Cost Structure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D62E8C7-55A3-4F4E-A0BB-40ACCFC6F075}"/>
              </a:ext>
            </a:extLst>
          </p:cNvPr>
          <p:cNvGrpSpPr/>
          <p:nvPr userDrawn="1"/>
        </p:nvGrpSpPr>
        <p:grpSpPr>
          <a:xfrm>
            <a:off x="6160058" y="4699241"/>
            <a:ext cx="5643664" cy="358239"/>
            <a:chOff x="7303396" y="654237"/>
            <a:chExt cx="2194447" cy="398356"/>
          </a:xfrm>
        </p:grpSpPr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8DCB5D96-752D-6641-B377-93D9E25A05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03397" y="1052593"/>
              <a:ext cx="2194446" cy="0"/>
            </a:xfrm>
            <a:prstGeom prst="line">
              <a:avLst/>
            </a:prstGeom>
            <a:ln>
              <a:solidFill>
                <a:schemeClr val="tx2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ound Same Side Corner Rectangle 150">
              <a:extLst>
                <a:ext uri="{FF2B5EF4-FFF2-40B4-BE49-F238E27FC236}">
                  <a16:creationId xmlns:a16="http://schemas.microsoft.com/office/drawing/2014/main" id="{29127B7D-43B1-0F44-B17A-CC31F7CA138A}"/>
                </a:ext>
              </a:extLst>
            </p:cNvPr>
            <p:cNvSpPr/>
            <p:nvPr userDrawn="1"/>
          </p:nvSpPr>
          <p:spPr>
            <a:xfrm>
              <a:off x="7303396" y="654237"/>
              <a:ext cx="2194447" cy="395369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7" name="Text Placeholder 11">
            <a:extLst>
              <a:ext uri="{FF2B5EF4-FFF2-40B4-BE49-F238E27FC236}">
                <a16:creationId xmlns:a16="http://schemas.microsoft.com/office/drawing/2014/main" id="{2A8904E9-D730-CE47-9371-B50B252896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5762" y="5061062"/>
            <a:ext cx="5643660" cy="1489700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 numCol="2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1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78" name="Text Placeholder 11">
            <a:extLst>
              <a:ext uri="{FF2B5EF4-FFF2-40B4-BE49-F238E27FC236}">
                <a16:creationId xmlns:a16="http://schemas.microsoft.com/office/drawing/2014/main" id="{D2609FD3-D915-F140-A258-78B41F474E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5942" y="5061062"/>
            <a:ext cx="5650296" cy="1489700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tIns="46800" numCol="2"/>
          <a:lstStyle>
            <a:lvl1pPr marL="205200" indent="-169200" algn="l">
              <a:lnSpc>
                <a:spcPct val="140000"/>
              </a:lnSpc>
              <a:spcBef>
                <a:spcPts val="400"/>
              </a:spcBef>
              <a:buClr>
                <a:schemeClr val="accent2"/>
              </a:buClr>
              <a:buSzPct val="88000"/>
              <a:buFont typeface=".Hiragino Kaku Gothic Interface W3"/>
              <a:buChar char="⎪"/>
              <a:defRPr sz="1400" b="0" i="0" baseline="30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32650" indent="-994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2000"/>
              <a:buFont typeface="System Font Regular"/>
              <a:buChar char="⁃"/>
              <a:defRPr lang="en-US" sz="1200" b="0" i="0" kern="1200" baseline="30000" dirty="0" smtClean="0">
                <a:solidFill>
                  <a:schemeClr val="tx2">
                    <a:alpha val="86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Item</a:t>
            </a:r>
          </a:p>
          <a:p>
            <a:pPr lvl="1"/>
            <a:r>
              <a:rPr lang="en-US" dirty="0"/>
              <a:t>2nd Item</a:t>
            </a:r>
          </a:p>
          <a:p>
            <a:pPr lvl="0"/>
            <a:endParaRPr lang="en-US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EC66E4C-54D2-214D-A257-BF5FBB71C2CF}"/>
              </a:ext>
            </a:extLst>
          </p:cNvPr>
          <p:cNvSpPr txBox="1"/>
          <p:nvPr userDrawn="1"/>
        </p:nvSpPr>
        <p:spPr>
          <a:xfrm>
            <a:off x="6250495" y="4727552"/>
            <a:ext cx="1716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chemeClr val="accent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Revenue Stream</a:t>
            </a:r>
          </a:p>
        </p:txBody>
      </p:sp>
      <p:grpSp>
        <p:nvGrpSpPr>
          <p:cNvPr id="75" name="Graphic 73">
            <a:extLst>
              <a:ext uri="{FF2B5EF4-FFF2-40B4-BE49-F238E27FC236}">
                <a16:creationId xmlns:a16="http://schemas.microsoft.com/office/drawing/2014/main" id="{DACBC57A-33E0-4C44-95A6-564FA701A504}"/>
              </a:ext>
            </a:extLst>
          </p:cNvPr>
          <p:cNvGrpSpPr/>
          <p:nvPr/>
        </p:nvGrpSpPr>
        <p:grpSpPr>
          <a:xfrm>
            <a:off x="11359779" y="4749337"/>
            <a:ext cx="256355" cy="256355"/>
            <a:chOff x="11429638" y="4749337"/>
            <a:chExt cx="256355" cy="256355"/>
          </a:xfrm>
        </p:grpSpPr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EF54ED7F-506F-084E-B51E-62F63E51C18C}"/>
                </a:ext>
              </a:extLst>
            </p:cNvPr>
            <p:cNvSpPr/>
            <p:nvPr/>
          </p:nvSpPr>
          <p:spPr>
            <a:xfrm>
              <a:off x="11429638" y="4825442"/>
              <a:ext cx="161522" cy="180249"/>
            </a:xfrm>
            <a:custGeom>
              <a:avLst/>
              <a:gdLst>
                <a:gd name="connsiteX0" fmla="*/ 98136 w 161522"/>
                <a:gd name="connsiteY0" fmla="*/ 180250 h 180249"/>
                <a:gd name="connsiteX1" fmla="*/ 151196 w 161522"/>
                <a:gd name="connsiteY1" fmla="*/ 173795 h 180249"/>
                <a:gd name="connsiteX2" fmla="*/ 150709 w 161522"/>
                <a:gd name="connsiteY2" fmla="*/ 168984 h 180249"/>
                <a:gd name="connsiteX3" fmla="*/ 158657 w 161522"/>
                <a:gd name="connsiteY3" fmla="*/ 150208 h 180249"/>
                <a:gd name="connsiteX4" fmla="*/ 150709 w 161522"/>
                <a:gd name="connsiteY4" fmla="*/ 131432 h 180249"/>
                <a:gd name="connsiteX5" fmla="*/ 158657 w 161522"/>
                <a:gd name="connsiteY5" fmla="*/ 112656 h 180249"/>
                <a:gd name="connsiteX6" fmla="*/ 150709 w 161522"/>
                <a:gd name="connsiteY6" fmla="*/ 93880 h 180249"/>
                <a:gd name="connsiteX7" fmla="*/ 158657 w 161522"/>
                <a:gd name="connsiteY7" fmla="*/ 75104 h 180249"/>
                <a:gd name="connsiteX8" fmla="*/ 150709 w 161522"/>
                <a:gd name="connsiteY8" fmla="*/ 56328 h 180249"/>
                <a:gd name="connsiteX9" fmla="*/ 161523 w 161522"/>
                <a:gd name="connsiteY9" fmla="*/ 35187 h 180249"/>
                <a:gd name="connsiteX10" fmla="*/ 147276 w 161522"/>
                <a:gd name="connsiteY10" fmla="*/ 24208 h 180249"/>
                <a:gd name="connsiteX11" fmla="*/ 150709 w 161522"/>
                <a:gd name="connsiteY11" fmla="*/ 15021 h 180249"/>
                <a:gd name="connsiteX12" fmla="*/ 135688 w 161522"/>
                <a:gd name="connsiteY12" fmla="*/ 0 h 180249"/>
                <a:gd name="connsiteX13" fmla="*/ 60584 w 161522"/>
                <a:gd name="connsiteY13" fmla="*/ 0 h 180249"/>
                <a:gd name="connsiteX14" fmla="*/ 45563 w 161522"/>
                <a:gd name="connsiteY14" fmla="*/ 15021 h 180249"/>
                <a:gd name="connsiteX15" fmla="*/ 48980 w 161522"/>
                <a:gd name="connsiteY15" fmla="*/ 24186 h 180249"/>
                <a:gd name="connsiteX16" fmla="*/ 0 w 161522"/>
                <a:gd name="connsiteY16" fmla="*/ 112656 h 180249"/>
                <a:gd name="connsiteX17" fmla="*/ 98136 w 161522"/>
                <a:gd name="connsiteY17" fmla="*/ 180250 h 180249"/>
                <a:gd name="connsiteX18" fmla="*/ 98056 w 161522"/>
                <a:gd name="connsiteY18" fmla="*/ 107346 h 180249"/>
                <a:gd name="connsiteX19" fmla="*/ 75525 w 161522"/>
                <a:gd name="connsiteY19" fmla="*/ 84815 h 180249"/>
                <a:gd name="connsiteX20" fmla="*/ 90626 w 161522"/>
                <a:gd name="connsiteY20" fmla="*/ 63643 h 180249"/>
                <a:gd name="connsiteX21" fmla="*/ 90626 w 161522"/>
                <a:gd name="connsiteY21" fmla="*/ 52573 h 180249"/>
                <a:gd name="connsiteX22" fmla="*/ 98136 w 161522"/>
                <a:gd name="connsiteY22" fmla="*/ 45062 h 180249"/>
                <a:gd name="connsiteX23" fmla="*/ 105646 w 161522"/>
                <a:gd name="connsiteY23" fmla="*/ 52573 h 180249"/>
                <a:gd name="connsiteX24" fmla="*/ 105646 w 161522"/>
                <a:gd name="connsiteY24" fmla="*/ 63694 h 180249"/>
                <a:gd name="connsiteX25" fmla="*/ 120587 w 161522"/>
                <a:gd name="connsiteY25" fmla="*/ 84815 h 180249"/>
                <a:gd name="connsiteX26" fmla="*/ 113077 w 161522"/>
                <a:gd name="connsiteY26" fmla="*/ 92325 h 180249"/>
                <a:gd name="connsiteX27" fmla="*/ 105566 w 161522"/>
                <a:gd name="connsiteY27" fmla="*/ 84815 h 180249"/>
                <a:gd name="connsiteX28" fmla="*/ 98056 w 161522"/>
                <a:gd name="connsiteY28" fmla="*/ 77305 h 180249"/>
                <a:gd name="connsiteX29" fmla="*/ 90545 w 161522"/>
                <a:gd name="connsiteY29" fmla="*/ 84815 h 180249"/>
                <a:gd name="connsiteX30" fmla="*/ 98056 w 161522"/>
                <a:gd name="connsiteY30" fmla="*/ 92325 h 180249"/>
                <a:gd name="connsiteX31" fmla="*/ 120587 w 161522"/>
                <a:gd name="connsiteY31" fmla="*/ 114857 h 180249"/>
                <a:gd name="connsiteX32" fmla="*/ 105646 w 161522"/>
                <a:gd name="connsiteY32" fmla="*/ 135979 h 180249"/>
                <a:gd name="connsiteX33" fmla="*/ 105646 w 161522"/>
                <a:gd name="connsiteY33" fmla="*/ 142698 h 180249"/>
                <a:gd name="connsiteX34" fmla="*/ 98136 w 161522"/>
                <a:gd name="connsiteY34" fmla="*/ 150208 h 180249"/>
                <a:gd name="connsiteX35" fmla="*/ 90626 w 161522"/>
                <a:gd name="connsiteY35" fmla="*/ 142698 h 180249"/>
                <a:gd name="connsiteX36" fmla="*/ 90626 w 161522"/>
                <a:gd name="connsiteY36" fmla="*/ 136028 h 180249"/>
                <a:gd name="connsiteX37" fmla="*/ 75525 w 161522"/>
                <a:gd name="connsiteY37" fmla="*/ 114857 h 180249"/>
                <a:gd name="connsiteX38" fmla="*/ 83035 w 161522"/>
                <a:gd name="connsiteY38" fmla="*/ 107346 h 180249"/>
                <a:gd name="connsiteX39" fmla="*/ 90545 w 161522"/>
                <a:gd name="connsiteY39" fmla="*/ 114857 h 180249"/>
                <a:gd name="connsiteX40" fmla="*/ 98056 w 161522"/>
                <a:gd name="connsiteY40" fmla="*/ 122367 h 180249"/>
                <a:gd name="connsiteX41" fmla="*/ 105566 w 161522"/>
                <a:gd name="connsiteY41" fmla="*/ 114857 h 180249"/>
                <a:gd name="connsiteX42" fmla="*/ 98056 w 161522"/>
                <a:gd name="connsiteY42" fmla="*/ 107346 h 180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61522" h="180249">
                  <a:moveTo>
                    <a:pt x="98136" y="180250"/>
                  </a:moveTo>
                  <a:cubicBezTo>
                    <a:pt x="120288" y="180250"/>
                    <a:pt x="137438" y="178130"/>
                    <a:pt x="151196" y="173795"/>
                  </a:cubicBezTo>
                  <a:cubicBezTo>
                    <a:pt x="150904" y="172231"/>
                    <a:pt x="150709" y="170631"/>
                    <a:pt x="150709" y="168984"/>
                  </a:cubicBezTo>
                  <a:cubicBezTo>
                    <a:pt x="150709" y="161626"/>
                    <a:pt x="153767" y="154984"/>
                    <a:pt x="158657" y="150208"/>
                  </a:cubicBezTo>
                  <a:cubicBezTo>
                    <a:pt x="153767" y="145432"/>
                    <a:pt x="150709" y="138790"/>
                    <a:pt x="150709" y="131432"/>
                  </a:cubicBezTo>
                  <a:cubicBezTo>
                    <a:pt x="150709" y="124074"/>
                    <a:pt x="153767" y="117432"/>
                    <a:pt x="158657" y="112656"/>
                  </a:cubicBezTo>
                  <a:cubicBezTo>
                    <a:pt x="153767" y="107880"/>
                    <a:pt x="150709" y="101238"/>
                    <a:pt x="150709" y="93880"/>
                  </a:cubicBezTo>
                  <a:cubicBezTo>
                    <a:pt x="150709" y="86522"/>
                    <a:pt x="153767" y="79880"/>
                    <a:pt x="158657" y="75104"/>
                  </a:cubicBezTo>
                  <a:cubicBezTo>
                    <a:pt x="153767" y="70328"/>
                    <a:pt x="150709" y="63686"/>
                    <a:pt x="150709" y="56328"/>
                  </a:cubicBezTo>
                  <a:cubicBezTo>
                    <a:pt x="150709" y="47636"/>
                    <a:pt x="155000" y="39975"/>
                    <a:pt x="161523" y="35187"/>
                  </a:cubicBezTo>
                  <a:cubicBezTo>
                    <a:pt x="157055" y="31098"/>
                    <a:pt x="152283" y="27432"/>
                    <a:pt x="147276" y="24208"/>
                  </a:cubicBezTo>
                  <a:cubicBezTo>
                    <a:pt x="149310" y="21645"/>
                    <a:pt x="150709" y="18545"/>
                    <a:pt x="150709" y="15021"/>
                  </a:cubicBezTo>
                  <a:cubicBezTo>
                    <a:pt x="150709" y="6724"/>
                    <a:pt x="143984" y="0"/>
                    <a:pt x="135688" y="0"/>
                  </a:cubicBezTo>
                  <a:lnTo>
                    <a:pt x="60584" y="0"/>
                  </a:lnTo>
                  <a:cubicBezTo>
                    <a:pt x="52287" y="0"/>
                    <a:pt x="45563" y="6724"/>
                    <a:pt x="45563" y="15021"/>
                  </a:cubicBezTo>
                  <a:cubicBezTo>
                    <a:pt x="45563" y="18537"/>
                    <a:pt x="46958" y="21627"/>
                    <a:pt x="48980" y="24186"/>
                  </a:cubicBezTo>
                  <a:cubicBezTo>
                    <a:pt x="19822" y="42970"/>
                    <a:pt x="0" y="76984"/>
                    <a:pt x="0" y="112656"/>
                  </a:cubicBezTo>
                  <a:cubicBezTo>
                    <a:pt x="0" y="173246"/>
                    <a:pt x="56220" y="180250"/>
                    <a:pt x="98136" y="180250"/>
                  </a:cubicBezTo>
                  <a:close/>
                  <a:moveTo>
                    <a:pt x="98056" y="107346"/>
                  </a:moveTo>
                  <a:cubicBezTo>
                    <a:pt x="85630" y="107346"/>
                    <a:pt x="75525" y="97240"/>
                    <a:pt x="75525" y="84815"/>
                  </a:cubicBezTo>
                  <a:cubicBezTo>
                    <a:pt x="75525" y="75006"/>
                    <a:pt x="81861" y="66731"/>
                    <a:pt x="90626" y="63643"/>
                  </a:cubicBezTo>
                  <a:lnTo>
                    <a:pt x="90626" y="52573"/>
                  </a:lnTo>
                  <a:cubicBezTo>
                    <a:pt x="90626" y="48423"/>
                    <a:pt x="93986" y="45062"/>
                    <a:pt x="98136" y="45062"/>
                  </a:cubicBezTo>
                  <a:cubicBezTo>
                    <a:pt x="102286" y="45062"/>
                    <a:pt x="105646" y="48423"/>
                    <a:pt x="105646" y="52573"/>
                  </a:cubicBezTo>
                  <a:lnTo>
                    <a:pt x="105646" y="63694"/>
                  </a:lnTo>
                  <a:cubicBezTo>
                    <a:pt x="114328" y="66825"/>
                    <a:pt x="120587" y="75067"/>
                    <a:pt x="120587" y="84815"/>
                  </a:cubicBezTo>
                  <a:cubicBezTo>
                    <a:pt x="120587" y="88967"/>
                    <a:pt x="117227" y="92325"/>
                    <a:pt x="113077" y="92325"/>
                  </a:cubicBezTo>
                  <a:cubicBezTo>
                    <a:pt x="108924" y="92325"/>
                    <a:pt x="105566" y="88967"/>
                    <a:pt x="105566" y="84815"/>
                  </a:cubicBezTo>
                  <a:cubicBezTo>
                    <a:pt x="105566" y="80670"/>
                    <a:pt x="102198" y="77305"/>
                    <a:pt x="98056" y="77305"/>
                  </a:cubicBezTo>
                  <a:cubicBezTo>
                    <a:pt x="93911" y="77305"/>
                    <a:pt x="90545" y="80670"/>
                    <a:pt x="90545" y="84815"/>
                  </a:cubicBezTo>
                  <a:cubicBezTo>
                    <a:pt x="90545" y="88959"/>
                    <a:pt x="93911" y="92325"/>
                    <a:pt x="98056" y="92325"/>
                  </a:cubicBezTo>
                  <a:cubicBezTo>
                    <a:pt x="110479" y="92325"/>
                    <a:pt x="120587" y="102433"/>
                    <a:pt x="120587" y="114857"/>
                  </a:cubicBezTo>
                  <a:cubicBezTo>
                    <a:pt x="120587" y="124604"/>
                    <a:pt x="114328" y="132846"/>
                    <a:pt x="105646" y="135979"/>
                  </a:cubicBezTo>
                  <a:lnTo>
                    <a:pt x="105646" y="142698"/>
                  </a:lnTo>
                  <a:cubicBezTo>
                    <a:pt x="105646" y="146848"/>
                    <a:pt x="102286" y="150208"/>
                    <a:pt x="98136" y="150208"/>
                  </a:cubicBezTo>
                  <a:cubicBezTo>
                    <a:pt x="93986" y="150208"/>
                    <a:pt x="90626" y="146848"/>
                    <a:pt x="90626" y="142698"/>
                  </a:cubicBezTo>
                  <a:lnTo>
                    <a:pt x="90626" y="136028"/>
                  </a:lnTo>
                  <a:cubicBezTo>
                    <a:pt x="81861" y="132942"/>
                    <a:pt x="75525" y="124665"/>
                    <a:pt x="75525" y="114857"/>
                  </a:cubicBezTo>
                  <a:cubicBezTo>
                    <a:pt x="75525" y="110706"/>
                    <a:pt x="78883" y="107346"/>
                    <a:pt x="83035" y="107346"/>
                  </a:cubicBezTo>
                  <a:cubicBezTo>
                    <a:pt x="87185" y="107346"/>
                    <a:pt x="90545" y="110706"/>
                    <a:pt x="90545" y="114857"/>
                  </a:cubicBezTo>
                  <a:cubicBezTo>
                    <a:pt x="90545" y="119001"/>
                    <a:pt x="93911" y="122367"/>
                    <a:pt x="98056" y="122367"/>
                  </a:cubicBezTo>
                  <a:cubicBezTo>
                    <a:pt x="102198" y="122367"/>
                    <a:pt x="105566" y="119001"/>
                    <a:pt x="105566" y="114857"/>
                  </a:cubicBezTo>
                  <a:cubicBezTo>
                    <a:pt x="105566" y="110712"/>
                    <a:pt x="102198" y="107346"/>
                    <a:pt x="98056" y="107346"/>
                  </a:cubicBezTo>
                  <a:close/>
                </a:path>
              </a:pathLst>
            </a:custGeom>
            <a:solidFill>
              <a:schemeClr val="accent2"/>
            </a:solidFill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5C3EAF72-5B15-1548-92C8-A56F3A8EE3CD}"/>
                </a:ext>
              </a:extLst>
            </p:cNvPr>
            <p:cNvSpPr/>
            <p:nvPr/>
          </p:nvSpPr>
          <p:spPr>
            <a:xfrm>
              <a:off x="11595367" y="4983160"/>
              <a:ext cx="90625" cy="22531"/>
            </a:xfrm>
            <a:custGeom>
              <a:avLst/>
              <a:gdLst>
                <a:gd name="connsiteX0" fmla="*/ 79360 w 90625"/>
                <a:gd name="connsiteY0" fmla="*/ 0 h 22531"/>
                <a:gd name="connsiteX1" fmla="*/ 11266 w 90625"/>
                <a:gd name="connsiteY1" fmla="*/ 0 h 22531"/>
                <a:gd name="connsiteX2" fmla="*/ 0 w 90625"/>
                <a:gd name="connsiteY2" fmla="*/ 11266 h 22531"/>
                <a:gd name="connsiteX3" fmla="*/ 11266 w 90625"/>
                <a:gd name="connsiteY3" fmla="*/ 22531 h 22531"/>
                <a:gd name="connsiteX4" fmla="*/ 79360 w 90625"/>
                <a:gd name="connsiteY4" fmla="*/ 22531 h 22531"/>
                <a:gd name="connsiteX5" fmla="*/ 90626 w 90625"/>
                <a:gd name="connsiteY5" fmla="*/ 11266 h 22531"/>
                <a:gd name="connsiteX6" fmla="*/ 79360 w 90625"/>
                <a:gd name="connsiteY6" fmla="*/ 0 h 2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625" h="22531">
                  <a:moveTo>
                    <a:pt x="79360" y="0"/>
                  </a:moveTo>
                  <a:lnTo>
                    <a:pt x="11266" y="0"/>
                  </a:lnTo>
                  <a:cubicBezTo>
                    <a:pt x="5044" y="0"/>
                    <a:pt x="0" y="5044"/>
                    <a:pt x="0" y="11266"/>
                  </a:cubicBezTo>
                  <a:cubicBezTo>
                    <a:pt x="0" y="17487"/>
                    <a:pt x="5044" y="22531"/>
                    <a:pt x="11266" y="22531"/>
                  </a:cubicBezTo>
                  <a:lnTo>
                    <a:pt x="79360" y="22531"/>
                  </a:lnTo>
                  <a:cubicBezTo>
                    <a:pt x="85582" y="22531"/>
                    <a:pt x="90626" y="17487"/>
                    <a:pt x="90626" y="11266"/>
                  </a:cubicBezTo>
                  <a:cubicBezTo>
                    <a:pt x="90626" y="5044"/>
                    <a:pt x="85582" y="0"/>
                    <a:pt x="79360" y="0"/>
                  </a:cubicBezTo>
                  <a:close/>
                </a:path>
              </a:pathLst>
            </a:custGeom>
            <a:solidFill>
              <a:schemeClr val="accent2"/>
            </a:solidFill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EBE0A90C-7A5A-F543-9AE4-642196E840F0}"/>
                </a:ext>
              </a:extLst>
            </p:cNvPr>
            <p:cNvSpPr/>
            <p:nvPr/>
          </p:nvSpPr>
          <p:spPr>
            <a:xfrm>
              <a:off x="11595367" y="4945608"/>
              <a:ext cx="90625" cy="22531"/>
            </a:xfrm>
            <a:custGeom>
              <a:avLst/>
              <a:gdLst>
                <a:gd name="connsiteX0" fmla="*/ 79360 w 90625"/>
                <a:gd name="connsiteY0" fmla="*/ 0 h 22531"/>
                <a:gd name="connsiteX1" fmla="*/ 11266 w 90625"/>
                <a:gd name="connsiteY1" fmla="*/ 0 h 22531"/>
                <a:gd name="connsiteX2" fmla="*/ 0 w 90625"/>
                <a:gd name="connsiteY2" fmla="*/ 11266 h 22531"/>
                <a:gd name="connsiteX3" fmla="*/ 11266 w 90625"/>
                <a:gd name="connsiteY3" fmla="*/ 22531 h 22531"/>
                <a:gd name="connsiteX4" fmla="*/ 79360 w 90625"/>
                <a:gd name="connsiteY4" fmla="*/ 22531 h 22531"/>
                <a:gd name="connsiteX5" fmla="*/ 90626 w 90625"/>
                <a:gd name="connsiteY5" fmla="*/ 11266 h 22531"/>
                <a:gd name="connsiteX6" fmla="*/ 79360 w 90625"/>
                <a:gd name="connsiteY6" fmla="*/ 0 h 2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625" h="22531">
                  <a:moveTo>
                    <a:pt x="79360" y="0"/>
                  </a:moveTo>
                  <a:lnTo>
                    <a:pt x="11266" y="0"/>
                  </a:lnTo>
                  <a:cubicBezTo>
                    <a:pt x="5044" y="0"/>
                    <a:pt x="0" y="5044"/>
                    <a:pt x="0" y="11266"/>
                  </a:cubicBezTo>
                  <a:cubicBezTo>
                    <a:pt x="0" y="17487"/>
                    <a:pt x="5044" y="22531"/>
                    <a:pt x="11266" y="22531"/>
                  </a:cubicBezTo>
                  <a:lnTo>
                    <a:pt x="79360" y="22531"/>
                  </a:lnTo>
                  <a:cubicBezTo>
                    <a:pt x="85582" y="22531"/>
                    <a:pt x="90626" y="17487"/>
                    <a:pt x="90626" y="11266"/>
                  </a:cubicBezTo>
                  <a:cubicBezTo>
                    <a:pt x="90626" y="5044"/>
                    <a:pt x="85582" y="0"/>
                    <a:pt x="79360" y="0"/>
                  </a:cubicBezTo>
                  <a:close/>
                </a:path>
              </a:pathLst>
            </a:custGeom>
            <a:solidFill>
              <a:schemeClr val="accent2"/>
            </a:solidFill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66CE5BC-B701-4E43-BF7B-C874FB2ABD32}"/>
                </a:ext>
              </a:extLst>
            </p:cNvPr>
            <p:cNvSpPr/>
            <p:nvPr/>
          </p:nvSpPr>
          <p:spPr>
            <a:xfrm>
              <a:off x="11595367" y="4908056"/>
              <a:ext cx="90625" cy="22531"/>
            </a:xfrm>
            <a:custGeom>
              <a:avLst/>
              <a:gdLst>
                <a:gd name="connsiteX0" fmla="*/ 79360 w 90625"/>
                <a:gd name="connsiteY0" fmla="*/ 0 h 22531"/>
                <a:gd name="connsiteX1" fmla="*/ 11266 w 90625"/>
                <a:gd name="connsiteY1" fmla="*/ 0 h 22531"/>
                <a:gd name="connsiteX2" fmla="*/ 0 w 90625"/>
                <a:gd name="connsiteY2" fmla="*/ 11266 h 22531"/>
                <a:gd name="connsiteX3" fmla="*/ 11266 w 90625"/>
                <a:gd name="connsiteY3" fmla="*/ 22531 h 22531"/>
                <a:gd name="connsiteX4" fmla="*/ 79360 w 90625"/>
                <a:gd name="connsiteY4" fmla="*/ 22531 h 22531"/>
                <a:gd name="connsiteX5" fmla="*/ 90626 w 90625"/>
                <a:gd name="connsiteY5" fmla="*/ 11266 h 22531"/>
                <a:gd name="connsiteX6" fmla="*/ 79360 w 90625"/>
                <a:gd name="connsiteY6" fmla="*/ 0 h 2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625" h="22531">
                  <a:moveTo>
                    <a:pt x="79360" y="0"/>
                  </a:moveTo>
                  <a:lnTo>
                    <a:pt x="11266" y="0"/>
                  </a:lnTo>
                  <a:cubicBezTo>
                    <a:pt x="5044" y="0"/>
                    <a:pt x="0" y="5044"/>
                    <a:pt x="0" y="11266"/>
                  </a:cubicBezTo>
                  <a:cubicBezTo>
                    <a:pt x="0" y="17487"/>
                    <a:pt x="5044" y="22531"/>
                    <a:pt x="11266" y="22531"/>
                  </a:cubicBezTo>
                  <a:lnTo>
                    <a:pt x="79360" y="22531"/>
                  </a:lnTo>
                  <a:cubicBezTo>
                    <a:pt x="85582" y="22531"/>
                    <a:pt x="90626" y="17487"/>
                    <a:pt x="90626" y="11266"/>
                  </a:cubicBezTo>
                  <a:cubicBezTo>
                    <a:pt x="90626" y="5044"/>
                    <a:pt x="85582" y="0"/>
                    <a:pt x="79360" y="0"/>
                  </a:cubicBezTo>
                  <a:close/>
                </a:path>
              </a:pathLst>
            </a:custGeom>
            <a:solidFill>
              <a:schemeClr val="accent2"/>
            </a:solidFill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DA4848F7-8464-E841-A4EA-B717EFF1C3A0}"/>
                </a:ext>
              </a:extLst>
            </p:cNvPr>
            <p:cNvSpPr/>
            <p:nvPr/>
          </p:nvSpPr>
          <p:spPr>
            <a:xfrm>
              <a:off x="11595367" y="4870504"/>
              <a:ext cx="90625" cy="22531"/>
            </a:xfrm>
            <a:custGeom>
              <a:avLst/>
              <a:gdLst>
                <a:gd name="connsiteX0" fmla="*/ 79360 w 90625"/>
                <a:gd name="connsiteY0" fmla="*/ 0 h 22531"/>
                <a:gd name="connsiteX1" fmla="*/ 11266 w 90625"/>
                <a:gd name="connsiteY1" fmla="*/ 0 h 22531"/>
                <a:gd name="connsiteX2" fmla="*/ 0 w 90625"/>
                <a:gd name="connsiteY2" fmla="*/ 11266 h 22531"/>
                <a:gd name="connsiteX3" fmla="*/ 11266 w 90625"/>
                <a:gd name="connsiteY3" fmla="*/ 22531 h 22531"/>
                <a:gd name="connsiteX4" fmla="*/ 79360 w 90625"/>
                <a:gd name="connsiteY4" fmla="*/ 22531 h 22531"/>
                <a:gd name="connsiteX5" fmla="*/ 90626 w 90625"/>
                <a:gd name="connsiteY5" fmla="*/ 11266 h 22531"/>
                <a:gd name="connsiteX6" fmla="*/ 79360 w 90625"/>
                <a:gd name="connsiteY6" fmla="*/ 0 h 2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625" h="22531">
                  <a:moveTo>
                    <a:pt x="79360" y="0"/>
                  </a:moveTo>
                  <a:lnTo>
                    <a:pt x="11266" y="0"/>
                  </a:lnTo>
                  <a:cubicBezTo>
                    <a:pt x="5044" y="0"/>
                    <a:pt x="0" y="5044"/>
                    <a:pt x="0" y="11266"/>
                  </a:cubicBezTo>
                  <a:cubicBezTo>
                    <a:pt x="0" y="17487"/>
                    <a:pt x="5044" y="22531"/>
                    <a:pt x="11266" y="22531"/>
                  </a:cubicBezTo>
                  <a:lnTo>
                    <a:pt x="79360" y="22531"/>
                  </a:lnTo>
                  <a:cubicBezTo>
                    <a:pt x="85582" y="22531"/>
                    <a:pt x="90626" y="17487"/>
                    <a:pt x="90626" y="11266"/>
                  </a:cubicBezTo>
                  <a:cubicBezTo>
                    <a:pt x="90626" y="5044"/>
                    <a:pt x="85582" y="0"/>
                    <a:pt x="79360" y="0"/>
                  </a:cubicBezTo>
                  <a:close/>
                </a:path>
              </a:pathLst>
            </a:custGeom>
            <a:solidFill>
              <a:schemeClr val="accent2"/>
            </a:solidFill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D837D5ED-89D8-A044-9E95-9295FC2A53CB}"/>
                </a:ext>
              </a:extLst>
            </p:cNvPr>
            <p:cNvSpPr/>
            <p:nvPr/>
          </p:nvSpPr>
          <p:spPr>
            <a:xfrm>
              <a:off x="11475200" y="4749337"/>
              <a:ext cx="105145" cy="61084"/>
            </a:xfrm>
            <a:custGeom>
              <a:avLst/>
              <a:gdLst>
                <a:gd name="connsiteX0" fmla="*/ 73721 w 105145"/>
                <a:gd name="connsiteY0" fmla="*/ 15021 h 61084"/>
                <a:gd name="connsiteX1" fmla="*/ 52573 w 105145"/>
                <a:gd name="connsiteY1" fmla="*/ 0 h 61084"/>
                <a:gd name="connsiteX2" fmla="*/ 31324 w 105145"/>
                <a:gd name="connsiteY2" fmla="*/ 15021 h 61084"/>
                <a:gd name="connsiteX3" fmla="*/ 7511 w 105145"/>
                <a:gd name="connsiteY3" fmla="*/ 15021 h 61084"/>
                <a:gd name="connsiteX4" fmla="*/ 1416 w 105145"/>
                <a:gd name="connsiteY4" fmla="*/ 18138 h 61084"/>
                <a:gd name="connsiteX5" fmla="*/ 389 w 105145"/>
                <a:gd name="connsiteY5" fmla="*/ 24908 h 61084"/>
                <a:gd name="connsiteX6" fmla="*/ 12114 w 105145"/>
                <a:gd name="connsiteY6" fmla="*/ 61085 h 61084"/>
                <a:gd name="connsiteX7" fmla="*/ 93033 w 105145"/>
                <a:gd name="connsiteY7" fmla="*/ 61085 h 61084"/>
                <a:gd name="connsiteX8" fmla="*/ 104757 w 105145"/>
                <a:gd name="connsiteY8" fmla="*/ 24908 h 61084"/>
                <a:gd name="connsiteX9" fmla="*/ 103730 w 105145"/>
                <a:gd name="connsiteY9" fmla="*/ 18138 h 61084"/>
                <a:gd name="connsiteX10" fmla="*/ 97635 w 105145"/>
                <a:gd name="connsiteY10" fmla="*/ 15021 h 6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5145" h="61084">
                  <a:moveTo>
                    <a:pt x="73721" y="15021"/>
                  </a:moveTo>
                  <a:cubicBezTo>
                    <a:pt x="70609" y="6298"/>
                    <a:pt x="62352" y="0"/>
                    <a:pt x="52573" y="0"/>
                  </a:cubicBezTo>
                  <a:cubicBezTo>
                    <a:pt x="42782" y="0"/>
                    <a:pt x="34429" y="6278"/>
                    <a:pt x="31324" y="15021"/>
                  </a:cubicBezTo>
                  <a:lnTo>
                    <a:pt x="7511" y="15021"/>
                  </a:lnTo>
                  <a:cubicBezTo>
                    <a:pt x="5097" y="15021"/>
                    <a:pt x="2830" y="16179"/>
                    <a:pt x="1416" y="18138"/>
                  </a:cubicBezTo>
                  <a:cubicBezTo>
                    <a:pt x="8" y="20096"/>
                    <a:pt x="-381" y="22619"/>
                    <a:pt x="389" y="24908"/>
                  </a:cubicBezTo>
                  <a:lnTo>
                    <a:pt x="12114" y="61085"/>
                  </a:lnTo>
                  <a:lnTo>
                    <a:pt x="93033" y="61085"/>
                  </a:lnTo>
                  <a:lnTo>
                    <a:pt x="104757" y="24908"/>
                  </a:lnTo>
                  <a:cubicBezTo>
                    <a:pt x="105527" y="22619"/>
                    <a:pt x="105138" y="20096"/>
                    <a:pt x="103730" y="18138"/>
                  </a:cubicBezTo>
                  <a:cubicBezTo>
                    <a:pt x="102316" y="16179"/>
                    <a:pt x="100049" y="15021"/>
                    <a:pt x="97635" y="15021"/>
                  </a:cubicBezTo>
                  <a:close/>
                </a:path>
              </a:pathLst>
            </a:custGeom>
            <a:solidFill>
              <a:schemeClr val="accent2"/>
            </a:solidFill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4" name="Graphic 82">
            <a:extLst>
              <a:ext uri="{FF2B5EF4-FFF2-40B4-BE49-F238E27FC236}">
                <a16:creationId xmlns:a16="http://schemas.microsoft.com/office/drawing/2014/main" id="{61653F83-F980-9A48-9A6C-69355CC02B87}"/>
              </a:ext>
            </a:extLst>
          </p:cNvPr>
          <p:cNvGrpSpPr/>
          <p:nvPr/>
        </p:nvGrpSpPr>
        <p:grpSpPr>
          <a:xfrm>
            <a:off x="5598886" y="4744069"/>
            <a:ext cx="267936" cy="267936"/>
            <a:chOff x="5668745" y="4744069"/>
            <a:chExt cx="267936" cy="267936"/>
          </a:xfrm>
        </p:grpSpPr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B98CD88E-811F-C943-9461-F2269487F729}"/>
                </a:ext>
              </a:extLst>
            </p:cNvPr>
            <p:cNvSpPr/>
            <p:nvPr/>
          </p:nvSpPr>
          <p:spPr>
            <a:xfrm>
              <a:off x="5668744" y="4773263"/>
              <a:ext cx="267926" cy="209537"/>
            </a:xfrm>
            <a:custGeom>
              <a:avLst/>
              <a:gdLst>
                <a:gd name="connsiteX0" fmla="*/ 72266 w 267926"/>
                <a:gd name="connsiteY0" fmla="*/ 203513 h 209537"/>
                <a:gd name="connsiteX1" fmla="*/ 101370 w 267926"/>
                <a:gd name="connsiteY1" fmla="*/ 203513 h 209537"/>
                <a:gd name="connsiteX2" fmla="*/ 201007 w 267926"/>
                <a:gd name="connsiteY2" fmla="*/ 103876 h 209537"/>
                <a:gd name="connsiteX3" fmla="*/ 207499 w 267926"/>
                <a:gd name="connsiteY3" fmla="*/ 93973 h 209537"/>
                <a:gd name="connsiteX4" fmla="*/ 235833 w 267926"/>
                <a:gd name="connsiteY4" fmla="*/ 98209 h 209537"/>
                <a:gd name="connsiteX5" fmla="*/ 266423 w 267926"/>
                <a:gd name="connsiteY5" fmla="*/ 83245 h 209537"/>
                <a:gd name="connsiteX6" fmla="*/ 255475 w 267926"/>
                <a:gd name="connsiteY6" fmla="*/ 51004 h 209537"/>
                <a:gd name="connsiteX7" fmla="*/ 254979 w 267926"/>
                <a:gd name="connsiteY7" fmla="*/ 50509 h 209537"/>
                <a:gd name="connsiteX8" fmla="*/ 217072 w 267926"/>
                <a:gd name="connsiteY8" fmla="*/ 26411 h 209537"/>
                <a:gd name="connsiteX9" fmla="*/ 208710 w 267926"/>
                <a:gd name="connsiteY9" fmla="*/ 23220 h 209537"/>
                <a:gd name="connsiteX10" fmla="*/ 208710 w 267926"/>
                <a:gd name="connsiteY10" fmla="*/ 23055 h 209537"/>
                <a:gd name="connsiteX11" fmla="*/ 186482 w 267926"/>
                <a:gd name="connsiteY11" fmla="*/ 828 h 209537"/>
                <a:gd name="connsiteX12" fmla="*/ 126788 w 267926"/>
                <a:gd name="connsiteY12" fmla="*/ 3 h 209537"/>
                <a:gd name="connsiteX13" fmla="*/ 105716 w 267926"/>
                <a:gd name="connsiteY13" fmla="*/ 8586 h 209537"/>
                <a:gd name="connsiteX14" fmla="*/ 6024 w 267926"/>
                <a:gd name="connsiteY14" fmla="*/ 108223 h 209537"/>
                <a:gd name="connsiteX15" fmla="*/ 6024 w 267926"/>
                <a:gd name="connsiteY15" fmla="*/ 137327 h 209537"/>
                <a:gd name="connsiteX16" fmla="*/ 72266 w 267926"/>
                <a:gd name="connsiteY16" fmla="*/ 203513 h 209537"/>
                <a:gd name="connsiteX17" fmla="*/ 149070 w 267926"/>
                <a:gd name="connsiteY17" fmla="*/ 35654 h 209537"/>
                <a:gd name="connsiteX18" fmla="*/ 173168 w 267926"/>
                <a:gd name="connsiteY18" fmla="*/ 35654 h 209537"/>
                <a:gd name="connsiteX19" fmla="*/ 177955 w 267926"/>
                <a:gd name="connsiteY19" fmla="*/ 50179 h 209537"/>
                <a:gd name="connsiteX20" fmla="*/ 200677 w 267926"/>
                <a:gd name="connsiteY20" fmla="*/ 62558 h 209537"/>
                <a:gd name="connsiteX21" fmla="*/ 209260 w 267926"/>
                <a:gd name="connsiteY21" fmla="*/ 65804 h 209537"/>
                <a:gd name="connsiteX22" fmla="*/ 208930 w 267926"/>
                <a:gd name="connsiteY22" fmla="*/ 41816 h 209537"/>
                <a:gd name="connsiteX23" fmla="*/ 210360 w 267926"/>
                <a:gd name="connsiteY23" fmla="*/ 42421 h 209537"/>
                <a:gd name="connsiteX24" fmla="*/ 242655 w 267926"/>
                <a:gd name="connsiteY24" fmla="*/ 62778 h 209537"/>
                <a:gd name="connsiteX25" fmla="*/ 242985 w 267926"/>
                <a:gd name="connsiteY25" fmla="*/ 63108 h 209537"/>
                <a:gd name="connsiteX26" fmla="*/ 250303 w 267926"/>
                <a:gd name="connsiteY26" fmla="*/ 76532 h 209537"/>
                <a:gd name="connsiteX27" fmla="*/ 197871 w 267926"/>
                <a:gd name="connsiteY27" fmla="*/ 72241 h 209537"/>
                <a:gd name="connsiteX28" fmla="*/ 173828 w 267926"/>
                <a:gd name="connsiteY28" fmla="*/ 58872 h 209537"/>
                <a:gd name="connsiteX29" fmla="*/ 173113 w 267926"/>
                <a:gd name="connsiteY29" fmla="*/ 59697 h 209537"/>
                <a:gd name="connsiteX30" fmla="*/ 149015 w 267926"/>
                <a:gd name="connsiteY30" fmla="*/ 59697 h 209537"/>
                <a:gd name="connsiteX31" fmla="*/ 149070 w 267926"/>
                <a:gd name="connsiteY31" fmla="*/ 35654 h 20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67926" h="209537">
                  <a:moveTo>
                    <a:pt x="72266" y="203513"/>
                  </a:moveTo>
                  <a:cubicBezTo>
                    <a:pt x="80298" y="211546"/>
                    <a:pt x="93337" y="211546"/>
                    <a:pt x="101370" y="203513"/>
                  </a:cubicBezTo>
                  <a:lnTo>
                    <a:pt x="201007" y="103876"/>
                  </a:lnTo>
                  <a:cubicBezTo>
                    <a:pt x="203868" y="101015"/>
                    <a:pt x="206069" y="97604"/>
                    <a:pt x="207499" y="93973"/>
                  </a:cubicBezTo>
                  <a:cubicBezTo>
                    <a:pt x="217512" y="96779"/>
                    <a:pt x="227250" y="98264"/>
                    <a:pt x="235833" y="98209"/>
                  </a:cubicBezTo>
                  <a:cubicBezTo>
                    <a:pt x="257070" y="98099"/>
                    <a:pt x="264112" y="88801"/>
                    <a:pt x="266423" y="83245"/>
                  </a:cubicBezTo>
                  <a:cubicBezTo>
                    <a:pt x="268734" y="77743"/>
                    <a:pt x="270384" y="66189"/>
                    <a:pt x="255475" y="51004"/>
                  </a:cubicBezTo>
                  <a:cubicBezTo>
                    <a:pt x="255309" y="50839"/>
                    <a:pt x="255144" y="50674"/>
                    <a:pt x="254979" y="50509"/>
                  </a:cubicBezTo>
                  <a:cubicBezTo>
                    <a:pt x="245736" y="41266"/>
                    <a:pt x="232312" y="32738"/>
                    <a:pt x="217072" y="26411"/>
                  </a:cubicBezTo>
                  <a:cubicBezTo>
                    <a:pt x="214266" y="25256"/>
                    <a:pt x="211460" y="24211"/>
                    <a:pt x="208710" y="23220"/>
                  </a:cubicBezTo>
                  <a:lnTo>
                    <a:pt x="208710" y="23055"/>
                  </a:lnTo>
                  <a:cubicBezTo>
                    <a:pt x="208544" y="10841"/>
                    <a:pt x="198696" y="993"/>
                    <a:pt x="186482" y="828"/>
                  </a:cubicBezTo>
                  <a:lnTo>
                    <a:pt x="126788" y="3"/>
                  </a:lnTo>
                  <a:cubicBezTo>
                    <a:pt x="118866" y="-107"/>
                    <a:pt x="111273" y="2974"/>
                    <a:pt x="105716" y="8586"/>
                  </a:cubicBezTo>
                  <a:lnTo>
                    <a:pt x="6024" y="108223"/>
                  </a:lnTo>
                  <a:cubicBezTo>
                    <a:pt x="-2008" y="116255"/>
                    <a:pt x="-2008" y="129294"/>
                    <a:pt x="6024" y="137327"/>
                  </a:cubicBezTo>
                  <a:lnTo>
                    <a:pt x="72266" y="203513"/>
                  </a:lnTo>
                  <a:close/>
                  <a:moveTo>
                    <a:pt x="149070" y="35654"/>
                  </a:moveTo>
                  <a:cubicBezTo>
                    <a:pt x="155727" y="28997"/>
                    <a:pt x="166511" y="28997"/>
                    <a:pt x="173168" y="35654"/>
                  </a:cubicBezTo>
                  <a:cubicBezTo>
                    <a:pt x="177129" y="39616"/>
                    <a:pt x="178725" y="45062"/>
                    <a:pt x="177955" y="50179"/>
                  </a:cubicBezTo>
                  <a:cubicBezTo>
                    <a:pt x="184502" y="54800"/>
                    <a:pt x="192314" y="59092"/>
                    <a:pt x="200677" y="62558"/>
                  </a:cubicBezTo>
                  <a:cubicBezTo>
                    <a:pt x="203648" y="63768"/>
                    <a:pt x="206509" y="64869"/>
                    <a:pt x="209260" y="65804"/>
                  </a:cubicBezTo>
                  <a:lnTo>
                    <a:pt x="208930" y="41816"/>
                  </a:lnTo>
                  <a:cubicBezTo>
                    <a:pt x="209425" y="42036"/>
                    <a:pt x="209865" y="42201"/>
                    <a:pt x="210360" y="42421"/>
                  </a:cubicBezTo>
                  <a:cubicBezTo>
                    <a:pt x="223399" y="47868"/>
                    <a:pt x="235118" y="55241"/>
                    <a:pt x="242655" y="62778"/>
                  </a:cubicBezTo>
                  <a:cubicBezTo>
                    <a:pt x="242765" y="62888"/>
                    <a:pt x="242875" y="62998"/>
                    <a:pt x="242985" y="63108"/>
                  </a:cubicBezTo>
                  <a:cubicBezTo>
                    <a:pt x="250138" y="70425"/>
                    <a:pt x="250908" y="75102"/>
                    <a:pt x="250303" y="76532"/>
                  </a:cubicBezTo>
                  <a:cubicBezTo>
                    <a:pt x="248432" y="80989"/>
                    <a:pt x="228351" y="84950"/>
                    <a:pt x="197871" y="72241"/>
                  </a:cubicBezTo>
                  <a:cubicBezTo>
                    <a:pt x="188958" y="68500"/>
                    <a:pt x="180595" y="63878"/>
                    <a:pt x="173828" y="58872"/>
                  </a:cubicBezTo>
                  <a:cubicBezTo>
                    <a:pt x="173608" y="59147"/>
                    <a:pt x="173333" y="59422"/>
                    <a:pt x="173113" y="59697"/>
                  </a:cubicBezTo>
                  <a:cubicBezTo>
                    <a:pt x="166456" y="66354"/>
                    <a:pt x="155672" y="66354"/>
                    <a:pt x="149015" y="59697"/>
                  </a:cubicBezTo>
                  <a:cubicBezTo>
                    <a:pt x="142413" y="53095"/>
                    <a:pt x="142413" y="42311"/>
                    <a:pt x="149070" y="35654"/>
                  </a:cubicBezTo>
                  <a:close/>
                </a:path>
              </a:pathLst>
            </a:custGeom>
            <a:solidFill>
              <a:schemeClr val="accent1"/>
            </a:solidFill>
            <a:ln w="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83D95EEB-9F89-1544-8E5A-46858F35CC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5762" y="59401"/>
            <a:ext cx="4436826" cy="333826"/>
          </a:xfrm>
          <a:prstGeom prst="rect">
            <a:avLst/>
          </a:prstGeom>
        </p:spPr>
        <p:txBody>
          <a:bodyPr lIns="0" anchor="ctr"/>
          <a:lstStyle>
            <a:lvl1pPr marL="0" indent="0" algn="l">
              <a:buNone/>
              <a:defRPr sz="12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05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Your Company Name and title here</a:t>
            </a:r>
          </a:p>
        </p:txBody>
      </p:sp>
      <p:sp>
        <p:nvSpPr>
          <p:cNvPr id="90" name="Date Placeholder 89">
            <a:extLst>
              <a:ext uri="{FF2B5EF4-FFF2-40B4-BE49-F238E27FC236}">
                <a16:creationId xmlns:a16="http://schemas.microsoft.com/office/drawing/2014/main" id="{002A7FB7-5F25-EC43-B572-232647F12BD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0654516" y="108235"/>
            <a:ext cx="1149202" cy="226714"/>
          </a:xfrm>
          <a:prstGeom prst="roundRect">
            <a:avLst>
              <a:gd name="adj" fmla="val 10631"/>
            </a:avLst>
          </a:prstGeom>
          <a:solidFill>
            <a:schemeClr val="bg2"/>
          </a:solidFill>
          <a:effectLst>
            <a:innerShdw blurRad="12700">
              <a:prstClr val="black">
                <a:alpha val="5000"/>
              </a:prstClr>
            </a:innerShdw>
          </a:effectLst>
        </p:spPr>
        <p:txBody>
          <a:bodyPr/>
          <a:lstStyle>
            <a:lvl1pPr algn="ctr">
              <a:defRPr sz="9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DDD54CC-FFB4-904C-BB39-09EE854082B3}" type="datetimeFigureOut">
              <a:rPr lang="en-US" smtClean="0"/>
              <a:pPr/>
              <a:t>10/14/19</a:t>
            </a:fld>
            <a:endParaRPr lang="en-US"/>
          </a:p>
        </p:txBody>
      </p:sp>
      <p:sp>
        <p:nvSpPr>
          <p:cNvPr id="91" name="Footer Placeholder 90">
            <a:extLst>
              <a:ext uri="{FF2B5EF4-FFF2-40B4-BE49-F238E27FC236}">
                <a16:creationId xmlns:a16="http://schemas.microsoft.com/office/drawing/2014/main" id="{CC10659F-9036-FC47-AF75-9B0217B929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1" name="Text Placeholder 88">
            <a:extLst>
              <a:ext uri="{FF2B5EF4-FFF2-40B4-BE49-F238E27FC236}">
                <a16:creationId xmlns:a16="http://schemas.microsoft.com/office/drawing/2014/main" id="{8EB8A84D-9EC1-254B-88CC-7C3B4799BB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16432" y="122675"/>
            <a:ext cx="1556632" cy="207279"/>
          </a:xfrm>
          <a:prstGeom prst="rect">
            <a:avLst/>
          </a:prstGeom>
          <a:solidFill>
            <a:schemeClr val="bg2"/>
          </a:solidFill>
          <a:effectLst>
            <a:innerShdw blurRad="12700">
              <a:prstClr val="black">
                <a:alpha val="5000"/>
              </a:prstClr>
            </a:innerShdw>
          </a:effectLst>
        </p:spPr>
        <p:txBody>
          <a:bodyPr vert="horz" lIns="91440" tIns="45720" rIns="91440" bIns="45720" rtlCol="0" anchor="ctr"/>
          <a:lstStyle>
            <a:lvl1pPr marL="0" indent="0" algn="l">
              <a:buNone/>
              <a:defRPr lang="en-US" sz="800" b="0" i="0" dirty="0" smtClean="0">
                <a:solidFill>
                  <a:schemeClr val="tx2">
                    <a:alpha val="72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algn="ctr"/>
            <a:r>
              <a:rPr lang="en-US" dirty="0"/>
              <a:t>Designed by  </a:t>
            </a:r>
          </a:p>
        </p:txBody>
      </p:sp>
      <p:sp>
        <p:nvSpPr>
          <p:cNvPr id="182" name="Text Placeholder 88">
            <a:extLst>
              <a:ext uri="{FF2B5EF4-FFF2-40B4-BE49-F238E27FC236}">
                <a16:creationId xmlns:a16="http://schemas.microsoft.com/office/drawing/2014/main" id="{AA55078F-9DE3-5741-8189-2F5FAE9559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75084" y="122675"/>
            <a:ext cx="1556632" cy="207279"/>
          </a:xfrm>
          <a:prstGeom prst="rect">
            <a:avLst/>
          </a:prstGeom>
          <a:solidFill>
            <a:schemeClr val="bg2"/>
          </a:solidFill>
          <a:effectLst>
            <a:innerShdw blurRad="12700">
              <a:prstClr val="black">
                <a:alpha val="5000"/>
              </a:prstClr>
            </a:innerShdw>
          </a:effectLst>
        </p:spPr>
        <p:txBody>
          <a:bodyPr vert="horz" lIns="91440" tIns="45720" rIns="91440" bIns="45720" rtlCol="0" anchor="ctr"/>
          <a:lstStyle>
            <a:lvl1pPr marL="0" indent="0" algn="l">
              <a:buNone/>
              <a:defRPr lang="en-US" sz="800" b="0" i="0" dirty="0" smtClean="0">
                <a:solidFill>
                  <a:schemeClr val="tx2">
                    <a:alpha val="72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algn="ctr"/>
            <a:r>
              <a:rPr lang="en-US" dirty="0"/>
              <a:t>Designed for  </a:t>
            </a:r>
          </a:p>
        </p:txBody>
      </p:sp>
    </p:spTree>
    <p:extLst>
      <p:ext uri="{BB962C8B-B14F-4D97-AF65-F5344CB8AC3E}">
        <p14:creationId xmlns:p14="http://schemas.microsoft.com/office/powerpoint/2010/main" val="3028709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F45F98-771E-C74F-B3EE-33F48620B43D}"/>
              </a:ext>
            </a:extLst>
          </p:cNvPr>
          <p:cNvSpPr/>
          <p:nvPr userDrawn="1"/>
        </p:nvSpPr>
        <p:spPr>
          <a:xfrm>
            <a:off x="4141694" y="0"/>
            <a:ext cx="8050306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314FB2-E3C3-4A4D-AE17-5BB5100462A0}"/>
              </a:ext>
            </a:extLst>
          </p:cNvPr>
          <p:cNvCxnSpPr/>
          <p:nvPr userDrawn="1"/>
        </p:nvCxnSpPr>
        <p:spPr>
          <a:xfrm>
            <a:off x="4141694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BA79DB-0C9B-E041-B4ED-3A914AF0795D}"/>
              </a:ext>
            </a:extLst>
          </p:cNvPr>
          <p:cNvGrpSpPr/>
          <p:nvPr userDrawn="1"/>
        </p:nvGrpSpPr>
        <p:grpSpPr>
          <a:xfrm>
            <a:off x="10684729" y="6374986"/>
            <a:ext cx="1507271" cy="483013"/>
            <a:chOff x="10684729" y="6374986"/>
            <a:chExt cx="1507271" cy="48301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9BF682-F1A3-D349-BCC9-E8A0FC2A6B9D}"/>
                </a:ext>
              </a:extLst>
            </p:cNvPr>
            <p:cNvGrpSpPr/>
            <p:nvPr userDrawn="1"/>
          </p:nvGrpSpPr>
          <p:grpSpPr>
            <a:xfrm>
              <a:off x="11631705" y="6374986"/>
              <a:ext cx="560295" cy="483013"/>
              <a:chOff x="11443455" y="6212702"/>
              <a:chExt cx="748546" cy="645298"/>
            </a:xfrm>
          </p:grpSpPr>
          <p:sp>
            <p:nvSpPr>
              <p:cNvPr id="4" name="Triangle 3">
                <a:extLst>
                  <a:ext uri="{FF2B5EF4-FFF2-40B4-BE49-F238E27FC236}">
                    <a16:creationId xmlns:a16="http://schemas.microsoft.com/office/drawing/2014/main" id="{C36ECF06-D3A0-1B4C-9C29-31BBE4AA4B98}"/>
                  </a:ext>
                </a:extLst>
              </p:cNvPr>
              <p:cNvSpPr/>
              <p:nvPr userDrawn="1"/>
            </p:nvSpPr>
            <p:spPr>
              <a:xfrm>
                <a:off x="11443455" y="6212702"/>
                <a:ext cx="748546" cy="645298"/>
              </a:xfrm>
              <a:prstGeom prst="triangle">
                <a:avLst>
                  <a:gd name="adj" fmla="val 100000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aphic 5">
                <a:extLst>
                  <a:ext uri="{FF2B5EF4-FFF2-40B4-BE49-F238E27FC236}">
                    <a16:creationId xmlns:a16="http://schemas.microsoft.com/office/drawing/2014/main" id="{48DDB61A-DD1C-F14A-B99C-A9CE3C3B1781}"/>
                  </a:ext>
                </a:extLst>
              </p:cNvPr>
              <p:cNvGrpSpPr/>
              <p:nvPr/>
            </p:nvGrpSpPr>
            <p:grpSpPr>
              <a:xfrm>
                <a:off x="11859192" y="6548798"/>
                <a:ext cx="203943" cy="203943"/>
                <a:chOff x="11817728" y="6535351"/>
                <a:chExt cx="291353" cy="291353"/>
              </a:xfrm>
            </p:grpSpPr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5F659337-C6B4-D14E-8EA0-F1CE46D389C2}"/>
                    </a:ext>
                  </a:extLst>
                </p:cNvPr>
                <p:cNvSpPr/>
                <p:nvPr/>
              </p:nvSpPr>
              <p:spPr>
                <a:xfrm>
                  <a:off x="11817727" y="6539991"/>
                  <a:ext cx="291138" cy="281855"/>
                </a:xfrm>
                <a:custGeom>
                  <a:avLst/>
                  <a:gdLst>
                    <a:gd name="connsiteX0" fmla="*/ 287491 w 291138"/>
                    <a:gd name="connsiteY0" fmla="*/ 137518 h 281855"/>
                    <a:gd name="connsiteX1" fmla="*/ 286353 w 291138"/>
                    <a:gd name="connsiteY1" fmla="*/ 117653 h 281855"/>
                    <a:gd name="connsiteX2" fmla="*/ 156239 w 291138"/>
                    <a:gd name="connsiteY2" fmla="*/ 3804 h 281855"/>
                    <a:gd name="connsiteX3" fmla="*/ 135084 w 291138"/>
                    <a:gd name="connsiteY3" fmla="*/ 4047 h 281855"/>
                    <a:gd name="connsiteX4" fmla="*/ 4528 w 291138"/>
                    <a:gd name="connsiteY4" fmla="*/ 123723 h 281855"/>
                    <a:gd name="connsiteX5" fmla="*/ 3900 w 291138"/>
                    <a:gd name="connsiteY5" fmla="*/ 143560 h 281855"/>
                    <a:gd name="connsiteX6" fmla="*/ 7173 w 291138"/>
                    <a:gd name="connsiteY6" fmla="*/ 146969 h 281855"/>
                    <a:gd name="connsiteX7" fmla="*/ 26766 w 291138"/>
                    <a:gd name="connsiteY7" fmla="*/ 148469 h 281855"/>
                    <a:gd name="connsiteX8" fmla="*/ 36523 w 291138"/>
                    <a:gd name="connsiteY8" fmla="*/ 139732 h 281855"/>
                    <a:gd name="connsiteX9" fmla="*/ 36523 w 291138"/>
                    <a:gd name="connsiteY9" fmla="*/ 267654 h 281855"/>
                    <a:gd name="connsiteX10" fmla="*/ 50725 w 291138"/>
                    <a:gd name="connsiteY10" fmla="*/ 281856 h 281855"/>
                    <a:gd name="connsiteX11" fmla="*/ 101616 w 291138"/>
                    <a:gd name="connsiteY11" fmla="*/ 281856 h 281855"/>
                    <a:gd name="connsiteX12" fmla="*/ 115818 w 291138"/>
                    <a:gd name="connsiteY12" fmla="*/ 267654 h 281855"/>
                    <a:gd name="connsiteX13" fmla="*/ 115818 w 291138"/>
                    <a:gd name="connsiteY13" fmla="*/ 178160 h 281855"/>
                    <a:gd name="connsiteX14" fmla="*/ 180730 w 291138"/>
                    <a:gd name="connsiteY14" fmla="*/ 178160 h 281855"/>
                    <a:gd name="connsiteX15" fmla="*/ 180730 w 291138"/>
                    <a:gd name="connsiteY15" fmla="*/ 267654 h 281855"/>
                    <a:gd name="connsiteX16" fmla="*/ 194072 w 291138"/>
                    <a:gd name="connsiteY16" fmla="*/ 281850 h 281855"/>
                    <a:gd name="connsiteX17" fmla="*/ 248003 w 291138"/>
                    <a:gd name="connsiteY17" fmla="*/ 281850 h 281855"/>
                    <a:gd name="connsiteX18" fmla="*/ 262206 w 291138"/>
                    <a:gd name="connsiteY18" fmla="*/ 267648 h 281855"/>
                    <a:gd name="connsiteX19" fmla="*/ 262206 w 291138"/>
                    <a:gd name="connsiteY19" fmla="*/ 141533 h 281855"/>
                    <a:gd name="connsiteX20" fmla="*/ 268225 w 291138"/>
                    <a:gd name="connsiteY20" fmla="*/ 146816 h 281855"/>
                    <a:gd name="connsiteX21" fmla="*/ 283792 w 291138"/>
                    <a:gd name="connsiteY21" fmla="*/ 141584 h 281855"/>
                    <a:gd name="connsiteX22" fmla="*/ 287491 w 291138"/>
                    <a:gd name="connsiteY22" fmla="*/ 137518 h 281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91138" h="281855">
                      <a:moveTo>
                        <a:pt x="287491" y="137518"/>
                      </a:moveTo>
                      <a:cubicBezTo>
                        <a:pt x="292768" y="131714"/>
                        <a:pt x="292259" y="122818"/>
                        <a:pt x="286353" y="117653"/>
                      </a:cubicBezTo>
                      <a:lnTo>
                        <a:pt x="156239" y="3804"/>
                      </a:lnTo>
                      <a:cubicBezTo>
                        <a:pt x="150334" y="-1361"/>
                        <a:pt x="140865" y="-1253"/>
                        <a:pt x="135084" y="4047"/>
                      </a:cubicBezTo>
                      <a:lnTo>
                        <a:pt x="4528" y="123723"/>
                      </a:lnTo>
                      <a:cubicBezTo>
                        <a:pt x="-1253" y="129024"/>
                        <a:pt x="-1537" y="137908"/>
                        <a:pt x="3900" y="143560"/>
                      </a:cubicBezTo>
                      <a:lnTo>
                        <a:pt x="7173" y="146969"/>
                      </a:lnTo>
                      <a:cubicBezTo>
                        <a:pt x="12603" y="152620"/>
                        <a:pt x="21381" y="153294"/>
                        <a:pt x="26766" y="148469"/>
                      </a:cubicBezTo>
                      <a:lnTo>
                        <a:pt x="36523" y="139732"/>
                      </a:lnTo>
                      <a:lnTo>
                        <a:pt x="36523" y="267654"/>
                      </a:lnTo>
                      <a:cubicBezTo>
                        <a:pt x="36523" y="275502"/>
                        <a:pt x="42882" y="281856"/>
                        <a:pt x="50725" y="281856"/>
                      </a:cubicBezTo>
                      <a:lnTo>
                        <a:pt x="101616" y="281856"/>
                      </a:lnTo>
                      <a:cubicBezTo>
                        <a:pt x="109459" y="281856"/>
                        <a:pt x="115818" y="275502"/>
                        <a:pt x="115818" y="267654"/>
                      </a:cubicBezTo>
                      <a:lnTo>
                        <a:pt x="115818" y="178160"/>
                      </a:lnTo>
                      <a:lnTo>
                        <a:pt x="180730" y="178160"/>
                      </a:lnTo>
                      <a:lnTo>
                        <a:pt x="180730" y="267654"/>
                      </a:lnTo>
                      <a:cubicBezTo>
                        <a:pt x="180617" y="275496"/>
                        <a:pt x="186229" y="281850"/>
                        <a:pt x="194072" y="281850"/>
                      </a:cubicBezTo>
                      <a:lnTo>
                        <a:pt x="248003" y="281850"/>
                      </a:lnTo>
                      <a:cubicBezTo>
                        <a:pt x="255846" y="281850"/>
                        <a:pt x="262206" y="275496"/>
                        <a:pt x="262206" y="267648"/>
                      </a:cubicBezTo>
                      <a:lnTo>
                        <a:pt x="262206" y="141533"/>
                      </a:lnTo>
                      <a:cubicBezTo>
                        <a:pt x="262206" y="141533"/>
                        <a:pt x="264901" y="143894"/>
                        <a:pt x="268225" y="146816"/>
                      </a:cubicBezTo>
                      <a:cubicBezTo>
                        <a:pt x="271544" y="149732"/>
                        <a:pt x="278515" y="147394"/>
                        <a:pt x="283792" y="141584"/>
                      </a:cubicBezTo>
                      <a:lnTo>
                        <a:pt x="287491" y="137518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" name="TextBox 9">
              <a:hlinkClick r:id="" action="ppaction://hlinkshowjump?jump=firstslide"/>
              <a:extLst>
                <a:ext uri="{FF2B5EF4-FFF2-40B4-BE49-F238E27FC236}">
                  <a16:creationId xmlns:a16="http://schemas.microsoft.com/office/drawing/2014/main" id="{59577D53-E825-B049-8F99-6211686A784D}"/>
                </a:ext>
              </a:extLst>
            </p:cNvPr>
            <p:cNvSpPr txBox="1"/>
            <p:nvPr userDrawn="1"/>
          </p:nvSpPr>
          <p:spPr>
            <a:xfrm>
              <a:off x="10684729" y="6427161"/>
              <a:ext cx="1466930" cy="40555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sz="1200" b="0" i="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Back to main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4288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899664-408D-4C45-A6A0-D57D7C061483}"/>
              </a:ext>
            </a:extLst>
          </p:cNvPr>
          <p:cNvCxnSpPr/>
          <p:nvPr userDrawn="1"/>
        </p:nvCxnSpPr>
        <p:spPr>
          <a:xfrm>
            <a:off x="195943" y="5031618"/>
            <a:ext cx="11800114" cy="0"/>
          </a:xfrm>
          <a:prstGeom prst="line">
            <a:avLst/>
          </a:prstGeom>
          <a:ln>
            <a:solidFill>
              <a:schemeClr val="tx2">
                <a:alpha val="17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A47384-4112-0845-B14E-DB700DC3CDEB}"/>
              </a:ext>
            </a:extLst>
          </p:cNvPr>
          <p:cNvCxnSpPr/>
          <p:nvPr userDrawn="1"/>
        </p:nvCxnSpPr>
        <p:spPr>
          <a:xfrm>
            <a:off x="195943" y="3212495"/>
            <a:ext cx="11800114" cy="0"/>
          </a:xfrm>
          <a:prstGeom prst="line">
            <a:avLst/>
          </a:prstGeom>
          <a:ln>
            <a:solidFill>
              <a:schemeClr val="tx2">
                <a:alpha val="17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5D5B0C-2F60-BC47-93FD-C1430762F7FF}"/>
              </a:ext>
            </a:extLst>
          </p:cNvPr>
          <p:cNvCxnSpPr/>
          <p:nvPr userDrawn="1"/>
        </p:nvCxnSpPr>
        <p:spPr>
          <a:xfrm>
            <a:off x="195943" y="1393372"/>
            <a:ext cx="11800114" cy="0"/>
          </a:xfrm>
          <a:prstGeom prst="line">
            <a:avLst/>
          </a:prstGeom>
          <a:ln>
            <a:solidFill>
              <a:schemeClr val="tx2">
                <a:alpha val="17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68E61C-68A3-4845-B386-99E13F9F9571}"/>
              </a:ext>
            </a:extLst>
          </p:cNvPr>
          <p:cNvCxnSpPr>
            <a:cxnSpLocks/>
          </p:cNvCxnSpPr>
          <p:nvPr userDrawn="1"/>
        </p:nvCxnSpPr>
        <p:spPr>
          <a:xfrm flipV="1">
            <a:off x="2027160" y="1103087"/>
            <a:ext cx="0" cy="5428341"/>
          </a:xfrm>
          <a:prstGeom prst="line">
            <a:avLst/>
          </a:prstGeom>
          <a:ln>
            <a:solidFill>
              <a:schemeClr val="tx2">
                <a:alpha val="17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559E60-69E1-3245-AEF7-0285C415F9E4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1579" y="1103087"/>
            <a:ext cx="0" cy="5428341"/>
          </a:xfrm>
          <a:prstGeom prst="line">
            <a:avLst/>
          </a:prstGeom>
          <a:ln>
            <a:solidFill>
              <a:schemeClr val="tx2">
                <a:alpha val="17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72DC38-E7AE-F944-8352-0D03FDA83200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5998" y="1103087"/>
            <a:ext cx="0" cy="5428341"/>
          </a:xfrm>
          <a:prstGeom prst="line">
            <a:avLst/>
          </a:prstGeom>
          <a:ln>
            <a:solidFill>
              <a:schemeClr val="tx2">
                <a:alpha val="17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1379BB-4B1D-EF45-A8C2-9BA83759769D}"/>
              </a:ext>
            </a:extLst>
          </p:cNvPr>
          <p:cNvCxnSpPr>
            <a:cxnSpLocks/>
          </p:cNvCxnSpPr>
          <p:nvPr userDrawn="1"/>
        </p:nvCxnSpPr>
        <p:spPr>
          <a:xfrm flipV="1">
            <a:off x="8130417" y="1103087"/>
            <a:ext cx="0" cy="5428341"/>
          </a:xfrm>
          <a:prstGeom prst="line">
            <a:avLst/>
          </a:prstGeom>
          <a:ln>
            <a:solidFill>
              <a:schemeClr val="tx2">
                <a:alpha val="17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DD5CBE-8FCA-5F46-A977-89C54C140773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64836" y="1103087"/>
            <a:ext cx="0" cy="5428341"/>
          </a:xfrm>
          <a:prstGeom prst="line">
            <a:avLst/>
          </a:prstGeom>
          <a:ln>
            <a:solidFill>
              <a:schemeClr val="tx2">
                <a:alpha val="17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49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A47384-4112-0845-B14E-DB700DC3CDEB}"/>
              </a:ext>
            </a:extLst>
          </p:cNvPr>
          <p:cNvCxnSpPr/>
          <p:nvPr userDrawn="1"/>
        </p:nvCxnSpPr>
        <p:spPr>
          <a:xfrm>
            <a:off x="195943" y="4125686"/>
            <a:ext cx="11800114" cy="0"/>
          </a:xfrm>
          <a:prstGeom prst="line">
            <a:avLst/>
          </a:prstGeom>
          <a:ln>
            <a:solidFill>
              <a:schemeClr val="tx2">
                <a:alpha val="17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5D5B0C-2F60-BC47-93FD-C1430762F7FF}"/>
              </a:ext>
            </a:extLst>
          </p:cNvPr>
          <p:cNvCxnSpPr/>
          <p:nvPr userDrawn="1"/>
        </p:nvCxnSpPr>
        <p:spPr>
          <a:xfrm>
            <a:off x="195943" y="1393372"/>
            <a:ext cx="11800114" cy="0"/>
          </a:xfrm>
          <a:prstGeom prst="line">
            <a:avLst/>
          </a:prstGeom>
          <a:ln>
            <a:solidFill>
              <a:schemeClr val="tx2">
                <a:alpha val="17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559E60-69E1-3245-AEF7-0285C415F9E4}"/>
              </a:ext>
            </a:extLst>
          </p:cNvPr>
          <p:cNvCxnSpPr>
            <a:cxnSpLocks/>
          </p:cNvCxnSpPr>
          <p:nvPr userDrawn="1"/>
        </p:nvCxnSpPr>
        <p:spPr>
          <a:xfrm flipV="1">
            <a:off x="3048000" y="1103087"/>
            <a:ext cx="0" cy="5428341"/>
          </a:xfrm>
          <a:prstGeom prst="line">
            <a:avLst/>
          </a:prstGeom>
          <a:ln>
            <a:solidFill>
              <a:schemeClr val="tx2">
                <a:alpha val="17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72DC38-E7AE-F944-8352-0D03FDA83200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1103087"/>
            <a:ext cx="0" cy="5428341"/>
          </a:xfrm>
          <a:prstGeom prst="line">
            <a:avLst/>
          </a:prstGeom>
          <a:ln>
            <a:solidFill>
              <a:schemeClr val="tx2">
                <a:alpha val="17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1379BB-4B1D-EF45-A8C2-9BA83759769D}"/>
              </a:ext>
            </a:extLst>
          </p:cNvPr>
          <p:cNvCxnSpPr>
            <a:cxnSpLocks/>
          </p:cNvCxnSpPr>
          <p:nvPr userDrawn="1"/>
        </p:nvCxnSpPr>
        <p:spPr>
          <a:xfrm flipV="1">
            <a:off x="9144000" y="1103087"/>
            <a:ext cx="0" cy="5428341"/>
          </a:xfrm>
          <a:prstGeom prst="line">
            <a:avLst/>
          </a:prstGeom>
          <a:ln>
            <a:solidFill>
              <a:schemeClr val="tx2">
                <a:alpha val="17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00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EFD5B-F522-3B4E-A892-3A347DF3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46884-EF8F-EA40-A95D-4017593D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75AC97-1C98-7C41-91F8-84CFA60EA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52570" y="6476563"/>
            <a:ext cx="4868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BA69586-E6B3-B646-96E5-E7A8350A3CC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56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38B0C6E-FB82-8649-96AC-531A67F2A57A}"/>
              </a:ext>
            </a:extLst>
          </p:cNvPr>
          <p:cNvSpPr/>
          <p:nvPr userDrawn="1"/>
        </p:nvSpPr>
        <p:spPr>
          <a:xfrm>
            <a:off x="366713" y="642939"/>
            <a:ext cx="11458575" cy="57150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8F2A6-11CC-DA4C-B302-72EE83AD4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14284-0D33-644F-8529-988C5F98A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D54CC-FFB4-904C-BB39-09EE854082B3}" type="datetimeFigureOut">
              <a:rPr lang="en-US" smtClean="0"/>
              <a:t>10/14/19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9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DA2EF753-9A8A-A54E-BF87-36CF1E7CE249}"/>
              </a:ext>
            </a:extLst>
          </p:cNvPr>
          <p:cNvSpPr/>
          <p:nvPr/>
        </p:nvSpPr>
        <p:spPr>
          <a:xfrm>
            <a:off x="930620" y="1729689"/>
            <a:ext cx="1860059" cy="405920"/>
          </a:xfrm>
          <a:custGeom>
            <a:avLst/>
            <a:gdLst>
              <a:gd name="connsiteX0" fmla="*/ 271106 w 2670197"/>
              <a:gd name="connsiteY0" fmla="*/ 380113 h 751286"/>
              <a:gd name="connsiteX1" fmla="*/ 0 w 2670197"/>
              <a:gd name="connsiteY1" fmla="*/ 759275 h 751286"/>
              <a:gd name="connsiteX2" fmla="*/ 0 w 2670197"/>
              <a:gd name="connsiteY2" fmla="*/ 760131 h 751286"/>
              <a:gd name="connsiteX3" fmla="*/ 2403843 w 2670197"/>
              <a:gd name="connsiteY3" fmla="*/ 760131 h 751286"/>
              <a:gd name="connsiteX4" fmla="*/ 2675614 w 2670197"/>
              <a:gd name="connsiteY4" fmla="*/ 380113 h 751286"/>
              <a:gd name="connsiteX5" fmla="*/ 2403843 w 2670197"/>
              <a:gd name="connsiteY5" fmla="*/ 0 h 751286"/>
              <a:gd name="connsiteX6" fmla="*/ 0 w 2670197"/>
              <a:gd name="connsiteY6" fmla="*/ 0 h 751286"/>
              <a:gd name="connsiteX7" fmla="*/ 0 w 2670197"/>
              <a:gd name="connsiteY7" fmla="*/ 856 h 751286"/>
              <a:gd name="connsiteX8" fmla="*/ 271106 w 2670197"/>
              <a:gd name="connsiteY8" fmla="*/ 380113 h 75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0197" h="751286">
                <a:moveTo>
                  <a:pt x="271106" y="380113"/>
                </a:moveTo>
                <a:lnTo>
                  <a:pt x="0" y="759275"/>
                </a:lnTo>
                <a:lnTo>
                  <a:pt x="0" y="760131"/>
                </a:lnTo>
                <a:lnTo>
                  <a:pt x="2403843" y="760131"/>
                </a:lnTo>
                <a:lnTo>
                  <a:pt x="2675614" y="380113"/>
                </a:lnTo>
                <a:lnTo>
                  <a:pt x="2403843" y="0"/>
                </a:lnTo>
                <a:lnTo>
                  <a:pt x="0" y="0"/>
                </a:lnTo>
                <a:lnTo>
                  <a:pt x="0" y="856"/>
                </a:lnTo>
                <a:lnTo>
                  <a:pt x="271106" y="380113"/>
                </a:lnTo>
                <a:close/>
              </a:path>
            </a:pathLst>
          </a:custGeom>
          <a:solidFill>
            <a:schemeClr val="accent1"/>
          </a:solidFill>
          <a:ln w="9491" cap="flat">
            <a:noFill/>
            <a:prstDash val="solid"/>
            <a:miter/>
          </a:ln>
          <a:effectLst/>
        </p:spPr>
        <p:txBody>
          <a:bodyPr wrap="square" lIns="324000" rIns="216000" rtlCol="0" anchor="ctr">
            <a:normAutofit/>
          </a:bodyPr>
          <a:lstStyle/>
          <a:p>
            <a:r>
              <a:rPr lang="en-US" sz="10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Text Here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BA0A1F8A-51B4-8F4D-97B9-758B18F9F401}"/>
              </a:ext>
            </a:extLst>
          </p:cNvPr>
          <p:cNvSpPr/>
          <p:nvPr/>
        </p:nvSpPr>
        <p:spPr>
          <a:xfrm>
            <a:off x="929080" y="3257215"/>
            <a:ext cx="1860059" cy="405921"/>
          </a:xfrm>
          <a:custGeom>
            <a:avLst/>
            <a:gdLst>
              <a:gd name="connsiteX0" fmla="*/ 0 w 2670197"/>
              <a:gd name="connsiteY0" fmla="*/ 760130 h 751286"/>
              <a:gd name="connsiteX1" fmla="*/ 2677705 w 2670197"/>
              <a:gd name="connsiteY1" fmla="*/ 760130 h 751286"/>
              <a:gd name="connsiteX2" fmla="*/ 2405934 w 2670197"/>
              <a:gd name="connsiteY2" fmla="*/ 380113 h 751286"/>
              <a:gd name="connsiteX3" fmla="*/ 2677705 w 2670197"/>
              <a:gd name="connsiteY3" fmla="*/ 0 h 751286"/>
              <a:gd name="connsiteX4" fmla="*/ 0 w 2670197"/>
              <a:gd name="connsiteY4" fmla="*/ 0 h 751286"/>
              <a:gd name="connsiteX5" fmla="*/ 0 w 2670197"/>
              <a:gd name="connsiteY5" fmla="*/ 760130 h 75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0197" h="751286">
                <a:moveTo>
                  <a:pt x="0" y="760130"/>
                </a:moveTo>
                <a:lnTo>
                  <a:pt x="2677705" y="760130"/>
                </a:lnTo>
                <a:lnTo>
                  <a:pt x="2405934" y="380113"/>
                </a:lnTo>
                <a:lnTo>
                  <a:pt x="2677705" y="0"/>
                </a:lnTo>
                <a:lnTo>
                  <a:pt x="0" y="0"/>
                </a:lnTo>
                <a:lnTo>
                  <a:pt x="0" y="760130"/>
                </a:lnTo>
                <a:close/>
              </a:path>
            </a:pathLst>
          </a:custGeom>
          <a:solidFill>
            <a:schemeClr val="accent2"/>
          </a:solidFill>
          <a:ln w="9491" cap="flat">
            <a:noFill/>
            <a:prstDash val="solid"/>
            <a:miter/>
          </a:ln>
          <a:effectLst/>
        </p:spPr>
        <p:txBody>
          <a:bodyPr lIns="251999" rIns="216000" rtlCol="0" anchor="ctr">
            <a:normAutofit/>
          </a:bodyPr>
          <a:lstStyle/>
          <a:p>
            <a:r>
              <a:rPr lang="en-US" sz="11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Text Here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A9BF853-5963-B24A-A6F8-D1B35A3B99CA}"/>
              </a:ext>
            </a:extLst>
          </p:cNvPr>
          <p:cNvGrpSpPr/>
          <p:nvPr/>
        </p:nvGrpSpPr>
        <p:grpSpPr>
          <a:xfrm>
            <a:off x="929080" y="4806523"/>
            <a:ext cx="1860059" cy="500907"/>
            <a:chOff x="3067903" y="4592939"/>
            <a:chExt cx="2052737" cy="659146"/>
          </a:xfrm>
        </p:grpSpPr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5F8F58B-5618-A546-8BE8-DDDF8D93C757}"/>
                </a:ext>
              </a:extLst>
            </p:cNvPr>
            <p:cNvSpPr/>
            <p:nvPr/>
          </p:nvSpPr>
          <p:spPr>
            <a:xfrm>
              <a:off x="3305972" y="4592939"/>
              <a:ext cx="1814668" cy="553678"/>
            </a:xfrm>
            <a:custGeom>
              <a:avLst/>
              <a:gdLst>
                <a:gd name="connsiteX0" fmla="*/ 0 w 2670197"/>
                <a:gd name="connsiteY0" fmla="*/ 760130 h 751286"/>
                <a:gd name="connsiteX1" fmla="*/ 2677705 w 2670197"/>
                <a:gd name="connsiteY1" fmla="*/ 760130 h 751286"/>
                <a:gd name="connsiteX2" fmla="*/ 2405934 w 2670197"/>
                <a:gd name="connsiteY2" fmla="*/ 380113 h 751286"/>
                <a:gd name="connsiteX3" fmla="*/ 2677705 w 2670197"/>
                <a:gd name="connsiteY3" fmla="*/ 0 h 751286"/>
                <a:gd name="connsiteX4" fmla="*/ 0 w 2670197"/>
                <a:gd name="connsiteY4" fmla="*/ 0 h 751286"/>
                <a:gd name="connsiteX5" fmla="*/ 0 w 2670197"/>
                <a:gd name="connsiteY5" fmla="*/ 760130 h 75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0197" h="751286">
                  <a:moveTo>
                    <a:pt x="0" y="760130"/>
                  </a:moveTo>
                  <a:lnTo>
                    <a:pt x="2677705" y="760130"/>
                  </a:lnTo>
                  <a:lnTo>
                    <a:pt x="2405934" y="380113"/>
                  </a:lnTo>
                  <a:lnTo>
                    <a:pt x="2677705" y="0"/>
                  </a:lnTo>
                  <a:lnTo>
                    <a:pt x="0" y="0"/>
                  </a:lnTo>
                  <a:lnTo>
                    <a:pt x="0" y="760130"/>
                  </a:lnTo>
                  <a:close/>
                </a:path>
              </a:pathLst>
            </a:custGeom>
            <a:solidFill>
              <a:schemeClr val="tx2">
                <a:alpha val="4000"/>
              </a:schemeClr>
            </a:solidFill>
            <a:ln w="9491" cap="flat">
              <a:noFill/>
              <a:prstDash val="solid"/>
              <a:miter/>
            </a:ln>
            <a:effectLst/>
          </p:spPr>
          <p:txBody>
            <a:bodyPr lIns="251999" rIns="216000" rtlCol="0" anchor="ctr">
              <a:normAutofit/>
            </a:bodyPr>
            <a:lstStyle/>
            <a:p>
              <a:endParaRPr lang="en-US" sz="11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8BE219F2-FDED-1B47-A714-EF81F14CFEF6}"/>
                </a:ext>
              </a:extLst>
            </p:cNvPr>
            <p:cNvSpPr/>
            <p:nvPr/>
          </p:nvSpPr>
          <p:spPr>
            <a:xfrm>
              <a:off x="3067904" y="4653695"/>
              <a:ext cx="1967864" cy="598390"/>
            </a:xfrm>
            <a:custGeom>
              <a:avLst/>
              <a:gdLst>
                <a:gd name="connsiteX0" fmla="*/ 0 w 2670197"/>
                <a:gd name="connsiteY0" fmla="*/ 760130 h 751286"/>
                <a:gd name="connsiteX1" fmla="*/ 2677705 w 2670197"/>
                <a:gd name="connsiteY1" fmla="*/ 760130 h 751286"/>
                <a:gd name="connsiteX2" fmla="*/ 2405934 w 2670197"/>
                <a:gd name="connsiteY2" fmla="*/ 380113 h 751286"/>
                <a:gd name="connsiteX3" fmla="*/ 2677705 w 2670197"/>
                <a:gd name="connsiteY3" fmla="*/ 0 h 751286"/>
                <a:gd name="connsiteX4" fmla="*/ 0 w 2670197"/>
                <a:gd name="connsiteY4" fmla="*/ 0 h 751286"/>
                <a:gd name="connsiteX5" fmla="*/ 0 w 2670197"/>
                <a:gd name="connsiteY5" fmla="*/ 760130 h 75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0197" h="751286">
                  <a:moveTo>
                    <a:pt x="0" y="760130"/>
                  </a:moveTo>
                  <a:lnTo>
                    <a:pt x="2677705" y="760130"/>
                  </a:lnTo>
                  <a:lnTo>
                    <a:pt x="2405934" y="380113"/>
                  </a:lnTo>
                  <a:lnTo>
                    <a:pt x="2677705" y="0"/>
                  </a:lnTo>
                  <a:lnTo>
                    <a:pt x="0" y="0"/>
                  </a:lnTo>
                  <a:lnTo>
                    <a:pt x="0" y="76013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9491" cap="flat">
              <a:noFill/>
              <a:prstDash val="solid"/>
              <a:miter/>
            </a:ln>
            <a:effectLst/>
            <a:scene3d>
              <a:camera prst="perspectiveHeroicExtremeLeftFacing" fov="4800000">
                <a:rot lat="487347" lon="2067641" rev="21594000"/>
              </a:camera>
              <a:lightRig rig="threePt" dir="t"/>
            </a:scene3d>
          </p:spPr>
          <p:txBody>
            <a:bodyPr lIns="251999" rIns="216000" rtlCol="0" anchor="ctr">
              <a:normAutofit/>
            </a:bodyPr>
            <a:lstStyle/>
            <a:p>
              <a:r>
                <a:rPr lang="en-US" sz="110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Your Text Here</a:t>
              </a: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FF1C54C-6532-4441-82DC-2DFAEC11D226}"/>
                </a:ext>
              </a:extLst>
            </p:cNvPr>
            <p:cNvSpPr/>
            <p:nvPr/>
          </p:nvSpPr>
          <p:spPr>
            <a:xfrm>
              <a:off x="3067903" y="4593285"/>
              <a:ext cx="230929" cy="553332"/>
            </a:xfrm>
            <a:custGeom>
              <a:avLst/>
              <a:gdLst>
                <a:gd name="connsiteX0" fmla="*/ 0 w 255939"/>
                <a:gd name="connsiteY0" fmla="*/ 0 h 238031"/>
                <a:gd name="connsiteX1" fmla="*/ 259011 w 255939"/>
                <a:gd name="connsiteY1" fmla="*/ 0 h 238031"/>
                <a:gd name="connsiteX2" fmla="*/ 259011 w 255939"/>
                <a:gd name="connsiteY2" fmla="*/ 241252 h 238031"/>
                <a:gd name="connsiteX3" fmla="*/ 0 w 255939"/>
                <a:gd name="connsiteY3" fmla="*/ 241252 h 23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939" h="238031">
                  <a:moveTo>
                    <a:pt x="0" y="0"/>
                  </a:moveTo>
                  <a:lnTo>
                    <a:pt x="259011" y="0"/>
                  </a:lnTo>
                  <a:lnTo>
                    <a:pt x="259011" y="241252"/>
                  </a:lnTo>
                  <a:lnTo>
                    <a:pt x="0" y="241252"/>
                  </a:lnTo>
                  <a:close/>
                </a:path>
              </a:pathLst>
            </a:custGeom>
            <a:solidFill>
              <a:schemeClr val="accent4"/>
            </a:solidFill>
            <a:ln w="4637" cap="flat">
              <a:noFill/>
              <a:prstDash val="solid"/>
              <a:miter/>
            </a:ln>
          </p:spPr>
          <p:txBody>
            <a:bodyPr rtlCol="0" anchor="ctr">
              <a:normAutofit/>
            </a:bodyPr>
            <a:lstStyle/>
            <a:p>
              <a:endParaRPr 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FB68A61E-DF0D-3D41-9431-1772847BAA7B}"/>
              </a:ext>
            </a:extLst>
          </p:cNvPr>
          <p:cNvSpPr txBox="1"/>
          <p:nvPr/>
        </p:nvSpPr>
        <p:spPr>
          <a:xfrm>
            <a:off x="281402" y="459845"/>
            <a:ext cx="3343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Creative Text Labels</a:t>
            </a:r>
            <a:endParaRPr lang="en-US" sz="2400" dirty="0">
              <a:solidFill>
                <a:schemeClr val="accent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583D9E-980F-B144-A4D5-BA838484134B}"/>
              </a:ext>
            </a:extLst>
          </p:cNvPr>
          <p:cNvSpPr/>
          <p:nvPr/>
        </p:nvSpPr>
        <p:spPr>
          <a:xfrm>
            <a:off x="0" y="384030"/>
            <a:ext cx="94129" cy="584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4FB80BE-5857-D146-987A-3BC7A07DC6C3}"/>
              </a:ext>
            </a:extLst>
          </p:cNvPr>
          <p:cNvGrpSpPr/>
          <p:nvPr/>
        </p:nvGrpSpPr>
        <p:grpSpPr>
          <a:xfrm>
            <a:off x="2967647" y="4886003"/>
            <a:ext cx="1860059" cy="473690"/>
            <a:chOff x="2737783" y="5429701"/>
            <a:chExt cx="2037140" cy="618594"/>
          </a:xfrm>
        </p:grpSpPr>
        <p:sp>
          <p:nvSpPr>
            <p:cNvPr id="50" name="Triangle 49">
              <a:extLst>
                <a:ext uri="{FF2B5EF4-FFF2-40B4-BE49-F238E27FC236}">
                  <a16:creationId xmlns:a16="http://schemas.microsoft.com/office/drawing/2014/main" id="{C055F1FE-D93E-1543-9164-B1204220FF63}"/>
                </a:ext>
              </a:extLst>
            </p:cNvPr>
            <p:cNvSpPr/>
            <p:nvPr/>
          </p:nvSpPr>
          <p:spPr>
            <a:xfrm>
              <a:off x="3339882" y="5825220"/>
              <a:ext cx="1435041" cy="223075"/>
            </a:xfrm>
            <a:prstGeom prst="triangle">
              <a:avLst>
                <a:gd name="adj" fmla="val 89113"/>
              </a:avLst>
            </a:prstGeom>
            <a:solidFill>
              <a:schemeClr val="tx2">
                <a:alpha val="7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en-US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D0E2990-1A0E-974D-BBB3-F16A13098535}"/>
                </a:ext>
              </a:extLst>
            </p:cNvPr>
            <p:cNvGrpSpPr/>
            <p:nvPr/>
          </p:nvGrpSpPr>
          <p:grpSpPr>
            <a:xfrm>
              <a:off x="2737783" y="5429701"/>
              <a:ext cx="2030001" cy="607578"/>
              <a:chOff x="1855954" y="1889383"/>
              <a:chExt cx="873266" cy="261368"/>
            </a:xfrm>
            <a:effectLst/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34BA778-937D-9744-BE87-8B2C99420E48}"/>
                  </a:ext>
                </a:extLst>
              </p:cNvPr>
              <p:cNvSpPr/>
              <p:nvPr/>
            </p:nvSpPr>
            <p:spPr>
              <a:xfrm>
                <a:off x="1855954" y="1913979"/>
                <a:ext cx="255940" cy="236772"/>
              </a:xfrm>
              <a:custGeom>
                <a:avLst/>
                <a:gdLst>
                  <a:gd name="connsiteX0" fmla="*/ 0 w 255939"/>
                  <a:gd name="connsiteY0" fmla="*/ 0 h 238031"/>
                  <a:gd name="connsiteX1" fmla="*/ 259011 w 255939"/>
                  <a:gd name="connsiteY1" fmla="*/ 0 h 238031"/>
                  <a:gd name="connsiteX2" fmla="*/ 259011 w 255939"/>
                  <a:gd name="connsiteY2" fmla="*/ 241252 h 238031"/>
                  <a:gd name="connsiteX3" fmla="*/ 0 w 255939"/>
                  <a:gd name="connsiteY3" fmla="*/ 241252 h 238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5939" h="238031">
                    <a:moveTo>
                      <a:pt x="0" y="0"/>
                    </a:moveTo>
                    <a:lnTo>
                      <a:pt x="259011" y="0"/>
                    </a:lnTo>
                    <a:lnTo>
                      <a:pt x="259011" y="241252"/>
                    </a:lnTo>
                    <a:lnTo>
                      <a:pt x="0" y="241252"/>
                    </a:lnTo>
                    <a:close/>
                  </a:path>
                </a:pathLst>
              </a:custGeom>
              <a:solidFill>
                <a:schemeClr val="accent6"/>
              </a:solidFill>
              <a:ln w="4637" cap="flat">
                <a:noFill/>
                <a:prstDash val="solid"/>
                <a:miter/>
              </a:ln>
              <a:effectLst>
                <a:outerShdw blurRad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CD731926-B918-FF4C-ADCC-B12093699CEA}"/>
                  </a:ext>
                </a:extLst>
              </p:cNvPr>
              <p:cNvSpPr/>
              <p:nvPr/>
            </p:nvSpPr>
            <p:spPr>
              <a:xfrm>
                <a:off x="2114965" y="1889383"/>
                <a:ext cx="614255" cy="261368"/>
              </a:xfrm>
              <a:custGeom>
                <a:avLst/>
                <a:gdLst>
                  <a:gd name="connsiteX0" fmla="*/ 0 w 614255"/>
                  <a:gd name="connsiteY0" fmla="*/ 24830 h 261368"/>
                  <a:gd name="connsiteX1" fmla="*/ 614674 w 614255"/>
                  <a:gd name="connsiteY1" fmla="*/ 0 h 261368"/>
                  <a:gd name="connsiteX2" fmla="*/ 535566 w 614255"/>
                  <a:gd name="connsiteY2" fmla="*/ 126437 h 261368"/>
                  <a:gd name="connsiteX3" fmla="*/ 614674 w 614255"/>
                  <a:gd name="connsiteY3" fmla="*/ 237192 h 261368"/>
                  <a:gd name="connsiteX4" fmla="*/ 0 w 614255"/>
                  <a:gd name="connsiteY4" fmla="*/ 265849 h 261368"/>
                  <a:gd name="connsiteX5" fmla="*/ 0 w 614255"/>
                  <a:gd name="connsiteY5" fmla="*/ 24830 h 261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4255" h="261368">
                    <a:moveTo>
                      <a:pt x="0" y="24830"/>
                    </a:moveTo>
                    <a:lnTo>
                      <a:pt x="614674" y="0"/>
                    </a:lnTo>
                    <a:lnTo>
                      <a:pt x="535566" y="126437"/>
                    </a:lnTo>
                    <a:lnTo>
                      <a:pt x="614674" y="237192"/>
                    </a:lnTo>
                    <a:lnTo>
                      <a:pt x="0" y="265849"/>
                    </a:lnTo>
                    <a:lnTo>
                      <a:pt x="0" y="24830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 w="4637" cap="flat">
                <a:noFill/>
                <a:prstDash val="solid"/>
                <a:miter/>
              </a:ln>
            </p:spPr>
            <p:txBody>
              <a:bodyPr rIns="180000" rtlCol="0" anchor="ctr">
                <a:normAutofit/>
              </a:bodyPr>
              <a:lstStyle/>
              <a:p>
                <a:r>
                  <a:rPr lang="en-US" sz="1000" dirty="0">
                    <a:solidFill>
                      <a:schemeClr val="tx1">
                        <a:alpha val="68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Insert Your Text here</a:t>
                </a: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D7DF938-7145-3C4D-8F4D-D5AFF758F513}"/>
              </a:ext>
            </a:extLst>
          </p:cNvPr>
          <p:cNvGrpSpPr/>
          <p:nvPr/>
        </p:nvGrpSpPr>
        <p:grpSpPr>
          <a:xfrm>
            <a:off x="925534" y="5666685"/>
            <a:ext cx="1930971" cy="500906"/>
            <a:chOff x="4222493" y="3697877"/>
            <a:chExt cx="2078473" cy="642897"/>
          </a:xfrm>
        </p:grpSpPr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307414CE-644B-A34D-A4B6-B9DC7A3D8973}"/>
                </a:ext>
              </a:extLst>
            </p:cNvPr>
            <p:cNvSpPr/>
            <p:nvPr/>
          </p:nvSpPr>
          <p:spPr>
            <a:xfrm>
              <a:off x="4438983" y="3787096"/>
              <a:ext cx="1736935" cy="553678"/>
            </a:xfrm>
            <a:custGeom>
              <a:avLst/>
              <a:gdLst>
                <a:gd name="connsiteX0" fmla="*/ 2378376 w 2641690"/>
                <a:gd name="connsiteY0" fmla="*/ 0 h 751286"/>
                <a:gd name="connsiteX1" fmla="*/ 0 w 2641690"/>
                <a:gd name="connsiteY1" fmla="*/ 0 h 751286"/>
                <a:gd name="connsiteX2" fmla="*/ 0 w 2641690"/>
                <a:gd name="connsiteY2" fmla="*/ 760130 h 751286"/>
                <a:gd name="connsiteX3" fmla="*/ 2378376 w 2641690"/>
                <a:gd name="connsiteY3" fmla="*/ 760130 h 751286"/>
                <a:gd name="connsiteX4" fmla="*/ 2650147 w 2641690"/>
                <a:gd name="connsiteY4" fmla="*/ 380018 h 751286"/>
                <a:gd name="connsiteX5" fmla="*/ 2378376 w 2641690"/>
                <a:gd name="connsiteY5" fmla="*/ 0 h 75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1690" h="751286">
                  <a:moveTo>
                    <a:pt x="2378376" y="0"/>
                  </a:moveTo>
                  <a:lnTo>
                    <a:pt x="0" y="0"/>
                  </a:lnTo>
                  <a:lnTo>
                    <a:pt x="0" y="760130"/>
                  </a:lnTo>
                  <a:lnTo>
                    <a:pt x="2378376" y="760130"/>
                  </a:lnTo>
                  <a:lnTo>
                    <a:pt x="2650147" y="380018"/>
                  </a:lnTo>
                  <a:lnTo>
                    <a:pt x="2378376" y="0"/>
                  </a:lnTo>
                  <a:close/>
                </a:path>
              </a:pathLst>
            </a:custGeom>
            <a:solidFill>
              <a:schemeClr val="tx2">
                <a:alpha val="4000"/>
              </a:schemeClr>
            </a:solidFill>
            <a:ln w="9491" cap="flat">
              <a:noFill/>
              <a:prstDash val="solid"/>
              <a:miter/>
            </a:ln>
            <a:effectLst/>
          </p:spPr>
          <p:txBody>
            <a:bodyPr lIns="251999" rIns="216000" rtlCol="0" anchor="ctr">
              <a:normAutofit/>
            </a:bodyPr>
            <a:lstStyle/>
            <a:p>
              <a:endParaRPr lang="en-US" sz="11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8531C84A-9439-9F40-B348-8A2DED88277F}"/>
                </a:ext>
              </a:extLst>
            </p:cNvPr>
            <p:cNvSpPr/>
            <p:nvPr/>
          </p:nvSpPr>
          <p:spPr>
            <a:xfrm>
              <a:off x="4354111" y="3697877"/>
              <a:ext cx="1946855" cy="553678"/>
            </a:xfrm>
            <a:custGeom>
              <a:avLst/>
              <a:gdLst>
                <a:gd name="connsiteX0" fmla="*/ 2378376 w 2641690"/>
                <a:gd name="connsiteY0" fmla="*/ 0 h 751286"/>
                <a:gd name="connsiteX1" fmla="*/ 0 w 2641690"/>
                <a:gd name="connsiteY1" fmla="*/ 0 h 751286"/>
                <a:gd name="connsiteX2" fmla="*/ 0 w 2641690"/>
                <a:gd name="connsiteY2" fmla="*/ 760130 h 751286"/>
                <a:gd name="connsiteX3" fmla="*/ 2378376 w 2641690"/>
                <a:gd name="connsiteY3" fmla="*/ 760130 h 751286"/>
                <a:gd name="connsiteX4" fmla="*/ 2650147 w 2641690"/>
                <a:gd name="connsiteY4" fmla="*/ 380018 h 751286"/>
                <a:gd name="connsiteX5" fmla="*/ 2378376 w 2641690"/>
                <a:gd name="connsiteY5" fmla="*/ 0 h 75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1690" h="751286">
                  <a:moveTo>
                    <a:pt x="2378376" y="0"/>
                  </a:moveTo>
                  <a:lnTo>
                    <a:pt x="0" y="0"/>
                  </a:lnTo>
                  <a:lnTo>
                    <a:pt x="0" y="760130"/>
                  </a:lnTo>
                  <a:lnTo>
                    <a:pt x="2378376" y="760130"/>
                  </a:lnTo>
                  <a:lnTo>
                    <a:pt x="2650147" y="380018"/>
                  </a:lnTo>
                  <a:lnTo>
                    <a:pt x="2378376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9491" cap="flat">
              <a:noFill/>
              <a:prstDash val="solid"/>
              <a:miter/>
            </a:ln>
            <a:effectLst/>
            <a:scene3d>
              <a:camera prst="perspectiveContrastingRightFacing">
                <a:rot lat="600000" lon="19800000" rev="0"/>
              </a:camera>
              <a:lightRig rig="threePt" dir="t"/>
            </a:scene3d>
          </p:spPr>
          <p:txBody>
            <a:bodyPr lIns="251999" rIns="216000" rtlCol="0" anchor="ctr">
              <a:normAutofit/>
            </a:bodyPr>
            <a:lstStyle/>
            <a:p>
              <a:r>
                <a:rPr lang="en-US" sz="110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Your Text Here</a:t>
              </a:r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B8FBD81C-0236-6346-A80B-02D3F947A6E6}"/>
                </a:ext>
              </a:extLst>
            </p:cNvPr>
            <p:cNvSpPr/>
            <p:nvPr/>
          </p:nvSpPr>
          <p:spPr>
            <a:xfrm>
              <a:off x="4222493" y="3778782"/>
              <a:ext cx="230929" cy="561991"/>
            </a:xfrm>
            <a:custGeom>
              <a:avLst/>
              <a:gdLst>
                <a:gd name="connsiteX0" fmla="*/ 0 w 255939"/>
                <a:gd name="connsiteY0" fmla="*/ 0 h 238031"/>
                <a:gd name="connsiteX1" fmla="*/ 259011 w 255939"/>
                <a:gd name="connsiteY1" fmla="*/ 0 h 238031"/>
                <a:gd name="connsiteX2" fmla="*/ 259011 w 255939"/>
                <a:gd name="connsiteY2" fmla="*/ 241252 h 238031"/>
                <a:gd name="connsiteX3" fmla="*/ 0 w 255939"/>
                <a:gd name="connsiteY3" fmla="*/ 241252 h 23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939" h="238031">
                  <a:moveTo>
                    <a:pt x="0" y="0"/>
                  </a:moveTo>
                  <a:lnTo>
                    <a:pt x="259011" y="0"/>
                  </a:lnTo>
                  <a:lnTo>
                    <a:pt x="259011" y="241252"/>
                  </a:lnTo>
                  <a:lnTo>
                    <a:pt x="0" y="241252"/>
                  </a:lnTo>
                  <a:close/>
                </a:path>
              </a:pathLst>
            </a:custGeom>
            <a:solidFill>
              <a:schemeClr val="accent5"/>
            </a:solidFill>
            <a:ln w="4637" cap="flat">
              <a:noFill/>
              <a:prstDash val="solid"/>
              <a:miter/>
            </a:ln>
          </p:spPr>
          <p:txBody>
            <a:bodyPr rtlCol="0" anchor="ctr">
              <a:normAutofit/>
            </a:bodyPr>
            <a:lstStyle/>
            <a:p>
              <a:endParaRPr lang="en-US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2C4F0C6-CC72-6742-935E-611BA8E45CE6}"/>
              </a:ext>
            </a:extLst>
          </p:cNvPr>
          <p:cNvGrpSpPr/>
          <p:nvPr/>
        </p:nvGrpSpPr>
        <p:grpSpPr>
          <a:xfrm rot="400531">
            <a:off x="8627957" y="1664287"/>
            <a:ext cx="2162987" cy="2201067"/>
            <a:chOff x="3201073" y="4260151"/>
            <a:chExt cx="2036311" cy="2072161"/>
          </a:xfrm>
          <a:effectLst>
            <a:outerShdw blurRad="12700" dist="38100" dir="2700000" algn="tl" rotWithShape="0">
              <a:prstClr val="black">
                <a:alpha val="6000"/>
              </a:prstClr>
            </a:outerShdw>
          </a:effectLst>
        </p:grpSpPr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7D97BAB5-0463-CE44-8482-EED5E3F27183}"/>
                </a:ext>
              </a:extLst>
            </p:cNvPr>
            <p:cNvSpPr/>
            <p:nvPr/>
          </p:nvSpPr>
          <p:spPr>
            <a:xfrm rot="21156266">
              <a:off x="3201073" y="4260151"/>
              <a:ext cx="2036311" cy="2005048"/>
            </a:xfrm>
            <a:custGeom>
              <a:avLst/>
              <a:gdLst>
                <a:gd name="connsiteX0" fmla="*/ 2020134 w 2036311"/>
                <a:gd name="connsiteY0" fmla="*/ 0 h 2005048"/>
                <a:gd name="connsiteX1" fmla="*/ 2036311 w 2036311"/>
                <a:gd name="connsiteY1" fmla="*/ 1993166 h 2005048"/>
                <a:gd name="connsiteX2" fmla="*/ 434277 w 2036311"/>
                <a:gd name="connsiteY2" fmla="*/ 2005048 h 2005048"/>
                <a:gd name="connsiteX3" fmla="*/ 284601 w 2036311"/>
                <a:gd name="connsiteY3" fmla="*/ 1909885 h 2005048"/>
                <a:gd name="connsiteX4" fmla="*/ 235256 w 2036311"/>
                <a:gd name="connsiteY4" fmla="*/ 1878231 h 2005048"/>
                <a:gd name="connsiteX5" fmla="*/ 28009 w 2036311"/>
                <a:gd name="connsiteY5" fmla="*/ 1750829 h 2005048"/>
                <a:gd name="connsiteX6" fmla="*/ 19600 w 2036311"/>
                <a:gd name="connsiteY6" fmla="*/ 1690550 h 2005048"/>
                <a:gd name="connsiteX7" fmla="*/ 22163 w 2036311"/>
                <a:gd name="connsiteY7" fmla="*/ 14791 h 200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36311" h="2005048">
                  <a:moveTo>
                    <a:pt x="2020134" y="0"/>
                  </a:moveTo>
                  <a:lnTo>
                    <a:pt x="2036311" y="1993166"/>
                  </a:lnTo>
                  <a:lnTo>
                    <a:pt x="434277" y="2005048"/>
                  </a:lnTo>
                  <a:lnTo>
                    <a:pt x="284601" y="1909885"/>
                  </a:lnTo>
                  <a:lnTo>
                    <a:pt x="235256" y="1878231"/>
                  </a:lnTo>
                  <a:cubicBezTo>
                    <a:pt x="166294" y="1832905"/>
                    <a:pt x="91789" y="1799869"/>
                    <a:pt x="28009" y="1750829"/>
                  </a:cubicBezTo>
                  <a:cubicBezTo>
                    <a:pt x="28009" y="1750829"/>
                    <a:pt x="25147" y="1729569"/>
                    <a:pt x="19600" y="1690550"/>
                  </a:cubicBezTo>
                  <a:cubicBezTo>
                    <a:pt x="-25948" y="1467293"/>
                    <a:pt x="22163" y="14791"/>
                    <a:pt x="22163" y="1479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827999" rtlCol="0" anchor="t">
              <a:noAutofit/>
            </a:bodyPr>
            <a:lstStyle/>
            <a:p>
              <a:r>
                <a:rPr lang="en-US" sz="1100" b="1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Your Text Here</a:t>
              </a:r>
            </a:p>
            <a:p>
              <a:endParaRPr lang="en-US" sz="11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US" sz="1100" dirty="0">
                  <a:solidFill>
                    <a:schemeClr val="tx2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Lorem Ipsum is simply dummy text of the printing and typesetting industry. Lorem Ipsum has been the industry's standard dummy</a:t>
              </a:r>
              <a:endParaRPr lang="en-US" sz="11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8CC9C1DF-E30C-3E4B-9FEF-5EE9A9915C7A}"/>
                </a:ext>
              </a:extLst>
            </p:cNvPr>
            <p:cNvSpPr/>
            <p:nvPr/>
          </p:nvSpPr>
          <p:spPr>
            <a:xfrm>
              <a:off x="3328767" y="6133489"/>
              <a:ext cx="433383" cy="198823"/>
            </a:xfrm>
            <a:custGeom>
              <a:avLst/>
              <a:gdLst>
                <a:gd name="connsiteX0" fmla="*/ 69820 w 184610"/>
                <a:gd name="connsiteY0" fmla="*/ 48202 h 84694"/>
                <a:gd name="connsiteX1" fmla="*/ 0 w 184610"/>
                <a:gd name="connsiteY1" fmla="*/ 0 h 84694"/>
                <a:gd name="connsiteX2" fmla="*/ 98361 w 184610"/>
                <a:gd name="connsiteY2" fmla="*/ 589 h 84694"/>
                <a:gd name="connsiteX3" fmla="*/ 185054 w 184610"/>
                <a:gd name="connsiteY3" fmla="*/ 85983 h 84694"/>
                <a:gd name="connsiteX4" fmla="*/ 69820 w 184610"/>
                <a:gd name="connsiteY4" fmla="*/ 48202 h 84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10" h="84694">
                  <a:moveTo>
                    <a:pt x="69820" y="48202"/>
                  </a:moveTo>
                  <a:cubicBezTo>
                    <a:pt x="14437" y="15650"/>
                    <a:pt x="0" y="0"/>
                    <a:pt x="0" y="0"/>
                  </a:cubicBezTo>
                  <a:cubicBezTo>
                    <a:pt x="0" y="0"/>
                    <a:pt x="24295" y="17970"/>
                    <a:pt x="98361" y="589"/>
                  </a:cubicBezTo>
                  <a:cubicBezTo>
                    <a:pt x="98361" y="589"/>
                    <a:pt x="125868" y="63963"/>
                    <a:pt x="185054" y="85983"/>
                  </a:cubicBezTo>
                  <a:cubicBezTo>
                    <a:pt x="144508" y="81148"/>
                    <a:pt x="105335" y="68304"/>
                    <a:pt x="69820" y="4820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678" cap="flat">
              <a:noFill/>
              <a:prstDash val="solid"/>
              <a:miter/>
            </a:ln>
            <a:effectLst>
              <a:outerShdw blurRad="139700" dist="25400" dir="18900000" algn="bl" rotWithShape="0">
                <a:prstClr val="black">
                  <a:alpha val="40000"/>
                </a:prstClr>
              </a:outerShdw>
            </a:effectLst>
          </p:spPr>
          <p:txBody>
            <a:bodyPr rtlCol="0" anchor="ctr">
              <a:noAutofit/>
            </a:bodyPr>
            <a:lstStyle/>
            <a:p>
              <a:endParaRPr lang="en-US" sz="1100"/>
            </a:p>
          </p:txBody>
        </p:sp>
      </p:grpSp>
      <p:sp>
        <p:nvSpPr>
          <p:cNvPr id="82" name="Freeform 81">
            <a:extLst>
              <a:ext uri="{FF2B5EF4-FFF2-40B4-BE49-F238E27FC236}">
                <a16:creationId xmlns:a16="http://schemas.microsoft.com/office/drawing/2014/main" id="{F66ED55E-B79B-7D43-A346-288A5F40C5D0}"/>
              </a:ext>
            </a:extLst>
          </p:cNvPr>
          <p:cNvSpPr/>
          <p:nvPr/>
        </p:nvSpPr>
        <p:spPr>
          <a:xfrm>
            <a:off x="2962152" y="5650235"/>
            <a:ext cx="1892853" cy="437869"/>
          </a:xfrm>
          <a:custGeom>
            <a:avLst/>
            <a:gdLst>
              <a:gd name="connsiteX0" fmla="*/ 2289931 w 2364625"/>
              <a:gd name="connsiteY0" fmla="*/ 2 h 585531"/>
              <a:gd name="connsiteX1" fmla="*/ 2341462 w 2364625"/>
              <a:gd name="connsiteY1" fmla="*/ 21171 h 585531"/>
              <a:gd name="connsiteX2" fmla="*/ 2341456 w 2364625"/>
              <a:gd name="connsiteY2" fmla="*/ 123010 h 585531"/>
              <a:gd name="connsiteX3" fmla="*/ 2296408 w 2364625"/>
              <a:gd name="connsiteY3" fmla="*/ 144233 h 585531"/>
              <a:gd name="connsiteX4" fmla="*/ 2363404 w 2364625"/>
              <a:gd name="connsiteY4" fmla="*/ 216064 h 585531"/>
              <a:gd name="connsiteX5" fmla="*/ 2342502 w 2364625"/>
              <a:gd name="connsiteY5" fmla="*/ 267278 h 585531"/>
              <a:gd name="connsiteX6" fmla="*/ 2291548 w 2364625"/>
              <a:gd name="connsiteY6" fmla="*/ 288506 h 585531"/>
              <a:gd name="connsiteX7" fmla="*/ 2342348 w 2364625"/>
              <a:gd name="connsiteY7" fmla="*/ 309375 h 585531"/>
              <a:gd name="connsiteX8" fmla="*/ 2343073 w 2364625"/>
              <a:gd name="connsiteY8" fmla="*/ 411515 h 585531"/>
              <a:gd name="connsiteX9" fmla="*/ 2292013 w 2364625"/>
              <a:gd name="connsiteY9" fmla="*/ 432927 h 585531"/>
              <a:gd name="connsiteX10" fmla="*/ 2308670 w 2364625"/>
              <a:gd name="connsiteY10" fmla="*/ 434744 h 585531"/>
              <a:gd name="connsiteX11" fmla="*/ 2364625 w 2364625"/>
              <a:gd name="connsiteY11" fmla="*/ 504828 h 585531"/>
              <a:gd name="connsiteX12" fmla="*/ 2298018 w 2364625"/>
              <a:gd name="connsiteY12" fmla="*/ 577126 h 585531"/>
              <a:gd name="connsiteX13" fmla="*/ 2292953 w 2364625"/>
              <a:gd name="connsiteY13" fmla="*/ 577376 h 585531"/>
              <a:gd name="connsiteX14" fmla="*/ 77467 w 2364625"/>
              <a:gd name="connsiteY14" fmla="*/ 585531 h 585531"/>
              <a:gd name="connsiteX15" fmla="*/ 5780 w 2364625"/>
              <a:gd name="connsiteY15" fmla="*/ 521778 h 585531"/>
              <a:gd name="connsiteX16" fmla="*/ 5183 w 2364625"/>
              <a:gd name="connsiteY16" fmla="*/ 516031 h 585531"/>
              <a:gd name="connsiteX17" fmla="*/ 4964 w 2364625"/>
              <a:gd name="connsiteY17" fmla="*/ 513446 h 585531"/>
              <a:gd name="connsiteX18" fmla="*/ 25941 w 2364625"/>
              <a:gd name="connsiteY18" fmla="*/ 462522 h 585531"/>
              <a:gd name="connsiteX19" fmla="*/ 76818 w 2364625"/>
              <a:gd name="connsiteY19" fmla="*/ 441004 h 585531"/>
              <a:gd name="connsiteX20" fmla="*/ 4207 w 2364625"/>
              <a:gd name="connsiteY20" fmla="*/ 369101 h 585531"/>
              <a:gd name="connsiteX21" fmla="*/ 76063 w 2364625"/>
              <a:gd name="connsiteY21" fmla="*/ 296660 h 585531"/>
              <a:gd name="connsiteX22" fmla="*/ 3413 w 2364625"/>
              <a:gd name="connsiteY22" fmla="*/ 224613 h 585531"/>
              <a:gd name="connsiteX23" fmla="*/ 75413 w 2364625"/>
              <a:gd name="connsiteY23" fmla="*/ 152134 h 585531"/>
              <a:gd name="connsiteX24" fmla="*/ 69918 w 2364625"/>
              <a:gd name="connsiteY24" fmla="*/ 152154 h 585531"/>
              <a:gd name="connsiteX25" fmla="*/ 40 w 2364625"/>
              <a:gd name="connsiteY25" fmla="*/ 77497 h 585531"/>
              <a:gd name="connsiteX26" fmla="*/ 74657 w 2364625"/>
              <a:gd name="connsiteY26" fmla="*/ 7790 h 585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364625" h="585531">
                <a:moveTo>
                  <a:pt x="2289931" y="2"/>
                </a:moveTo>
                <a:cubicBezTo>
                  <a:pt x="2309242" y="-120"/>
                  <a:pt x="2327805" y="7504"/>
                  <a:pt x="2341462" y="21171"/>
                </a:cubicBezTo>
                <a:cubicBezTo>
                  <a:pt x="2369608" y="49334"/>
                  <a:pt x="2369604" y="94931"/>
                  <a:pt x="2341456" y="123010"/>
                </a:cubicBezTo>
                <a:cubicBezTo>
                  <a:pt x="2329508" y="135294"/>
                  <a:pt x="2313505" y="142832"/>
                  <a:pt x="2296408" y="144233"/>
                </a:cubicBezTo>
                <a:cubicBezTo>
                  <a:pt x="2333968" y="147246"/>
                  <a:pt x="2363043" y="178422"/>
                  <a:pt x="2363404" y="216064"/>
                </a:cubicBezTo>
                <a:cubicBezTo>
                  <a:pt x="2363504" y="235240"/>
                  <a:pt x="2355980" y="253651"/>
                  <a:pt x="2342502" y="267278"/>
                </a:cubicBezTo>
                <a:cubicBezTo>
                  <a:pt x="2328946" y="280722"/>
                  <a:pt x="2310664" y="288338"/>
                  <a:pt x="2291548" y="288506"/>
                </a:cubicBezTo>
                <a:cubicBezTo>
                  <a:pt x="2310561" y="288521"/>
                  <a:pt x="2328808" y="296014"/>
                  <a:pt x="2342348" y="309375"/>
                </a:cubicBezTo>
                <a:cubicBezTo>
                  <a:pt x="2370775" y="337420"/>
                  <a:pt x="2371112" y="383157"/>
                  <a:pt x="2343073" y="411515"/>
                </a:cubicBezTo>
                <a:cubicBezTo>
                  <a:pt x="2329473" y="424978"/>
                  <a:pt x="2311166" y="432646"/>
                  <a:pt x="2292013" y="432927"/>
                </a:cubicBezTo>
                <a:cubicBezTo>
                  <a:pt x="2297609" y="432862"/>
                  <a:pt x="2303208" y="433474"/>
                  <a:pt x="2308670" y="434744"/>
                </a:cubicBezTo>
                <a:cubicBezTo>
                  <a:pt x="2341398" y="442219"/>
                  <a:pt x="2364619" y="471307"/>
                  <a:pt x="2364625" y="504828"/>
                </a:cubicBezTo>
                <a:cubicBezTo>
                  <a:pt x="2364729" y="542628"/>
                  <a:pt x="2335733" y="574116"/>
                  <a:pt x="2298018" y="577126"/>
                </a:cubicBezTo>
                <a:cubicBezTo>
                  <a:pt x="2296336" y="577355"/>
                  <a:pt x="2294640" y="577438"/>
                  <a:pt x="2292953" y="577376"/>
                </a:cubicBezTo>
                <a:lnTo>
                  <a:pt x="77467" y="585531"/>
                </a:lnTo>
                <a:cubicBezTo>
                  <a:pt x="40862" y="585530"/>
                  <a:pt x="10031" y="558111"/>
                  <a:pt x="5780" y="521778"/>
                </a:cubicBezTo>
                <a:cubicBezTo>
                  <a:pt x="5606" y="519959"/>
                  <a:pt x="5250" y="518033"/>
                  <a:pt x="5183" y="516031"/>
                </a:cubicBezTo>
                <a:cubicBezTo>
                  <a:pt x="5048" y="515176"/>
                  <a:pt x="4973" y="514313"/>
                  <a:pt x="4964" y="513446"/>
                </a:cubicBezTo>
                <a:cubicBezTo>
                  <a:pt x="4703" y="494312"/>
                  <a:pt x="12281" y="475914"/>
                  <a:pt x="25941" y="462522"/>
                </a:cubicBezTo>
                <a:cubicBezTo>
                  <a:pt x="39284" y="448773"/>
                  <a:pt x="57635" y="441014"/>
                  <a:pt x="76818" y="441004"/>
                </a:cubicBezTo>
                <a:cubicBezTo>
                  <a:pt x="36935" y="441125"/>
                  <a:pt x="4445" y="408948"/>
                  <a:pt x="4207" y="369101"/>
                </a:cubicBezTo>
                <a:cubicBezTo>
                  <a:pt x="4145" y="329302"/>
                  <a:pt x="36229" y="296955"/>
                  <a:pt x="76063" y="296660"/>
                </a:cubicBezTo>
                <a:cubicBezTo>
                  <a:pt x="36119" y="296780"/>
                  <a:pt x="3592" y="264524"/>
                  <a:pt x="3413" y="224613"/>
                </a:cubicBezTo>
                <a:cubicBezTo>
                  <a:pt x="3233" y="184702"/>
                  <a:pt x="35470" y="152252"/>
                  <a:pt x="75413" y="152134"/>
                </a:cubicBezTo>
                <a:cubicBezTo>
                  <a:pt x="73582" y="152208"/>
                  <a:pt x="71749" y="152216"/>
                  <a:pt x="69918" y="152154"/>
                </a:cubicBezTo>
                <a:cubicBezTo>
                  <a:pt x="30018" y="150786"/>
                  <a:pt x="-1268" y="117361"/>
                  <a:pt x="40" y="77497"/>
                </a:cubicBezTo>
                <a:cubicBezTo>
                  <a:pt x="1348" y="37632"/>
                  <a:pt x="34756" y="6421"/>
                  <a:pt x="74657" y="7790"/>
                </a:cubicBezTo>
                <a:close/>
              </a:path>
            </a:pathLst>
          </a:custGeom>
          <a:solidFill>
            <a:schemeClr val="accent5"/>
          </a:solidFill>
          <a:ln w="9482" cap="flat">
            <a:noFill/>
            <a:prstDash val="solid"/>
            <a:miter/>
          </a:ln>
          <a:effectLst>
            <a:outerShdw dist="63500" dir="8100000" algn="tr" rotWithShape="0">
              <a:prstClr val="black">
                <a:alpha val="4000"/>
              </a:prstClr>
            </a:outerShdw>
          </a:effectLst>
        </p:spPr>
        <p:txBody>
          <a:bodyPr lIns="251999" rIns="251999" rtlCol="0" anchor="ctr">
            <a:normAutofit lnSpcReduction="10000"/>
          </a:bodyPr>
          <a:lstStyle/>
          <a:p>
            <a:pPr algn="ctr"/>
            <a:r>
              <a:rPr lang="en-US" sz="1200" dirty="0">
                <a:solidFill>
                  <a:schemeClr val="tx1">
                    <a:alpha val="68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Text here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8498995-1788-3546-BB9C-B2551F52A0D7}"/>
              </a:ext>
            </a:extLst>
          </p:cNvPr>
          <p:cNvGrpSpPr/>
          <p:nvPr/>
        </p:nvGrpSpPr>
        <p:grpSpPr>
          <a:xfrm>
            <a:off x="6443031" y="1633588"/>
            <a:ext cx="1746385" cy="2262465"/>
            <a:chOff x="4264497" y="3992208"/>
            <a:chExt cx="1401073" cy="1902319"/>
          </a:xfrm>
          <a:effectLst>
            <a:outerShdw blurRad="25400" dist="12700" dir="8100000" algn="tr" rotWithShape="0">
              <a:prstClr val="black">
                <a:alpha val="12000"/>
              </a:prstClr>
            </a:outerShdw>
          </a:effectLst>
        </p:grpSpPr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92981229-2E45-DB48-83FC-F6C5FD2A267E}"/>
                </a:ext>
              </a:extLst>
            </p:cNvPr>
            <p:cNvSpPr/>
            <p:nvPr/>
          </p:nvSpPr>
          <p:spPr>
            <a:xfrm>
              <a:off x="4264497" y="3992208"/>
              <a:ext cx="1396553" cy="1902319"/>
            </a:xfrm>
            <a:custGeom>
              <a:avLst/>
              <a:gdLst>
                <a:gd name="connsiteX0" fmla="*/ 2477067 w 2936895"/>
                <a:gd name="connsiteY0" fmla="*/ 0 h 4000500"/>
                <a:gd name="connsiteX1" fmla="*/ 2946115 w 2936895"/>
                <a:gd name="connsiteY1" fmla="*/ 468942 h 4000500"/>
                <a:gd name="connsiteX2" fmla="*/ 2946115 w 2936895"/>
                <a:gd name="connsiteY2" fmla="*/ 3532413 h 4000500"/>
                <a:gd name="connsiteX3" fmla="*/ 2477067 w 2936895"/>
                <a:gd name="connsiteY3" fmla="*/ 4001355 h 4000500"/>
                <a:gd name="connsiteX4" fmla="*/ 469048 w 2936895"/>
                <a:gd name="connsiteY4" fmla="*/ 4001355 h 4000500"/>
                <a:gd name="connsiteX5" fmla="*/ 0 w 2936895"/>
                <a:gd name="connsiteY5" fmla="*/ 3532413 h 4000500"/>
                <a:gd name="connsiteX6" fmla="*/ 0 w 2936895"/>
                <a:gd name="connsiteY6" fmla="*/ 468942 h 4000500"/>
                <a:gd name="connsiteX7" fmla="*/ 469048 w 2936895"/>
                <a:gd name="connsiteY7" fmla="*/ 0 h 400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36895" h="4000500">
                  <a:moveTo>
                    <a:pt x="2477067" y="0"/>
                  </a:moveTo>
                  <a:cubicBezTo>
                    <a:pt x="2736115" y="0"/>
                    <a:pt x="2946115" y="209953"/>
                    <a:pt x="2946115" y="468942"/>
                  </a:cubicBezTo>
                  <a:lnTo>
                    <a:pt x="2946115" y="3532413"/>
                  </a:lnTo>
                  <a:cubicBezTo>
                    <a:pt x="2946115" y="3791403"/>
                    <a:pt x="2736115" y="4001355"/>
                    <a:pt x="2477067" y="4001355"/>
                  </a:cubicBezTo>
                  <a:lnTo>
                    <a:pt x="469048" y="4001355"/>
                  </a:lnTo>
                  <a:cubicBezTo>
                    <a:pt x="210000" y="4001355"/>
                    <a:pt x="0" y="3791403"/>
                    <a:pt x="0" y="3532413"/>
                  </a:cubicBezTo>
                  <a:lnTo>
                    <a:pt x="0" y="468942"/>
                  </a:lnTo>
                  <a:cubicBezTo>
                    <a:pt x="0" y="209953"/>
                    <a:pt x="210000" y="0"/>
                    <a:pt x="469048" y="0"/>
                  </a:cubicBezTo>
                  <a:close/>
                </a:path>
              </a:pathLst>
            </a:custGeom>
            <a:solidFill>
              <a:schemeClr val="bg2"/>
            </a:solidFill>
            <a:ln w="9494" cap="flat">
              <a:noFill/>
              <a:prstDash val="solid"/>
              <a:miter/>
            </a:ln>
          </p:spPr>
          <p:txBody>
            <a:bodyPr lIns="144000" tIns="503999" rIns="144000" rtlCol="0" anchor="t"/>
            <a:lstStyle/>
            <a:p>
              <a:pPr algn="ctr"/>
              <a:r>
                <a:rPr lang="en-US" sz="900" dirty="0">
                  <a:solidFill>
                    <a:schemeClr val="tx2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Lorem Ipsum is simply dummy text of the printing and typesetting industry. Lorem Ipsum has been the industry's standard dummy</a:t>
              </a:r>
              <a:endParaRPr lang="en-US" sz="10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418C5E05-BD86-094D-84D6-F5393A2186EC}"/>
                </a:ext>
              </a:extLst>
            </p:cNvPr>
            <p:cNvSpPr/>
            <p:nvPr/>
          </p:nvSpPr>
          <p:spPr>
            <a:xfrm>
              <a:off x="4264497" y="3992208"/>
              <a:ext cx="1401073" cy="375041"/>
            </a:xfrm>
            <a:custGeom>
              <a:avLst/>
              <a:gdLst>
                <a:gd name="connsiteX0" fmla="*/ 2946400 w 2946400"/>
                <a:gd name="connsiteY0" fmla="*/ 795159 h 788697"/>
                <a:gd name="connsiteX1" fmla="*/ 2946400 w 2946400"/>
                <a:gd name="connsiteY1" fmla="*/ 468942 h 788697"/>
                <a:gd name="connsiteX2" fmla="*/ 2477542 w 2946400"/>
                <a:gd name="connsiteY2" fmla="*/ 0 h 788697"/>
                <a:gd name="connsiteX3" fmla="*/ 2477067 w 2946400"/>
                <a:gd name="connsiteY3" fmla="*/ 0 h 788697"/>
                <a:gd name="connsiteX4" fmla="*/ 469048 w 2946400"/>
                <a:gd name="connsiteY4" fmla="*/ 0 h 788697"/>
                <a:gd name="connsiteX5" fmla="*/ 0 w 2946400"/>
                <a:gd name="connsiteY5" fmla="*/ 468752 h 788697"/>
                <a:gd name="connsiteX6" fmla="*/ 0 w 2946400"/>
                <a:gd name="connsiteY6" fmla="*/ 468942 h 788697"/>
                <a:gd name="connsiteX7" fmla="*/ 0 w 2946400"/>
                <a:gd name="connsiteY7" fmla="*/ 795159 h 78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46400" h="788697">
                  <a:moveTo>
                    <a:pt x="2946400" y="795159"/>
                  </a:moveTo>
                  <a:lnTo>
                    <a:pt x="2946400" y="468942"/>
                  </a:lnTo>
                  <a:cubicBezTo>
                    <a:pt x="2946457" y="210006"/>
                    <a:pt x="2736541" y="53"/>
                    <a:pt x="2477542" y="0"/>
                  </a:cubicBezTo>
                  <a:cubicBezTo>
                    <a:pt x="2477381" y="0"/>
                    <a:pt x="2477229" y="0"/>
                    <a:pt x="2477067" y="0"/>
                  </a:cubicBezTo>
                  <a:lnTo>
                    <a:pt x="469048" y="0"/>
                  </a:lnTo>
                  <a:cubicBezTo>
                    <a:pt x="210053" y="-52"/>
                    <a:pt x="53" y="209815"/>
                    <a:pt x="0" y="468752"/>
                  </a:cubicBezTo>
                  <a:cubicBezTo>
                    <a:pt x="0" y="468816"/>
                    <a:pt x="0" y="468879"/>
                    <a:pt x="0" y="468942"/>
                  </a:cubicBezTo>
                  <a:lnTo>
                    <a:pt x="0" y="795159"/>
                  </a:lnTo>
                  <a:close/>
                </a:path>
              </a:pathLst>
            </a:custGeom>
            <a:solidFill>
              <a:schemeClr val="accent4"/>
            </a:solidFill>
            <a:ln w="94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tx2">
                      <a:alpha val="73000"/>
                    </a:schemeClr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Title Here</a:t>
              </a:r>
            </a:p>
          </p:txBody>
        </p:sp>
      </p:grpSp>
      <p:sp>
        <p:nvSpPr>
          <p:cNvPr id="94" name="Freeform 93">
            <a:extLst>
              <a:ext uri="{FF2B5EF4-FFF2-40B4-BE49-F238E27FC236}">
                <a16:creationId xmlns:a16="http://schemas.microsoft.com/office/drawing/2014/main" id="{718945D9-C176-D545-836B-1C93B0BAD2DF}"/>
              </a:ext>
            </a:extLst>
          </p:cNvPr>
          <p:cNvSpPr/>
          <p:nvPr/>
        </p:nvSpPr>
        <p:spPr>
          <a:xfrm>
            <a:off x="6443031" y="4097093"/>
            <a:ext cx="1757341" cy="2021163"/>
          </a:xfrm>
          <a:custGeom>
            <a:avLst/>
            <a:gdLst>
              <a:gd name="connsiteX0" fmla="*/ 1788425 w 1903390"/>
              <a:gd name="connsiteY0" fmla="*/ 0 h 1912907"/>
              <a:gd name="connsiteX1" fmla="*/ 1788425 w 1903390"/>
              <a:gd name="connsiteY1" fmla="*/ 4378 h 1912907"/>
              <a:gd name="connsiteX2" fmla="*/ 1690115 w 1903390"/>
              <a:gd name="connsiteY2" fmla="*/ 140375 h 1912907"/>
              <a:gd name="connsiteX3" fmla="*/ 1591900 w 1903390"/>
              <a:gd name="connsiteY3" fmla="*/ 4378 h 1912907"/>
              <a:gd name="connsiteX4" fmla="*/ 1591900 w 1903390"/>
              <a:gd name="connsiteY4" fmla="*/ 0 h 1912907"/>
              <a:gd name="connsiteX5" fmla="*/ 1493400 w 1903390"/>
              <a:gd name="connsiteY5" fmla="*/ 0 h 1912907"/>
              <a:gd name="connsiteX6" fmla="*/ 1493400 w 1903390"/>
              <a:gd name="connsiteY6" fmla="*/ 4378 h 1912907"/>
              <a:gd name="connsiteX7" fmla="*/ 1395090 w 1903390"/>
              <a:gd name="connsiteY7" fmla="*/ 140375 h 1912907"/>
              <a:gd name="connsiteX8" fmla="*/ 1296875 w 1903390"/>
              <a:gd name="connsiteY8" fmla="*/ 4378 h 1912907"/>
              <a:gd name="connsiteX9" fmla="*/ 1296875 w 1903390"/>
              <a:gd name="connsiteY9" fmla="*/ 0 h 1912907"/>
              <a:gd name="connsiteX10" fmla="*/ 1198375 w 1903390"/>
              <a:gd name="connsiteY10" fmla="*/ 0 h 1912907"/>
              <a:gd name="connsiteX11" fmla="*/ 1198375 w 1903390"/>
              <a:gd name="connsiteY11" fmla="*/ 4378 h 1912907"/>
              <a:gd name="connsiteX12" fmla="*/ 1100064 w 1903390"/>
              <a:gd name="connsiteY12" fmla="*/ 140375 h 1912907"/>
              <a:gd name="connsiteX13" fmla="*/ 1001849 w 1903390"/>
              <a:gd name="connsiteY13" fmla="*/ 4378 h 1912907"/>
              <a:gd name="connsiteX14" fmla="*/ 1001849 w 1903390"/>
              <a:gd name="connsiteY14" fmla="*/ 0 h 1912907"/>
              <a:gd name="connsiteX15" fmla="*/ 903349 w 1903390"/>
              <a:gd name="connsiteY15" fmla="*/ 0 h 1912907"/>
              <a:gd name="connsiteX16" fmla="*/ 903349 w 1903390"/>
              <a:gd name="connsiteY16" fmla="*/ 4378 h 1912907"/>
              <a:gd name="connsiteX17" fmla="*/ 805039 w 1903390"/>
              <a:gd name="connsiteY17" fmla="*/ 140375 h 1912907"/>
              <a:gd name="connsiteX18" fmla="*/ 706824 w 1903390"/>
              <a:gd name="connsiteY18" fmla="*/ 4378 h 1912907"/>
              <a:gd name="connsiteX19" fmla="*/ 706824 w 1903390"/>
              <a:gd name="connsiteY19" fmla="*/ 0 h 1912907"/>
              <a:gd name="connsiteX20" fmla="*/ 608324 w 1903390"/>
              <a:gd name="connsiteY20" fmla="*/ 0 h 1912907"/>
              <a:gd name="connsiteX21" fmla="*/ 608324 w 1903390"/>
              <a:gd name="connsiteY21" fmla="*/ 4378 h 1912907"/>
              <a:gd name="connsiteX22" fmla="*/ 510013 w 1903390"/>
              <a:gd name="connsiteY22" fmla="*/ 140375 h 1912907"/>
              <a:gd name="connsiteX23" fmla="*/ 411798 w 1903390"/>
              <a:gd name="connsiteY23" fmla="*/ 4378 h 1912907"/>
              <a:gd name="connsiteX24" fmla="*/ 411798 w 1903390"/>
              <a:gd name="connsiteY24" fmla="*/ 0 h 1912907"/>
              <a:gd name="connsiteX25" fmla="*/ 313298 w 1903390"/>
              <a:gd name="connsiteY25" fmla="*/ 0 h 1912907"/>
              <a:gd name="connsiteX26" fmla="*/ 313298 w 1903390"/>
              <a:gd name="connsiteY26" fmla="*/ 4378 h 1912907"/>
              <a:gd name="connsiteX27" fmla="*/ 214988 w 1903390"/>
              <a:gd name="connsiteY27" fmla="*/ 140375 h 1912907"/>
              <a:gd name="connsiteX28" fmla="*/ 116773 w 1903390"/>
              <a:gd name="connsiteY28" fmla="*/ 4378 h 1912907"/>
              <a:gd name="connsiteX29" fmla="*/ 116773 w 1903390"/>
              <a:gd name="connsiteY29" fmla="*/ 0 h 1912907"/>
              <a:gd name="connsiteX30" fmla="*/ 0 w 1903390"/>
              <a:gd name="connsiteY30" fmla="*/ 0 h 1912907"/>
              <a:gd name="connsiteX31" fmla="*/ 0 w 1903390"/>
              <a:gd name="connsiteY31" fmla="*/ 1917856 h 1912907"/>
              <a:gd name="connsiteX32" fmla="*/ 1910242 w 1903390"/>
              <a:gd name="connsiteY32" fmla="*/ 1917856 h 1912907"/>
              <a:gd name="connsiteX33" fmla="*/ 1910242 w 1903390"/>
              <a:gd name="connsiteY33" fmla="*/ 0 h 191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03390" h="1912907">
                <a:moveTo>
                  <a:pt x="1788425" y="0"/>
                </a:moveTo>
                <a:cubicBezTo>
                  <a:pt x="1788425" y="1523"/>
                  <a:pt x="1788425" y="2950"/>
                  <a:pt x="1788425" y="4378"/>
                </a:cubicBezTo>
                <a:cubicBezTo>
                  <a:pt x="1788425" y="79467"/>
                  <a:pt x="1744362" y="140375"/>
                  <a:pt x="1690115" y="140375"/>
                </a:cubicBezTo>
                <a:cubicBezTo>
                  <a:pt x="1635869" y="140375"/>
                  <a:pt x="1591900" y="79467"/>
                  <a:pt x="1591900" y="4378"/>
                </a:cubicBezTo>
                <a:cubicBezTo>
                  <a:pt x="1591900" y="2950"/>
                  <a:pt x="1591900" y="1523"/>
                  <a:pt x="1591900" y="0"/>
                </a:cubicBezTo>
                <a:lnTo>
                  <a:pt x="1493400" y="0"/>
                </a:lnTo>
                <a:cubicBezTo>
                  <a:pt x="1493400" y="1523"/>
                  <a:pt x="1493400" y="2950"/>
                  <a:pt x="1493400" y="4378"/>
                </a:cubicBezTo>
                <a:cubicBezTo>
                  <a:pt x="1493400" y="79467"/>
                  <a:pt x="1449336" y="140375"/>
                  <a:pt x="1395090" y="140375"/>
                </a:cubicBezTo>
                <a:cubicBezTo>
                  <a:pt x="1340843" y="140375"/>
                  <a:pt x="1296875" y="79467"/>
                  <a:pt x="1296875" y="4378"/>
                </a:cubicBezTo>
                <a:cubicBezTo>
                  <a:pt x="1296875" y="2950"/>
                  <a:pt x="1296875" y="1523"/>
                  <a:pt x="1296875" y="0"/>
                </a:cubicBezTo>
                <a:lnTo>
                  <a:pt x="1198375" y="0"/>
                </a:lnTo>
                <a:cubicBezTo>
                  <a:pt x="1198375" y="1523"/>
                  <a:pt x="1198375" y="2950"/>
                  <a:pt x="1198375" y="4378"/>
                </a:cubicBezTo>
                <a:cubicBezTo>
                  <a:pt x="1198375" y="79467"/>
                  <a:pt x="1154311" y="140375"/>
                  <a:pt x="1100064" y="140375"/>
                </a:cubicBezTo>
                <a:cubicBezTo>
                  <a:pt x="1045818" y="140375"/>
                  <a:pt x="1001849" y="79467"/>
                  <a:pt x="1001849" y="4378"/>
                </a:cubicBezTo>
                <a:cubicBezTo>
                  <a:pt x="1001849" y="2950"/>
                  <a:pt x="1001849" y="1523"/>
                  <a:pt x="1001849" y="0"/>
                </a:cubicBezTo>
                <a:lnTo>
                  <a:pt x="903349" y="0"/>
                </a:lnTo>
                <a:cubicBezTo>
                  <a:pt x="903349" y="1523"/>
                  <a:pt x="903349" y="2950"/>
                  <a:pt x="903349" y="4378"/>
                </a:cubicBezTo>
                <a:cubicBezTo>
                  <a:pt x="903349" y="79467"/>
                  <a:pt x="859286" y="140375"/>
                  <a:pt x="805039" y="140375"/>
                </a:cubicBezTo>
                <a:cubicBezTo>
                  <a:pt x="750792" y="140375"/>
                  <a:pt x="706824" y="79467"/>
                  <a:pt x="706824" y="4378"/>
                </a:cubicBezTo>
                <a:cubicBezTo>
                  <a:pt x="706824" y="2950"/>
                  <a:pt x="706824" y="1523"/>
                  <a:pt x="706824" y="0"/>
                </a:cubicBezTo>
                <a:lnTo>
                  <a:pt x="608324" y="0"/>
                </a:lnTo>
                <a:cubicBezTo>
                  <a:pt x="608324" y="1523"/>
                  <a:pt x="608324" y="2950"/>
                  <a:pt x="608324" y="4378"/>
                </a:cubicBezTo>
                <a:cubicBezTo>
                  <a:pt x="608324" y="79467"/>
                  <a:pt x="564260" y="140375"/>
                  <a:pt x="510013" y="140375"/>
                </a:cubicBezTo>
                <a:cubicBezTo>
                  <a:pt x="455767" y="140375"/>
                  <a:pt x="411798" y="79467"/>
                  <a:pt x="411798" y="4378"/>
                </a:cubicBezTo>
                <a:cubicBezTo>
                  <a:pt x="411798" y="2950"/>
                  <a:pt x="411798" y="1523"/>
                  <a:pt x="411798" y="0"/>
                </a:cubicBezTo>
                <a:lnTo>
                  <a:pt x="313298" y="0"/>
                </a:lnTo>
                <a:cubicBezTo>
                  <a:pt x="313298" y="1523"/>
                  <a:pt x="313298" y="2950"/>
                  <a:pt x="313298" y="4378"/>
                </a:cubicBezTo>
                <a:cubicBezTo>
                  <a:pt x="313298" y="79467"/>
                  <a:pt x="269235" y="140375"/>
                  <a:pt x="214988" y="140375"/>
                </a:cubicBezTo>
                <a:cubicBezTo>
                  <a:pt x="160741" y="140375"/>
                  <a:pt x="116773" y="79467"/>
                  <a:pt x="116773" y="4378"/>
                </a:cubicBezTo>
                <a:cubicBezTo>
                  <a:pt x="116773" y="2950"/>
                  <a:pt x="116773" y="1523"/>
                  <a:pt x="116773" y="0"/>
                </a:cubicBezTo>
                <a:lnTo>
                  <a:pt x="0" y="0"/>
                </a:lnTo>
                <a:lnTo>
                  <a:pt x="0" y="1917856"/>
                </a:lnTo>
                <a:lnTo>
                  <a:pt x="1910242" y="1917856"/>
                </a:lnTo>
                <a:lnTo>
                  <a:pt x="1910242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9478" cap="flat">
            <a:solidFill>
              <a:schemeClr val="accent4"/>
            </a:solidFill>
            <a:prstDash val="solid"/>
            <a:miter/>
          </a:ln>
          <a:effectLst>
            <a:outerShdw blurRad="12700" dist="203200" dir="2700000" algn="tl" rotWithShape="0">
              <a:prstClr val="black">
                <a:alpha val="3000"/>
              </a:prstClr>
            </a:outerShdw>
          </a:effectLst>
        </p:spPr>
        <p:txBody>
          <a:bodyPr lIns="108000" tIns="360000" rIns="108000" rtlCol="0" anchor="t">
            <a:normAutofit/>
          </a:bodyPr>
          <a:lstStyle/>
          <a:p>
            <a:r>
              <a:rPr lang="en-US" sz="90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Lorem Ipsum is simply dummy text of the printing and typesetting industry. Lorem Ipsum has been the industry's standard dummy</a:t>
            </a:r>
          </a:p>
          <a:p>
            <a:endParaRPr lang="en-US" dirty="0"/>
          </a:p>
        </p:txBody>
      </p:sp>
      <p:sp>
        <p:nvSpPr>
          <p:cNvPr id="99" name="Freeform 7">
            <a:extLst>
              <a:ext uri="{FF2B5EF4-FFF2-40B4-BE49-F238E27FC236}">
                <a16:creationId xmlns:a16="http://schemas.microsoft.com/office/drawing/2014/main" id="{CCC83FF7-4F1B-AE4B-A742-FF4E6B3A35A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8703004" y="4098958"/>
            <a:ext cx="2474058" cy="2019298"/>
          </a:xfrm>
          <a:custGeom>
            <a:avLst/>
            <a:gdLst>
              <a:gd name="T0" fmla="*/ 9 w 216"/>
              <a:gd name="T1" fmla="*/ 0 h 182"/>
              <a:gd name="T2" fmla="*/ 0 w 216"/>
              <a:gd name="T3" fmla="*/ 9 h 182"/>
              <a:gd name="T4" fmla="*/ 0 w 216"/>
              <a:gd name="T5" fmla="*/ 172 h 182"/>
              <a:gd name="T6" fmla="*/ 9 w 216"/>
              <a:gd name="T7" fmla="*/ 182 h 182"/>
              <a:gd name="T8" fmla="*/ 172 w 216"/>
              <a:gd name="T9" fmla="*/ 182 h 182"/>
              <a:gd name="T10" fmla="*/ 182 w 216"/>
              <a:gd name="T11" fmla="*/ 172 h 182"/>
              <a:gd name="T12" fmla="*/ 182 w 216"/>
              <a:gd name="T13" fmla="*/ 34 h 182"/>
              <a:gd name="T14" fmla="*/ 216 w 216"/>
              <a:gd name="T15" fmla="*/ 0 h 182"/>
              <a:gd name="T16" fmla="*/ 9 w 216"/>
              <a:gd name="T17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6" h="182"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78"/>
                  <a:pt x="4" y="182"/>
                  <a:pt x="9" y="182"/>
                </a:cubicBezTo>
                <a:cubicBezTo>
                  <a:pt x="172" y="182"/>
                  <a:pt x="172" y="182"/>
                  <a:pt x="172" y="182"/>
                </a:cubicBezTo>
                <a:cubicBezTo>
                  <a:pt x="178" y="182"/>
                  <a:pt x="182" y="178"/>
                  <a:pt x="182" y="172"/>
                </a:cubicBezTo>
                <a:cubicBezTo>
                  <a:pt x="182" y="34"/>
                  <a:pt x="182" y="34"/>
                  <a:pt x="182" y="34"/>
                </a:cubicBezTo>
                <a:cubicBezTo>
                  <a:pt x="216" y="0"/>
                  <a:pt x="216" y="0"/>
                  <a:pt x="216" y="0"/>
                </a:cubicBezTo>
                <a:lnTo>
                  <a:pt x="9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vert="horz" wrap="square" lIns="180000" tIns="216000" rIns="432000" bIns="2286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11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Text Here</a:t>
            </a:r>
          </a:p>
          <a:p>
            <a:endParaRPr lang="en-US" sz="14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20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Lorem Ipsum is simply dummy text of the printing and typesetting industry. </a:t>
            </a:r>
            <a:endParaRPr lang="th-TH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4AAED5-81C0-6640-B52F-FF8BB1370511}"/>
              </a:ext>
            </a:extLst>
          </p:cNvPr>
          <p:cNvSpPr txBox="1"/>
          <p:nvPr/>
        </p:nvSpPr>
        <p:spPr>
          <a:xfrm>
            <a:off x="848605" y="1187380"/>
            <a:ext cx="3343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LABELS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51ADA5BA-5B73-A34B-84D2-274DB216A15F}"/>
              </a:ext>
            </a:extLst>
          </p:cNvPr>
          <p:cNvSpPr/>
          <p:nvPr/>
        </p:nvSpPr>
        <p:spPr>
          <a:xfrm>
            <a:off x="2994947" y="1729689"/>
            <a:ext cx="1860059" cy="405920"/>
          </a:xfrm>
          <a:custGeom>
            <a:avLst/>
            <a:gdLst>
              <a:gd name="connsiteX0" fmla="*/ 271106 w 2670197"/>
              <a:gd name="connsiteY0" fmla="*/ 380113 h 751286"/>
              <a:gd name="connsiteX1" fmla="*/ 0 w 2670197"/>
              <a:gd name="connsiteY1" fmla="*/ 759275 h 751286"/>
              <a:gd name="connsiteX2" fmla="*/ 0 w 2670197"/>
              <a:gd name="connsiteY2" fmla="*/ 760131 h 751286"/>
              <a:gd name="connsiteX3" fmla="*/ 2403843 w 2670197"/>
              <a:gd name="connsiteY3" fmla="*/ 760131 h 751286"/>
              <a:gd name="connsiteX4" fmla="*/ 2675614 w 2670197"/>
              <a:gd name="connsiteY4" fmla="*/ 380113 h 751286"/>
              <a:gd name="connsiteX5" fmla="*/ 2403843 w 2670197"/>
              <a:gd name="connsiteY5" fmla="*/ 0 h 751286"/>
              <a:gd name="connsiteX6" fmla="*/ 0 w 2670197"/>
              <a:gd name="connsiteY6" fmla="*/ 0 h 751286"/>
              <a:gd name="connsiteX7" fmla="*/ 0 w 2670197"/>
              <a:gd name="connsiteY7" fmla="*/ 856 h 751286"/>
              <a:gd name="connsiteX8" fmla="*/ 271106 w 2670197"/>
              <a:gd name="connsiteY8" fmla="*/ 380113 h 75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0197" h="751286">
                <a:moveTo>
                  <a:pt x="271106" y="380113"/>
                </a:moveTo>
                <a:lnTo>
                  <a:pt x="0" y="759275"/>
                </a:lnTo>
                <a:lnTo>
                  <a:pt x="0" y="760131"/>
                </a:lnTo>
                <a:lnTo>
                  <a:pt x="2403843" y="760131"/>
                </a:lnTo>
                <a:lnTo>
                  <a:pt x="2675614" y="380113"/>
                </a:lnTo>
                <a:lnTo>
                  <a:pt x="2403843" y="0"/>
                </a:lnTo>
                <a:lnTo>
                  <a:pt x="0" y="0"/>
                </a:lnTo>
                <a:lnTo>
                  <a:pt x="0" y="856"/>
                </a:lnTo>
                <a:lnTo>
                  <a:pt x="271106" y="380113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4"/>
              </a:gs>
            </a:gsLst>
            <a:lin ang="0" scaled="1"/>
            <a:tileRect/>
          </a:gradFill>
          <a:ln w="9491" cap="flat">
            <a:noFill/>
            <a:prstDash val="solid"/>
            <a:miter/>
          </a:ln>
          <a:effectLst/>
        </p:spPr>
        <p:txBody>
          <a:bodyPr wrap="square" lIns="324000" rIns="216000" rtlCol="0" anchor="ctr">
            <a:normAutofit/>
          </a:bodyPr>
          <a:lstStyle/>
          <a:p>
            <a:r>
              <a:rPr lang="en-US" sz="10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Text Here</a:t>
            </a: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7C16EDF7-63B8-B945-98DC-9F1C8BBA3C3A}"/>
              </a:ext>
            </a:extLst>
          </p:cNvPr>
          <p:cNvSpPr/>
          <p:nvPr/>
        </p:nvSpPr>
        <p:spPr>
          <a:xfrm>
            <a:off x="925534" y="2411505"/>
            <a:ext cx="1860059" cy="405920"/>
          </a:xfrm>
          <a:custGeom>
            <a:avLst/>
            <a:gdLst>
              <a:gd name="connsiteX0" fmla="*/ 271106 w 2670197"/>
              <a:gd name="connsiteY0" fmla="*/ 380113 h 751286"/>
              <a:gd name="connsiteX1" fmla="*/ 0 w 2670197"/>
              <a:gd name="connsiteY1" fmla="*/ 759275 h 751286"/>
              <a:gd name="connsiteX2" fmla="*/ 0 w 2670197"/>
              <a:gd name="connsiteY2" fmla="*/ 760131 h 751286"/>
              <a:gd name="connsiteX3" fmla="*/ 2403843 w 2670197"/>
              <a:gd name="connsiteY3" fmla="*/ 760131 h 751286"/>
              <a:gd name="connsiteX4" fmla="*/ 2675614 w 2670197"/>
              <a:gd name="connsiteY4" fmla="*/ 380113 h 751286"/>
              <a:gd name="connsiteX5" fmla="*/ 2403843 w 2670197"/>
              <a:gd name="connsiteY5" fmla="*/ 0 h 751286"/>
              <a:gd name="connsiteX6" fmla="*/ 0 w 2670197"/>
              <a:gd name="connsiteY6" fmla="*/ 0 h 751286"/>
              <a:gd name="connsiteX7" fmla="*/ 0 w 2670197"/>
              <a:gd name="connsiteY7" fmla="*/ 856 h 751286"/>
              <a:gd name="connsiteX8" fmla="*/ 271106 w 2670197"/>
              <a:gd name="connsiteY8" fmla="*/ 380113 h 75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0197" h="751286">
                <a:moveTo>
                  <a:pt x="271106" y="380113"/>
                </a:moveTo>
                <a:lnTo>
                  <a:pt x="0" y="759275"/>
                </a:lnTo>
                <a:lnTo>
                  <a:pt x="0" y="760131"/>
                </a:lnTo>
                <a:lnTo>
                  <a:pt x="2403843" y="760131"/>
                </a:lnTo>
                <a:lnTo>
                  <a:pt x="2675614" y="380113"/>
                </a:lnTo>
                <a:lnTo>
                  <a:pt x="2403843" y="0"/>
                </a:lnTo>
                <a:lnTo>
                  <a:pt x="0" y="0"/>
                </a:lnTo>
                <a:lnTo>
                  <a:pt x="0" y="856"/>
                </a:lnTo>
                <a:lnTo>
                  <a:pt x="271106" y="380113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9491" cap="flat">
            <a:solidFill>
              <a:schemeClr val="accent4"/>
            </a:solidFill>
            <a:prstDash val="solid"/>
            <a:miter/>
          </a:ln>
          <a:effectLst/>
        </p:spPr>
        <p:txBody>
          <a:bodyPr wrap="square" lIns="324000" rIns="216000" rtlCol="0" anchor="ctr">
            <a:normAutofit/>
          </a:bodyPr>
          <a:lstStyle/>
          <a:p>
            <a:r>
              <a:rPr lang="en-US" sz="10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Text Here</a:t>
            </a: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E19CE6E9-CA15-7B48-A145-1BF30B31723D}"/>
              </a:ext>
            </a:extLst>
          </p:cNvPr>
          <p:cNvSpPr/>
          <p:nvPr/>
        </p:nvSpPr>
        <p:spPr>
          <a:xfrm>
            <a:off x="2994946" y="2415806"/>
            <a:ext cx="1860059" cy="405920"/>
          </a:xfrm>
          <a:custGeom>
            <a:avLst/>
            <a:gdLst>
              <a:gd name="connsiteX0" fmla="*/ 271106 w 2670197"/>
              <a:gd name="connsiteY0" fmla="*/ 380113 h 751286"/>
              <a:gd name="connsiteX1" fmla="*/ 0 w 2670197"/>
              <a:gd name="connsiteY1" fmla="*/ 759275 h 751286"/>
              <a:gd name="connsiteX2" fmla="*/ 0 w 2670197"/>
              <a:gd name="connsiteY2" fmla="*/ 760131 h 751286"/>
              <a:gd name="connsiteX3" fmla="*/ 2403843 w 2670197"/>
              <a:gd name="connsiteY3" fmla="*/ 760131 h 751286"/>
              <a:gd name="connsiteX4" fmla="*/ 2675614 w 2670197"/>
              <a:gd name="connsiteY4" fmla="*/ 380113 h 751286"/>
              <a:gd name="connsiteX5" fmla="*/ 2403843 w 2670197"/>
              <a:gd name="connsiteY5" fmla="*/ 0 h 751286"/>
              <a:gd name="connsiteX6" fmla="*/ 0 w 2670197"/>
              <a:gd name="connsiteY6" fmla="*/ 0 h 751286"/>
              <a:gd name="connsiteX7" fmla="*/ 0 w 2670197"/>
              <a:gd name="connsiteY7" fmla="*/ 856 h 751286"/>
              <a:gd name="connsiteX8" fmla="*/ 271106 w 2670197"/>
              <a:gd name="connsiteY8" fmla="*/ 380113 h 75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0197" h="751286">
                <a:moveTo>
                  <a:pt x="271106" y="380113"/>
                </a:moveTo>
                <a:lnTo>
                  <a:pt x="0" y="759275"/>
                </a:lnTo>
                <a:lnTo>
                  <a:pt x="0" y="760131"/>
                </a:lnTo>
                <a:lnTo>
                  <a:pt x="2403843" y="760131"/>
                </a:lnTo>
                <a:lnTo>
                  <a:pt x="2675614" y="380113"/>
                </a:lnTo>
                <a:lnTo>
                  <a:pt x="2403843" y="0"/>
                </a:lnTo>
                <a:lnTo>
                  <a:pt x="0" y="0"/>
                </a:lnTo>
                <a:lnTo>
                  <a:pt x="0" y="856"/>
                </a:lnTo>
                <a:lnTo>
                  <a:pt x="271106" y="380113"/>
                </a:lnTo>
                <a:close/>
              </a:path>
            </a:pathLst>
          </a:custGeom>
          <a:pattFill prst="pct90">
            <a:fgClr>
              <a:schemeClr val="tx2">
                <a:lumMod val="60000"/>
                <a:lumOff val="40000"/>
              </a:schemeClr>
            </a:fgClr>
            <a:bgClr>
              <a:schemeClr val="tx2">
                <a:lumMod val="40000"/>
                <a:lumOff val="60000"/>
              </a:schemeClr>
            </a:bgClr>
          </a:pattFill>
          <a:ln w="9491" cap="flat">
            <a:noFill/>
            <a:prstDash val="solid"/>
            <a:miter/>
          </a:ln>
          <a:effectLst/>
        </p:spPr>
        <p:txBody>
          <a:bodyPr wrap="square" lIns="324000" rIns="216000" rtlCol="0" anchor="ctr">
            <a:normAutofit/>
          </a:bodyPr>
          <a:lstStyle/>
          <a:p>
            <a:r>
              <a:rPr lang="en-US" sz="10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Text Here</a:t>
            </a: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2B4B3E81-6D37-A440-9B65-FFF0B35DD98E}"/>
              </a:ext>
            </a:extLst>
          </p:cNvPr>
          <p:cNvSpPr/>
          <p:nvPr/>
        </p:nvSpPr>
        <p:spPr>
          <a:xfrm>
            <a:off x="2979553" y="3257215"/>
            <a:ext cx="1860059" cy="405921"/>
          </a:xfrm>
          <a:custGeom>
            <a:avLst/>
            <a:gdLst>
              <a:gd name="connsiteX0" fmla="*/ 0 w 2670197"/>
              <a:gd name="connsiteY0" fmla="*/ 760130 h 751286"/>
              <a:gd name="connsiteX1" fmla="*/ 2677705 w 2670197"/>
              <a:gd name="connsiteY1" fmla="*/ 760130 h 751286"/>
              <a:gd name="connsiteX2" fmla="*/ 2405934 w 2670197"/>
              <a:gd name="connsiteY2" fmla="*/ 380113 h 751286"/>
              <a:gd name="connsiteX3" fmla="*/ 2677705 w 2670197"/>
              <a:gd name="connsiteY3" fmla="*/ 0 h 751286"/>
              <a:gd name="connsiteX4" fmla="*/ 0 w 2670197"/>
              <a:gd name="connsiteY4" fmla="*/ 0 h 751286"/>
              <a:gd name="connsiteX5" fmla="*/ 0 w 2670197"/>
              <a:gd name="connsiteY5" fmla="*/ 760130 h 75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0197" h="751286">
                <a:moveTo>
                  <a:pt x="0" y="760130"/>
                </a:moveTo>
                <a:lnTo>
                  <a:pt x="2677705" y="760130"/>
                </a:lnTo>
                <a:lnTo>
                  <a:pt x="2405934" y="380113"/>
                </a:lnTo>
                <a:lnTo>
                  <a:pt x="2677705" y="0"/>
                </a:lnTo>
                <a:lnTo>
                  <a:pt x="0" y="0"/>
                </a:lnTo>
                <a:lnTo>
                  <a:pt x="0" y="76013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1"/>
          </a:gradFill>
          <a:ln w="9491" cap="flat">
            <a:noFill/>
            <a:prstDash val="solid"/>
            <a:miter/>
          </a:ln>
          <a:effectLst/>
        </p:spPr>
        <p:txBody>
          <a:bodyPr lIns="251999" rIns="216000" rtlCol="0" anchor="ctr">
            <a:normAutofit/>
          </a:bodyPr>
          <a:lstStyle/>
          <a:p>
            <a:r>
              <a:rPr lang="en-US" sz="11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Text Here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B8409F67-ADC1-9348-8759-D2B0036D28C9}"/>
              </a:ext>
            </a:extLst>
          </p:cNvPr>
          <p:cNvSpPr/>
          <p:nvPr/>
        </p:nvSpPr>
        <p:spPr>
          <a:xfrm>
            <a:off x="929080" y="4060527"/>
            <a:ext cx="1860059" cy="405921"/>
          </a:xfrm>
          <a:custGeom>
            <a:avLst/>
            <a:gdLst>
              <a:gd name="connsiteX0" fmla="*/ 0 w 2670197"/>
              <a:gd name="connsiteY0" fmla="*/ 760130 h 751286"/>
              <a:gd name="connsiteX1" fmla="*/ 2677705 w 2670197"/>
              <a:gd name="connsiteY1" fmla="*/ 760130 h 751286"/>
              <a:gd name="connsiteX2" fmla="*/ 2405934 w 2670197"/>
              <a:gd name="connsiteY2" fmla="*/ 380113 h 751286"/>
              <a:gd name="connsiteX3" fmla="*/ 2677705 w 2670197"/>
              <a:gd name="connsiteY3" fmla="*/ 0 h 751286"/>
              <a:gd name="connsiteX4" fmla="*/ 0 w 2670197"/>
              <a:gd name="connsiteY4" fmla="*/ 0 h 751286"/>
              <a:gd name="connsiteX5" fmla="*/ 0 w 2670197"/>
              <a:gd name="connsiteY5" fmla="*/ 760130 h 75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0197" h="751286">
                <a:moveTo>
                  <a:pt x="0" y="760130"/>
                </a:moveTo>
                <a:lnTo>
                  <a:pt x="2677705" y="760130"/>
                </a:lnTo>
                <a:lnTo>
                  <a:pt x="2405934" y="380113"/>
                </a:lnTo>
                <a:lnTo>
                  <a:pt x="2677705" y="0"/>
                </a:lnTo>
                <a:lnTo>
                  <a:pt x="0" y="0"/>
                </a:lnTo>
                <a:lnTo>
                  <a:pt x="0" y="76013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491" cap="flat">
            <a:solidFill>
              <a:schemeClr val="accent6"/>
            </a:solidFill>
            <a:prstDash val="solid"/>
            <a:miter/>
          </a:ln>
          <a:effectLst/>
        </p:spPr>
        <p:txBody>
          <a:bodyPr lIns="251999" rIns="216000" rtlCol="0" anchor="ctr">
            <a:normAutofit/>
          </a:bodyPr>
          <a:lstStyle/>
          <a:p>
            <a:r>
              <a:rPr lang="en-US" sz="11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Text Here</a:t>
            </a: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C0E4B747-7353-484C-B21A-0003E36F7E74}"/>
              </a:ext>
            </a:extLst>
          </p:cNvPr>
          <p:cNvSpPr/>
          <p:nvPr/>
        </p:nvSpPr>
        <p:spPr>
          <a:xfrm>
            <a:off x="2979553" y="4071609"/>
            <a:ext cx="1860059" cy="405921"/>
          </a:xfrm>
          <a:custGeom>
            <a:avLst/>
            <a:gdLst>
              <a:gd name="connsiteX0" fmla="*/ 0 w 2670197"/>
              <a:gd name="connsiteY0" fmla="*/ 760130 h 751286"/>
              <a:gd name="connsiteX1" fmla="*/ 2677705 w 2670197"/>
              <a:gd name="connsiteY1" fmla="*/ 760130 h 751286"/>
              <a:gd name="connsiteX2" fmla="*/ 2405934 w 2670197"/>
              <a:gd name="connsiteY2" fmla="*/ 380113 h 751286"/>
              <a:gd name="connsiteX3" fmla="*/ 2677705 w 2670197"/>
              <a:gd name="connsiteY3" fmla="*/ 0 h 751286"/>
              <a:gd name="connsiteX4" fmla="*/ 0 w 2670197"/>
              <a:gd name="connsiteY4" fmla="*/ 0 h 751286"/>
              <a:gd name="connsiteX5" fmla="*/ 0 w 2670197"/>
              <a:gd name="connsiteY5" fmla="*/ 760130 h 75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0197" h="751286">
                <a:moveTo>
                  <a:pt x="0" y="760130"/>
                </a:moveTo>
                <a:lnTo>
                  <a:pt x="2677705" y="760130"/>
                </a:lnTo>
                <a:lnTo>
                  <a:pt x="2405934" y="380113"/>
                </a:lnTo>
                <a:lnTo>
                  <a:pt x="2677705" y="0"/>
                </a:lnTo>
                <a:lnTo>
                  <a:pt x="0" y="0"/>
                </a:lnTo>
                <a:lnTo>
                  <a:pt x="0" y="760130"/>
                </a:lnTo>
                <a:close/>
              </a:path>
            </a:pathLst>
          </a:custGeom>
          <a:pattFill prst="pct90">
            <a:fgClr>
              <a:schemeClr val="tx2">
                <a:lumMod val="60000"/>
                <a:lumOff val="40000"/>
              </a:schemeClr>
            </a:fgClr>
            <a:bgClr>
              <a:schemeClr val="tx2">
                <a:lumMod val="40000"/>
                <a:lumOff val="60000"/>
              </a:schemeClr>
            </a:bgClr>
          </a:pattFill>
          <a:ln w="9491" cap="flat">
            <a:noFill/>
            <a:prstDash val="solid"/>
            <a:miter/>
          </a:ln>
          <a:effectLst/>
        </p:spPr>
        <p:txBody>
          <a:bodyPr wrap="square" lIns="324000" rIns="216000" rtlCol="0" anchor="ctr">
            <a:normAutofit/>
          </a:bodyPr>
          <a:lstStyle/>
          <a:p>
            <a:r>
              <a:rPr lang="en-US" sz="10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Text Here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EFD890-5348-7B4E-B506-E6B88274DFE6}"/>
              </a:ext>
            </a:extLst>
          </p:cNvPr>
          <p:cNvSpPr txBox="1"/>
          <p:nvPr/>
        </p:nvSpPr>
        <p:spPr>
          <a:xfrm>
            <a:off x="6432143" y="1187380"/>
            <a:ext cx="3343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STICKY NOTES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75E3F77-E8A1-6E44-B4D0-AF6509962BB1}"/>
              </a:ext>
            </a:extLst>
          </p:cNvPr>
          <p:cNvCxnSpPr>
            <a:cxnSpLocks/>
          </p:cNvCxnSpPr>
          <p:nvPr/>
        </p:nvCxnSpPr>
        <p:spPr>
          <a:xfrm>
            <a:off x="5649021" y="1464379"/>
            <a:ext cx="0" cy="4549244"/>
          </a:xfrm>
          <a:prstGeom prst="line">
            <a:avLst/>
          </a:prstGeom>
          <a:ln>
            <a:solidFill>
              <a:schemeClr val="tx2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199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flythrough hasBounce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0A8E62-641E-A544-86E2-8690D89883E5}"/>
              </a:ext>
            </a:extLst>
          </p:cNvPr>
          <p:cNvSpPr txBox="1"/>
          <p:nvPr/>
        </p:nvSpPr>
        <p:spPr>
          <a:xfrm>
            <a:off x="281402" y="459845"/>
            <a:ext cx="3343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Charts and Data</a:t>
            </a:r>
            <a:endParaRPr lang="en-US" sz="2400" dirty="0">
              <a:solidFill>
                <a:schemeClr val="accent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011F99-7D95-5947-B83E-67796E0B1CA5}"/>
              </a:ext>
            </a:extLst>
          </p:cNvPr>
          <p:cNvSpPr/>
          <p:nvPr/>
        </p:nvSpPr>
        <p:spPr>
          <a:xfrm>
            <a:off x="0" y="384030"/>
            <a:ext cx="94129" cy="584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330596-4E49-2743-B352-0786AB9F5845}"/>
              </a:ext>
            </a:extLst>
          </p:cNvPr>
          <p:cNvGrpSpPr/>
          <p:nvPr/>
        </p:nvGrpSpPr>
        <p:grpSpPr>
          <a:xfrm>
            <a:off x="536676" y="1629599"/>
            <a:ext cx="1900482" cy="1900482"/>
            <a:chOff x="5349551" y="2866571"/>
            <a:chExt cx="2226906" cy="2226906"/>
          </a:xfrm>
        </p:grpSpPr>
        <p:sp>
          <p:nvSpPr>
            <p:cNvPr id="9" name="Donut 8">
              <a:extLst>
                <a:ext uri="{FF2B5EF4-FFF2-40B4-BE49-F238E27FC236}">
                  <a16:creationId xmlns:a16="http://schemas.microsoft.com/office/drawing/2014/main" id="{EE046477-C636-A742-952A-B81036B8E0BB}"/>
                </a:ext>
              </a:extLst>
            </p:cNvPr>
            <p:cNvSpPr/>
            <p:nvPr/>
          </p:nvSpPr>
          <p:spPr>
            <a:xfrm flipH="1">
              <a:off x="5349551" y="2866571"/>
              <a:ext cx="2226906" cy="2226906"/>
            </a:xfrm>
            <a:prstGeom prst="donut">
              <a:avLst>
                <a:gd name="adj" fmla="val 25586"/>
              </a:avLst>
            </a:prstGeom>
            <a:solidFill>
              <a:schemeClr val="tx2">
                <a:lumMod val="60000"/>
                <a:lumOff val="40000"/>
              </a:schemeClr>
            </a:solidFill>
            <a:ln w="508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B4668414-3A7E-3B43-B3A4-CD016B16CDD1}"/>
                </a:ext>
              </a:extLst>
            </p:cNvPr>
            <p:cNvSpPr/>
            <p:nvPr/>
          </p:nvSpPr>
          <p:spPr>
            <a:xfrm>
              <a:off x="5613918" y="3130938"/>
              <a:ext cx="1698171" cy="1698171"/>
            </a:xfrm>
            <a:prstGeom prst="arc">
              <a:avLst>
                <a:gd name="adj1" fmla="val 16200000"/>
                <a:gd name="adj2" fmla="val 11876228"/>
              </a:avLst>
            </a:prstGeom>
            <a:noFill/>
            <a:ln w="317500" cap="rnd">
              <a:solidFill>
                <a:schemeClr val="tx2">
                  <a:lumMod val="20000"/>
                  <a:lumOff val="8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E55EA90-93C6-AC4A-8608-49C506726067}"/>
                </a:ext>
              </a:extLst>
            </p:cNvPr>
            <p:cNvSpPr txBox="1"/>
            <p:nvPr/>
          </p:nvSpPr>
          <p:spPr>
            <a:xfrm>
              <a:off x="6087373" y="3656858"/>
              <a:ext cx="751259" cy="6130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Profit</a:t>
              </a:r>
            </a:p>
            <a:p>
              <a:pPr algn="ctr"/>
              <a:r>
                <a:rPr lang="en-US" sz="1400" b="1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40%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346076A-BCF1-2B42-8AD3-CCC2F3271E82}"/>
              </a:ext>
            </a:extLst>
          </p:cNvPr>
          <p:cNvGrpSpPr/>
          <p:nvPr/>
        </p:nvGrpSpPr>
        <p:grpSpPr>
          <a:xfrm>
            <a:off x="3580108" y="2104811"/>
            <a:ext cx="1649952" cy="1649952"/>
            <a:chOff x="3879628" y="1908628"/>
            <a:chExt cx="2226906" cy="2226906"/>
          </a:xfrm>
        </p:grpSpPr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EF905DB1-A269-1D48-9631-A23003A77722}"/>
                </a:ext>
              </a:extLst>
            </p:cNvPr>
            <p:cNvSpPr/>
            <p:nvPr/>
          </p:nvSpPr>
          <p:spPr>
            <a:xfrm>
              <a:off x="3879628" y="1908628"/>
              <a:ext cx="2226906" cy="2226906"/>
            </a:xfrm>
            <a:prstGeom prst="arc">
              <a:avLst>
                <a:gd name="adj1" fmla="val 10883581"/>
                <a:gd name="adj2" fmla="val 21566281"/>
              </a:avLst>
            </a:prstGeom>
            <a:noFill/>
            <a:ln w="381000" cap="rnd">
              <a:solidFill>
                <a:schemeClr val="tx2">
                  <a:lumMod val="60000"/>
                  <a:lumOff val="40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A0155FFA-719D-4546-8A88-E706727AB66D}"/>
                </a:ext>
              </a:extLst>
            </p:cNvPr>
            <p:cNvSpPr/>
            <p:nvPr/>
          </p:nvSpPr>
          <p:spPr>
            <a:xfrm>
              <a:off x="3879628" y="1908628"/>
              <a:ext cx="2226906" cy="2226906"/>
            </a:xfrm>
            <a:prstGeom prst="arc">
              <a:avLst>
                <a:gd name="adj1" fmla="val 10899040"/>
                <a:gd name="adj2" fmla="val 17014360"/>
              </a:avLst>
            </a:prstGeom>
            <a:noFill/>
            <a:ln w="254000" cap="rnd">
              <a:solidFill>
                <a:schemeClr val="tx2">
                  <a:lumMod val="20000"/>
                  <a:lumOff val="80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AD26CF6-0EB5-654C-8F79-484D52DDCA13}"/>
                </a:ext>
              </a:extLst>
            </p:cNvPr>
            <p:cNvSpPr txBox="1"/>
            <p:nvPr/>
          </p:nvSpPr>
          <p:spPr>
            <a:xfrm>
              <a:off x="4604421" y="2346722"/>
              <a:ext cx="777317" cy="6231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Profit</a:t>
              </a:r>
            </a:p>
            <a:p>
              <a:pPr algn="ctr"/>
              <a:r>
                <a:rPr lang="en-US" sz="1200" b="1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40%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8DBEA8-ECB8-D24C-902C-0201381931AF}"/>
              </a:ext>
            </a:extLst>
          </p:cNvPr>
          <p:cNvGrpSpPr/>
          <p:nvPr/>
        </p:nvGrpSpPr>
        <p:grpSpPr>
          <a:xfrm>
            <a:off x="6348922" y="1667428"/>
            <a:ext cx="1824827" cy="1824825"/>
            <a:chOff x="8208862" y="1854419"/>
            <a:chExt cx="2081768" cy="208176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7686A11-2B38-9841-A3EB-4C5F81900881}"/>
                </a:ext>
              </a:extLst>
            </p:cNvPr>
            <p:cNvSpPr/>
            <p:nvPr/>
          </p:nvSpPr>
          <p:spPr>
            <a:xfrm>
              <a:off x="8208862" y="1854419"/>
              <a:ext cx="2081768" cy="208176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Pie 24">
              <a:extLst>
                <a:ext uri="{FF2B5EF4-FFF2-40B4-BE49-F238E27FC236}">
                  <a16:creationId xmlns:a16="http://schemas.microsoft.com/office/drawing/2014/main" id="{844CDA83-8D61-9741-AFAB-E37CAD9B229C}"/>
                </a:ext>
              </a:extLst>
            </p:cNvPr>
            <p:cNvSpPr/>
            <p:nvPr/>
          </p:nvSpPr>
          <p:spPr>
            <a:xfrm>
              <a:off x="8390147" y="2035704"/>
              <a:ext cx="1719197" cy="1719197"/>
            </a:xfrm>
            <a:prstGeom prst="pie">
              <a:avLst>
                <a:gd name="adj1" fmla="val 2742177"/>
                <a:gd name="adj2" fmla="val 16200000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8F064D1-BC64-0447-9339-8A6F7C05B8DC}"/>
                </a:ext>
              </a:extLst>
            </p:cNvPr>
            <p:cNvSpPr txBox="1"/>
            <p:nvPr/>
          </p:nvSpPr>
          <p:spPr>
            <a:xfrm>
              <a:off x="9357859" y="2375749"/>
              <a:ext cx="731411" cy="596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2">
                      <a:alpha val="7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Profit</a:t>
              </a:r>
            </a:p>
            <a:p>
              <a:pPr algn="ctr"/>
              <a:r>
                <a:rPr lang="en-US" sz="1400" b="1" dirty="0">
                  <a:solidFill>
                    <a:schemeClr val="bg2">
                      <a:alpha val="7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40%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5F2877B-3372-4547-9790-22BFB3A02F73}"/>
              </a:ext>
            </a:extLst>
          </p:cNvPr>
          <p:cNvGrpSpPr/>
          <p:nvPr/>
        </p:nvGrpSpPr>
        <p:grpSpPr>
          <a:xfrm>
            <a:off x="762292" y="4555248"/>
            <a:ext cx="2029304" cy="1779175"/>
            <a:chOff x="7166967" y="4135534"/>
            <a:chExt cx="2302623" cy="2018805"/>
          </a:xfrm>
        </p:grpSpPr>
        <p:sp>
          <p:nvSpPr>
            <p:cNvPr id="29" name="Can 28">
              <a:extLst>
                <a:ext uri="{FF2B5EF4-FFF2-40B4-BE49-F238E27FC236}">
                  <a16:creationId xmlns:a16="http://schemas.microsoft.com/office/drawing/2014/main" id="{868D9F13-53FE-5E42-B9A9-1F8F124329BC}"/>
                </a:ext>
              </a:extLst>
            </p:cNvPr>
            <p:cNvSpPr/>
            <p:nvPr/>
          </p:nvSpPr>
          <p:spPr>
            <a:xfrm>
              <a:off x="7166967" y="4135534"/>
              <a:ext cx="640078" cy="2018805"/>
            </a:xfrm>
            <a:prstGeom prst="can">
              <a:avLst/>
            </a:prstGeom>
            <a:solidFill>
              <a:schemeClr val="tx2">
                <a:lumMod val="40000"/>
                <a:lumOff val="60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" name="Can 29">
              <a:extLst>
                <a:ext uri="{FF2B5EF4-FFF2-40B4-BE49-F238E27FC236}">
                  <a16:creationId xmlns:a16="http://schemas.microsoft.com/office/drawing/2014/main" id="{FFE32A49-18D4-854E-A29E-130FC4023501}"/>
                </a:ext>
              </a:extLst>
            </p:cNvPr>
            <p:cNvSpPr/>
            <p:nvPr/>
          </p:nvSpPr>
          <p:spPr>
            <a:xfrm>
              <a:off x="7166967" y="5388137"/>
              <a:ext cx="640078" cy="754326"/>
            </a:xfrm>
            <a:prstGeom prst="can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1" name="Can 30">
              <a:extLst>
                <a:ext uri="{FF2B5EF4-FFF2-40B4-BE49-F238E27FC236}">
                  <a16:creationId xmlns:a16="http://schemas.microsoft.com/office/drawing/2014/main" id="{7B0D5384-55F7-434C-847D-DD6BF3279DD0}"/>
                </a:ext>
              </a:extLst>
            </p:cNvPr>
            <p:cNvSpPr/>
            <p:nvPr/>
          </p:nvSpPr>
          <p:spPr>
            <a:xfrm>
              <a:off x="8010115" y="4135534"/>
              <a:ext cx="640078" cy="2018805"/>
            </a:xfrm>
            <a:prstGeom prst="can">
              <a:avLst/>
            </a:prstGeom>
            <a:solidFill>
              <a:schemeClr val="tx2">
                <a:lumMod val="40000"/>
                <a:lumOff val="60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2" name="Can 31">
              <a:extLst>
                <a:ext uri="{FF2B5EF4-FFF2-40B4-BE49-F238E27FC236}">
                  <a16:creationId xmlns:a16="http://schemas.microsoft.com/office/drawing/2014/main" id="{1A8708A4-DEC8-574D-B9D1-4A3EB52D072F}"/>
                </a:ext>
              </a:extLst>
            </p:cNvPr>
            <p:cNvSpPr/>
            <p:nvPr/>
          </p:nvSpPr>
          <p:spPr>
            <a:xfrm>
              <a:off x="8010115" y="5126880"/>
              <a:ext cx="640078" cy="1015583"/>
            </a:xfrm>
            <a:prstGeom prst="can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3" name="Can 32">
              <a:extLst>
                <a:ext uri="{FF2B5EF4-FFF2-40B4-BE49-F238E27FC236}">
                  <a16:creationId xmlns:a16="http://schemas.microsoft.com/office/drawing/2014/main" id="{95E64D8C-A86D-0F42-BC70-83B0246FE96A}"/>
                </a:ext>
              </a:extLst>
            </p:cNvPr>
            <p:cNvSpPr/>
            <p:nvPr/>
          </p:nvSpPr>
          <p:spPr>
            <a:xfrm>
              <a:off x="8829512" y="4135534"/>
              <a:ext cx="640078" cy="2018805"/>
            </a:xfrm>
            <a:prstGeom prst="can">
              <a:avLst/>
            </a:prstGeom>
            <a:solidFill>
              <a:schemeClr val="tx2">
                <a:lumMod val="40000"/>
                <a:lumOff val="60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4" name="Can 33">
              <a:extLst>
                <a:ext uri="{FF2B5EF4-FFF2-40B4-BE49-F238E27FC236}">
                  <a16:creationId xmlns:a16="http://schemas.microsoft.com/office/drawing/2014/main" id="{A3D7F9B9-D5DC-4D44-BE44-4506DDB992A8}"/>
                </a:ext>
              </a:extLst>
            </p:cNvPr>
            <p:cNvSpPr/>
            <p:nvPr/>
          </p:nvSpPr>
          <p:spPr>
            <a:xfrm>
              <a:off x="8829512" y="4758746"/>
              <a:ext cx="640078" cy="1383718"/>
            </a:xfrm>
            <a:prstGeom prst="can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D749A48-99C4-CF41-A3FE-BCDA0537DE5C}"/>
                </a:ext>
              </a:extLst>
            </p:cNvPr>
            <p:cNvSpPr txBox="1"/>
            <p:nvPr/>
          </p:nvSpPr>
          <p:spPr>
            <a:xfrm>
              <a:off x="7177609" y="4771154"/>
              <a:ext cx="618792" cy="4889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2">
                      <a:alpha val="77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Profit</a:t>
              </a:r>
            </a:p>
            <a:p>
              <a:pPr algn="ctr"/>
              <a:r>
                <a:rPr lang="en-US" sz="1050" dirty="0">
                  <a:solidFill>
                    <a:schemeClr val="tx2">
                      <a:alpha val="77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40%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FD60399-FD40-C149-896B-BA601A63910B}"/>
                </a:ext>
              </a:extLst>
            </p:cNvPr>
            <p:cNvSpPr txBox="1"/>
            <p:nvPr/>
          </p:nvSpPr>
          <p:spPr>
            <a:xfrm>
              <a:off x="8004924" y="4454632"/>
              <a:ext cx="618792" cy="4889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2">
                      <a:alpha val="77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Profit</a:t>
              </a:r>
            </a:p>
            <a:p>
              <a:pPr algn="ctr"/>
              <a:r>
                <a:rPr lang="en-US" sz="1050" dirty="0">
                  <a:solidFill>
                    <a:schemeClr val="tx2">
                      <a:alpha val="77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40%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ECB750E-F3CC-A246-9C8C-BF61C0562384}"/>
                </a:ext>
              </a:extLst>
            </p:cNvPr>
            <p:cNvSpPr txBox="1"/>
            <p:nvPr/>
          </p:nvSpPr>
          <p:spPr>
            <a:xfrm>
              <a:off x="8832238" y="4309489"/>
              <a:ext cx="618792" cy="4889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2">
                      <a:alpha val="77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Profit</a:t>
              </a:r>
            </a:p>
            <a:p>
              <a:pPr algn="ctr"/>
              <a:r>
                <a:rPr lang="en-US" sz="1050" dirty="0">
                  <a:solidFill>
                    <a:schemeClr val="tx2">
                      <a:alpha val="77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40%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B07A24B-37E8-2C45-94EF-321F74A68676}"/>
              </a:ext>
            </a:extLst>
          </p:cNvPr>
          <p:cNvSpPr txBox="1"/>
          <p:nvPr/>
        </p:nvSpPr>
        <p:spPr>
          <a:xfrm>
            <a:off x="281402" y="1286033"/>
            <a:ext cx="33432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PIE CHARTS</a:t>
            </a:r>
            <a:endParaRPr lang="en-US" sz="1100" dirty="0">
              <a:solidFill>
                <a:schemeClr val="accent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FDC49E4-4556-394B-A2CB-38C4DFBA76A9}"/>
              </a:ext>
            </a:extLst>
          </p:cNvPr>
          <p:cNvCxnSpPr>
            <a:cxnSpLocks/>
          </p:cNvCxnSpPr>
          <p:nvPr/>
        </p:nvCxnSpPr>
        <p:spPr>
          <a:xfrm>
            <a:off x="1286548" y="1413164"/>
            <a:ext cx="10004907" cy="0"/>
          </a:xfrm>
          <a:prstGeom prst="line">
            <a:avLst/>
          </a:prstGeom>
          <a:ln>
            <a:solidFill>
              <a:schemeClr val="tx2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0B49264-8776-714A-9863-CCDD3292D706}"/>
              </a:ext>
            </a:extLst>
          </p:cNvPr>
          <p:cNvSpPr txBox="1"/>
          <p:nvPr/>
        </p:nvSpPr>
        <p:spPr>
          <a:xfrm>
            <a:off x="281402" y="3971011"/>
            <a:ext cx="33432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COLUMN CHARTS</a:t>
            </a:r>
            <a:endParaRPr lang="en-US" sz="1100" dirty="0">
              <a:solidFill>
                <a:schemeClr val="accent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760ADE7-B354-1548-AAB4-E2C91A11BB9E}"/>
              </a:ext>
            </a:extLst>
          </p:cNvPr>
          <p:cNvCxnSpPr>
            <a:cxnSpLocks/>
          </p:cNvCxnSpPr>
          <p:nvPr/>
        </p:nvCxnSpPr>
        <p:spPr>
          <a:xfrm>
            <a:off x="1862475" y="4098142"/>
            <a:ext cx="9428980" cy="0"/>
          </a:xfrm>
          <a:prstGeom prst="line">
            <a:avLst/>
          </a:prstGeom>
          <a:ln>
            <a:solidFill>
              <a:schemeClr val="tx2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99A90B5-CCE1-834B-9593-BE48E35FCE48}"/>
              </a:ext>
            </a:extLst>
          </p:cNvPr>
          <p:cNvGrpSpPr/>
          <p:nvPr/>
        </p:nvGrpSpPr>
        <p:grpSpPr>
          <a:xfrm>
            <a:off x="9200826" y="1667427"/>
            <a:ext cx="2087327" cy="2087327"/>
            <a:chOff x="8208862" y="1854419"/>
            <a:chExt cx="2081767" cy="2081767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4383BB0-A722-D044-AE5B-7487BD232106}"/>
                </a:ext>
              </a:extLst>
            </p:cNvPr>
            <p:cNvSpPr/>
            <p:nvPr/>
          </p:nvSpPr>
          <p:spPr>
            <a:xfrm>
              <a:off x="8410222" y="2055780"/>
              <a:ext cx="1679050" cy="16790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Pie 44">
              <a:extLst>
                <a:ext uri="{FF2B5EF4-FFF2-40B4-BE49-F238E27FC236}">
                  <a16:creationId xmlns:a16="http://schemas.microsoft.com/office/drawing/2014/main" id="{D5DCB75A-FAB6-EF45-8070-998E9E3ADDAD}"/>
                </a:ext>
              </a:extLst>
            </p:cNvPr>
            <p:cNvSpPr/>
            <p:nvPr/>
          </p:nvSpPr>
          <p:spPr>
            <a:xfrm>
              <a:off x="8208862" y="1854419"/>
              <a:ext cx="2081767" cy="2081767"/>
            </a:xfrm>
            <a:prstGeom prst="pie">
              <a:avLst>
                <a:gd name="adj1" fmla="val 11563681"/>
                <a:gd name="adj2" fmla="val 1620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6533750-EFCB-3F4A-868E-2D024D27AAE2}"/>
                </a:ext>
              </a:extLst>
            </p:cNvPr>
            <p:cNvSpPr txBox="1"/>
            <p:nvPr/>
          </p:nvSpPr>
          <p:spPr>
            <a:xfrm>
              <a:off x="8884039" y="2996076"/>
              <a:ext cx="731411" cy="596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alpha val="7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Profit</a:t>
              </a:r>
            </a:p>
            <a:p>
              <a:pPr algn="ctr"/>
              <a:r>
                <a:rPr lang="en-US" sz="1400" b="1" dirty="0">
                  <a:solidFill>
                    <a:schemeClr val="tx2">
                      <a:alpha val="7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40%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997DB7F-49CB-CB4B-9CFB-081C950BF9D8}"/>
              </a:ext>
            </a:extLst>
          </p:cNvPr>
          <p:cNvGrpSpPr/>
          <p:nvPr/>
        </p:nvGrpSpPr>
        <p:grpSpPr>
          <a:xfrm>
            <a:off x="4929606" y="4311931"/>
            <a:ext cx="1956215" cy="2058264"/>
            <a:chOff x="4117119" y="4311931"/>
            <a:chExt cx="1956215" cy="205826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DC32C95-E96D-4A4C-9F12-B967DDFC68EB}"/>
                </a:ext>
              </a:extLst>
            </p:cNvPr>
            <p:cNvGrpSpPr/>
            <p:nvPr/>
          </p:nvGrpSpPr>
          <p:grpSpPr>
            <a:xfrm>
              <a:off x="4117119" y="4311931"/>
              <a:ext cx="416998" cy="1931122"/>
              <a:chOff x="5514109" y="3104032"/>
              <a:chExt cx="608366" cy="281735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357DC25-B382-AE4C-9AAD-80BA740E5846}"/>
                  </a:ext>
                </a:extLst>
              </p:cNvPr>
              <p:cNvSpPr/>
              <p:nvPr/>
            </p:nvSpPr>
            <p:spPr>
              <a:xfrm>
                <a:off x="5514109" y="5313019"/>
                <a:ext cx="608366" cy="608366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  <a:effectLst/>
              <a:scene3d>
                <a:camera prst="isometricTopUp"/>
                <a:lightRig rig="threePt" dir="t"/>
              </a:scene3d>
              <a:sp3d extrusionH="3175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90C069C-4FBB-D346-AE6B-662F3430D409}"/>
                  </a:ext>
                </a:extLst>
              </p:cNvPr>
              <p:cNvSpPr/>
              <p:nvPr/>
            </p:nvSpPr>
            <p:spPr>
              <a:xfrm>
                <a:off x="5514109" y="4568511"/>
                <a:ext cx="608366" cy="608367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isometricTopUp"/>
                <a:lightRig rig="threePt" dir="t"/>
              </a:scene3d>
              <a:sp3d extrusionH="508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CC733F6-72BC-1C40-B68C-AA192BECCA75}"/>
                  </a:ext>
                </a:extLst>
              </p:cNvPr>
              <p:cNvSpPr/>
              <p:nvPr/>
            </p:nvSpPr>
            <p:spPr>
              <a:xfrm>
                <a:off x="5514109" y="3991056"/>
                <a:ext cx="608366" cy="60836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  <a:scene3d>
                <a:camera prst="isometricTopUp"/>
                <a:lightRig rig="threePt" dir="t"/>
              </a:scene3d>
              <a:sp3d extrusionH="381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81C7114-AD47-014F-A81C-7AFDD41B00A0}"/>
                  </a:ext>
                </a:extLst>
              </p:cNvPr>
              <p:cNvSpPr/>
              <p:nvPr/>
            </p:nvSpPr>
            <p:spPr>
              <a:xfrm>
                <a:off x="5514109" y="3104032"/>
                <a:ext cx="608366" cy="608367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isometricTopUp"/>
                <a:lightRig rig="threePt" dir="t"/>
              </a:scene3d>
              <a:sp3d extrusionH="63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DF2C675-3D1B-AF48-BC3E-1382D89DB2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046" y="4520430"/>
              <a:ext cx="467374" cy="0"/>
            </a:xfrm>
            <a:prstGeom prst="line">
              <a:avLst/>
            </a:prstGeom>
            <a:ln>
              <a:solidFill>
                <a:schemeClr val="tx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8CE32CA-199A-8740-BCDE-37AC56CA8A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046" y="5116175"/>
              <a:ext cx="467374" cy="0"/>
            </a:xfrm>
            <a:prstGeom prst="line">
              <a:avLst/>
            </a:prstGeom>
            <a:ln>
              <a:solidFill>
                <a:schemeClr val="tx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43EC21-36A2-CA44-88A6-C45978B168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046" y="5545666"/>
              <a:ext cx="467374" cy="0"/>
            </a:xfrm>
            <a:prstGeom prst="line">
              <a:avLst/>
            </a:prstGeom>
            <a:ln>
              <a:solidFill>
                <a:schemeClr val="tx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7A0A94D-C459-C442-8610-ABEEE5A73B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046" y="6044430"/>
              <a:ext cx="467374" cy="0"/>
            </a:xfrm>
            <a:prstGeom prst="line">
              <a:avLst/>
            </a:prstGeom>
            <a:ln>
              <a:solidFill>
                <a:schemeClr val="tx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B4491E1-34D5-FC4D-9769-D1BB821DDAA8}"/>
                </a:ext>
              </a:extLst>
            </p:cNvPr>
            <p:cNvSpPr txBox="1"/>
            <p:nvPr/>
          </p:nvSpPr>
          <p:spPr>
            <a:xfrm>
              <a:off x="4693046" y="4527633"/>
              <a:ext cx="13802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Marketing </a:t>
              </a:r>
              <a:r>
                <a:rPr lang="en-US" sz="1200" b="1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40%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95D0E7D-4F52-6243-BE6E-A829FCEE64AE}"/>
                </a:ext>
              </a:extLst>
            </p:cNvPr>
            <p:cNvSpPr txBox="1"/>
            <p:nvPr/>
          </p:nvSpPr>
          <p:spPr>
            <a:xfrm>
              <a:off x="4693046" y="5137233"/>
              <a:ext cx="13802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operations </a:t>
              </a:r>
              <a:r>
                <a:rPr lang="en-US" sz="1200" b="1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40%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182098C-40CC-7C43-BAAF-4FCD35B40FBF}"/>
                </a:ext>
              </a:extLst>
            </p:cNvPr>
            <p:cNvSpPr txBox="1"/>
            <p:nvPr/>
          </p:nvSpPr>
          <p:spPr>
            <a:xfrm>
              <a:off x="4693046" y="5580578"/>
              <a:ext cx="13802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salary </a:t>
              </a:r>
              <a:r>
                <a:rPr lang="en-US" sz="1200" b="1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40%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C23A1F7-6D64-3B4A-8AC3-13818A65FE6A}"/>
                </a:ext>
              </a:extLst>
            </p:cNvPr>
            <p:cNvSpPr txBox="1"/>
            <p:nvPr/>
          </p:nvSpPr>
          <p:spPr>
            <a:xfrm>
              <a:off x="4693046" y="6093196"/>
              <a:ext cx="13802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General </a:t>
              </a:r>
              <a:r>
                <a:rPr lang="en-US" sz="1200" b="1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40%</a:t>
              </a:r>
            </a:p>
          </p:txBody>
        </p:sp>
      </p:grp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F99D0273-E176-9340-A98F-14BCF83401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3765233"/>
              </p:ext>
            </p:extLst>
          </p:nvPr>
        </p:nvGraphicFramePr>
        <p:xfrm>
          <a:off x="8014838" y="4262749"/>
          <a:ext cx="3081100" cy="2270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9538C810-9CA1-C948-8158-EF8C0AD14B54}"/>
              </a:ext>
            </a:extLst>
          </p:cNvPr>
          <p:cNvSpPr/>
          <p:nvPr/>
        </p:nvSpPr>
        <p:spPr>
          <a:xfrm>
            <a:off x="8200543" y="4971883"/>
            <a:ext cx="602566" cy="1653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30%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8B5F8C90-B86F-4347-81A4-1E2CFFAC96B1}"/>
              </a:ext>
            </a:extLst>
          </p:cNvPr>
          <p:cNvSpPr/>
          <p:nvPr/>
        </p:nvSpPr>
        <p:spPr>
          <a:xfrm>
            <a:off x="8896734" y="5512210"/>
            <a:ext cx="602566" cy="1653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30%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19EBD67A-1ACD-164A-9E7A-131B0911FBCC}"/>
              </a:ext>
            </a:extLst>
          </p:cNvPr>
          <p:cNvSpPr/>
          <p:nvPr/>
        </p:nvSpPr>
        <p:spPr>
          <a:xfrm>
            <a:off x="9603316" y="5844719"/>
            <a:ext cx="602566" cy="1653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30%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6E2CF879-54A1-6240-BA57-1FAEC01A679F}"/>
              </a:ext>
            </a:extLst>
          </p:cNvPr>
          <p:cNvSpPr/>
          <p:nvPr/>
        </p:nvSpPr>
        <p:spPr>
          <a:xfrm>
            <a:off x="10320289" y="5356347"/>
            <a:ext cx="602566" cy="1653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1082566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B30510-4C8D-BE45-9470-6565C55D1202}"/>
              </a:ext>
            </a:extLst>
          </p:cNvPr>
          <p:cNvSpPr txBox="1"/>
          <p:nvPr/>
        </p:nvSpPr>
        <p:spPr>
          <a:xfrm>
            <a:off x="281402" y="459845"/>
            <a:ext cx="3343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Infographics</a:t>
            </a:r>
            <a:endParaRPr lang="en-US" sz="2400" dirty="0">
              <a:solidFill>
                <a:schemeClr val="accent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F778F8-DD84-8843-B29D-7BA49562E693}"/>
              </a:ext>
            </a:extLst>
          </p:cNvPr>
          <p:cNvSpPr/>
          <p:nvPr/>
        </p:nvSpPr>
        <p:spPr>
          <a:xfrm>
            <a:off x="0" y="384030"/>
            <a:ext cx="94129" cy="584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9251D13A-A344-B149-9D0D-27AA49F8A9B8}"/>
              </a:ext>
            </a:extLst>
          </p:cNvPr>
          <p:cNvGrpSpPr/>
          <p:nvPr/>
        </p:nvGrpSpPr>
        <p:grpSpPr>
          <a:xfrm rot="5400000">
            <a:off x="725570" y="1415604"/>
            <a:ext cx="813651" cy="1014179"/>
            <a:chOff x="0" y="0"/>
            <a:chExt cx="1939866" cy="2417955"/>
          </a:xfrm>
          <a:solidFill>
            <a:schemeClr val="tx2">
              <a:lumMod val="40000"/>
              <a:lumOff val="60000"/>
              <a:alpha val="79000"/>
            </a:schemeClr>
          </a:solidFill>
        </p:grpSpPr>
        <p:sp>
          <p:nvSpPr>
            <p:cNvPr id="5" name="Shape 14">
              <a:extLst>
                <a:ext uri="{FF2B5EF4-FFF2-40B4-BE49-F238E27FC236}">
                  <a16:creationId xmlns:a16="http://schemas.microsoft.com/office/drawing/2014/main" id="{007707EE-3972-6341-BCE3-9EDB36B26535}"/>
                </a:ext>
              </a:extLst>
            </p:cNvPr>
            <p:cNvSpPr/>
            <p:nvPr/>
          </p:nvSpPr>
          <p:spPr>
            <a:xfrm>
              <a:off x="0" y="0"/>
              <a:ext cx="1309541" cy="1309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59" h="20559" extrusionOk="0">
                  <a:moveTo>
                    <a:pt x="1561" y="18997"/>
                  </a:moveTo>
                  <a:lnTo>
                    <a:pt x="1561" y="18997"/>
                  </a:lnTo>
                  <a:cubicBezTo>
                    <a:pt x="3643" y="21079"/>
                    <a:pt x="7019" y="21079"/>
                    <a:pt x="9101" y="18997"/>
                  </a:cubicBezTo>
                  <a:lnTo>
                    <a:pt x="18997" y="9101"/>
                  </a:lnTo>
                  <a:cubicBezTo>
                    <a:pt x="21079" y="7019"/>
                    <a:pt x="21079" y="3643"/>
                    <a:pt x="18997" y="1561"/>
                  </a:cubicBezTo>
                  <a:lnTo>
                    <a:pt x="18997" y="1561"/>
                  </a:lnTo>
                  <a:cubicBezTo>
                    <a:pt x="16915" y="-521"/>
                    <a:pt x="13539" y="-521"/>
                    <a:pt x="11457" y="1561"/>
                  </a:cubicBezTo>
                  <a:lnTo>
                    <a:pt x="1561" y="11457"/>
                  </a:lnTo>
                  <a:cubicBezTo>
                    <a:pt x="-521" y="13539"/>
                    <a:pt x="-521" y="16915"/>
                    <a:pt x="1561" y="18997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6" name="Shape 15">
              <a:extLst>
                <a:ext uri="{FF2B5EF4-FFF2-40B4-BE49-F238E27FC236}">
                  <a16:creationId xmlns:a16="http://schemas.microsoft.com/office/drawing/2014/main" id="{949530F8-4CA1-994C-8243-31768A338CCE}"/>
                </a:ext>
              </a:extLst>
            </p:cNvPr>
            <p:cNvSpPr/>
            <p:nvPr/>
          </p:nvSpPr>
          <p:spPr>
            <a:xfrm>
              <a:off x="630326" y="2"/>
              <a:ext cx="679214" cy="24179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10800" y="21600"/>
                  </a:lnTo>
                  <a:cubicBezTo>
                    <a:pt x="7818" y="21600"/>
                    <a:pt x="5118" y="21260"/>
                    <a:pt x="3163" y="20711"/>
                  </a:cubicBezTo>
                  <a:cubicBezTo>
                    <a:pt x="1209" y="20162"/>
                    <a:pt x="0" y="19404"/>
                    <a:pt x="0" y="18566"/>
                  </a:cubicBezTo>
                  <a:lnTo>
                    <a:pt x="0" y="3034"/>
                  </a:lnTo>
                  <a:cubicBezTo>
                    <a:pt x="0" y="2196"/>
                    <a:pt x="1209" y="1438"/>
                    <a:pt x="3163" y="889"/>
                  </a:cubicBezTo>
                  <a:cubicBezTo>
                    <a:pt x="5118" y="340"/>
                    <a:pt x="7818" y="0"/>
                    <a:pt x="10800" y="0"/>
                  </a:cubicBezTo>
                  <a:lnTo>
                    <a:pt x="10800" y="0"/>
                  </a:lnTo>
                  <a:cubicBezTo>
                    <a:pt x="13782" y="0"/>
                    <a:pt x="16482" y="340"/>
                    <a:pt x="18437" y="889"/>
                  </a:cubicBezTo>
                  <a:cubicBezTo>
                    <a:pt x="20391" y="1438"/>
                    <a:pt x="21600" y="2196"/>
                    <a:pt x="21600" y="3034"/>
                  </a:cubicBezTo>
                  <a:lnTo>
                    <a:pt x="21600" y="18566"/>
                  </a:lnTo>
                  <a:cubicBezTo>
                    <a:pt x="21600" y="19404"/>
                    <a:pt x="20391" y="20162"/>
                    <a:pt x="18437" y="20711"/>
                  </a:cubicBezTo>
                  <a:cubicBezTo>
                    <a:pt x="16482" y="21260"/>
                    <a:pt x="13782" y="21600"/>
                    <a:pt x="10800" y="21600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7" name="Shape 16">
              <a:extLst>
                <a:ext uri="{FF2B5EF4-FFF2-40B4-BE49-F238E27FC236}">
                  <a16:creationId xmlns:a16="http://schemas.microsoft.com/office/drawing/2014/main" id="{54AF3C0E-7901-A54A-A32E-B563E36012ED}"/>
                </a:ext>
              </a:extLst>
            </p:cNvPr>
            <p:cNvSpPr/>
            <p:nvPr/>
          </p:nvSpPr>
          <p:spPr>
            <a:xfrm>
              <a:off x="630324" y="0"/>
              <a:ext cx="1309542" cy="1309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59" h="20559" extrusionOk="0">
                  <a:moveTo>
                    <a:pt x="1561" y="1561"/>
                  </a:moveTo>
                  <a:lnTo>
                    <a:pt x="1561" y="1561"/>
                  </a:lnTo>
                  <a:cubicBezTo>
                    <a:pt x="-521" y="3643"/>
                    <a:pt x="-521" y="7019"/>
                    <a:pt x="1561" y="9101"/>
                  </a:cubicBezTo>
                  <a:lnTo>
                    <a:pt x="11457" y="18997"/>
                  </a:lnTo>
                  <a:cubicBezTo>
                    <a:pt x="13539" y="21079"/>
                    <a:pt x="16915" y="21079"/>
                    <a:pt x="18997" y="18997"/>
                  </a:cubicBezTo>
                  <a:lnTo>
                    <a:pt x="18997" y="18997"/>
                  </a:lnTo>
                  <a:cubicBezTo>
                    <a:pt x="21079" y="16915"/>
                    <a:pt x="21079" y="13539"/>
                    <a:pt x="18997" y="11457"/>
                  </a:cubicBezTo>
                  <a:lnTo>
                    <a:pt x="9101" y="1561"/>
                  </a:lnTo>
                  <a:cubicBezTo>
                    <a:pt x="7019" y="-521"/>
                    <a:pt x="3643" y="-521"/>
                    <a:pt x="1561" y="1561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</p:grpSp>
      <p:sp>
        <p:nvSpPr>
          <p:cNvPr id="8" name="Shape 373">
            <a:extLst>
              <a:ext uri="{FF2B5EF4-FFF2-40B4-BE49-F238E27FC236}">
                <a16:creationId xmlns:a16="http://schemas.microsoft.com/office/drawing/2014/main" id="{FB88E02E-272D-0943-A7BD-FAB4B7DA6A14}"/>
              </a:ext>
            </a:extLst>
          </p:cNvPr>
          <p:cNvSpPr/>
          <p:nvPr/>
        </p:nvSpPr>
        <p:spPr>
          <a:xfrm>
            <a:off x="2739424" y="1551308"/>
            <a:ext cx="1016517" cy="89369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640" y="57619"/>
                </a:moveTo>
                <a:lnTo>
                  <a:pt x="105609" y="57619"/>
                </a:lnTo>
                <a:lnTo>
                  <a:pt x="105449" y="55320"/>
                </a:lnTo>
                <a:lnTo>
                  <a:pt x="105340" y="53917"/>
                </a:lnTo>
                <a:lnTo>
                  <a:pt x="105206" y="52524"/>
                </a:lnTo>
                <a:lnTo>
                  <a:pt x="105030" y="51131"/>
                </a:lnTo>
                <a:lnTo>
                  <a:pt x="104837" y="49757"/>
                </a:lnTo>
                <a:lnTo>
                  <a:pt x="104610" y="48374"/>
                </a:lnTo>
                <a:lnTo>
                  <a:pt x="104367" y="47019"/>
                </a:lnTo>
                <a:lnTo>
                  <a:pt x="104082" y="45664"/>
                </a:lnTo>
                <a:lnTo>
                  <a:pt x="103771" y="44318"/>
                </a:lnTo>
                <a:lnTo>
                  <a:pt x="103444" y="42973"/>
                </a:lnTo>
                <a:lnTo>
                  <a:pt x="103083" y="41647"/>
                </a:lnTo>
                <a:lnTo>
                  <a:pt x="102697" y="40330"/>
                </a:lnTo>
                <a:lnTo>
                  <a:pt x="102278" y="39033"/>
                </a:lnTo>
                <a:lnTo>
                  <a:pt x="101841" y="37745"/>
                </a:lnTo>
                <a:lnTo>
                  <a:pt x="101380" y="36457"/>
                </a:lnTo>
                <a:lnTo>
                  <a:pt x="100885" y="35197"/>
                </a:lnTo>
                <a:lnTo>
                  <a:pt x="100365" y="33938"/>
                </a:lnTo>
                <a:lnTo>
                  <a:pt x="99819" y="32697"/>
                </a:lnTo>
                <a:lnTo>
                  <a:pt x="99257" y="31476"/>
                </a:lnTo>
                <a:lnTo>
                  <a:pt x="98661" y="30264"/>
                </a:lnTo>
                <a:lnTo>
                  <a:pt x="98040" y="29072"/>
                </a:lnTo>
                <a:lnTo>
                  <a:pt x="97394" y="27889"/>
                </a:lnTo>
                <a:lnTo>
                  <a:pt x="96731" y="26724"/>
                </a:lnTo>
                <a:lnTo>
                  <a:pt x="96026" y="25580"/>
                </a:lnTo>
                <a:lnTo>
                  <a:pt x="95313" y="24444"/>
                </a:lnTo>
                <a:lnTo>
                  <a:pt x="94566" y="23328"/>
                </a:lnTo>
                <a:lnTo>
                  <a:pt x="93803" y="22240"/>
                </a:lnTo>
                <a:lnTo>
                  <a:pt x="93022" y="21162"/>
                </a:lnTo>
                <a:lnTo>
                  <a:pt x="92208" y="20103"/>
                </a:lnTo>
                <a:lnTo>
                  <a:pt x="91369" y="19072"/>
                </a:lnTo>
                <a:lnTo>
                  <a:pt x="90513" y="18042"/>
                </a:lnTo>
                <a:lnTo>
                  <a:pt x="89632" y="17050"/>
                </a:lnTo>
                <a:lnTo>
                  <a:pt x="88726" y="16076"/>
                </a:lnTo>
                <a:lnTo>
                  <a:pt x="87795" y="15113"/>
                </a:lnTo>
                <a:lnTo>
                  <a:pt x="86855" y="14187"/>
                </a:lnTo>
                <a:lnTo>
                  <a:pt x="85890" y="13281"/>
                </a:lnTo>
                <a:lnTo>
                  <a:pt x="84917" y="12403"/>
                </a:lnTo>
                <a:lnTo>
                  <a:pt x="83926" y="11554"/>
                </a:lnTo>
                <a:lnTo>
                  <a:pt x="82911" y="10733"/>
                </a:lnTo>
                <a:lnTo>
                  <a:pt x="81887" y="9951"/>
                </a:lnTo>
                <a:lnTo>
                  <a:pt x="80855" y="9188"/>
                </a:lnTo>
                <a:lnTo>
                  <a:pt x="79807" y="8453"/>
                </a:lnTo>
                <a:lnTo>
                  <a:pt x="78741" y="7747"/>
                </a:lnTo>
                <a:lnTo>
                  <a:pt x="77658" y="7079"/>
                </a:lnTo>
                <a:lnTo>
                  <a:pt x="76568" y="6440"/>
                </a:lnTo>
                <a:lnTo>
                  <a:pt x="75468" y="5810"/>
                </a:lnTo>
                <a:lnTo>
                  <a:pt x="74352" y="5238"/>
                </a:lnTo>
                <a:lnTo>
                  <a:pt x="73220" y="4675"/>
                </a:lnTo>
                <a:lnTo>
                  <a:pt x="72095" y="4140"/>
                </a:lnTo>
                <a:lnTo>
                  <a:pt x="70946" y="3654"/>
                </a:lnTo>
                <a:lnTo>
                  <a:pt x="69788" y="3196"/>
                </a:lnTo>
                <a:lnTo>
                  <a:pt x="68621" y="2757"/>
                </a:lnTo>
                <a:lnTo>
                  <a:pt x="67447" y="2356"/>
                </a:lnTo>
                <a:lnTo>
                  <a:pt x="66263" y="1975"/>
                </a:lnTo>
                <a:lnTo>
                  <a:pt x="65063" y="1641"/>
                </a:lnTo>
                <a:lnTo>
                  <a:pt x="63872" y="1326"/>
                </a:lnTo>
                <a:lnTo>
                  <a:pt x="62664" y="1059"/>
                </a:lnTo>
                <a:lnTo>
                  <a:pt x="61447" y="811"/>
                </a:lnTo>
                <a:lnTo>
                  <a:pt x="60230" y="591"/>
                </a:lnTo>
                <a:lnTo>
                  <a:pt x="58997" y="410"/>
                </a:lnTo>
                <a:lnTo>
                  <a:pt x="57763" y="267"/>
                </a:lnTo>
                <a:lnTo>
                  <a:pt x="56530" y="143"/>
                </a:lnTo>
                <a:lnTo>
                  <a:pt x="55288" y="66"/>
                </a:lnTo>
                <a:lnTo>
                  <a:pt x="54038" y="19"/>
                </a:lnTo>
                <a:lnTo>
                  <a:pt x="52779" y="0"/>
                </a:lnTo>
                <a:lnTo>
                  <a:pt x="50077" y="85"/>
                </a:lnTo>
                <a:lnTo>
                  <a:pt x="47392" y="314"/>
                </a:lnTo>
                <a:lnTo>
                  <a:pt x="44757" y="696"/>
                </a:lnTo>
                <a:lnTo>
                  <a:pt x="42164" y="1221"/>
                </a:lnTo>
                <a:lnTo>
                  <a:pt x="39614" y="1898"/>
                </a:lnTo>
                <a:lnTo>
                  <a:pt x="37105" y="2700"/>
                </a:lnTo>
                <a:lnTo>
                  <a:pt x="34654" y="3644"/>
                </a:lnTo>
                <a:lnTo>
                  <a:pt x="32255" y="4722"/>
                </a:lnTo>
                <a:lnTo>
                  <a:pt x="29922" y="5925"/>
                </a:lnTo>
                <a:lnTo>
                  <a:pt x="27640" y="7251"/>
                </a:lnTo>
                <a:lnTo>
                  <a:pt x="25441" y="8701"/>
                </a:lnTo>
                <a:lnTo>
                  <a:pt x="23293" y="10266"/>
                </a:lnTo>
                <a:lnTo>
                  <a:pt x="21220" y="11936"/>
                </a:lnTo>
                <a:lnTo>
                  <a:pt x="19232" y="13720"/>
                </a:lnTo>
                <a:lnTo>
                  <a:pt x="17310" y="15618"/>
                </a:lnTo>
                <a:lnTo>
                  <a:pt x="15473" y="17594"/>
                </a:lnTo>
                <a:lnTo>
                  <a:pt x="13727" y="19693"/>
                </a:lnTo>
                <a:lnTo>
                  <a:pt x="12066" y="21868"/>
                </a:lnTo>
                <a:lnTo>
                  <a:pt x="10497" y="24139"/>
                </a:lnTo>
                <a:lnTo>
                  <a:pt x="9020" y="26486"/>
                </a:lnTo>
                <a:lnTo>
                  <a:pt x="7652" y="28928"/>
                </a:lnTo>
                <a:lnTo>
                  <a:pt x="6377" y="31428"/>
                </a:lnTo>
                <a:lnTo>
                  <a:pt x="5210" y="34024"/>
                </a:lnTo>
                <a:lnTo>
                  <a:pt x="4153" y="36686"/>
                </a:lnTo>
                <a:lnTo>
                  <a:pt x="3205" y="39414"/>
                </a:lnTo>
                <a:lnTo>
                  <a:pt x="2374" y="42200"/>
                </a:lnTo>
                <a:lnTo>
                  <a:pt x="1669" y="45044"/>
                </a:lnTo>
                <a:lnTo>
                  <a:pt x="1074" y="47944"/>
                </a:lnTo>
                <a:lnTo>
                  <a:pt x="612" y="50892"/>
                </a:lnTo>
                <a:lnTo>
                  <a:pt x="276" y="53898"/>
                </a:lnTo>
                <a:lnTo>
                  <a:pt x="75" y="56932"/>
                </a:lnTo>
                <a:lnTo>
                  <a:pt x="0" y="60023"/>
                </a:lnTo>
                <a:lnTo>
                  <a:pt x="67" y="63029"/>
                </a:lnTo>
                <a:lnTo>
                  <a:pt x="251" y="66006"/>
                </a:lnTo>
                <a:lnTo>
                  <a:pt x="587" y="68925"/>
                </a:lnTo>
                <a:lnTo>
                  <a:pt x="1023" y="71807"/>
                </a:lnTo>
                <a:lnTo>
                  <a:pt x="1585" y="74650"/>
                </a:lnTo>
                <a:lnTo>
                  <a:pt x="2257" y="77427"/>
                </a:lnTo>
                <a:lnTo>
                  <a:pt x="3054" y="80155"/>
                </a:lnTo>
                <a:lnTo>
                  <a:pt x="3952" y="82827"/>
                </a:lnTo>
                <a:lnTo>
                  <a:pt x="4967" y="85422"/>
                </a:lnTo>
                <a:lnTo>
                  <a:pt x="6075" y="87970"/>
                </a:lnTo>
                <a:lnTo>
                  <a:pt x="7291" y="90431"/>
                </a:lnTo>
                <a:lnTo>
                  <a:pt x="8600" y="92836"/>
                </a:lnTo>
                <a:lnTo>
                  <a:pt x="10010" y="95154"/>
                </a:lnTo>
                <a:lnTo>
                  <a:pt x="11504" y="97396"/>
                </a:lnTo>
                <a:lnTo>
                  <a:pt x="13089" y="99553"/>
                </a:lnTo>
                <a:lnTo>
                  <a:pt x="14768" y="101614"/>
                </a:lnTo>
                <a:lnTo>
                  <a:pt x="16513" y="103589"/>
                </a:lnTo>
                <a:lnTo>
                  <a:pt x="18342" y="105478"/>
                </a:lnTo>
                <a:lnTo>
                  <a:pt x="20264" y="107262"/>
                </a:lnTo>
                <a:lnTo>
                  <a:pt x="22236" y="108951"/>
                </a:lnTo>
                <a:lnTo>
                  <a:pt x="24292" y="110535"/>
                </a:lnTo>
                <a:lnTo>
                  <a:pt x="26414" y="112004"/>
                </a:lnTo>
                <a:lnTo>
                  <a:pt x="28588" y="113368"/>
                </a:lnTo>
                <a:lnTo>
                  <a:pt x="30837" y="114609"/>
                </a:lnTo>
                <a:lnTo>
                  <a:pt x="33136" y="115735"/>
                </a:lnTo>
                <a:lnTo>
                  <a:pt x="35494" y="116746"/>
                </a:lnTo>
                <a:lnTo>
                  <a:pt x="37893" y="117614"/>
                </a:lnTo>
                <a:lnTo>
                  <a:pt x="40360" y="118358"/>
                </a:lnTo>
                <a:lnTo>
                  <a:pt x="42852" y="118979"/>
                </a:lnTo>
                <a:lnTo>
                  <a:pt x="45395" y="119456"/>
                </a:lnTo>
                <a:lnTo>
                  <a:pt x="47979" y="119799"/>
                </a:lnTo>
                <a:lnTo>
                  <a:pt x="50589" y="120000"/>
                </a:lnTo>
                <a:lnTo>
                  <a:pt x="50589" y="103617"/>
                </a:lnTo>
                <a:lnTo>
                  <a:pt x="48718" y="103436"/>
                </a:lnTo>
                <a:lnTo>
                  <a:pt x="46863" y="103169"/>
                </a:lnTo>
                <a:lnTo>
                  <a:pt x="45043" y="102797"/>
                </a:lnTo>
                <a:lnTo>
                  <a:pt x="43255" y="102320"/>
                </a:lnTo>
                <a:lnTo>
                  <a:pt x="41493" y="101757"/>
                </a:lnTo>
                <a:lnTo>
                  <a:pt x="39765" y="101108"/>
                </a:lnTo>
                <a:lnTo>
                  <a:pt x="38078" y="100364"/>
                </a:lnTo>
                <a:lnTo>
                  <a:pt x="36442" y="99524"/>
                </a:lnTo>
                <a:lnTo>
                  <a:pt x="34822" y="98608"/>
                </a:lnTo>
                <a:lnTo>
                  <a:pt x="33270" y="97616"/>
                </a:lnTo>
                <a:lnTo>
                  <a:pt x="31751" y="96538"/>
                </a:lnTo>
                <a:lnTo>
                  <a:pt x="30283" y="95383"/>
                </a:lnTo>
                <a:lnTo>
                  <a:pt x="28865" y="94152"/>
                </a:lnTo>
                <a:lnTo>
                  <a:pt x="27497" y="92855"/>
                </a:lnTo>
                <a:lnTo>
                  <a:pt x="26188" y="91490"/>
                </a:lnTo>
                <a:lnTo>
                  <a:pt x="24938" y="90050"/>
                </a:lnTo>
                <a:lnTo>
                  <a:pt x="23746" y="88542"/>
                </a:lnTo>
                <a:lnTo>
                  <a:pt x="22605" y="86987"/>
                </a:lnTo>
                <a:lnTo>
                  <a:pt x="21539" y="85365"/>
                </a:lnTo>
                <a:lnTo>
                  <a:pt x="20532" y="83686"/>
                </a:lnTo>
                <a:lnTo>
                  <a:pt x="19593" y="81959"/>
                </a:lnTo>
                <a:lnTo>
                  <a:pt x="18728" y="80174"/>
                </a:lnTo>
                <a:lnTo>
                  <a:pt x="17940" y="78333"/>
                </a:lnTo>
                <a:lnTo>
                  <a:pt x="17218" y="76463"/>
                </a:lnTo>
                <a:lnTo>
                  <a:pt x="16572" y="74536"/>
                </a:lnTo>
                <a:lnTo>
                  <a:pt x="16001" y="72561"/>
                </a:lnTo>
                <a:lnTo>
                  <a:pt x="15523" y="70566"/>
                </a:lnTo>
                <a:lnTo>
                  <a:pt x="15120" y="68515"/>
                </a:lnTo>
                <a:lnTo>
                  <a:pt x="14801" y="66445"/>
                </a:lnTo>
                <a:lnTo>
                  <a:pt x="14575" y="64326"/>
                </a:lnTo>
                <a:lnTo>
                  <a:pt x="14440" y="62189"/>
                </a:lnTo>
                <a:lnTo>
                  <a:pt x="14390" y="60023"/>
                </a:lnTo>
                <a:lnTo>
                  <a:pt x="14449" y="57791"/>
                </a:lnTo>
                <a:lnTo>
                  <a:pt x="14591" y="55568"/>
                </a:lnTo>
                <a:lnTo>
                  <a:pt x="14835" y="53383"/>
                </a:lnTo>
                <a:lnTo>
                  <a:pt x="15179" y="51236"/>
                </a:lnTo>
                <a:lnTo>
                  <a:pt x="15607" y="49118"/>
                </a:lnTo>
                <a:lnTo>
                  <a:pt x="16119" y="47057"/>
                </a:lnTo>
                <a:lnTo>
                  <a:pt x="16723" y="45025"/>
                </a:lnTo>
                <a:lnTo>
                  <a:pt x="17419" y="43050"/>
                </a:lnTo>
                <a:lnTo>
                  <a:pt x="18183" y="41113"/>
                </a:lnTo>
                <a:lnTo>
                  <a:pt x="19030" y="39223"/>
                </a:lnTo>
                <a:lnTo>
                  <a:pt x="19962" y="37401"/>
                </a:lnTo>
                <a:lnTo>
                  <a:pt x="20960" y="35626"/>
                </a:lnTo>
                <a:lnTo>
                  <a:pt x="22026" y="33919"/>
                </a:lnTo>
                <a:lnTo>
                  <a:pt x="23167" y="32268"/>
                </a:lnTo>
                <a:lnTo>
                  <a:pt x="24384" y="30684"/>
                </a:lnTo>
                <a:lnTo>
                  <a:pt x="25651" y="29167"/>
                </a:lnTo>
                <a:lnTo>
                  <a:pt x="26985" y="27726"/>
                </a:lnTo>
                <a:lnTo>
                  <a:pt x="28378" y="26343"/>
                </a:lnTo>
                <a:lnTo>
                  <a:pt x="29830" y="25045"/>
                </a:lnTo>
                <a:lnTo>
                  <a:pt x="31332" y="23824"/>
                </a:lnTo>
                <a:lnTo>
                  <a:pt x="32892" y="22698"/>
                </a:lnTo>
                <a:lnTo>
                  <a:pt x="34495" y="21639"/>
                </a:lnTo>
                <a:lnTo>
                  <a:pt x="36156" y="20675"/>
                </a:lnTo>
                <a:lnTo>
                  <a:pt x="37851" y="19798"/>
                </a:lnTo>
                <a:lnTo>
                  <a:pt x="39597" y="19015"/>
                </a:lnTo>
                <a:lnTo>
                  <a:pt x="41376" y="18328"/>
                </a:lnTo>
                <a:lnTo>
                  <a:pt x="43205" y="17746"/>
                </a:lnTo>
                <a:lnTo>
                  <a:pt x="45059" y="17250"/>
                </a:lnTo>
                <a:lnTo>
                  <a:pt x="46947" y="16859"/>
                </a:lnTo>
                <a:lnTo>
                  <a:pt x="48860" y="16592"/>
                </a:lnTo>
                <a:lnTo>
                  <a:pt x="50807" y="16420"/>
                </a:lnTo>
                <a:lnTo>
                  <a:pt x="52779" y="16363"/>
                </a:lnTo>
                <a:lnTo>
                  <a:pt x="54600" y="16401"/>
                </a:lnTo>
                <a:lnTo>
                  <a:pt x="56396" y="16554"/>
                </a:lnTo>
                <a:lnTo>
                  <a:pt x="58166" y="16792"/>
                </a:lnTo>
                <a:lnTo>
                  <a:pt x="59920" y="17107"/>
                </a:lnTo>
                <a:lnTo>
                  <a:pt x="61640" y="17536"/>
                </a:lnTo>
                <a:lnTo>
                  <a:pt x="63335" y="18032"/>
                </a:lnTo>
                <a:lnTo>
                  <a:pt x="65005" y="18624"/>
                </a:lnTo>
                <a:lnTo>
                  <a:pt x="66633" y="19282"/>
                </a:lnTo>
                <a:lnTo>
                  <a:pt x="68227" y="20046"/>
                </a:lnTo>
                <a:lnTo>
                  <a:pt x="69796" y="20876"/>
                </a:lnTo>
                <a:lnTo>
                  <a:pt x="71315" y="21773"/>
                </a:lnTo>
                <a:lnTo>
                  <a:pt x="72800" y="22746"/>
                </a:lnTo>
                <a:lnTo>
                  <a:pt x="74243" y="23805"/>
                </a:lnTo>
                <a:lnTo>
                  <a:pt x="75645" y="24921"/>
                </a:lnTo>
                <a:lnTo>
                  <a:pt x="76996" y="26114"/>
                </a:lnTo>
                <a:lnTo>
                  <a:pt x="78296" y="27373"/>
                </a:lnTo>
                <a:lnTo>
                  <a:pt x="79555" y="28700"/>
                </a:lnTo>
                <a:lnTo>
                  <a:pt x="80755" y="30073"/>
                </a:lnTo>
                <a:lnTo>
                  <a:pt x="81896" y="31524"/>
                </a:lnTo>
                <a:lnTo>
                  <a:pt x="82995" y="33031"/>
                </a:lnTo>
                <a:lnTo>
                  <a:pt x="84027" y="34586"/>
                </a:lnTo>
                <a:lnTo>
                  <a:pt x="85001" y="36189"/>
                </a:lnTo>
                <a:lnTo>
                  <a:pt x="85898" y="37859"/>
                </a:lnTo>
                <a:lnTo>
                  <a:pt x="86746" y="39567"/>
                </a:lnTo>
                <a:lnTo>
                  <a:pt x="87535" y="41332"/>
                </a:lnTo>
                <a:lnTo>
                  <a:pt x="88231" y="43145"/>
                </a:lnTo>
                <a:lnTo>
                  <a:pt x="88869" y="44996"/>
                </a:lnTo>
                <a:lnTo>
                  <a:pt x="89448" y="46885"/>
                </a:lnTo>
                <a:lnTo>
                  <a:pt x="89934" y="48822"/>
                </a:lnTo>
                <a:lnTo>
                  <a:pt x="90346" y="50787"/>
                </a:lnTo>
                <a:lnTo>
                  <a:pt x="90690" y="52801"/>
                </a:lnTo>
                <a:lnTo>
                  <a:pt x="90941" y="54833"/>
                </a:lnTo>
                <a:lnTo>
                  <a:pt x="91235" y="57619"/>
                </a:lnTo>
                <a:lnTo>
                  <a:pt x="88760" y="57619"/>
                </a:lnTo>
                <a:lnTo>
                  <a:pt x="73480" y="57619"/>
                </a:lnTo>
                <a:lnTo>
                  <a:pt x="98300" y="95202"/>
                </a:lnTo>
                <a:lnTo>
                  <a:pt x="120000" y="57619"/>
                </a:lnTo>
                <a:lnTo>
                  <a:pt x="107640" y="57619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Group 16">
            <a:extLst>
              <a:ext uri="{FF2B5EF4-FFF2-40B4-BE49-F238E27FC236}">
                <a16:creationId xmlns:a16="http://schemas.microsoft.com/office/drawing/2014/main" id="{C0A06E55-5F49-1445-A1E8-06E8694F0063}"/>
              </a:ext>
            </a:extLst>
          </p:cNvPr>
          <p:cNvGrpSpPr/>
          <p:nvPr/>
        </p:nvGrpSpPr>
        <p:grpSpPr>
          <a:xfrm rot="10800000" flipV="1">
            <a:off x="4855880" y="1591878"/>
            <a:ext cx="1187802" cy="893690"/>
            <a:chOff x="3275012" y="2168525"/>
            <a:chExt cx="3154363" cy="2373313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C2591E7-FA75-CA4C-9EBB-005A6E97C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012" y="2443163"/>
              <a:ext cx="3122613" cy="2098675"/>
            </a:xfrm>
            <a:custGeom>
              <a:avLst/>
              <a:gdLst/>
              <a:ahLst/>
              <a:cxnLst>
                <a:cxn ang="0">
                  <a:pos x="1380" y="721"/>
                </a:cxn>
                <a:cxn ang="0">
                  <a:pos x="1375" y="732"/>
                </a:cxn>
                <a:cxn ang="0">
                  <a:pos x="1339" y="790"/>
                </a:cxn>
                <a:cxn ang="0">
                  <a:pos x="1319" y="816"/>
                </a:cxn>
                <a:cxn ang="0">
                  <a:pos x="1303" y="834"/>
                </a:cxn>
                <a:cxn ang="0">
                  <a:pos x="1238" y="889"/>
                </a:cxn>
                <a:cxn ang="0">
                  <a:pos x="1223" y="899"/>
                </a:cxn>
                <a:cxn ang="0">
                  <a:pos x="1080" y="921"/>
                </a:cxn>
                <a:cxn ang="0">
                  <a:pos x="1044" y="916"/>
                </a:cxn>
                <a:cxn ang="0">
                  <a:pos x="786" y="819"/>
                </a:cxn>
                <a:cxn ang="0">
                  <a:pos x="416" y="587"/>
                </a:cxn>
                <a:cxn ang="0">
                  <a:pos x="269" y="477"/>
                </a:cxn>
                <a:cxn ang="0">
                  <a:pos x="219" y="437"/>
                </a:cxn>
                <a:cxn ang="0">
                  <a:pos x="203" y="425"/>
                </a:cxn>
                <a:cxn ang="0">
                  <a:pos x="203" y="426"/>
                </a:cxn>
                <a:cxn ang="0">
                  <a:pos x="106" y="540"/>
                </a:cxn>
                <a:cxn ang="0">
                  <a:pos x="0" y="0"/>
                </a:cxn>
                <a:cxn ang="0">
                  <a:pos x="563" y="0"/>
                </a:cxn>
                <a:cxn ang="0">
                  <a:pos x="489" y="89"/>
                </a:cxn>
                <a:cxn ang="0">
                  <a:pos x="465" y="117"/>
                </a:cxn>
                <a:cxn ang="0">
                  <a:pos x="480" y="130"/>
                </a:cxn>
                <a:cxn ang="0">
                  <a:pos x="638" y="280"/>
                </a:cxn>
                <a:cxn ang="0">
                  <a:pos x="1028" y="602"/>
                </a:cxn>
                <a:cxn ang="0">
                  <a:pos x="1045" y="615"/>
                </a:cxn>
                <a:cxn ang="0">
                  <a:pos x="1080" y="639"/>
                </a:cxn>
                <a:cxn ang="0">
                  <a:pos x="1195" y="708"/>
                </a:cxn>
                <a:cxn ang="0">
                  <a:pos x="1250" y="733"/>
                </a:cxn>
                <a:cxn ang="0">
                  <a:pos x="1303" y="746"/>
                </a:cxn>
                <a:cxn ang="0">
                  <a:pos x="1315" y="748"/>
                </a:cxn>
                <a:cxn ang="0">
                  <a:pos x="1342" y="746"/>
                </a:cxn>
                <a:cxn ang="0">
                  <a:pos x="1370" y="732"/>
                </a:cxn>
                <a:cxn ang="0">
                  <a:pos x="1380" y="721"/>
                </a:cxn>
              </a:cxnLst>
              <a:rect l="0" t="0" r="r" b="b"/>
              <a:pathLst>
                <a:path w="1380" h="926">
                  <a:moveTo>
                    <a:pt x="1380" y="721"/>
                  </a:moveTo>
                  <a:cubicBezTo>
                    <a:pt x="1379" y="724"/>
                    <a:pt x="1377" y="728"/>
                    <a:pt x="1375" y="732"/>
                  </a:cubicBezTo>
                  <a:cubicBezTo>
                    <a:pt x="1364" y="752"/>
                    <a:pt x="1352" y="772"/>
                    <a:pt x="1339" y="790"/>
                  </a:cubicBezTo>
                  <a:cubicBezTo>
                    <a:pt x="1333" y="799"/>
                    <a:pt x="1326" y="807"/>
                    <a:pt x="1319" y="816"/>
                  </a:cubicBezTo>
                  <a:cubicBezTo>
                    <a:pt x="1314" y="822"/>
                    <a:pt x="1308" y="828"/>
                    <a:pt x="1303" y="834"/>
                  </a:cubicBezTo>
                  <a:cubicBezTo>
                    <a:pt x="1283" y="854"/>
                    <a:pt x="1261" y="873"/>
                    <a:pt x="1238" y="889"/>
                  </a:cubicBezTo>
                  <a:cubicBezTo>
                    <a:pt x="1233" y="893"/>
                    <a:pt x="1228" y="896"/>
                    <a:pt x="1223" y="899"/>
                  </a:cubicBezTo>
                  <a:cubicBezTo>
                    <a:pt x="1185" y="919"/>
                    <a:pt x="1137" y="926"/>
                    <a:pt x="1080" y="921"/>
                  </a:cubicBezTo>
                  <a:cubicBezTo>
                    <a:pt x="1068" y="920"/>
                    <a:pt x="1056" y="918"/>
                    <a:pt x="1044" y="916"/>
                  </a:cubicBezTo>
                  <a:cubicBezTo>
                    <a:pt x="971" y="903"/>
                    <a:pt x="884" y="871"/>
                    <a:pt x="786" y="819"/>
                  </a:cubicBezTo>
                  <a:cubicBezTo>
                    <a:pt x="416" y="587"/>
                    <a:pt x="416" y="587"/>
                    <a:pt x="416" y="587"/>
                  </a:cubicBezTo>
                  <a:cubicBezTo>
                    <a:pt x="269" y="477"/>
                    <a:pt x="269" y="477"/>
                    <a:pt x="269" y="477"/>
                  </a:cubicBezTo>
                  <a:cubicBezTo>
                    <a:pt x="253" y="464"/>
                    <a:pt x="236" y="451"/>
                    <a:pt x="219" y="437"/>
                  </a:cubicBezTo>
                  <a:cubicBezTo>
                    <a:pt x="213" y="433"/>
                    <a:pt x="208" y="429"/>
                    <a:pt x="203" y="425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106" y="540"/>
                    <a:pt x="106" y="540"/>
                    <a:pt x="106" y="54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3" y="0"/>
                    <a:pt x="563" y="0"/>
                    <a:pt x="563" y="0"/>
                  </a:cubicBezTo>
                  <a:cubicBezTo>
                    <a:pt x="489" y="89"/>
                    <a:pt x="489" y="89"/>
                    <a:pt x="489" y="89"/>
                  </a:cubicBezTo>
                  <a:cubicBezTo>
                    <a:pt x="465" y="117"/>
                    <a:pt x="465" y="117"/>
                    <a:pt x="465" y="117"/>
                  </a:cubicBezTo>
                  <a:cubicBezTo>
                    <a:pt x="470" y="121"/>
                    <a:pt x="474" y="125"/>
                    <a:pt x="480" y="130"/>
                  </a:cubicBezTo>
                  <a:cubicBezTo>
                    <a:pt x="535" y="183"/>
                    <a:pt x="588" y="233"/>
                    <a:pt x="638" y="280"/>
                  </a:cubicBezTo>
                  <a:cubicBezTo>
                    <a:pt x="1028" y="602"/>
                    <a:pt x="1028" y="602"/>
                    <a:pt x="1028" y="602"/>
                  </a:cubicBezTo>
                  <a:cubicBezTo>
                    <a:pt x="1045" y="615"/>
                    <a:pt x="1045" y="615"/>
                    <a:pt x="1045" y="615"/>
                  </a:cubicBezTo>
                  <a:cubicBezTo>
                    <a:pt x="1057" y="623"/>
                    <a:pt x="1069" y="631"/>
                    <a:pt x="1080" y="639"/>
                  </a:cubicBezTo>
                  <a:cubicBezTo>
                    <a:pt x="1123" y="668"/>
                    <a:pt x="1161" y="691"/>
                    <a:pt x="1195" y="708"/>
                  </a:cubicBezTo>
                  <a:cubicBezTo>
                    <a:pt x="1215" y="718"/>
                    <a:pt x="1233" y="726"/>
                    <a:pt x="1250" y="733"/>
                  </a:cubicBezTo>
                  <a:cubicBezTo>
                    <a:pt x="1269" y="740"/>
                    <a:pt x="1287" y="744"/>
                    <a:pt x="1303" y="746"/>
                  </a:cubicBezTo>
                  <a:cubicBezTo>
                    <a:pt x="1307" y="747"/>
                    <a:pt x="1311" y="747"/>
                    <a:pt x="1315" y="748"/>
                  </a:cubicBezTo>
                  <a:cubicBezTo>
                    <a:pt x="1325" y="748"/>
                    <a:pt x="1334" y="747"/>
                    <a:pt x="1342" y="746"/>
                  </a:cubicBezTo>
                  <a:cubicBezTo>
                    <a:pt x="1353" y="743"/>
                    <a:pt x="1362" y="739"/>
                    <a:pt x="1370" y="732"/>
                  </a:cubicBezTo>
                  <a:cubicBezTo>
                    <a:pt x="1374" y="729"/>
                    <a:pt x="1377" y="725"/>
                    <a:pt x="1380" y="721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3081345-8005-7D41-8CFA-F56F684FF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225" y="2198688"/>
              <a:ext cx="1541463" cy="1885950"/>
            </a:xfrm>
            <a:custGeom>
              <a:avLst/>
              <a:gdLst/>
              <a:ahLst/>
              <a:cxnLst>
                <a:cxn ang="0">
                  <a:pos x="558" y="810"/>
                </a:cxn>
                <a:cxn ang="0">
                  <a:pos x="514" y="661"/>
                </a:cxn>
                <a:cxn ang="0">
                  <a:pos x="500" y="634"/>
                </a:cxn>
                <a:cxn ang="0">
                  <a:pos x="24" y="26"/>
                </a:cxn>
                <a:cxn ang="0">
                  <a:pos x="0" y="0"/>
                </a:cxn>
                <a:cxn ang="0">
                  <a:pos x="30" y="26"/>
                </a:cxn>
                <a:cxn ang="0">
                  <a:pos x="545" y="530"/>
                </a:cxn>
                <a:cxn ang="0">
                  <a:pos x="608" y="613"/>
                </a:cxn>
                <a:cxn ang="0">
                  <a:pos x="638" y="661"/>
                </a:cxn>
                <a:cxn ang="0">
                  <a:pos x="650" y="682"/>
                </a:cxn>
                <a:cxn ang="0">
                  <a:pos x="675" y="745"/>
                </a:cxn>
                <a:cxn ang="0">
                  <a:pos x="679" y="788"/>
                </a:cxn>
                <a:cxn ang="0">
                  <a:pos x="666" y="818"/>
                </a:cxn>
                <a:cxn ang="0">
                  <a:pos x="638" y="832"/>
                </a:cxn>
                <a:cxn ang="0">
                  <a:pos x="620" y="831"/>
                </a:cxn>
                <a:cxn ang="0">
                  <a:pos x="608" y="829"/>
                </a:cxn>
                <a:cxn ang="0">
                  <a:pos x="598" y="826"/>
                </a:cxn>
                <a:cxn ang="0">
                  <a:pos x="558" y="810"/>
                </a:cxn>
              </a:cxnLst>
              <a:rect l="0" t="0" r="r" b="b"/>
              <a:pathLst>
                <a:path w="681" h="832">
                  <a:moveTo>
                    <a:pt x="558" y="810"/>
                  </a:moveTo>
                  <a:cubicBezTo>
                    <a:pt x="558" y="770"/>
                    <a:pt x="543" y="721"/>
                    <a:pt x="514" y="661"/>
                  </a:cubicBezTo>
                  <a:cubicBezTo>
                    <a:pt x="510" y="652"/>
                    <a:pt x="505" y="643"/>
                    <a:pt x="500" y="634"/>
                  </a:cubicBezTo>
                  <a:cubicBezTo>
                    <a:pt x="422" y="486"/>
                    <a:pt x="263" y="284"/>
                    <a:pt x="24" y="26"/>
                  </a:cubicBezTo>
                  <a:cubicBezTo>
                    <a:pt x="16" y="17"/>
                    <a:pt x="8" y="9"/>
                    <a:pt x="0" y="0"/>
                  </a:cubicBezTo>
                  <a:cubicBezTo>
                    <a:pt x="10" y="9"/>
                    <a:pt x="20" y="17"/>
                    <a:pt x="30" y="26"/>
                  </a:cubicBezTo>
                  <a:cubicBezTo>
                    <a:pt x="266" y="231"/>
                    <a:pt x="437" y="399"/>
                    <a:pt x="545" y="530"/>
                  </a:cubicBezTo>
                  <a:cubicBezTo>
                    <a:pt x="569" y="559"/>
                    <a:pt x="590" y="587"/>
                    <a:pt x="608" y="613"/>
                  </a:cubicBezTo>
                  <a:cubicBezTo>
                    <a:pt x="619" y="630"/>
                    <a:pt x="630" y="646"/>
                    <a:pt x="638" y="661"/>
                  </a:cubicBezTo>
                  <a:cubicBezTo>
                    <a:pt x="643" y="668"/>
                    <a:pt x="646" y="675"/>
                    <a:pt x="650" y="682"/>
                  </a:cubicBezTo>
                  <a:cubicBezTo>
                    <a:pt x="662" y="705"/>
                    <a:pt x="670" y="726"/>
                    <a:pt x="675" y="745"/>
                  </a:cubicBezTo>
                  <a:cubicBezTo>
                    <a:pt x="680" y="763"/>
                    <a:pt x="681" y="777"/>
                    <a:pt x="679" y="788"/>
                  </a:cubicBezTo>
                  <a:cubicBezTo>
                    <a:pt x="676" y="799"/>
                    <a:pt x="672" y="809"/>
                    <a:pt x="666" y="818"/>
                  </a:cubicBezTo>
                  <a:cubicBezTo>
                    <a:pt x="660" y="827"/>
                    <a:pt x="651" y="832"/>
                    <a:pt x="638" y="832"/>
                  </a:cubicBezTo>
                  <a:cubicBezTo>
                    <a:pt x="632" y="832"/>
                    <a:pt x="626" y="832"/>
                    <a:pt x="620" y="831"/>
                  </a:cubicBezTo>
                  <a:cubicBezTo>
                    <a:pt x="616" y="831"/>
                    <a:pt x="612" y="830"/>
                    <a:pt x="608" y="829"/>
                  </a:cubicBezTo>
                  <a:cubicBezTo>
                    <a:pt x="604" y="828"/>
                    <a:pt x="601" y="827"/>
                    <a:pt x="598" y="826"/>
                  </a:cubicBezTo>
                  <a:cubicBezTo>
                    <a:pt x="584" y="821"/>
                    <a:pt x="571" y="816"/>
                    <a:pt x="558" y="81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 dirty="0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D31AA59-E50F-C045-ADEF-900D4F7D02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75012" y="2168525"/>
              <a:ext cx="3154363" cy="1970088"/>
            </a:xfrm>
            <a:custGeom>
              <a:avLst/>
              <a:gdLst/>
              <a:ahLst/>
              <a:cxnLst>
                <a:cxn ang="0">
                  <a:pos x="0" y="121"/>
                </a:cxn>
                <a:cxn ang="0">
                  <a:pos x="19" y="106"/>
                </a:cxn>
                <a:cxn ang="0">
                  <a:pos x="547" y="106"/>
                </a:cxn>
                <a:cxn ang="0">
                  <a:pos x="563" y="121"/>
                </a:cxn>
                <a:cxn ang="0">
                  <a:pos x="0" y="121"/>
                </a:cxn>
                <a:cxn ang="0">
                  <a:pos x="1380" y="842"/>
                </a:cxn>
                <a:cxn ang="0">
                  <a:pos x="1370" y="853"/>
                </a:cxn>
                <a:cxn ang="0">
                  <a:pos x="1342" y="867"/>
                </a:cxn>
                <a:cxn ang="0">
                  <a:pos x="1315" y="869"/>
                </a:cxn>
                <a:cxn ang="0">
                  <a:pos x="1303" y="867"/>
                </a:cxn>
                <a:cxn ang="0">
                  <a:pos x="1250" y="854"/>
                </a:cxn>
                <a:cxn ang="0">
                  <a:pos x="1195" y="829"/>
                </a:cxn>
                <a:cxn ang="0">
                  <a:pos x="1080" y="760"/>
                </a:cxn>
                <a:cxn ang="0">
                  <a:pos x="1045" y="736"/>
                </a:cxn>
                <a:cxn ang="0">
                  <a:pos x="1028" y="723"/>
                </a:cxn>
                <a:cxn ang="0">
                  <a:pos x="638" y="401"/>
                </a:cxn>
                <a:cxn ang="0">
                  <a:pos x="480" y="251"/>
                </a:cxn>
                <a:cxn ang="0">
                  <a:pos x="465" y="238"/>
                </a:cxn>
                <a:cxn ang="0">
                  <a:pos x="489" y="210"/>
                </a:cxn>
                <a:cxn ang="0">
                  <a:pos x="1044" y="691"/>
                </a:cxn>
                <a:cxn ang="0">
                  <a:pos x="1119" y="745"/>
                </a:cxn>
                <a:cxn ang="0">
                  <a:pos x="1195" y="793"/>
                </a:cxn>
                <a:cxn ang="0">
                  <a:pos x="1235" y="814"/>
                </a:cxn>
                <a:cxn ang="0">
                  <a:pos x="1253" y="823"/>
                </a:cxn>
                <a:cxn ang="0">
                  <a:pos x="1293" y="839"/>
                </a:cxn>
                <a:cxn ang="0">
                  <a:pos x="1303" y="842"/>
                </a:cxn>
                <a:cxn ang="0">
                  <a:pos x="1315" y="844"/>
                </a:cxn>
                <a:cxn ang="0">
                  <a:pos x="1333" y="845"/>
                </a:cxn>
                <a:cxn ang="0">
                  <a:pos x="1361" y="831"/>
                </a:cxn>
                <a:cxn ang="0">
                  <a:pos x="1374" y="801"/>
                </a:cxn>
                <a:cxn ang="0">
                  <a:pos x="1370" y="758"/>
                </a:cxn>
                <a:cxn ang="0">
                  <a:pos x="1345" y="695"/>
                </a:cxn>
                <a:cxn ang="0">
                  <a:pos x="1333" y="674"/>
                </a:cxn>
                <a:cxn ang="0">
                  <a:pos x="1303" y="626"/>
                </a:cxn>
                <a:cxn ang="0">
                  <a:pos x="1240" y="543"/>
                </a:cxn>
                <a:cxn ang="0">
                  <a:pos x="725" y="39"/>
                </a:cxn>
                <a:cxn ang="0">
                  <a:pos x="695" y="13"/>
                </a:cxn>
                <a:cxn ang="0">
                  <a:pos x="682" y="0"/>
                </a:cxn>
                <a:cxn ang="0">
                  <a:pos x="728" y="39"/>
                </a:cxn>
                <a:cxn ang="0">
                  <a:pos x="945" y="234"/>
                </a:cxn>
                <a:cxn ang="0">
                  <a:pos x="1247" y="543"/>
                </a:cxn>
                <a:cxn ang="0">
                  <a:pos x="1303" y="613"/>
                </a:cxn>
                <a:cxn ang="0">
                  <a:pos x="1344" y="674"/>
                </a:cxn>
                <a:cxn ang="0">
                  <a:pos x="1356" y="695"/>
                </a:cxn>
                <a:cxn ang="0">
                  <a:pos x="1384" y="758"/>
                </a:cxn>
                <a:cxn ang="0">
                  <a:pos x="1392" y="793"/>
                </a:cxn>
                <a:cxn ang="0">
                  <a:pos x="1392" y="792"/>
                </a:cxn>
                <a:cxn ang="0">
                  <a:pos x="1380" y="842"/>
                </a:cxn>
              </a:cxnLst>
              <a:rect l="0" t="0" r="r" b="b"/>
              <a:pathLst>
                <a:path w="1394" h="869">
                  <a:moveTo>
                    <a:pt x="0" y="121"/>
                  </a:moveTo>
                  <a:cubicBezTo>
                    <a:pt x="19" y="106"/>
                    <a:pt x="19" y="106"/>
                    <a:pt x="19" y="106"/>
                  </a:cubicBezTo>
                  <a:cubicBezTo>
                    <a:pt x="547" y="106"/>
                    <a:pt x="547" y="106"/>
                    <a:pt x="547" y="106"/>
                  </a:cubicBezTo>
                  <a:cubicBezTo>
                    <a:pt x="563" y="121"/>
                    <a:pt x="563" y="121"/>
                    <a:pt x="563" y="121"/>
                  </a:cubicBezTo>
                  <a:lnTo>
                    <a:pt x="0" y="121"/>
                  </a:lnTo>
                  <a:close/>
                  <a:moveTo>
                    <a:pt x="1380" y="842"/>
                  </a:moveTo>
                  <a:cubicBezTo>
                    <a:pt x="1377" y="846"/>
                    <a:pt x="1374" y="850"/>
                    <a:pt x="1370" y="853"/>
                  </a:cubicBezTo>
                  <a:cubicBezTo>
                    <a:pt x="1362" y="860"/>
                    <a:pt x="1353" y="864"/>
                    <a:pt x="1342" y="867"/>
                  </a:cubicBezTo>
                  <a:cubicBezTo>
                    <a:pt x="1334" y="868"/>
                    <a:pt x="1325" y="869"/>
                    <a:pt x="1315" y="869"/>
                  </a:cubicBezTo>
                  <a:cubicBezTo>
                    <a:pt x="1311" y="868"/>
                    <a:pt x="1307" y="868"/>
                    <a:pt x="1303" y="867"/>
                  </a:cubicBezTo>
                  <a:cubicBezTo>
                    <a:pt x="1287" y="865"/>
                    <a:pt x="1269" y="861"/>
                    <a:pt x="1250" y="854"/>
                  </a:cubicBezTo>
                  <a:cubicBezTo>
                    <a:pt x="1233" y="847"/>
                    <a:pt x="1215" y="839"/>
                    <a:pt x="1195" y="829"/>
                  </a:cubicBezTo>
                  <a:cubicBezTo>
                    <a:pt x="1161" y="812"/>
                    <a:pt x="1123" y="789"/>
                    <a:pt x="1080" y="760"/>
                  </a:cubicBezTo>
                  <a:cubicBezTo>
                    <a:pt x="1069" y="752"/>
                    <a:pt x="1057" y="744"/>
                    <a:pt x="1045" y="736"/>
                  </a:cubicBezTo>
                  <a:cubicBezTo>
                    <a:pt x="1028" y="723"/>
                    <a:pt x="1028" y="723"/>
                    <a:pt x="1028" y="723"/>
                  </a:cubicBezTo>
                  <a:cubicBezTo>
                    <a:pt x="638" y="401"/>
                    <a:pt x="638" y="401"/>
                    <a:pt x="638" y="401"/>
                  </a:cubicBezTo>
                  <a:cubicBezTo>
                    <a:pt x="588" y="354"/>
                    <a:pt x="535" y="304"/>
                    <a:pt x="480" y="251"/>
                  </a:cubicBezTo>
                  <a:cubicBezTo>
                    <a:pt x="474" y="246"/>
                    <a:pt x="470" y="242"/>
                    <a:pt x="465" y="238"/>
                  </a:cubicBezTo>
                  <a:cubicBezTo>
                    <a:pt x="489" y="210"/>
                    <a:pt x="489" y="210"/>
                    <a:pt x="489" y="210"/>
                  </a:cubicBezTo>
                  <a:cubicBezTo>
                    <a:pt x="716" y="425"/>
                    <a:pt x="901" y="585"/>
                    <a:pt x="1044" y="691"/>
                  </a:cubicBezTo>
                  <a:cubicBezTo>
                    <a:pt x="1071" y="711"/>
                    <a:pt x="1095" y="729"/>
                    <a:pt x="1119" y="745"/>
                  </a:cubicBezTo>
                  <a:cubicBezTo>
                    <a:pt x="1146" y="763"/>
                    <a:pt x="1172" y="779"/>
                    <a:pt x="1195" y="793"/>
                  </a:cubicBezTo>
                  <a:cubicBezTo>
                    <a:pt x="1209" y="801"/>
                    <a:pt x="1223" y="808"/>
                    <a:pt x="1235" y="814"/>
                  </a:cubicBezTo>
                  <a:cubicBezTo>
                    <a:pt x="1241" y="817"/>
                    <a:pt x="1247" y="820"/>
                    <a:pt x="1253" y="823"/>
                  </a:cubicBezTo>
                  <a:cubicBezTo>
                    <a:pt x="1266" y="829"/>
                    <a:pt x="1279" y="834"/>
                    <a:pt x="1293" y="839"/>
                  </a:cubicBezTo>
                  <a:cubicBezTo>
                    <a:pt x="1296" y="840"/>
                    <a:pt x="1299" y="841"/>
                    <a:pt x="1303" y="842"/>
                  </a:cubicBezTo>
                  <a:cubicBezTo>
                    <a:pt x="1307" y="843"/>
                    <a:pt x="1311" y="844"/>
                    <a:pt x="1315" y="844"/>
                  </a:cubicBezTo>
                  <a:cubicBezTo>
                    <a:pt x="1321" y="845"/>
                    <a:pt x="1327" y="845"/>
                    <a:pt x="1333" y="845"/>
                  </a:cubicBezTo>
                  <a:cubicBezTo>
                    <a:pt x="1346" y="845"/>
                    <a:pt x="1355" y="840"/>
                    <a:pt x="1361" y="831"/>
                  </a:cubicBezTo>
                  <a:cubicBezTo>
                    <a:pt x="1367" y="822"/>
                    <a:pt x="1371" y="812"/>
                    <a:pt x="1374" y="801"/>
                  </a:cubicBezTo>
                  <a:cubicBezTo>
                    <a:pt x="1376" y="790"/>
                    <a:pt x="1375" y="776"/>
                    <a:pt x="1370" y="758"/>
                  </a:cubicBezTo>
                  <a:cubicBezTo>
                    <a:pt x="1365" y="739"/>
                    <a:pt x="1357" y="718"/>
                    <a:pt x="1345" y="695"/>
                  </a:cubicBezTo>
                  <a:cubicBezTo>
                    <a:pt x="1341" y="688"/>
                    <a:pt x="1338" y="681"/>
                    <a:pt x="1333" y="674"/>
                  </a:cubicBezTo>
                  <a:cubicBezTo>
                    <a:pt x="1325" y="659"/>
                    <a:pt x="1314" y="643"/>
                    <a:pt x="1303" y="626"/>
                  </a:cubicBezTo>
                  <a:cubicBezTo>
                    <a:pt x="1285" y="600"/>
                    <a:pt x="1264" y="572"/>
                    <a:pt x="1240" y="543"/>
                  </a:cubicBezTo>
                  <a:cubicBezTo>
                    <a:pt x="1132" y="412"/>
                    <a:pt x="961" y="244"/>
                    <a:pt x="725" y="39"/>
                  </a:cubicBezTo>
                  <a:cubicBezTo>
                    <a:pt x="715" y="30"/>
                    <a:pt x="705" y="22"/>
                    <a:pt x="695" y="13"/>
                  </a:cubicBezTo>
                  <a:cubicBezTo>
                    <a:pt x="691" y="9"/>
                    <a:pt x="686" y="4"/>
                    <a:pt x="682" y="0"/>
                  </a:cubicBezTo>
                  <a:cubicBezTo>
                    <a:pt x="698" y="13"/>
                    <a:pt x="713" y="26"/>
                    <a:pt x="728" y="39"/>
                  </a:cubicBezTo>
                  <a:cubicBezTo>
                    <a:pt x="808" y="108"/>
                    <a:pt x="880" y="173"/>
                    <a:pt x="945" y="234"/>
                  </a:cubicBezTo>
                  <a:cubicBezTo>
                    <a:pt x="1073" y="353"/>
                    <a:pt x="1174" y="456"/>
                    <a:pt x="1247" y="543"/>
                  </a:cubicBezTo>
                  <a:cubicBezTo>
                    <a:pt x="1268" y="568"/>
                    <a:pt x="1286" y="591"/>
                    <a:pt x="1303" y="613"/>
                  </a:cubicBezTo>
                  <a:cubicBezTo>
                    <a:pt x="1318" y="635"/>
                    <a:pt x="1332" y="655"/>
                    <a:pt x="1344" y="674"/>
                  </a:cubicBezTo>
                  <a:cubicBezTo>
                    <a:pt x="1348" y="681"/>
                    <a:pt x="1352" y="688"/>
                    <a:pt x="1356" y="695"/>
                  </a:cubicBezTo>
                  <a:cubicBezTo>
                    <a:pt x="1368" y="718"/>
                    <a:pt x="1378" y="739"/>
                    <a:pt x="1384" y="758"/>
                  </a:cubicBezTo>
                  <a:cubicBezTo>
                    <a:pt x="1388" y="772"/>
                    <a:pt x="1391" y="783"/>
                    <a:pt x="1392" y="793"/>
                  </a:cubicBezTo>
                  <a:cubicBezTo>
                    <a:pt x="1392" y="792"/>
                    <a:pt x="1392" y="792"/>
                    <a:pt x="1392" y="792"/>
                  </a:cubicBezTo>
                  <a:cubicBezTo>
                    <a:pt x="1394" y="808"/>
                    <a:pt x="1390" y="825"/>
                    <a:pt x="1380" y="842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13F8593-D6D6-CA46-BBDB-067FD50B6E49}"/>
              </a:ext>
            </a:extLst>
          </p:cNvPr>
          <p:cNvGrpSpPr/>
          <p:nvPr/>
        </p:nvGrpSpPr>
        <p:grpSpPr>
          <a:xfrm>
            <a:off x="7143621" y="1643586"/>
            <a:ext cx="1838601" cy="790274"/>
            <a:chOff x="2771776" y="2700913"/>
            <a:chExt cx="7308982" cy="314157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DEEF6682-9930-A44D-B23C-6DF3B40539D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700261" y="2700913"/>
              <a:ext cx="4380497" cy="1605718"/>
            </a:xfrm>
            <a:custGeom>
              <a:avLst/>
              <a:gdLst>
                <a:gd name="T0" fmla="*/ 1254 w 1629"/>
                <a:gd name="T1" fmla="*/ 124 h 626"/>
                <a:gd name="T2" fmla="*/ 353 w 1629"/>
                <a:gd name="T3" fmla="*/ 124 h 626"/>
                <a:gd name="T4" fmla="*/ 353 w 1629"/>
                <a:gd name="T5" fmla="*/ 0 h 626"/>
                <a:gd name="T6" fmla="*/ 0 w 1629"/>
                <a:gd name="T7" fmla="*/ 313 h 626"/>
                <a:gd name="T8" fmla="*/ 353 w 1629"/>
                <a:gd name="T9" fmla="*/ 626 h 626"/>
                <a:gd name="T10" fmla="*/ 353 w 1629"/>
                <a:gd name="T11" fmla="*/ 499 h 626"/>
                <a:gd name="T12" fmla="*/ 1254 w 1629"/>
                <a:gd name="T13" fmla="*/ 499 h 626"/>
                <a:gd name="T14" fmla="*/ 1629 w 1629"/>
                <a:gd name="T15" fmla="*/ 577 h 626"/>
                <a:gd name="T16" fmla="*/ 1254 w 1629"/>
                <a:gd name="T17" fmla="*/ 124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9" h="626">
                  <a:moveTo>
                    <a:pt x="1254" y="124"/>
                  </a:moveTo>
                  <a:cubicBezTo>
                    <a:pt x="353" y="124"/>
                    <a:pt x="353" y="124"/>
                    <a:pt x="353" y="124"/>
                  </a:cubicBezTo>
                  <a:cubicBezTo>
                    <a:pt x="353" y="0"/>
                    <a:pt x="353" y="0"/>
                    <a:pt x="353" y="0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353" y="626"/>
                    <a:pt x="353" y="626"/>
                    <a:pt x="353" y="626"/>
                  </a:cubicBezTo>
                  <a:cubicBezTo>
                    <a:pt x="353" y="499"/>
                    <a:pt x="353" y="499"/>
                    <a:pt x="353" y="499"/>
                  </a:cubicBezTo>
                  <a:cubicBezTo>
                    <a:pt x="1254" y="499"/>
                    <a:pt x="1254" y="499"/>
                    <a:pt x="1254" y="499"/>
                  </a:cubicBezTo>
                  <a:cubicBezTo>
                    <a:pt x="1375" y="499"/>
                    <a:pt x="1610" y="496"/>
                    <a:pt x="1629" y="577"/>
                  </a:cubicBezTo>
                  <a:cubicBezTo>
                    <a:pt x="1629" y="499"/>
                    <a:pt x="1593" y="124"/>
                    <a:pt x="1254" y="124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876"/>
            </a:p>
          </p:txBody>
        </p:sp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FE163AFB-08E0-F545-B562-EB113EDC30B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771776" y="4236765"/>
              <a:ext cx="4380497" cy="1605718"/>
            </a:xfrm>
            <a:custGeom>
              <a:avLst/>
              <a:gdLst>
                <a:gd name="T0" fmla="*/ 374 w 1629"/>
                <a:gd name="T1" fmla="*/ 502 h 626"/>
                <a:gd name="T2" fmla="*/ 1276 w 1629"/>
                <a:gd name="T3" fmla="*/ 502 h 626"/>
                <a:gd name="T4" fmla="*/ 1276 w 1629"/>
                <a:gd name="T5" fmla="*/ 626 h 626"/>
                <a:gd name="T6" fmla="*/ 1629 w 1629"/>
                <a:gd name="T7" fmla="*/ 313 h 626"/>
                <a:gd name="T8" fmla="*/ 1276 w 1629"/>
                <a:gd name="T9" fmla="*/ 0 h 626"/>
                <a:gd name="T10" fmla="*/ 1276 w 1629"/>
                <a:gd name="T11" fmla="*/ 128 h 626"/>
                <a:gd name="T12" fmla="*/ 374 w 1629"/>
                <a:gd name="T13" fmla="*/ 128 h 626"/>
                <a:gd name="T14" fmla="*/ 0 w 1629"/>
                <a:gd name="T15" fmla="*/ 49 h 626"/>
                <a:gd name="T16" fmla="*/ 374 w 1629"/>
                <a:gd name="T17" fmla="*/ 502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9" h="626">
                  <a:moveTo>
                    <a:pt x="374" y="502"/>
                  </a:moveTo>
                  <a:cubicBezTo>
                    <a:pt x="1276" y="502"/>
                    <a:pt x="1276" y="502"/>
                    <a:pt x="1276" y="502"/>
                  </a:cubicBezTo>
                  <a:cubicBezTo>
                    <a:pt x="1276" y="626"/>
                    <a:pt x="1276" y="626"/>
                    <a:pt x="1276" y="626"/>
                  </a:cubicBezTo>
                  <a:cubicBezTo>
                    <a:pt x="1629" y="313"/>
                    <a:pt x="1629" y="313"/>
                    <a:pt x="1629" y="313"/>
                  </a:cubicBezTo>
                  <a:cubicBezTo>
                    <a:pt x="1276" y="0"/>
                    <a:pt x="1276" y="0"/>
                    <a:pt x="1276" y="0"/>
                  </a:cubicBezTo>
                  <a:cubicBezTo>
                    <a:pt x="1276" y="128"/>
                    <a:pt x="1276" y="128"/>
                    <a:pt x="1276" y="128"/>
                  </a:cubicBezTo>
                  <a:cubicBezTo>
                    <a:pt x="374" y="128"/>
                    <a:pt x="374" y="128"/>
                    <a:pt x="374" y="128"/>
                  </a:cubicBezTo>
                  <a:cubicBezTo>
                    <a:pt x="254" y="128"/>
                    <a:pt x="19" y="131"/>
                    <a:pt x="0" y="49"/>
                  </a:cubicBezTo>
                  <a:cubicBezTo>
                    <a:pt x="0" y="128"/>
                    <a:pt x="36" y="502"/>
                    <a:pt x="374" y="502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  <a:alpha val="68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876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5514924-1553-6445-B2F3-74BBD4578CD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702835" y="3973230"/>
              <a:ext cx="1449439" cy="599387"/>
            </a:xfrm>
            <a:custGeom>
              <a:avLst/>
              <a:gdLst>
                <a:gd name="T0" fmla="*/ 375 w 539"/>
                <a:gd name="T1" fmla="*/ 231 h 234"/>
                <a:gd name="T2" fmla="*/ 539 w 539"/>
                <a:gd name="T3" fmla="*/ 231 h 234"/>
                <a:gd name="T4" fmla="*/ 539 w 539"/>
                <a:gd name="T5" fmla="*/ 74 h 234"/>
                <a:gd name="T6" fmla="*/ 166 w 539"/>
                <a:gd name="T7" fmla="*/ 3 h 234"/>
                <a:gd name="T8" fmla="*/ 0 w 539"/>
                <a:gd name="T9" fmla="*/ 3 h 234"/>
                <a:gd name="T10" fmla="*/ 0 w 539"/>
                <a:gd name="T11" fmla="*/ 152 h 234"/>
                <a:gd name="T12" fmla="*/ 375 w 539"/>
                <a:gd name="T13" fmla="*/ 23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9" h="234">
                  <a:moveTo>
                    <a:pt x="375" y="231"/>
                  </a:moveTo>
                  <a:cubicBezTo>
                    <a:pt x="539" y="231"/>
                    <a:pt x="539" y="231"/>
                    <a:pt x="539" y="231"/>
                  </a:cubicBezTo>
                  <a:cubicBezTo>
                    <a:pt x="539" y="74"/>
                    <a:pt x="539" y="74"/>
                    <a:pt x="539" y="74"/>
                  </a:cubicBezTo>
                  <a:cubicBezTo>
                    <a:pt x="509" y="0"/>
                    <a:pt x="283" y="3"/>
                    <a:pt x="166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19" y="234"/>
                    <a:pt x="254" y="231"/>
                    <a:pt x="375" y="231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69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876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B2015F3-3BDB-8C4B-A54A-6DE35357C6DD}"/>
              </a:ext>
            </a:extLst>
          </p:cNvPr>
          <p:cNvGrpSpPr/>
          <p:nvPr/>
        </p:nvGrpSpPr>
        <p:grpSpPr>
          <a:xfrm rot="16200000">
            <a:off x="10195802" y="1467559"/>
            <a:ext cx="893690" cy="1120976"/>
            <a:chOff x="7141029" y="1829543"/>
            <a:chExt cx="4012749" cy="5033284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F950CA1-07ED-E447-BED8-AC75E21B8280}"/>
                </a:ext>
              </a:extLst>
            </p:cNvPr>
            <p:cNvSpPr>
              <a:spLocks/>
            </p:cNvSpPr>
            <p:nvPr/>
          </p:nvSpPr>
          <p:spPr bwMode="auto">
            <a:xfrm rot="10800000" flipH="1">
              <a:off x="7141029" y="1829543"/>
              <a:ext cx="4012749" cy="5033284"/>
            </a:xfrm>
            <a:custGeom>
              <a:avLst/>
              <a:gdLst>
                <a:gd name="connsiteX0" fmla="*/ 2017485 w 4012749"/>
                <a:gd name="connsiteY0" fmla="*/ 3045570 h 5033284"/>
                <a:gd name="connsiteX1" fmla="*/ 943428 w 4012749"/>
                <a:gd name="connsiteY1" fmla="*/ 1971513 h 5033284"/>
                <a:gd name="connsiteX2" fmla="*/ 2017485 w 4012749"/>
                <a:gd name="connsiteY2" fmla="*/ 897456 h 5033284"/>
                <a:gd name="connsiteX3" fmla="*/ 3091542 w 4012749"/>
                <a:gd name="connsiteY3" fmla="*/ 1971513 h 5033284"/>
                <a:gd name="connsiteX4" fmla="*/ 2017485 w 4012749"/>
                <a:gd name="connsiteY4" fmla="*/ 3045570 h 5033284"/>
                <a:gd name="connsiteX5" fmla="*/ 2058741 w 4012749"/>
                <a:gd name="connsiteY5" fmla="*/ 5033279 h 5033284"/>
                <a:gd name="connsiteX6" fmla="*/ 3233473 w 4012749"/>
                <a:gd name="connsiteY6" fmla="*/ 4783737 h 5033284"/>
                <a:gd name="connsiteX7" fmla="*/ 3248320 w 4012749"/>
                <a:gd name="connsiteY7" fmla="*/ 2803393 h 5033284"/>
                <a:gd name="connsiteX8" fmla="*/ 4012749 w 4012749"/>
                <a:gd name="connsiteY8" fmla="*/ 3408689 h 5033284"/>
                <a:gd name="connsiteX9" fmla="*/ 4012749 w 4012749"/>
                <a:gd name="connsiteY9" fmla="*/ 1560825 h 5033284"/>
                <a:gd name="connsiteX10" fmla="*/ 2006375 w 4012749"/>
                <a:gd name="connsiteY10" fmla="*/ 0 h 5033284"/>
                <a:gd name="connsiteX11" fmla="*/ 0 w 4012749"/>
                <a:gd name="connsiteY11" fmla="*/ 1592803 h 5033284"/>
                <a:gd name="connsiteX12" fmla="*/ 0 w 4012749"/>
                <a:gd name="connsiteY12" fmla="*/ 3440667 h 5033284"/>
                <a:gd name="connsiteX13" fmla="*/ 891633 w 4012749"/>
                <a:gd name="connsiteY13" fmla="*/ 2771416 h 5033284"/>
                <a:gd name="connsiteX14" fmla="*/ 886416 w 4012749"/>
                <a:gd name="connsiteY14" fmla="*/ 4783737 h 5033284"/>
                <a:gd name="connsiteX15" fmla="*/ 2058741 w 4012749"/>
                <a:gd name="connsiteY15" fmla="*/ 5033279 h 5033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012749" h="5033284">
                  <a:moveTo>
                    <a:pt x="2017485" y="3045570"/>
                  </a:moveTo>
                  <a:cubicBezTo>
                    <a:pt x="1424300" y="3045570"/>
                    <a:pt x="943428" y="2564698"/>
                    <a:pt x="943428" y="1971513"/>
                  </a:cubicBezTo>
                  <a:cubicBezTo>
                    <a:pt x="943428" y="1378328"/>
                    <a:pt x="1424300" y="897456"/>
                    <a:pt x="2017485" y="897456"/>
                  </a:cubicBezTo>
                  <a:cubicBezTo>
                    <a:pt x="2610670" y="897456"/>
                    <a:pt x="3091542" y="1378328"/>
                    <a:pt x="3091542" y="1971513"/>
                  </a:cubicBezTo>
                  <a:cubicBezTo>
                    <a:pt x="3091542" y="2564698"/>
                    <a:pt x="2610670" y="3045570"/>
                    <a:pt x="2017485" y="3045570"/>
                  </a:cubicBezTo>
                  <a:close/>
                  <a:moveTo>
                    <a:pt x="2058741" y="5033279"/>
                  </a:moveTo>
                  <a:cubicBezTo>
                    <a:pt x="2547494" y="5032518"/>
                    <a:pt x="3036648" y="4948576"/>
                    <a:pt x="3233473" y="4783737"/>
                  </a:cubicBezTo>
                  <a:cubicBezTo>
                    <a:pt x="3238289" y="4123623"/>
                    <a:pt x="3243505" y="3463508"/>
                    <a:pt x="3248320" y="2803393"/>
                  </a:cubicBezTo>
                  <a:lnTo>
                    <a:pt x="4012749" y="3408689"/>
                  </a:lnTo>
                  <a:lnTo>
                    <a:pt x="4012749" y="1560825"/>
                  </a:lnTo>
                  <a:lnTo>
                    <a:pt x="2006375" y="0"/>
                  </a:lnTo>
                  <a:lnTo>
                    <a:pt x="0" y="1592803"/>
                  </a:lnTo>
                  <a:lnTo>
                    <a:pt x="0" y="3440667"/>
                  </a:lnTo>
                  <a:lnTo>
                    <a:pt x="891633" y="2771416"/>
                  </a:lnTo>
                  <a:cubicBezTo>
                    <a:pt x="890028" y="3442190"/>
                    <a:pt x="888022" y="4112964"/>
                    <a:pt x="886416" y="4783737"/>
                  </a:cubicBezTo>
                  <a:cubicBezTo>
                    <a:pt x="1081637" y="4951621"/>
                    <a:pt x="1569988" y="5034040"/>
                    <a:pt x="2058741" y="5033279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th-TH" sz="1677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81F09AB-09E4-4F4B-9D1E-3BAEC7D2F394}"/>
                </a:ext>
              </a:extLst>
            </p:cNvPr>
            <p:cNvSpPr/>
            <p:nvPr/>
          </p:nvSpPr>
          <p:spPr>
            <a:xfrm>
              <a:off x="8566832" y="4346185"/>
              <a:ext cx="1161142" cy="116114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8A8DA10-34A5-D941-9F52-4035587FD9D8}"/>
              </a:ext>
            </a:extLst>
          </p:cNvPr>
          <p:cNvGrpSpPr/>
          <p:nvPr/>
        </p:nvGrpSpPr>
        <p:grpSpPr>
          <a:xfrm>
            <a:off x="6509027" y="3402168"/>
            <a:ext cx="1273121" cy="1271345"/>
            <a:chOff x="10718813" y="3093460"/>
            <a:chExt cx="915678" cy="914401"/>
          </a:xfrm>
        </p:grpSpPr>
        <p:sp>
          <p:nvSpPr>
            <p:cNvPr id="57" name="Block Arc 56">
              <a:extLst>
                <a:ext uri="{FF2B5EF4-FFF2-40B4-BE49-F238E27FC236}">
                  <a16:creationId xmlns:a16="http://schemas.microsoft.com/office/drawing/2014/main" id="{40E87BC5-99EF-A646-8206-64C24163E5DD}"/>
                </a:ext>
              </a:extLst>
            </p:cNvPr>
            <p:cNvSpPr/>
            <p:nvPr/>
          </p:nvSpPr>
          <p:spPr>
            <a:xfrm rot="2364690" flipH="1">
              <a:off x="10718813" y="3093460"/>
              <a:ext cx="914401" cy="914400"/>
            </a:xfrm>
            <a:prstGeom prst="blockArc">
              <a:avLst>
                <a:gd name="adj1" fmla="val 15011212"/>
                <a:gd name="adj2" fmla="val 18376964"/>
                <a:gd name="adj3" fmla="val 21530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Block Arc 57">
              <a:extLst>
                <a:ext uri="{FF2B5EF4-FFF2-40B4-BE49-F238E27FC236}">
                  <a16:creationId xmlns:a16="http://schemas.microsoft.com/office/drawing/2014/main" id="{82E1D203-6D87-EB46-8D08-BB69B14155B7}"/>
                </a:ext>
              </a:extLst>
            </p:cNvPr>
            <p:cNvSpPr/>
            <p:nvPr/>
          </p:nvSpPr>
          <p:spPr>
            <a:xfrm rot="19235310">
              <a:off x="10720089" y="3093460"/>
              <a:ext cx="914401" cy="914400"/>
            </a:xfrm>
            <a:prstGeom prst="blockArc">
              <a:avLst>
                <a:gd name="adj1" fmla="val 15011212"/>
                <a:gd name="adj2" fmla="val 18376964"/>
                <a:gd name="adj3" fmla="val 2153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Block Arc 58">
              <a:extLst>
                <a:ext uri="{FF2B5EF4-FFF2-40B4-BE49-F238E27FC236}">
                  <a16:creationId xmlns:a16="http://schemas.microsoft.com/office/drawing/2014/main" id="{A1E2E548-F04A-0841-99F6-A49A01A4FC56}"/>
                </a:ext>
              </a:extLst>
            </p:cNvPr>
            <p:cNvSpPr/>
            <p:nvPr/>
          </p:nvSpPr>
          <p:spPr>
            <a:xfrm rot="6037468" flipH="1">
              <a:off x="10718814" y="3093460"/>
              <a:ext cx="914400" cy="914401"/>
            </a:xfrm>
            <a:prstGeom prst="blockArc">
              <a:avLst>
                <a:gd name="adj1" fmla="val 15011212"/>
                <a:gd name="adj2" fmla="val 18376964"/>
                <a:gd name="adj3" fmla="val 2153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0" name="Block Arc 59">
              <a:extLst>
                <a:ext uri="{FF2B5EF4-FFF2-40B4-BE49-F238E27FC236}">
                  <a16:creationId xmlns:a16="http://schemas.microsoft.com/office/drawing/2014/main" id="{78F43469-DDC9-D240-A6B9-59F456C6BA3E}"/>
                </a:ext>
              </a:extLst>
            </p:cNvPr>
            <p:cNvSpPr/>
            <p:nvPr/>
          </p:nvSpPr>
          <p:spPr>
            <a:xfrm rot="15562532">
              <a:off x="10720091" y="3093459"/>
              <a:ext cx="914400" cy="914401"/>
            </a:xfrm>
            <a:prstGeom prst="blockArc">
              <a:avLst>
                <a:gd name="adj1" fmla="val 15011212"/>
                <a:gd name="adj2" fmla="val 18376964"/>
                <a:gd name="adj3" fmla="val 2153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1A2291E-5295-6E4E-9933-4F1AC4D3C9BA}"/>
              </a:ext>
            </a:extLst>
          </p:cNvPr>
          <p:cNvGrpSpPr/>
          <p:nvPr/>
        </p:nvGrpSpPr>
        <p:grpSpPr>
          <a:xfrm>
            <a:off x="4527628" y="3375434"/>
            <a:ext cx="1118274" cy="1271344"/>
            <a:chOff x="9365710" y="3093460"/>
            <a:chExt cx="804306" cy="914400"/>
          </a:xfrm>
        </p:grpSpPr>
        <p:sp>
          <p:nvSpPr>
            <p:cNvPr id="50" name="Freeform 5">
              <a:extLst>
                <a:ext uri="{FF2B5EF4-FFF2-40B4-BE49-F238E27FC236}">
                  <a16:creationId xmlns:a16="http://schemas.microsoft.com/office/drawing/2014/main" id="{C38A90FB-8CFB-E04E-9A4B-5ED0A223F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0162" y="3357173"/>
              <a:ext cx="335402" cy="386974"/>
            </a:xfrm>
            <a:custGeom>
              <a:avLst/>
              <a:gdLst>
                <a:gd name="T0" fmla="*/ 459 w 917"/>
                <a:gd name="T1" fmla="*/ 0 h 1058"/>
                <a:gd name="T2" fmla="*/ 688 w 917"/>
                <a:gd name="T3" fmla="*/ 133 h 1058"/>
                <a:gd name="T4" fmla="*/ 917 w 917"/>
                <a:gd name="T5" fmla="*/ 265 h 1058"/>
                <a:gd name="T6" fmla="*/ 917 w 917"/>
                <a:gd name="T7" fmla="*/ 529 h 1058"/>
                <a:gd name="T8" fmla="*/ 917 w 917"/>
                <a:gd name="T9" fmla="*/ 794 h 1058"/>
                <a:gd name="T10" fmla="*/ 688 w 917"/>
                <a:gd name="T11" fmla="*/ 926 h 1058"/>
                <a:gd name="T12" fmla="*/ 459 w 917"/>
                <a:gd name="T13" fmla="*/ 1058 h 1058"/>
                <a:gd name="T14" fmla="*/ 229 w 917"/>
                <a:gd name="T15" fmla="*/ 926 h 1058"/>
                <a:gd name="T16" fmla="*/ 0 w 917"/>
                <a:gd name="T17" fmla="*/ 794 h 1058"/>
                <a:gd name="T18" fmla="*/ 0 w 917"/>
                <a:gd name="T19" fmla="*/ 529 h 1058"/>
                <a:gd name="T20" fmla="*/ 0 w 917"/>
                <a:gd name="T21" fmla="*/ 265 h 1058"/>
                <a:gd name="T22" fmla="*/ 229 w 917"/>
                <a:gd name="T23" fmla="*/ 133 h 1058"/>
                <a:gd name="T24" fmla="*/ 459 w 917"/>
                <a:gd name="T25" fmla="*/ 0 h 1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17" h="1058">
                  <a:moveTo>
                    <a:pt x="459" y="0"/>
                  </a:moveTo>
                  <a:lnTo>
                    <a:pt x="688" y="133"/>
                  </a:lnTo>
                  <a:lnTo>
                    <a:pt x="917" y="265"/>
                  </a:lnTo>
                  <a:lnTo>
                    <a:pt x="917" y="529"/>
                  </a:lnTo>
                  <a:lnTo>
                    <a:pt x="917" y="794"/>
                  </a:lnTo>
                  <a:lnTo>
                    <a:pt x="688" y="926"/>
                  </a:lnTo>
                  <a:lnTo>
                    <a:pt x="459" y="1058"/>
                  </a:lnTo>
                  <a:lnTo>
                    <a:pt x="229" y="926"/>
                  </a:lnTo>
                  <a:lnTo>
                    <a:pt x="0" y="794"/>
                  </a:lnTo>
                  <a:lnTo>
                    <a:pt x="0" y="529"/>
                  </a:lnTo>
                  <a:lnTo>
                    <a:pt x="0" y="265"/>
                  </a:lnTo>
                  <a:lnTo>
                    <a:pt x="229" y="133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9C93CDA7-D5ED-624D-9E0A-B76ED4BDC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0116" y="3093460"/>
              <a:ext cx="378196" cy="341986"/>
            </a:xfrm>
            <a:custGeom>
              <a:avLst/>
              <a:gdLst>
                <a:gd name="T0" fmla="*/ 0 w 1034"/>
                <a:gd name="T1" fmla="*/ 0 h 935"/>
                <a:gd name="T2" fmla="*/ 517 w 1034"/>
                <a:gd name="T3" fmla="*/ 298 h 935"/>
                <a:gd name="T4" fmla="*/ 1034 w 1034"/>
                <a:gd name="T5" fmla="*/ 597 h 935"/>
                <a:gd name="T6" fmla="*/ 447 w 1034"/>
                <a:gd name="T7" fmla="*/ 935 h 935"/>
                <a:gd name="T8" fmla="*/ 273 w 1034"/>
                <a:gd name="T9" fmla="*/ 835 h 935"/>
                <a:gd name="T10" fmla="*/ 161 w 1034"/>
                <a:gd name="T11" fmla="*/ 914 h 935"/>
                <a:gd name="T12" fmla="*/ 173 w 1034"/>
                <a:gd name="T13" fmla="*/ 777 h 935"/>
                <a:gd name="T14" fmla="*/ 188 w 1034"/>
                <a:gd name="T15" fmla="*/ 786 h 935"/>
                <a:gd name="T16" fmla="*/ 0 w 1034"/>
                <a:gd name="T17" fmla="*/ 677 h 935"/>
                <a:gd name="T18" fmla="*/ 0 w 1034"/>
                <a:gd name="T19" fmla="*/ 0 h 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4" h="935">
                  <a:moveTo>
                    <a:pt x="0" y="0"/>
                  </a:moveTo>
                  <a:lnTo>
                    <a:pt x="517" y="298"/>
                  </a:lnTo>
                  <a:lnTo>
                    <a:pt x="1034" y="597"/>
                  </a:lnTo>
                  <a:lnTo>
                    <a:pt x="447" y="935"/>
                  </a:lnTo>
                  <a:lnTo>
                    <a:pt x="273" y="835"/>
                  </a:lnTo>
                  <a:lnTo>
                    <a:pt x="161" y="914"/>
                  </a:lnTo>
                  <a:lnTo>
                    <a:pt x="173" y="777"/>
                  </a:lnTo>
                  <a:lnTo>
                    <a:pt x="188" y="786"/>
                  </a:lnTo>
                  <a:lnTo>
                    <a:pt x="0" y="67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4E9AEA4E-B92E-0543-B596-81CA2755A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710" y="3332301"/>
              <a:ext cx="260421" cy="436717"/>
            </a:xfrm>
            <a:custGeom>
              <a:avLst/>
              <a:gdLst>
                <a:gd name="T0" fmla="*/ 0 w 712"/>
                <a:gd name="T1" fmla="*/ 1194 h 1194"/>
                <a:gd name="T2" fmla="*/ 0 w 712"/>
                <a:gd name="T3" fmla="*/ 597 h 1194"/>
                <a:gd name="T4" fmla="*/ 0 w 712"/>
                <a:gd name="T5" fmla="*/ 0 h 1194"/>
                <a:gd name="T6" fmla="*/ 587 w 712"/>
                <a:gd name="T7" fmla="*/ 339 h 1194"/>
                <a:gd name="T8" fmla="*/ 587 w 712"/>
                <a:gd name="T9" fmla="*/ 540 h 1194"/>
                <a:gd name="T10" fmla="*/ 712 w 712"/>
                <a:gd name="T11" fmla="*/ 597 h 1194"/>
                <a:gd name="T12" fmla="*/ 587 w 712"/>
                <a:gd name="T13" fmla="*/ 654 h 1194"/>
                <a:gd name="T14" fmla="*/ 587 w 712"/>
                <a:gd name="T15" fmla="*/ 856 h 1194"/>
                <a:gd name="T16" fmla="*/ 0 w 712"/>
                <a:gd name="T17" fmla="*/ 1194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2" h="1194">
                  <a:moveTo>
                    <a:pt x="0" y="1194"/>
                  </a:moveTo>
                  <a:lnTo>
                    <a:pt x="0" y="597"/>
                  </a:lnTo>
                  <a:lnTo>
                    <a:pt x="0" y="0"/>
                  </a:lnTo>
                  <a:lnTo>
                    <a:pt x="587" y="339"/>
                  </a:lnTo>
                  <a:lnTo>
                    <a:pt x="587" y="540"/>
                  </a:lnTo>
                  <a:lnTo>
                    <a:pt x="712" y="597"/>
                  </a:lnTo>
                  <a:lnTo>
                    <a:pt x="587" y="654"/>
                  </a:lnTo>
                  <a:lnTo>
                    <a:pt x="587" y="856"/>
                  </a:lnTo>
                  <a:lnTo>
                    <a:pt x="0" y="119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61D0FF6A-4167-814D-943D-161DD8EC2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7780" y="3093460"/>
              <a:ext cx="378196" cy="341986"/>
            </a:xfrm>
            <a:custGeom>
              <a:avLst/>
              <a:gdLst>
                <a:gd name="T0" fmla="*/ 0 w 1034"/>
                <a:gd name="T1" fmla="*/ 597 h 935"/>
                <a:gd name="T2" fmla="*/ 517 w 1034"/>
                <a:gd name="T3" fmla="*/ 298 h 935"/>
                <a:gd name="T4" fmla="*/ 1034 w 1034"/>
                <a:gd name="T5" fmla="*/ 0 h 935"/>
                <a:gd name="T6" fmla="*/ 1034 w 1034"/>
                <a:gd name="T7" fmla="*/ 677 h 935"/>
                <a:gd name="T8" fmla="*/ 860 w 1034"/>
                <a:gd name="T9" fmla="*/ 777 h 935"/>
                <a:gd name="T10" fmla="*/ 873 w 1034"/>
                <a:gd name="T11" fmla="*/ 914 h 935"/>
                <a:gd name="T12" fmla="*/ 760 w 1034"/>
                <a:gd name="T13" fmla="*/ 835 h 935"/>
                <a:gd name="T14" fmla="*/ 586 w 1034"/>
                <a:gd name="T15" fmla="*/ 935 h 935"/>
                <a:gd name="T16" fmla="*/ 0 w 1034"/>
                <a:gd name="T17" fmla="*/ 597 h 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4" h="935">
                  <a:moveTo>
                    <a:pt x="0" y="597"/>
                  </a:moveTo>
                  <a:lnTo>
                    <a:pt x="517" y="298"/>
                  </a:lnTo>
                  <a:lnTo>
                    <a:pt x="1034" y="0"/>
                  </a:lnTo>
                  <a:lnTo>
                    <a:pt x="1034" y="677"/>
                  </a:lnTo>
                  <a:lnTo>
                    <a:pt x="860" y="777"/>
                  </a:lnTo>
                  <a:lnTo>
                    <a:pt x="873" y="914"/>
                  </a:lnTo>
                  <a:lnTo>
                    <a:pt x="760" y="835"/>
                  </a:lnTo>
                  <a:lnTo>
                    <a:pt x="586" y="935"/>
                  </a:lnTo>
                  <a:lnTo>
                    <a:pt x="0" y="5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54" name="Freeform 13">
              <a:extLst>
                <a:ext uri="{FF2B5EF4-FFF2-40B4-BE49-F238E27FC236}">
                  <a16:creationId xmlns:a16="http://schemas.microsoft.com/office/drawing/2014/main" id="{18A3D49E-D20F-8B4E-88EA-0497AF83F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9595" y="3332301"/>
              <a:ext cx="260421" cy="436717"/>
            </a:xfrm>
            <a:custGeom>
              <a:avLst/>
              <a:gdLst>
                <a:gd name="T0" fmla="*/ 712 w 712"/>
                <a:gd name="T1" fmla="*/ 0 h 1194"/>
                <a:gd name="T2" fmla="*/ 712 w 712"/>
                <a:gd name="T3" fmla="*/ 597 h 1194"/>
                <a:gd name="T4" fmla="*/ 712 w 712"/>
                <a:gd name="T5" fmla="*/ 1194 h 1194"/>
                <a:gd name="T6" fmla="*/ 125 w 712"/>
                <a:gd name="T7" fmla="*/ 856 h 1194"/>
                <a:gd name="T8" fmla="*/ 125 w 712"/>
                <a:gd name="T9" fmla="*/ 654 h 1194"/>
                <a:gd name="T10" fmla="*/ 0 w 712"/>
                <a:gd name="T11" fmla="*/ 597 h 1194"/>
                <a:gd name="T12" fmla="*/ 125 w 712"/>
                <a:gd name="T13" fmla="*/ 540 h 1194"/>
                <a:gd name="T14" fmla="*/ 125 w 712"/>
                <a:gd name="T15" fmla="*/ 339 h 1194"/>
                <a:gd name="T16" fmla="*/ 712 w 712"/>
                <a:gd name="T17" fmla="*/ 0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2" h="1194">
                  <a:moveTo>
                    <a:pt x="712" y="0"/>
                  </a:moveTo>
                  <a:lnTo>
                    <a:pt x="712" y="597"/>
                  </a:lnTo>
                  <a:lnTo>
                    <a:pt x="712" y="1194"/>
                  </a:lnTo>
                  <a:lnTo>
                    <a:pt x="125" y="856"/>
                  </a:lnTo>
                  <a:lnTo>
                    <a:pt x="125" y="654"/>
                  </a:lnTo>
                  <a:lnTo>
                    <a:pt x="0" y="597"/>
                  </a:lnTo>
                  <a:lnTo>
                    <a:pt x="125" y="540"/>
                  </a:lnTo>
                  <a:lnTo>
                    <a:pt x="125" y="339"/>
                  </a:lnTo>
                  <a:lnTo>
                    <a:pt x="71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A60E9FA4-C888-554C-BD40-3C0A0F100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0116" y="3665874"/>
              <a:ext cx="378196" cy="341986"/>
            </a:xfrm>
            <a:custGeom>
              <a:avLst/>
              <a:gdLst>
                <a:gd name="T0" fmla="*/ 1034 w 1034"/>
                <a:gd name="T1" fmla="*/ 338 h 935"/>
                <a:gd name="T2" fmla="*/ 517 w 1034"/>
                <a:gd name="T3" fmla="*/ 637 h 935"/>
                <a:gd name="T4" fmla="*/ 0 w 1034"/>
                <a:gd name="T5" fmla="*/ 935 h 935"/>
                <a:gd name="T6" fmla="*/ 0 w 1034"/>
                <a:gd name="T7" fmla="*/ 258 h 935"/>
                <a:gd name="T8" fmla="*/ 173 w 1034"/>
                <a:gd name="T9" fmla="*/ 158 h 935"/>
                <a:gd name="T10" fmla="*/ 161 w 1034"/>
                <a:gd name="T11" fmla="*/ 21 h 935"/>
                <a:gd name="T12" fmla="*/ 273 w 1034"/>
                <a:gd name="T13" fmla="*/ 100 h 935"/>
                <a:gd name="T14" fmla="*/ 223 w 1034"/>
                <a:gd name="T15" fmla="*/ 129 h 935"/>
                <a:gd name="T16" fmla="*/ 447 w 1034"/>
                <a:gd name="T17" fmla="*/ 0 h 935"/>
                <a:gd name="T18" fmla="*/ 1034 w 1034"/>
                <a:gd name="T19" fmla="*/ 338 h 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4" h="935">
                  <a:moveTo>
                    <a:pt x="1034" y="338"/>
                  </a:moveTo>
                  <a:lnTo>
                    <a:pt x="517" y="637"/>
                  </a:lnTo>
                  <a:lnTo>
                    <a:pt x="0" y="935"/>
                  </a:lnTo>
                  <a:lnTo>
                    <a:pt x="0" y="258"/>
                  </a:lnTo>
                  <a:lnTo>
                    <a:pt x="173" y="158"/>
                  </a:lnTo>
                  <a:lnTo>
                    <a:pt x="161" y="21"/>
                  </a:lnTo>
                  <a:lnTo>
                    <a:pt x="273" y="100"/>
                  </a:lnTo>
                  <a:lnTo>
                    <a:pt x="223" y="129"/>
                  </a:lnTo>
                  <a:lnTo>
                    <a:pt x="447" y="0"/>
                  </a:lnTo>
                  <a:lnTo>
                    <a:pt x="1034" y="338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3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4636788E-C727-9542-9F8C-68C386531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7780" y="3665874"/>
              <a:ext cx="378196" cy="341986"/>
            </a:xfrm>
            <a:custGeom>
              <a:avLst/>
              <a:gdLst>
                <a:gd name="T0" fmla="*/ 1034 w 1034"/>
                <a:gd name="T1" fmla="*/ 935 h 935"/>
                <a:gd name="T2" fmla="*/ 517 w 1034"/>
                <a:gd name="T3" fmla="*/ 637 h 935"/>
                <a:gd name="T4" fmla="*/ 0 w 1034"/>
                <a:gd name="T5" fmla="*/ 338 h 935"/>
                <a:gd name="T6" fmla="*/ 586 w 1034"/>
                <a:gd name="T7" fmla="*/ 0 h 935"/>
                <a:gd name="T8" fmla="*/ 760 w 1034"/>
                <a:gd name="T9" fmla="*/ 100 h 935"/>
                <a:gd name="T10" fmla="*/ 873 w 1034"/>
                <a:gd name="T11" fmla="*/ 21 h 935"/>
                <a:gd name="T12" fmla="*/ 860 w 1034"/>
                <a:gd name="T13" fmla="*/ 158 h 935"/>
                <a:gd name="T14" fmla="*/ 845 w 1034"/>
                <a:gd name="T15" fmla="*/ 149 h 935"/>
                <a:gd name="T16" fmla="*/ 1034 w 1034"/>
                <a:gd name="T17" fmla="*/ 258 h 935"/>
                <a:gd name="T18" fmla="*/ 1034 w 1034"/>
                <a:gd name="T19" fmla="*/ 935 h 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4" h="935">
                  <a:moveTo>
                    <a:pt x="1034" y="935"/>
                  </a:moveTo>
                  <a:lnTo>
                    <a:pt x="517" y="637"/>
                  </a:lnTo>
                  <a:lnTo>
                    <a:pt x="0" y="338"/>
                  </a:lnTo>
                  <a:lnTo>
                    <a:pt x="586" y="0"/>
                  </a:lnTo>
                  <a:lnTo>
                    <a:pt x="760" y="100"/>
                  </a:lnTo>
                  <a:lnTo>
                    <a:pt x="873" y="21"/>
                  </a:lnTo>
                  <a:lnTo>
                    <a:pt x="860" y="158"/>
                  </a:lnTo>
                  <a:lnTo>
                    <a:pt x="845" y="149"/>
                  </a:lnTo>
                  <a:lnTo>
                    <a:pt x="1034" y="258"/>
                  </a:lnTo>
                  <a:lnTo>
                    <a:pt x="1034" y="93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9845A49-E151-AB46-B72C-C887A7048E3F}"/>
              </a:ext>
            </a:extLst>
          </p:cNvPr>
          <p:cNvGrpSpPr/>
          <p:nvPr/>
        </p:nvGrpSpPr>
        <p:grpSpPr>
          <a:xfrm>
            <a:off x="2502610" y="3369934"/>
            <a:ext cx="1161893" cy="1158627"/>
            <a:chOff x="1995459" y="3093460"/>
            <a:chExt cx="916978" cy="914400"/>
          </a:xfrm>
        </p:grpSpPr>
        <p:sp>
          <p:nvSpPr>
            <p:cNvPr id="115" name="Shape 917">
              <a:extLst>
                <a:ext uri="{FF2B5EF4-FFF2-40B4-BE49-F238E27FC236}">
                  <a16:creationId xmlns:a16="http://schemas.microsoft.com/office/drawing/2014/main" id="{FF615918-B74E-6442-8FE8-D014C0CDFABB}"/>
                </a:ext>
              </a:extLst>
            </p:cNvPr>
            <p:cNvSpPr/>
            <p:nvPr/>
          </p:nvSpPr>
          <p:spPr>
            <a:xfrm>
              <a:off x="2065268" y="3093460"/>
              <a:ext cx="735964" cy="657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29" h="15056" extrusionOk="0">
                  <a:moveTo>
                    <a:pt x="17229" y="3690"/>
                  </a:moveTo>
                  <a:cubicBezTo>
                    <a:pt x="13404" y="-710"/>
                    <a:pt x="6658" y="-1253"/>
                    <a:pt x="2149" y="2481"/>
                  </a:cubicBezTo>
                  <a:cubicBezTo>
                    <a:pt x="-4371" y="7881"/>
                    <a:pt x="5428" y="18951"/>
                    <a:pt x="11819" y="13659"/>
                  </a:cubicBezTo>
                  <a:cubicBezTo>
                    <a:pt x="10025" y="15144"/>
                    <a:pt x="7341" y="14925"/>
                    <a:pt x="5823" y="13171"/>
                  </a:cubicBezTo>
                  <a:cubicBezTo>
                    <a:pt x="420" y="6925"/>
                    <a:pt x="11704" y="-2649"/>
                    <a:pt x="17229" y="369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  <a:effectLst/>
          </p:spPr>
          <p:txBody>
            <a:bodyPr lIns="30433" tIns="30433" rIns="30433" bIns="30433" anchor="ctr"/>
            <a:lstStyle/>
            <a:p>
              <a:pPr defTabSz="365211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396"/>
            </a:p>
          </p:txBody>
        </p:sp>
        <p:sp>
          <p:nvSpPr>
            <p:cNvPr id="116" name="Shape 918">
              <a:extLst>
                <a:ext uri="{FF2B5EF4-FFF2-40B4-BE49-F238E27FC236}">
                  <a16:creationId xmlns:a16="http://schemas.microsoft.com/office/drawing/2014/main" id="{029AB78E-43E5-0E4A-B182-A2FA6665B3A7}"/>
                </a:ext>
              </a:extLst>
            </p:cNvPr>
            <p:cNvSpPr/>
            <p:nvPr/>
          </p:nvSpPr>
          <p:spPr>
            <a:xfrm>
              <a:off x="2255148" y="3163285"/>
              <a:ext cx="657289" cy="734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085" h="17222" extrusionOk="0">
                  <a:moveTo>
                    <a:pt x="11429" y="17222"/>
                  </a:moveTo>
                  <a:cubicBezTo>
                    <a:pt x="15800" y="13384"/>
                    <a:pt x="16329" y="6656"/>
                    <a:pt x="12599" y="2153"/>
                  </a:cubicBezTo>
                  <a:cubicBezTo>
                    <a:pt x="7189" y="-4378"/>
                    <a:pt x="-3903" y="5438"/>
                    <a:pt x="1400" y="11839"/>
                  </a:cubicBezTo>
                  <a:cubicBezTo>
                    <a:pt x="-89" y="10042"/>
                    <a:pt x="130" y="7354"/>
                    <a:pt x="1889" y="5833"/>
                  </a:cubicBezTo>
                  <a:cubicBezTo>
                    <a:pt x="8133" y="433"/>
                    <a:pt x="17697" y="11675"/>
                    <a:pt x="11429" y="1722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  <a:effectLst/>
          </p:spPr>
          <p:txBody>
            <a:bodyPr lIns="30433" tIns="30433" rIns="30433" bIns="30433" anchor="ctr"/>
            <a:lstStyle/>
            <a:p>
              <a:pPr defTabSz="365211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396"/>
            </a:p>
          </p:txBody>
        </p:sp>
        <p:sp>
          <p:nvSpPr>
            <p:cNvPr id="117" name="Shape 919">
              <a:extLst>
                <a:ext uri="{FF2B5EF4-FFF2-40B4-BE49-F238E27FC236}">
                  <a16:creationId xmlns:a16="http://schemas.microsoft.com/office/drawing/2014/main" id="{F42EB207-73F3-5C44-AF17-E4308C11DA2B}"/>
                </a:ext>
              </a:extLst>
            </p:cNvPr>
            <p:cNvSpPr/>
            <p:nvPr/>
          </p:nvSpPr>
          <p:spPr>
            <a:xfrm>
              <a:off x="1995459" y="3202388"/>
              <a:ext cx="657296" cy="7367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045" h="17232" extrusionOk="0">
                  <a:moveTo>
                    <a:pt x="3702" y="0"/>
                  </a:moveTo>
                  <a:cubicBezTo>
                    <a:pt x="-709" y="3821"/>
                    <a:pt x="-1257" y="10572"/>
                    <a:pt x="2479" y="15084"/>
                  </a:cubicBezTo>
                  <a:cubicBezTo>
                    <a:pt x="7875" y="21600"/>
                    <a:pt x="18937" y="11807"/>
                    <a:pt x="13649" y="5421"/>
                  </a:cubicBezTo>
                  <a:cubicBezTo>
                    <a:pt x="15133" y="7213"/>
                    <a:pt x="14914" y="9896"/>
                    <a:pt x="13161" y="11413"/>
                  </a:cubicBezTo>
                  <a:cubicBezTo>
                    <a:pt x="6914" y="16817"/>
                    <a:pt x="-2663" y="5517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  <a:effectLst/>
          </p:spPr>
          <p:txBody>
            <a:bodyPr lIns="30433" tIns="30433" rIns="30433" bIns="30433" anchor="ctr"/>
            <a:lstStyle/>
            <a:p>
              <a:pPr defTabSz="365211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396"/>
            </a:p>
          </p:txBody>
        </p:sp>
        <p:sp>
          <p:nvSpPr>
            <p:cNvPr id="118" name="Shape 920">
              <a:extLst>
                <a:ext uri="{FF2B5EF4-FFF2-40B4-BE49-F238E27FC236}">
                  <a16:creationId xmlns:a16="http://schemas.microsoft.com/office/drawing/2014/main" id="{7596B3CC-7DA2-9147-8394-095F2554C092}"/>
                </a:ext>
              </a:extLst>
            </p:cNvPr>
            <p:cNvSpPr/>
            <p:nvPr/>
          </p:nvSpPr>
          <p:spPr>
            <a:xfrm>
              <a:off x="2107153" y="3350417"/>
              <a:ext cx="734377" cy="6574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22" h="15086" extrusionOk="0">
                  <a:moveTo>
                    <a:pt x="0" y="11431"/>
                  </a:moveTo>
                  <a:cubicBezTo>
                    <a:pt x="3838" y="15801"/>
                    <a:pt x="10566" y="16330"/>
                    <a:pt x="15068" y="12600"/>
                  </a:cubicBezTo>
                  <a:cubicBezTo>
                    <a:pt x="21600" y="7190"/>
                    <a:pt x="11784" y="-3903"/>
                    <a:pt x="5383" y="1400"/>
                  </a:cubicBezTo>
                  <a:cubicBezTo>
                    <a:pt x="7179" y="-88"/>
                    <a:pt x="9868" y="131"/>
                    <a:pt x="11389" y="1889"/>
                  </a:cubicBezTo>
                  <a:cubicBezTo>
                    <a:pt x="16789" y="8133"/>
                    <a:pt x="5548" y="17697"/>
                    <a:pt x="0" y="11431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  <a:effectLst/>
          </p:spPr>
          <p:txBody>
            <a:bodyPr lIns="30433" tIns="30433" rIns="30433" bIns="30433" anchor="ctr"/>
            <a:lstStyle/>
            <a:p>
              <a:pPr defTabSz="365211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396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D05E1D2-8E13-1240-843A-8BFA3824E1DC}"/>
              </a:ext>
            </a:extLst>
          </p:cNvPr>
          <p:cNvGrpSpPr/>
          <p:nvPr/>
        </p:nvGrpSpPr>
        <p:grpSpPr>
          <a:xfrm>
            <a:off x="8645273" y="3350827"/>
            <a:ext cx="1158064" cy="1158627"/>
            <a:chOff x="6407152" y="3093460"/>
            <a:chExt cx="913956" cy="914400"/>
          </a:xfrm>
        </p:grpSpPr>
        <p:sp>
          <p:nvSpPr>
            <p:cNvPr id="107" name="Shape 6">
              <a:extLst>
                <a:ext uri="{FF2B5EF4-FFF2-40B4-BE49-F238E27FC236}">
                  <a16:creationId xmlns:a16="http://schemas.microsoft.com/office/drawing/2014/main" id="{D5BE4AAE-14C0-8344-B7CD-B8F069F267E1}"/>
                </a:ext>
              </a:extLst>
            </p:cNvPr>
            <p:cNvSpPr/>
            <p:nvPr/>
          </p:nvSpPr>
          <p:spPr>
            <a:xfrm>
              <a:off x="6864243" y="3093460"/>
              <a:ext cx="367846" cy="30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775"/>
                  </a:moveTo>
                  <a:lnTo>
                    <a:pt x="12622" y="0"/>
                  </a:lnTo>
                  <a:lnTo>
                    <a:pt x="21600" y="6349"/>
                  </a:lnTo>
                  <a:lnTo>
                    <a:pt x="0" y="21600"/>
                  </a:lnTo>
                  <a:lnTo>
                    <a:pt x="0" y="877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108" name="Shape 7">
              <a:extLst>
                <a:ext uri="{FF2B5EF4-FFF2-40B4-BE49-F238E27FC236}">
                  <a16:creationId xmlns:a16="http://schemas.microsoft.com/office/drawing/2014/main" id="{1A488518-2E84-6A45-A057-94057E1D5D33}"/>
                </a:ext>
              </a:extLst>
            </p:cNvPr>
            <p:cNvSpPr/>
            <p:nvPr/>
          </p:nvSpPr>
          <p:spPr>
            <a:xfrm flipH="1">
              <a:off x="6496397" y="3093460"/>
              <a:ext cx="367846" cy="30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775"/>
                  </a:moveTo>
                  <a:lnTo>
                    <a:pt x="12622" y="0"/>
                  </a:lnTo>
                  <a:lnTo>
                    <a:pt x="21600" y="6349"/>
                  </a:lnTo>
                  <a:lnTo>
                    <a:pt x="0" y="21600"/>
                  </a:lnTo>
                  <a:lnTo>
                    <a:pt x="0" y="8775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109" name="Shape 9">
              <a:extLst>
                <a:ext uri="{FF2B5EF4-FFF2-40B4-BE49-F238E27FC236}">
                  <a16:creationId xmlns:a16="http://schemas.microsoft.com/office/drawing/2014/main" id="{8630A2A3-0A12-184E-8C79-5914265042BE}"/>
                </a:ext>
              </a:extLst>
            </p:cNvPr>
            <p:cNvSpPr/>
            <p:nvPr/>
          </p:nvSpPr>
          <p:spPr>
            <a:xfrm rot="10800000" flipH="1">
              <a:off x="6864243" y="3703898"/>
              <a:ext cx="367846" cy="30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775"/>
                  </a:moveTo>
                  <a:lnTo>
                    <a:pt x="12622" y="0"/>
                  </a:lnTo>
                  <a:lnTo>
                    <a:pt x="21600" y="6349"/>
                  </a:lnTo>
                  <a:lnTo>
                    <a:pt x="0" y="21600"/>
                  </a:lnTo>
                  <a:lnTo>
                    <a:pt x="0" y="877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110" name="Shape 10">
              <a:extLst>
                <a:ext uri="{FF2B5EF4-FFF2-40B4-BE49-F238E27FC236}">
                  <a16:creationId xmlns:a16="http://schemas.microsoft.com/office/drawing/2014/main" id="{0E4DBB82-C0D4-0F4E-8D8D-AE7456B82709}"/>
                </a:ext>
              </a:extLst>
            </p:cNvPr>
            <p:cNvSpPr/>
            <p:nvPr/>
          </p:nvSpPr>
          <p:spPr>
            <a:xfrm rot="10800000">
              <a:off x="6496397" y="3703898"/>
              <a:ext cx="367846" cy="30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775"/>
                  </a:moveTo>
                  <a:lnTo>
                    <a:pt x="12622" y="0"/>
                  </a:lnTo>
                  <a:lnTo>
                    <a:pt x="21600" y="6349"/>
                  </a:lnTo>
                  <a:lnTo>
                    <a:pt x="0" y="21600"/>
                  </a:lnTo>
                  <a:lnTo>
                    <a:pt x="0" y="8775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111" name="Shape 12">
              <a:extLst>
                <a:ext uri="{FF2B5EF4-FFF2-40B4-BE49-F238E27FC236}">
                  <a16:creationId xmlns:a16="http://schemas.microsoft.com/office/drawing/2014/main" id="{EBAB62E5-DD5F-CD41-99D6-42CE1DC7825E}"/>
                </a:ext>
              </a:extLst>
            </p:cNvPr>
            <p:cNvSpPr/>
            <p:nvPr/>
          </p:nvSpPr>
          <p:spPr>
            <a:xfrm rot="16200000" flipH="1">
              <a:off x="6375210" y="3582955"/>
              <a:ext cx="367846" cy="30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775"/>
                  </a:moveTo>
                  <a:lnTo>
                    <a:pt x="12622" y="0"/>
                  </a:lnTo>
                  <a:lnTo>
                    <a:pt x="21600" y="6349"/>
                  </a:lnTo>
                  <a:lnTo>
                    <a:pt x="0" y="21600"/>
                  </a:lnTo>
                  <a:lnTo>
                    <a:pt x="0" y="877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112" name="Shape 13">
              <a:extLst>
                <a:ext uri="{FF2B5EF4-FFF2-40B4-BE49-F238E27FC236}">
                  <a16:creationId xmlns:a16="http://schemas.microsoft.com/office/drawing/2014/main" id="{0117841D-E03E-7640-9EB8-779C89DC9B04}"/>
                </a:ext>
              </a:extLst>
            </p:cNvPr>
            <p:cNvSpPr/>
            <p:nvPr/>
          </p:nvSpPr>
          <p:spPr>
            <a:xfrm rot="16200000">
              <a:off x="6375210" y="3215109"/>
              <a:ext cx="367846" cy="30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775"/>
                  </a:moveTo>
                  <a:lnTo>
                    <a:pt x="12622" y="0"/>
                  </a:lnTo>
                  <a:lnTo>
                    <a:pt x="21600" y="6349"/>
                  </a:lnTo>
                  <a:lnTo>
                    <a:pt x="0" y="21600"/>
                  </a:lnTo>
                  <a:lnTo>
                    <a:pt x="0" y="8775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113" name="Shape 15">
              <a:extLst>
                <a:ext uri="{FF2B5EF4-FFF2-40B4-BE49-F238E27FC236}">
                  <a16:creationId xmlns:a16="http://schemas.microsoft.com/office/drawing/2014/main" id="{E868B76C-EE1C-114C-B574-83F198D3FC28}"/>
                </a:ext>
              </a:extLst>
            </p:cNvPr>
            <p:cNvSpPr/>
            <p:nvPr/>
          </p:nvSpPr>
          <p:spPr>
            <a:xfrm rot="5400000">
              <a:off x="6985205" y="3582955"/>
              <a:ext cx="367846" cy="30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775"/>
                  </a:moveTo>
                  <a:lnTo>
                    <a:pt x="12622" y="0"/>
                  </a:lnTo>
                  <a:lnTo>
                    <a:pt x="21600" y="6349"/>
                  </a:lnTo>
                  <a:lnTo>
                    <a:pt x="0" y="21600"/>
                  </a:lnTo>
                  <a:lnTo>
                    <a:pt x="0" y="8775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114" name="Shape 16">
              <a:extLst>
                <a:ext uri="{FF2B5EF4-FFF2-40B4-BE49-F238E27FC236}">
                  <a16:creationId xmlns:a16="http://schemas.microsoft.com/office/drawing/2014/main" id="{B9649C00-C68D-DC4E-80D5-B2665DA1BE4C}"/>
                </a:ext>
              </a:extLst>
            </p:cNvPr>
            <p:cNvSpPr/>
            <p:nvPr/>
          </p:nvSpPr>
          <p:spPr>
            <a:xfrm rot="5400000" flipH="1">
              <a:off x="6985205" y="3215109"/>
              <a:ext cx="367846" cy="30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775"/>
                  </a:moveTo>
                  <a:lnTo>
                    <a:pt x="12622" y="0"/>
                  </a:lnTo>
                  <a:lnTo>
                    <a:pt x="21600" y="6349"/>
                  </a:lnTo>
                  <a:lnTo>
                    <a:pt x="0" y="21600"/>
                  </a:lnTo>
                  <a:lnTo>
                    <a:pt x="0" y="8775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/>
              <a:endParaRPr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2E268B7-2C20-1A47-A172-288DDBEDAE0E}"/>
              </a:ext>
            </a:extLst>
          </p:cNvPr>
          <p:cNvGrpSpPr/>
          <p:nvPr/>
        </p:nvGrpSpPr>
        <p:grpSpPr>
          <a:xfrm>
            <a:off x="480858" y="3345491"/>
            <a:ext cx="1158627" cy="1106338"/>
            <a:chOff x="557510" y="3114094"/>
            <a:chExt cx="914400" cy="873133"/>
          </a:xfrm>
        </p:grpSpPr>
        <p:sp>
          <p:nvSpPr>
            <p:cNvPr id="99" name="Freeform 25">
              <a:extLst>
                <a:ext uri="{FF2B5EF4-FFF2-40B4-BE49-F238E27FC236}">
                  <a16:creationId xmlns:a16="http://schemas.microsoft.com/office/drawing/2014/main" id="{4391E960-E969-864B-A1E6-000106B4D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809" y="3114094"/>
              <a:ext cx="592101" cy="628144"/>
            </a:xfrm>
            <a:custGeom>
              <a:avLst/>
              <a:gdLst>
                <a:gd name="T0" fmla="*/ 453 w 958"/>
                <a:gd name="T1" fmla="*/ 0 h 1016"/>
                <a:gd name="T2" fmla="*/ 215 w 958"/>
                <a:gd name="T3" fmla="*/ 59 h 1016"/>
                <a:gd name="T4" fmla="*/ 304 w 958"/>
                <a:gd name="T5" fmla="*/ 119 h 1016"/>
                <a:gd name="T6" fmla="*/ 486 w 958"/>
                <a:gd name="T7" fmla="*/ 514 h 1016"/>
                <a:gd name="T8" fmla="*/ 410 w 958"/>
                <a:gd name="T9" fmla="*/ 778 h 1016"/>
                <a:gd name="T10" fmla="*/ 0 w 958"/>
                <a:gd name="T11" fmla="*/ 732 h 1016"/>
                <a:gd name="T12" fmla="*/ 209 w 958"/>
                <a:gd name="T13" fmla="*/ 960 h 1016"/>
                <a:gd name="T14" fmla="*/ 454 w 958"/>
                <a:gd name="T15" fmla="*/ 1016 h 1016"/>
                <a:gd name="T16" fmla="*/ 722 w 958"/>
                <a:gd name="T17" fmla="*/ 933 h 1016"/>
                <a:gd name="T18" fmla="*/ 958 w 958"/>
                <a:gd name="T19" fmla="*/ 505 h 1016"/>
                <a:gd name="T20" fmla="*/ 453 w 958"/>
                <a:gd name="T21" fmla="*/ 0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58" h="1016">
                  <a:moveTo>
                    <a:pt x="453" y="0"/>
                  </a:moveTo>
                  <a:cubicBezTo>
                    <a:pt x="367" y="0"/>
                    <a:pt x="286" y="22"/>
                    <a:pt x="215" y="59"/>
                  </a:cubicBezTo>
                  <a:cubicBezTo>
                    <a:pt x="247" y="76"/>
                    <a:pt x="276" y="96"/>
                    <a:pt x="304" y="119"/>
                  </a:cubicBezTo>
                  <a:cubicBezTo>
                    <a:pt x="416" y="212"/>
                    <a:pt x="497" y="358"/>
                    <a:pt x="486" y="514"/>
                  </a:cubicBezTo>
                  <a:cubicBezTo>
                    <a:pt x="480" y="602"/>
                    <a:pt x="481" y="677"/>
                    <a:pt x="410" y="778"/>
                  </a:cubicBezTo>
                  <a:cubicBezTo>
                    <a:pt x="154" y="1002"/>
                    <a:pt x="0" y="732"/>
                    <a:pt x="0" y="732"/>
                  </a:cubicBezTo>
                  <a:cubicBezTo>
                    <a:pt x="27" y="877"/>
                    <a:pt x="209" y="960"/>
                    <a:pt x="209" y="960"/>
                  </a:cubicBezTo>
                  <a:cubicBezTo>
                    <a:pt x="278" y="996"/>
                    <a:pt x="370" y="1016"/>
                    <a:pt x="454" y="1016"/>
                  </a:cubicBezTo>
                  <a:cubicBezTo>
                    <a:pt x="553" y="1016"/>
                    <a:pt x="644" y="982"/>
                    <a:pt x="722" y="933"/>
                  </a:cubicBezTo>
                  <a:cubicBezTo>
                    <a:pt x="864" y="843"/>
                    <a:pt x="958" y="685"/>
                    <a:pt x="958" y="505"/>
                  </a:cubicBezTo>
                  <a:cubicBezTo>
                    <a:pt x="958" y="226"/>
                    <a:pt x="732" y="0"/>
                    <a:pt x="453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876"/>
            </a:p>
          </p:txBody>
        </p:sp>
        <p:sp>
          <p:nvSpPr>
            <p:cNvPr id="100" name="Freeform 26">
              <a:extLst>
                <a:ext uri="{FF2B5EF4-FFF2-40B4-BE49-F238E27FC236}">
                  <a16:creationId xmlns:a16="http://schemas.microsoft.com/office/drawing/2014/main" id="{CBD018FE-A756-F843-B96A-4CD621F80C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510" y="3116706"/>
              <a:ext cx="629450" cy="582959"/>
            </a:xfrm>
            <a:custGeom>
              <a:avLst/>
              <a:gdLst>
                <a:gd name="T0" fmla="*/ 692 w 1018"/>
                <a:gd name="T1" fmla="*/ 395 h 943"/>
                <a:gd name="T2" fmla="*/ 694 w 1018"/>
                <a:gd name="T3" fmla="*/ 397 h 943"/>
                <a:gd name="T4" fmla="*/ 694 w 1018"/>
                <a:gd name="T5" fmla="*/ 397 h 943"/>
                <a:gd name="T6" fmla="*/ 739 w 1018"/>
                <a:gd name="T7" fmla="*/ 393 h 943"/>
                <a:gd name="T8" fmla="*/ 972 w 1018"/>
                <a:gd name="T9" fmla="*/ 627 h 943"/>
                <a:gd name="T10" fmla="*/ 872 w 1018"/>
                <a:gd name="T11" fmla="*/ 818 h 943"/>
                <a:gd name="T12" fmla="*/ 872 w 1018"/>
                <a:gd name="T13" fmla="*/ 818 h 943"/>
                <a:gd name="T14" fmla="*/ 931 w 1018"/>
                <a:gd name="T15" fmla="*/ 774 h 943"/>
                <a:gd name="T16" fmla="*/ 1007 w 1018"/>
                <a:gd name="T17" fmla="*/ 510 h 943"/>
                <a:gd name="T18" fmla="*/ 825 w 1018"/>
                <a:gd name="T19" fmla="*/ 115 h 943"/>
                <a:gd name="T20" fmla="*/ 736 w 1018"/>
                <a:gd name="T21" fmla="*/ 55 h 943"/>
                <a:gd name="T22" fmla="*/ 735 w 1018"/>
                <a:gd name="T23" fmla="*/ 56 h 943"/>
                <a:gd name="T24" fmla="*/ 504 w 1018"/>
                <a:gd name="T25" fmla="*/ 0 h 943"/>
                <a:gd name="T26" fmla="*/ 0 w 1018"/>
                <a:gd name="T27" fmla="*/ 504 h 943"/>
                <a:gd name="T28" fmla="*/ 237 w 1018"/>
                <a:gd name="T29" fmla="*/ 932 h 943"/>
                <a:gd name="T30" fmla="*/ 257 w 1018"/>
                <a:gd name="T31" fmla="*/ 943 h 943"/>
                <a:gd name="T32" fmla="*/ 255 w 1018"/>
                <a:gd name="T33" fmla="*/ 898 h 943"/>
                <a:gd name="T34" fmla="*/ 692 w 1018"/>
                <a:gd name="T35" fmla="*/ 395 h 943"/>
                <a:gd name="T36" fmla="*/ 963 w 1018"/>
                <a:gd name="T37" fmla="*/ 713 h 943"/>
                <a:gd name="T38" fmla="*/ 963 w 1018"/>
                <a:gd name="T39" fmla="*/ 714 h 943"/>
                <a:gd name="T40" fmla="*/ 963 w 1018"/>
                <a:gd name="T41" fmla="*/ 713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8" h="943">
                  <a:moveTo>
                    <a:pt x="692" y="395"/>
                  </a:moveTo>
                  <a:cubicBezTo>
                    <a:pt x="692" y="395"/>
                    <a:pt x="694" y="397"/>
                    <a:pt x="694" y="397"/>
                  </a:cubicBezTo>
                  <a:cubicBezTo>
                    <a:pt x="694" y="397"/>
                    <a:pt x="694" y="397"/>
                    <a:pt x="694" y="397"/>
                  </a:cubicBezTo>
                  <a:cubicBezTo>
                    <a:pt x="708" y="394"/>
                    <a:pt x="723" y="393"/>
                    <a:pt x="739" y="393"/>
                  </a:cubicBezTo>
                  <a:cubicBezTo>
                    <a:pt x="868" y="393"/>
                    <a:pt x="972" y="498"/>
                    <a:pt x="972" y="627"/>
                  </a:cubicBezTo>
                  <a:cubicBezTo>
                    <a:pt x="972" y="706"/>
                    <a:pt x="933" y="776"/>
                    <a:pt x="872" y="818"/>
                  </a:cubicBezTo>
                  <a:cubicBezTo>
                    <a:pt x="872" y="818"/>
                    <a:pt x="872" y="818"/>
                    <a:pt x="872" y="818"/>
                  </a:cubicBezTo>
                  <a:cubicBezTo>
                    <a:pt x="891" y="806"/>
                    <a:pt x="911" y="792"/>
                    <a:pt x="931" y="774"/>
                  </a:cubicBezTo>
                  <a:cubicBezTo>
                    <a:pt x="1002" y="673"/>
                    <a:pt x="1001" y="598"/>
                    <a:pt x="1007" y="510"/>
                  </a:cubicBezTo>
                  <a:cubicBezTo>
                    <a:pt x="1018" y="354"/>
                    <a:pt x="937" y="208"/>
                    <a:pt x="825" y="115"/>
                  </a:cubicBezTo>
                  <a:cubicBezTo>
                    <a:pt x="797" y="92"/>
                    <a:pt x="768" y="72"/>
                    <a:pt x="736" y="55"/>
                  </a:cubicBezTo>
                  <a:cubicBezTo>
                    <a:pt x="735" y="56"/>
                    <a:pt x="735" y="56"/>
                    <a:pt x="735" y="56"/>
                  </a:cubicBezTo>
                  <a:cubicBezTo>
                    <a:pt x="666" y="20"/>
                    <a:pt x="588" y="0"/>
                    <a:pt x="504" y="0"/>
                  </a:cubicBezTo>
                  <a:cubicBezTo>
                    <a:pt x="226" y="0"/>
                    <a:pt x="0" y="226"/>
                    <a:pt x="0" y="504"/>
                  </a:cubicBezTo>
                  <a:cubicBezTo>
                    <a:pt x="0" y="685"/>
                    <a:pt x="95" y="843"/>
                    <a:pt x="237" y="932"/>
                  </a:cubicBezTo>
                  <a:cubicBezTo>
                    <a:pt x="244" y="936"/>
                    <a:pt x="250" y="940"/>
                    <a:pt x="257" y="943"/>
                  </a:cubicBezTo>
                  <a:cubicBezTo>
                    <a:pt x="256" y="928"/>
                    <a:pt x="255" y="913"/>
                    <a:pt x="255" y="898"/>
                  </a:cubicBezTo>
                  <a:cubicBezTo>
                    <a:pt x="255" y="643"/>
                    <a:pt x="449" y="433"/>
                    <a:pt x="692" y="395"/>
                  </a:cubicBezTo>
                  <a:close/>
                  <a:moveTo>
                    <a:pt x="963" y="713"/>
                  </a:moveTo>
                  <a:cubicBezTo>
                    <a:pt x="963" y="714"/>
                    <a:pt x="963" y="714"/>
                    <a:pt x="963" y="714"/>
                  </a:cubicBezTo>
                  <a:cubicBezTo>
                    <a:pt x="963" y="714"/>
                    <a:pt x="963" y="713"/>
                    <a:pt x="963" y="713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876"/>
            </a:p>
          </p:txBody>
        </p:sp>
        <p:sp>
          <p:nvSpPr>
            <p:cNvPr id="101" name="Freeform 27">
              <a:extLst>
                <a:ext uri="{FF2B5EF4-FFF2-40B4-BE49-F238E27FC236}">
                  <a16:creationId xmlns:a16="http://schemas.microsoft.com/office/drawing/2014/main" id="{E4CA044E-60BB-1E46-8595-BC2566EA1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264" y="3360911"/>
              <a:ext cx="630756" cy="626316"/>
            </a:xfrm>
            <a:custGeom>
              <a:avLst/>
              <a:gdLst>
                <a:gd name="T0" fmla="*/ 325 w 1020"/>
                <a:gd name="T1" fmla="*/ 421 h 1013"/>
                <a:gd name="T2" fmla="*/ 249 w 1020"/>
                <a:gd name="T3" fmla="*/ 230 h 1013"/>
                <a:gd name="T4" fmla="*/ 439 w 1020"/>
                <a:gd name="T5" fmla="*/ 2 h 1013"/>
                <a:gd name="T6" fmla="*/ 437 w 1020"/>
                <a:gd name="T7" fmla="*/ 0 h 1013"/>
                <a:gd name="T8" fmla="*/ 0 w 1020"/>
                <a:gd name="T9" fmla="*/ 503 h 1013"/>
                <a:gd name="T10" fmla="*/ 510 w 1020"/>
                <a:gd name="T11" fmla="*/ 1013 h 1013"/>
                <a:gd name="T12" fmla="*/ 1020 w 1020"/>
                <a:gd name="T13" fmla="*/ 503 h 1013"/>
                <a:gd name="T14" fmla="*/ 325 w 1020"/>
                <a:gd name="T15" fmla="*/ 421 h 10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0" h="1013">
                  <a:moveTo>
                    <a:pt x="325" y="421"/>
                  </a:moveTo>
                  <a:cubicBezTo>
                    <a:pt x="325" y="421"/>
                    <a:pt x="249" y="349"/>
                    <a:pt x="249" y="230"/>
                  </a:cubicBezTo>
                  <a:cubicBezTo>
                    <a:pt x="249" y="116"/>
                    <a:pt x="322" y="34"/>
                    <a:pt x="439" y="2"/>
                  </a:cubicBezTo>
                  <a:cubicBezTo>
                    <a:pt x="439" y="2"/>
                    <a:pt x="437" y="0"/>
                    <a:pt x="437" y="0"/>
                  </a:cubicBezTo>
                  <a:cubicBezTo>
                    <a:pt x="194" y="38"/>
                    <a:pt x="0" y="248"/>
                    <a:pt x="0" y="503"/>
                  </a:cubicBezTo>
                  <a:cubicBezTo>
                    <a:pt x="0" y="785"/>
                    <a:pt x="228" y="1013"/>
                    <a:pt x="510" y="1013"/>
                  </a:cubicBezTo>
                  <a:cubicBezTo>
                    <a:pt x="792" y="1013"/>
                    <a:pt x="1020" y="785"/>
                    <a:pt x="1020" y="503"/>
                  </a:cubicBezTo>
                  <a:cubicBezTo>
                    <a:pt x="1020" y="503"/>
                    <a:pt x="679" y="804"/>
                    <a:pt x="325" y="4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876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2AF3977-B376-4949-9A20-81C52523CD1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66461" y="3369933"/>
            <a:ext cx="1162450" cy="1158627"/>
            <a:chOff x="6600354" y="3275881"/>
            <a:chExt cx="6276331" cy="6256116"/>
          </a:xfrm>
          <a:effectLst/>
        </p:grpSpPr>
        <p:sp>
          <p:nvSpPr>
            <p:cNvPr id="63" name="Shape 28328">
              <a:extLst>
                <a:ext uri="{FF2B5EF4-FFF2-40B4-BE49-F238E27FC236}">
                  <a16:creationId xmlns:a16="http://schemas.microsoft.com/office/drawing/2014/main" id="{B2E0CE6C-2212-644C-B455-5ECFA4B40398}"/>
                </a:ext>
              </a:extLst>
            </p:cNvPr>
            <p:cNvSpPr/>
            <p:nvPr/>
          </p:nvSpPr>
          <p:spPr>
            <a:xfrm>
              <a:off x="7117957" y="3275881"/>
              <a:ext cx="2438766" cy="2707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" y="11206"/>
                  </a:moveTo>
                  <a:lnTo>
                    <a:pt x="17" y="11206"/>
                  </a:lnTo>
                  <a:lnTo>
                    <a:pt x="17" y="11206"/>
                  </a:lnTo>
                  <a:cubicBezTo>
                    <a:pt x="12" y="11214"/>
                    <a:pt x="6" y="11221"/>
                    <a:pt x="0" y="11229"/>
                  </a:cubicBezTo>
                  <a:lnTo>
                    <a:pt x="22" y="11241"/>
                  </a:lnTo>
                  <a:lnTo>
                    <a:pt x="479" y="14867"/>
                  </a:lnTo>
                  <a:lnTo>
                    <a:pt x="13442" y="21600"/>
                  </a:lnTo>
                  <a:lnTo>
                    <a:pt x="16345" y="19729"/>
                  </a:lnTo>
                  <a:lnTo>
                    <a:pt x="16347" y="19729"/>
                  </a:lnTo>
                  <a:cubicBezTo>
                    <a:pt x="17667" y="18327"/>
                    <a:pt x="19507" y="17335"/>
                    <a:pt x="21600" y="16996"/>
                  </a:cubicBezTo>
                  <a:lnTo>
                    <a:pt x="21600" y="11098"/>
                  </a:lnTo>
                  <a:lnTo>
                    <a:pt x="21600" y="0"/>
                  </a:lnTo>
                  <a:cubicBezTo>
                    <a:pt x="12577" y="463"/>
                    <a:pt x="4708" y="4806"/>
                    <a:pt x="17" y="11206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4" name="Shape 28329">
              <a:extLst>
                <a:ext uri="{FF2B5EF4-FFF2-40B4-BE49-F238E27FC236}">
                  <a16:creationId xmlns:a16="http://schemas.microsoft.com/office/drawing/2014/main" id="{450B8BB6-3F50-664C-B497-BD208A718508}"/>
                </a:ext>
              </a:extLst>
            </p:cNvPr>
            <p:cNvSpPr/>
            <p:nvPr/>
          </p:nvSpPr>
          <p:spPr>
            <a:xfrm>
              <a:off x="7117957" y="4676362"/>
              <a:ext cx="1843365" cy="13036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610" y="7608"/>
                  </a:lnTo>
                  <a:lnTo>
                    <a:pt x="17757" y="21600"/>
                  </a:lnTo>
                  <a:lnTo>
                    <a:pt x="21600" y="17708"/>
                  </a:lnTo>
                  <a:cubicBezTo>
                    <a:pt x="21600" y="1770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65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5" name="Shape 28330">
              <a:extLst>
                <a:ext uri="{FF2B5EF4-FFF2-40B4-BE49-F238E27FC236}">
                  <a16:creationId xmlns:a16="http://schemas.microsoft.com/office/drawing/2014/main" id="{B418932D-E1FE-6048-9208-D93A7E0A0CFB}"/>
                </a:ext>
              </a:extLst>
            </p:cNvPr>
            <p:cNvSpPr/>
            <p:nvPr/>
          </p:nvSpPr>
          <p:spPr>
            <a:xfrm>
              <a:off x="8327814" y="4666835"/>
              <a:ext cx="1232085" cy="10813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759"/>
                  </a:moveTo>
                  <a:lnTo>
                    <a:pt x="21600" y="0"/>
                  </a:lnTo>
                  <a:cubicBezTo>
                    <a:pt x="12726" y="1042"/>
                    <a:pt x="4977" y="6408"/>
                    <a:pt x="0" y="14218"/>
                  </a:cubicBezTo>
                  <a:lnTo>
                    <a:pt x="11214" y="21600"/>
                  </a:lnTo>
                  <a:cubicBezTo>
                    <a:pt x="13825" y="18091"/>
                    <a:pt x="17463" y="15609"/>
                    <a:pt x="21600" y="14759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6" name="Shape 28331">
              <a:extLst>
                <a:ext uri="{FF2B5EF4-FFF2-40B4-BE49-F238E27FC236}">
                  <a16:creationId xmlns:a16="http://schemas.microsoft.com/office/drawing/2014/main" id="{37BD4FB0-D229-A848-A141-7F6EC4518E73}"/>
                </a:ext>
              </a:extLst>
            </p:cNvPr>
            <p:cNvSpPr/>
            <p:nvPr/>
          </p:nvSpPr>
          <p:spPr>
            <a:xfrm>
              <a:off x="7117957" y="4628726"/>
              <a:ext cx="1192392" cy="716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5" y="0"/>
                  </a:moveTo>
                  <a:cubicBezTo>
                    <a:pt x="388" y="479"/>
                    <a:pt x="192" y="960"/>
                    <a:pt x="0" y="1446"/>
                  </a:cubicBezTo>
                  <a:lnTo>
                    <a:pt x="20970" y="21600"/>
                  </a:lnTo>
                  <a:cubicBezTo>
                    <a:pt x="21175" y="21126"/>
                    <a:pt x="21386" y="20659"/>
                    <a:pt x="21600" y="20197"/>
                  </a:cubicBezTo>
                  <a:cubicBezTo>
                    <a:pt x="21600" y="20197"/>
                    <a:pt x="585" y="0"/>
                    <a:pt x="585" y="0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7" name="Shape 28333">
              <a:extLst>
                <a:ext uri="{FF2B5EF4-FFF2-40B4-BE49-F238E27FC236}">
                  <a16:creationId xmlns:a16="http://schemas.microsoft.com/office/drawing/2014/main" id="{B7E9A54D-5FA7-9245-9281-A34399B1686C}"/>
                </a:ext>
              </a:extLst>
            </p:cNvPr>
            <p:cNvSpPr/>
            <p:nvPr/>
          </p:nvSpPr>
          <p:spPr>
            <a:xfrm>
              <a:off x="6600354" y="4993931"/>
              <a:ext cx="2218071" cy="2994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47" h="21600" extrusionOk="0">
                  <a:moveTo>
                    <a:pt x="3075" y="20274"/>
                  </a:moveTo>
                  <a:lnTo>
                    <a:pt x="3075" y="20274"/>
                  </a:lnTo>
                  <a:lnTo>
                    <a:pt x="3075" y="20274"/>
                  </a:lnTo>
                  <a:cubicBezTo>
                    <a:pt x="3080" y="20281"/>
                    <a:pt x="3085" y="20289"/>
                    <a:pt x="3090" y="20297"/>
                  </a:cubicBezTo>
                  <a:lnTo>
                    <a:pt x="3112" y="20286"/>
                  </a:lnTo>
                  <a:lnTo>
                    <a:pt x="6978" y="21600"/>
                  </a:lnTo>
                  <a:lnTo>
                    <a:pt x="20447" y="15496"/>
                  </a:lnTo>
                  <a:lnTo>
                    <a:pt x="20082" y="12605"/>
                  </a:lnTo>
                  <a:lnTo>
                    <a:pt x="20083" y="12604"/>
                  </a:lnTo>
                  <a:cubicBezTo>
                    <a:pt x="19366" y="11040"/>
                    <a:pt x="19329" y="9295"/>
                    <a:pt x="20076" y="7666"/>
                  </a:cubicBezTo>
                  <a:lnTo>
                    <a:pt x="14174" y="5006"/>
                  </a:lnTo>
                  <a:lnTo>
                    <a:pt x="3069" y="0"/>
                  </a:lnTo>
                  <a:cubicBezTo>
                    <a:pt x="-1153" y="6571"/>
                    <a:pt x="-893" y="14079"/>
                    <a:pt x="3075" y="20274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8" name="Shape 28334">
              <a:extLst>
                <a:ext uri="{FF2B5EF4-FFF2-40B4-BE49-F238E27FC236}">
                  <a16:creationId xmlns:a16="http://schemas.microsoft.com/office/drawing/2014/main" id="{2B7ECF82-FB88-5F4C-8B1E-826F5868DE19}"/>
                </a:ext>
              </a:extLst>
            </p:cNvPr>
            <p:cNvSpPr/>
            <p:nvPr/>
          </p:nvSpPr>
          <p:spPr>
            <a:xfrm>
              <a:off x="6936955" y="6740563"/>
              <a:ext cx="1884646" cy="12464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416"/>
                  </a:moveTo>
                  <a:lnTo>
                    <a:pt x="4853" y="21600"/>
                  </a:lnTo>
                  <a:lnTo>
                    <a:pt x="21600" y="6946"/>
                  </a:lnTo>
                  <a:lnTo>
                    <a:pt x="21146" y="0"/>
                  </a:lnTo>
                  <a:cubicBezTo>
                    <a:pt x="21146" y="0"/>
                    <a:pt x="0" y="18416"/>
                    <a:pt x="0" y="18416"/>
                  </a:cubicBezTo>
                  <a:close/>
                </a:path>
              </a:pathLst>
            </a:custGeom>
            <a:solidFill>
              <a:srgbClr val="000000">
                <a:alpha val="65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9" name="Shape 28335">
              <a:extLst>
                <a:ext uri="{FF2B5EF4-FFF2-40B4-BE49-F238E27FC236}">
                  <a16:creationId xmlns:a16="http://schemas.microsoft.com/office/drawing/2014/main" id="{74962A57-2430-FA4B-AC1D-87C2B8EEDBE1}"/>
                </a:ext>
              </a:extLst>
            </p:cNvPr>
            <p:cNvSpPr/>
            <p:nvPr/>
          </p:nvSpPr>
          <p:spPr>
            <a:xfrm>
              <a:off x="7991213" y="5684645"/>
              <a:ext cx="792282" cy="1424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62" h="21600" extrusionOk="0">
                  <a:moveTo>
                    <a:pt x="20141" y="5597"/>
                  </a:moveTo>
                  <a:lnTo>
                    <a:pt x="3847" y="0"/>
                  </a:lnTo>
                  <a:cubicBezTo>
                    <a:pt x="-1438" y="7054"/>
                    <a:pt x="-1134" y="14904"/>
                    <a:pt x="3880" y="21600"/>
                  </a:cubicBezTo>
                  <a:lnTo>
                    <a:pt x="20162" y="15984"/>
                  </a:lnTo>
                  <a:cubicBezTo>
                    <a:pt x="18182" y="12695"/>
                    <a:pt x="18079" y="9023"/>
                    <a:pt x="20141" y="5597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" name="Shape 28336">
              <a:extLst>
                <a:ext uri="{FF2B5EF4-FFF2-40B4-BE49-F238E27FC236}">
                  <a16:creationId xmlns:a16="http://schemas.microsoft.com/office/drawing/2014/main" id="{BA67EBB4-A687-3B45-A226-DC4F17AD0BD6}"/>
                </a:ext>
              </a:extLst>
            </p:cNvPr>
            <p:cNvSpPr/>
            <p:nvPr/>
          </p:nvSpPr>
          <p:spPr>
            <a:xfrm>
              <a:off x="6916314" y="7085126"/>
              <a:ext cx="1181277" cy="7224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0048"/>
                  </a:moveTo>
                  <a:cubicBezTo>
                    <a:pt x="152" y="20568"/>
                    <a:pt x="307" y="21085"/>
                    <a:pt x="465" y="21600"/>
                  </a:cubicBezTo>
                  <a:lnTo>
                    <a:pt x="21600" y="1594"/>
                  </a:lnTo>
                  <a:cubicBezTo>
                    <a:pt x="21455" y="1066"/>
                    <a:pt x="21315" y="535"/>
                    <a:pt x="21180" y="0"/>
                  </a:cubicBezTo>
                  <a:cubicBezTo>
                    <a:pt x="21180" y="0"/>
                    <a:pt x="0" y="20048"/>
                    <a:pt x="0" y="20048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1" name="Shape 28338">
              <a:extLst>
                <a:ext uri="{FF2B5EF4-FFF2-40B4-BE49-F238E27FC236}">
                  <a16:creationId xmlns:a16="http://schemas.microsoft.com/office/drawing/2014/main" id="{3CFA0572-14C6-E84B-B1C4-1ED354A4E06F}"/>
                </a:ext>
              </a:extLst>
            </p:cNvPr>
            <p:cNvSpPr/>
            <p:nvPr/>
          </p:nvSpPr>
          <p:spPr>
            <a:xfrm>
              <a:off x="7117957" y="7056544"/>
              <a:ext cx="2805535" cy="2472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38" y="21598"/>
                  </a:moveTo>
                  <a:lnTo>
                    <a:pt x="18738" y="21598"/>
                  </a:lnTo>
                  <a:lnTo>
                    <a:pt x="18738" y="21598"/>
                  </a:lnTo>
                  <a:cubicBezTo>
                    <a:pt x="18747" y="21599"/>
                    <a:pt x="18756" y="21599"/>
                    <a:pt x="18765" y="21600"/>
                  </a:cubicBezTo>
                  <a:lnTo>
                    <a:pt x="18765" y="21575"/>
                  </a:lnTo>
                  <a:lnTo>
                    <a:pt x="21599" y="19202"/>
                  </a:lnTo>
                  <a:lnTo>
                    <a:pt x="21600" y="4450"/>
                  </a:lnTo>
                  <a:lnTo>
                    <a:pt x="18775" y="2994"/>
                  </a:lnTo>
                  <a:lnTo>
                    <a:pt x="18775" y="2992"/>
                  </a:lnTo>
                  <a:cubicBezTo>
                    <a:pt x="17030" y="2631"/>
                    <a:pt x="15402" y="1602"/>
                    <a:pt x="14209" y="0"/>
                  </a:cubicBezTo>
                  <a:lnTo>
                    <a:pt x="9279" y="3224"/>
                  </a:lnTo>
                  <a:lnTo>
                    <a:pt x="0" y="9292"/>
                  </a:lnTo>
                  <a:cubicBezTo>
                    <a:pt x="4304" y="16744"/>
                    <a:pt x="11351" y="21091"/>
                    <a:pt x="18738" y="21598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2" name="Shape 28339">
              <a:extLst>
                <a:ext uri="{FF2B5EF4-FFF2-40B4-BE49-F238E27FC236}">
                  <a16:creationId xmlns:a16="http://schemas.microsoft.com/office/drawing/2014/main" id="{0A3A4FFF-67DF-1541-BC7C-D45C265F9E2B}"/>
                </a:ext>
              </a:extLst>
            </p:cNvPr>
            <p:cNvSpPr/>
            <p:nvPr/>
          </p:nvSpPr>
          <p:spPr>
            <a:xfrm>
              <a:off x="9555136" y="7402695"/>
              <a:ext cx="371531" cy="2129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591" y="18819"/>
                  </a:lnTo>
                  <a:lnTo>
                    <a:pt x="21600" y="1692"/>
                  </a:lnTo>
                  <a:lnTo>
                    <a:pt x="264" y="0"/>
                  </a:lnTo>
                  <a:cubicBezTo>
                    <a:pt x="264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>
                <a:alpha val="65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3" name="Shape 28340">
              <a:extLst>
                <a:ext uri="{FF2B5EF4-FFF2-40B4-BE49-F238E27FC236}">
                  <a16:creationId xmlns:a16="http://schemas.microsoft.com/office/drawing/2014/main" id="{D03153BB-46F4-9B4A-9A9B-C94F1C34E8B0}"/>
                </a:ext>
              </a:extLst>
            </p:cNvPr>
            <p:cNvSpPr/>
            <p:nvPr/>
          </p:nvSpPr>
          <p:spPr>
            <a:xfrm>
              <a:off x="8327814" y="7056544"/>
              <a:ext cx="1232085" cy="1081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215" y="0"/>
                  </a:moveTo>
                  <a:lnTo>
                    <a:pt x="0" y="7370"/>
                  </a:lnTo>
                  <a:cubicBezTo>
                    <a:pt x="5224" y="15613"/>
                    <a:pt x="13171" y="20586"/>
                    <a:pt x="21592" y="21600"/>
                  </a:cubicBezTo>
                  <a:lnTo>
                    <a:pt x="21600" y="6840"/>
                  </a:lnTo>
                  <a:cubicBezTo>
                    <a:pt x="17630" y="6014"/>
                    <a:pt x="13926" y="3661"/>
                    <a:pt x="11215" y="0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" name="Shape 28341">
              <a:extLst>
                <a:ext uri="{FF2B5EF4-FFF2-40B4-BE49-F238E27FC236}">
                  <a16:creationId xmlns:a16="http://schemas.microsoft.com/office/drawing/2014/main" id="{34E299D0-C237-D746-9613-1F37160D2296}"/>
                </a:ext>
              </a:extLst>
            </p:cNvPr>
            <p:cNvSpPr/>
            <p:nvPr/>
          </p:nvSpPr>
          <p:spPr>
            <a:xfrm>
              <a:off x="9497977" y="8188679"/>
              <a:ext cx="58746" cy="13417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535"/>
                  </a:moveTo>
                  <a:cubicBezTo>
                    <a:pt x="7087" y="21559"/>
                    <a:pt x="14184" y="21582"/>
                    <a:pt x="21295" y="21600"/>
                  </a:cubicBezTo>
                  <a:lnTo>
                    <a:pt x="21600" y="111"/>
                  </a:lnTo>
                  <a:cubicBezTo>
                    <a:pt x="14479" y="79"/>
                    <a:pt x="7385" y="42"/>
                    <a:pt x="305" y="0"/>
                  </a:cubicBezTo>
                  <a:cubicBezTo>
                    <a:pt x="305" y="0"/>
                    <a:pt x="0" y="21535"/>
                    <a:pt x="0" y="21535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" name="Shape 28343">
              <a:extLst>
                <a:ext uri="{FF2B5EF4-FFF2-40B4-BE49-F238E27FC236}">
                  <a16:creationId xmlns:a16="http://schemas.microsoft.com/office/drawing/2014/main" id="{3D9C32AB-88B3-3549-B568-5469E8CF863F}"/>
                </a:ext>
              </a:extLst>
            </p:cNvPr>
            <p:cNvSpPr/>
            <p:nvPr/>
          </p:nvSpPr>
          <p:spPr>
            <a:xfrm>
              <a:off x="9920316" y="6816779"/>
              <a:ext cx="2438766" cy="2707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83" y="10385"/>
                  </a:moveTo>
                  <a:lnTo>
                    <a:pt x="21583" y="10385"/>
                  </a:lnTo>
                  <a:lnTo>
                    <a:pt x="21583" y="10385"/>
                  </a:lnTo>
                  <a:cubicBezTo>
                    <a:pt x="21588" y="10377"/>
                    <a:pt x="21594" y="10370"/>
                    <a:pt x="21600" y="10362"/>
                  </a:cubicBezTo>
                  <a:lnTo>
                    <a:pt x="21578" y="10351"/>
                  </a:lnTo>
                  <a:lnTo>
                    <a:pt x="21119" y="6725"/>
                  </a:lnTo>
                  <a:lnTo>
                    <a:pt x="8153" y="0"/>
                  </a:lnTo>
                  <a:lnTo>
                    <a:pt x="5252" y="1872"/>
                  </a:lnTo>
                  <a:lnTo>
                    <a:pt x="5251" y="1872"/>
                  </a:lnTo>
                  <a:cubicBezTo>
                    <a:pt x="3932" y="3274"/>
                    <a:pt x="2092" y="4267"/>
                    <a:pt x="0" y="4607"/>
                  </a:cubicBezTo>
                  <a:lnTo>
                    <a:pt x="4" y="10504"/>
                  </a:lnTo>
                  <a:lnTo>
                    <a:pt x="11" y="21600"/>
                  </a:lnTo>
                  <a:cubicBezTo>
                    <a:pt x="9032" y="21133"/>
                    <a:pt x="16897" y="16786"/>
                    <a:pt x="21583" y="10385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5400000" scaled="1"/>
            </a:gra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" name="Shape 28344">
              <a:extLst>
                <a:ext uri="{FF2B5EF4-FFF2-40B4-BE49-F238E27FC236}">
                  <a16:creationId xmlns:a16="http://schemas.microsoft.com/office/drawing/2014/main" id="{9F256080-41F9-6C41-83A5-B83EEDF442AC}"/>
                </a:ext>
              </a:extLst>
            </p:cNvPr>
            <p:cNvSpPr/>
            <p:nvPr/>
          </p:nvSpPr>
          <p:spPr>
            <a:xfrm>
              <a:off x="10506191" y="6816779"/>
              <a:ext cx="1843365" cy="13020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0987" y="13987"/>
                  </a:lnTo>
                  <a:lnTo>
                    <a:pt x="3840" y="0"/>
                  </a:lnTo>
                  <a:lnTo>
                    <a:pt x="0" y="3897"/>
                  </a:lnTo>
                  <a:cubicBezTo>
                    <a:pt x="0" y="3897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000000">
                <a:alpha val="65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7" name="Shape 28345">
              <a:extLst>
                <a:ext uri="{FF2B5EF4-FFF2-40B4-BE49-F238E27FC236}">
                  <a16:creationId xmlns:a16="http://schemas.microsoft.com/office/drawing/2014/main" id="{6F5E07FB-D311-4D4F-A6AD-063B82880EF6}"/>
                </a:ext>
              </a:extLst>
            </p:cNvPr>
            <p:cNvSpPr/>
            <p:nvPr/>
          </p:nvSpPr>
          <p:spPr>
            <a:xfrm>
              <a:off x="9920316" y="7056544"/>
              <a:ext cx="1233672" cy="1081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6845"/>
                  </a:moveTo>
                  <a:lnTo>
                    <a:pt x="8" y="21600"/>
                  </a:lnTo>
                  <a:cubicBezTo>
                    <a:pt x="8881" y="20553"/>
                    <a:pt x="16627" y="15184"/>
                    <a:pt x="21600" y="7372"/>
                  </a:cubicBezTo>
                  <a:lnTo>
                    <a:pt x="10382" y="0"/>
                  </a:lnTo>
                  <a:cubicBezTo>
                    <a:pt x="7774" y="3509"/>
                    <a:pt x="4136" y="5993"/>
                    <a:pt x="0" y="6845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" name="Shape 28346">
              <a:extLst>
                <a:ext uri="{FF2B5EF4-FFF2-40B4-BE49-F238E27FC236}">
                  <a16:creationId xmlns:a16="http://schemas.microsoft.com/office/drawing/2014/main" id="{D3530984-9C44-5547-9F7E-FCC0B912C1AA}"/>
                </a:ext>
              </a:extLst>
            </p:cNvPr>
            <p:cNvSpPr/>
            <p:nvPr/>
          </p:nvSpPr>
          <p:spPr>
            <a:xfrm>
              <a:off x="11168278" y="7450330"/>
              <a:ext cx="1190804" cy="7145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16" y="21600"/>
                  </a:moveTo>
                  <a:cubicBezTo>
                    <a:pt x="21213" y="21120"/>
                    <a:pt x="21408" y="20638"/>
                    <a:pt x="21600" y="20152"/>
                  </a:cubicBezTo>
                  <a:lnTo>
                    <a:pt x="629" y="0"/>
                  </a:lnTo>
                  <a:cubicBezTo>
                    <a:pt x="424" y="474"/>
                    <a:pt x="214" y="942"/>
                    <a:pt x="0" y="1405"/>
                  </a:cubicBezTo>
                  <a:cubicBezTo>
                    <a:pt x="0" y="1405"/>
                    <a:pt x="21016" y="21600"/>
                    <a:pt x="21016" y="21600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" name="Shape 28348">
              <a:extLst>
                <a:ext uri="{FF2B5EF4-FFF2-40B4-BE49-F238E27FC236}">
                  <a16:creationId xmlns:a16="http://schemas.microsoft.com/office/drawing/2014/main" id="{9BEAC2EE-2DDC-074D-9492-38C911208999}"/>
                </a:ext>
              </a:extLst>
            </p:cNvPr>
            <p:cNvSpPr/>
            <p:nvPr/>
          </p:nvSpPr>
          <p:spPr>
            <a:xfrm>
              <a:off x="10658614" y="4811329"/>
              <a:ext cx="2218071" cy="2996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4" h="21600" extrusionOk="0">
                  <a:moveTo>
                    <a:pt x="17397" y="1331"/>
                  </a:moveTo>
                  <a:lnTo>
                    <a:pt x="17397" y="1331"/>
                  </a:lnTo>
                  <a:lnTo>
                    <a:pt x="17397" y="1331"/>
                  </a:lnTo>
                  <a:cubicBezTo>
                    <a:pt x="17392" y="1323"/>
                    <a:pt x="17387" y="1316"/>
                    <a:pt x="17382" y="1308"/>
                  </a:cubicBezTo>
                  <a:lnTo>
                    <a:pt x="17360" y="1318"/>
                  </a:lnTo>
                  <a:lnTo>
                    <a:pt x="13493" y="0"/>
                  </a:lnTo>
                  <a:lnTo>
                    <a:pt x="0" y="6086"/>
                  </a:lnTo>
                  <a:lnTo>
                    <a:pt x="359" y="8977"/>
                  </a:lnTo>
                  <a:lnTo>
                    <a:pt x="358" y="8977"/>
                  </a:lnTo>
                  <a:cubicBezTo>
                    <a:pt x="1073" y="10541"/>
                    <a:pt x="1106" y="12286"/>
                    <a:pt x="355" y="13914"/>
                  </a:cubicBezTo>
                  <a:lnTo>
                    <a:pt x="6256" y="16581"/>
                  </a:lnTo>
                  <a:lnTo>
                    <a:pt x="17361" y="21600"/>
                  </a:lnTo>
                  <a:cubicBezTo>
                    <a:pt x="21600" y="15036"/>
                    <a:pt x="21356" y="7529"/>
                    <a:pt x="17397" y="133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0" name="Shape 28349">
              <a:extLst>
                <a:ext uri="{FF2B5EF4-FFF2-40B4-BE49-F238E27FC236}">
                  <a16:creationId xmlns:a16="http://schemas.microsoft.com/office/drawing/2014/main" id="{F938ED09-0F35-CD46-B66C-924BF0C81E48}"/>
                </a:ext>
              </a:extLst>
            </p:cNvPr>
            <p:cNvSpPr/>
            <p:nvPr/>
          </p:nvSpPr>
          <p:spPr>
            <a:xfrm>
              <a:off x="10658614" y="4811329"/>
              <a:ext cx="1886233" cy="12448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01"/>
                  </a:moveTo>
                  <a:lnTo>
                    <a:pt x="16753" y="0"/>
                  </a:lnTo>
                  <a:lnTo>
                    <a:pt x="0" y="14640"/>
                  </a:lnTo>
                  <a:lnTo>
                    <a:pt x="447" y="21600"/>
                  </a:lnTo>
                  <a:cubicBezTo>
                    <a:pt x="447" y="21600"/>
                    <a:pt x="21600" y="3201"/>
                    <a:pt x="21600" y="3201"/>
                  </a:cubicBezTo>
                  <a:close/>
                </a:path>
              </a:pathLst>
            </a:custGeom>
            <a:solidFill>
              <a:srgbClr val="000000">
                <a:alpha val="65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1" name="Shape 28350">
              <a:extLst>
                <a:ext uri="{FF2B5EF4-FFF2-40B4-BE49-F238E27FC236}">
                  <a16:creationId xmlns:a16="http://schemas.microsoft.com/office/drawing/2014/main" id="{EFA0B06E-C671-FA40-9C75-58011E9E3F6B}"/>
                </a:ext>
              </a:extLst>
            </p:cNvPr>
            <p:cNvSpPr/>
            <p:nvPr/>
          </p:nvSpPr>
          <p:spPr>
            <a:xfrm>
              <a:off x="10698308" y="5684645"/>
              <a:ext cx="790694" cy="1424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71" h="21600" extrusionOk="0">
                  <a:moveTo>
                    <a:pt x="0" y="15987"/>
                  </a:moveTo>
                  <a:lnTo>
                    <a:pt x="16292" y="21600"/>
                  </a:lnTo>
                  <a:cubicBezTo>
                    <a:pt x="21600" y="14551"/>
                    <a:pt x="21317" y="6701"/>
                    <a:pt x="16317" y="0"/>
                  </a:cubicBezTo>
                  <a:lnTo>
                    <a:pt x="8" y="5600"/>
                  </a:lnTo>
                  <a:cubicBezTo>
                    <a:pt x="1981" y="8891"/>
                    <a:pt x="2073" y="12563"/>
                    <a:pt x="0" y="15987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2" name="Shape 28351">
              <a:extLst>
                <a:ext uri="{FF2B5EF4-FFF2-40B4-BE49-F238E27FC236}">
                  <a16:creationId xmlns:a16="http://schemas.microsoft.com/office/drawing/2014/main" id="{DE293B47-FAE5-4E4F-886C-E7CD20766D6D}"/>
                </a:ext>
              </a:extLst>
            </p:cNvPr>
            <p:cNvSpPr/>
            <p:nvPr/>
          </p:nvSpPr>
          <p:spPr>
            <a:xfrm>
              <a:off x="11379447" y="4993931"/>
              <a:ext cx="1181277" cy="7192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557"/>
                  </a:moveTo>
                  <a:cubicBezTo>
                    <a:pt x="21448" y="1036"/>
                    <a:pt x="21295" y="517"/>
                    <a:pt x="21137" y="0"/>
                  </a:cubicBezTo>
                  <a:lnTo>
                    <a:pt x="0" y="20000"/>
                  </a:lnTo>
                  <a:cubicBezTo>
                    <a:pt x="144" y="20530"/>
                    <a:pt x="283" y="21064"/>
                    <a:pt x="417" y="21600"/>
                  </a:cubicBezTo>
                  <a:cubicBezTo>
                    <a:pt x="417" y="21600"/>
                    <a:pt x="21600" y="1557"/>
                    <a:pt x="21600" y="1557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3" name="Shape 28353">
              <a:extLst>
                <a:ext uri="{FF2B5EF4-FFF2-40B4-BE49-F238E27FC236}">
                  <a16:creationId xmlns:a16="http://schemas.microsoft.com/office/drawing/2014/main" id="{77301C0D-6521-3645-AF32-EA42F9E191E4}"/>
                </a:ext>
              </a:extLst>
            </p:cNvPr>
            <p:cNvSpPr/>
            <p:nvPr/>
          </p:nvSpPr>
          <p:spPr>
            <a:xfrm>
              <a:off x="9555136" y="3275881"/>
              <a:ext cx="2805534" cy="2472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860" y="2"/>
                  </a:moveTo>
                  <a:lnTo>
                    <a:pt x="2860" y="2"/>
                  </a:lnTo>
                  <a:lnTo>
                    <a:pt x="2860" y="2"/>
                  </a:lnTo>
                  <a:cubicBezTo>
                    <a:pt x="2851" y="1"/>
                    <a:pt x="2842" y="1"/>
                    <a:pt x="2833" y="0"/>
                  </a:cubicBezTo>
                  <a:lnTo>
                    <a:pt x="2833" y="25"/>
                  </a:lnTo>
                  <a:lnTo>
                    <a:pt x="0" y="2398"/>
                  </a:lnTo>
                  <a:lnTo>
                    <a:pt x="1" y="17152"/>
                  </a:lnTo>
                  <a:lnTo>
                    <a:pt x="2826" y="18607"/>
                  </a:lnTo>
                  <a:lnTo>
                    <a:pt x="2826" y="18609"/>
                  </a:lnTo>
                  <a:cubicBezTo>
                    <a:pt x="4572" y="18969"/>
                    <a:pt x="6200" y="19999"/>
                    <a:pt x="7393" y="21600"/>
                  </a:cubicBezTo>
                  <a:lnTo>
                    <a:pt x="12323" y="18374"/>
                  </a:lnTo>
                  <a:lnTo>
                    <a:pt x="21600" y="12305"/>
                  </a:lnTo>
                  <a:cubicBezTo>
                    <a:pt x="17295" y="4853"/>
                    <a:pt x="10247" y="508"/>
                    <a:pt x="2860" y="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5400000" scaled="1"/>
            </a:gra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4" name="Shape 28354">
              <a:extLst>
                <a:ext uri="{FF2B5EF4-FFF2-40B4-BE49-F238E27FC236}">
                  <a16:creationId xmlns:a16="http://schemas.microsoft.com/office/drawing/2014/main" id="{8A6DC344-56C2-2844-ABA5-8C432D5F4852}"/>
                </a:ext>
              </a:extLst>
            </p:cNvPr>
            <p:cNvSpPr/>
            <p:nvPr/>
          </p:nvSpPr>
          <p:spPr>
            <a:xfrm>
              <a:off x="9555136" y="3275881"/>
              <a:ext cx="371531" cy="2129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2782"/>
                  </a:lnTo>
                  <a:lnTo>
                    <a:pt x="11" y="19909"/>
                  </a:lnTo>
                  <a:lnTo>
                    <a:pt x="21362" y="21600"/>
                  </a:lnTo>
                  <a:cubicBezTo>
                    <a:pt x="21362" y="21600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000000">
                <a:alpha val="65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5" name="Shape 28355">
              <a:extLst>
                <a:ext uri="{FF2B5EF4-FFF2-40B4-BE49-F238E27FC236}">
                  <a16:creationId xmlns:a16="http://schemas.microsoft.com/office/drawing/2014/main" id="{35AB0B76-9A69-8C45-8CFB-0C0CC603B1D9}"/>
                </a:ext>
              </a:extLst>
            </p:cNvPr>
            <p:cNvSpPr/>
            <p:nvPr/>
          </p:nvSpPr>
          <p:spPr>
            <a:xfrm>
              <a:off x="9920316" y="4666835"/>
              <a:ext cx="1233672" cy="10813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386" y="21600"/>
                  </a:moveTo>
                  <a:lnTo>
                    <a:pt x="21600" y="14226"/>
                  </a:lnTo>
                  <a:cubicBezTo>
                    <a:pt x="16375" y="5984"/>
                    <a:pt x="8426" y="1012"/>
                    <a:pt x="5" y="0"/>
                  </a:cubicBezTo>
                  <a:lnTo>
                    <a:pt x="0" y="14762"/>
                  </a:lnTo>
                  <a:cubicBezTo>
                    <a:pt x="3970" y="15587"/>
                    <a:pt x="7674" y="17939"/>
                    <a:pt x="10386" y="21600"/>
                  </a:cubicBez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6" name="Shape 28356">
              <a:extLst>
                <a:ext uri="{FF2B5EF4-FFF2-40B4-BE49-F238E27FC236}">
                  <a16:creationId xmlns:a16="http://schemas.microsoft.com/office/drawing/2014/main" id="{D983D47C-BF73-D947-A65D-6F6ABF6B0D59}"/>
                </a:ext>
              </a:extLst>
            </p:cNvPr>
            <p:cNvSpPr/>
            <p:nvPr/>
          </p:nvSpPr>
          <p:spPr>
            <a:xfrm>
              <a:off x="9920316" y="3275881"/>
              <a:ext cx="58746" cy="13417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64"/>
                  </a:moveTo>
                  <a:cubicBezTo>
                    <a:pt x="14474" y="40"/>
                    <a:pt x="7348" y="18"/>
                    <a:pt x="209" y="0"/>
                  </a:cubicBezTo>
                  <a:lnTo>
                    <a:pt x="0" y="21490"/>
                  </a:lnTo>
                  <a:cubicBezTo>
                    <a:pt x="7150" y="21521"/>
                    <a:pt x="14279" y="21559"/>
                    <a:pt x="21395" y="21600"/>
                  </a:cubicBezTo>
                  <a:cubicBezTo>
                    <a:pt x="21395" y="21600"/>
                    <a:pt x="21600" y="64"/>
                    <a:pt x="21600" y="64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lIns="30434" tIns="30434" rIns="30434" bIns="30434" anchor="ctr"/>
            <a:lstStyle/>
            <a:p>
              <a:pPr defTabSz="365180" eaLnBrk="1" fontAlgn="auto" hangingPunct="1">
                <a:spcBef>
                  <a:spcPts val="0"/>
                </a:spcBef>
                <a:spcAft>
                  <a:spcPts val="0"/>
                </a:spcAft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B4866E87-0832-C54A-9D40-C9154CEA6FB1}"/>
              </a:ext>
            </a:extLst>
          </p:cNvPr>
          <p:cNvSpPr txBox="1"/>
          <p:nvPr/>
        </p:nvSpPr>
        <p:spPr>
          <a:xfrm>
            <a:off x="833642" y="1158232"/>
            <a:ext cx="6511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Arrows</a:t>
            </a: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86FFE6DB-B71C-3945-812B-1AFEE82BE5C4}"/>
              </a:ext>
            </a:extLst>
          </p:cNvPr>
          <p:cNvGrpSpPr>
            <a:grpSpLocks noChangeAspect="1"/>
          </p:cNvGrpSpPr>
          <p:nvPr/>
        </p:nvGrpSpPr>
        <p:grpSpPr>
          <a:xfrm>
            <a:off x="436250" y="5372516"/>
            <a:ext cx="1474273" cy="648768"/>
            <a:chOff x="4620388" y="5211550"/>
            <a:chExt cx="1464944" cy="644663"/>
          </a:xfrm>
        </p:grpSpPr>
        <p:sp>
          <p:nvSpPr>
            <p:cNvPr id="132" name="Freeform 20">
              <a:extLst>
                <a:ext uri="{FF2B5EF4-FFF2-40B4-BE49-F238E27FC236}">
                  <a16:creationId xmlns:a16="http://schemas.microsoft.com/office/drawing/2014/main" id="{FA2A13C2-82ED-3F4B-9E16-AB47CC697F06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4620388" y="5485104"/>
              <a:ext cx="369273" cy="369273"/>
            </a:xfrm>
            <a:custGeom>
              <a:avLst/>
              <a:gdLst>
                <a:gd name="T0" fmla="*/ 137 w 137"/>
                <a:gd name="T1" fmla="*/ 137 h 137"/>
                <a:gd name="T2" fmla="*/ 0 w 137"/>
                <a:gd name="T3" fmla="*/ 0 h 137"/>
                <a:gd name="T4" fmla="*/ 0 w 137"/>
                <a:gd name="T5" fmla="*/ 137 h 137"/>
                <a:gd name="T6" fmla="*/ 137 w 137"/>
                <a:gd name="T7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" h="137">
                  <a:moveTo>
                    <a:pt x="137" y="137"/>
                  </a:moveTo>
                  <a:cubicBezTo>
                    <a:pt x="137" y="61"/>
                    <a:pt x="76" y="0"/>
                    <a:pt x="0" y="0"/>
                  </a:cubicBezTo>
                  <a:cubicBezTo>
                    <a:pt x="0" y="137"/>
                    <a:pt x="0" y="137"/>
                    <a:pt x="0" y="137"/>
                  </a:cubicBezTo>
                  <a:lnTo>
                    <a:pt x="137" y="1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th-TH" sz="1677"/>
            </a:p>
          </p:txBody>
        </p:sp>
        <p:sp>
          <p:nvSpPr>
            <p:cNvPr id="133" name="Freeform 15">
              <a:extLst>
                <a:ext uri="{FF2B5EF4-FFF2-40B4-BE49-F238E27FC236}">
                  <a16:creationId xmlns:a16="http://schemas.microsoft.com/office/drawing/2014/main" id="{156831C0-8EF8-AA4F-81B6-2E898A44FBEF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4895240" y="5211550"/>
              <a:ext cx="366676" cy="369273"/>
            </a:xfrm>
            <a:custGeom>
              <a:avLst/>
              <a:gdLst>
                <a:gd name="T0" fmla="*/ 136 w 136"/>
                <a:gd name="T1" fmla="*/ 137 h 137"/>
                <a:gd name="T2" fmla="*/ 136 w 136"/>
                <a:gd name="T3" fmla="*/ 0 h 137"/>
                <a:gd name="T4" fmla="*/ 0 w 136"/>
                <a:gd name="T5" fmla="*/ 0 h 137"/>
                <a:gd name="T6" fmla="*/ 136 w 136"/>
                <a:gd name="T7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6" h="137">
                  <a:moveTo>
                    <a:pt x="136" y="137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6"/>
                    <a:pt x="61" y="137"/>
                    <a:pt x="136" y="13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th-TH" sz="1677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1D700066-C8B0-034B-A46D-95A32877A2B4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5167496" y="5486940"/>
              <a:ext cx="369273" cy="369273"/>
            </a:xfrm>
            <a:custGeom>
              <a:avLst/>
              <a:gdLst>
                <a:gd name="T0" fmla="*/ 137 w 137"/>
                <a:gd name="T1" fmla="*/ 137 h 137"/>
                <a:gd name="T2" fmla="*/ 0 w 137"/>
                <a:gd name="T3" fmla="*/ 0 h 137"/>
                <a:gd name="T4" fmla="*/ 0 w 137"/>
                <a:gd name="T5" fmla="*/ 137 h 137"/>
                <a:gd name="T6" fmla="*/ 137 w 137"/>
                <a:gd name="T7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" h="137">
                  <a:moveTo>
                    <a:pt x="137" y="137"/>
                  </a:moveTo>
                  <a:cubicBezTo>
                    <a:pt x="137" y="61"/>
                    <a:pt x="76" y="0"/>
                    <a:pt x="0" y="0"/>
                  </a:cubicBezTo>
                  <a:cubicBezTo>
                    <a:pt x="0" y="137"/>
                    <a:pt x="0" y="137"/>
                    <a:pt x="0" y="137"/>
                  </a:cubicBezTo>
                  <a:lnTo>
                    <a:pt x="137" y="13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th-TH" sz="1677"/>
            </a:p>
          </p:txBody>
        </p:sp>
        <p:sp>
          <p:nvSpPr>
            <p:cNvPr id="135" name="Freeform 17">
              <a:extLst>
                <a:ext uri="{FF2B5EF4-FFF2-40B4-BE49-F238E27FC236}">
                  <a16:creationId xmlns:a16="http://schemas.microsoft.com/office/drawing/2014/main" id="{E179912A-5D23-B742-9D7C-F6A1AB6A619D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5441968" y="5212469"/>
              <a:ext cx="369273" cy="369273"/>
            </a:xfrm>
            <a:custGeom>
              <a:avLst/>
              <a:gdLst>
                <a:gd name="T0" fmla="*/ 137 w 137"/>
                <a:gd name="T1" fmla="*/ 137 h 137"/>
                <a:gd name="T2" fmla="*/ 137 w 137"/>
                <a:gd name="T3" fmla="*/ 0 h 137"/>
                <a:gd name="T4" fmla="*/ 0 w 137"/>
                <a:gd name="T5" fmla="*/ 0 h 137"/>
                <a:gd name="T6" fmla="*/ 137 w 137"/>
                <a:gd name="T7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" h="137">
                  <a:moveTo>
                    <a:pt x="137" y="137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6"/>
                    <a:pt x="61" y="137"/>
                    <a:pt x="137" y="13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th-TH" sz="1677"/>
            </a:p>
          </p:txBody>
        </p:sp>
        <p:sp>
          <p:nvSpPr>
            <p:cNvPr id="136" name="Freeform 18">
              <a:extLst>
                <a:ext uri="{FF2B5EF4-FFF2-40B4-BE49-F238E27FC236}">
                  <a16:creationId xmlns:a16="http://schemas.microsoft.com/office/drawing/2014/main" id="{34A69E88-16A5-7F4C-AD4B-F68F55B2AF9D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5718656" y="5486022"/>
              <a:ext cx="366676" cy="369273"/>
            </a:xfrm>
            <a:custGeom>
              <a:avLst/>
              <a:gdLst>
                <a:gd name="T0" fmla="*/ 136 w 136"/>
                <a:gd name="T1" fmla="*/ 137 h 137"/>
                <a:gd name="T2" fmla="*/ 0 w 136"/>
                <a:gd name="T3" fmla="*/ 0 h 137"/>
                <a:gd name="T4" fmla="*/ 0 w 136"/>
                <a:gd name="T5" fmla="*/ 137 h 137"/>
                <a:gd name="T6" fmla="*/ 136 w 136"/>
                <a:gd name="T7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6" h="137">
                  <a:moveTo>
                    <a:pt x="136" y="137"/>
                  </a:moveTo>
                  <a:cubicBezTo>
                    <a:pt x="136" y="61"/>
                    <a:pt x="75" y="0"/>
                    <a:pt x="0" y="0"/>
                  </a:cubicBezTo>
                  <a:cubicBezTo>
                    <a:pt x="0" y="137"/>
                    <a:pt x="0" y="137"/>
                    <a:pt x="0" y="137"/>
                  </a:cubicBezTo>
                  <a:lnTo>
                    <a:pt x="136" y="13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th-TH" sz="1677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4D71915-C5B3-EE4F-BB29-7C37CA567D2A}"/>
              </a:ext>
            </a:extLst>
          </p:cNvPr>
          <p:cNvGrpSpPr>
            <a:grpSpLocks noChangeAspect="1"/>
          </p:cNvGrpSpPr>
          <p:nvPr/>
        </p:nvGrpSpPr>
        <p:grpSpPr>
          <a:xfrm>
            <a:off x="6623437" y="5404084"/>
            <a:ext cx="917179" cy="863466"/>
            <a:chOff x="3695701" y="1809411"/>
            <a:chExt cx="4852194" cy="4568031"/>
          </a:xfrm>
        </p:grpSpPr>
        <p:sp>
          <p:nvSpPr>
            <p:cNvPr id="138" name="Triangle 34">
              <a:extLst>
                <a:ext uri="{FF2B5EF4-FFF2-40B4-BE49-F238E27FC236}">
                  <a16:creationId xmlns:a16="http://schemas.microsoft.com/office/drawing/2014/main" id="{5E8BD4FD-A106-C04C-8A76-B0E048DD47E5}"/>
                </a:ext>
              </a:extLst>
            </p:cNvPr>
            <p:cNvSpPr/>
            <p:nvPr/>
          </p:nvSpPr>
          <p:spPr>
            <a:xfrm>
              <a:off x="4280295" y="2356826"/>
              <a:ext cx="3661574" cy="315653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9" name="กลุ่ม 150">
              <a:extLst>
                <a:ext uri="{FF2B5EF4-FFF2-40B4-BE49-F238E27FC236}">
                  <a16:creationId xmlns:a16="http://schemas.microsoft.com/office/drawing/2014/main" id="{87320F83-78BD-764D-92A8-F63087335340}"/>
                </a:ext>
              </a:extLst>
            </p:cNvPr>
            <p:cNvGrpSpPr/>
            <p:nvPr/>
          </p:nvGrpSpPr>
          <p:grpSpPr>
            <a:xfrm rot="3600000">
              <a:off x="3494088" y="4189073"/>
              <a:ext cx="2389982" cy="1986756"/>
              <a:chOff x="6958012" y="7913688"/>
              <a:chExt cx="4779963" cy="3973512"/>
            </a:xfrm>
          </p:grpSpPr>
          <p:sp>
            <p:nvSpPr>
              <p:cNvPr id="146" name="Freeform 6">
                <a:extLst>
                  <a:ext uri="{FF2B5EF4-FFF2-40B4-BE49-F238E27FC236}">
                    <a16:creationId xmlns:a16="http://schemas.microsoft.com/office/drawing/2014/main" id="{AAB364FA-5AEC-6F42-9A12-B98EBF759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58012" y="7913688"/>
                <a:ext cx="4779963" cy="3973512"/>
              </a:xfrm>
              <a:custGeom>
                <a:avLst/>
                <a:gdLst>
                  <a:gd name="T0" fmla="*/ 227 w 231"/>
                  <a:gd name="T1" fmla="*/ 163 h 192"/>
                  <a:gd name="T2" fmla="*/ 132 w 231"/>
                  <a:gd name="T3" fmla="*/ 9 h 192"/>
                  <a:gd name="T4" fmla="*/ 116 w 231"/>
                  <a:gd name="T5" fmla="*/ 0 h 192"/>
                  <a:gd name="T6" fmla="*/ 99 w 231"/>
                  <a:gd name="T7" fmla="*/ 9 h 192"/>
                  <a:gd name="T8" fmla="*/ 4 w 231"/>
                  <a:gd name="T9" fmla="*/ 163 h 192"/>
                  <a:gd name="T10" fmla="*/ 4 w 231"/>
                  <a:gd name="T11" fmla="*/ 182 h 192"/>
                  <a:gd name="T12" fmla="*/ 20 w 231"/>
                  <a:gd name="T13" fmla="*/ 192 h 192"/>
                  <a:gd name="T14" fmla="*/ 211 w 231"/>
                  <a:gd name="T15" fmla="*/ 192 h 192"/>
                  <a:gd name="T16" fmla="*/ 227 w 231"/>
                  <a:gd name="T17" fmla="*/ 182 h 192"/>
                  <a:gd name="T18" fmla="*/ 227 w 231"/>
                  <a:gd name="T19" fmla="*/ 163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1" h="192">
                    <a:moveTo>
                      <a:pt x="227" y="163"/>
                    </a:moveTo>
                    <a:cubicBezTo>
                      <a:pt x="132" y="9"/>
                      <a:pt x="132" y="9"/>
                      <a:pt x="132" y="9"/>
                    </a:cubicBezTo>
                    <a:cubicBezTo>
                      <a:pt x="128" y="4"/>
                      <a:pt x="122" y="0"/>
                      <a:pt x="116" y="0"/>
                    </a:cubicBezTo>
                    <a:cubicBezTo>
                      <a:pt x="109" y="0"/>
                      <a:pt x="103" y="4"/>
                      <a:pt x="99" y="9"/>
                    </a:cubicBezTo>
                    <a:cubicBezTo>
                      <a:pt x="4" y="163"/>
                      <a:pt x="4" y="163"/>
                      <a:pt x="4" y="163"/>
                    </a:cubicBezTo>
                    <a:cubicBezTo>
                      <a:pt x="0" y="169"/>
                      <a:pt x="0" y="176"/>
                      <a:pt x="4" y="182"/>
                    </a:cubicBezTo>
                    <a:cubicBezTo>
                      <a:pt x="7" y="188"/>
                      <a:pt x="13" y="192"/>
                      <a:pt x="20" y="192"/>
                    </a:cubicBezTo>
                    <a:cubicBezTo>
                      <a:pt x="211" y="192"/>
                      <a:pt x="211" y="192"/>
                      <a:pt x="211" y="192"/>
                    </a:cubicBezTo>
                    <a:cubicBezTo>
                      <a:pt x="218" y="192"/>
                      <a:pt x="224" y="188"/>
                      <a:pt x="227" y="182"/>
                    </a:cubicBezTo>
                    <a:cubicBezTo>
                      <a:pt x="231" y="176"/>
                      <a:pt x="231" y="169"/>
                      <a:pt x="227" y="16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th-TH" sz="1677"/>
              </a:p>
            </p:txBody>
          </p:sp>
          <p:sp>
            <p:nvSpPr>
              <p:cNvPr id="147" name="Oval 12">
                <a:extLst>
                  <a:ext uri="{FF2B5EF4-FFF2-40B4-BE49-F238E27FC236}">
                    <a16:creationId xmlns:a16="http://schemas.microsoft.com/office/drawing/2014/main" id="{B1B8756E-D4DF-DC4C-923F-05F0F8432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325" y="8534400"/>
                <a:ext cx="1262063" cy="12414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th-TH" sz="1677"/>
              </a:p>
            </p:txBody>
          </p:sp>
        </p:grpSp>
        <p:grpSp>
          <p:nvGrpSpPr>
            <p:cNvPr id="140" name="กลุ่ม 156">
              <a:extLst>
                <a:ext uri="{FF2B5EF4-FFF2-40B4-BE49-F238E27FC236}">
                  <a16:creationId xmlns:a16="http://schemas.microsoft.com/office/drawing/2014/main" id="{4AE1D50F-7057-2047-9FF2-0A46507345C6}"/>
                </a:ext>
              </a:extLst>
            </p:cNvPr>
            <p:cNvGrpSpPr/>
            <p:nvPr/>
          </p:nvGrpSpPr>
          <p:grpSpPr>
            <a:xfrm rot="18076920">
              <a:off x="6359526" y="4189073"/>
              <a:ext cx="2389982" cy="1986756"/>
              <a:chOff x="12688888" y="7913688"/>
              <a:chExt cx="4779963" cy="3973512"/>
            </a:xfrm>
          </p:grpSpPr>
          <p:sp>
            <p:nvSpPr>
              <p:cNvPr id="144" name="Freeform 7">
                <a:extLst>
                  <a:ext uri="{FF2B5EF4-FFF2-40B4-BE49-F238E27FC236}">
                    <a16:creationId xmlns:a16="http://schemas.microsoft.com/office/drawing/2014/main" id="{2E567033-F7DE-DF4F-B965-383E4D9ED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88888" y="7913688"/>
                <a:ext cx="4779963" cy="3973512"/>
              </a:xfrm>
              <a:custGeom>
                <a:avLst/>
                <a:gdLst>
                  <a:gd name="T0" fmla="*/ 227 w 231"/>
                  <a:gd name="T1" fmla="*/ 163 h 192"/>
                  <a:gd name="T2" fmla="*/ 132 w 231"/>
                  <a:gd name="T3" fmla="*/ 9 h 192"/>
                  <a:gd name="T4" fmla="*/ 115 w 231"/>
                  <a:gd name="T5" fmla="*/ 0 h 192"/>
                  <a:gd name="T6" fmla="*/ 99 w 231"/>
                  <a:gd name="T7" fmla="*/ 9 h 192"/>
                  <a:gd name="T8" fmla="*/ 4 w 231"/>
                  <a:gd name="T9" fmla="*/ 163 h 192"/>
                  <a:gd name="T10" fmla="*/ 3 w 231"/>
                  <a:gd name="T11" fmla="*/ 182 h 192"/>
                  <a:gd name="T12" fmla="*/ 20 w 231"/>
                  <a:gd name="T13" fmla="*/ 192 h 192"/>
                  <a:gd name="T14" fmla="*/ 211 w 231"/>
                  <a:gd name="T15" fmla="*/ 192 h 192"/>
                  <a:gd name="T16" fmla="*/ 227 w 231"/>
                  <a:gd name="T17" fmla="*/ 182 h 192"/>
                  <a:gd name="T18" fmla="*/ 227 w 231"/>
                  <a:gd name="T19" fmla="*/ 163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1" h="192">
                    <a:moveTo>
                      <a:pt x="227" y="163"/>
                    </a:moveTo>
                    <a:cubicBezTo>
                      <a:pt x="132" y="9"/>
                      <a:pt x="132" y="9"/>
                      <a:pt x="132" y="9"/>
                    </a:cubicBezTo>
                    <a:cubicBezTo>
                      <a:pt x="128" y="4"/>
                      <a:pt x="122" y="0"/>
                      <a:pt x="115" y="0"/>
                    </a:cubicBezTo>
                    <a:cubicBezTo>
                      <a:pt x="109" y="0"/>
                      <a:pt x="103" y="4"/>
                      <a:pt x="99" y="9"/>
                    </a:cubicBezTo>
                    <a:cubicBezTo>
                      <a:pt x="4" y="163"/>
                      <a:pt x="4" y="163"/>
                      <a:pt x="4" y="163"/>
                    </a:cubicBezTo>
                    <a:cubicBezTo>
                      <a:pt x="0" y="169"/>
                      <a:pt x="0" y="176"/>
                      <a:pt x="3" y="182"/>
                    </a:cubicBezTo>
                    <a:cubicBezTo>
                      <a:pt x="7" y="188"/>
                      <a:pt x="13" y="192"/>
                      <a:pt x="20" y="192"/>
                    </a:cubicBezTo>
                    <a:cubicBezTo>
                      <a:pt x="211" y="192"/>
                      <a:pt x="211" y="192"/>
                      <a:pt x="211" y="192"/>
                    </a:cubicBezTo>
                    <a:cubicBezTo>
                      <a:pt x="217" y="192"/>
                      <a:pt x="224" y="188"/>
                      <a:pt x="227" y="182"/>
                    </a:cubicBezTo>
                    <a:cubicBezTo>
                      <a:pt x="231" y="176"/>
                      <a:pt x="230" y="169"/>
                      <a:pt x="227" y="16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th-TH" sz="1677"/>
              </a:p>
            </p:txBody>
          </p:sp>
          <p:sp>
            <p:nvSpPr>
              <p:cNvPr id="145" name="Oval 13">
                <a:extLst>
                  <a:ext uri="{FF2B5EF4-FFF2-40B4-BE49-F238E27FC236}">
                    <a16:creationId xmlns:a16="http://schemas.microsoft.com/office/drawing/2014/main" id="{C5DE8270-39B9-3E48-8E0E-7B58BB8E4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47838" y="8513763"/>
                <a:ext cx="1262063" cy="12414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th-TH" sz="1677"/>
              </a:p>
            </p:txBody>
          </p:sp>
        </p:grpSp>
        <p:grpSp>
          <p:nvGrpSpPr>
            <p:cNvPr id="141" name="กลุ่ม 170">
              <a:extLst>
                <a:ext uri="{FF2B5EF4-FFF2-40B4-BE49-F238E27FC236}">
                  <a16:creationId xmlns:a16="http://schemas.microsoft.com/office/drawing/2014/main" id="{55ACF28E-6081-4242-91D0-F03CAB62978F}"/>
                </a:ext>
              </a:extLst>
            </p:cNvPr>
            <p:cNvGrpSpPr/>
            <p:nvPr/>
          </p:nvGrpSpPr>
          <p:grpSpPr>
            <a:xfrm rot="10800000">
              <a:off x="4910932" y="1809411"/>
              <a:ext cx="2379663" cy="1986756"/>
              <a:chOff x="9791700" y="3154363"/>
              <a:chExt cx="4759325" cy="3973512"/>
            </a:xfrm>
          </p:grpSpPr>
          <p:sp>
            <p:nvSpPr>
              <p:cNvPr id="142" name="Freeform 8">
                <a:extLst>
                  <a:ext uri="{FF2B5EF4-FFF2-40B4-BE49-F238E27FC236}">
                    <a16:creationId xmlns:a16="http://schemas.microsoft.com/office/drawing/2014/main" id="{2D15AA5F-36C9-F94F-A61F-4AF7DEF74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91700" y="3154363"/>
                <a:ext cx="4759325" cy="3973512"/>
              </a:xfrm>
              <a:custGeom>
                <a:avLst/>
                <a:gdLst>
                  <a:gd name="T0" fmla="*/ 226 w 230"/>
                  <a:gd name="T1" fmla="*/ 162 h 192"/>
                  <a:gd name="T2" fmla="*/ 131 w 230"/>
                  <a:gd name="T3" fmla="*/ 9 h 192"/>
                  <a:gd name="T4" fmla="*/ 115 w 230"/>
                  <a:gd name="T5" fmla="*/ 0 h 192"/>
                  <a:gd name="T6" fmla="*/ 99 w 230"/>
                  <a:gd name="T7" fmla="*/ 9 h 192"/>
                  <a:gd name="T8" fmla="*/ 3 w 230"/>
                  <a:gd name="T9" fmla="*/ 162 h 192"/>
                  <a:gd name="T10" fmla="*/ 3 w 230"/>
                  <a:gd name="T11" fmla="*/ 182 h 192"/>
                  <a:gd name="T12" fmla="*/ 20 w 230"/>
                  <a:gd name="T13" fmla="*/ 192 h 192"/>
                  <a:gd name="T14" fmla="*/ 210 w 230"/>
                  <a:gd name="T15" fmla="*/ 192 h 192"/>
                  <a:gd name="T16" fmla="*/ 227 w 230"/>
                  <a:gd name="T17" fmla="*/ 182 h 192"/>
                  <a:gd name="T18" fmla="*/ 226 w 230"/>
                  <a:gd name="T19" fmla="*/ 16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0" h="192">
                    <a:moveTo>
                      <a:pt x="226" y="162"/>
                    </a:moveTo>
                    <a:cubicBezTo>
                      <a:pt x="131" y="9"/>
                      <a:pt x="131" y="9"/>
                      <a:pt x="131" y="9"/>
                    </a:cubicBezTo>
                    <a:cubicBezTo>
                      <a:pt x="128" y="3"/>
                      <a:pt x="121" y="0"/>
                      <a:pt x="115" y="0"/>
                    </a:cubicBezTo>
                    <a:cubicBezTo>
                      <a:pt x="108" y="0"/>
                      <a:pt x="102" y="3"/>
                      <a:pt x="99" y="9"/>
                    </a:cubicBezTo>
                    <a:cubicBezTo>
                      <a:pt x="3" y="162"/>
                      <a:pt x="3" y="162"/>
                      <a:pt x="3" y="162"/>
                    </a:cubicBezTo>
                    <a:cubicBezTo>
                      <a:pt x="0" y="168"/>
                      <a:pt x="0" y="176"/>
                      <a:pt x="3" y="182"/>
                    </a:cubicBezTo>
                    <a:cubicBezTo>
                      <a:pt x="6" y="188"/>
                      <a:pt x="13" y="192"/>
                      <a:pt x="20" y="192"/>
                    </a:cubicBezTo>
                    <a:cubicBezTo>
                      <a:pt x="210" y="192"/>
                      <a:pt x="210" y="192"/>
                      <a:pt x="210" y="192"/>
                    </a:cubicBezTo>
                    <a:cubicBezTo>
                      <a:pt x="217" y="192"/>
                      <a:pt x="223" y="188"/>
                      <a:pt x="227" y="182"/>
                    </a:cubicBezTo>
                    <a:cubicBezTo>
                      <a:pt x="230" y="176"/>
                      <a:pt x="230" y="168"/>
                      <a:pt x="226" y="16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th-TH" sz="1677"/>
              </a:p>
            </p:txBody>
          </p:sp>
          <p:sp>
            <p:nvSpPr>
              <p:cNvPr id="143" name="Oval 10">
                <a:extLst>
                  <a:ext uri="{FF2B5EF4-FFF2-40B4-BE49-F238E27FC236}">
                    <a16:creationId xmlns:a16="http://schemas.microsoft.com/office/drawing/2014/main" id="{EB059E3C-FA74-2742-84C0-3FB8F1300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30013" y="3733800"/>
                <a:ext cx="1241425" cy="12414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th-TH" sz="1677"/>
              </a:p>
            </p:txBody>
          </p:sp>
        </p:grp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62C61AB-DE4F-A840-A94E-9C67A0F74B31}"/>
              </a:ext>
            </a:extLst>
          </p:cNvPr>
          <p:cNvGrpSpPr>
            <a:grpSpLocks noChangeAspect="1"/>
          </p:cNvGrpSpPr>
          <p:nvPr/>
        </p:nvGrpSpPr>
        <p:grpSpPr>
          <a:xfrm>
            <a:off x="4441269" y="5351162"/>
            <a:ext cx="1293516" cy="938041"/>
            <a:chOff x="2759528" y="1622738"/>
            <a:chExt cx="6781801" cy="4918076"/>
          </a:xfrm>
        </p:grpSpPr>
        <p:sp>
          <p:nvSpPr>
            <p:cNvPr id="149" name="Freeform 7">
              <a:extLst>
                <a:ext uri="{FF2B5EF4-FFF2-40B4-BE49-F238E27FC236}">
                  <a16:creationId xmlns:a16="http://schemas.microsoft.com/office/drawing/2014/main" id="{22E29566-9714-EE43-8E17-CAB17DF76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528" y="1622738"/>
              <a:ext cx="3948906" cy="1397794"/>
            </a:xfrm>
            <a:custGeom>
              <a:avLst/>
              <a:gdLst>
                <a:gd name="T0" fmla="*/ 452 w 452"/>
                <a:gd name="T1" fmla="*/ 160 h 160"/>
                <a:gd name="T2" fmla="*/ 151 w 452"/>
                <a:gd name="T3" fmla="*/ 36 h 160"/>
                <a:gd name="T4" fmla="*/ 0 w 452"/>
                <a:gd name="T5" fmla="*/ 160 h 160"/>
                <a:gd name="T6" fmla="*/ 452 w 452"/>
                <a:gd name="T7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2" h="160">
                  <a:moveTo>
                    <a:pt x="452" y="160"/>
                  </a:moveTo>
                  <a:cubicBezTo>
                    <a:pt x="395" y="54"/>
                    <a:pt x="270" y="0"/>
                    <a:pt x="151" y="36"/>
                  </a:cubicBezTo>
                  <a:cubicBezTo>
                    <a:pt x="84" y="57"/>
                    <a:pt x="31" y="102"/>
                    <a:pt x="0" y="160"/>
                  </a:cubicBezTo>
                  <a:lnTo>
                    <a:pt x="452" y="16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th-TH" sz="1677"/>
            </a:p>
          </p:txBody>
        </p:sp>
        <p:sp>
          <p:nvSpPr>
            <p:cNvPr id="150" name="Freeform 6">
              <a:extLst>
                <a:ext uri="{FF2B5EF4-FFF2-40B4-BE49-F238E27FC236}">
                  <a16:creationId xmlns:a16="http://schemas.microsoft.com/office/drawing/2014/main" id="{5D1725E8-5600-2941-A6BD-161EEE12B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285" y="3020532"/>
              <a:ext cx="4490244" cy="1082675"/>
            </a:xfrm>
            <a:custGeom>
              <a:avLst/>
              <a:gdLst>
                <a:gd name="T0" fmla="*/ 0 w 514"/>
                <a:gd name="T1" fmla="*/ 124 h 124"/>
                <a:gd name="T2" fmla="*/ 514 w 514"/>
                <a:gd name="T3" fmla="*/ 124 h 124"/>
                <a:gd name="T4" fmla="*/ 502 w 514"/>
                <a:gd name="T5" fmla="*/ 47 h 124"/>
                <a:gd name="T6" fmla="*/ 483 w 514"/>
                <a:gd name="T7" fmla="*/ 0 h 124"/>
                <a:gd name="T8" fmla="*/ 31 w 514"/>
                <a:gd name="T9" fmla="*/ 0 h 124"/>
                <a:gd name="T10" fmla="*/ 0 w 514"/>
                <a:gd name="T11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4" h="124">
                  <a:moveTo>
                    <a:pt x="0" y="124"/>
                  </a:moveTo>
                  <a:cubicBezTo>
                    <a:pt x="514" y="124"/>
                    <a:pt x="514" y="124"/>
                    <a:pt x="514" y="124"/>
                  </a:cubicBezTo>
                  <a:cubicBezTo>
                    <a:pt x="514" y="99"/>
                    <a:pt x="510" y="72"/>
                    <a:pt x="502" y="47"/>
                  </a:cubicBezTo>
                  <a:cubicBezTo>
                    <a:pt x="497" y="30"/>
                    <a:pt x="491" y="15"/>
                    <a:pt x="48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1" y="38"/>
                    <a:pt x="0" y="80"/>
                    <a:pt x="0" y="1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th-TH" sz="1677"/>
            </a:p>
          </p:txBody>
        </p:sp>
        <p:sp>
          <p:nvSpPr>
            <p:cNvPr id="151" name="Freeform 9">
              <a:extLst>
                <a:ext uri="{FF2B5EF4-FFF2-40B4-BE49-F238E27FC236}">
                  <a16:creationId xmlns:a16="http://schemas.microsoft.com/office/drawing/2014/main" id="{44F2993B-0C6B-4849-A54B-F5D9BF08D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0985" y="4112732"/>
              <a:ext cx="4490244" cy="1082675"/>
            </a:xfrm>
            <a:custGeom>
              <a:avLst/>
              <a:gdLst>
                <a:gd name="T0" fmla="*/ 514 w 514"/>
                <a:gd name="T1" fmla="*/ 0 h 124"/>
                <a:gd name="T2" fmla="*/ 0 w 514"/>
                <a:gd name="T3" fmla="*/ 0 h 124"/>
                <a:gd name="T4" fmla="*/ 12 w 514"/>
                <a:gd name="T5" fmla="*/ 71 h 124"/>
                <a:gd name="T6" fmla="*/ 34 w 514"/>
                <a:gd name="T7" fmla="*/ 124 h 124"/>
                <a:gd name="T8" fmla="*/ 480 w 514"/>
                <a:gd name="T9" fmla="*/ 124 h 124"/>
                <a:gd name="T10" fmla="*/ 514 w 514"/>
                <a:gd name="T11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4" h="124">
                  <a:moveTo>
                    <a:pt x="51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3"/>
                    <a:pt x="4" y="48"/>
                    <a:pt x="12" y="71"/>
                  </a:cubicBezTo>
                  <a:cubicBezTo>
                    <a:pt x="17" y="90"/>
                    <a:pt x="25" y="107"/>
                    <a:pt x="34" y="124"/>
                  </a:cubicBezTo>
                  <a:cubicBezTo>
                    <a:pt x="480" y="124"/>
                    <a:pt x="480" y="124"/>
                    <a:pt x="480" y="124"/>
                  </a:cubicBezTo>
                  <a:cubicBezTo>
                    <a:pt x="501" y="86"/>
                    <a:pt x="513" y="44"/>
                    <a:pt x="5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th-TH" sz="1677"/>
            </a:p>
          </p:txBody>
        </p:sp>
        <p:sp>
          <p:nvSpPr>
            <p:cNvPr id="152" name="Freeform 8">
              <a:extLst>
                <a:ext uri="{FF2B5EF4-FFF2-40B4-BE49-F238E27FC236}">
                  <a16:creationId xmlns:a16="http://schemas.microsoft.com/office/drawing/2014/main" id="{5BE2CF0B-8971-5948-9A96-7768CAA8A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810" y="5195407"/>
              <a:ext cx="3896519" cy="1345407"/>
            </a:xfrm>
            <a:custGeom>
              <a:avLst/>
              <a:gdLst>
                <a:gd name="T0" fmla="*/ 0 w 446"/>
                <a:gd name="T1" fmla="*/ 0 h 154"/>
                <a:gd name="T2" fmla="*/ 298 w 446"/>
                <a:gd name="T3" fmla="*/ 118 h 154"/>
                <a:gd name="T4" fmla="*/ 446 w 446"/>
                <a:gd name="T5" fmla="*/ 0 h 154"/>
                <a:gd name="T6" fmla="*/ 0 w 446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6" h="154">
                  <a:moveTo>
                    <a:pt x="0" y="0"/>
                  </a:moveTo>
                  <a:cubicBezTo>
                    <a:pt x="59" y="102"/>
                    <a:pt x="181" y="154"/>
                    <a:pt x="298" y="118"/>
                  </a:cubicBezTo>
                  <a:cubicBezTo>
                    <a:pt x="363" y="98"/>
                    <a:pt x="414" y="55"/>
                    <a:pt x="44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th-TH" sz="1677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DA78E5B-F310-7C48-9841-1055B8FCEB56}"/>
              </a:ext>
            </a:extLst>
          </p:cNvPr>
          <p:cNvGrpSpPr/>
          <p:nvPr/>
        </p:nvGrpSpPr>
        <p:grpSpPr>
          <a:xfrm>
            <a:off x="2586189" y="5376646"/>
            <a:ext cx="1058701" cy="862321"/>
            <a:chOff x="8494889" y="5740530"/>
            <a:chExt cx="1058701" cy="862321"/>
          </a:xfrm>
        </p:grpSpPr>
        <p:sp>
          <p:nvSpPr>
            <p:cNvPr id="154" name="Freeform 7">
              <a:extLst>
                <a:ext uri="{FF2B5EF4-FFF2-40B4-BE49-F238E27FC236}">
                  <a16:creationId xmlns:a16="http://schemas.microsoft.com/office/drawing/2014/main" id="{7B8FE428-9481-FD41-A0A6-8B47AEDE9D5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494889" y="5740530"/>
              <a:ext cx="458924" cy="386712"/>
            </a:xfrm>
            <a:custGeom>
              <a:avLst/>
              <a:gdLst>
                <a:gd name="T0" fmla="*/ 9 w 216"/>
                <a:gd name="T1" fmla="*/ 0 h 182"/>
                <a:gd name="T2" fmla="*/ 0 w 216"/>
                <a:gd name="T3" fmla="*/ 9 h 182"/>
                <a:gd name="T4" fmla="*/ 0 w 216"/>
                <a:gd name="T5" fmla="*/ 172 h 182"/>
                <a:gd name="T6" fmla="*/ 9 w 216"/>
                <a:gd name="T7" fmla="*/ 182 h 182"/>
                <a:gd name="T8" fmla="*/ 172 w 216"/>
                <a:gd name="T9" fmla="*/ 182 h 182"/>
                <a:gd name="T10" fmla="*/ 182 w 216"/>
                <a:gd name="T11" fmla="*/ 172 h 182"/>
                <a:gd name="T12" fmla="*/ 182 w 216"/>
                <a:gd name="T13" fmla="*/ 34 h 182"/>
                <a:gd name="T14" fmla="*/ 216 w 216"/>
                <a:gd name="T15" fmla="*/ 0 h 182"/>
                <a:gd name="T16" fmla="*/ 9 w 216"/>
                <a:gd name="T17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182"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78"/>
                    <a:pt x="4" y="182"/>
                    <a:pt x="9" y="182"/>
                  </a:cubicBezTo>
                  <a:cubicBezTo>
                    <a:pt x="172" y="182"/>
                    <a:pt x="172" y="182"/>
                    <a:pt x="172" y="182"/>
                  </a:cubicBezTo>
                  <a:cubicBezTo>
                    <a:pt x="178" y="182"/>
                    <a:pt x="182" y="178"/>
                    <a:pt x="182" y="172"/>
                  </a:cubicBezTo>
                  <a:cubicBezTo>
                    <a:pt x="182" y="34"/>
                    <a:pt x="182" y="34"/>
                    <a:pt x="182" y="34"/>
                  </a:cubicBezTo>
                  <a:cubicBezTo>
                    <a:pt x="216" y="0"/>
                    <a:pt x="216" y="0"/>
                    <a:pt x="216" y="0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th-TH" sz="1677"/>
            </a:p>
          </p:txBody>
        </p:sp>
        <p:sp>
          <p:nvSpPr>
            <p:cNvPr id="155" name="Freeform 7">
              <a:extLst>
                <a:ext uri="{FF2B5EF4-FFF2-40B4-BE49-F238E27FC236}">
                  <a16:creationId xmlns:a16="http://schemas.microsoft.com/office/drawing/2014/main" id="{67F314D9-2338-0A49-A313-2815228F1118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9094666" y="5740530"/>
              <a:ext cx="458924" cy="386712"/>
            </a:xfrm>
            <a:custGeom>
              <a:avLst/>
              <a:gdLst>
                <a:gd name="T0" fmla="*/ 9 w 216"/>
                <a:gd name="T1" fmla="*/ 0 h 182"/>
                <a:gd name="T2" fmla="*/ 0 w 216"/>
                <a:gd name="T3" fmla="*/ 9 h 182"/>
                <a:gd name="T4" fmla="*/ 0 w 216"/>
                <a:gd name="T5" fmla="*/ 172 h 182"/>
                <a:gd name="T6" fmla="*/ 9 w 216"/>
                <a:gd name="T7" fmla="*/ 182 h 182"/>
                <a:gd name="T8" fmla="*/ 172 w 216"/>
                <a:gd name="T9" fmla="*/ 182 h 182"/>
                <a:gd name="T10" fmla="*/ 182 w 216"/>
                <a:gd name="T11" fmla="*/ 172 h 182"/>
                <a:gd name="T12" fmla="*/ 182 w 216"/>
                <a:gd name="T13" fmla="*/ 34 h 182"/>
                <a:gd name="T14" fmla="*/ 216 w 216"/>
                <a:gd name="T15" fmla="*/ 0 h 182"/>
                <a:gd name="T16" fmla="*/ 9 w 216"/>
                <a:gd name="T17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182"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78"/>
                    <a:pt x="4" y="182"/>
                    <a:pt x="9" y="182"/>
                  </a:cubicBezTo>
                  <a:cubicBezTo>
                    <a:pt x="172" y="182"/>
                    <a:pt x="172" y="182"/>
                    <a:pt x="172" y="182"/>
                  </a:cubicBezTo>
                  <a:cubicBezTo>
                    <a:pt x="178" y="182"/>
                    <a:pt x="182" y="178"/>
                    <a:pt x="182" y="172"/>
                  </a:cubicBezTo>
                  <a:cubicBezTo>
                    <a:pt x="182" y="34"/>
                    <a:pt x="182" y="34"/>
                    <a:pt x="182" y="34"/>
                  </a:cubicBezTo>
                  <a:cubicBezTo>
                    <a:pt x="216" y="0"/>
                    <a:pt x="216" y="0"/>
                    <a:pt x="216" y="0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th-TH" sz="1677"/>
            </a:p>
          </p:txBody>
        </p:sp>
        <p:sp>
          <p:nvSpPr>
            <p:cNvPr id="156" name="Freeform 7">
              <a:extLst>
                <a:ext uri="{FF2B5EF4-FFF2-40B4-BE49-F238E27FC236}">
                  <a16:creationId xmlns:a16="http://schemas.microsoft.com/office/drawing/2014/main" id="{B9C21583-CA39-2240-A556-892A95BD9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4889" y="6216139"/>
              <a:ext cx="458924" cy="386712"/>
            </a:xfrm>
            <a:custGeom>
              <a:avLst/>
              <a:gdLst>
                <a:gd name="T0" fmla="*/ 9 w 216"/>
                <a:gd name="T1" fmla="*/ 0 h 182"/>
                <a:gd name="T2" fmla="*/ 0 w 216"/>
                <a:gd name="T3" fmla="*/ 9 h 182"/>
                <a:gd name="T4" fmla="*/ 0 w 216"/>
                <a:gd name="T5" fmla="*/ 172 h 182"/>
                <a:gd name="T6" fmla="*/ 9 w 216"/>
                <a:gd name="T7" fmla="*/ 182 h 182"/>
                <a:gd name="T8" fmla="*/ 172 w 216"/>
                <a:gd name="T9" fmla="*/ 182 h 182"/>
                <a:gd name="T10" fmla="*/ 182 w 216"/>
                <a:gd name="T11" fmla="*/ 172 h 182"/>
                <a:gd name="T12" fmla="*/ 182 w 216"/>
                <a:gd name="T13" fmla="*/ 34 h 182"/>
                <a:gd name="T14" fmla="*/ 216 w 216"/>
                <a:gd name="T15" fmla="*/ 0 h 182"/>
                <a:gd name="T16" fmla="*/ 9 w 216"/>
                <a:gd name="T17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182"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78"/>
                    <a:pt x="4" y="182"/>
                    <a:pt x="9" y="182"/>
                  </a:cubicBezTo>
                  <a:cubicBezTo>
                    <a:pt x="172" y="182"/>
                    <a:pt x="172" y="182"/>
                    <a:pt x="172" y="182"/>
                  </a:cubicBezTo>
                  <a:cubicBezTo>
                    <a:pt x="178" y="182"/>
                    <a:pt x="182" y="178"/>
                    <a:pt x="182" y="172"/>
                  </a:cubicBezTo>
                  <a:cubicBezTo>
                    <a:pt x="182" y="34"/>
                    <a:pt x="182" y="34"/>
                    <a:pt x="182" y="34"/>
                  </a:cubicBezTo>
                  <a:cubicBezTo>
                    <a:pt x="216" y="0"/>
                    <a:pt x="216" y="0"/>
                    <a:pt x="216" y="0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th-TH" sz="1677"/>
            </a:p>
          </p:txBody>
        </p:sp>
        <p:sp>
          <p:nvSpPr>
            <p:cNvPr id="157" name="Freeform 9">
              <a:extLst>
                <a:ext uri="{FF2B5EF4-FFF2-40B4-BE49-F238E27FC236}">
                  <a16:creationId xmlns:a16="http://schemas.microsoft.com/office/drawing/2014/main" id="{5EA7AA89-39F3-8248-B10B-B629B85CB0D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094666" y="6216139"/>
              <a:ext cx="458924" cy="386712"/>
            </a:xfrm>
            <a:custGeom>
              <a:avLst/>
              <a:gdLst>
                <a:gd name="T0" fmla="*/ 9 w 216"/>
                <a:gd name="T1" fmla="*/ 0 h 182"/>
                <a:gd name="T2" fmla="*/ 0 w 216"/>
                <a:gd name="T3" fmla="*/ 9 h 182"/>
                <a:gd name="T4" fmla="*/ 0 w 216"/>
                <a:gd name="T5" fmla="*/ 172 h 182"/>
                <a:gd name="T6" fmla="*/ 9 w 216"/>
                <a:gd name="T7" fmla="*/ 182 h 182"/>
                <a:gd name="T8" fmla="*/ 172 w 216"/>
                <a:gd name="T9" fmla="*/ 182 h 182"/>
                <a:gd name="T10" fmla="*/ 182 w 216"/>
                <a:gd name="T11" fmla="*/ 172 h 182"/>
                <a:gd name="T12" fmla="*/ 182 w 216"/>
                <a:gd name="T13" fmla="*/ 34 h 182"/>
                <a:gd name="T14" fmla="*/ 216 w 216"/>
                <a:gd name="T15" fmla="*/ 0 h 182"/>
                <a:gd name="T16" fmla="*/ 9 w 216"/>
                <a:gd name="T17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182"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78"/>
                    <a:pt x="4" y="182"/>
                    <a:pt x="9" y="182"/>
                  </a:cubicBezTo>
                  <a:cubicBezTo>
                    <a:pt x="172" y="182"/>
                    <a:pt x="172" y="182"/>
                    <a:pt x="172" y="182"/>
                  </a:cubicBezTo>
                  <a:cubicBezTo>
                    <a:pt x="178" y="182"/>
                    <a:pt x="182" y="178"/>
                    <a:pt x="182" y="172"/>
                  </a:cubicBezTo>
                  <a:cubicBezTo>
                    <a:pt x="182" y="34"/>
                    <a:pt x="182" y="34"/>
                    <a:pt x="182" y="34"/>
                  </a:cubicBezTo>
                  <a:cubicBezTo>
                    <a:pt x="216" y="0"/>
                    <a:pt x="216" y="0"/>
                    <a:pt x="216" y="0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th-TH" sz="1677"/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BA2C1140-9D93-C940-A5D1-BC42D34F2C57}"/>
              </a:ext>
            </a:extLst>
          </p:cNvPr>
          <p:cNvGrpSpPr/>
          <p:nvPr/>
        </p:nvGrpSpPr>
        <p:grpSpPr>
          <a:xfrm>
            <a:off x="10433024" y="5364129"/>
            <a:ext cx="1369553" cy="943376"/>
            <a:chOff x="3718494" y="3068819"/>
            <a:chExt cx="4755012" cy="3789181"/>
          </a:xfrm>
        </p:grpSpPr>
        <p:sp>
          <p:nvSpPr>
            <p:cNvPr id="160" name="Freeform 357">
              <a:extLst>
                <a:ext uri="{FF2B5EF4-FFF2-40B4-BE49-F238E27FC236}">
                  <a16:creationId xmlns:a16="http://schemas.microsoft.com/office/drawing/2014/main" id="{6CAEEE29-3E5A-7742-B2F2-8572D05D6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522" y="4726704"/>
              <a:ext cx="684448" cy="1091314"/>
            </a:xfrm>
            <a:custGeom>
              <a:avLst/>
              <a:gdLst>
                <a:gd name="T0" fmla="*/ 179 w 360"/>
                <a:gd name="T1" fmla="*/ 0 h 574"/>
                <a:gd name="T2" fmla="*/ 360 w 360"/>
                <a:gd name="T3" fmla="*/ 102 h 574"/>
                <a:gd name="T4" fmla="*/ 360 w 360"/>
                <a:gd name="T5" fmla="*/ 574 h 574"/>
                <a:gd name="T6" fmla="*/ 0 w 360"/>
                <a:gd name="T7" fmla="*/ 574 h 574"/>
                <a:gd name="T8" fmla="*/ 0 w 360"/>
                <a:gd name="T9" fmla="*/ 102 h 574"/>
                <a:gd name="T10" fmla="*/ 179 w 360"/>
                <a:gd name="T11" fmla="*/ 0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0" h="574">
                  <a:moveTo>
                    <a:pt x="179" y="0"/>
                  </a:moveTo>
                  <a:lnTo>
                    <a:pt x="360" y="102"/>
                  </a:lnTo>
                  <a:lnTo>
                    <a:pt x="360" y="574"/>
                  </a:lnTo>
                  <a:lnTo>
                    <a:pt x="0" y="574"/>
                  </a:lnTo>
                  <a:lnTo>
                    <a:pt x="0" y="102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358">
              <a:extLst>
                <a:ext uri="{FF2B5EF4-FFF2-40B4-BE49-F238E27FC236}">
                  <a16:creationId xmlns:a16="http://schemas.microsoft.com/office/drawing/2014/main" id="{C328F0CD-DDC1-4844-9251-DCB648018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6624" y="3595464"/>
              <a:ext cx="682547" cy="2222555"/>
            </a:xfrm>
            <a:custGeom>
              <a:avLst/>
              <a:gdLst>
                <a:gd name="T0" fmla="*/ 180 w 359"/>
                <a:gd name="T1" fmla="*/ 0 h 1169"/>
                <a:gd name="T2" fmla="*/ 359 w 359"/>
                <a:gd name="T3" fmla="*/ 102 h 1169"/>
                <a:gd name="T4" fmla="*/ 359 w 359"/>
                <a:gd name="T5" fmla="*/ 1169 h 1169"/>
                <a:gd name="T6" fmla="*/ 0 w 359"/>
                <a:gd name="T7" fmla="*/ 1169 h 1169"/>
                <a:gd name="T8" fmla="*/ 0 w 359"/>
                <a:gd name="T9" fmla="*/ 102 h 1169"/>
                <a:gd name="T10" fmla="*/ 180 w 359"/>
                <a:gd name="T11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9" h="1169">
                  <a:moveTo>
                    <a:pt x="180" y="0"/>
                  </a:moveTo>
                  <a:lnTo>
                    <a:pt x="359" y="102"/>
                  </a:lnTo>
                  <a:lnTo>
                    <a:pt x="359" y="1169"/>
                  </a:lnTo>
                  <a:lnTo>
                    <a:pt x="0" y="1169"/>
                  </a:lnTo>
                  <a:lnTo>
                    <a:pt x="0" y="102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359">
              <a:extLst>
                <a:ext uri="{FF2B5EF4-FFF2-40B4-BE49-F238E27FC236}">
                  <a16:creationId xmlns:a16="http://schemas.microsoft.com/office/drawing/2014/main" id="{123AE72A-D894-7044-A706-114F01579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6628" y="4047962"/>
              <a:ext cx="682547" cy="1770059"/>
            </a:xfrm>
            <a:custGeom>
              <a:avLst/>
              <a:gdLst>
                <a:gd name="T0" fmla="*/ 179 w 359"/>
                <a:gd name="T1" fmla="*/ 0 h 931"/>
                <a:gd name="T2" fmla="*/ 359 w 359"/>
                <a:gd name="T3" fmla="*/ 102 h 931"/>
                <a:gd name="T4" fmla="*/ 359 w 359"/>
                <a:gd name="T5" fmla="*/ 931 h 931"/>
                <a:gd name="T6" fmla="*/ 0 w 359"/>
                <a:gd name="T7" fmla="*/ 931 h 931"/>
                <a:gd name="T8" fmla="*/ 0 w 359"/>
                <a:gd name="T9" fmla="*/ 102 h 931"/>
                <a:gd name="T10" fmla="*/ 179 w 359"/>
                <a:gd name="T11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9" h="931">
                  <a:moveTo>
                    <a:pt x="179" y="0"/>
                  </a:moveTo>
                  <a:lnTo>
                    <a:pt x="359" y="102"/>
                  </a:lnTo>
                  <a:lnTo>
                    <a:pt x="359" y="931"/>
                  </a:lnTo>
                  <a:lnTo>
                    <a:pt x="0" y="931"/>
                  </a:lnTo>
                  <a:lnTo>
                    <a:pt x="0" y="102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360">
              <a:extLst>
                <a:ext uri="{FF2B5EF4-FFF2-40B4-BE49-F238E27FC236}">
                  <a16:creationId xmlns:a16="http://schemas.microsoft.com/office/drawing/2014/main" id="{AC86B71E-0E84-ED4A-89D4-ED8491AB0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2833" y="4397790"/>
              <a:ext cx="680645" cy="1420230"/>
            </a:xfrm>
            <a:custGeom>
              <a:avLst/>
              <a:gdLst>
                <a:gd name="T0" fmla="*/ 179 w 358"/>
                <a:gd name="T1" fmla="*/ 0 h 747"/>
                <a:gd name="T2" fmla="*/ 358 w 358"/>
                <a:gd name="T3" fmla="*/ 103 h 747"/>
                <a:gd name="T4" fmla="*/ 358 w 358"/>
                <a:gd name="T5" fmla="*/ 747 h 747"/>
                <a:gd name="T6" fmla="*/ 0 w 358"/>
                <a:gd name="T7" fmla="*/ 747 h 747"/>
                <a:gd name="T8" fmla="*/ 0 w 358"/>
                <a:gd name="T9" fmla="*/ 103 h 747"/>
                <a:gd name="T10" fmla="*/ 179 w 358"/>
                <a:gd name="T11" fmla="*/ 0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8" h="747">
                  <a:moveTo>
                    <a:pt x="179" y="0"/>
                  </a:moveTo>
                  <a:lnTo>
                    <a:pt x="358" y="103"/>
                  </a:lnTo>
                  <a:lnTo>
                    <a:pt x="358" y="747"/>
                  </a:lnTo>
                  <a:lnTo>
                    <a:pt x="0" y="747"/>
                  </a:lnTo>
                  <a:lnTo>
                    <a:pt x="0" y="103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361">
              <a:extLst>
                <a:ext uri="{FF2B5EF4-FFF2-40B4-BE49-F238E27FC236}">
                  <a16:creationId xmlns:a16="http://schemas.microsoft.com/office/drawing/2014/main" id="{1ADD88BF-183B-5A4E-8801-2568DBD06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2830" y="3068819"/>
              <a:ext cx="684448" cy="2749200"/>
            </a:xfrm>
            <a:custGeom>
              <a:avLst/>
              <a:gdLst>
                <a:gd name="T0" fmla="*/ 181 w 360"/>
                <a:gd name="T1" fmla="*/ 0 h 1446"/>
                <a:gd name="T2" fmla="*/ 360 w 360"/>
                <a:gd name="T3" fmla="*/ 102 h 1446"/>
                <a:gd name="T4" fmla="*/ 360 w 360"/>
                <a:gd name="T5" fmla="*/ 1446 h 1446"/>
                <a:gd name="T6" fmla="*/ 0 w 360"/>
                <a:gd name="T7" fmla="*/ 1446 h 1446"/>
                <a:gd name="T8" fmla="*/ 0 w 360"/>
                <a:gd name="T9" fmla="*/ 102 h 1446"/>
                <a:gd name="T10" fmla="*/ 181 w 360"/>
                <a:gd name="T11" fmla="*/ 0 h 1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0" h="1446">
                  <a:moveTo>
                    <a:pt x="181" y="0"/>
                  </a:moveTo>
                  <a:lnTo>
                    <a:pt x="360" y="102"/>
                  </a:lnTo>
                  <a:lnTo>
                    <a:pt x="360" y="1446"/>
                  </a:lnTo>
                  <a:lnTo>
                    <a:pt x="0" y="1446"/>
                  </a:lnTo>
                  <a:lnTo>
                    <a:pt x="0" y="102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373">
              <a:extLst>
                <a:ext uri="{FF2B5EF4-FFF2-40B4-BE49-F238E27FC236}">
                  <a16:creationId xmlns:a16="http://schemas.microsoft.com/office/drawing/2014/main" id="{D016FA02-362D-1D4A-B1E2-421BAA715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8494" y="5818019"/>
              <a:ext cx="1184476" cy="604596"/>
            </a:xfrm>
            <a:custGeom>
              <a:avLst/>
              <a:gdLst>
                <a:gd name="T0" fmla="*/ 263 w 623"/>
                <a:gd name="T1" fmla="*/ 0 h 318"/>
                <a:gd name="T2" fmla="*/ 623 w 623"/>
                <a:gd name="T3" fmla="*/ 0 h 318"/>
                <a:gd name="T4" fmla="*/ 464 w 623"/>
                <a:gd name="T5" fmla="*/ 318 h 318"/>
                <a:gd name="T6" fmla="*/ 0 w 623"/>
                <a:gd name="T7" fmla="*/ 318 h 318"/>
                <a:gd name="T8" fmla="*/ 263 w 623"/>
                <a:gd name="T9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3" h="318">
                  <a:moveTo>
                    <a:pt x="263" y="0"/>
                  </a:moveTo>
                  <a:lnTo>
                    <a:pt x="623" y="0"/>
                  </a:lnTo>
                  <a:lnTo>
                    <a:pt x="464" y="318"/>
                  </a:lnTo>
                  <a:lnTo>
                    <a:pt x="0" y="318"/>
                  </a:lnTo>
                  <a:lnTo>
                    <a:pt x="26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shade val="30000"/>
                    <a:satMod val="115000"/>
                  </a:schemeClr>
                </a:gs>
                <a:gs pos="50000">
                  <a:schemeClr val="accent2">
                    <a:shade val="67500"/>
                    <a:satMod val="115000"/>
                  </a:schemeClr>
                </a:gs>
                <a:gs pos="100000">
                  <a:schemeClr val="accent2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374">
              <a:extLst>
                <a:ext uri="{FF2B5EF4-FFF2-40B4-BE49-F238E27FC236}">
                  <a16:creationId xmlns:a16="http://schemas.microsoft.com/office/drawing/2014/main" id="{A214EEB7-2E5D-4B4A-9BBA-0BD29CC27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8128" y="5818019"/>
              <a:ext cx="981042" cy="604596"/>
            </a:xfrm>
            <a:custGeom>
              <a:avLst/>
              <a:gdLst>
                <a:gd name="T0" fmla="*/ 157 w 516"/>
                <a:gd name="T1" fmla="*/ 0 h 318"/>
                <a:gd name="T2" fmla="*/ 516 w 516"/>
                <a:gd name="T3" fmla="*/ 0 h 318"/>
                <a:gd name="T4" fmla="*/ 464 w 516"/>
                <a:gd name="T5" fmla="*/ 318 h 318"/>
                <a:gd name="T6" fmla="*/ 0 w 516"/>
                <a:gd name="T7" fmla="*/ 318 h 318"/>
                <a:gd name="T8" fmla="*/ 157 w 516"/>
                <a:gd name="T9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6" h="318">
                  <a:moveTo>
                    <a:pt x="157" y="0"/>
                  </a:moveTo>
                  <a:lnTo>
                    <a:pt x="516" y="0"/>
                  </a:lnTo>
                  <a:lnTo>
                    <a:pt x="464" y="318"/>
                  </a:lnTo>
                  <a:lnTo>
                    <a:pt x="0" y="318"/>
                  </a:lnTo>
                  <a:lnTo>
                    <a:pt x="15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shade val="30000"/>
                    <a:satMod val="115000"/>
                  </a:schemeClr>
                </a:gs>
                <a:gs pos="50000">
                  <a:schemeClr val="accent4">
                    <a:shade val="67500"/>
                    <a:satMod val="115000"/>
                  </a:schemeClr>
                </a:gs>
                <a:gs pos="100000">
                  <a:schemeClr val="accent4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375">
              <a:extLst>
                <a:ext uri="{FF2B5EF4-FFF2-40B4-BE49-F238E27FC236}">
                  <a16:creationId xmlns:a16="http://schemas.microsoft.com/office/drawing/2014/main" id="{82ADD8DC-7766-B84E-AADF-EF0E17145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2833" y="5818019"/>
              <a:ext cx="1180673" cy="604596"/>
            </a:xfrm>
            <a:custGeom>
              <a:avLst/>
              <a:gdLst>
                <a:gd name="T0" fmla="*/ 0 w 621"/>
                <a:gd name="T1" fmla="*/ 0 h 318"/>
                <a:gd name="T2" fmla="*/ 358 w 621"/>
                <a:gd name="T3" fmla="*/ 0 h 318"/>
                <a:gd name="T4" fmla="*/ 621 w 621"/>
                <a:gd name="T5" fmla="*/ 318 h 318"/>
                <a:gd name="T6" fmla="*/ 157 w 621"/>
                <a:gd name="T7" fmla="*/ 318 h 318"/>
                <a:gd name="T8" fmla="*/ 0 w 621"/>
                <a:gd name="T9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1" h="318">
                  <a:moveTo>
                    <a:pt x="0" y="0"/>
                  </a:moveTo>
                  <a:lnTo>
                    <a:pt x="358" y="0"/>
                  </a:lnTo>
                  <a:lnTo>
                    <a:pt x="621" y="318"/>
                  </a:lnTo>
                  <a:lnTo>
                    <a:pt x="157" y="318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shade val="30000"/>
                    <a:satMod val="115000"/>
                  </a:schemeClr>
                </a:gs>
                <a:gs pos="50000">
                  <a:schemeClr val="accent2">
                    <a:shade val="67500"/>
                    <a:satMod val="115000"/>
                  </a:schemeClr>
                </a:gs>
                <a:gs pos="100000">
                  <a:schemeClr val="accent2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376">
              <a:extLst>
                <a:ext uri="{FF2B5EF4-FFF2-40B4-BE49-F238E27FC236}">
                  <a16:creationId xmlns:a16="http://schemas.microsoft.com/office/drawing/2014/main" id="{A252DF39-A6A2-004A-BDB7-125D8B0CF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2830" y="5818019"/>
              <a:ext cx="982944" cy="604596"/>
            </a:xfrm>
            <a:custGeom>
              <a:avLst/>
              <a:gdLst>
                <a:gd name="T0" fmla="*/ 0 w 517"/>
                <a:gd name="T1" fmla="*/ 0 h 318"/>
                <a:gd name="T2" fmla="*/ 360 w 517"/>
                <a:gd name="T3" fmla="*/ 0 h 318"/>
                <a:gd name="T4" fmla="*/ 517 w 517"/>
                <a:gd name="T5" fmla="*/ 318 h 318"/>
                <a:gd name="T6" fmla="*/ 54 w 517"/>
                <a:gd name="T7" fmla="*/ 318 h 318"/>
                <a:gd name="T8" fmla="*/ 0 w 517"/>
                <a:gd name="T9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7" h="318">
                  <a:moveTo>
                    <a:pt x="0" y="0"/>
                  </a:moveTo>
                  <a:lnTo>
                    <a:pt x="360" y="0"/>
                  </a:lnTo>
                  <a:lnTo>
                    <a:pt x="517" y="318"/>
                  </a:lnTo>
                  <a:lnTo>
                    <a:pt x="54" y="318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377">
              <a:extLst>
                <a:ext uri="{FF2B5EF4-FFF2-40B4-BE49-F238E27FC236}">
                  <a16:creationId xmlns:a16="http://schemas.microsoft.com/office/drawing/2014/main" id="{70F36333-4967-C645-931F-AD01340BB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5862" y="5818019"/>
              <a:ext cx="882177" cy="604596"/>
            </a:xfrm>
            <a:custGeom>
              <a:avLst/>
              <a:gdLst>
                <a:gd name="T0" fmla="*/ 53 w 464"/>
                <a:gd name="T1" fmla="*/ 0 h 318"/>
                <a:gd name="T2" fmla="*/ 412 w 464"/>
                <a:gd name="T3" fmla="*/ 0 h 318"/>
                <a:gd name="T4" fmla="*/ 464 w 464"/>
                <a:gd name="T5" fmla="*/ 318 h 318"/>
                <a:gd name="T6" fmla="*/ 0 w 464"/>
                <a:gd name="T7" fmla="*/ 318 h 318"/>
                <a:gd name="T8" fmla="*/ 53 w 464"/>
                <a:gd name="T9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4" h="318">
                  <a:moveTo>
                    <a:pt x="53" y="0"/>
                  </a:moveTo>
                  <a:lnTo>
                    <a:pt x="412" y="0"/>
                  </a:lnTo>
                  <a:lnTo>
                    <a:pt x="464" y="318"/>
                  </a:lnTo>
                  <a:lnTo>
                    <a:pt x="0" y="318"/>
                  </a:lnTo>
                  <a:lnTo>
                    <a:pt x="5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shade val="30000"/>
                    <a:satMod val="115000"/>
                  </a:schemeClr>
                </a:gs>
                <a:gs pos="50000">
                  <a:schemeClr val="accent5">
                    <a:shade val="67500"/>
                    <a:satMod val="115000"/>
                  </a:schemeClr>
                </a:gs>
                <a:gs pos="100000">
                  <a:schemeClr val="accent5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Rectangle 402">
              <a:extLst>
                <a:ext uri="{FF2B5EF4-FFF2-40B4-BE49-F238E27FC236}">
                  <a16:creationId xmlns:a16="http://schemas.microsoft.com/office/drawing/2014/main" id="{C70FF44E-CE84-CC4C-A168-FE37C5CA2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8494" y="6422614"/>
              <a:ext cx="882177" cy="435386"/>
            </a:xfrm>
            <a:prstGeom prst="rect">
              <a:avLst/>
            </a:prstGeom>
            <a:solidFill>
              <a:schemeClr val="accent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Rectangle 403">
              <a:extLst>
                <a:ext uri="{FF2B5EF4-FFF2-40B4-BE49-F238E27FC236}">
                  <a16:creationId xmlns:a16="http://schemas.microsoft.com/office/drawing/2014/main" id="{34A3C806-BFC7-6F47-9F2E-02C7E0816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3229" y="6422614"/>
              <a:ext cx="880277" cy="435386"/>
            </a:xfrm>
            <a:prstGeom prst="rect">
              <a:avLst/>
            </a:prstGeom>
            <a:solidFill>
              <a:schemeClr val="accent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Rectangle 404">
              <a:extLst>
                <a:ext uri="{FF2B5EF4-FFF2-40B4-BE49-F238E27FC236}">
                  <a16:creationId xmlns:a16="http://schemas.microsoft.com/office/drawing/2014/main" id="{698848FB-563E-FE40-AAEB-20FF2BC89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8128" y="6422614"/>
              <a:ext cx="882177" cy="435386"/>
            </a:xfrm>
            <a:prstGeom prst="rect">
              <a:avLst/>
            </a:prstGeom>
            <a:solidFill>
              <a:schemeClr val="accent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Rectangle 405">
              <a:extLst>
                <a:ext uri="{FF2B5EF4-FFF2-40B4-BE49-F238E27FC236}">
                  <a16:creationId xmlns:a16="http://schemas.microsoft.com/office/drawing/2014/main" id="{6D31B69A-F376-D74B-809D-09CCE8929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5497" y="6422614"/>
              <a:ext cx="880277" cy="435386"/>
            </a:xfrm>
            <a:prstGeom prst="rect">
              <a:avLst/>
            </a:prstGeom>
            <a:solidFill>
              <a:schemeClr val="accent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Rectangle 407">
              <a:extLst>
                <a:ext uri="{FF2B5EF4-FFF2-40B4-BE49-F238E27FC236}">
                  <a16:creationId xmlns:a16="http://schemas.microsoft.com/office/drawing/2014/main" id="{2950CADB-4537-0F4F-91EE-1366C9A06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5862" y="6422614"/>
              <a:ext cx="882177" cy="435386"/>
            </a:xfrm>
            <a:prstGeom prst="rect">
              <a:avLst/>
            </a:prstGeom>
            <a:solidFill>
              <a:schemeClr val="accent5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4CC6D41-B084-C843-8C48-EFAF6179D140}"/>
              </a:ext>
            </a:extLst>
          </p:cNvPr>
          <p:cNvGrpSpPr/>
          <p:nvPr/>
        </p:nvGrpSpPr>
        <p:grpSpPr>
          <a:xfrm>
            <a:off x="8408726" y="5302301"/>
            <a:ext cx="1390394" cy="1067033"/>
            <a:chOff x="3291509" y="2714167"/>
            <a:chExt cx="4807465" cy="2789926"/>
          </a:xfrm>
        </p:grpSpPr>
        <p:sp>
          <p:nvSpPr>
            <p:cNvPr id="176" name="Freeform 5">
              <a:extLst>
                <a:ext uri="{FF2B5EF4-FFF2-40B4-BE49-F238E27FC236}">
                  <a16:creationId xmlns:a16="http://schemas.microsoft.com/office/drawing/2014/main" id="{23B0C6AB-E091-7C4D-844C-10508373AEEC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5687378" y="3261926"/>
              <a:ext cx="2489383" cy="1393867"/>
            </a:xfrm>
            <a:custGeom>
              <a:avLst/>
              <a:gdLst>
                <a:gd name="T0" fmla="*/ 222 w 3106"/>
                <a:gd name="T1" fmla="*/ 733 h 733"/>
                <a:gd name="T2" fmla="*/ 2877 w 3106"/>
                <a:gd name="T3" fmla="*/ 335 h 733"/>
                <a:gd name="T4" fmla="*/ 3106 w 3106"/>
                <a:gd name="T5" fmla="*/ 72 h 733"/>
                <a:gd name="T6" fmla="*/ 0 w 3106"/>
                <a:gd name="T7" fmla="*/ 403 h 733"/>
                <a:gd name="T8" fmla="*/ 222 w 3106"/>
                <a:gd name="T9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06" h="733">
                  <a:moveTo>
                    <a:pt x="222" y="733"/>
                  </a:moveTo>
                  <a:cubicBezTo>
                    <a:pt x="1084" y="459"/>
                    <a:pt x="1977" y="327"/>
                    <a:pt x="2877" y="335"/>
                  </a:cubicBezTo>
                  <a:cubicBezTo>
                    <a:pt x="2952" y="246"/>
                    <a:pt x="3028" y="158"/>
                    <a:pt x="3106" y="72"/>
                  </a:cubicBezTo>
                  <a:cubicBezTo>
                    <a:pt x="2060" y="0"/>
                    <a:pt x="1012" y="110"/>
                    <a:pt x="0" y="403"/>
                  </a:cubicBezTo>
                  <a:cubicBezTo>
                    <a:pt x="75" y="512"/>
                    <a:pt x="149" y="622"/>
                    <a:pt x="222" y="73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7" name="Freeform 6">
              <a:extLst>
                <a:ext uri="{FF2B5EF4-FFF2-40B4-BE49-F238E27FC236}">
                  <a16:creationId xmlns:a16="http://schemas.microsoft.com/office/drawing/2014/main" id="{A5C2EF11-4D77-3F47-8282-9B884B2BFC28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5007174" y="3242023"/>
              <a:ext cx="1924054" cy="1444303"/>
            </a:xfrm>
            <a:custGeom>
              <a:avLst/>
              <a:gdLst>
                <a:gd name="T0" fmla="*/ 205 w 2401"/>
                <a:gd name="T1" fmla="*/ 759 h 759"/>
                <a:gd name="T2" fmla="*/ 2186 w 2401"/>
                <a:gd name="T3" fmla="*/ 280 h 759"/>
                <a:gd name="T4" fmla="*/ 2401 w 2401"/>
                <a:gd name="T5" fmla="*/ 0 h 759"/>
                <a:gd name="T6" fmla="*/ 0 w 2401"/>
                <a:gd name="T7" fmla="*/ 431 h 759"/>
                <a:gd name="T8" fmla="*/ 205 w 2401"/>
                <a:gd name="T9" fmla="*/ 759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1" h="759">
                  <a:moveTo>
                    <a:pt x="205" y="759"/>
                  </a:moveTo>
                  <a:cubicBezTo>
                    <a:pt x="845" y="512"/>
                    <a:pt x="1509" y="353"/>
                    <a:pt x="2186" y="280"/>
                  </a:cubicBezTo>
                  <a:cubicBezTo>
                    <a:pt x="2256" y="186"/>
                    <a:pt x="2328" y="92"/>
                    <a:pt x="2401" y="0"/>
                  </a:cubicBezTo>
                  <a:cubicBezTo>
                    <a:pt x="1585" y="25"/>
                    <a:pt x="779" y="168"/>
                    <a:pt x="0" y="431"/>
                  </a:cubicBezTo>
                  <a:cubicBezTo>
                    <a:pt x="69" y="539"/>
                    <a:pt x="138" y="649"/>
                    <a:pt x="205" y="75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8" name="Freeform 7">
              <a:extLst>
                <a:ext uri="{FF2B5EF4-FFF2-40B4-BE49-F238E27FC236}">
                  <a16:creationId xmlns:a16="http://schemas.microsoft.com/office/drawing/2014/main" id="{2883BECC-9012-434F-9AC7-9C80246DC1BC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4354338" y="3186889"/>
              <a:ext cx="1400279" cy="1568100"/>
            </a:xfrm>
            <a:custGeom>
              <a:avLst/>
              <a:gdLst>
                <a:gd name="T0" fmla="*/ 187 w 1747"/>
                <a:gd name="T1" fmla="*/ 825 h 825"/>
                <a:gd name="T2" fmla="*/ 1547 w 1747"/>
                <a:gd name="T3" fmla="*/ 297 h 825"/>
                <a:gd name="T4" fmla="*/ 1747 w 1747"/>
                <a:gd name="T5" fmla="*/ 0 h 825"/>
                <a:gd name="T6" fmla="*/ 0 w 1747"/>
                <a:gd name="T7" fmla="*/ 500 h 825"/>
                <a:gd name="T8" fmla="*/ 187 w 1747"/>
                <a:gd name="T9" fmla="*/ 825 h 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7" h="825">
                  <a:moveTo>
                    <a:pt x="187" y="825"/>
                  </a:moveTo>
                  <a:cubicBezTo>
                    <a:pt x="623" y="601"/>
                    <a:pt x="1078" y="425"/>
                    <a:pt x="1547" y="297"/>
                  </a:cubicBezTo>
                  <a:cubicBezTo>
                    <a:pt x="1612" y="197"/>
                    <a:pt x="1679" y="98"/>
                    <a:pt x="1747" y="0"/>
                  </a:cubicBezTo>
                  <a:cubicBezTo>
                    <a:pt x="1148" y="96"/>
                    <a:pt x="563" y="262"/>
                    <a:pt x="0" y="500"/>
                  </a:cubicBezTo>
                  <a:cubicBezTo>
                    <a:pt x="64" y="608"/>
                    <a:pt x="126" y="716"/>
                    <a:pt x="187" y="825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9" name="Freeform 8">
              <a:extLst>
                <a:ext uri="{FF2B5EF4-FFF2-40B4-BE49-F238E27FC236}">
                  <a16:creationId xmlns:a16="http://schemas.microsoft.com/office/drawing/2014/main" id="{2EF650E5-E523-864A-8422-8B269832B39A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3655504" y="3156130"/>
              <a:ext cx="918056" cy="1646046"/>
            </a:xfrm>
            <a:custGeom>
              <a:avLst/>
              <a:gdLst>
                <a:gd name="T0" fmla="*/ 171 w 1145"/>
                <a:gd name="T1" fmla="*/ 865 h 865"/>
                <a:gd name="T2" fmla="*/ 961 w 1145"/>
                <a:gd name="T3" fmla="*/ 312 h 865"/>
                <a:gd name="T4" fmla="*/ 1145 w 1145"/>
                <a:gd name="T5" fmla="*/ 0 h 865"/>
                <a:gd name="T6" fmla="*/ 0 w 1145"/>
                <a:gd name="T7" fmla="*/ 539 h 865"/>
                <a:gd name="T8" fmla="*/ 171 w 1145"/>
                <a:gd name="T9" fmla="*/ 865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5" h="865">
                  <a:moveTo>
                    <a:pt x="171" y="865"/>
                  </a:moveTo>
                  <a:cubicBezTo>
                    <a:pt x="422" y="660"/>
                    <a:pt x="685" y="476"/>
                    <a:pt x="961" y="312"/>
                  </a:cubicBezTo>
                  <a:cubicBezTo>
                    <a:pt x="1020" y="207"/>
                    <a:pt x="1082" y="103"/>
                    <a:pt x="1145" y="0"/>
                  </a:cubicBezTo>
                  <a:cubicBezTo>
                    <a:pt x="748" y="144"/>
                    <a:pt x="366" y="323"/>
                    <a:pt x="0" y="539"/>
                  </a:cubicBezTo>
                  <a:cubicBezTo>
                    <a:pt x="58" y="647"/>
                    <a:pt x="115" y="756"/>
                    <a:pt x="171" y="865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0" name="Freeform 9">
              <a:extLst>
                <a:ext uri="{FF2B5EF4-FFF2-40B4-BE49-F238E27FC236}">
                  <a16:creationId xmlns:a16="http://schemas.microsoft.com/office/drawing/2014/main" id="{D22585F7-061E-EF40-839F-A3874B7DB754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5500095" y="3661534"/>
              <a:ext cx="2201403" cy="882629"/>
            </a:xfrm>
            <a:custGeom>
              <a:avLst/>
              <a:gdLst>
                <a:gd name="T0" fmla="*/ 0 w 2747"/>
                <a:gd name="T1" fmla="*/ 94 h 464"/>
                <a:gd name="T2" fmla="*/ 222 w 2747"/>
                <a:gd name="T3" fmla="*/ 424 h 464"/>
                <a:gd name="T4" fmla="*/ 2532 w 2747"/>
                <a:gd name="T5" fmla="*/ 464 h 464"/>
                <a:gd name="T6" fmla="*/ 2747 w 2747"/>
                <a:gd name="T7" fmla="*/ 184 h 464"/>
                <a:gd name="T8" fmla="*/ 0 w 2747"/>
                <a:gd name="T9" fmla="*/ 94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7" h="464">
                  <a:moveTo>
                    <a:pt x="0" y="94"/>
                  </a:moveTo>
                  <a:cubicBezTo>
                    <a:pt x="75" y="203"/>
                    <a:pt x="149" y="313"/>
                    <a:pt x="222" y="424"/>
                  </a:cubicBezTo>
                  <a:cubicBezTo>
                    <a:pt x="992" y="348"/>
                    <a:pt x="1765" y="361"/>
                    <a:pt x="2532" y="464"/>
                  </a:cubicBezTo>
                  <a:cubicBezTo>
                    <a:pt x="2602" y="370"/>
                    <a:pt x="2674" y="276"/>
                    <a:pt x="2747" y="184"/>
                  </a:cubicBezTo>
                  <a:cubicBezTo>
                    <a:pt x="1838" y="31"/>
                    <a:pt x="916" y="0"/>
                    <a:pt x="0" y="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1" name="Freeform 10">
              <a:extLst>
                <a:ext uri="{FF2B5EF4-FFF2-40B4-BE49-F238E27FC236}">
                  <a16:creationId xmlns:a16="http://schemas.microsoft.com/office/drawing/2014/main" id="{82BDAB11-7281-7E49-A816-829A21711005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4795327" y="3722523"/>
              <a:ext cx="1655401" cy="751955"/>
            </a:xfrm>
            <a:custGeom>
              <a:avLst/>
              <a:gdLst>
                <a:gd name="T0" fmla="*/ 1865 w 2065"/>
                <a:gd name="T1" fmla="*/ 381 h 395"/>
                <a:gd name="T2" fmla="*/ 2065 w 2065"/>
                <a:gd name="T3" fmla="*/ 84 h 395"/>
                <a:gd name="T4" fmla="*/ 0 w 2065"/>
                <a:gd name="T5" fmla="*/ 67 h 395"/>
                <a:gd name="T6" fmla="*/ 205 w 2065"/>
                <a:gd name="T7" fmla="*/ 395 h 395"/>
                <a:gd name="T8" fmla="*/ 1865 w 2065"/>
                <a:gd name="T9" fmla="*/ 38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5" h="395">
                  <a:moveTo>
                    <a:pt x="1865" y="381"/>
                  </a:moveTo>
                  <a:cubicBezTo>
                    <a:pt x="1930" y="281"/>
                    <a:pt x="1997" y="182"/>
                    <a:pt x="2065" y="84"/>
                  </a:cubicBezTo>
                  <a:cubicBezTo>
                    <a:pt x="1378" y="6"/>
                    <a:pt x="688" y="0"/>
                    <a:pt x="0" y="67"/>
                  </a:cubicBezTo>
                  <a:cubicBezTo>
                    <a:pt x="69" y="175"/>
                    <a:pt x="138" y="285"/>
                    <a:pt x="205" y="395"/>
                  </a:cubicBezTo>
                  <a:cubicBezTo>
                    <a:pt x="757" y="342"/>
                    <a:pt x="1312" y="337"/>
                    <a:pt x="1865" y="3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2" name="Freeform 11">
              <a:extLst>
                <a:ext uri="{FF2B5EF4-FFF2-40B4-BE49-F238E27FC236}">
                  <a16:creationId xmlns:a16="http://schemas.microsoft.com/office/drawing/2014/main" id="{F9B7609C-DD4C-F04D-BF60-0B3095BB9EDE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3297094" y="3744539"/>
              <a:ext cx="688060" cy="699226"/>
            </a:xfrm>
            <a:custGeom>
              <a:avLst/>
              <a:gdLst>
                <a:gd name="T0" fmla="*/ 0 w 858"/>
                <a:gd name="T1" fmla="*/ 41 h 367"/>
                <a:gd name="T2" fmla="*/ 171 w 858"/>
                <a:gd name="T3" fmla="*/ 367 h 367"/>
                <a:gd name="T4" fmla="*/ 689 w 858"/>
                <a:gd name="T5" fmla="*/ 331 h 367"/>
                <a:gd name="T6" fmla="*/ 858 w 858"/>
                <a:gd name="T7" fmla="*/ 0 h 367"/>
                <a:gd name="T8" fmla="*/ 0 w 858"/>
                <a:gd name="T9" fmla="*/ 41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8" h="367">
                  <a:moveTo>
                    <a:pt x="0" y="41"/>
                  </a:moveTo>
                  <a:cubicBezTo>
                    <a:pt x="58" y="149"/>
                    <a:pt x="115" y="258"/>
                    <a:pt x="171" y="367"/>
                  </a:cubicBezTo>
                  <a:cubicBezTo>
                    <a:pt x="343" y="350"/>
                    <a:pt x="516" y="338"/>
                    <a:pt x="689" y="331"/>
                  </a:cubicBezTo>
                  <a:cubicBezTo>
                    <a:pt x="744" y="219"/>
                    <a:pt x="800" y="109"/>
                    <a:pt x="858" y="0"/>
                  </a:cubicBezTo>
                  <a:cubicBezTo>
                    <a:pt x="572" y="0"/>
                    <a:pt x="285" y="14"/>
                    <a:pt x="0" y="4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3" name="Freeform 12">
              <a:extLst>
                <a:ext uri="{FF2B5EF4-FFF2-40B4-BE49-F238E27FC236}">
                  <a16:creationId xmlns:a16="http://schemas.microsoft.com/office/drawing/2014/main" id="{73B32CB5-6150-474E-B1D4-60A411C2DC10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4054878" y="3735672"/>
              <a:ext cx="1150954" cy="719859"/>
            </a:xfrm>
            <a:custGeom>
              <a:avLst/>
              <a:gdLst>
                <a:gd name="T0" fmla="*/ 1252 w 1436"/>
                <a:gd name="T1" fmla="*/ 340 h 379"/>
                <a:gd name="T2" fmla="*/ 1436 w 1436"/>
                <a:gd name="T3" fmla="*/ 28 h 379"/>
                <a:gd name="T4" fmla="*/ 0 w 1436"/>
                <a:gd name="T5" fmla="*/ 54 h 379"/>
                <a:gd name="T6" fmla="*/ 187 w 1436"/>
                <a:gd name="T7" fmla="*/ 379 h 379"/>
                <a:gd name="T8" fmla="*/ 1252 w 1436"/>
                <a:gd name="T9" fmla="*/ 340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6" h="379">
                  <a:moveTo>
                    <a:pt x="1252" y="340"/>
                  </a:moveTo>
                  <a:cubicBezTo>
                    <a:pt x="1311" y="235"/>
                    <a:pt x="1373" y="131"/>
                    <a:pt x="1436" y="28"/>
                  </a:cubicBezTo>
                  <a:cubicBezTo>
                    <a:pt x="957" y="0"/>
                    <a:pt x="478" y="9"/>
                    <a:pt x="0" y="54"/>
                  </a:cubicBezTo>
                  <a:cubicBezTo>
                    <a:pt x="64" y="162"/>
                    <a:pt x="126" y="270"/>
                    <a:pt x="187" y="379"/>
                  </a:cubicBezTo>
                  <a:cubicBezTo>
                    <a:pt x="541" y="345"/>
                    <a:pt x="896" y="332"/>
                    <a:pt x="1252" y="34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4" name="Freeform 13">
              <a:extLst>
                <a:ext uri="{FF2B5EF4-FFF2-40B4-BE49-F238E27FC236}">
                  <a16:creationId xmlns:a16="http://schemas.microsoft.com/office/drawing/2014/main" id="{F708D857-AD3E-554E-900F-6489D9F840AB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6150362" y="3555480"/>
              <a:ext cx="2789926" cy="1107299"/>
            </a:xfrm>
            <a:custGeom>
              <a:avLst/>
              <a:gdLst>
                <a:gd name="T0" fmla="*/ 3252 w 3481"/>
                <a:gd name="T1" fmla="*/ 582 h 582"/>
                <a:gd name="T2" fmla="*/ 3481 w 3481"/>
                <a:gd name="T3" fmla="*/ 319 h 582"/>
                <a:gd name="T4" fmla="*/ 0 w 3481"/>
                <a:gd name="T5" fmla="*/ 127 h 582"/>
                <a:gd name="T6" fmla="*/ 240 w 3481"/>
                <a:gd name="T7" fmla="*/ 458 h 582"/>
                <a:gd name="T8" fmla="*/ 3252 w 3481"/>
                <a:gd name="T9" fmla="*/ 582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81" h="582">
                  <a:moveTo>
                    <a:pt x="3252" y="582"/>
                  </a:moveTo>
                  <a:cubicBezTo>
                    <a:pt x="3327" y="493"/>
                    <a:pt x="3403" y="405"/>
                    <a:pt x="3481" y="319"/>
                  </a:cubicBezTo>
                  <a:cubicBezTo>
                    <a:pt x="2337" y="64"/>
                    <a:pt x="1163" y="0"/>
                    <a:pt x="0" y="127"/>
                  </a:cubicBezTo>
                  <a:cubicBezTo>
                    <a:pt x="81" y="237"/>
                    <a:pt x="161" y="347"/>
                    <a:pt x="240" y="458"/>
                  </a:cubicBezTo>
                  <a:cubicBezTo>
                    <a:pt x="1245" y="353"/>
                    <a:pt x="2257" y="394"/>
                    <a:pt x="3252" y="5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90EB96C0-68B3-C44C-8786-D342A7B62647}"/>
              </a:ext>
            </a:extLst>
          </p:cNvPr>
          <p:cNvSpPr txBox="1"/>
          <p:nvPr/>
        </p:nvSpPr>
        <p:spPr>
          <a:xfrm>
            <a:off x="2644136" y="1158232"/>
            <a:ext cx="11961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Circular Arrows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C503DCA-9E4C-D744-BD81-D3F6728E059A}"/>
              </a:ext>
            </a:extLst>
          </p:cNvPr>
          <p:cNvSpPr txBox="1"/>
          <p:nvPr/>
        </p:nvSpPr>
        <p:spPr>
          <a:xfrm>
            <a:off x="4943990" y="1158232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creative Arrows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62D06D3-A93E-634D-9EE5-F713B062E126}"/>
              </a:ext>
            </a:extLst>
          </p:cNvPr>
          <p:cNvSpPr txBox="1"/>
          <p:nvPr/>
        </p:nvSpPr>
        <p:spPr>
          <a:xfrm>
            <a:off x="7548645" y="1158232"/>
            <a:ext cx="10935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2ways Arrows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486BCFB-E9B4-0E44-A3DB-12850B4A6C5C}"/>
              </a:ext>
            </a:extLst>
          </p:cNvPr>
          <p:cNvSpPr txBox="1"/>
          <p:nvPr/>
        </p:nvSpPr>
        <p:spPr>
          <a:xfrm>
            <a:off x="10125590" y="1158232"/>
            <a:ext cx="891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Big Arrows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0022289-F694-3548-8F81-552C660E554F}"/>
              </a:ext>
            </a:extLst>
          </p:cNvPr>
          <p:cNvSpPr txBox="1"/>
          <p:nvPr/>
        </p:nvSpPr>
        <p:spPr>
          <a:xfrm>
            <a:off x="585220" y="2890050"/>
            <a:ext cx="11063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 step circular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D612CF2-8AC6-1D41-98FB-79597C2EEA21}"/>
              </a:ext>
            </a:extLst>
          </p:cNvPr>
          <p:cNvSpPr txBox="1"/>
          <p:nvPr/>
        </p:nvSpPr>
        <p:spPr>
          <a:xfrm>
            <a:off x="2698113" y="2890050"/>
            <a:ext cx="8402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4step ring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A286891-98E1-3146-A620-D9A1191F5F95}"/>
              </a:ext>
            </a:extLst>
          </p:cNvPr>
          <p:cNvSpPr txBox="1"/>
          <p:nvPr/>
        </p:nvSpPr>
        <p:spPr>
          <a:xfrm>
            <a:off x="4679370" y="2890050"/>
            <a:ext cx="8402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6step ring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E1E575C2-7F95-4E43-98DB-EC5CCB0624B5}"/>
              </a:ext>
            </a:extLst>
          </p:cNvPr>
          <p:cNvSpPr txBox="1"/>
          <p:nvPr/>
        </p:nvSpPr>
        <p:spPr>
          <a:xfrm>
            <a:off x="6795214" y="2890050"/>
            <a:ext cx="8402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4step ring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E5959AFF-63A1-144D-A4DD-3E820B85430B}"/>
              </a:ext>
            </a:extLst>
          </p:cNvPr>
          <p:cNvSpPr txBox="1"/>
          <p:nvPr/>
        </p:nvSpPr>
        <p:spPr>
          <a:xfrm>
            <a:off x="8804123" y="2890050"/>
            <a:ext cx="10695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4step circular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CC79EC6-7DC7-AA41-8A12-242AFB1D86B4}"/>
              </a:ext>
            </a:extLst>
          </p:cNvPr>
          <p:cNvSpPr txBox="1"/>
          <p:nvPr/>
        </p:nvSpPr>
        <p:spPr>
          <a:xfrm>
            <a:off x="10713365" y="2890050"/>
            <a:ext cx="10695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6step circular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465E8CB4-4C40-484D-A26B-530B767E07AA}"/>
              </a:ext>
            </a:extLst>
          </p:cNvPr>
          <p:cNvSpPr txBox="1"/>
          <p:nvPr/>
        </p:nvSpPr>
        <p:spPr>
          <a:xfrm>
            <a:off x="807130" y="496853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timeline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5BCCA34-42C0-234F-8AF3-157748FF4851}"/>
              </a:ext>
            </a:extLst>
          </p:cNvPr>
          <p:cNvSpPr txBox="1"/>
          <p:nvPr/>
        </p:nvSpPr>
        <p:spPr>
          <a:xfrm>
            <a:off x="2877562" y="4968533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 list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CA997D89-BAE9-E44C-8826-37248630AFA6}"/>
              </a:ext>
            </a:extLst>
          </p:cNvPr>
          <p:cNvSpPr txBox="1"/>
          <p:nvPr/>
        </p:nvSpPr>
        <p:spPr>
          <a:xfrm>
            <a:off x="4679370" y="4968533"/>
            <a:ext cx="6511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 steps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B13E474F-2168-2845-85DD-BC40C98428E9}"/>
              </a:ext>
            </a:extLst>
          </p:cNvPr>
          <p:cNvSpPr txBox="1"/>
          <p:nvPr/>
        </p:nvSpPr>
        <p:spPr>
          <a:xfrm>
            <a:off x="6545700" y="4968533"/>
            <a:ext cx="1095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3item triangle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92F75145-A98F-104E-A4D0-EBA2BCC40877}"/>
              </a:ext>
            </a:extLst>
          </p:cNvPr>
          <p:cNvSpPr txBox="1"/>
          <p:nvPr/>
        </p:nvSpPr>
        <p:spPr>
          <a:xfrm>
            <a:off x="8804123" y="4968533"/>
            <a:ext cx="5132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Filter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BE4DE525-1C34-9C47-844F-678E951E6911}"/>
              </a:ext>
            </a:extLst>
          </p:cNvPr>
          <p:cNvSpPr txBox="1"/>
          <p:nvPr/>
        </p:nvSpPr>
        <p:spPr>
          <a:xfrm>
            <a:off x="10713365" y="4968533"/>
            <a:ext cx="8098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 items</a:t>
            </a:r>
          </a:p>
        </p:txBody>
      </p:sp>
    </p:spTree>
    <p:extLst>
      <p:ext uri="{BB962C8B-B14F-4D97-AF65-F5344CB8AC3E}">
        <p14:creationId xmlns:p14="http://schemas.microsoft.com/office/powerpoint/2010/main" val="137942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roup">
            <a:extLst>
              <a:ext uri="{FF2B5EF4-FFF2-40B4-BE49-F238E27FC236}">
                <a16:creationId xmlns:a16="http://schemas.microsoft.com/office/drawing/2014/main" id="{A208D128-DFB3-40C4-845B-BEF90139B2A5}"/>
              </a:ext>
            </a:extLst>
          </p:cNvPr>
          <p:cNvGrpSpPr>
            <a:grpSpLocks noChangeAspect="1"/>
          </p:cNvGrpSpPr>
          <p:nvPr/>
        </p:nvGrpSpPr>
        <p:grpSpPr>
          <a:xfrm>
            <a:off x="3403111" y="1375280"/>
            <a:ext cx="1678423" cy="1097280"/>
            <a:chOff x="-2" y="0"/>
            <a:chExt cx="8701474" cy="5688639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28" name="Shape">
              <a:extLst>
                <a:ext uri="{FF2B5EF4-FFF2-40B4-BE49-F238E27FC236}">
                  <a16:creationId xmlns:a16="http://schemas.microsoft.com/office/drawing/2014/main" id="{60F3E463-AF09-433A-8C33-4A86CC194742}"/>
                </a:ext>
              </a:extLst>
            </p:cNvPr>
            <p:cNvSpPr/>
            <p:nvPr/>
          </p:nvSpPr>
          <p:spPr>
            <a:xfrm>
              <a:off x="655477" y="0"/>
              <a:ext cx="1084460" cy="8048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343"/>
                  </a:moveTo>
                  <a:cubicBezTo>
                    <a:pt x="21600" y="5343"/>
                    <a:pt x="19583" y="18303"/>
                    <a:pt x="19163" y="18985"/>
                  </a:cubicBezTo>
                  <a:cubicBezTo>
                    <a:pt x="18826" y="19781"/>
                    <a:pt x="19247" y="19554"/>
                    <a:pt x="19247" y="20349"/>
                  </a:cubicBezTo>
                  <a:cubicBezTo>
                    <a:pt x="19247" y="21032"/>
                    <a:pt x="19079" y="21600"/>
                    <a:pt x="19079" y="21600"/>
                  </a:cubicBezTo>
                  <a:cubicBezTo>
                    <a:pt x="13532" y="19667"/>
                    <a:pt x="13532" y="19667"/>
                    <a:pt x="13532" y="19667"/>
                  </a:cubicBezTo>
                  <a:cubicBezTo>
                    <a:pt x="12607" y="19554"/>
                    <a:pt x="12607" y="19554"/>
                    <a:pt x="12607" y="19554"/>
                  </a:cubicBezTo>
                  <a:cubicBezTo>
                    <a:pt x="12271" y="19667"/>
                    <a:pt x="12271" y="19667"/>
                    <a:pt x="12271" y="19667"/>
                  </a:cubicBezTo>
                  <a:cubicBezTo>
                    <a:pt x="11851" y="19554"/>
                    <a:pt x="11851" y="19554"/>
                    <a:pt x="11851" y="19554"/>
                  </a:cubicBezTo>
                  <a:cubicBezTo>
                    <a:pt x="11514" y="19667"/>
                    <a:pt x="11514" y="19667"/>
                    <a:pt x="11514" y="19667"/>
                  </a:cubicBezTo>
                  <a:cubicBezTo>
                    <a:pt x="9077" y="19781"/>
                    <a:pt x="9077" y="19781"/>
                    <a:pt x="9077" y="19781"/>
                  </a:cubicBezTo>
                  <a:cubicBezTo>
                    <a:pt x="8825" y="19554"/>
                    <a:pt x="8825" y="19554"/>
                    <a:pt x="8825" y="19554"/>
                  </a:cubicBezTo>
                  <a:cubicBezTo>
                    <a:pt x="8573" y="19667"/>
                    <a:pt x="8573" y="19667"/>
                    <a:pt x="8573" y="19667"/>
                  </a:cubicBezTo>
                  <a:cubicBezTo>
                    <a:pt x="8321" y="19781"/>
                    <a:pt x="8321" y="19781"/>
                    <a:pt x="8321" y="19781"/>
                  </a:cubicBezTo>
                  <a:cubicBezTo>
                    <a:pt x="8153" y="19781"/>
                    <a:pt x="8153" y="19781"/>
                    <a:pt x="8153" y="19781"/>
                  </a:cubicBezTo>
                  <a:cubicBezTo>
                    <a:pt x="7900" y="19667"/>
                    <a:pt x="7900" y="19667"/>
                    <a:pt x="7900" y="19667"/>
                  </a:cubicBezTo>
                  <a:cubicBezTo>
                    <a:pt x="7900" y="19554"/>
                    <a:pt x="7900" y="19554"/>
                    <a:pt x="7900" y="19554"/>
                  </a:cubicBezTo>
                  <a:cubicBezTo>
                    <a:pt x="7480" y="19554"/>
                    <a:pt x="7480" y="19554"/>
                    <a:pt x="7480" y="19554"/>
                  </a:cubicBezTo>
                  <a:cubicBezTo>
                    <a:pt x="7228" y="19440"/>
                    <a:pt x="7228" y="19440"/>
                    <a:pt x="7228" y="19440"/>
                  </a:cubicBezTo>
                  <a:cubicBezTo>
                    <a:pt x="7144" y="19213"/>
                    <a:pt x="7144" y="19213"/>
                    <a:pt x="7144" y="19213"/>
                  </a:cubicBezTo>
                  <a:cubicBezTo>
                    <a:pt x="7144" y="19099"/>
                    <a:pt x="7144" y="19099"/>
                    <a:pt x="7144" y="19099"/>
                  </a:cubicBezTo>
                  <a:cubicBezTo>
                    <a:pt x="6808" y="18985"/>
                    <a:pt x="6808" y="18985"/>
                    <a:pt x="6808" y="18985"/>
                  </a:cubicBezTo>
                  <a:cubicBezTo>
                    <a:pt x="6135" y="18758"/>
                    <a:pt x="6135" y="18758"/>
                    <a:pt x="6135" y="18758"/>
                  </a:cubicBezTo>
                  <a:cubicBezTo>
                    <a:pt x="5715" y="18531"/>
                    <a:pt x="5715" y="18531"/>
                    <a:pt x="5715" y="18531"/>
                  </a:cubicBezTo>
                  <a:cubicBezTo>
                    <a:pt x="5547" y="18417"/>
                    <a:pt x="5547" y="18417"/>
                    <a:pt x="5547" y="18417"/>
                  </a:cubicBezTo>
                  <a:cubicBezTo>
                    <a:pt x="5043" y="18531"/>
                    <a:pt x="5043" y="18531"/>
                    <a:pt x="5043" y="18531"/>
                  </a:cubicBezTo>
                  <a:cubicBezTo>
                    <a:pt x="4286" y="18758"/>
                    <a:pt x="4286" y="18758"/>
                    <a:pt x="4286" y="18758"/>
                  </a:cubicBezTo>
                  <a:cubicBezTo>
                    <a:pt x="3362" y="18417"/>
                    <a:pt x="3362" y="18417"/>
                    <a:pt x="3362" y="18417"/>
                  </a:cubicBezTo>
                  <a:cubicBezTo>
                    <a:pt x="2774" y="17735"/>
                    <a:pt x="2774" y="17735"/>
                    <a:pt x="2774" y="17735"/>
                  </a:cubicBezTo>
                  <a:cubicBezTo>
                    <a:pt x="2774" y="17735"/>
                    <a:pt x="3026" y="16939"/>
                    <a:pt x="2942" y="15916"/>
                  </a:cubicBezTo>
                  <a:cubicBezTo>
                    <a:pt x="2858" y="14779"/>
                    <a:pt x="2437" y="14552"/>
                    <a:pt x="2437" y="14552"/>
                  </a:cubicBezTo>
                  <a:cubicBezTo>
                    <a:pt x="2017" y="14552"/>
                    <a:pt x="2017" y="14552"/>
                    <a:pt x="2017" y="14552"/>
                  </a:cubicBezTo>
                  <a:cubicBezTo>
                    <a:pt x="1681" y="14324"/>
                    <a:pt x="1681" y="14324"/>
                    <a:pt x="1681" y="14324"/>
                  </a:cubicBezTo>
                  <a:cubicBezTo>
                    <a:pt x="1681" y="14324"/>
                    <a:pt x="1681" y="13642"/>
                    <a:pt x="1261" y="13642"/>
                  </a:cubicBezTo>
                  <a:cubicBezTo>
                    <a:pt x="840" y="13642"/>
                    <a:pt x="840" y="13642"/>
                    <a:pt x="840" y="13642"/>
                  </a:cubicBezTo>
                  <a:cubicBezTo>
                    <a:pt x="336" y="13528"/>
                    <a:pt x="336" y="13528"/>
                    <a:pt x="336" y="13528"/>
                  </a:cubicBezTo>
                  <a:cubicBezTo>
                    <a:pt x="0" y="13187"/>
                    <a:pt x="0" y="13187"/>
                    <a:pt x="0" y="13187"/>
                  </a:cubicBezTo>
                  <a:cubicBezTo>
                    <a:pt x="84" y="12392"/>
                    <a:pt x="84" y="12392"/>
                    <a:pt x="84" y="12392"/>
                  </a:cubicBezTo>
                  <a:cubicBezTo>
                    <a:pt x="252" y="11709"/>
                    <a:pt x="252" y="11709"/>
                    <a:pt x="252" y="11709"/>
                  </a:cubicBezTo>
                  <a:cubicBezTo>
                    <a:pt x="336" y="11596"/>
                    <a:pt x="336" y="11596"/>
                    <a:pt x="336" y="11596"/>
                  </a:cubicBezTo>
                  <a:cubicBezTo>
                    <a:pt x="420" y="11937"/>
                    <a:pt x="420" y="11937"/>
                    <a:pt x="420" y="11937"/>
                  </a:cubicBezTo>
                  <a:cubicBezTo>
                    <a:pt x="504" y="12051"/>
                    <a:pt x="504" y="12051"/>
                    <a:pt x="504" y="12051"/>
                  </a:cubicBezTo>
                  <a:cubicBezTo>
                    <a:pt x="588" y="11937"/>
                    <a:pt x="588" y="11937"/>
                    <a:pt x="588" y="11937"/>
                  </a:cubicBezTo>
                  <a:cubicBezTo>
                    <a:pt x="588" y="11482"/>
                    <a:pt x="588" y="11482"/>
                    <a:pt x="588" y="11482"/>
                  </a:cubicBezTo>
                  <a:cubicBezTo>
                    <a:pt x="925" y="11255"/>
                    <a:pt x="925" y="11255"/>
                    <a:pt x="925" y="11255"/>
                  </a:cubicBezTo>
                  <a:cubicBezTo>
                    <a:pt x="925" y="11141"/>
                    <a:pt x="925" y="11141"/>
                    <a:pt x="925" y="11141"/>
                  </a:cubicBezTo>
                  <a:cubicBezTo>
                    <a:pt x="756" y="10914"/>
                    <a:pt x="756" y="10914"/>
                    <a:pt x="756" y="10914"/>
                  </a:cubicBezTo>
                  <a:cubicBezTo>
                    <a:pt x="672" y="10800"/>
                    <a:pt x="672" y="10800"/>
                    <a:pt x="672" y="10800"/>
                  </a:cubicBezTo>
                  <a:cubicBezTo>
                    <a:pt x="588" y="10004"/>
                    <a:pt x="588" y="10004"/>
                    <a:pt x="588" y="10004"/>
                  </a:cubicBezTo>
                  <a:cubicBezTo>
                    <a:pt x="1177" y="9891"/>
                    <a:pt x="1177" y="9891"/>
                    <a:pt x="1177" y="9891"/>
                  </a:cubicBezTo>
                  <a:cubicBezTo>
                    <a:pt x="1345" y="9663"/>
                    <a:pt x="1345" y="9663"/>
                    <a:pt x="1345" y="9663"/>
                  </a:cubicBezTo>
                  <a:cubicBezTo>
                    <a:pt x="840" y="9095"/>
                    <a:pt x="840" y="9095"/>
                    <a:pt x="840" y="9095"/>
                  </a:cubicBezTo>
                  <a:cubicBezTo>
                    <a:pt x="672" y="8867"/>
                    <a:pt x="672" y="8867"/>
                    <a:pt x="672" y="8867"/>
                  </a:cubicBezTo>
                  <a:cubicBezTo>
                    <a:pt x="504" y="7276"/>
                    <a:pt x="504" y="7276"/>
                    <a:pt x="504" y="7276"/>
                  </a:cubicBezTo>
                  <a:cubicBezTo>
                    <a:pt x="504" y="6821"/>
                    <a:pt x="504" y="6821"/>
                    <a:pt x="504" y="6821"/>
                  </a:cubicBezTo>
                  <a:cubicBezTo>
                    <a:pt x="672" y="6707"/>
                    <a:pt x="672" y="6707"/>
                    <a:pt x="672" y="6707"/>
                  </a:cubicBezTo>
                  <a:cubicBezTo>
                    <a:pt x="672" y="4661"/>
                    <a:pt x="672" y="4661"/>
                    <a:pt x="672" y="4661"/>
                  </a:cubicBezTo>
                  <a:cubicBezTo>
                    <a:pt x="252" y="4206"/>
                    <a:pt x="252" y="4206"/>
                    <a:pt x="252" y="4206"/>
                  </a:cubicBezTo>
                  <a:cubicBezTo>
                    <a:pt x="252" y="2615"/>
                    <a:pt x="252" y="2615"/>
                    <a:pt x="252" y="2615"/>
                  </a:cubicBezTo>
                  <a:cubicBezTo>
                    <a:pt x="672" y="1933"/>
                    <a:pt x="672" y="1933"/>
                    <a:pt x="672" y="1933"/>
                  </a:cubicBezTo>
                  <a:cubicBezTo>
                    <a:pt x="840" y="1137"/>
                    <a:pt x="840" y="1137"/>
                    <a:pt x="840" y="1137"/>
                  </a:cubicBezTo>
                  <a:cubicBezTo>
                    <a:pt x="1765" y="2387"/>
                    <a:pt x="1765" y="2387"/>
                    <a:pt x="1765" y="2387"/>
                  </a:cubicBezTo>
                  <a:cubicBezTo>
                    <a:pt x="2774" y="3411"/>
                    <a:pt x="2774" y="3411"/>
                    <a:pt x="2774" y="3411"/>
                  </a:cubicBezTo>
                  <a:cubicBezTo>
                    <a:pt x="3530" y="3865"/>
                    <a:pt x="3530" y="3865"/>
                    <a:pt x="3530" y="3865"/>
                  </a:cubicBezTo>
                  <a:cubicBezTo>
                    <a:pt x="4118" y="4093"/>
                    <a:pt x="4118" y="4093"/>
                    <a:pt x="4118" y="4093"/>
                  </a:cubicBezTo>
                  <a:cubicBezTo>
                    <a:pt x="4370" y="4093"/>
                    <a:pt x="4370" y="4093"/>
                    <a:pt x="4370" y="4093"/>
                  </a:cubicBezTo>
                  <a:cubicBezTo>
                    <a:pt x="4623" y="4093"/>
                    <a:pt x="4623" y="4093"/>
                    <a:pt x="4623" y="4093"/>
                  </a:cubicBezTo>
                  <a:cubicBezTo>
                    <a:pt x="4791" y="4888"/>
                    <a:pt x="4791" y="4888"/>
                    <a:pt x="4791" y="4888"/>
                  </a:cubicBezTo>
                  <a:cubicBezTo>
                    <a:pt x="5463" y="4775"/>
                    <a:pt x="5463" y="4775"/>
                    <a:pt x="5463" y="4775"/>
                  </a:cubicBezTo>
                  <a:cubicBezTo>
                    <a:pt x="5547" y="5912"/>
                    <a:pt x="5547" y="5912"/>
                    <a:pt x="5547" y="5912"/>
                  </a:cubicBezTo>
                  <a:cubicBezTo>
                    <a:pt x="5295" y="6366"/>
                    <a:pt x="5295" y="6366"/>
                    <a:pt x="5295" y="6366"/>
                  </a:cubicBezTo>
                  <a:cubicBezTo>
                    <a:pt x="4539" y="6935"/>
                    <a:pt x="4539" y="6935"/>
                    <a:pt x="4539" y="6935"/>
                  </a:cubicBezTo>
                  <a:cubicBezTo>
                    <a:pt x="4034" y="7844"/>
                    <a:pt x="4034" y="7844"/>
                    <a:pt x="4034" y="7844"/>
                  </a:cubicBezTo>
                  <a:cubicBezTo>
                    <a:pt x="3866" y="8299"/>
                    <a:pt x="3866" y="8299"/>
                    <a:pt x="3866" y="8299"/>
                  </a:cubicBezTo>
                  <a:cubicBezTo>
                    <a:pt x="4034" y="8413"/>
                    <a:pt x="4034" y="8413"/>
                    <a:pt x="4034" y="8413"/>
                  </a:cubicBezTo>
                  <a:cubicBezTo>
                    <a:pt x="4370" y="7958"/>
                    <a:pt x="4370" y="7958"/>
                    <a:pt x="4370" y="7958"/>
                  </a:cubicBezTo>
                  <a:cubicBezTo>
                    <a:pt x="4623" y="7503"/>
                    <a:pt x="4623" y="7503"/>
                    <a:pt x="4623" y="7503"/>
                  </a:cubicBezTo>
                  <a:cubicBezTo>
                    <a:pt x="5379" y="6821"/>
                    <a:pt x="5379" y="6821"/>
                    <a:pt x="5379" y="6821"/>
                  </a:cubicBezTo>
                  <a:cubicBezTo>
                    <a:pt x="5883" y="6480"/>
                    <a:pt x="5883" y="6480"/>
                    <a:pt x="5883" y="6480"/>
                  </a:cubicBezTo>
                  <a:cubicBezTo>
                    <a:pt x="5799" y="6935"/>
                    <a:pt x="5799" y="6935"/>
                    <a:pt x="5799" y="6935"/>
                  </a:cubicBezTo>
                  <a:cubicBezTo>
                    <a:pt x="5547" y="7276"/>
                    <a:pt x="5547" y="7276"/>
                    <a:pt x="5547" y="7276"/>
                  </a:cubicBezTo>
                  <a:cubicBezTo>
                    <a:pt x="5211" y="8413"/>
                    <a:pt x="5211" y="8413"/>
                    <a:pt x="5211" y="8413"/>
                  </a:cubicBezTo>
                  <a:cubicBezTo>
                    <a:pt x="4370" y="9095"/>
                    <a:pt x="4370" y="9095"/>
                    <a:pt x="4370" y="9095"/>
                  </a:cubicBezTo>
                  <a:cubicBezTo>
                    <a:pt x="3866" y="9777"/>
                    <a:pt x="3866" y="9777"/>
                    <a:pt x="3866" y="9777"/>
                  </a:cubicBezTo>
                  <a:cubicBezTo>
                    <a:pt x="3866" y="10345"/>
                    <a:pt x="3866" y="10345"/>
                    <a:pt x="3866" y="10345"/>
                  </a:cubicBezTo>
                  <a:cubicBezTo>
                    <a:pt x="4202" y="10459"/>
                    <a:pt x="4202" y="10459"/>
                    <a:pt x="4202" y="10459"/>
                  </a:cubicBezTo>
                  <a:cubicBezTo>
                    <a:pt x="4623" y="9891"/>
                    <a:pt x="4623" y="9891"/>
                    <a:pt x="4623" y="9891"/>
                  </a:cubicBezTo>
                  <a:cubicBezTo>
                    <a:pt x="5043" y="9436"/>
                    <a:pt x="5043" y="9436"/>
                    <a:pt x="5043" y="9436"/>
                  </a:cubicBezTo>
                  <a:cubicBezTo>
                    <a:pt x="5463" y="9322"/>
                    <a:pt x="5463" y="9322"/>
                    <a:pt x="5463" y="9322"/>
                  </a:cubicBezTo>
                  <a:cubicBezTo>
                    <a:pt x="5799" y="8867"/>
                    <a:pt x="5799" y="8867"/>
                    <a:pt x="5799" y="8867"/>
                  </a:cubicBezTo>
                  <a:cubicBezTo>
                    <a:pt x="5967" y="7731"/>
                    <a:pt x="5967" y="7731"/>
                    <a:pt x="5967" y="7731"/>
                  </a:cubicBezTo>
                  <a:cubicBezTo>
                    <a:pt x="6304" y="6821"/>
                    <a:pt x="6304" y="6821"/>
                    <a:pt x="6304" y="6821"/>
                  </a:cubicBezTo>
                  <a:cubicBezTo>
                    <a:pt x="6724" y="6139"/>
                    <a:pt x="6724" y="6139"/>
                    <a:pt x="6724" y="6139"/>
                  </a:cubicBezTo>
                  <a:cubicBezTo>
                    <a:pt x="6808" y="5684"/>
                    <a:pt x="6808" y="5684"/>
                    <a:pt x="6808" y="5684"/>
                  </a:cubicBezTo>
                  <a:cubicBezTo>
                    <a:pt x="6556" y="4775"/>
                    <a:pt x="6556" y="4775"/>
                    <a:pt x="6556" y="4775"/>
                  </a:cubicBezTo>
                  <a:cubicBezTo>
                    <a:pt x="6556" y="3865"/>
                    <a:pt x="6556" y="3865"/>
                    <a:pt x="6556" y="3865"/>
                  </a:cubicBezTo>
                  <a:cubicBezTo>
                    <a:pt x="6304" y="3979"/>
                    <a:pt x="6304" y="3979"/>
                    <a:pt x="6304" y="3979"/>
                  </a:cubicBezTo>
                  <a:cubicBezTo>
                    <a:pt x="6135" y="4320"/>
                    <a:pt x="6135" y="4320"/>
                    <a:pt x="6135" y="4320"/>
                  </a:cubicBezTo>
                  <a:cubicBezTo>
                    <a:pt x="6219" y="5229"/>
                    <a:pt x="6219" y="5229"/>
                    <a:pt x="6219" y="5229"/>
                  </a:cubicBezTo>
                  <a:cubicBezTo>
                    <a:pt x="6388" y="5912"/>
                    <a:pt x="6388" y="5912"/>
                    <a:pt x="6388" y="5912"/>
                  </a:cubicBezTo>
                  <a:cubicBezTo>
                    <a:pt x="6388" y="6139"/>
                    <a:pt x="6388" y="6139"/>
                    <a:pt x="6388" y="6139"/>
                  </a:cubicBezTo>
                  <a:cubicBezTo>
                    <a:pt x="6219" y="6025"/>
                    <a:pt x="6219" y="6025"/>
                    <a:pt x="6219" y="6025"/>
                  </a:cubicBezTo>
                  <a:cubicBezTo>
                    <a:pt x="6051" y="5798"/>
                    <a:pt x="6051" y="5798"/>
                    <a:pt x="6051" y="5798"/>
                  </a:cubicBezTo>
                  <a:cubicBezTo>
                    <a:pt x="5883" y="5229"/>
                    <a:pt x="5883" y="5229"/>
                    <a:pt x="5883" y="5229"/>
                  </a:cubicBezTo>
                  <a:cubicBezTo>
                    <a:pt x="5715" y="4661"/>
                    <a:pt x="5715" y="4661"/>
                    <a:pt x="5715" y="4661"/>
                  </a:cubicBezTo>
                  <a:cubicBezTo>
                    <a:pt x="5715" y="4206"/>
                    <a:pt x="5715" y="4206"/>
                    <a:pt x="5715" y="4206"/>
                  </a:cubicBezTo>
                  <a:cubicBezTo>
                    <a:pt x="6135" y="3638"/>
                    <a:pt x="6135" y="3638"/>
                    <a:pt x="6135" y="3638"/>
                  </a:cubicBezTo>
                  <a:cubicBezTo>
                    <a:pt x="6304" y="3183"/>
                    <a:pt x="6304" y="3183"/>
                    <a:pt x="6304" y="3183"/>
                  </a:cubicBezTo>
                  <a:cubicBezTo>
                    <a:pt x="6219" y="2728"/>
                    <a:pt x="6219" y="2728"/>
                    <a:pt x="6219" y="2728"/>
                  </a:cubicBezTo>
                  <a:cubicBezTo>
                    <a:pt x="6640" y="3297"/>
                    <a:pt x="6640" y="3297"/>
                    <a:pt x="6640" y="3297"/>
                  </a:cubicBezTo>
                  <a:cubicBezTo>
                    <a:pt x="6724" y="3411"/>
                    <a:pt x="6724" y="3411"/>
                    <a:pt x="6724" y="3411"/>
                  </a:cubicBezTo>
                  <a:cubicBezTo>
                    <a:pt x="6808" y="2728"/>
                    <a:pt x="6808" y="2728"/>
                    <a:pt x="6808" y="2728"/>
                  </a:cubicBezTo>
                  <a:cubicBezTo>
                    <a:pt x="6640" y="1705"/>
                    <a:pt x="6640" y="1705"/>
                    <a:pt x="6640" y="1705"/>
                  </a:cubicBezTo>
                  <a:cubicBezTo>
                    <a:pt x="6724" y="1364"/>
                    <a:pt x="6724" y="1364"/>
                    <a:pt x="6724" y="1364"/>
                  </a:cubicBezTo>
                  <a:cubicBezTo>
                    <a:pt x="6472" y="1251"/>
                    <a:pt x="6472" y="1251"/>
                    <a:pt x="6472" y="1251"/>
                  </a:cubicBezTo>
                  <a:cubicBezTo>
                    <a:pt x="6388" y="0"/>
                    <a:pt x="6388" y="0"/>
                    <a:pt x="6388" y="0"/>
                  </a:cubicBezTo>
                  <a:cubicBezTo>
                    <a:pt x="6388" y="0"/>
                    <a:pt x="11178" y="1819"/>
                    <a:pt x="12187" y="2160"/>
                  </a:cubicBezTo>
                  <a:cubicBezTo>
                    <a:pt x="13111" y="2501"/>
                    <a:pt x="19331" y="4775"/>
                    <a:pt x="19751" y="4888"/>
                  </a:cubicBezTo>
                  <a:cubicBezTo>
                    <a:pt x="20171" y="5116"/>
                    <a:pt x="20675" y="5116"/>
                    <a:pt x="20675" y="5116"/>
                  </a:cubicBezTo>
                  <a:lnTo>
                    <a:pt x="21600" y="534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29" name="Shape">
              <a:extLst>
                <a:ext uri="{FF2B5EF4-FFF2-40B4-BE49-F238E27FC236}">
                  <a16:creationId xmlns:a16="http://schemas.microsoft.com/office/drawing/2014/main" id="{7817E1CA-1D2F-4CB8-8DCD-D7032C43CE56}"/>
                </a:ext>
              </a:extLst>
            </p:cNvPr>
            <p:cNvSpPr/>
            <p:nvPr/>
          </p:nvSpPr>
          <p:spPr>
            <a:xfrm>
              <a:off x="2274668" y="2834319"/>
              <a:ext cx="1139435" cy="1169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21" y="0"/>
                  </a:moveTo>
                  <a:lnTo>
                    <a:pt x="21600" y="2123"/>
                  </a:lnTo>
                  <a:lnTo>
                    <a:pt x="21505" y="4062"/>
                  </a:lnTo>
                  <a:lnTo>
                    <a:pt x="21221" y="4062"/>
                  </a:lnTo>
                  <a:lnTo>
                    <a:pt x="19895" y="20862"/>
                  </a:lnTo>
                  <a:lnTo>
                    <a:pt x="8621" y="19846"/>
                  </a:lnTo>
                  <a:lnTo>
                    <a:pt x="8526" y="20677"/>
                  </a:lnTo>
                  <a:lnTo>
                    <a:pt x="3032" y="20123"/>
                  </a:lnTo>
                  <a:lnTo>
                    <a:pt x="2747" y="21600"/>
                  </a:lnTo>
                  <a:lnTo>
                    <a:pt x="0" y="21231"/>
                  </a:lnTo>
                  <a:lnTo>
                    <a:pt x="3221" y="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30" name="Shape">
              <a:extLst>
                <a:ext uri="{FF2B5EF4-FFF2-40B4-BE49-F238E27FC236}">
                  <a16:creationId xmlns:a16="http://schemas.microsoft.com/office/drawing/2014/main" id="{C6836488-3373-4F82-88EA-0A490C618ED9}"/>
                </a:ext>
              </a:extLst>
            </p:cNvPr>
            <p:cNvSpPr/>
            <p:nvPr/>
          </p:nvSpPr>
          <p:spPr>
            <a:xfrm>
              <a:off x="2699455" y="3054269"/>
              <a:ext cx="2258879" cy="22294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13" y="12253"/>
                  </a:moveTo>
                  <a:lnTo>
                    <a:pt x="21409" y="11865"/>
                  </a:lnTo>
                  <a:lnTo>
                    <a:pt x="21600" y="11623"/>
                  </a:lnTo>
                  <a:lnTo>
                    <a:pt x="21504" y="11333"/>
                  </a:lnTo>
                  <a:lnTo>
                    <a:pt x="21409" y="10945"/>
                  </a:lnTo>
                  <a:lnTo>
                    <a:pt x="21361" y="10800"/>
                  </a:lnTo>
                  <a:lnTo>
                    <a:pt x="21361" y="10509"/>
                  </a:lnTo>
                  <a:lnTo>
                    <a:pt x="21313" y="10413"/>
                  </a:lnTo>
                  <a:lnTo>
                    <a:pt x="21122" y="9977"/>
                  </a:lnTo>
                  <a:lnTo>
                    <a:pt x="21122" y="9880"/>
                  </a:lnTo>
                  <a:lnTo>
                    <a:pt x="20788" y="9589"/>
                  </a:lnTo>
                  <a:lnTo>
                    <a:pt x="20788" y="6344"/>
                  </a:lnTo>
                  <a:lnTo>
                    <a:pt x="20310" y="6296"/>
                  </a:lnTo>
                  <a:lnTo>
                    <a:pt x="20214" y="6393"/>
                  </a:lnTo>
                  <a:lnTo>
                    <a:pt x="20071" y="6344"/>
                  </a:lnTo>
                  <a:lnTo>
                    <a:pt x="19927" y="6199"/>
                  </a:lnTo>
                  <a:lnTo>
                    <a:pt x="19736" y="6102"/>
                  </a:lnTo>
                  <a:lnTo>
                    <a:pt x="19497" y="6102"/>
                  </a:lnTo>
                  <a:lnTo>
                    <a:pt x="19211" y="5909"/>
                  </a:lnTo>
                  <a:lnTo>
                    <a:pt x="19019" y="5666"/>
                  </a:lnTo>
                  <a:lnTo>
                    <a:pt x="18781" y="5618"/>
                  </a:lnTo>
                  <a:lnTo>
                    <a:pt x="18398" y="5715"/>
                  </a:lnTo>
                  <a:lnTo>
                    <a:pt x="18303" y="5666"/>
                  </a:lnTo>
                  <a:lnTo>
                    <a:pt x="18064" y="5618"/>
                  </a:lnTo>
                  <a:lnTo>
                    <a:pt x="17873" y="5763"/>
                  </a:lnTo>
                  <a:lnTo>
                    <a:pt x="17777" y="5812"/>
                  </a:lnTo>
                  <a:lnTo>
                    <a:pt x="17634" y="5715"/>
                  </a:lnTo>
                  <a:lnTo>
                    <a:pt x="17442" y="5715"/>
                  </a:lnTo>
                  <a:lnTo>
                    <a:pt x="17347" y="5860"/>
                  </a:lnTo>
                  <a:lnTo>
                    <a:pt x="17108" y="6005"/>
                  </a:lnTo>
                  <a:lnTo>
                    <a:pt x="16917" y="6054"/>
                  </a:lnTo>
                  <a:lnTo>
                    <a:pt x="16821" y="5909"/>
                  </a:lnTo>
                  <a:lnTo>
                    <a:pt x="16678" y="5763"/>
                  </a:lnTo>
                  <a:lnTo>
                    <a:pt x="16296" y="5812"/>
                  </a:lnTo>
                  <a:lnTo>
                    <a:pt x="16057" y="5666"/>
                  </a:lnTo>
                  <a:lnTo>
                    <a:pt x="15865" y="5715"/>
                  </a:lnTo>
                  <a:lnTo>
                    <a:pt x="15770" y="5909"/>
                  </a:lnTo>
                  <a:lnTo>
                    <a:pt x="15674" y="5957"/>
                  </a:lnTo>
                  <a:lnTo>
                    <a:pt x="15627" y="5715"/>
                  </a:lnTo>
                  <a:lnTo>
                    <a:pt x="15531" y="5618"/>
                  </a:lnTo>
                  <a:lnTo>
                    <a:pt x="15244" y="5812"/>
                  </a:lnTo>
                  <a:lnTo>
                    <a:pt x="15196" y="5618"/>
                  </a:lnTo>
                  <a:lnTo>
                    <a:pt x="14910" y="5424"/>
                  </a:lnTo>
                  <a:lnTo>
                    <a:pt x="14814" y="5424"/>
                  </a:lnTo>
                  <a:lnTo>
                    <a:pt x="14719" y="5570"/>
                  </a:lnTo>
                  <a:lnTo>
                    <a:pt x="14575" y="5666"/>
                  </a:lnTo>
                  <a:lnTo>
                    <a:pt x="14432" y="5618"/>
                  </a:lnTo>
                  <a:lnTo>
                    <a:pt x="14384" y="5376"/>
                  </a:lnTo>
                  <a:lnTo>
                    <a:pt x="14241" y="5376"/>
                  </a:lnTo>
                  <a:lnTo>
                    <a:pt x="14097" y="5085"/>
                  </a:lnTo>
                  <a:lnTo>
                    <a:pt x="13715" y="5085"/>
                  </a:lnTo>
                  <a:lnTo>
                    <a:pt x="13572" y="5182"/>
                  </a:lnTo>
                  <a:lnTo>
                    <a:pt x="13428" y="5037"/>
                  </a:lnTo>
                  <a:lnTo>
                    <a:pt x="13381" y="5037"/>
                  </a:lnTo>
                  <a:lnTo>
                    <a:pt x="13142" y="5085"/>
                  </a:lnTo>
                  <a:lnTo>
                    <a:pt x="12855" y="4891"/>
                  </a:lnTo>
                  <a:lnTo>
                    <a:pt x="12473" y="4891"/>
                  </a:lnTo>
                  <a:lnTo>
                    <a:pt x="12377" y="4552"/>
                  </a:lnTo>
                  <a:lnTo>
                    <a:pt x="12186" y="4456"/>
                  </a:lnTo>
                  <a:lnTo>
                    <a:pt x="12090" y="4504"/>
                  </a:lnTo>
                  <a:lnTo>
                    <a:pt x="11947" y="4456"/>
                  </a:lnTo>
                  <a:lnTo>
                    <a:pt x="11804" y="4504"/>
                  </a:lnTo>
                  <a:lnTo>
                    <a:pt x="11660" y="4504"/>
                  </a:lnTo>
                  <a:lnTo>
                    <a:pt x="11565" y="4359"/>
                  </a:lnTo>
                  <a:lnTo>
                    <a:pt x="11230" y="4020"/>
                  </a:lnTo>
                  <a:lnTo>
                    <a:pt x="11421" y="291"/>
                  </a:lnTo>
                  <a:lnTo>
                    <a:pt x="6642" y="0"/>
                  </a:lnTo>
                  <a:lnTo>
                    <a:pt x="5973" y="8814"/>
                  </a:lnTo>
                  <a:lnTo>
                    <a:pt x="287" y="8282"/>
                  </a:lnTo>
                  <a:lnTo>
                    <a:pt x="239" y="8717"/>
                  </a:lnTo>
                  <a:lnTo>
                    <a:pt x="0" y="8717"/>
                  </a:lnTo>
                  <a:lnTo>
                    <a:pt x="96" y="8863"/>
                  </a:lnTo>
                  <a:lnTo>
                    <a:pt x="335" y="9008"/>
                  </a:lnTo>
                  <a:lnTo>
                    <a:pt x="478" y="9202"/>
                  </a:lnTo>
                  <a:lnTo>
                    <a:pt x="526" y="9347"/>
                  </a:lnTo>
                  <a:lnTo>
                    <a:pt x="621" y="9541"/>
                  </a:lnTo>
                  <a:lnTo>
                    <a:pt x="717" y="9589"/>
                  </a:lnTo>
                  <a:lnTo>
                    <a:pt x="1004" y="9783"/>
                  </a:lnTo>
                  <a:lnTo>
                    <a:pt x="1051" y="9928"/>
                  </a:lnTo>
                  <a:lnTo>
                    <a:pt x="1242" y="10170"/>
                  </a:lnTo>
                  <a:lnTo>
                    <a:pt x="1434" y="10316"/>
                  </a:lnTo>
                  <a:lnTo>
                    <a:pt x="1816" y="10848"/>
                  </a:lnTo>
                  <a:lnTo>
                    <a:pt x="1959" y="10848"/>
                  </a:lnTo>
                  <a:lnTo>
                    <a:pt x="2103" y="10994"/>
                  </a:lnTo>
                  <a:lnTo>
                    <a:pt x="2294" y="11139"/>
                  </a:lnTo>
                  <a:lnTo>
                    <a:pt x="2533" y="11333"/>
                  </a:lnTo>
                  <a:lnTo>
                    <a:pt x="2628" y="11526"/>
                  </a:lnTo>
                  <a:lnTo>
                    <a:pt x="2628" y="11865"/>
                  </a:lnTo>
                  <a:lnTo>
                    <a:pt x="2819" y="12156"/>
                  </a:lnTo>
                  <a:lnTo>
                    <a:pt x="2867" y="12350"/>
                  </a:lnTo>
                  <a:lnTo>
                    <a:pt x="2819" y="12543"/>
                  </a:lnTo>
                  <a:lnTo>
                    <a:pt x="2819" y="12786"/>
                  </a:lnTo>
                  <a:lnTo>
                    <a:pt x="2867" y="13076"/>
                  </a:lnTo>
                  <a:lnTo>
                    <a:pt x="3106" y="13318"/>
                  </a:lnTo>
                  <a:lnTo>
                    <a:pt x="3154" y="13464"/>
                  </a:lnTo>
                  <a:lnTo>
                    <a:pt x="3536" y="13851"/>
                  </a:lnTo>
                  <a:lnTo>
                    <a:pt x="3727" y="13996"/>
                  </a:lnTo>
                  <a:lnTo>
                    <a:pt x="3871" y="14142"/>
                  </a:lnTo>
                  <a:lnTo>
                    <a:pt x="4014" y="14190"/>
                  </a:lnTo>
                  <a:lnTo>
                    <a:pt x="4205" y="14335"/>
                  </a:lnTo>
                  <a:lnTo>
                    <a:pt x="4492" y="14481"/>
                  </a:lnTo>
                  <a:lnTo>
                    <a:pt x="4827" y="14723"/>
                  </a:lnTo>
                  <a:lnTo>
                    <a:pt x="4970" y="14771"/>
                  </a:lnTo>
                  <a:lnTo>
                    <a:pt x="5209" y="14868"/>
                  </a:lnTo>
                  <a:lnTo>
                    <a:pt x="5400" y="14868"/>
                  </a:lnTo>
                  <a:lnTo>
                    <a:pt x="5496" y="14674"/>
                  </a:lnTo>
                  <a:lnTo>
                    <a:pt x="5735" y="14432"/>
                  </a:lnTo>
                  <a:lnTo>
                    <a:pt x="5878" y="14384"/>
                  </a:lnTo>
                  <a:lnTo>
                    <a:pt x="5878" y="14142"/>
                  </a:lnTo>
                  <a:lnTo>
                    <a:pt x="5973" y="13948"/>
                  </a:lnTo>
                  <a:lnTo>
                    <a:pt x="6069" y="13706"/>
                  </a:lnTo>
                  <a:lnTo>
                    <a:pt x="6308" y="13415"/>
                  </a:lnTo>
                  <a:lnTo>
                    <a:pt x="6642" y="13367"/>
                  </a:lnTo>
                  <a:lnTo>
                    <a:pt x="6834" y="13318"/>
                  </a:lnTo>
                  <a:lnTo>
                    <a:pt x="7073" y="13318"/>
                  </a:lnTo>
                  <a:lnTo>
                    <a:pt x="7312" y="13415"/>
                  </a:lnTo>
                  <a:lnTo>
                    <a:pt x="7598" y="13464"/>
                  </a:lnTo>
                  <a:lnTo>
                    <a:pt x="7742" y="13464"/>
                  </a:lnTo>
                  <a:lnTo>
                    <a:pt x="8124" y="13512"/>
                  </a:lnTo>
                  <a:lnTo>
                    <a:pt x="8267" y="13609"/>
                  </a:lnTo>
                  <a:lnTo>
                    <a:pt x="8411" y="13900"/>
                  </a:lnTo>
                  <a:lnTo>
                    <a:pt x="8506" y="13900"/>
                  </a:lnTo>
                  <a:lnTo>
                    <a:pt x="8745" y="14142"/>
                  </a:lnTo>
                  <a:lnTo>
                    <a:pt x="8936" y="14239"/>
                  </a:lnTo>
                  <a:lnTo>
                    <a:pt x="9080" y="14529"/>
                  </a:lnTo>
                  <a:lnTo>
                    <a:pt x="9366" y="14917"/>
                  </a:lnTo>
                  <a:lnTo>
                    <a:pt x="9558" y="15498"/>
                  </a:lnTo>
                  <a:lnTo>
                    <a:pt x="9701" y="15691"/>
                  </a:lnTo>
                  <a:lnTo>
                    <a:pt x="9892" y="16079"/>
                  </a:lnTo>
                  <a:lnTo>
                    <a:pt x="9892" y="16224"/>
                  </a:lnTo>
                  <a:lnTo>
                    <a:pt x="10035" y="16612"/>
                  </a:lnTo>
                  <a:lnTo>
                    <a:pt x="10418" y="16951"/>
                  </a:lnTo>
                  <a:lnTo>
                    <a:pt x="10513" y="17338"/>
                  </a:lnTo>
                  <a:lnTo>
                    <a:pt x="10991" y="17919"/>
                  </a:lnTo>
                  <a:lnTo>
                    <a:pt x="11230" y="18016"/>
                  </a:lnTo>
                  <a:lnTo>
                    <a:pt x="11182" y="18452"/>
                  </a:lnTo>
                  <a:lnTo>
                    <a:pt x="11087" y="18549"/>
                  </a:lnTo>
                  <a:lnTo>
                    <a:pt x="11326" y="18791"/>
                  </a:lnTo>
                  <a:lnTo>
                    <a:pt x="11326" y="19082"/>
                  </a:lnTo>
                  <a:lnTo>
                    <a:pt x="11612" y="19614"/>
                  </a:lnTo>
                  <a:lnTo>
                    <a:pt x="11756" y="19905"/>
                  </a:lnTo>
                  <a:lnTo>
                    <a:pt x="11899" y="20147"/>
                  </a:lnTo>
                  <a:lnTo>
                    <a:pt x="11995" y="20389"/>
                  </a:lnTo>
                  <a:lnTo>
                    <a:pt x="12377" y="20438"/>
                  </a:lnTo>
                  <a:lnTo>
                    <a:pt x="12616" y="20680"/>
                  </a:lnTo>
                  <a:lnTo>
                    <a:pt x="13046" y="20680"/>
                  </a:lnTo>
                  <a:lnTo>
                    <a:pt x="13381" y="21019"/>
                  </a:lnTo>
                  <a:lnTo>
                    <a:pt x="13572" y="21019"/>
                  </a:lnTo>
                  <a:lnTo>
                    <a:pt x="13667" y="21164"/>
                  </a:lnTo>
                  <a:lnTo>
                    <a:pt x="13906" y="21213"/>
                  </a:lnTo>
                  <a:lnTo>
                    <a:pt x="13954" y="21116"/>
                  </a:lnTo>
                  <a:lnTo>
                    <a:pt x="14432" y="21213"/>
                  </a:lnTo>
                  <a:lnTo>
                    <a:pt x="14432" y="21261"/>
                  </a:lnTo>
                  <a:lnTo>
                    <a:pt x="14575" y="21406"/>
                  </a:lnTo>
                  <a:lnTo>
                    <a:pt x="14814" y="21600"/>
                  </a:lnTo>
                  <a:lnTo>
                    <a:pt x="14958" y="21503"/>
                  </a:lnTo>
                  <a:lnTo>
                    <a:pt x="15005" y="21406"/>
                  </a:lnTo>
                  <a:lnTo>
                    <a:pt x="15340" y="21358"/>
                  </a:lnTo>
                  <a:lnTo>
                    <a:pt x="15244" y="21116"/>
                  </a:lnTo>
                  <a:lnTo>
                    <a:pt x="15244" y="20970"/>
                  </a:lnTo>
                  <a:lnTo>
                    <a:pt x="15149" y="20583"/>
                  </a:lnTo>
                  <a:lnTo>
                    <a:pt x="15005" y="20486"/>
                  </a:lnTo>
                  <a:lnTo>
                    <a:pt x="14910" y="20196"/>
                  </a:lnTo>
                  <a:lnTo>
                    <a:pt x="14862" y="19905"/>
                  </a:lnTo>
                  <a:lnTo>
                    <a:pt x="14719" y="19566"/>
                  </a:lnTo>
                  <a:lnTo>
                    <a:pt x="14719" y="19275"/>
                  </a:lnTo>
                  <a:lnTo>
                    <a:pt x="15005" y="18404"/>
                  </a:lnTo>
                  <a:lnTo>
                    <a:pt x="15196" y="17919"/>
                  </a:lnTo>
                  <a:lnTo>
                    <a:pt x="15149" y="17822"/>
                  </a:lnTo>
                  <a:lnTo>
                    <a:pt x="15005" y="17726"/>
                  </a:lnTo>
                  <a:lnTo>
                    <a:pt x="14862" y="17580"/>
                  </a:lnTo>
                  <a:lnTo>
                    <a:pt x="14862" y="17483"/>
                  </a:lnTo>
                  <a:lnTo>
                    <a:pt x="14958" y="17532"/>
                  </a:lnTo>
                  <a:lnTo>
                    <a:pt x="15388" y="17483"/>
                  </a:lnTo>
                  <a:lnTo>
                    <a:pt x="15435" y="17483"/>
                  </a:lnTo>
                  <a:lnTo>
                    <a:pt x="15579" y="17193"/>
                  </a:lnTo>
                  <a:lnTo>
                    <a:pt x="15435" y="17193"/>
                  </a:lnTo>
                  <a:lnTo>
                    <a:pt x="15388" y="17096"/>
                  </a:lnTo>
                  <a:lnTo>
                    <a:pt x="15388" y="16999"/>
                  </a:lnTo>
                  <a:lnTo>
                    <a:pt x="15483" y="16951"/>
                  </a:lnTo>
                  <a:lnTo>
                    <a:pt x="15913" y="16951"/>
                  </a:lnTo>
                  <a:lnTo>
                    <a:pt x="16009" y="16999"/>
                  </a:lnTo>
                  <a:lnTo>
                    <a:pt x="16152" y="16951"/>
                  </a:lnTo>
                  <a:lnTo>
                    <a:pt x="16391" y="16757"/>
                  </a:lnTo>
                  <a:lnTo>
                    <a:pt x="16296" y="16757"/>
                  </a:lnTo>
                  <a:lnTo>
                    <a:pt x="16104" y="16902"/>
                  </a:lnTo>
                  <a:lnTo>
                    <a:pt x="16057" y="16709"/>
                  </a:lnTo>
                  <a:lnTo>
                    <a:pt x="16152" y="16418"/>
                  </a:lnTo>
                  <a:lnTo>
                    <a:pt x="16248" y="16515"/>
                  </a:lnTo>
                  <a:lnTo>
                    <a:pt x="16343" y="16563"/>
                  </a:lnTo>
                  <a:lnTo>
                    <a:pt x="16582" y="16563"/>
                  </a:lnTo>
                  <a:lnTo>
                    <a:pt x="16678" y="16466"/>
                  </a:lnTo>
                  <a:lnTo>
                    <a:pt x="16630" y="16273"/>
                  </a:lnTo>
                  <a:lnTo>
                    <a:pt x="16487" y="16079"/>
                  </a:lnTo>
                  <a:lnTo>
                    <a:pt x="16535" y="16030"/>
                  </a:lnTo>
                  <a:lnTo>
                    <a:pt x="16678" y="16030"/>
                  </a:lnTo>
                  <a:lnTo>
                    <a:pt x="16821" y="15934"/>
                  </a:lnTo>
                  <a:lnTo>
                    <a:pt x="16917" y="16030"/>
                  </a:lnTo>
                  <a:lnTo>
                    <a:pt x="17060" y="15934"/>
                  </a:lnTo>
                  <a:lnTo>
                    <a:pt x="17108" y="16030"/>
                  </a:lnTo>
                  <a:lnTo>
                    <a:pt x="17251" y="16127"/>
                  </a:lnTo>
                  <a:lnTo>
                    <a:pt x="17538" y="15934"/>
                  </a:lnTo>
                  <a:lnTo>
                    <a:pt x="17873" y="15837"/>
                  </a:lnTo>
                  <a:lnTo>
                    <a:pt x="18207" y="15788"/>
                  </a:lnTo>
                  <a:lnTo>
                    <a:pt x="18733" y="15498"/>
                  </a:lnTo>
                  <a:lnTo>
                    <a:pt x="18876" y="15207"/>
                  </a:lnTo>
                  <a:lnTo>
                    <a:pt x="18924" y="14965"/>
                  </a:lnTo>
                  <a:lnTo>
                    <a:pt x="19067" y="14868"/>
                  </a:lnTo>
                  <a:lnTo>
                    <a:pt x="19211" y="14820"/>
                  </a:lnTo>
                  <a:lnTo>
                    <a:pt x="19258" y="14771"/>
                  </a:lnTo>
                  <a:lnTo>
                    <a:pt x="19402" y="14674"/>
                  </a:lnTo>
                  <a:lnTo>
                    <a:pt x="19306" y="14384"/>
                  </a:lnTo>
                  <a:lnTo>
                    <a:pt x="19258" y="14335"/>
                  </a:lnTo>
                  <a:lnTo>
                    <a:pt x="19211" y="14239"/>
                  </a:lnTo>
                  <a:lnTo>
                    <a:pt x="19258" y="14093"/>
                  </a:lnTo>
                  <a:lnTo>
                    <a:pt x="19450" y="13948"/>
                  </a:lnTo>
                  <a:lnTo>
                    <a:pt x="19593" y="13851"/>
                  </a:lnTo>
                  <a:lnTo>
                    <a:pt x="19688" y="13851"/>
                  </a:lnTo>
                  <a:lnTo>
                    <a:pt x="19688" y="14481"/>
                  </a:lnTo>
                  <a:lnTo>
                    <a:pt x="19736" y="14529"/>
                  </a:lnTo>
                  <a:lnTo>
                    <a:pt x="20023" y="14287"/>
                  </a:lnTo>
                  <a:lnTo>
                    <a:pt x="20262" y="14239"/>
                  </a:lnTo>
                  <a:lnTo>
                    <a:pt x="20979" y="13948"/>
                  </a:lnTo>
                  <a:lnTo>
                    <a:pt x="21074" y="13900"/>
                  </a:lnTo>
                  <a:lnTo>
                    <a:pt x="21218" y="13657"/>
                  </a:lnTo>
                  <a:lnTo>
                    <a:pt x="21361" y="13173"/>
                  </a:lnTo>
                  <a:lnTo>
                    <a:pt x="21361" y="12979"/>
                  </a:lnTo>
                  <a:lnTo>
                    <a:pt x="21218" y="12640"/>
                  </a:lnTo>
                  <a:lnTo>
                    <a:pt x="21313" y="12398"/>
                  </a:lnTo>
                  <a:lnTo>
                    <a:pt x="21313" y="1225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31" name="Shape">
              <a:extLst>
                <a:ext uri="{FF2B5EF4-FFF2-40B4-BE49-F238E27FC236}">
                  <a16:creationId xmlns:a16="http://schemas.microsoft.com/office/drawing/2014/main" id="{0F3A77AF-F245-40EA-9927-0DEEA7BDAF9F}"/>
                </a:ext>
              </a:extLst>
            </p:cNvPr>
            <p:cNvSpPr/>
            <p:nvPr/>
          </p:nvSpPr>
          <p:spPr>
            <a:xfrm>
              <a:off x="1350128" y="2694353"/>
              <a:ext cx="1094450" cy="12896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088" y="0"/>
                  </a:moveTo>
                  <a:cubicBezTo>
                    <a:pt x="6088" y="0"/>
                    <a:pt x="5754" y="1350"/>
                    <a:pt x="5671" y="1776"/>
                  </a:cubicBezTo>
                  <a:cubicBezTo>
                    <a:pt x="5504" y="2061"/>
                    <a:pt x="5171" y="3055"/>
                    <a:pt x="5171" y="3055"/>
                  </a:cubicBezTo>
                  <a:cubicBezTo>
                    <a:pt x="4920" y="3197"/>
                    <a:pt x="4920" y="3197"/>
                    <a:pt x="4920" y="3197"/>
                  </a:cubicBezTo>
                  <a:cubicBezTo>
                    <a:pt x="4670" y="3055"/>
                    <a:pt x="4670" y="3055"/>
                    <a:pt x="4670" y="3055"/>
                  </a:cubicBezTo>
                  <a:cubicBezTo>
                    <a:pt x="4253" y="2771"/>
                    <a:pt x="4253" y="2771"/>
                    <a:pt x="4253" y="2771"/>
                  </a:cubicBezTo>
                  <a:cubicBezTo>
                    <a:pt x="3920" y="2913"/>
                    <a:pt x="3920" y="2913"/>
                    <a:pt x="3920" y="2913"/>
                  </a:cubicBezTo>
                  <a:cubicBezTo>
                    <a:pt x="3753" y="2629"/>
                    <a:pt x="3753" y="2629"/>
                    <a:pt x="3753" y="2629"/>
                  </a:cubicBezTo>
                  <a:cubicBezTo>
                    <a:pt x="3169" y="2771"/>
                    <a:pt x="3169" y="2771"/>
                    <a:pt x="3169" y="2771"/>
                  </a:cubicBezTo>
                  <a:cubicBezTo>
                    <a:pt x="2919" y="2984"/>
                    <a:pt x="2919" y="2984"/>
                    <a:pt x="2919" y="2984"/>
                  </a:cubicBezTo>
                  <a:cubicBezTo>
                    <a:pt x="2919" y="3766"/>
                    <a:pt x="2919" y="3766"/>
                    <a:pt x="2919" y="3766"/>
                  </a:cubicBezTo>
                  <a:cubicBezTo>
                    <a:pt x="2919" y="4761"/>
                    <a:pt x="2919" y="4761"/>
                    <a:pt x="2919" y="4761"/>
                  </a:cubicBezTo>
                  <a:cubicBezTo>
                    <a:pt x="2919" y="5684"/>
                    <a:pt x="2919" y="5684"/>
                    <a:pt x="2919" y="5684"/>
                  </a:cubicBezTo>
                  <a:cubicBezTo>
                    <a:pt x="2836" y="5968"/>
                    <a:pt x="2836" y="5968"/>
                    <a:pt x="2836" y="5968"/>
                  </a:cubicBezTo>
                  <a:cubicBezTo>
                    <a:pt x="2585" y="6324"/>
                    <a:pt x="2585" y="6324"/>
                    <a:pt x="2585" y="6324"/>
                  </a:cubicBezTo>
                  <a:cubicBezTo>
                    <a:pt x="2502" y="6679"/>
                    <a:pt x="2502" y="6679"/>
                    <a:pt x="2502" y="6679"/>
                  </a:cubicBezTo>
                  <a:cubicBezTo>
                    <a:pt x="2502" y="7176"/>
                    <a:pt x="2502" y="7176"/>
                    <a:pt x="2502" y="7176"/>
                  </a:cubicBezTo>
                  <a:cubicBezTo>
                    <a:pt x="2836" y="7816"/>
                    <a:pt x="2836" y="7816"/>
                    <a:pt x="2836" y="7816"/>
                  </a:cubicBezTo>
                  <a:cubicBezTo>
                    <a:pt x="2919" y="8455"/>
                    <a:pt x="2919" y="8455"/>
                    <a:pt x="2919" y="8455"/>
                  </a:cubicBezTo>
                  <a:cubicBezTo>
                    <a:pt x="3086" y="8668"/>
                    <a:pt x="3086" y="8668"/>
                    <a:pt x="3086" y="8668"/>
                  </a:cubicBezTo>
                  <a:cubicBezTo>
                    <a:pt x="3503" y="9095"/>
                    <a:pt x="3503" y="9095"/>
                    <a:pt x="3503" y="9095"/>
                  </a:cubicBezTo>
                  <a:cubicBezTo>
                    <a:pt x="3253" y="9237"/>
                    <a:pt x="3253" y="9237"/>
                    <a:pt x="3253" y="9237"/>
                  </a:cubicBezTo>
                  <a:cubicBezTo>
                    <a:pt x="2836" y="9521"/>
                    <a:pt x="2836" y="9521"/>
                    <a:pt x="2836" y="9521"/>
                  </a:cubicBezTo>
                  <a:cubicBezTo>
                    <a:pt x="2002" y="10018"/>
                    <a:pt x="2002" y="10018"/>
                    <a:pt x="2002" y="10018"/>
                  </a:cubicBezTo>
                  <a:cubicBezTo>
                    <a:pt x="1751" y="10942"/>
                    <a:pt x="1751" y="10942"/>
                    <a:pt x="1751" y="10942"/>
                  </a:cubicBezTo>
                  <a:cubicBezTo>
                    <a:pt x="1418" y="11511"/>
                    <a:pt x="1418" y="11511"/>
                    <a:pt x="1418" y="11511"/>
                  </a:cubicBezTo>
                  <a:cubicBezTo>
                    <a:pt x="1084" y="11795"/>
                    <a:pt x="1084" y="11795"/>
                    <a:pt x="1084" y="11795"/>
                  </a:cubicBezTo>
                  <a:cubicBezTo>
                    <a:pt x="917" y="11866"/>
                    <a:pt x="917" y="11866"/>
                    <a:pt x="917" y="11866"/>
                  </a:cubicBezTo>
                  <a:cubicBezTo>
                    <a:pt x="751" y="12150"/>
                    <a:pt x="751" y="12150"/>
                    <a:pt x="751" y="12150"/>
                  </a:cubicBezTo>
                  <a:cubicBezTo>
                    <a:pt x="834" y="12647"/>
                    <a:pt x="834" y="12647"/>
                    <a:pt x="834" y="12647"/>
                  </a:cubicBezTo>
                  <a:cubicBezTo>
                    <a:pt x="751" y="13003"/>
                    <a:pt x="751" y="13003"/>
                    <a:pt x="751" y="13003"/>
                  </a:cubicBezTo>
                  <a:cubicBezTo>
                    <a:pt x="1251" y="13358"/>
                    <a:pt x="1251" y="13358"/>
                    <a:pt x="1251" y="13358"/>
                  </a:cubicBezTo>
                  <a:cubicBezTo>
                    <a:pt x="1084" y="13642"/>
                    <a:pt x="1084" y="13642"/>
                    <a:pt x="1084" y="13642"/>
                  </a:cubicBezTo>
                  <a:cubicBezTo>
                    <a:pt x="417" y="13926"/>
                    <a:pt x="417" y="13926"/>
                    <a:pt x="417" y="13926"/>
                  </a:cubicBezTo>
                  <a:cubicBezTo>
                    <a:pt x="250" y="14211"/>
                    <a:pt x="250" y="14211"/>
                    <a:pt x="250" y="14211"/>
                  </a:cubicBezTo>
                  <a:cubicBezTo>
                    <a:pt x="0" y="14637"/>
                    <a:pt x="0" y="14637"/>
                    <a:pt x="0" y="14637"/>
                  </a:cubicBezTo>
                  <a:cubicBezTo>
                    <a:pt x="11592" y="20676"/>
                    <a:pt x="11592" y="20676"/>
                    <a:pt x="11592" y="20676"/>
                  </a:cubicBezTo>
                  <a:cubicBezTo>
                    <a:pt x="15178" y="21245"/>
                    <a:pt x="15178" y="21245"/>
                    <a:pt x="15178" y="21245"/>
                  </a:cubicBezTo>
                  <a:cubicBezTo>
                    <a:pt x="18181" y="21600"/>
                    <a:pt x="18181" y="21600"/>
                    <a:pt x="18181" y="21600"/>
                  </a:cubicBezTo>
                  <a:cubicBezTo>
                    <a:pt x="18264" y="21600"/>
                    <a:pt x="18264" y="21600"/>
                    <a:pt x="18264" y="21600"/>
                  </a:cubicBezTo>
                  <a:cubicBezTo>
                    <a:pt x="21600" y="2345"/>
                    <a:pt x="21600" y="2345"/>
                    <a:pt x="21600" y="2345"/>
                  </a:cubicBezTo>
                  <a:lnTo>
                    <a:pt x="6088" y="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32" name="Shape">
              <a:extLst>
                <a:ext uri="{FF2B5EF4-FFF2-40B4-BE49-F238E27FC236}">
                  <a16:creationId xmlns:a16="http://schemas.microsoft.com/office/drawing/2014/main" id="{7A67B60D-5770-431F-ABE1-FF5709EA7A34}"/>
                </a:ext>
              </a:extLst>
            </p:cNvPr>
            <p:cNvSpPr/>
            <p:nvPr/>
          </p:nvSpPr>
          <p:spPr>
            <a:xfrm>
              <a:off x="240680" y="1304689"/>
              <a:ext cx="1284362" cy="22244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583" y="21406"/>
                  </a:moveTo>
                  <a:lnTo>
                    <a:pt x="19667" y="21260"/>
                  </a:lnTo>
                  <a:lnTo>
                    <a:pt x="19247" y="21018"/>
                  </a:lnTo>
                  <a:lnTo>
                    <a:pt x="19331" y="20823"/>
                  </a:lnTo>
                  <a:lnTo>
                    <a:pt x="19247" y="20532"/>
                  </a:lnTo>
                  <a:lnTo>
                    <a:pt x="19415" y="20387"/>
                  </a:lnTo>
                  <a:lnTo>
                    <a:pt x="19583" y="20338"/>
                  </a:lnTo>
                  <a:lnTo>
                    <a:pt x="19835" y="20192"/>
                  </a:lnTo>
                  <a:lnTo>
                    <a:pt x="20087" y="19853"/>
                  </a:lnTo>
                  <a:lnTo>
                    <a:pt x="20339" y="19319"/>
                  </a:lnTo>
                  <a:lnTo>
                    <a:pt x="21012" y="19027"/>
                  </a:lnTo>
                  <a:lnTo>
                    <a:pt x="21432" y="18833"/>
                  </a:lnTo>
                  <a:lnTo>
                    <a:pt x="21600" y="18785"/>
                  </a:lnTo>
                  <a:lnTo>
                    <a:pt x="21264" y="18542"/>
                  </a:lnTo>
                  <a:lnTo>
                    <a:pt x="21096" y="18396"/>
                  </a:lnTo>
                  <a:lnTo>
                    <a:pt x="21012" y="18057"/>
                  </a:lnTo>
                  <a:lnTo>
                    <a:pt x="20760" y="17668"/>
                  </a:lnTo>
                  <a:lnTo>
                    <a:pt x="20760" y="17377"/>
                  </a:lnTo>
                  <a:lnTo>
                    <a:pt x="20844" y="17183"/>
                  </a:lnTo>
                  <a:lnTo>
                    <a:pt x="20844" y="17134"/>
                  </a:lnTo>
                  <a:lnTo>
                    <a:pt x="9918" y="7669"/>
                  </a:lnTo>
                  <a:lnTo>
                    <a:pt x="9665" y="7572"/>
                  </a:lnTo>
                  <a:lnTo>
                    <a:pt x="9581" y="7524"/>
                  </a:lnTo>
                  <a:lnTo>
                    <a:pt x="9497" y="7427"/>
                  </a:lnTo>
                  <a:lnTo>
                    <a:pt x="9413" y="7281"/>
                  </a:lnTo>
                  <a:lnTo>
                    <a:pt x="9497" y="7135"/>
                  </a:lnTo>
                  <a:lnTo>
                    <a:pt x="9833" y="7087"/>
                  </a:lnTo>
                  <a:lnTo>
                    <a:pt x="10002" y="7038"/>
                  </a:lnTo>
                  <a:lnTo>
                    <a:pt x="12439" y="1699"/>
                  </a:lnTo>
                  <a:lnTo>
                    <a:pt x="2185" y="0"/>
                  </a:lnTo>
                  <a:lnTo>
                    <a:pt x="2101" y="194"/>
                  </a:lnTo>
                  <a:lnTo>
                    <a:pt x="1933" y="243"/>
                  </a:lnTo>
                  <a:lnTo>
                    <a:pt x="1933" y="1019"/>
                  </a:lnTo>
                  <a:lnTo>
                    <a:pt x="1849" y="1213"/>
                  </a:lnTo>
                  <a:lnTo>
                    <a:pt x="1597" y="1456"/>
                  </a:lnTo>
                  <a:lnTo>
                    <a:pt x="1429" y="1602"/>
                  </a:lnTo>
                  <a:lnTo>
                    <a:pt x="1429" y="1942"/>
                  </a:lnTo>
                  <a:lnTo>
                    <a:pt x="1093" y="2184"/>
                  </a:lnTo>
                  <a:lnTo>
                    <a:pt x="588" y="2427"/>
                  </a:lnTo>
                  <a:lnTo>
                    <a:pt x="168" y="2670"/>
                  </a:lnTo>
                  <a:lnTo>
                    <a:pt x="84" y="2767"/>
                  </a:lnTo>
                  <a:lnTo>
                    <a:pt x="0" y="3009"/>
                  </a:lnTo>
                  <a:lnTo>
                    <a:pt x="0" y="3204"/>
                  </a:lnTo>
                  <a:lnTo>
                    <a:pt x="84" y="3446"/>
                  </a:lnTo>
                  <a:lnTo>
                    <a:pt x="252" y="3640"/>
                  </a:lnTo>
                  <a:lnTo>
                    <a:pt x="588" y="3932"/>
                  </a:lnTo>
                  <a:lnTo>
                    <a:pt x="672" y="4126"/>
                  </a:lnTo>
                  <a:lnTo>
                    <a:pt x="756" y="4369"/>
                  </a:lnTo>
                  <a:lnTo>
                    <a:pt x="756" y="4757"/>
                  </a:lnTo>
                  <a:lnTo>
                    <a:pt x="504" y="5048"/>
                  </a:lnTo>
                  <a:lnTo>
                    <a:pt x="420" y="5339"/>
                  </a:lnTo>
                  <a:lnTo>
                    <a:pt x="420" y="5679"/>
                  </a:lnTo>
                  <a:lnTo>
                    <a:pt x="336" y="5825"/>
                  </a:lnTo>
                  <a:lnTo>
                    <a:pt x="168" y="5922"/>
                  </a:lnTo>
                  <a:lnTo>
                    <a:pt x="252" y="6116"/>
                  </a:lnTo>
                  <a:lnTo>
                    <a:pt x="588" y="6456"/>
                  </a:lnTo>
                  <a:lnTo>
                    <a:pt x="925" y="7038"/>
                  </a:lnTo>
                  <a:lnTo>
                    <a:pt x="1261" y="7427"/>
                  </a:lnTo>
                  <a:lnTo>
                    <a:pt x="1429" y="7572"/>
                  </a:lnTo>
                  <a:lnTo>
                    <a:pt x="1429" y="7815"/>
                  </a:lnTo>
                  <a:lnTo>
                    <a:pt x="1345" y="7960"/>
                  </a:lnTo>
                  <a:lnTo>
                    <a:pt x="1177" y="8058"/>
                  </a:lnTo>
                  <a:lnTo>
                    <a:pt x="1177" y="8203"/>
                  </a:lnTo>
                  <a:lnTo>
                    <a:pt x="1513" y="8203"/>
                  </a:lnTo>
                  <a:lnTo>
                    <a:pt x="1681" y="8349"/>
                  </a:lnTo>
                  <a:lnTo>
                    <a:pt x="1933" y="8543"/>
                  </a:lnTo>
                  <a:lnTo>
                    <a:pt x="2017" y="8640"/>
                  </a:lnTo>
                  <a:lnTo>
                    <a:pt x="2269" y="8689"/>
                  </a:lnTo>
                  <a:lnTo>
                    <a:pt x="2437" y="8494"/>
                  </a:lnTo>
                  <a:lnTo>
                    <a:pt x="2437" y="8252"/>
                  </a:lnTo>
                  <a:lnTo>
                    <a:pt x="2858" y="8203"/>
                  </a:lnTo>
                  <a:lnTo>
                    <a:pt x="3110" y="8349"/>
                  </a:lnTo>
                  <a:lnTo>
                    <a:pt x="3698" y="8349"/>
                  </a:lnTo>
                  <a:lnTo>
                    <a:pt x="4034" y="8543"/>
                  </a:lnTo>
                  <a:lnTo>
                    <a:pt x="4286" y="8591"/>
                  </a:lnTo>
                  <a:lnTo>
                    <a:pt x="4454" y="8640"/>
                  </a:lnTo>
                  <a:lnTo>
                    <a:pt x="4286" y="8737"/>
                  </a:lnTo>
                  <a:lnTo>
                    <a:pt x="3782" y="8591"/>
                  </a:lnTo>
                  <a:lnTo>
                    <a:pt x="3698" y="8591"/>
                  </a:lnTo>
                  <a:lnTo>
                    <a:pt x="3362" y="8543"/>
                  </a:lnTo>
                  <a:lnTo>
                    <a:pt x="3194" y="8494"/>
                  </a:lnTo>
                  <a:lnTo>
                    <a:pt x="2942" y="8446"/>
                  </a:lnTo>
                  <a:lnTo>
                    <a:pt x="2774" y="8494"/>
                  </a:lnTo>
                  <a:lnTo>
                    <a:pt x="2774" y="8931"/>
                  </a:lnTo>
                  <a:lnTo>
                    <a:pt x="2942" y="9077"/>
                  </a:lnTo>
                  <a:lnTo>
                    <a:pt x="2858" y="9417"/>
                  </a:lnTo>
                  <a:lnTo>
                    <a:pt x="2774" y="9417"/>
                  </a:lnTo>
                  <a:lnTo>
                    <a:pt x="2521" y="9320"/>
                  </a:lnTo>
                  <a:lnTo>
                    <a:pt x="2437" y="9222"/>
                  </a:lnTo>
                  <a:lnTo>
                    <a:pt x="2437" y="8980"/>
                  </a:lnTo>
                  <a:lnTo>
                    <a:pt x="2353" y="8931"/>
                  </a:lnTo>
                  <a:lnTo>
                    <a:pt x="2101" y="8883"/>
                  </a:lnTo>
                  <a:lnTo>
                    <a:pt x="2017" y="9077"/>
                  </a:lnTo>
                  <a:lnTo>
                    <a:pt x="1933" y="9174"/>
                  </a:lnTo>
                  <a:lnTo>
                    <a:pt x="1933" y="10145"/>
                  </a:lnTo>
                  <a:lnTo>
                    <a:pt x="2185" y="10387"/>
                  </a:lnTo>
                  <a:lnTo>
                    <a:pt x="2858" y="10679"/>
                  </a:lnTo>
                  <a:lnTo>
                    <a:pt x="2942" y="10921"/>
                  </a:lnTo>
                  <a:lnTo>
                    <a:pt x="2942" y="11116"/>
                  </a:lnTo>
                  <a:lnTo>
                    <a:pt x="2858" y="11310"/>
                  </a:lnTo>
                  <a:lnTo>
                    <a:pt x="2605" y="11358"/>
                  </a:lnTo>
                  <a:lnTo>
                    <a:pt x="2353" y="11358"/>
                  </a:lnTo>
                  <a:lnTo>
                    <a:pt x="2353" y="11844"/>
                  </a:lnTo>
                  <a:lnTo>
                    <a:pt x="2437" y="11989"/>
                  </a:lnTo>
                  <a:lnTo>
                    <a:pt x="2858" y="12378"/>
                  </a:lnTo>
                  <a:lnTo>
                    <a:pt x="2942" y="12669"/>
                  </a:lnTo>
                  <a:lnTo>
                    <a:pt x="3362" y="13009"/>
                  </a:lnTo>
                  <a:lnTo>
                    <a:pt x="3530" y="13348"/>
                  </a:lnTo>
                  <a:lnTo>
                    <a:pt x="3782" y="13591"/>
                  </a:lnTo>
                  <a:lnTo>
                    <a:pt x="4034" y="13931"/>
                  </a:lnTo>
                  <a:lnTo>
                    <a:pt x="4202" y="13979"/>
                  </a:lnTo>
                  <a:lnTo>
                    <a:pt x="4202" y="14465"/>
                  </a:lnTo>
                  <a:lnTo>
                    <a:pt x="4370" y="14562"/>
                  </a:lnTo>
                  <a:lnTo>
                    <a:pt x="4454" y="14707"/>
                  </a:lnTo>
                  <a:lnTo>
                    <a:pt x="4454" y="14902"/>
                  </a:lnTo>
                  <a:lnTo>
                    <a:pt x="4370" y="15338"/>
                  </a:lnTo>
                  <a:lnTo>
                    <a:pt x="4286" y="15630"/>
                  </a:lnTo>
                  <a:lnTo>
                    <a:pt x="4202" y="15872"/>
                  </a:lnTo>
                  <a:lnTo>
                    <a:pt x="4959" y="16115"/>
                  </a:lnTo>
                  <a:lnTo>
                    <a:pt x="5631" y="16261"/>
                  </a:lnTo>
                  <a:lnTo>
                    <a:pt x="6135" y="16455"/>
                  </a:lnTo>
                  <a:lnTo>
                    <a:pt x="6892" y="16600"/>
                  </a:lnTo>
                  <a:lnTo>
                    <a:pt x="7144" y="16746"/>
                  </a:lnTo>
                  <a:lnTo>
                    <a:pt x="7648" y="17231"/>
                  </a:lnTo>
                  <a:lnTo>
                    <a:pt x="8321" y="17571"/>
                  </a:lnTo>
                  <a:lnTo>
                    <a:pt x="9329" y="17717"/>
                  </a:lnTo>
                  <a:lnTo>
                    <a:pt x="9413" y="18154"/>
                  </a:lnTo>
                  <a:lnTo>
                    <a:pt x="9581" y="18348"/>
                  </a:lnTo>
                  <a:lnTo>
                    <a:pt x="10170" y="18445"/>
                  </a:lnTo>
                  <a:lnTo>
                    <a:pt x="10758" y="18833"/>
                  </a:lnTo>
                  <a:lnTo>
                    <a:pt x="11430" y="19416"/>
                  </a:lnTo>
                  <a:lnTo>
                    <a:pt x="11767" y="19658"/>
                  </a:lnTo>
                  <a:lnTo>
                    <a:pt x="12019" y="20095"/>
                  </a:lnTo>
                  <a:lnTo>
                    <a:pt x="11767" y="20484"/>
                  </a:lnTo>
                  <a:lnTo>
                    <a:pt x="11767" y="20726"/>
                  </a:lnTo>
                  <a:lnTo>
                    <a:pt x="12019" y="21066"/>
                  </a:lnTo>
                  <a:lnTo>
                    <a:pt x="12355" y="21115"/>
                  </a:lnTo>
                  <a:lnTo>
                    <a:pt x="18911" y="21600"/>
                  </a:lnTo>
                  <a:lnTo>
                    <a:pt x="18995" y="21551"/>
                  </a:lnTo>
                  <a:lnTo>
                    <a:pt x="19583" y="2140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33" name="Shape">
              <a:extLst>
                <a:ext uri="{FF2B5EF4-FFF2-40B4-BE49-F238E27FC236}">
                  <a16:creationId xmlns:a16="http://schemas.microsoft.com/office/drawing/2014/main" id="{EBED6F57-83BF-4B30-A61F-44E7429A7702}"/>
                </a:ext>
              </a:extLst>
            </p:cNvPr>
            <p:cNvSpPr/>
            <p:nvPr/>
          </p:nvSpPr>
          <p:spPr>
            <a:xfrm>
              <a:off x="3394117" y="2949297"/>
              <a:ext cx="1404301" cy="7548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034"/>
                  </a:moveTo>
                  <a:cubicBezTo>
                    <a:pt x="0" y="3398"/>
                    <a:pt x="0" y="3398"/>
                    <a:pt x="0" y="3398"/>
                  </a:cubicBezTo>
                  <a:cubicBezTo>
                    <a:pt x="0" y="3034"/>
                    <a:pt x="0" y="3034"/>
                    <a:pt x="0" y="3034"/>
                  </a:cubicBezTo>
                  <a:cubicBezTo>
                    <a:pt x="7677" y="3883"/>
                    <a:pt x="7677" y="3883"/>
                    <a:pt x="7677" y="3883"/>
                  </a:cubicBezTo>
                  <a:cubicBezTo>
                    <a:pt x="7352" y="14926"/>
                    <a:pt x="7352" y="14926"/>
                    <a:pt x="7352" y="14926"/>
                  </a:cubicBezTo>
                  <a:cubicBezTo>
                    <a:pt x="7872" y="15897"/>
                    <a:pt x="7872" y="15897"/>
                    <a:pt x="7872" y="15897"/>
                  </a:cubicBezTo>
                  <a:cubicBezTo>
                    <a:pt x="8067" y="16261"/>
                    <a:pt x="8067" y="16261"/>
                    <a:pt x="8067" y="16261"/>
                  </a:cubicBezTo>
                  <a:cubicBezTo>
                    <a:pt x="8263" y="16261"/>
                    <a:pt x="8263" y="16261"/>
                    <a:pt x="8263" y="16261"/>
                  </a:cubicBezTo>
                  <a:cubicBezTo>
                    <a:pt x="8523" y="16139"/>
                    <a:pt x="8523" y="16139"/>
                    <a:pt x="8523" y="16139"/>
                  </a:cubicBezTo>
                  <a:cubicBezTo>
                    <a:pt x="8718" y="16261"/>
                    <a:pt x="8718" y="16261"/>
                    <a:pt x="8718" y="16261"/>
                  </a:cubicBezTo>
                  <a:cubicBezTo>
                    <a:pt x="8913" y="16139"/>
                    <a:pt x="8913" y="16139"/>
                    <a:pt x="8913" y="16139"/>
                  </a:cubicBezTo>
                  <a:cubicBezTo>
                    <a:pt x="9173" y="16382"/>
                    <a:pt x="9173" y="16382"/>
                    <a:pt x="9173" y="16382"/>
                  </a:cubicBezTo>
                  <a:cubicBezTo>
                    <a:pt x="9369" y="17474"/>
                    <a:pt x="9369" y="17474"/>
                    <a:pt x="9369" y="17474"/>
                  </a:cubicBezTo>
                  <a:cubicBezTo>
                    <a:pt x="9954" y="17474"/>
                    <a:pt x="9954" y="17474"/>
                    <a:pt x="9954" y="17474"/>
                  </a:cubicBezTo>
                  <a:cubicBezTo>
                    <a:pt x="10410" y="17960"/>
                    <a:pt x="10410" y="17960"/>
                    <a:pt x="10410" y="17960"/>
                  </a:cubicBezTo>
                  <a:cubicBezTo>
                    <a:pt x="10800" y="17838"/>
                    <a:pt x="10800" y="17838"/>
                    <a:pt x="10800" y="17838"/>
                  </a:cubicBezTo>
                  <a:cubicBezTo>
                    <a:pt x="10865" y="17838"/>
                    <a:pt x="10865" y="17838"/>
                    <a:pt x="10865" y="17838"/>
                  </a:cubicBezTo>
                  <a:cubicBezTo>
                    <a:pt x="11125" y="18324"/>
                    <a:pt x="11125" y="18324"/>
                    <a:pt x="11125" y="18324"/>
                  </a:cubicBezTo>
                  <a:cubicBezTo>
                    <a:pt x="11386" y="17960"/>
                    <a:pt x="11386" y="17960"/>
                    <a:pt x="11386" y="17960"/>
                  </a:cubicBezTo>
                  <a:cubicBezTo>
                    <a:pt x="11971" y="18081"/>
                    <a:pt x="11971" y="18081"/>
                    <a:pt x="11971" y="18081"/>
                  </a:cubicBezTo>
                  <a:cubicBezTo>
                    <a:pt x="12231" y="18930"/>
                    <a:pt x="12231" y="18930"/>
                    <a:pt x="12231" y="18930"/>
                  </a:cubicBezTo>
                  <a:cubicBezTo>
                    <a:pt x="12427" y="18930"/>
                    <a:pt x="12427" y="18930"/>
                    <a:pt x="12427" y="18930"/>
                  </a:cubicBezTo>
                  <a:cubicBezTo>
                    <a:pt x="12492" y="19658"/>
                    <a:pt x="12492" y="19658"/>
                    <a:pt x="12492" y="19658"/>
                  </a:cubicBezTo>
                  <a:cubicBezTo>
                    <a:pt x="12752" y="19780"/>
                    <a:pt x="12752" y="19780"/>
                    <a:pt x="12752" y="19780"/>
                  </a:cubicBezTo>
                  <a:cubicBezTo>
                    <a:pt x="13012" y="19416"/>
                    <a:pt x="13012" y="19416"/>
                    <a:pt x="13012" y="19416"/>
                  </a:cubicBezTo>
                  <a:cubicBezTo>
                    <a:pt x="13142" y="19052"/>
                    <a:pt x="13142" y="19052"/>
                    <a:pt x="13142" y="19052"/>
                  </a:cubicBezTo>
                  <a:cubicBezTo>
                    <a:pt x="13272" y="19052"/>
                    <a:pt x="13272" y="19052"/>
                    <a:pt x="13272" y="19052"/>
                  </a:cubicBezTo>
                  <a:cubicBezTo>
                    <a:pt x="13728" y="19658"/>
                    <a:pt x="13728" y="19658"/>
                    <a:pt x="13728" y="19658"/>
                  </a:cubicBezTo>
                  <a:cubicBezTo>
                    <a:pt x="13858" y="20144"/>
                    <a:pt x="13858" y="20144"/>
                    <a:pt x="13858" y="20144"/>
                  </a:cubicBezTo>
                  <a:cubicBezTo>
                    <a:pt x="14313" y="19658"/>
                    <a:pt x="14313" y="19658"/>
                    <a:pt x="14313" y="19658"/>
                  </a:cubicBezTo>
                  <a:cubicBezTo>
                    <a:pt x="14443" y="19901"/>
                    <a:pt x="14443" y="19901"/>
                    <a:pt x="14443" y="19901"/>
                  </a:cubicBezTo>
                  <a:cubicBezTo>
                    <a:pt x="14508" y="20629"/>
                    <a:pt x="14508" y="20629"/>
                    <a:pt x="14508" y="20629"/>
                  </a:cubicBezTo>
                  <a:cubicBezTo>
                    <a:pt x="14639" y="20508"/>
                    <a:pt x="14639" y="20508"/>
                    <a:pt x="14639" y="20508"/>
                  </a:cubicBezTo>
                  <a:cubicBezTo>
                    <a:pt x="14834" y="19901"/>
                    <a:pt x="14834" y="19901"/>
                    <a:pt x="14834" y="19901"/>
                  </a:cubicBezTo>
                  <a:cubicBezTo>
                    <a:pt x="15159" y="19780"/>
                    <a:pt x="15159" y="19780"/>
                    <a:pt x="15159" y="19780"/>
                  </a:cubicBezTo>
                  <a:cubicBezTo>
                    <a:pt x="15549" y="20144"/>
                    <a:pt x="15549" y="20144"/>
                    <a:pt x="15549" y="20144"/>
                  </a:cubicBezTo>
                  <a:cubicBezTo>
                    <a:pt x="16135" y="20022"/>
                    <a:pt x="16135" y="20022"/>
                    <a:pt x="16135" y="20022"/>
                  </a:cubicBezTo>
                  <a:cubicBezTo>
                    <a:pt x="16395" y="20508"/>
                    <a:pt x="16395" y="20508"/>
                    <a:pt x="16395" y="20508"/>
                  </a:cubicBezTo>
                  <a:cubicBezTo>
                    <a:pt x="16525" y="20872"/>
                    <a:pt x="16525" y="20872"/>
                    <a:pt x="16525" y="20872"/>
                  </a:cubicBezTo>
                  <a:cubicBezTo>
                    <a:pt x="16851" y="20751"/>
                    <a:pt x="16851" y="20751"/>
                    <a:pt x="16851" y="20751"/>
                  </a:cubicBezTo>
                  <a:cubicBezTo>
                    <a:pt x="17176" y="20265"/>
                    <a:pt x="17176" y="20265"/>
                    <a:pt x="17176" y="20265"/>
                  </a:cubicBezTo>
                  <a:cubicBezTo>
                    <a:pt x="17371" y="19901"/>
                    <a:pt x="17371" y="19901"/>
                    <a:pt x="17371" y="19901"/>
                  </a:cubicBezTo>
                  <a:cubicBezTo>
                    <a:pt x="17631" y="19901"/>
                    <a:pt x="17631" y="19901"/>
                    <a:pt x="17631" y="19901"/>
                  </a:cubicBezTo>
                  <a:cubicBezTo>
                    <a:pt x="17892" y="20144"/>
                    <a:pt x="17892" y="20144"/>
                    <a:pt x="17892" y="20144"/>
                  </a:cubicBezTo>
                  <a:cubicBezTo>
                    <a:pt x="18087" y="20022"/>
                    <a:pt x="18087" y="20022"/>
                    <a:pt x="18087" y="20022"/>
                  </a:cubicBezTo>
                  <a:cubicBezTo>
                    <a:pt x="18347" y="19658"/>
                    <a:pt x="18347" y="19658"/>
                    <a:pt x="18347" y="19658"/>
                  </a:cubicBezTo>
                  <a:cubicBezTo>
                    <a:pt x="18737" y="19780"/>
                    <a:pt x="18737" y="19780"/>
                    <a:pt x="18737" y="19780"/>
                  </a:cubicBezTo>
                  <a:cubicBezTo>
                    <a:pt x="18933" y="19901"/>
                    <a:pt x="18933" y="19901"/>
                    <a:pt x="18933" y="19901"/>
                  </a:cubicBezTo>
                  <a:cubicBezTo>
                    <a:pt x="19518" y="19537"/>
                    <a:pt x="19518" y="19537"/>
                    <a:pt x="19518" y="19537"/>
                  </a:cubicBezTo>
                  <a:cubicBezTo>
                    <a:pt x="19908" y="19780"/>
                    <a:pt x="19908" y="19780"/>
                    <a:pt x="19908" y="19780"/>
                  </a:cubicBezTo>
                  <a:cubicBezTo>
                    <a:pt x="20234" y="20387"/>
                    <a:pt x="20234" y="20387"/>
                    <a:pt x="20234" y="20387"/>
                  </a:cubicBezTo>
                  <a:cubicBezTo>
                    <a:pt x="20689" y="20993"/>
                    <a:pt x="20689" y="20993"/>
                    <a:pt x="20689" y="20993"/>
                  </a:cubicBezTo>
                  <a:cubicBezTo>
                    <a:pt x="21080" y="20993"/>
                    <a:pt x="21080" y="20993"/>
                    <a:pt x="21080" y="20993"/>
                  </a:cubicBezTo>
                  <a:cubicBezTo>
                    <a:pt x="21340" y="21357"/>
                    <a:pt x="21340" y="21357"/>
                    <a:pt x="21340" y="21357"/>
                  </a:cubicBezTo>
                  <a:cubicBezTo>
                    <a:pt x="21535" y="21600"/>
                    <a:pt x="21535" y="21600"/>
                    <a:pt x="21535" y="21600"/>
                  </a:cubicBezTo>
                  <a:cubicBezTo>
                    <a:pt x="21600" y="10679"/>
                    <a:pt x="21600" y="10679"/>
                    <a:pt x="21600" y="10679"/>
                  </a:cubicBezTo>
                  <a:cubicBezTo>
                    <a:pt x="21080" y="4490"/>
                    <a:pt x="21080" y="4490"/>
                    <a:pt x="21080" y="4490"/>
                  </a:cubicBezTo>
                  <a:cubicBezTo>
                    <a:pt x="21080" y="1456"/>
                    <a:pt x="21080" y="1456"/>
                    <a:pt x="21080" y="1456"/>
                  </a:cubicBezTo>
                  <a:cubicBezTo>
                    <a:pt x="21080" y="1456"/>
                    <a:pt x="13728" y="1213"/>
                    <a:pt x="11386" y="1092"/>
                  </a:cubicBezTo>
                  <a:cubicBezTo>
                    <a:pt x="8523" y="849"/>
                    <a:pt x="260" y="0"/>
                    <a:pt x="260" y="0"/>
                  </a:cubicBezTo>
                  <a:cubicBezTo>
                    <a:pt x="195" y="3034"/>
                    <a:pt x="195" y="3034"/>
                    <a:pt x="195" y="3034"/>
                  </a:cubicBezTo>
                  <a:lnTo>
                    <a:pt x="0" y="3034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34" name="Shape">
              <a:extLst>
                <a:ext uri="{FF2B5EF4-FFF2-40B4-BE49-F238E27FC236}">
                  <a16:creationId xmlns:a16="http://schemas.microsoft.com/office/drawing/2014/main" id="{EABFDB7C-B362-4F06-89C8-63E10AFD0F67}"/>
                </a:ext>
              </a:extLst>
            </p:cNvPr>
            <p:cNvSpPr/>
            <p:nvPr/>
          </p:nvSpPr>
          <p:spPr>
            <a:xfrm>
              <a:off x="3574029" y="2339440"/>
              <a:ext cx="1189406" cy="659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21600" y="7200"/>
                    <a:pt x="21600" y="7200"/>
                    <a:pt x="21600" y="7200"/>
                  </a:cubicBezTo>
                  <a:cubicBezTo>
                    <a:pt x="21140" y="6785"/>
                    <a:pt x="21140" y="6785"/>
                    <a:pt x="21140" y="6785"/>
                  </a:cubicBezTo>
                  <a:cubicBezTo>
                    <a:pt x="20911" y="6508"/>
                    <a:pt x="20911" y="6508"/>
                    <a:pt x="20911" y="6508"/>
                  </a:cubicBezTo>
                  <a:cubicBezTo>
                    <a:pt x="20757" y="5677"/>
                    <a:pt x="20757" y="5677"/>
                    <a:pt x="20757" y="5677"/>
                  </a:cubicBezTo>
                  <a:cubicBezTo>
                    <a:pt x="20298" y="4846"/>
                    <a:pt x="20298" y="4846"/>
                    <a:pt x="20298" y="4846"/>
                  </a:cubicBezTo>
                  <a:cubicBezTo>
                    <a:pt x="20528" y="4154"/>
                    <a:pt x="20528" y="4154"/>
                    <a:pt x="20528" y="4154"/>
                  </a:cubicBezTo>
                  <a:cubicBezTo>
                    <a:pt x="20757" y="3323"/>
                    <a:pt x="20757" y="3323"/>
                    <a:pt x="20757" y="3323"/>
                  </a:cubicBezTo>
                  <a:cubicBezTo>
                    <a:pt x="20757" y="2631"/>
                    <a:pt x="20757" y="2631"/>
                    <a:pt x="20757" y="2631"/>
                  </a:cubicBezTo>
                  <a:cubicBezTo>
                    <a:pt x="20604" y="2631"/>
                    <a:pt x="20604" y="2631"/>
                    <a:pt x="20604" y="2631"/>
                  </a:cubicBezTo>
                  <a:cubicBezTo>
                    <a:pt x="19915" y="2631"/>
                    <a:pt x="19915" y="2631"/>
                    <a:pt x="19915" y="2631"/>
                  </a:cubicBezTo>
                  <a:cubicBezTo>
                    <a:pt x="19762" y="2077"/>
                    <a:pt x="19762" y="2077"/>
                    <a:pt x="19762" y="2077"/>
                  </a:cubicBezTo>
                  <a:cubicBezTo>
                    <a:pt x="19455" y="1246"/>
                    <a:pt x="19455" y="1246"/>
                    <a:pt x="19455" y="1246"/>
                  </a:cubicBezTo>
                  <a:cubicBezTo>
                    <a:pt x="19455" y="1246"/>
                    <a:pt x="14323" y="969"/>
                    <a:pt x="12638" y="831"/>
                  </a:cubicBezTo>
                  <a:cubicBezTo>
                    <a:pt x="9651" y="692"/>
                    <a:pt x="766" y="0"/>
                    <a:pt x="766" y="0"/>
                  </a:cubicBezTo>
                  <a:cubicBezTo>
                    <a:pt x="0" y="20215"/>
                    <a:pt x="0" y="20215"/>
                    <a:pt x="0" y="20215"/>
                  </a:cubicBezTo>
                  <a:cubicBezTo>
                    <a:pt x="3140" y="20492"/>
                    <a:pt x="7966" y="20908"/>
                    <a:pt x="10187" y="21185"/>
                  </a:cubicBezTo>
                  <a:cubicBezTo>
                    <a:pt x="12945" y="21323"/>
                    <a:pt x="21600" y="21600"/>
                    <a:pt x="21600" y="21600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35" name="Shape">
              <a:extLst>
                <a:ext uri="{FF2B5EF4-FFF2-40B4-BE49-F238E27FC236}">
                  <a16:creationId xmlns:a16="http://schemas.microsoft.com/office/drawing/2014/main" id="{53EABFF7-92DE-49AD-8FEF-F8F04AEC7D48}"/>
                </a:ext>
              </a:extLst>
            </p:cNvPr>
            <p:cNvSpPr/>
            <p:nvPr/>
          </p:nvSpPr>
          <p:spPr>
            <a:xfrm>
              <a:off x="3324150" y="1709588"/>
              <a:ext cx="1324344" cy="6698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462" y="21053"/>
                    <a:pt x="21462" y="21053"/>
                    <a:pt x="21462" y="21053"/>
                  </a:cubicBezTo>
                  <a:cubicBezTo>
                    <a:pt x="21393" y="20233"/>
                    <a:pt x="21393" y="20233"/>
                    <a:pt x="21393" y="20233"/>
                  </a:cubicBezTo>
                  <a:cubicBezTo>
                    <a:pt x="21393" y="20233"/>
                    <a:pt x="21048" y="20096"/>
                    <a:pt x="20979" y="19959"/>
                  </a:cubicBezTo>
                  <a:cubicBezTo>
                    <a:pt x="20910" y="19823"/>
                    <a:pt x="20979" y="19823"/>
                    <a:pt x="20979" y="19823"/>
                  </a:cubicBezTo>
                  <a:cubicBezTo>
                    <a:pt x="20841" y="19413"/>
                    <a:pt x="20841" y="19413"/>
                    <a:pt x="20841" y="19413"/>
                  </a:cubicBezTo>
                  <a:cubicBezTo>
                    <a:pt x="20979" y="19139"/>
                    <a:pt x="20979" y="19139"/>
                    <a:pt x="20979" y="19139"/>
                  </a:cubicBezTo>
                  <a:cubicBezTo>
                    <a:pt x="20910" y="18456"/>
                    <a:pt x="20910" y="18456"/>
                    <a:pt x="20910" y="18456"/>
                  </a:cubicBezTo>
                  <a:cubicBezTo>
                    <a:pt x="20703" y="18182"/>
                    <a:pt x="20703" y="18182"/>
                    <a:pt x="20703" y="18182"/>
                  </a:cubicBezTo>
                  <a:cubicBezTo>
                    <a:pt x="20634" y="17772"/>
                    <a:pt x="20634" y="17772"/>
                    <a:pt x="20634" y="17772"/>
                  </a:cubicBezTo>
                  <a:cubicBezTo>
                    <a:pt x="20496" y="16815"/>
                    <a:pt x="20496" y="16815"/>
                    <a:pt x="20496" y="16815"/>
                  </a:cubicBezTo>
                  <a:cubicBezTo>
                    <a:pt x="20496" y="15448"/>
                    <a:pt x="20496" y="15448"/>
                    <a:pt x="20496" y="15448"/>
                  </a:cubicBezTo>
                  <a:cubicBezTo>
                    <a:pt x="20427" y="15175"/>
                    <a:pt x="20427" y="15175"/>
                    <a:pt x="20427" y="15175"/>
                  </a:cubicBezTo>
                  <a:cubicBezTo>
                    <a:pt x="20289" y="14765"/>
                    <a:pt x="20289" y="14765"/>
                    <a:pt x="20289" y="14765"/>
                  </a:cubicBezTo>
                  <a:cubicBezTo>
                    <a:pt x="20358" y="14218"/>
                    <a:pt x="20358" y="14218"/>
                    <a:pt x="20358" y="14218"/>
                  </a:cubicBezTo>
                  <a:cubicBezTo>
                    <a:pt x="20358" y="12851"/>
                    <a:pt x="20358" y="12851"/>
                    <a:pt x="20358" y="12851"/>
                  </a:cubicBezTo>
                  <a:cubicBezTo>
                    <a:pt x="20220" y="11894"/>
                    <a:pt x="20220" y="11894"/>
                    <a:pt x="20220" y="11894"/>
                  </a:cubicBezTo>
                  <a:cubicBezTo>
                    <a:pt x="20082" y="11620"/>
                    <a:pt x="20082" y="11620"/>
                    <a:pt x="20082" y="11620"/>
                  </a:cubicBezTo>
                  <a:cubicBezTo>
                    <a:pt x="19944" y="11620"/>
                    <a:pt x="19944" y="11620"/>
                    <a:pt x="19944" y="11620"/>
                  </a:cubicBezTo>
                  <a:cubicBezTo>
                    <a:pt x="19875" y="11347"/>
                    <a:pt x="19875" y="11347"/>
                    <a:pt x="19875" y="11347"/>
                  </a:cubicBezTo>
                  <a:cubicBezTo>
                    <a:pt x="19806" y="10663"/>
                    <a:pt x="19806" y="10663"/>
                    <a:pt x="19806" y="10663"/>
                  </a:cubicBezTo>
                  <a:cubicBezTo>
                    <a:pt x="19737" y="10116"/>
                    <a:pt x="19737" y="10116"/>
                    <a:pt x="19737" y="10116"/>
                  </a:cubicBezTo>
                  <a:cubicBezTo>
                    <a:pt x="19944" y="9980"/>
                    <a:pt x="19944" y="9980"/>
                    <a:pt x="19944" y="9980"/>
                  </a:cubicBezTo>
                  <a:cubicBezTo>
                    <a:pt x="19944" y="9843"/>
                    <a:pt x="19944" y="9843"/>
                    <a:pt x="19944" y="9843"/>
                  </a:cubicBezTo>
                  <a:cubicBezTo>
                    <a:pt x="19875" y="9706"/>
                    <a:pt x="19875" y="9706"/>
                    <a:pt x="19875" y="9706"/>
                  </a:cubicBezTo>
                  <a:cubicBezTo>
                    <a:pt x="19806" y="9296"/>
                    <a:pt x="19806" y="9296"/>
                    <a:pt x="19806" y="9296"/>
                  </a:cubicBezTo>
                  <a:cubicBezTo>
                    <a:pt x="19668" y="8886"/>
                    <a:pt x="19668" y="8886"/>
                    <a:pt x="19668" y="8886"/>
                  </a:cubicBezTo>
                  <a:cubicBezTo>
                    <a:pt x="19530" y="8203"/>
                    <a:pt x="19530" y="8203"/>
                    <a:pt x="19530" y="8203"/>
                  </a:cubicBezTo>
                  <a:cubicBezTo>
                    <a:pt x="19392" y="7382"/>
                    <a:pt x="19392" y="7382"/>
                    <a:pt x="19392" y="7382"/>
                  </a:cubicBezTo>
                  <a:cubicBezTo>
                    <a:pt x="19185" y="6699"/>
                    <a:pt x="19185" y="6699"/>
                    <a:pt x="19185" y="6699"/>
                  </a:cubicBezTo>
                  <a:cubicBezTo>
                    <a:pt x="18978" y="5468"/>
                    <a:pt x="18978" y="5468"/>
                    <a:pt x="18978" y="5468"/>
                  </a:cubicBezTo>
                  <a:cubicBezTo>
                    <a:pt x="18771" y="4922"/>
                    <a:pt x="18771" y="4922"/>
                    <a:pt x="18771" y="4922"/>
                  </a:cubicBezTo>
                  <a:cubicBezTo>
                    <a:pt x="18702" y="4785"/>
                    <a:pt x="18702" y="4785"/>
                    <a:pt x="18702" y="4785"/>
                  </a:cubicBezTo>
                  <a:cubicBezTo>
                    <a:pt x="18426" y="4375"/>
                    <a:pt x="18426" y="4375"/>
                    <a:pt x="18426" y="4375"/>
                  </a:cubicBezTo>
                  <a:cubicBezTo>
                    <a:pt x="17942" y="3691"/>
                    <a:pt x="17942" y="3691"/>
                    <a:pt x="17942" y="3691"/>
                  </a:cubicBezTo>
                  <a:cubicBezTo>
                    <a:pt x="17597" y="3418"/>
                    <a:pt x="17597" y="3418"/>
                    <a:pt x="17597" y="3418"/>
                  </a:cubicBezTo>
                  <a:cubicBezTo>
                    <a:pt x="17252" y="3144"/>
                    <a:pt x="17252" y="3144"/>
                    <a:pt x="17252" y="3144"/>
                  </a:cubicBezTo>
                  <a:cubicBezTo>
                    <a:pt x="16976" y="2597"/>
                    <a:pt x="16976" y="2597"/>
                    <a:pt x="16976" y="2597"/>
                  </a:cubicBezTo>
                  <a:cubicBezTo>
                    <a:pt x="16493" y="2461"/>
                    <a:pt x="16493" y="2461"/>
                    <a:pt x="16493" y="2461"/>
                  </a:cubicBezTo>
                  <a:cubicBezTo>
                    <a:pt x="15872" y="2597"/>
                    <a:pt x="15872" y="2597"/>
                    <a:pt x="15872" y="2597"/>
                  </a:cubicBezTo>
                  <a:cubicBezTo>
                    <a:pt x="15665" y="2597"/>
                    <a:pt x="15665" y="2597"/>
                    <a:pt x="15665" y="2597"/>
                  </a:cubicBezTo>
                  <a:cubicBezTo>
                    <a:pt x="15458" y="2734"/>
                    <a:pt x="15458" y="2734"/>
                    <a:pt x="15458" y="2734"/>
                  </a:cubicBezTo>
                  <a:cubicBezTo>
                    <a:pt x="15320" y="3008"/>
                    <a:pt x="15320" y="3008"/>
                    <a:pt x="15320" y="3008"/>
                  </a:cubicBezTo>
                  <a:cubicBezTo>
                    <a:pt x="15113" y="2871"/>
                    <a:pt x="15113" y="2871"/>
                    <a:pt x="15113" y="2871"/>
                  </a:cubicBezTo>
                  <a:cubicBezTo>
                    <a:pt x="14906" y="2597"/>
                    <a:pt x="14906" y="2597"/>
                    <a:pt x="14906" y="2597"/>
                  </a:cubicBezTo>
                  <a:cubicBezTo>
                    <a:pt x="14492" y="2187"/>
                    <a:pt x="14492" y="2187"/>
                    <a:pt x="14492" y="2187"/>
                  </a:cubicBezTo>
                  <a:cubicBezTo>
                    <a:pt x="13940" y="1641"/>
                    <a:pt x="13940" y="1641"/>
                    <a:pt x="13940" y="1641"/>
                  </a:cubicBezTo>
                  <a:cubicBezTo>
                    <a:pt x="690" y="0"/>
                    <a:pt x="690" y="0"/>
                    <a:pt x="690" y="0"/>
                  </a:cubicBezTo>
                  <a:cubicBezTo>
                    <a:pt x="0" y="12987"/>
                    <a:pt x="0" y="12987"/>
                    <a:pt x="0" y="12987"/>
                  </a:cubicBezTo>
                  <a:cubicBezTo>
                    <a:pt x="5038" y="13944"/>
                    <a:pt x="5038" y="13944"/>
                    <a:pt x="5038" y="13944"/>
                  </a:cubicBezTo>
                  <a:cubicBezTo>
                    <a:pt x="4762" y="20370"/>
                    <a:pt x="4762" y="20370"/>
                    <a:pt x="4762" y="20370"/>
                  </a:cubicBezTo>
                  <a:cubicBezTo>
                    <a:pt x="4762" y="20370"/>
                    <a:pt x="4762" y="20370"/>
                    <a:pt x="4762" y="20370"/>
                  </a:cubicBezTo>
                  <a:cubicBezTo>
                    <a:pt x="5176" y="20370"/>
                    <a:pt x="12836" y="21053"/>
                    <a:pt x="15458" y="21190"/>
                  </a:cubicBezTo>
                  <a:cubicBezTo>
                    <a:pt x="16976" y="21327"/>
                    <a:pt x="21600" y="21600"/>
                    <a:pt x="21600" y="21600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36" name="Shape">
              <a:extLst>
                <a:ext uri="{FF2B5EF4-FFF2-40B4-BE49-F238E27FC236}">
                  <a16:creationId xmlns:a16="http://schemas.microsoft.com/office/drawing/2014/main" id="{13F7E466-8B0B-47EB-97F3-6CFE42B0003D}"/>
                </a:ext>
              </a:extLst>
            </p:cNvPr>
            <p:cNvSpPr/>
            <p:nvPr/>
          </p:nvSpPr>
          <p:spPr>
            <a:xfrm>
              <a:off x="3364126" y="1109738"/>
              <a:ext cx="1139435" cy="7598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59" y="18960"/>
                  </a:moveTo>
                  <a:cubicBezTo>
                    <a:pt x="16541" y="19320"/>
                    <a:pt x="16541" y="19320"/>
                    <a:pt x="16541" y="19320"/>
                  </a:cubicBezTo>
                  <a:cubicBezTo>
                    <a:pt x="16782" y="19560"/>
                    <a:pt x="16782" y="19560"/>
                    <a:pt x="16782" y="19560"/>
                  </a:cubicBezTo>
                  <a:cubicBezTo>
                    <a:pt x="17023" y="19680"/>
                    <a:pt x="17023" y="19680"/>
                    <a:pt x="17023" y="19680"/>
                  </a:cubicBezTo>
                  <a:cubicBezTo>
                    <a:pt x="17184" y="19440"/>
                    <a:pt x="17184" y="19440"/>
                    <a:pt x="17184" y="19440"/>
                  </a:cubicBezTo>
                  <a:cubicBezTo>
                    <a:pt x="17425" y="19320"/>
                    <a:pt x="17425" y="19320"/>
                    <a:pt x="17425" y="19320"/>
                  </a:cubicBezTo>
                  <a:cubicBezTo>
                    <a:pt x="17665" y="19320"/>
                    <a:pt x="17665" y="19320"/>
                    <a:pt x="17665" y="19320"/>
                  </a:cubicBezTo>
                  <a:cubicBezTo>
                    <a:pt x="18388" y="19200"/>
                    <a:pt x="18388" y="19200"/>
                    <a:pt x="18388" y="19200"/>
                  </a:cubicBezTo>
                  <a:cubicBezTo>
                    <a:pt x="18950" y="19320"/>
                    <a:pt x="18950" y="19320"/>
                    <a:pt x="18950" y="19320"/>
                  </a:cubicBezTo>
                  <a:cubicBezTo>
                    <a:pt x="19271" y="19800"/>
                    <a:pt x="19271" y="19800"/>
                    <a:pt x="19271" y="19800"/>
                  </a:cubicBezTo>
                  <a:cubicBezTo>
                    <a:pt x="19673" y="20040"/>
                    <a:pt x="19673" y="20040"/>
                    <a:pt x="19673" y="20040"/>
                  </a:cubicBezTo>
                  <a:cubicBezTo>
                    <a:pt x="20074" y="20280"/>
                    <a:pt x="20074" y="20280"/>
                    <a:pt x="20074" y="20280"/>
                  </a:cubicBezTo>
                  <a:cubicBezTo>
                    <a:pt x="20636" y="20880"/>
                    <a:pt x="20636" y="20880"/>
                    <a:pt x="20636" y="20880"/>
                  </a:cubicBezTo>
                  <a:cubicBezTo>
                    <a:pt x="20958" y="21240"/>
                    <a:pt x="20958" y="21240"/>
                    <a:pt x="20958" y="21240"/>
                  </a:cubicBezTo>
                  <a:cubicBezTo>
                    <a:pt x="21038" y="21360"/>
                    <a:pt x="21038" y="21360"/>
                    <a:pt x="21038" y="21360"/>
                  </a:cubicBezTo>
                  <a:cubicBezTo>
                    <a:pt x="21118" y="21600"/>
                    <a:pt x="21118" y="21600"/>
                    <a:pt x="21118" y="21600"/>
                  </a:cubicBezTo>
                  <a:cubicBezTo>
                    <a:pt x="21118" y="21600"/>
                    <a:pt x="21118" y="21600"/>
                    <a:pt x="21118" y="21600"/>
                  </a:cubicBezTo>
                  <a:cubicBezTo>
                    <a:pt x="21118" y="21240"/>
                    <a:pt x="21118" y="21240"/>
                    <a:pt x="21118" y="21240"/>
                  </a:cubicBezTo>
                  <a:cubicBezTo>
                    <a:pt x="21118" y="20760"/>
                    <a:pt x="21118" y="20760"/>
                    <a:pt x="21118" y="20760"/>
                  </a:cubicBezTo>
                  <a:cubicBezTo>
                    <a:pt x="20797" y="20400"/>
                    <a:pt x="20797" y="20400"/>
                    <a:pt x="20797" y="20400"/>
                  </a:cubicBezTo>
                  <a:cubicBezTo>
                    <a:pt x="20797" y="20040"/>
                    <a:pt x="20797" y="20040"/>
                    <a:pt x="20797" y="20040"/>
                  </a:cubicBezTo>
                  <a:cubicBezTo>
                    <a:pt x="20877" y="19680"/>
                    <a:pt x="20877" y="19680"/>
                    <a:pt x="20877" y="19680"/>
                  </a:cubicBezTo>
                  <a:cubicBezTo>
                    <a:pt x="21118" y="19560"/>
                    <a:pt x="21118" y="19560"/>
                    <a:pt x="21118" y="19560"/>
                  </a:cubicBezTo>
                  <a:cubicBezTo>
                    <a:pt x="21118" y="18720"/>
                    <a:pt x="21118" y="18720"/>
                    <a:pt x="21118" y="18720"/>
                  </a:cubicBezTo>
                  <a:cubicBezTo>
                    <a:pt x="21199" y="18360"/>
                    <a:pt x="21199" y="18360"/>
                    <a:pt x="21199" y="18360"/>
                  </a:cubicBezTo>
                  <a:cubicBezTo>
                    <a:pt x="21359" y="18240"/>
                    <a:pt x="21359" y="18240"/>
                    <a:pt x="21359" y="18240"/>
                  </a:cubicBezTo>
                  <a:cubicBezTo>
                    <a:pt x="21359" y="17760"/>
                    <a:pt x="21359" y="17760"/>
                    <a:pt x="21359" y="17760"/>
                  </a:cubicBezTo>
                  <a:cubicBezTo>
                    <a:pt x="21199" y="17160"/>
                    <a:pt x="21199" y="17160"/>
                    <a:pt x="21199" y="17160"/>
                  </a:cubicBezTo>
                  <a:cubicBezTo>
                    <a:pt x="21038" y="17040"/>
                    <a:pt x="21038" y="17040"/>
                    <a:pt x="21038" y="17040"/>
                  </a:cubicBezTo>
                  <a:cubicBezTo>
                    <a:pt x="21118" y="16440"/>
                    <a:pt x="21118" y="16440"/>
                    <a:pt x="21118" y="16440"/>
                  </a:cubicBezTo>
                  <a:cubicBezTo>
                    <a:pt x="21118" y="16080"/>
                    <a:pt x="21118" y="16080"/>
                    <a:pt x="21118" y="16080"/>
                  </a:cubicBezTo>
                  <a:cubicBezTo>
                    <a:pt x="21359" y="16080"/>
                    <a:pt x="21359" y="16080"/>
                    <a:pt x="21359" y="16080"/>
                  </a:cubicBezTo>
                  <a:cubicBezTo>
                    <a:pt x="21600" y="5640"/>
                    <a:pt x="21600" y="5640"/>
                    <a:pt x="21600" y="5640"/>
                  </a:cubicBezTo>
                  <a:cubicBezTo>
                    <a:pt x="21359" y="5280"/>
                    <a:pt x="21359" y="5280"/>
                    <a:pt x="21359" y="5280"/>
                  </a:cubicBezTo>
                  <a:cubicBezTo>
                    <a:pt x="21199" y="4920"/>
                    <a:pt x="21199" y="4920"/>
                    <a:pt x="21199" y="4920"/>
                  </a:cubicBezTo>
                  <a:cubicBezTo>
                    <a:pt x="20797" y="4680"/>
                    <a:pt x="20797" y="4680"/>
                    <a:pt x="20797" y="4680"/>
                  </a:cubicBezTo>
                  <a:cubicBezTo>
                    <a:pt x="20717" y="4320"/>
                    <a:pt x="20717" y="4320"/>
                    <a:pt x="20717" y="4320"/>
                  </a:cubicBezTo>
                  <a:cubicBezTo>
                    <a:pt x="20476" y="3960"/>
                    <a:pt x="20476" y="3960"/>
                    <a:pt x="20476" y="3960"/>
                  </a:cubicBezTo>
                  <a:cubicBezTo>
                    <a:pt x="20396" y="3720"/>
                    <a:pt x="20396" y="3720"/>
                    <a:pt x="20396" y="3720"/>
                  </a:cubicBezTo>
                  <a:cubicBezTo>
                    <a:pt x="20396" y="3480"/>
                    <a:pt x="20396" y="3480"/>
                    <a:pt x="20396" y="3480"/>
                  </a:cubicBezTo>
                  <a:cubicBezTo>
                    <a:pt x="20396" y="3240"/>
                    <a:pt x="20396" y="3240"/>
                    <a:pt x="20396" y="3240"/>
                  </a:cubicBezTo>
                  <a:cubicBezTo>
                    <a:pt x="20636" y="2880"/>
                    <a:pt x="20636" y="2880"/>
                    <a:pt x="20636" y="2880"/>
                  </a:cubicBezTo>
                  <a:cubicBezTo>
                    <a:pt x="20877" y="2520"/>
                    <a:pt x="20877" y="2520"/>
                    <a:pt x="20877" y="2520"/>
                  </a:cubicBezTo>
                  <a:cubicBezTo>
                    <a:pt x="21199" y="2040"/>
                    <a:pt x="21199" y="2040"/>
                    <a:pt x="21199" y="2040"/>
                  </a:cubicBezTo>
                  <a:cubicBezTo>
                    <a:pt x="21118" y="1800"/>
                    <a:pt x="21118" y="1800"/>
                    <a:pt x="21118" y="1800"/>
                  </a:cubicBezTo>
                  <a:cubicBezTo>
                    <a:pt x="21118" y="1680"/>
                    <a:pt x="21118" y="1680"/>
                    <a:pt x="21118" y="1680"/>
                  </a:cubicBezTo>
                  <a:cubicBezTo>
                    <a:pt x="21118" y="1680"/>
                    <a:pt x="13410" y="1200"/>
                    <a:pt x="10920" y="960"/>
                  </a:cubicBezTo>
                  <a:cubicBezTo>
                    <a:pt x="8431" y="720"/>
                    <a:pt x="1124" y="0"/>
                    <a:pt x="1124" y="0"/>
                  </a:cubicBezTo>
                  <a:cubicBezTo>
                    <a:pt x="0" y="17040"/>
                    <a:pt x="0" y="17040"/>
                    <a:pt x="0" y="17040"/>
                  </a:cubicBezTo>
                  <a:cubicBezTo>
                    <a:pt x="15417" y="18480"/>
                    <a:pt x="15417" y="18480"/>
                    <a:pt x="15417" y="18480"/>
                  </a:cubicBezTo>
                  <a:lnTo>
                    <a:pt x="16059" y="1896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37" name="Shape">
              <a:extLst>
                <a:ext uri="{FF2B5EF4-FFF2-40B4-BE49-F238E27FC236}">
                  <a16:creationId xmlns:a16="http://schemas.microsoft.com/office/drawing/2014/main" id="{9B1315F5-B202-42D4-8947-009AB249374B}"/>
                </a:ext>
              </a:extLst>
            </p:cNvPr>
            <p:cNvSpPr/>
            <p:nvPr/>
          </p:nvSpPr>
          <p:spPr>
            <a:xfrm>
              <a:off x="2264673" y="1164718"/>
              <a:ext cx="1144432" cy="9447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086"/>
                  </a:moveTo>
                  <a:lnTo>
                    <a:pt x="21506" y="3086"/>
                  </a:lnTo>
                  <a:lnTo>
                    <a:pt x="2641" y="0"/>
                  </a:lnTo>
                  <a:lnTo>
                    <a:pt x="2264" y="2629"/>
                  </a:lnTo>
                  <a:lnTo>
                    <a:pt x="660" y="13943"/>
                  </a:lnTo>
                  <a:lnTo>
                    <a:pt x="0" y="18514"/>
                  </a:lnTo>
                  <a:lnTo>
                    <a:pt x="5754" y="19657"/>
                  </a:lnTo>
                  <a:lnTo>
                    <a:pt x="19997" y="21600"/>
                  </a:lnTo>
                  <a:lnTo>
                    <a:pt x="20751" y="12457"/>
                  </a:lnTo>
                  <a:lnTo>
                    <a:pt x="21600" y="308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38" name="Shape">
              <a:extLst>
                <a:ext uri="{FF2B5EF4-FFF2-40B4-BE49-F238E27FC236}">
                  <a16:creationId xmlns:a16="http://schemas.microsoft.com/office/drawing/2014/main" id="{9AFA0B09-B6B1-45AB-9EF1-05A467C8C7CB}"/>
                </a:ext>
              </a:extLst>
            </p:cNvPr>
            <p:cNvSpPr/>
            <p:nvPr/>
          </p:nvSpPr>
          <p:spPr>
            <a:xfrm>
              <a:off x="3424098" y="484878"/>
              <a:ext cx="1064470" cy="6848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28" y="21467"/>
                  </a:moveTo>
                  <a:cubicBezTo>
                    <a:pt x="21428" y="21600"/>
                    <a:pt x="21428" y="21600"/>
                    <a:pt x="21428" y="21600"/>
                  </a:cubicBezTo>
                  <a:cubicBezTo>
                    <a:pt x="21428" y="21600"/>
                    <a:pt x="21428" y="21600"/>
                    <a:pt x="21428" y="21600"/>
                  </a:cubicBezTo>
                  <a:cubicBezTo>
                    <a:pt x="21600" y="21333"/>
                    <a:pt x="21600" y="21333"/>
                    <a:pt x="21600" y="21333"/>
                  </a:cubicBezTo>
                  <a:cubicBezTo>
                    <a:pt x="21600" y="20667"/>
                    <a:pt x="21600" y="20667"/>
                    <a:pt x="21600" y="20667"/>
                  </a:cubicBezTo>
                  <a:cubicBezTo>
                    <a:pt x="21600" y="20000"/>
                    <a:pt x="21600" y="20000"/>
                    <a:pt x="21600" y="20000"/>
                  </a:cubicBezTo>
                  <a:cubicBezTo>
                    <a:pt x="21514" y="19200"/>
                    <a:pt x="21514" y="19200"/>
                    <a:pt x="21514" y="19200"/>
                  </a:cubicBezTo>
                  <a:cubicBezTo>
                    <a:pt x="21342" y="18800"/>
                    <a:pt x="21342" y="18800"/>
                    <a:pt x="21342" y="18800"/>
                  </a:cubicBezTo>
                  <a:cubicBezTo>
                    <a:pt x="21084" y="18400"/>
                    <a:pt x="21084" y="18400"/>
                    <a:pt x="21084" y="18400"/>
                  </a:cubicBezTo>
                  <a:cubicBezTo>
                    <a:pt x="21084" y="17467"/>
                    <a:pt x="21084" y="17467"/>
                    <a:pt x="21084" y="17467"/>
                  </a:cubicBezTo>
                  <a:cubicBezTo>
                    <a:pt x="20998" y="17200"/>
                    <a:pt x="20998" y="17200"/>
                    <a:pt x="20998" y="17200"/>
                  </a:cubicBezTo>
                  <a:cubicBezTo>
                    <a:pt x="20825" y="16800"/>
                    <a:pt x="20825" y="16800"/>
                    <a:pt x="20825" y="16800"/>
                  </a:cubicBezTo>
                  <a:cubicBezTo>
                    <a:pt x="20825" y="15600"/>
                    <a:pt x="20825" y="15600"/>
                    <a:pt x="20825" y="15600"/>
                  </a:cubicBezTo>
                  <a:cubicBezTo>
                    <a:pt x="20825" y="13733"/>
                    <a:pt x="20825" y="13733"/>
                    <a:pt x="20825" y="13733"/>
                  </a:cubicBezTo>
                  <a:cubicBezTo>
                    <a:pt x="20739" y="11467"/>
                    <a:pt x="20739" y="11467"/>
                    <a:pt x="20739" y="11467"/>
                  </a:cubicBezTo>
                  <a:cubicBezTo>
                    <a:pt x="20739" y="10267"/>
                    <a:pt x="20739" y="10267"/>
                    <a:pt x="20739" y="10267"/>
                  </a:cubicBezTo>
                  <a:cubicBezTo>
                    <a:pt x="20395" y="9333"/>
                    <a:pt x="20395" y="9333"/>
                    <a:pt x="20395" y="9333"/>
                  </a:cubicBezTo>
                  <a:cubicBezTo>
                    <a:pt x="20137" y="8000"/>
                    <a:pt x="20137" y="8000"/>
                    <a:pt x="20137" y="8000"/>
                  </a:cubicBezTo>
                  <a:cubicBezTo>
                    <a:pt x="19965" y="7200"/>
                    <a:pt x="19965" y="7200"/>
                    <a:pt x="19965" y="7200"/>
                  </a:cubicBezTo>
                  <a:cubicBezTo>
                    <a:pt x="20137" y="6267"/>
                    <a:pt x="20137" y="6267"/>
                    <a:pt x="20137" y="6267"/>
                  </a:cubicBezTo>
                  <a:cubicBezTo>
                    <a:pt x="20051" y="5467"/>
                    <a:pt x="20051" y="5467"/>
                    <a:pt x="20051" y="5467"/>
                  </a:cubicBezTo>
                  <a:cubicBezTo>
                    <a:pt x="19965" y="5200"/>
                    <a:pt x="19965" y="5200"/>
                    <a:pt x="19965" y="5200"/>
                  </a:cubicBezTo>
                  <a:cubicBezTo>
                    <a:pt x="19965" y="4533"/>
                    <a:pt x="19965" y="4533"/>
                    <a:pt x="19965" y="4533"/>
                  </a:cubicBezTo>
                  <a:cubicBezTo>
                    <a:pt x="19965" y="4400"/>
                    <a:pt x="19965" y="4400"/>
                    <a:pt x="19965" y="4400"/>
                  </a:cubicBezTo>
                  <a:cubicBezTo>
                    <a:pt x="20137" y="4133"/>
                    <a:pt x="20137" y="4133"/>
                    <a:pt x="20137" y="4133"/>
                  </a:cubicBezTo>
                  <a:cubicBezTo>
                    <a:pt x="20223" y="3867"/>
                    <a:pt x="20223" y="3867"/>
                    <a:pt x="20223" y="3867"/>
                  </a:cubicBezTo>
                  <a:cubicBezTo>
                    <a:pt x="20223" y="3333"/>
                    <a:pt x="20223" y="3333"/>
                    <a:pt x="20223" y="3333"/>
                  </a:cubicBezTo>
                  <a:cubicBezTo>
                    <a:pt x="19965" y="2933"/>
                    <a:pt x="19965" y="2933"/>
                    <a:pt x="19965" y="2933"/>
                  </a:cubicBezTo>
                  <a:cubicBezTo>
                    <a:pt x="19965" y="2800"/>
                    <a:pt x="19965" y="2800"/>
                    <a:pt x="19965" y="2800"/>
                  </a:cubicBezTo>
                  <a:cubicBezTo>
                    <a:pt x="19879" y="2400"/>
                    <a:pt x="19879" y="2400"/>
                    <a:pt x="19879" y="2400"/>
                  </a:cubicBezTo>
                  <a:cubicBezTo>
                    <a:pt x="19793" y="1733"/>
                    <a:pt x="19793" y="1733"/>
                    <a:pt x="19793" y="1733"/>
                  </a:cubicBezTo>
                  <a:cubicBezTo>
                    <a:pt x="19793" y="1733"/>
                    <a:pt x="11187" y="1200"/>
                    <a:pt x="8347" y="933"/>
                  </a:cubicBezTo>
                  <a:cubicBezTo>
                    <a:pt x="6540" y="800"/>
                    <a:pt x="1205" y="0"/>
                    <a:pt x="1205" y="0"/>
                  </a:cubicBezTo>
                  <a:cubicBezTo>
                    <a:pt x="0" y="19600"/>
                    <a:pt x="0" y="19600"/>
                    <a:pt x="0" y="19600"/>
                  </a:cubicBezTo>
                  <a:cubicBezTo>
                    <a:pt x="0" y="19600"/>
                    <a:pt x="7831" y="20400"/>
                    <a:pt x="10499" y="20667"/>
                  </a:cubicBezTo>
                  <a:cubicBezTo>
                    <a:pt x="13167" y="20933"/>
                    <a:pt x="21428" y="21467"/>
                    <a:pt x="21428" y="21467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39" name="Shape">
              <a:extLst>
                <a:ext uri="{FF2B5EF4-FFF2-40B4-BE49-F238E27FC236}">
                  <a16:creationId xmlns:a16="http://schemas.microsoft.com/office/drawing/2014/main" id="{B86DB237-73AC-473F-B6BF-BCCBB08F43CA}"/>
                </a:ext>
              </a:extLst>
            </p:cNvPr>
            <p:cNvSpPr/>
            <p:nvPr/>
          </p:nvSpPr>
          <p:spPr>
            <a:xfrm>
              <a:off x="2444584" y="2024514"/>
              <a:ext cx="1189406" cy="9347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4" y="21600"/>
                  </a:moveTo>
                  <a:cubicBezTo>
                    <a:pt x="21293" y="7330"/>
                    <a:pt x="21293" y="7330"/>
                    <a:pt x="21293" y="7330"/>
                  </a:cubicBezTo>
                  <a:cubicBezTo>
                    <a:pt x="21293" y="7330"/>
                    <a:pt x="21293" y="7330"/>
                    <a:pt x="21293" y="7330"/>
                  </a:cubicBezTo>
                  <a:cubicBezTo>
                    <a:pt x="21293" y="7330"/>
                    <a:pt x="21293" y="7330"/>
                    <a:pt x="21293" y="7330"/>
                  </a:cubicBezTo>
                  <a:cubicBezTo>
                    <a:pt x="21600" y="2737"/>
                    <a:pt x="21600" y="2737"/>
                    <a:pt x="21600" y="2737"/>
                  </a:cubicBezTo>
                  <a:cubicBezTo>
                    <a:pt x="15989" y="2052"/>
                    <a:pt x="15989" y="2052"/>
                    <a:pt x="15989" y="2052"/>
                  </a:cubicBezTo>
                  <a:cubicBezTo>
                    <a:pt x="2306" y="0"/>
                    <a:pt x="2306" y="0"/>
                    <a:pt x="2306" y="0"/>
                  </a:cubicBezTo>
                  <a:cubicBezTo>
                    <a:pt x="0" y="18766"/>
                    <a:pt x="0" y="18766"/>
                    <a:pt x="0" y="18766"/>
                  </a:cubicBezTo>
                  <a:cubicBezTo>
                    <a:pt x="17603" y="21405"/>
                    <a:pt x="17603" y="21405"/>
                    <a:pt x="17603" y="21405"/>
                  </a:cubicBezTo>
                  <a:cubicBezTo>
                    <a:pt x="17603" y="21405"/>
                    <a:pt x="18833" y="21502"/>
                    <a:pt x="20524" y="21600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40" name="Shape">
              <a:extLst>
                <a:ext uri="{FF2B5EF4-FFF2-40B4-BE49-F238E27FC236}">
                  <a16:creationId xmlns:a16="http://schemas.microsoft.com/office/drawing/2014/main" id="{C2D02A0C-2693-4558-BC43-9F26DB3D9B60}"/>
                </a:ext>
              </a:extLst>
            </p:cNvPr>
            <p:cNvSpPr/>
            <p:nvPr/>
          </p:nvSpPr>
          <p:spPr>
            <a:xfrm>
              <a:off x="1654982" y="1689598"/>
              <a:ext cx="914544" cy="11447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6320"/>
                  </a:moveTo>
                  <a:lnTo>
                    <a:pt x="14400" y="5376"/>
                  </a:lnTo>
                  <a:lnTo>
                    <a:pt x="15226" y="1603"/>
                  </a:lnTo>
                  <a:lnTo>
                    <a:pt x="4603" y="0"/>
                  </a:lnTo>
                  <a:lnTo>
                    <a:pt x="0" y="18959"/>
                  </a:lnTo>
                  <a:lnTo>
                    <a:pt x="18649" y="21600"/>
                  </a:lnTo>
                  <a:lnTo>
                    <a:pt x="21600" y="632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41" name="Shape">
              <a:extLst>
                <a:ext uri="{FF2B5EF4-FFF2-40B4-BE49-F238E27FC236}">
                  <a16:creationId xmlns:a16="http://schemas.microsoft.com/office/drawing/2014/main" id="{DE078EF1-D51F-4873-9DC1-0148256742B6}"/>
                </a:ext>
              </a:extLst>
            </p:cNvPr>
            <p:cNvSpPr/>
            <p:nvPr/>
          </p:nvSpPr>
          <p:spPr>
            <a:xfrm>
              <a:off x="800404" y="1479644"/>
              <a:ext cx="1049482" cy="1589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5" y="7546"/>
                  </a:moveTo>
                  <a:cubicBezTo>
                    <a:pt x="87" y="7603"/>
                    <a:pt x="87" y="7603"/>
                    <a:pt x="87" y="7603"/>
                  </a:cubicBezTo>
                  <a:cubicBezTo>
                    <a:pt x="0" y="7776"/>
                    <a:pt x="0" y="7776"/>
                    <a:pt x="0" y="7776"/>
                  </a:cubicBezTo>
                  <a:cubicBezTo>
                    <a:pt x="87" y="8006"/>
                    <a:pt x="87" y="8006"/>
                    <a:pt x="87" y="8006"/>
                  </a:cubicBezTo>
                  <a:cubicBezTo>
                    <a:pt x="174" y="8179"/>
                    <a:pt x="174" y="8179"/>
                    <a:pt x="174" y="8179"/>
                  </a:cubicBezTo>
                  <a:cubicBezTo>
                    <a:pt x="261" y="8237"/>
                    <a:pt x="261" y="8237"/>
                    <a:pt x="261" y="8237"/>
                  </a:cubicBezTo>
                  <a:cubicBezTo>
                    <a:pt x="610" y="8352"/>
                    <a:pt x="610" y="8352"/>
                    <a:pt x="610" y="8352"/>
                  </a:cubicBezTo>
                  <a:cubicBezTo>
                    <a:pt x="13935" y="21600"/>
                    <a:pt x="13935" y="21600"/>
                    <a:pt x="13935" y="21600"/>
                  </a:cubicBezTo>
                  <a:cubicBezTo>
                    <a:pt x="14197" y="21370"/>
                    <a:pt x="14197" y="21370"/>
                    <a:pt x="14197" y="21370"/>
                  </a:cubicBezTo>
                  <a:cubicBezTo>
                    <a:pt x="14284" y="21139"/>
                    <a:pt x="14284" y="21139"/>
                    <a:pt x="14284" y="21139"/>
                  </a:cubicBezTo>
                  <a:cubicBezTo>
                    <a:pt x="14284" y="20390"/>
                    <a:pt x="14284" y="20390"/>
                    <a:pt x="14284" y="20390"/>
                  </a:cubicBezTo>
                  <a:cubicBezTo>
                    <a:pt x="14284" y="19584"/>
                    <a:pt x="14284" y="19584"/>
                    <a:pt x="14284" y="19584"/>
                  </a:cubicBezTo>
                  <a:cubicBezTo>
                    <a:pt x="14284" y="18950"/>
                    <a:pt x="14284" y="18950"/>
                    <a:pt x="14284" y="18950"/>
                  </a:cubicBezTo>
                  <a:cubicBezTo>
                    <a:pt x="14545" y="18778"/>
                    <a:pt x="14545" y="18778"/>
                    <a:pt x="14545" y="18778"/>
                  </a:cubicBezTo>
                  <a:cubicBezTo>
                    <a:pt x="15155" y="18662"/>
                    <a:pt x="15155" y="18662"/>
                    <a:pt x="15155" y="18662"/>
                  </a:cubicBezTo>
                  <a:cubicBezTo>
                    <a:pt x="15329" y="18893"/>
                    <a:pt x="15329" y="18893"/>
                    <a:pt x="15329" y="18893"/>
                  </a:cubicBezTo>
                  <a:cubicBezTo>
                    <a:pt x="15677" y="18778"/>
                    <a:pt x="15677" y="18778"/>
                    <a:pt x="15677" y="18778"/>
                  </a:cubicBezTo>
                  <a:cubicBezTo>
                    <a:pt x="16113" y="19008"/>
                    <a:pt x="16113" y="19008"/>
                    <a:pt x="16113" y="19008"/>
                  </a:cubicBezTo>
                  <a:cubicBezTo>
                    <a:pt x="16374" y="19123"/>
                    <a:pt x="16374" y="19123"/>
                    <a:pt x="16374" y="19123"/>
                  </a:cubicBezTo>
                  <a:cubicBezTo>
                    <a:pt x="16635" y="19008"/>
                    <a:pt x="16635" y="19008"/>
                    <a:pt x="16635" y="19008"/>
                  </a:cubicBezTo>
                  <a:cubicBezTo>
                    <a:pt x="16635" y="19008"/>
                    <a:pt x="16984" y="18202"/>
                    <a:pt x="17158" y="17971"/>
                  </a:cubicBezTo>
                  <a:cubicBezTo>
                    <a:pt x="17245" y="17626"/>
                    <a:pt x="17594" y="16531"/>
                    <a:pt x="17594" y="16531"/>
                  </a:cubicBezTo>
                  <a:cubicBezTo>
                    <a:pt x="21600" y="2822"/>
                    <a:pt x="21600" y="2822"/>
                    <a:pt x="21600" y="2822"/>
                  </a:cubicBezTo>
                  <a:cubicBezTo>
                    <a:pt x="21600" y="2822"/>
                    <a:pt x="14197" y="1786"/>
                    <a:pt x="11671" y="1382"/>
                  </a:cubicBezTo>
                  <a:cubicBezTo>
                    <a:pt x="9668" y="1094"/>
                    <a:pt x="3658" y="0"/>
                    <a:pt x="3658" y="0"/>
                  </a:cubicBezTo>
                  <a:cubicBezTo>
                    <a:pt x="697" y="7488"/>
                    <a:pt x="697" y="7488"/>
                    <a:pt x="697" y="7488"/>
                  </a:cubicBezTo>
                  <a:lnTo>
                    <a:pt x="435" y="754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42" name="Shape">
              <a:extLst>
                <a:ext uri="{FF2B5EF4-FFF2-40B4-BE49-F238E27FC236}">
                  <a16:creationId xmlns:a16="http://schemas.microsoft.com/office/drawing/2014/main" id="{47D742D7-E0FC-49E9-8F2C-4A4463F4B009}"/>
                </a:ext>
              </a:extLst>
            </p:cNvPr>
            <p:cNvSpPr/>
            <p:nvPr/>
          </p:nvSpPr>
          <p:spPr>
            <a:xfrm>
              <a:off x="355621" y="489881"/>
              <a:ext cx="1304353" cy="11047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03" y="21600"/>
                  </a:moveTo>
                  <a:cubicBezTo>
                    <a:pt x="18865" y="15062"/>
                    <a:pt x="18865" y="15062"/>
                    <a:pt x="18865" y="15062"/>
                  </a:cubicBezTo>
                  <a:cubicBezTo>
                    <a:pt x="18865" y="14648"/>
                    <a:pt x="18865" y="14648"/>
                    <a:pt x="18865" y="14648"/>
                  </a:cubicBezTo>
                  <a:cubicBezTo>
                    <a:pt x="18935" y="14483"/>
                    <a:pt x="18935" y="14483"/>
                    <a:pt x="18935" y="14483"/>
                  </a:cubicBezTo>
                  <a:cubicBezTo>
                    <a:pt x="19286" y="14317"/>
                    <a:pt x="19286" y="14317"/>
                    <a:pt x="19286" y="14317"/>
                  </a:cubicBezTo>
                  <a:cubicBezTo>
                    <a:pt x="19286" y="14152"/>
                    <a:pt x="19286" y="14152"/>
                    <a:pt x="19286" y="14152"/>
                  </a:cubicBezTo>
                  <a:cubicBezTo>
                    <a:pt x="19356" y="13821"/>
                    <a:pt x="19356" y="13821"/>
                    <a:pt x="19356" y="13821"/>
                  </a:cubicBezTo>
                  <a:cubicBezTo>
                    <a:pt x="19356" y="13159"/>
                    <a:pt x="19356" y="13159"/>
                    <a:pt x="19356" y="13159"/>
                  </a:cubicBezTo>
                  <a:cubicBezTo>
                    <a:pt x="19426" y="12993"/>
                    <a:pt x="19426" y="12993"/>
                    <a:pt x="19426" y="12993"/>
                  </a:cubicBezTo>
                  <a:cubicBezTo>
                    <a:pt x="19216" y="12745"/>
                    <a:pt x="19216" y="12745"/>
                    <a:pt x="19216" y="12745"/>
                  </a:cubicBezTo>
                  <a:cubicBezTo>
                    <a:pt x="19145" y="12745"/>
                    <a:pt x="19145" y="12745"/>
                    <a:pt x="19145" y="12745"/>
                  </a:cubicBezTo>
                  <a:cubicBezTo>
                    <a:pt x="19005" y="12662"/>
                    <a:pt x="19005" y="12662"/>
                    <a:pt x="19005" y="12662"/>
                  </a:cubicBezTo>
                  <a:cubicBezTo>
                    <a:pt x="18865" y="12414"/>
                    <a:pt x="18865" y="12414"/>
                    <a:pt x="18865" y="12414"/>
                  </a:cubicBezTo>
                  <a:cubicBezTo>
                    <a:pt x="18935" y="12000"/>
                    <a:pt x="18935" y="12000"/>
                    <a:pt x="18935" y="12000"/>
                  </a:cubicBezTo>
                  <a:cubicBezTo>
                    <a:pt x="19005" y="11752"/>
                    <a:pt x="19005" y="11752"/>
                    <a:pt x="19005" y="11752"/>
                  </a:cubicBezTo>
                  <a:cubicBezTo>
                    <a:pt x="19426" y="11338"/>
                    <a:pt x="19426" y="11338"/>
                    <a:pt x="19426" y="11338"/>
                  </a:cubicBezTo>
                  <a:cubicBezTo>
                    <a:pt x="19987" y="10676"/>
                    <a:pt x="19987" y="10676"/>
                    <a:pt x="19987" y="10676"/>
                  </a:cubicBezTo>
                  <a:cubicBezTo>
                    <a:pt x="20197" y="10345"/>
                    <a:pt x="20197" y="10345"/>
                    <a:pt x="20197" y="10345"/>
                  </a:cubicBezTo>
                  <a:cubicBezTo>
                    <a:pt x="20268" y="10014"/>
                    <a:pt x="20268" y="10014"/>
                    <a:pt x="20268" y="10014"/>
                  </a:cubicBezTo>
                  <a:cubicBezTo>
                    <a:pt x="20408" y="9931"/>
                    <a:pt x="20408" y="9931"/>
                    <a:pt x="20408" y="9931"/>
                  </a:cubicBezTo>
                  <a:cubicBezTo>
                    <a:pt x="20548" y="9517"/>
                    <a:pt x="20548" y="9517"/>
                    <a:pt x="20548" y="9517"/>
                  </a:cubicBezTo>
                  <a:cubicBezTo>
                    <a:pt x="20829" y="9186"/>
                    <a:pt x="20829" y="9186"/>
                    <a:pt x="20829" y="9186"/>
                  </a:cubicBezTo>
                  <a:cubicBezTo>
                    <a:pt x="21039" y="8855"/>
                    <a:pt x="21039" y="8855"/>
                    <a:pt x="21039" y="8855"/>
                  </a:cubicBezTo>
                  <a:cubicBezTo>
                    <a:pt x="21319" y="8607"/>
                    <a:pt x="21319" y="8607"/>
                    <a:pt x="21319" y="8607"/>
                  </a:cubicBezTo>
                  <a:cubicBezTo>
                    <a:pt x="21390" y="8193"/>
                    <a:pt x="21390" y="8193"/>
                    <a:pt x="21390" y="8193"/>
                  </a:cubicBezTo>
                  <a:cubicBezTo>
                    <a:pt x="21600" y="8110"/>
                    <a:pt x="21600" y="8110"/>
                    <a:pt x="21600" y="8110"/>
                  </a:cubicBezTo>
                  <a:cubicBezTo>
                    <a:pt x="21600" y="7779"/>
                    <a:pt x="21600" y="7779"/>
                    <a:pt x="21600" y="7779"/>
                  </a:cubicBezTo>
                  <a:cubicBezTo>
                    <a:pt x="21530" y="7448"/>
                    <a:pt x="21530" y="7448"/>
                    <a:pt x="21530" y="7448"/>
                  </a:cubicBezTo>
                  <a:cubicBezTo>
                    <a:pt x="21390" y="7200"/>
                    <a:pt x="21390" y="7200"/>
                    <a:pt x="21390" y="7200"/>
                  </a:cubicBezTo>
                  <a:cubicBezTo>
                    <a:pt x="21039" y="6869"/>
                    <a:pt x="21039" y="6869"/>
                    <a:pt x="21039" y="6869"/>
                  </a:cubicBezTo>
                  <a:cubicBezTo>
                    <a:pt x="20829" y="6455"/>
                    <a:pt x="20829" y="6455"/>
                    <a:pt x="20829" y="6455"/>
                  </a:cubicBezTo>
                  <a:cubicBezTo>
                    <a:pt x="20829" y="6124"/>
                    <a:pt x="20829" y="6124"/>
                    <a:pt x="20829" y="6124"/>
                  </a:cubicBezTo>
                  <a:cubicBezTo>
                    <a:pt x="16200" y="4717"/>
                    <a:pt x="16200" y="4717"/>
                    <a:pt x="16200" y="4717"/>
                  </a:cubicBezTo>
                  <a:cubicBezTo>
                    <a:pt x="15429" y="4634"/>
                    <a:pt x="15429" y="4634"/>
                    <a:pt x="15429" y="4634"/>
                  </a:cubicBezTo>
                  <a:cubicBezTo>
                    <a:pt x="15148" y="4717"/>
                    <a:pt x="15148" y="4717"/>
                    <a:pt x="15148" y="4717"/>
                  </a:cubicBezTo>
                  <a:cubicBezTo>
                    <a:pt x="14797" y="4634"/>
                    <a:pt x="14797" y="4634"/>
                    <a:pt x="14797" y="4634"/>
                  </a:cubicBezTo>
                  <a:cubicBezTo>
                    <a:pt x="14517" y="4717"/>
                    <a:pt x="14517" y="4717"/>
                    <a:pt x="14517" y="4717"/>
                  </a:cubicBezTo>
                  <a:cubicBezTo>
                    <a:pt x="12483" y="4800"/>
                    <a:pt x="12483" y="4800"/>
                    <a:pt x="12483" y="4800"/>
                  </a:cubicBezTo>
                  <a:cubicBezTo>
                    <a:pt x="12273" y="4634"/>
                    <a:pt x="12273" y="4634"/>
                    <a:pt x="12273" y="4634"/>
                  </a:cubicBezTo>
                  <a:cubicBezTo>
                    <a:pt x="12062" y="4717"/>
                    <a:pt x="12062" y="4717"/>
                    <a:pt x="12062" y="4717"/>
                  </a:cubicBezTo>
                  <a:cubicBezTo>
                    <a:pt x="11852" y="4800"/>
                    <a:pt x="11852" y="4800"/>
                    <a:pt x="11852" y="4800"/>
                  </a:cubicBezTo>
                  <a:cubicBezTo>
                    <a:pt x="11712" y="4800"/>
                    <a:pt x="11712" y="4800"/>
                    <a:pt x="11712" y="4800"/>
                  </a:cubicBezTo>
                  <a:cubicBezTo>
                    <a:pt x="11501" y="4717"/>
                    <a:pt x="11501" y="4717"/>
                    <a:pt x="11501" y="4717"/>
                  </a:cubicBezTo>
                  <a:cubicBezTo>
                    <a:pt x="11501" y="4634"/>
                    <a:pt x="11501" y="4634"/>
                    <a:pt x="11501" y="4634"/>
                  </a:cubicBezTo>
                  <a:cubicBezTo>
                    <a:pt x="11151" y="4634"/>
                    <a:pt x="11151" y="4634"/>
                    <a:pt x="11151" y="4634"/>
                  </a:cubicBezTo>
                  <a:cubicBezTo>
                    <a:pt x="10940" y="4552"/>
                    <a:pt x="10940" y="4552"/>
                    <a:pt x="10940" y="4552"/>
                  </a:cubicBezTo>
                  <a:cubicBezTo>
                    <a:pt x="10870" y="4386"/>
                    <a:pt x="10870" y="4386"/>
                    <a:pt x="10870" y="4386"/>
                  </a:cubicBezTo>
                  <a:cubicBezTo>
                    <a:pt x="10870" y="4303"/>
                    <a:pt x="10870" y="4303"/>
                    <a:pt x="10870" y="4303"/>
                  </a:cubicBezTo>
                  <a:cubicBezTo>
                    <a:pt x="10590" y="4221"/>
                    <a:pt x="10590" y="4221"/>
                    <a:pt x="10590" y="4221"/>
                  </a:cubicBezTo>
                  <a:cubicBezTo>
                    <a:pt x="10029" y="4055"/>
                    <a:pt x="10029" y="4055"/>
                    <a:pt x="10029" y="4055"/>
                  </a:cubicBezTo>
                  <a:cubicBezTo>
                    <a:pt x="9678" y="3890"/>
                    <a:pt x="9678" y="3890"/>
                    <a:pt x="9678" y="3890"/>
                  </a:cubicBezTo>
                  <a:cubicBezTo>
                    <a:pt x="9538" y="3807"/>
                    <a:pt x="9538" y="3807"/>
                    <a:pt x="9538" y="3807"/>
                  </a:cubicBezTo>
                  <a:cubicBezTo>
                    <a:pt x="9117" y="3890"/>
                    <a:pt x="9117" y="3890"/>
                    <a:pt x="9117" y="3890"/>
                  </a:cubicBezTo>
                  <a:cubicBezTo>
                    <a:pt x="8486" y="4055"/>
                    <a:pt x="8486" y="4055"/>
                    <a:pt x="8486" y="4055"/>
                  </a:cubicBezTo>
                  <a:cubicBezTo>
                    <a:pt x="7714" y="3807"/>
                    <a:pt x="7714" y="3807"/>
                    <a:pt x="7714" y="3807"/>
                  </a:cubicBezTo>
                  <a:cubicBezTo>
                    <a:pt x="7223" y="3310"/>
                    <a:pt x="7223" y="3310"/>
                    <a:pt x="7223" y="3310"/>
                  </a:cubicBezTo>
                  <a:cubicBezTo>
                    <a:pt x="7223" y="3310"/>
                    <a:pt x="7434" y="2731"/>
                    <a:pt x="7364" y="1986"/>
                  </a:cubicBezTo>
                  <a:cubicBezTo>
                    <a:pt x="7294" y="1159"/>
                    <a:pt x="6943" y="993"/>
                    <a:pt x="6943" y="993"/>
                  </a:cubicBezTo>
                  <a:cubicBezTo>
                    <a:pt x="6592" y="993"/>
                    <a:pt x="6592" y="993"/>
                    <a:pt x="6592" y="993"/>
                  </a:cubicBezTo>
                  <a:cubicBezTo>
                    <a:pt x="6312" y="828"/>
                    <a:pt x="6312" y="828"/>
                    <a:pt x="6312" y="828"/>
                  </a:cubicBezTo>
                  <a:cubicBezTo>
                    <a:pt x="6312" y="828"/>
                    <a:pt x="6312" y="331"/>
                    <a:pt x="5961" y="331"/>
                  </a:cubicBezTo>
                  <a:cubicBezTo>
                    <a:pt x="5610" y="331"/>
                    <a:pt x="5610" y="331"/>
                    <a:pt x="5610" y="331"/>
                  </a:cubicBezTo>
                  <a:cubicBezTo>
                    <a:pt x="5190" y="248"/>
                    <a:pt x="5190" y="248"/>
                    <a:pt x="5190" y="248"/>
                  </a:cubicBezTo>
                  <a:cubicBezTo>
                    <a:pt x="4909" y="0"/>
                    <a:pt x="4909" y="0"/>
                    <a:pt x="4909" y="0"/>
                  </a:cubicBezTo>
                  <a:cubicBezTo>
                    <a:pt x="4909" y="579"/>
                    <a:pt x="4909" y="579"/>
                    <a:pt x="4909" y="579"/>
                  </a:cubicBezTo>
                  <a:cubicBezTo>
                    <a:pt x="4769" y="1076"/>
                    <a:pt x="4769" y="1076"/>
                    <a:pt x="4769" y="1076"/>
                  </a:cubicBezTo>
                  <a:cubicBezTo>
                    <a:pt x="4418" y="1821"/>
                    <a:pt x="4418" y="1821"/>
                    <a:pt x="4418" y="1821"/>
                  </a:cubicBezTo>
                  <a:cubicBezTo>
                    <a:pt x="4488" y="2317"/>
                    <a:pt x="4488" y="2317"/>
                    <a:pt x="4488" y="2317"/>
                  </a:cubicBezTo>
                  <a:cubicBezTo>
                    <a:pt x="4418" y="2731"/>
                    <a:pt x="4418" y="2731"/>
                    <a:pt x="4418" y="2731"/>
                  </a:cubicBezTo>
                  <a:cubicBezTo>
                    <a:pt x="4208" y="3145"/>
                    <a:pt x="4208" y="3145"/>
                    <a:pt x="4208" y="3145"/>
                  </a:cubicBezTo>
                  <a:cubicBezTo>
                    <a:pt x="4068" y="3559"/>
                    <a:pt x="4068" y="3559"/>
                    <a:pt x="4068" y="3559"/>
                  </a:cubicBezTo>
                  <a:cubicBezTo>
                    <a:pt x="3857" y="4138"/>
                    <a:pt x="3857" y="4138"/>
                    <a:pt x="3857" y="4138"/>
                  </a:cubicBezTo>
                  <a:cubicBezTo>
                    <a:pt x="3717" y="4552"/>
                    <a:pt x="3717" y="4552"/>
                    <a:pt x="3717" y="4552"/>
                  </a:cubicBezTo>
                  <a:cubicBezTo>
                    <a:pt x="3296" y="5545"/>
                    <a:pt x="3296" y="5545"/>
                    <a:pt x="3296" y="5545"/>
                  </a:cubicBezTo>
                  <a:cubicBezTo>
                    <a:pt x="2805" y="7034"/>
                    <a:pt x="2805" y="7034"/>
                    <a:pt x="2805" y="7034"/>
                  </a:cubicBezTo>
                  <a:cubicBezTo>
                    <a:pt x="2455" y="8110"/>
                    <a:pt x="2455" y="8110"/>
                    <a:pt x="2455" y="8110"/>
                  </a:cubicBezTo>
                  <a:cubicBezTo>
                    <a:pt x="2104" y="9186"/>
                    <a:pt x="2104" y="9186"/>
                    <a:pt x="2104" y="9186"/>
                  </a:cubicBezTo>
                  <a:cubicBezTo>
                    <a:pt x="1683" y="9931"/>
                    <a:pt x="1683" y="9931"/>
                    <a:pt x="1683" y="9931"/>
                  </a:cubicBezTo>
                  <a:cubicBezTo>
                    <a:pt x="1543" y="10262"/>
                    <a:pt x="1543" y="10262"/>
                    <a:pt x="1543" y="10262"/>
                  </a:cubicBezTo>
                  <a:cubicBezTo>
                    <a:pt x="1262" y="10759"/>
                    <a:pt x="1262" y="10759"/>
                    <a:pt x="1262" y="10759"/>
                  </a:cubicBezTo>
                  <a:cubicBezTo>
                    <a:pt x="1052" y="11007"/>
                    <a:pt x="1052" y="11007"/>
                    <a:pt x="1052" y="11007"/>
                  </a:cubicBezTo>
                  <a:cubicBezTo>
                    <a:pt x="982" y="11255"/>
                    <a:pt x="982" y="11255"/>
                    <a:pt x="982" y="11255"/>
                  </a:cubicBezTo>
                  <a:cubicBezTo>
                    <a:pt x="771" y="11669"/>
                    <a:pt x="771" y="11669"/>
                    <a:pt x="771" y="11669"/>
                  </a:cubicBezTo>
                  <a:cubicBezTo>
                    <a:pt x="351" y="12248"/>
                    <a:pt x="351" y="12248"/>
                    <a:pt x="351" y="12248"/>
                  </a:cubicBezTo>
                  <a:cubicBezTo>
                    <a:pt x="210" y="12579"/>
                    <a:pt x="210" y="12579"/>
                    <a:pt x="210" y="12579"/>
                  </a:cubicBezTo>
                  <a:cubicBezTo>
                    <a:pt x="351" y="13241"/>
                    <a:pt x="351" y="13241"/>
                    <a:pt x="351" y="13241"/>
                  </a:cubicBezTo>
                  <a:cubicBezTo>
                    <a:pt x="351" y="13407"/>
                    <a:pt x="351" y="13407"/>
                    <a:pt x="351" y="13407"/>
                  </a:cubicBezTo>
                  <a:cubicBezTo>
                    <a:pt x="351" y="13572"/>
                    <a:pt x="351" y="13572"/>
                    <a:pt x="351" y="13572"/>
                  </a:cubicBezTo>
                  <a:cubicBezTo>
                    <a:pt x="281" y="13655"/>
                    <a:pt x="281" y="13655"/>
                    <a:pt x="281" y="13655"/>
                  </a:cubicBezTo>
                  <a:cubicBezTo>
                    <a:pt x="210" y="13986"/>
                    <a:pt x="210" y="13986"/>
                    <a:pt x="210" y="13986"/>
                  </a:cubicBezTo>
                  <a:cubicBezTo>
                    <a:pt x="70" y="14069"/>
                    <a:pt x="70" y="14069"/>
                    <a:pt x="70" y="14069"/>
                  </a:cubicBezTo>
                  <a:cubicBezTo>
                    <a:pt x="70" y="14400"/>
                    <a:pt x="70" y="14400"/>
                    <a:pt x="70" y="14400"/>
                  </a:cubicBezTo>
                  <a:cubicBezTo>
                    <a:pt x="0" y="15062"/>
                    <a:pt x="0" y="15062"/>
                    <a:pt x="0" y="15062"/>
                  </a:cubicBezTo>
                  <a:cubicBezTo>
                    <a:pt x="0" y="15476"/>
                    <a:pt x="0" y="15476"/>
                    <a:pt x="0" y="15476"/>
                  </a:cubicBezTo>
                  <a:cubicBezTo>
                    <a:pt x="140" y="15724"/>
                    <a:pt x="140" y="15724"/>
                    <a:pt x="140" y="15724"/>
                  </a:cubicBezTo>
                  <a:cubicBezTo>
                    <a:pt x="210" y="15972"/>
                    <a:pt x="210" y="15972"/>
                    <a:pt x="210" y="15972"/>
                  </a:cubicBezTo>
                  <a:cubicBezTo>
                    <a:pt x="10309" y="19366"/>
                    <a:pt x="10309" y="19366"/>
                    <a:pt x="10309" y="19366"/>
                  </a:cubicBezTo>
                  <a:cubicBezTo>
                    <a:pt x="10309" y="19366"/>
                    <a:pt x="15148" y="20938"/>
                    <a:pt x="16761" y="21352"/>
                  </a:cubicBezTo>
                  <a:cubicBezTo>
                    <a:pt x="16971" y="21434"/>
                    <a:pt x="17252" y="21517"/>
                    <a:pt x="17603" y="21600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43" name="Shape">
              <a:extLst>
                <a:ext uri="{FF2B5EF4-FFF2-40B4-BE49-F238E27FC236}">
                  <a16:creationId xmlns:a16="http://schemas.microsoft.com/office/drawing/2014/main" id="{67A0C12E-A25B-4AFF-BC07-9D0ADC09E132}"/>
                </a:ext>
              </a:extLst>
            </p:cNvPr>
            <p:cNvSpPr/>
            <p:nvPr/>
          </p:nvSpPr>
          <p:spPr>
            <a:xfrm>
              <a:off x="1420091" y="194951"/>
              <a:ext cx="964521" cy="15796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47" y="7644"/>
                  </a:moveTo>
                  <a:cubicBezTo>
                    <a:pt x="4547" y="7991"/>
                    <a:pt x="4358" y="8281"/>
                    <a:pt x="4358" y="8281"/>
                  </a:cubicBezTo>
                  <a:cubicBezTo>
                    <a:pt x="4358" y="8513"/>
                    <a:pt x="4358" y="8513"/>
                    <a:pt x="4358" y="8513"/>
                  </a:cubicBezTo>
                  <a:cubicBezTo>
                    <a:pt x="4642" y="8802"/>
                    <a:pt x="4642" y="8802"/>
                    <a:pt x="4642" y="8802"/>
                  </a:cubicBezTo>
                  <a:cubicBezTo>
                    <a:pt x="5116" y="9034"/>
                    <a:pt x="5116" y="9034"/>
                    <a:pt x="5116" y="9034"/>
                  </a:cubicBezTo>
                  <a:cubicBezTo>
                    <a:pt x="5305" y="9208"/>
                    <a:pt x="5305" y="9208"/>
                    <a:pt x="5305" y="9208"/>
                  </a:cubicBezTo>
                  <a:cubicBezTo>
                    <a:pt x="5400" y="9439"/>
                    <a:pt x="5400" y="9439"/>
                    <a:pt x="5400" y="9439"/>
                  </a:cubicBezTo>
                  <a:cubicBezTo>
                    <a:pt x="5400" y="9671"/>
                    <a:pt x="5400" y="9671"/>
                    <a:pt x="5400" y="9671"/>
                  </a:cubicBezTo>
                  <a:cubicBezTo>
                    <a:pt x="5116" y="9729"/>
                    <a:pt x="5116" y="9729"/>
                    <a:pt x="5116" y="9729"/>
                  </a:cubicBezTo>
                  <a:cubicBezTo>
                    <a:pt x="5021" y="10018"/>
                    <a:pt x="5021" y="10018"/>
                    <a:pt x="5021" y="10018"/>
                  </a:cubicBezTo>
                  <a:cubicBezTo>
                    <a:pt x="4642" y="10192"/>
                    <a:pt x="4642" y="10192"/>
                    <a:pt x="4642" y="10192"/>
                  </a:cubicBezTo>
                  <a:cubicBezTo>
                    <a:pt x="4358" y="10424"/>
                    <a:pt x="4358" y="10424"/>
                    <a:pt x="4358" y="10424"/>
                  </a:cubicBezTo>
                  <a:cubicBezTo>
                    <a:pt x="3979" y="10655"/>
                    <a:pt x="3979" y="10655"/>
                    <a:pt x="3979" y="10655"/>
                  </a:cubicBezTo>
                  <a:cubicBezTo>
                    <a:pt x="3789" y="10945"/>
                    <a:pt x="3789" y="10945"/>
                    <a:pt x="3789" y="10945"/>
                  </a:cubicBezTo>
                  <a:cubicBezTo>
                    <a:pt x="3600" y="11003"/>
                    <a:pt x="3600" y="11003"/>
                    <a:pt x="3600" y="11003"/>
                  </a:cubicBezTo>
                  <a:cubicBezTo>
                    <a:pt x="3505" y="11234"/>
                    <a:pt x="3505" y="11234"/>
                    <a:pt x="3505" y="11234"/>
                  </a:cubicBezTo>
                  <a:cubicBezTo>
                    <a:pt x="3221" y="11466"/>
                    <a:pt x="3221" y="11466"/>
                    <a:pt x="3221" y="11466"/>
                  </a:cubicBezTo>
                  <a:cubicBezTo>
                    <a:pt x="2463" y="11929"/>
                    <a:pt x="2463" y="11929"/>
                    <a:pt x="2463" y="11929"/>
                  </a:cubicBezTo>
                  <a:cubicBezTo>
                    <a:pt x="1895" y="12219"/>
                    <a:pt x="1895" y="12219"/>
                    <a:pt x="1895" y="12219"/>
                  </a:cubicBezTo>
                  <a:cubicBezTo>
                    <a:pt x="1800" y="12392"/>
                    <a:pt x="1800" y="12392"/>
                    <a:pt x="1800" y="12392"/>
                  </a:cubicBezTo>
                  <a:cubicBezTo>
                    <a:pt x="1705" y="12682"/>
                    <a:pt x="1705" y="12682"/>
                    <a:pt x="1705" y="12682"/>
                  </a:cubicBezTo>
                  <a:cubicBezTo>
                    <a:pt x="1895" y="12856"/>
                    <a:pt x="1895" y="12856"/>
                    <a:pt x="1895" y="12856"/>
                  </a:cubicBezTo>
                  <a:cubicBezTo>
                    <a:pt x="2084" y="12914"/>
                    <a:pt x="2084" y="12914"/>
                    <a:pt x="2084" y="12914"/>
                  </a:cubicBezTo>
                  <a:cubicBezTo>
                    <a:pt x="2179" y="12914"/>
                    <a:pt x="2179" y="12914"/>
                    <a:pt x="2179" y="12914"/>
                  </a:cubicBezTo>
                  <a:cubicBezTo>
                    <a:pt x="2463" y="13087"/>
                    <a:pt x="2463" y="13087"/>
                    <a:pt x="2463" y="13087"/>
                  </a:cubicBezTo>
                  <a:cubicBezTo>
                    <a:pt x="2368" y="13203"/>
                    <a:pt x="2368" y="13203"/>
                    <a:pt x="2368" y="13203"/>
                  </a:cubicBezTo>
                  <a:cubicBezTo>
                    <a:pt x="2368" y="13666"/>
                    <a:pt x="2368" y="13666"/>
                    <a:pt x="2368" y="13666"/>
                  </a:cubicBezTo>
                  <a:cubicBezTo>
                    <a:pt x="2274" y="13898"/>
                    <a:pt x="2274" y="13898"/>
                    <a:pt x="2274" y="13898"/>
                  </a:cubicBezTo>
                  <a:cubicBezTo>
                    <a:pt x="2274" y="14014"/>
                    <a:pt x="2274" y="14014"/>
                    <a:pt x="2274" y="14014"/>
                  </a:cubicBezTo>
                  <a:cubicBezTo>
                    <a:pt x="1800" y="14130"/>
                    <a:pt x="1800" y="14130"/>
                    <a:pt x="1800" y="14130"/>
                  </a:cubicBezTo>
                  <a:cubicBezTo>
                    <a:pt x="1705" y="14246"/>
                    <a:pt x="1705" y="14246"/>
                    <a:pt x="1705" y="14246"/>
                  </a:cubicBezTo>
                  <a:cubicBezTo>
                    <a:pt x="1705" y="14535"/>
                    <a:pt x="1705" y="14535"/>
                    <a:pt x="1705" y="14535"/>
                  </a:cubicBezTo>
                  <a:cubicBezTo>
                    <a:pt x="0" y="19110"/>
                    <a:pt x="0" y="19110"/>
                    <a:pt x="0" y="19110"/>
                  </a:cubicBezTo>
                  <a:cubicBezTo>
                    <a:pt x="3316" y="19573"/>
                    <a:pt x="9663" y="20384"/>
                    <a:pt x="9663" y="20384"/>
                  </a:cubicBezTo>
                  <a:cubicBezTo>
                    <a:pt x="19705" y="21600"/>
                    <a:pt x="19705" y="21600"/>
                    <a:pt x="19705" y="21600"/>
                  </a:cubicBezTo>
                  <a:cubicBezTo>
                    <a:pt x="21600" y="14825"/>
                    <a:pt x="21600" y="14825"/>
                    <a:pt x="21600" y="14825"/>
                  </a:cubicBezTo>
                  <a:cubicBezTo>
                    <a:pt x="21411" y="14709"/>
                    <a:pt x="21411" y="14709"/>
                    <a:pt x="21411" y="14709"/>
                  </a:cubicBezTo>
                  <a:cubicBezTo>
                    <a:pt x="21221" y="14593"/>
                    <a:pt x="21221" y="14593"/>
                    <a:pt x="21221" y="14593"/>
                  </a:cubicBezTo>
                  <a:cubicBezTo>
                    <a:pt x="21221" y="14535"/>
                    <a:pt x="21221" y="14535"/>
                    <a:pt x="21221" y="14535"/>
                  </a:cubicBezTo>
                  <a:cubicBezTo>
                    <a:pt x="21126" y="14303"/>
                    <a:pt x="21126" y="14303"/>
                    <a:pt x="21126" y="14303"/>
                  </a:cubicBezTo>
                  <a:cubicBezTo>
                    <a:pt x="20937" y="14130"/>
                    <a:pt x="20937" y="14130"/>
                    <a:pt x="20937" y="14130"/>
                  </a:cubicBezTo>
                  <a:cubicBezTo>
                    <a:pt x="20653" y="13956"/>
                    <a:pt x="20653" y="13956"/>
                    <a:pt x="20653" y="13956"/>
                  </a:cubicBezTo>
                  <a:cubicBezTo>
                    <a:pt x="20274" y="13956"/>
                    <a:pt x="20274" y="13956"/>
                    <a:pt x="20274" y="13956"/>
                  </a:cubicBezTo>
                  <a:cubicBezTo>
                    <a:pt x="20179" y="14246"/>
                    <a:pt x="20179" y="14246"/>
                    <a:pt x="20179" y="14246"/>
                  </a:cubicBezTo>
                  <a:cubicBezTo>
                    <a:pt x="20084" y="14419"/>
                    <a:pt x="20084" y="14419"/>
                    <a:pt x="20084" y="14419"/>
                  </a:cubicBezTo>
                  <a:cubicBezTo>
                    <a:pt x="19137" y="14361"/>
                    <a:pt x="19137" y="14361"/>
                    <a:pt x="19137" y="14361"/>
                  </a:cubicBezTo>
                  <a:cubicBezTo>
                    <a:pt x="18663" y="14246"/>
                    <a:pt x="18663" y="14246"/>
                    <a:pt x="18663" y="14246"/>
                  </a:cubicBezTo>
                  <a:cubicBezTo>
                    <a:pt x="17905" y="14188"/>
                    <a:pt x="17905" y="14188"/>
                    <a:pt x="17905" y="14188"/>
                  </a:cubicBezTo>
                  <a:cubicBezTo>
                    <a:pt x="17526" y="14188"/>
                    <a:pt x="17526" y="14188"/>
                    <a:pt x="17526" y="14188"/>
                  </a:cubicBezTo>
                  <a:cubicBezTo>
                    <a:pt x="17432" y="14303"/>
                    <a:pt x="17432" y="14303"/>
                    <a:pt x="17432" y="14303"/>
                  </a:cubicBezTo>
                  <a:cubicBezTo>
                    <a:pt x="17432" y="14419"/>
                    <a:pt x="17432" y="14419"/>
                    <a:pt x="17432" y="14419"/>
                  </a:cubicBezTo>
                  <a:cubicBezTo>
                    <a:pt x="16958" y="14303"/>
                    <a:pt x="16958" y="14303"/>
                    <a:pt x="16958" y="14303"/>
                  </a:cubicBezTo>
                  <a:cubicBezTo>
                    <a:pt x="16484" y="14130"/>
                    <a:pt x="16484" y="14130"/>
                    <a:pt x="16484" y="14130"/>
                  </a:cubicBezTo>
                  <a:cubicBezTo>
                    <a:pt x="16200" y="14130"/>
                    <a:pt x="16200" y="14130"/>
                    <a:pt x="16200" y="14130"/>
                  </a:cubicBezTo>
                  <a:cubicBezTo>
                    <a:pt x="16011" y="14130"/>
                    <a:pt x="16011" y="14130"/>
                    <a:pt x="16011" y="14130"/>
                  </a:cubicBezTo>
                  <a:cubicBezTo>
                    <a:pt x="15916" y="14303"/>
                    <a:pt x="15916" y="14303"/>
                    <a:pt x="15916" y="14303"/>
                  </a:cubicBezTo>
                  <a:cubicBezTo>
                    <a:pt x="15916" y="14419"/>
                    <a:pt x="15916" y="14419"/>
                    <a:pt x="15916" y="14419"/>
                  </a:cubicBezTo>
                  <a:cubicBezTo>
                    <a:pt x="15537" y="14419"/>
                    <a:pt x="15537" y="14419"/>
                    <a:pt x="15537" y="14419"/>
                  </a:cubicBezTo>
                  <a:cubicBezTo>
                    <a:pt x="15347" y="14188"/>
                    <a:pt x="15347" y="14188"/>
                    <a:pt x="15347" y="14188"/>
                  </a:cubicBezTo>
                  <a:cubicBezTo>
                    <a:pt x="15347" y="14014"/>
                    <a:pt x="15347" y="14014"/>
                    <a:pt x="15347" y="14014"/>
                  </a:cubicBezTo>
                  <a:cubicBezTo>
                    <a:pt x="15347" y="13782"/>
                    <a:pt x="15347" y="13782"/>
                    <a:pt x="15347" y="13782"/>
                  </a:cubicBezTo>
                  <a:cubicBezTo>
                    <a:pt x="15158" y="13435"/>
                    <a:pt x="15158" y="13435"/>
                    <a:pt x="15158" y="13435"/>
                  </a:cubicBezTo>
                  <a:cubicBezTo>
                    <a:pt x="15158" y="13087"/>
                    <a:pt x="15158" y="13087"/>
                    <a:pt x="15158" y="13087"/>
                  </a:cubicBezTo>
                  <a:cubicBezTo>
                    <a:pt x="14779" y="13087"/>
                    <a:pt x="14779" y="13087"/>
                    <a:pt x="14779" y="13087"/>
                  </a:cubicBezTo>
                  <a:cubicBezTo>
                    <a:pt x="14305" y="12914"/>
                    <a:pt x="14305" y="12914"/>
                    <a:pt x="14305" y="12914"/>
                  </a:cubicBezTo>
                  <a:cubicBezTo>
                    <a:pt x="14116" y="12740"/>
                    <a:pt x="14116" y="12740"/>
                    <a:pt x="14116" y="12740"/>
                  </a:cubicBezTo>
                  <a:cubicBezTo>
                    <a:pt x="14116" y="12624"/>
                    <a:pt x="14116" y="12624"/>
                    <a:pt x="14116" y="12624"/>
                  </a:cubicBezTo>
                  <a:cubicBezTo>
                    <a:pt x="14116" y="12335"/>
                    <a:pt x="14116" y="12335"/>
                    <a:pt x="14116" y="12335"/>
                  </a:cubicBezTo>
                  <a:cubicBezTo>
                    <a:pt x="14116" y="12045"/>
                    <a:pt x="14116" y="12045"/>
                    <a:pt x="14116" y="12045"/>
                  </a:cubicBezTo>
                  <a:cubicBezTo>
                    <a:pt x="13737" y="11813"/>
                    <a:pt x="13737" y="11813"/>
                    <a:pt x="13737" y="11813"/>
                  </a:cubicBezTo>
                  <a:cubicBezTo>
                    <a:pt x="13737" y="11640"/>
                    <a:pt x="13737" y="11640"/>
                    <a:pt x="13737" y="11640"/>
                  </a:cubicBezTo>
                  <a:cubicBezTo>
                    <a:pt x="13737" y="11292"/>
                    <a:pt x="13737" y="11292"/>
                    <a:pt x="13737" y="11292"/>
                  </a:cubicBezTo>
                  <a:cubicBezTo>
                    <a:pt x="13642" y="10829"/>
                    <a:pt x="13642" y="10829"/>
                    <a:pt x="13642" y="10829"/>
                  </a:cubicBezTo>
                  <a:cubicBezTo>
                    <a:pt x="13453" y="10597"/>
                    <a:pt x="13453" y="10597"/>
                    <a:pt x="13453" y="10597"/>
                  </a:cubicBezTo>
                  <a:cubicBezTo>
                    <a:pt x="13358" y="10366"/>
                    <a:pt x="13358" y="10366"/>
                    <a:pt x="13358" y="10366"/>
                  </a:cubicBezTo>
                  <a:cubicBezTo>
                    <a:pt x="13168" y="10366"/>
                    <a:pt x="13168" y="10366"/>
                    <a:pt x="13168" y="10366"/>
                  </a:cubicBezTo>
                  <a:cubicBezTo>
                    <a:pt x="12789" y="10539"/>
                    <a:pt x="12789" y="10539"/>
                    <a:pt x="12789" y="10539"/>
                  </a:cubicBezTo>
                  <a:cubicBezTo>
                    <a:pt x="12600" y="10539"/>
                    <a:pt x="12600" y="10539"/>
                    <a:pt x="12600" y="10539"/>
                  </a:cubicBezTo>
                  <a:cubicBezTo>
                    <a:pt x="12316" y="10597"/>
                    <a:pt x="12316" y="10597"/>
                    <a:pt x="12316" y="10597"/>
                  </a:cubicBezTo>
                  <a:cubicBezTo>
                    <a:pt x="12032" y="10771"/>
                    <a:pt x="12032" y="10771"/>
                    <a:pt x="12032" y="10771"/>
                  </a:cubicBezTo>
                  <a:cubicBezTo>
                    <a:pt x="11842" y="10771"/>
                    <a:pt x="11842" y="10771"/>
                    <a:pt x="11842" y="10771"/>
                  </a:cubicBezTo>
                  <a:cubicBezTo>
                    <a:pt x="11842" y="10597"/>
                    <a:pt x="11842" y="10597"/>
                    <a:pt x="11842" y="10597"/>
                  </a:cubicBezTo>
                  <a:cubicBezTo>
                    <a:pt x="11463" y="10482"/>
                    <a:pt x="11463" y="10482"/>
                    <a:pt x="11463" y="10482"/>
                  </a:cubicBezTo>
                  <a:cubicBezTo>
                    <a:pt x="11274" y="10366"/>
                    <a:pt x="11274" y="10366"/>
                    <a:pt x="11274" y="10366"/>
                  </a:cubicBezTo>
                  <a:cubicBezTo>
                    <a:pt x="11558" y="9960"/>
                    <a:pt x="11558" y="9960"/>
                    <a:pt x="11558" y="9960"/>
                  </a:cubicBezTo>
                  <a:cubicBezTo>
                    <a:pt x="11842" y="9729"/>
                    <a:pt x="11842" y="9729"/>
                    <a:pt x="11842" y="9729"/>
                  </a:cubicBezTo>
                  <a:cubicBezTo>
                    <a:pt x="12126" y="9729"/>
                    <a:pt x="12126" y="9729"/>
                    <a:pt x="12126" y="9729"/>
                  </a:cubicBezTo>
                  <a:cubicBezTo>
                    <a:pt x="12221" y="9613"/>
                    <a:pt x="12221" y="9613"/>
                    <a:pt x="12221" y="9613"/>
                  </a:cubicBezTo>
                  <a:cubicBezTo>
                    <a:pt x="12032" y="9265"/>
                    <a:pt x="12032" y="9265"/>
                    <a:pt x="12032" y="9265"/>
                  </a:cubicBezTo>
                  <a:cubicBezTo>
                    <a:pt x="12126" y="8918"/>
                    <a:pt x="12126" y="8918"/>
                    <a:pt x="12126" y="8918"/>
                  </a:cubicBezTo>
                  <a:cubicBezTo>
                    <a:pt x="12411" y="8513"/>
                    <a:pt x="12411" y="8513"/>
                    <a:pt x="12411" y="8513"/>
                  </a:cubicBezTo>
                  <a:cubicBezTo>
                    <a:pt x="12695" y="8165"/>
                    <a:pt x="12695" y="8165"/>
                    <a:pt x="12695" y="8165"/>
                  </a:cubicBezTo>
                  <a:cubicBezTo>
                    <a:pt x="12979" y="7818"/>
                    <a:pt x="12979" y="7818"/>
                    <a:pt x="12979" y="7818"/>
                  </a:cubicBezTo>
                  <a:cubicBezTo>
                    <a:pt x="12979" y="7586"/>
                    <a:pt x="12979" y="7586"/>
                    <a:pt x="12979" y="7586"/>
                  </a:cubicBezTo>
                  <a:cubicBezTo>
                    <a:pt x="12126" y="7470"/>
                    <a:pt x="12126" y="7470"/>
                    <a:pt x="12126" y="7470"/>
                  </a:cubicBezTo>
                  <a:cubicBezTo>
                    <a:pt x="12126" y="7412"/>
                    <a:pt x="12126" y="7412"/>
                    <a:pt x="12126" y="7412"/>
                  </a:cubicBezTo>
                  <a:cubicBezTo>
                    <a:pt x="11842" y="7181"/>
                    <a:pt x="11842" y="7181"/>
                    <a:pt x="11842" y="7181"/>
                  </a:cubicBezTo>
                  <a:cubicBezTo>
                    <a:pt x="11653" y="6833"/>
                    <a:pt x="11653" y="6833"/>
                    <a:pt x="11653" y="6833"/>
                  </a:cubicBezTo>
                  <a:cubicBezTo>
                    <a:pt x="11558" y="6428"/>
                    <a:pt x="11558" y="6428"/>
                    <a:pt x="11558" y="6428"/>
                  </a:cubicBezTo>
                  <a:cubicBezTo>
                    <a:pt x="11274" y="6138"/>
                    <a:pt x="11274" y="6138"/>
                    <a:pt x="11274" y="6138"/>
                  </a:cubicBezTo>
                  <a:cubicBezTo>
                    <a:pt x="10800" y="5849"/>
                    <a:pt x="10800" y="5849"/>
                    <a:pt x="10800" y="5849"/>
                  </a:cubicBezTo>
                  <a:cubicBezTo>
                    <a:pt x="10326" y="5386"/>
                    <a:pt x="10326" y="5386"/>
                    <a:pt x="10326" y="5386"/>
                  </a:cubicBezTo>
                  <a:cubicBezTo>
                    <a:pt x="10232" y="5096"/>
                    <a:pt x="10232" y="5096"/>
                    <a:pt x="10232" y="5096"/>
                  </a:cubicBezTo>
                  <a:cubicBezTo>
                    <a:pt x="9853" y="4749"/>
                    <a:pt x="9853" y="4749"/>
                    <a:pt x="9853" y="4749"/>
                  </a:cubicBezTo>
                  <a:cubicBezTo>
                    <a:pt x="9853" y="4575"/>
                    <a:pt x="9853" y="4575"/>
                    <a:pt x="9853" y="4575"/>
                  </a:cubicBezTo>
                  <a:cubicBezTo>
                    <a:pt x="9568" y="4401"/>
                    <a:pt x="9568" y="4401"/>
                    <a:pt x="9568" y="4401"/>
                  </a:cubicBezTo>
                  <a:cubicBezTo>
                    <a:pt x="9568" y="4169"/>
                    <a:pt x="9568" y="4169"/>
                    <a:pt x="9568" y="4169"/>
                  </a:cubicBezTo>
                  <a:cubicBezTo>
                    <a:pt x="9568" y="3996"/>
                    <a:pt x="9568" y="3996"/>
                    <a:pt x="9568" y="3996"/>
                  </a:cubicBezTo>
                  <a:cubicBezTo>
                    <a:pt x="9379" y="3706"/>
                    <a:pt x="9379" y="3706"/>
                    <a:pt x="9379" y="3706"/>
                  </a:cubicBezTo>
                  <a:cubicBezTo>
                    <a:pt x="9189" y="3590"/>
                    <a:pt x="9189" y="3590"/>
                    <a:pt x="9189" y="3590"/>
                  </a:cubicBezTo>
                  <a:cubicBezTo>
                    <a:pt x="9189" y="3417"/>
                    <a:pt x="9189" y="3417"/>
                    <a:pt x="9189" y="3417"/>
                  </a:cubicBezTo>
                  <a:cubicBezTo>
                    <a:pt x="9284" y="2780"/>
                    <a:pt x="9284" y="2780"/>
                    <a:pt x="9284" y="2780"/>
                  </a:cubicBezTo>
                  <a:cubicBezTo>
                    <a:pt x="9568" y="2085"/>
                    <a:pt x="9568" y="2085"/>
                    <a:pt x="9568" y="2085"/>
                  </a:cubicBezTo>
                  <a:cubicBezTo>
                    <a:pt x="9853" y="1448"/>
                    <a:pt x="9853" y="1448"/>
                    <a:pt x="9853" y="1448"/>
                  </a:cubicBezTo>
                  <a:cubicBezTo>
                    <a:pt x="10042" y="1042"/>
                    <a:pt x="10042" y="1042"/>
                    <a:pt x="10042" y="1042"/>
                  </a:cubicBezTo>
                  <a:cubicBezTo>
                    <a:pt x="10232" y="463"/>
                    <a:pt x="10232" y="463"/>
                    <a:pt x="10232" y="463"/>
                  </a:cubicBezTo>
                  <a:cubicBezTo>
                    <a:pt x="7200" y="0"/>
                    <a:pt x="7200" y="0"/>
                    <a:pt x="7200" y="0"/>
                  </a:cubicBezTo>
                  <a:cubicBezTo>
                    <a:pt x="7200" y="0"/>
                    <a:pt x="4926" y="6602"/>
                    <a:pt x="4453" y="6949"/>
                  </a:cubicBezTo>
                  <a:cubicBezTo>
                    <a:pt x="4074" y="7354"/>
                    <a:pt x="4547" y="7239"/>
                    <a:pt x="4547" y="7644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44" name="Shape">
              <a:extLst>
                <a:ext uri="{FF2B5EF4-FFF2-40B4-BE49-F238E27FC236}">
                  <a16:creationId xmlns:a16="http://schemas.microsoft.com/office/drawing/2014/main" id="{9A27D1F7-4133-46BE-A0B8-B7BE344B0902}"/>
                </a:ext>
              </a:extLst>
            </p:cNvPr>
            <p:cNvSpPr/>
            <p:nvPr/>
          </p:nvSpPr>
          <p:spPr>
            <a:xfrm>
              <a:off x="1829890" y="229945"/>
              <a:ext cx="1654175" cy="1069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143"/>
                  </a:moveTo>
                  <a:cubicBezTo>
                    <a:pt x="21600" y="5143"/>
                    <a:pt x="13424" y="3600"/>
                    <a:pt x="10165" y="2829"/>
                  </a:cubicBezTo>
                  <a:cubicBezTo>
                    <a:pt x="6187" y="1886"/>
                    <a:pt x="608" y="0"/>
                    <a:pt x="608" y="0"/>
                  </a:cubicBezTo>
                  <a:cubicBezTo>
                    <a:pt x="497" y="857"/>
                    <a:pt x="497" y="857"/>
                    <a:pt x="497" y="857"/>
                  </a:cubicBezTo>
                  <a:cubicBezTo>
                    <a:pt x="387" y="1457"/>
                    <a:pt x="387" y="1457"/>
                    <a:pt x="387" y="1457"/>
                  </a:cubicBezTo>
                  <a:cubicBezTo>
                    <a:pt x="221" y="2400"/>
                    <a:pt x="221" y="2400"/>
                    <a:pt x="221" y="2400"/>
                  </a:cubicBezTo>
                  <a:cubicBezTo>
                    <a:pt x="55" y="3429"/>
                    <a:pt x="55" y="3429"/>
                    <a:pt x="55" y="3429"/>
                  </a:cubicBezTo>
                  <a:cubicBezTo>
                    <a:pt x="0" y="4371"/>
                    <a:pt x="0" y="4371"/>
                    <a:pt x="0" y="4371"/>
                  </a:cubicBezTo>
                  <a:cubicBezTo>
                    <a:pt x="0" y="4629"/>
                    <a:pt x="0" y="4629"/>
                    <a:pt x="0" y="4629"/>
                  </a:cubicBezTo>
                  <a:cubicBezTo>
                    <a:pt x="110" y="4800"/>
                    <a:pt x="110" y="4800"/>
                    <a:pt x="110" y="4800"/>
                  </a:cubicBezTo>
                  <a:cubicBezTo>
                    <a:pt x="221" y="5229"/>
                    <a:pt x="221" y="5229"/>
                    <a:pt x="221" y="5229"/>
                  </a:cubicBezTo>
                  <a:cubicBezTo>
                    <a:pt x="221" y="5486"/>
                    <a:pt x="221" y="5486"/>
                    <a:pt x="221" y="5486"/>
                  </a:cubicBezTo>
                  <a:cubicBezTo>
                    <a:pt x="221" y="5829"/>
                    <a:pt x="221" y="5829"/>
                    <a:pt x="221" y="5829"/>
                  </a:cubicBezTo>
                  <a:cubicBezTo>
                    <a:pt x="387" y="6086"/>
                    <a:pt x="387" y="6086"/>
                    <a:pt x="387" y="6086"/>
                  </a:cubicBezTo>
                  <a:cubicBezTo>
                    <a:pt x="387" y="6343"/>
                    <a:pt x="387" y="6343"/>
                    <a:pt x="387" y="6343"/>
                  </a:cubicBezTo>
                  <a:cubicBezTo>
                    <a:pt x="608" y="6857"/>
                    <a:pt x="608" y="6857"/>
                    <a:pt x="608" y="6857"/>
                  </a:cubicBezTo>
                  <a:cubicBezTo>
                    <a:pt x="663" y="7286"/>
                    <a:pt x="663" y="7286"/>
                    <a:pt x="663" y="7286"/>
                  </a:cubicBezTo>
                  <a:cubicBezTo>
                    <a:pt x="939" y="7971"/>
                    <a:pt x="939" y="7971"/>
                    <a:pt x="939" y="7971"/>
                  </a:cubicBezTo>
                  <a:cubicBezTo>
                    <a:pt x="1215" y="8400"/>
                    <a:pt x="1215" y="8400"/>
                    <a:pt x="1215" y="8400"/>
                  </a:cubicBezTo>
                  <a:cubicBezTo>
                    <a:pt x="1381" y="8829"/>
                    <a:pt x="1381" y="8829"/>
                    <a:pt x="1381" y="8829"/>
                  </a:cubicBezTo>
                  <a:cubicBezTo>
                    <a:pt x="1436" y="9429"/>
                    <a:pt x="1436" y="9429"/>
                    <a:pt x="1436" y="9429"/>
                  </a:cubicBezTo>
                  <a:cubicBezTo>
                    <a:pt x="1547" y="9943"/>
                    <a:pt x="1547" y="9943"/>
                    <a:pt x="1547" y="9943"/>
                  </a:cubicBezTo>
                  <a:cubicBezTo>
                    <a:pt x="1713" y="10286"/>
                    <a:pt x="1713" y="10286"/>
                    <a:pt x="1713" y="10286"/>
                  </a:cubicBezTo>
                  <a:cubicBezTo>
                    <a:pt x="1713" y="10371"/>
                    <a:pt x="1713" y="10371"/>
                    <a:pt x="1713" y="10371"/>
                  </a:cubicBezTo>
                  <a:cubicBezTo>
                    <a:pt x="2210" y="10543"/>
                    <a:pt x="2210" y="10543"/>
                    <a:pt x="2210" y="10543"/>
                  </a:cubicBezTo>
                  <a:cubicBezTo>
                    <a:pt x="2210" y="10886"/>
                    <a:pt x="2210" y="10886"/>
                    <a:pt x="2210" y="10886"/>
                  </a:cubicBezTo>
                  <a:cubicBezTo>
                    <a:pt x="2044" y="11400"/>
                    <a:pt x="2044" y="11400"/>
                    <a:pt x="2044" y="11400"/>
                  </a:cubicBezTo>
                  <a:cubicBezTo>
                    <a:pt x="1878" y="11914"/>
                    <a:pt x="1878" y="11914"/>
                    <a:pt x="1878" y="11914"/>
                  </a:cubicBezTo>
                  <a:cubicBezTo>
                    <a:pt x="1713" y="12514"/>
                    <a:pt x="1713" y="12514"/>
                    <a:pt x="1713" y="12514"/>
                  </a:cubicBezTo>
                  <a:cubicBezTo>
                    <a:pt x="1657" y="13029"/>
                    <a:pt x="1657" y="13029"/>
                    <a:pt x="1657" y="13029"/>
                  </a:cubicBezTo>
                  <a:cubicBezTo>
                    <a:pt x="1768" y="13543"/>
                    <a:pt x="1768" y="13543"/>
                    <a:pt x="1768" y="13543"/>
                  </a:cubicBezTo>
                  <a:cubicBezTo>
                    <a:pt x="1713" y="13714"/>
                    <a:pt x="1713" y="13714"/>
                    <a:pt x="1713" y="13714"/>
                  </a:cubicBezTo>
                  <a:cubicBezTo>
                    <a:pt x="1547" y="13714"/>
                    <a:pt x="1547" y="13714"/>
                    <a:pt x="1547" y="13714"/>
                  </a:cubicBezTo>
                  <a:cubicBezTo>
                    <a:pt x="1381" y="14057"/>
                    <a:pt x="1381" y="14057"/>
                    <a:pt x="1381" y="14057"/>
                  </a:cubicBezTo>
                  <a:cubicBezTo>
                    <a:pt x="1215" y="14657"/>
                    <a:pt x="1215" y="14657"/>
                    <a:pt x="1215" y="14657"/>
                  </a:cubicBezTo>
                  <a:cubicBezTo>
                    <a:pt x="1326" y="14829"/>
                    <a:pt x="1326" y="14829"/>
                    <a:pt x="1326" y="14829"/>
                  </a:cubicBezTo>
                  <a:cubicBezTo>
                    <a:pt x="1547" y="15000"/>
                    <a:pt x="1547" y="15000"/>
                    <a:pt x="1547" y="15000"/>
                  </a:cubicBezTo>
                  <a:cubicBezTo>
                    <a:pt x="1547" y="15257"/>
                    <a:pt x="1547" y="15257"/>
                    <a:pt x="1547" y="15257"/>
                  </a:cubicBezTo>
                  <a:cubicBezTo>
                    <a:pt x="1657" y="15257"/>
                    <a:pt x="1657" y="15257"/>
                    <a:pt x="1657" y="15257"/>
                  </a:cubicBezTo>
                  <a:cubicBezTo>
                    <a:pt x="1823" y="15000"/>
                    <a:pt x="1823" y="15000"/>
                    <a:pt x="1823" y="15000"/>
                  </a:cubicBezTo>
                  <a:cubicBezTo>
                    <a:pt x="1989" y="14914"/>
                    <a:pt x="1989" y="14914"/>
                    <a:pt x="1989" y="14914"/>
                  </a:cubicBezTo>
                  <a:cubicBezTo>
                    <a:pt x="2099" y="14914"/>
                    <a:pt x="2099" y="14914"/>
                    <a:pt x="2099" y="14914"/>
                  </a:cubicBezTo>
                  <a:cubicBezTo>
                    <a:pt x="2320" y="14657"/>
                    <a:pt x="2320" y="14657"/>
                    <a:pt x="2320" y="14657"/>
                  </a:cubicBezTo>
                  <a:cubicBezTo>
                    <a:pt x="2431" y="14657"/>
                    <a:pt x="2431" y="14657"/>
                    <a:pt x="2431" y="14657"/>
                  </a:cubicBezTo>
                  <a:cubicBezTo>
                    <a:pt x="2486" y="15000"/>
                    <a:pt x="2486" y="15000"/>
                    <a:pt x="2486" y="15000"/>
                  </a:cubicBezTo>
                  <a:cubicBezTo>
                    <a:pt x="2596" y="15343"/>
                    <a:pt x="2596" y="15343"/>
                    <a:pt x="2596" y="15343"/>
                  </a:cubicBezTo>
                  <a:cubicBezTo>
                    <a:pt x="2652" y="16029"/>
                    <a:pt x="2652" y="16029"/>
                    <a:pt x="2652" y="16029"/>
                  </a:cubicBezTo>
                  <a:cubicBezTo>
                    <a:pt x="2652" y="16543"/>
                    <a:pt x="2652" y="16543"/>
                    <a:pt x="2652" y="16543"/>
                  </a:cubicBezTo>
                  <a:cubicBezTo>
                    <a:pt x="2652" y="16800"/>
                    <a:pt x="2652" y="16800"/>
                    <a:pt x="2652" y="16800"/>
                  </a:cubicBezTo>
                  <a:cubicBezTo>
                    <a:pt x="2873" y="17143"/>
                    <a:pt x="2873" y="17143"/>
                    <a:pt x="2873" y="17143"/>
                  </a:cubicBezTo>
                  <a:cubicBezTo>
                    <a:pt x="2873" y="17571"/>
                    <a:pt x="2873" y="17571"/>
                    <a:pt x="2873" y="17571"/>
                  </a:cubicBezTo>
                  <a:cubicBezTo>
                    <a:pt x="2873" y="18000"/>
                    <a:pt x="2873" y="18000"/>
                    <a:pt x="2873" y="18000"/>
                  </a:cubicBezTo>
                  <a:cubicBezTo>
                    <a:pt x="2873" y="18171"/>
                    <a:pt x="2873" y="18171"/>
                    <a:pt x="2873" y="18171"/>
                  </a:cubicBezTo>
                  <a:cubicBezTo>
                    <a:pt x="2983" y="18429"/>
                    <a:pt x="2983" y="18429"/>
                    <a:pt x="2983" y="18429"/>
                  </a:cubicBezTo>
                  <a:cubicBezTo>
                    <a:pt x="3259" y="18686"/>
                    <a:pt x="3259" y="18686"/>
                    <a:pt x="3259" y="18686"/>
                  </a:cubicBezTo>
                  <a:cubicBezTo>
                    <a:pt x="3480" y="18686"/>
                    <a:pt x="3480" y="18686"/>
                    <a:pt x="3480" y="18686"/>
                  </a:cubicBezTo>
                  <a:cubicBezTo>
                    <a:pt x="3480" y="19200"/>
                    <a:pt x="3480" y="19200"/>
                    <a:pt x="3480" y="19200"/>
                  </a:cubicBezTo>
                  <a:cubicBezTo>
                    <a:pt x="3591" y="19714"/>
                    <a:pt x="3591" y="19714"/>
                    <a:pt x="3591" y="19714"/>
                  </a:cubicBezTo>
                  <a:cubicBezTo>
                    <a:pt x="3591" y="20057"/>
                    <a:pt x="3591" y="20057"/>
                    <a:pt x="3591" y="20057"/>
                  </a:cubicBezTo>
                  <a:cubicBezTo>
                    <a:pt x="3591" y="20314"/>
                    <a:pt x="3591" y="20314"/>
                    <a:pt x="3591" y="20314"/>
                  </a:cubicBezTo>
                  <a:cubicBezTo>
                    <a:pt x="3701" y="20657"/>
                    <a:pt x="3701" y="20657"/>
                    <a:pt x="3701" y="20657"/>
                  </a:cubicBezTo>
                  <a:cubicBezTo>
                    <a:pt x="3922" y="20657"/>
                    <a:pt x="3922" y="20657"/>
                    <a:pt x="3922" y="20657"/>
                  </a:cubicBezTo>
                  <a:cubicBezTo>
                    <a:pt x="3922" y="20486"/>
                    <a:pt x="3922" y="20486"/>
                    <a:pt x="3922" y="20486"/>
                  </a:cubicBezTo>
                  <a:cubicBezTo>
                    <a:pt x="3977" y="20229"/>
                    <a:pt x="3977" y="20229"/>
                    <a:pt x="3977" y="20229"/>
                  </a:cubicBezTo>
                  <a:cubicBezTo>
                    <a:pt x="4088" y="20229"/>
                    <a:pt x="4088" y="20229"/>
                    <a:pt x="4088" y="20229"/>
                  </a:cubicBezTo>
                  <a:cubicBezTo>
                    <a:pt x="4254" y="20229"/>
                    <a:pt x="4254" y="20229"/>
                    <a:pt x="4254" y="20229"/>
                  </a:cubicBezTo>
                  <a:cubicBezTo>
                    <a:pt x="4530" y="20486"/>
                    <a:pt x="4530" y="20486"/>
                    <a:pt x="4530" y="20486"/>
                  </a:cubicBezTo>
                  <a:cubicBezTo>
                    <a:pt x="4806" y="20657"/>
                    <a:pt x="4806" y="20657"/>
                    <a:pt x="4806" y="20657"/>
                  </a:cubicBezTo>
                  <a:cubicBezTo>
                    <a:pt x="4806" y="20486"/>
                    <a:pt x="4806" y="20486"/>
                    <a:pt x="4806" y="20486"/>
                  </a:cubicBezTo>
                  <a:cubicBezTo>
                    <a:pt x="4861" y="20314"/>
                    <a:pt x="4861" y="20314"/>
                    <a:pt x="4861" y="20314"/>
                  </a:cubicBezTo>
                  <a:cubicBezTo>
                    <a:pt x="5082" y="20314"/>
                    <a:pt x="5082" y="20314"/>
                    <a:pt x="5082" y="20314"/>
                  </a:cubicBezTo>
                  <a:cubicBezTo>
                    <a:pt x="5524" y="20400"/>
                    <a:pt x="5524" y="20400"/>
                    <a:pt x="5524" y="20400"/>
                  </a:cubicBezTo>
                  <a:cubicBezTo>
                    <a:pt x="5801" y="20571"/>
                    <a:pt x="5801" y="20571"/>
                    <a:pt x="5801" y="20571"/>
                  </a:cubicBezTo>
                  <a:cubicBezTo>
                    <a:pt x="6353" y="20657"/>
                    <a:pt x="6353" y="20657"/>
                    <a:pt x="6353" y="20657"/>
                  </a:cubicBezTo>
                  <a:cubicBezTo>
                    <a:pt x="6408" y="20400"/>
                    <a:pt x="6408" y="20400"/>
                    <a:pt x="6408" y="20400"/>
                  </a:cubicBezTo>
                  <a:cubicBezTo>
                    <a:pt x="6463" y="19971"/>
                    <a:pt x="6463" y="19971"/>
                    <a:pt x="6463" y="19971"/>
                  </a:cubicBezTo>
                  <a:cubicBezTo>
                    <a:pt x="6684" y="19971"/>
                    <a:pt x="6684" y="19971"/>
                    <a:pt x="6684" y="19971"/>
                  </a:cubicBezTo>
                  <a:cubicBezTo>
                    <a:pt x="6850" y="20229"/>
                    <a:pt x="6850" y="20229"/>
                    <a:pt x="6850" y="20229"/>
                  </a:cubicBezTo>
                  <a:cubicBezTo>
                    <a:pt x="6961" y="20486"/>
                    <a:pt x="6961" y="20486"/>
                    <a:pt x="6961" y="20486"/>
                  </a:cubicBezTo>
                  <a:cubicBezTo>
                    <a:pt x="7016" y="20829"/>
                    <a:pt x="7016" y="20829"/>
                    <a:pt x="7016" y="20829"/>
                  </a:cubicBezTo>
                  <a:cubicBezTo>
                    <a:pt x="7016" y="20914"/>
                    <a:pt x="7016" y="20914"/>
                    <a:pt x="7016" y="20914"/>
                  </a:cubicBezTo>
                  <a:cubicBezTo>
                    <a:pt x="7126" y="21086"/>
                    <a:pt x="7126" y="21086"/>
                    <a:pt x="7126" y="21086"/>
                  </a:cubicBezTo>
                  <a:cubicBezTo>
                    <a:pt x="7237" y="21257"/>
                    <a:pt x="7237" y="21257"/>
                    <a:pt x="7237" y="21257"/>
                  </a:cubicBezTo>
                  <a:cubicBezTo>
                    <a:pt x="7513" y="18943"/>
                    <a:pt x="7513" y="18943"/>
                    <a:pt x="7513" y="18943"/>
                  </a:cubicBezTo>
                  <a:cubicBezTo>
                    <a:pt x="20550" y="21600"/>
                    <a:pt x="20550" y="21600"/>
                    <a:pt x="20550" y="21600"/>
                  </a:cubicBezTo>
                  <a:cubicBezTo>
                    <a:pt x="20606" y="21600"/>
                    <a:pt x="20606" y="21600"/>
                    <a:pt x="20606" y="21600"/>
                  </a:cubicBezTo>
                  <a:cubicBezTo>
                    <a:pt x="20827" y="17743"/>
                    <a:pt x="20827" y="17743"/>
                    <a:pt x="20827" y="17743"/>
                  </a:cubicBezTo>
                  <a:lnTo>
                    <a:pt x="21600" y="514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45" name="Shape">
              <a:extLst>
                <a:ext uri="{FF2B5EF4-FFF2-40B4-BE49-F238E27FC236}">
                  <a16:creationId xmlns:a16="http://schemas.microsoft.com/office/drawing/2014/main" id="{BDBA48AF-14DC-4C61-BD4C-55D56761F81E}"/>
                </a:ext>
              </a:extLst>
            </p:cNvPr>
            <p:cNvSpPr/>
            <p:nvPr/>
          </p:nvSpPr>
          <p:spPr>
            <a:xfrm>
              <a:off x="8116764" y="359916"/>
              <a:ext cx="584708" cy="9347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092" y="21600"/>
                  </a:moveTo>
                  <a:lnTo>
                    <a:pt x="6092" y="21369"/>
                  </a:lnTo>
                  <a:lnTo>
                    <a:pt x="6277" y="21022"/>
                  </a:lnTo>
                  <a:lnTo>
                    <a:pt x="6277" y="20329"/>
                  </a:lnTo>
                  <a:lnTo>
                    <a:pt x="6462" y="20098"/>
                  </a:lnTo>
                  <a:lnTo>
                    <a:pt x="6831" y="20098"/>
                  </a:lnTo>
                  <a:lnTo>
                    <a:pt x="6831" y="19752"/>
                  </a:lnTo>
                  <a:lnTo>
                    <a:pt x="7015" y="19521"/>
                  </a:lnTo>
                  <a:lnTo>
                    <a:pt x="7015" y="19174"/>
                  </a:lnTo>
                  <a:lnTo>
                    <a:pt x="8123" y="19174"/>
                  </a:lnTo>
                  <a:lnTo>
                    <a:pt x="8123" y="18597"/>
                  </a:lnTo>
                  <a:lnTo>
                    <a:pt x="7385" y="18597"/>
                  </a:lnTo>
                  <a:lnTo>
                    <a:pt x="7385" y="18250"/>
                  </a:lnTo>
                  <a:lnTo>
                    <a:pt x="7754" y="18019"/>
                  </a:lnTo>
                  <a:lnTo>
                    <a:pt x="7754" y="17904"/>
                  </a:lnTo>
                  <a:lnTo>
                    <a:pt x="8123" y="17673"/>
                  </a:lnTo>
                  <a:lnTo>
                    <a:pt x="8308" y="17788"/>
                  </a:lnTo>
                  <a:lnTo>
                    <a:pt x="8308" y="17904"/>
                  </a:lnTo>
                  <a:lnTo>
                    <a:pt x="8677" y="17788"/>
                  </a:lnTo>
                  <a:lnTo>
                    <a:pt x="8862" y="17673"/>
                  </a:lnTo>
                  <a:lnTo>
                    <a:pt x="8862" y="17326"/>
                  </a:lnTo>
                  <a:lnTo>
                    <a:pt x="9415" y="17673"/>
                  </a:lnTo>
                  <a:lnTo>
                    <a:pt x="9600" y="17673"/>
                  </a:lnTo>
                  <a:lnTo>
                    <a:pt x="9600" y="17211"/>
                  </a:lnTo>
                  <a:lnTo>
                    <a:pt x="9415" y="17211"/>
                  </a:lnTo>
                  <a:lnTo>
                    <a:pt x="9231" y="16980"/>
                  </a:lnTo>
                  <a:lnTo>
                    <a:pt x="9969" y="16980"/>
                  </a:lnTo>
                  <a:lnTo>
                    <a:pt x="10338" y="17095"/>
                  </a:lnTo>
                  <a:lnTo>
                    <a:pt x="10892" y="16980"/>
                  </a:lnTo>
                  <a:lnTo>
                    <a:pt x="11077" y="16633"/>
                  </a:lnTo>
                  <a:lnTo>
                    <a:pt x="10892" y="16056"/>
                  </a:lnTo>
                  <a:lnTo>
                    <a:pt x="11262" y="16056"/>
                  </a:lnTo>
                  <a:lnTo>
                    <a:pt x="11815" y="16402"/>
                  </a:lnTo>
                  <a:lnTo>
                    <a:pt x="12369" y="16287"/>
                  </a:lnTo>
                  <a:lnTo>
                    <a:pt x="12554" y="16056"/>
                  </a:lnTo>
                  <a:lnTo>
                    <a:pt x="12738" y="15594"/>
                  </a:lnTo>
                  <a:lnTo>
                    <a:pt x="12554" y="15247"/>
                  </a:lnTo>
                  <a:lnTo>
                    <a:pt x="12738" y="14785"/>
                  </a:lnTo>
                  <a:lnTo>
                    <a:pt x="12738" y="14554"/>
                  </a:lnTo>
                  <a:lnTo>
                    <a:pt x="12554" y="14207"/>
                  </a:lnTo>
                  <a:lnTo>
                    <a:pt x="12554" y="13976"/>
                  </a:lnTo>
                  <a:lnTo>
                    <a:pt x="12738" y="13630"/>
                  </a:lnTo>
                  <a:lnTo>
                    <a:pt x="12738" y="13399"/>
                  </a:lnTo>
                  <a:lnTo>
                    <a:pt x="13477" y="13861"/>
                  </a:lnTo>
                  <a:lnTo>
                    <a:pt x="13662" y="14092"/>
                  </a:lnTo>
                  <a:lnTo>
                    <a:pt x="14585" y="14092"/>
                  </a:lnTo>
                  <a:lnTo>
                    <a:pt x="14585" y="13399"/>
                  </a:lnTo>
                  <a:lnTo>
                    <a:pt x="14954" y="13283"/>
                  </a:lnTo>
                  <a:lnTo>
                    <a:pt x="15508" y="13399"/>
                  </a:lnTo>
                  <a:lnTo>
                    <a:pt x="15508" y="14092"/>
                  </a:lnTo>
                  <a:lnTo>
                    <a:pt x="16062" y="13976"/>
                  </a:lnTo>
                  <a:lnTo>
                    <a:pt x="16615" y="13630"/>
                  </a:lnTo>
                  <a:lnTo>
                    <a:pt x="15877" y="13168"/>
                  </a:lnTo>
                  <a:lnTo>
                    <a:pt x="15877" y="12937"/>
                  </a:lnTo>
                  <a:lnTo>
                    <a:pt x="16062" y="12821"/>
                  </a:lnTo>
                  <a:lnTo>
                    <a:pt x="16615" y="13168"/>
                  </a:lnTo>
                  <a:lnTo>
                    <a:pt x="17169" y="13399"/>
                  </a:lnTo>
                  <a:lnTo>
                    <a:pt x="17538" y="13283"/>
                  </a:lnTo>
                  <a:lnTo>
                    <a:pt x="17354" y="12821"/>
                  </a:lnTo>
                  <a:lnTo>
                    <a:pt x="17908" y="12821"/>
                  </a:lnTo>
                  <a:lnTo>
                    <a:pt x="17908" y="12128"/>
                  </a:lnTo>
                  <a:lnTo>
                    <a:pt x="19015" y="12128"/>
                  </a:lnTo>
                  <a:lnTo>
                    <a:pt x="19200" y="12013"/>
                  </a:lnTo>
                  <a:lnTo>
                    <a:pt x="19200" y="11666"/>
                  </a:lnTo>
                  <a:lnTo>
                    <a:pt x="19569" y="11666"/>
                  </a:lnTo>
                  <a:lnTo>
                    <a:pt x="20308" y="11204"/>
                  </a:lnTo>
                  <a:lnTo>
                    <a:pt x="21046" y="11204"/>
                  </a:lnTo>
                  <a:lnTo>
                    <a:pt x="21415" y="10973"/>
                  </a:lnTo>
                  <a:lnTo>
                    <a:pt x="21600" y="10280"/>
                  </a:lnTo>
                  <a:lnTo>
                    <a:pt x="21415" y="10165"/>
                  </a:lnTo>
                  <a:lnTo>
                    <a:pt x="20862" y="10165"/>
                  </a:lnTo>
                  <a:lnTo>
                    <a:pt x="20677" y="9934"/>
                  </a:lnTo>
                  <a:lnTo>
                    <a:pt x="21046" y="9703"/>
                  </a:lnTo>
                  <a:lnTo>
                    <a:pt x="21046" y="9587"/>
                  </a:lnTo>
                  <a:lnTo>
                    <a:pt x="20677" y="9472"/>
                  </a:lnTo>
                  <a:lnTo>
                    <a:pt x="20308" y="8894"/>
                  </a:lnTo>
                  <a:lnTo>
                    <a:pt x="19200" y="8894"/>
                  </a:lnTo>
                  <a:lnTo>
                    <a:pt x="18831" y="8432"/>
                  </a:lnTo>
                  <a:lnTo>
                    <a:pt x="18646" y="7855"/>
                  </a:lnTo>
                  <a:lnTo>
                    <a:pt x="18646" y="7393"/>
                  </a:lnTo>
                  <a:lnTo>
                    <a:pt x="18462" y="7046"/>
                  </a:lnTo>
                  <a:lnTo>
                    <a:pt x="17908" y="7161"/>
                  </a:lnTo>
                  <a:lnTo>
                    <a:pt x="17538" y="7277"/>
                  </a:lnTo>
                  <a:lnTo>
                    <a:pt x="16800" y="7277"/>
                  </a:lnTo>
                  <a:lnTo>
                    <a:pt x="16062" y="7046"/>
                  </a:lnTo>
                  <a:lnTo>
                    <a:pt x="15508" y="6468"/>
                  </a:lnTo>
                  <a:lnTo>
                    <a:pt x="15323" y="5660"/>
                  </a:lnTo>
                  <a:lnTo>
                    <a:pt x="14585" y="4620"/>
                  </a:lnTo>
                  <a:lnTo>
                    <a:pt x="14215" y="3581"/>
                  </a:lnTo>
                  <a:lnTo>
                    <a:pt x="13846" y="3003"/>
                  </a:lnTo>
                  <a:lnTo>
                    <a:pt x="13477" y="2079"/>
                  </a:lnTo>
                  <a:lnTo>
                    <a:pt x="13108" y="1271"/>
                  </a:lnTo>
                  <a:lnTo>
                    <a:pt x="12738" y="924"/>
                  </a:lnTo>
                  <a:lnTo>
                    <a:pt x="10338" y="0"/>
                  </a:lnTo>
                  <a:lnTo>
                    <a:pt x="9785" y="347"/>
                  </a:lnTo>
                  <a:lnTo>
                    <a:pt x="9231" y="809"/>
                  </a:lnTo>
                  <a:lnTo>
                    <a:pt x="8308" y="1271"/>
                  </a:lnTo>
                  <a:lnTo>
                    <a:pt x="7754" y="1271"/>
                  </a:lnTo>
                  <a:lnTo>
                    <a:pt x="7200" y="1040"/>
                  </a:lnTo>
                  <a:lnTo>
                    <a:pt x="6277" y="693"/>
                  </a:lnTo>
                  <a:lnTo>
                    <a:pt x="5538" y="578"/>
                  </a:lnTo>
                  <a:lnTo>
                    <a:pt x="5354" y="578"/>
                  </a:lnTo>
                  <a:lnTo>
                    <a:pt x="4985" y="809"/>
                  </a:lnTo>
                  <a:lnTo>
                    <a:pt x="4062" y="2541"/>
                  </a:lnTo>
                  <a:lnTo>
                    <a:pt x="3692" y="3812"/>
                  </a:lnTo>
                  <a:lnTo>
                    <a:pt x="2769" y="5198"/>
                  </a:lnTo>
                  <a:lnTo>
                    <a:pt x="2400" y="6237"/>
                  </a:lnTo>
                  <a:lnTo>
                    <a:pt x="2215" y="7393"/>
                  </a:lnTo>
                  <a:lnTo>
                    <a:pt x="2400" y="7970"/>
                  </a:lnTo>
                  <a:lnTo>
                    <a:pt x="2769" y="8201"/>
                  </a:lnTo>
                  <a:lnTo>
                    <a:pt x="2585" y="8432"/>
                  </a:lnTo>
                  <a:lnTo>
                    <a:pt x="2215" y="8779"/>
                  </a:lnTo>
                  <a:lnTo>
                    <a:pt x="2215" y="9472"/>
                  </a:lnTo>
                  <a:lnTo>
                    <a:pt x="1846" y="10049"/>
                  </a:lnTo>
                  <a:lnTo>
                    <a:pt x="1846" y="10858"/>
                  </a:lnTo>
                  <a:lnTo>
                    <a:pt x="1292" y="10973"/>
                  </a:lnTo>
                  <a:lnTo>
                    <a:pt x="1292" y="11551"/>
                  </a:lnTo>
                  <a:lnTo>
                    <a:pt x="185" y="11551"/>
                  </a:lnTo>
                  <a:lnTo>
                    <a:pt x="0" y="11897"/>
                  </a:lnTo>
                  <a:lnTo>
                    <a:pt x="4246" y="20560"/>
                  </a:lnTo>
                  <a:lnTo>
                    <a:pt x="6092" y="2160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46" name="Shape">
              <a:extLst>
                <a:ext uri="{FF2B5EF4-FFF2-40B4-BE49-F238E27FC236}">
                  <a16:creationId xmlns:a16="http://schemas.microsoft.com/office/drawing/2014/main" id="{A8A35078-5247-4248-B8CF-867A29ECB9AC}"/>
                </a:ext>
              </a:extLst>
            </p:cNvPr>
            <p:cNvSpPr/>
            <p:nvPr/>
          </p:nvSpPr>
          <p:spPr>
            <a:xfrm>
              <a:off x="6992322" y="999758"/>
              <a:ext cx="1209397" cy="8897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7717"/>
                  </a:moveTo>
                  <a:lnTo>
                    <a:pt x="893" y="16503"/>
                  </a:lnTo>
                  <a:lnTo>
                    <a:pt x="1071" y="16139"/>
                  </a:lnTo>
                  <a:lnTo>
                    <a:pt x="1607" y="15411"/>
                  </a:lnTo>
                  <a:lnTo>
                    <a:pt x="1964" y="15047"/>
                  </a:lnTo>
                  <a:lnTo>
                    <a:pt x="1964" y="14440"/>
                  </a:lnTo>
                  <a:lnTo>
                    <a:pt x="1517" y="13227"/>
                  </a:lnTo>
                  <a:lnTo>
                    <a:pt x="1250" y="12378"/>
                  </a:lnTo>
                  <a:lnTo>
                    <a:pt x="1607" y="12013"/>
                  </a:lnTo>
                  <a:lnTo>
                    <a:pt x="2767" y="11649"/>
                  </a:lnTo>
                  <a:lnTo>
                    <a:pt x="4998" y="11649"/>
                  </a:lnTo>
                  <a:lnTo>
                    <a:pt x="5623" y="11285"/>
                  </a:lnTo>
                  <a:lnTo>
                    <a:pt x="5980" y="11285"/>
                  </a:lnTo>
                  <a:lnTo>
                    <a:pt x="6873" y="10921"/>
                  </a:lnTo>
                  <a:lnTo>
                    <a:pt x="7408" y="10072"/>
                  </a:lnTo>
                  <a:lnTo>
                    <a:pt x="7944" y="9708"/>
                  </a:lnTo>
                  <a:lnTo>
                    <a:pt x="8301" y="9344"/>
                  </a:lnTo>
                  <a:lnTo>
                    <a:pt x="8301" y="8616"/>
                  </a:lnTo>
                  <a:lnTo>
                    <a:pt x="7944" y="8009"/>
                  </a:lnTo>
                  <a:lnTo>
                    <a:pt x="8301" y="7645"/>
                  </a:lnTo>
                  <a:lnTo>
                    <a:pt x="8390" y="7160"/>
                  </a:lnTo>
                  <a:lnTo>
                    <a:pt x="7944" y="7402"/>
                  </a:lnTo>
                  <a:lnTo>
                    <a:pt x="7765" y="7160"/>
                  </a:lnTo>
                  <a:lnTo>
                    <a:pt x="7587" y="6674"/>
                  </a:lnTo>
                  <a:lnTo>
                    <a:pt x="8033" y="6189"/>
                  </a:lnTo>
                  <a:lnTo>
                    <a:pt x="8747" y="5339"/>
                  </a:lnTo>
                  <a:lnTo>
                    <a:pt x="9015" y="4611"/>
                  </a:lnTo>
                  <a:lnTo>
                    <a:pt x="9104" y="4004"/>
                  </a:lnTo>
                  <a:lnTo>
                    <a:pt x="9818" y="2791"/>
                  </a:lnTo>
                  <a:lnTo>
                    <a:pt x="10354" y="1820"/>
                  </a:lnTo>
                  <a:lnTo>
                    <a:pt x="10979" y="1213"/>
                  </a:lnTo>
                  <a:lnTo>
                    <a:pt x="11603" y="971"/>
                  </a:lnTo>
                  <a:lnTo>
                    <a:pt x="12585" y="607"/>
                  </a:lnTo>
                  <a:lnTo>
                    <a:pt x="13121" y="243"/>
                  </a:lnTo>
                  <a:lnTo>
                    <a:pt x="14549" y="0"/>
                  </a:lnTo>
                  <a:lnTo>
                    <a:pt x="14549" y="1335"/>
                  </a:lnTo>
                  <a:lnTo>
                    <a:pt x="14727" y="1942"/>
                  </a:lnTo>
                  <a:lnTo>
                    <a:pt x="14995" y="2791"/>
                  </a:lnTo>
                  <a:lnTo>
                    <a:pt x="15263" y="2912"/>
                  </a:lnTo>
                  <a:lnTo>
                    <a:pt x="15531" y="3883"/>
                  </a:lnTo>
                  <a:lnTo>
                    <a:pt x="15263" y="4126"/>
                  </a:lnTo>
                  <a:lnTo>
                    <a:pt x="15174" y="4975"/>
                  </a:lnTo>
                  <a:lnTo>
                    <a:pt x="15531" y="5825"/>
                  </a:lnTo>
                  <a:lnTo>
                    <a:pt x="15798" y="6796"/>
                  </a:lnTo>
                  <a:lnTo>
                    <a:pt x="16155" y="7160"/>
                  </a:lnTo>
                  <a:lnTo>
                    <a:pt x="16245" y="8494"/>
                  </a:lnTo>
                  <a:lnTo>
                    <a:pt x="16423" y="9587"/>
                  </a:lnTo>
                  <a:lnTo>
                    <a:pt x="16780" y="10679"/>
                  </a:lnTo>
                  <a:lnTo>
                    <a:pt x="16780" y="14562"/>
                  </a:lnTo>
                  <a:lnTo>
                    <a:pt x="17137" y="16867"/>
                  </a:lnTo>
                  <a:lnTo>
                    <a:pt x="17137" y="17717"/>
                  </a:lnTo>
                  <a:lnTo>
                    <a:pt x="17494" y="18445"/>
                  </a:lnTo>
                  <a:lnTo>
                    <a:pt x="17137" y="19173"/>
                  </a:lnTo>
                  <a:lnTo>
                    <a:pt x="17226" y="19537"/>
                  </a:lnTo>
                  <a:lnTo>
                    <a:pt x="16602" y="20751"/>
                  </a:lnTo>
                  <a:lnTo>
                    <a:pt x="17226" y="20387"/>
                  </a:lnTo>
                  <a:lnTo>
                    <a:pt x="17673" y="20144"/>
                  </a:lnTo>
                  <a:lnTo>
                    <a:pt x="18208" y="19658"/>
                  </a:lnTo>
                  <a:lnTo>
                    <a:pt x="18387" y="19416"/>
                  </a:lnTo>
                  <a:lnTo>
                    <a:pt x="18922" y="19294"/>
                  </a:lnTo>
                  <a:lnTo>
                    <a:pt x="19369" y="19173"/>
                  </a:lnTo>
                  <a:lnTo>
                    <a:pt x="19547" y="18930"/>
                  </a:lnTo>
                  <a:lnTo>
                    <a:pt x="20083" y="18566"/>
                  </a:lnTo>
                  <a:lnTo>
                    <a:pt x="20529" y="17838"/>
                  </a:lnTo>
                  <a:lnTo>
                    <a:pt x="20083" y="19052"/>
                  </a:lnTo>
                  <a:lnTo>
                    <a:pt x="20529" y="18809"/>
                  </a:lnTo>
                  <a:lnTo>
                    <a:pt x="20797" y="18324"/>
                  </a:lnTo>
                  <a:lnTo>
                    <a:pt x="21064" y="18202"/>
                  </a:lnTo>
                  <a:lnTo>
                    <a:pt x="21421" y="18081"/>
                  </a:lnTo>
                  <a:lnTo>
                    <a:pt x="21600" y="18081"/>
                  </a:lnTo>
                  <a:lnTo>
                    <a:pt x="20797" y="19052"/>
                  </a:lnTo>
                  <a:lnTo>
                    <a:pt x="20083" y="19780"/>
                  </a:lnTo>
                  <a:lnTo>
                    <a:pt x="19547" y="20144"/>
                  </a:lnTo>
                  <a:lnTo>
                    <a:pt x="19101" y="20751"/>
                  </a:lnTo>
                  <a:lnTo>
                    <a:pt x="18387" y="20993"/>
                  </a:lnTo>
                  <a:lnTo>
                    <a:pt x="17583" y="21357"/>
                  </a:lnTo>
                  <a:lnTo>
                    <a:pt x="16869" y="21600"/>
                  </a:lnTo>
                  <a:lnTo>
                    <a:pt x="16423" y="21236"/>
                  </a:lnTo>
                  <a:lnTo>
                    <a:pt x="16245" y="20751"/>
                  </a:lnTo>
                  <a:lnTo>
                    <a:pt x="16245" y="20265"/>
                  </a:lnTo>
                  <a:lnTo>
                    <a:pt x="16066" y="20022"/>
                  </a:lnTo>
                  <a:lnTo>
                    <a:pt x="14906" y="19537"/>
                  </a:lnTo>
                  <a:lnTo>
                    <a:pt x="13835" y="19173"/>
                  </a:lnTo>
                  <a:lnTo>
                    <a:pt x="14013" y="18566"/>
                  </a:lnTo>
                  <a:lnTo>
                    <a:pt x="13745" y="18324"/>
                  </a:lnTo>
                  <a:lnTo>
                    <a:pt x="13478" y="18324"/>
                  </a:lnTo>
                  <a:lnTo>
                    <a:pt x="13210" y="18202"/>
                  </a:lnTo>
                  <a:lnTo>
                    <a:pt x="12853" y="17353"/>
                  </a:lnTo>
                  <a:lnTo>
                    <a:pt x="12496" y="16746"/>
                  </a:lnTo>
                  <a:lnTo>
                    <a:pt x="11782" y="16139"/>
                  </a:lnTo>
                  <a:lnTo>
                    <a:pt x="179" y="18930"/>
                  </a:lnTo>
                  <a:lnTo>
                    <a:pt x="0" y="1771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47" name="Shape">
              <a:extLst>
                <a:ext uri="{FF2B5EF4-FFF2-40B4-BE49-F238E27FC236}">
                  <a16:creationId xmlns:a16="http://schemas.microsoft.com/office/drawing/2014/main" id="{068D86DA-988C-4AC3-B12F-98D4BE536638}"/>
                </a:ext>
              </a:extLst>
            </p:cNvPr>
            <p:cNvSpPr/>
            <p:nvPr/>
          </p:nvSpPr>
          <p:spPr>
            <a:xfrm>
              <a:off x="7806918" y="939776"/>
              <a:ext cx="279860" cy="504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919"/>
                  </a:moveTo>
                  <a:lnTo>
                    <a:pt x="771" y="5988"/>
                  </a:lnTo>
                  <a:lnTo>
                    <a:pt x="1929" y="7485"/>
                  </a:lnTo>
                  <a:lnTo>
                    <a:pt x="3086" y="7699"/>
                  </a:lnTo>
                  <a:lnTo>
                    <a:pt x="4243" y="9410"/>
                  </a:lnTo>
                  <a:lnTo>
                    <a:pt x="3086" y="9838"/>
                  </a:lnTo>
                  <a:lnTo>
                    <a:pt x="2700" y="11335"/>
                  </a:lnTo>
                  <a:lnTo>
                    <a:pt x="4243" y="12832"/>
                  </a:lnTo>
                  <a:lnTo>
                    <a:pt x="5400" y="14543"/>
                  </a:lnTo>
                  <a:lnTo>
                    <a:pt x="6943" y="15184"/>
                  </a:lnTo>
                  <a:lnTo>
                    <a:pt x="7329" y="17537"/>
                  </a:lnTo>
                  <a:lnTo>
                    <a:pt x="8100" y="19461"/>
                  </a:lnTo>
                  <a:lnTo>
                    <a:pt x="9643" y="21386"/>
                  </a:lnTo>
                  <a:lnTo>
                    <a:pt x="9643" y="21600"/>
                  </a:lnTo>
                  <a:lnTo>
                    <a:pt x="18129" y="20958"/>
                  </a:lnTo>
                  <a:lnTo>
                    <a:pt x="17357" y="19461"/>
                  </a:lnTo>
                  <a:lnTo>
                    <a:pt x="17743" y="17537"/>
                  </a:lnTo>
                  <a:lnTo>
                    <a:pt x="16971" y="12832"/>
                  </a:lnTo>
                  <a:lnTo>
                    <a:pt x="18129" y="9624"/>
                  </a:lnTo>
                  <a:lnTo>
                    <a:pt x="18129" y="6844"/>
                  </a:lnTo>
                  <a:lnTo>
                    <a:pt x="21600" y="5347"/>
                  </a:lnTo>
                  <a:lnTo>
                    <a:pt x="21600" y="4491"/>
                  </a:lnTo>
                  <a:lnTo>
                    <a:pt x="20443" y="3636"/>
                  </a:lnTo>
                  <a:lnTo>
                    <a:pt x="20443" y="855"/>
                  </a:lnTo>
                  <a:lnTo>
                    <a:pt x="19286" y="0"/>
                  </a:lnTo>
                  <a:lnTo>
                    <a:pt x="13886" y="855"/>
                  </a:lnTo>
                  <a:lnTo>
                    <a:pt x="8486" y="1283"/>
                  </a:lnTo>
                  <a:lnTo>
                    <a:pt x="5786" y="1711"/>
                  </a:lnTo>
                  <a:lnTo>
                    <a:pt x="1929" y="2566"/>
                  </a:lnTo>
                  <a:lnTo>
                    <a:pt x="0" y="2566"/>
                  </a:lnTo>
                  <a:lnTo>
                    <a:pt x="0" y="4919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48" name="Shape">
              <a:extLst>
                <a:ext uri="{FF2B5EF4-FFF2-40B4-BE49-F238E27FC236}">
                  <a16:creationId xmlns:a16="http://schemas.microsoft.com/office/drawing/2014/main" id="{0D29C7D3-846D-4AD7-B806-AE770D011DF0}"/>
                </a:ext>
              </a:extLst>
            </p:cNvPr>
            <p:cNvSpPr/>
            <p:nvPr/>
          </p:nvSpPr>
          <p:spPr>
            <a:xfrm>
              <a:off x="8026811" y="874785"/>
              <a:ext cx="249874" cy="5548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776" y="0"/>
                  </a:moveTo>
                  <a:lnTo>
                    <a:pt x="6048" y="195"/>
                  </a:lnTo>
                  <a:lnTo>
                    <a:pt x="3888" y="195"/>
                  </a:lnTo>
                  <a:lnTo>
                    <a:pt x="3888" y="1168"/>
                  </a:lnTo>
                  <a:lnTo>
                    <a:pt x="3456" y="1751"/>
                  </a:lnTo>
                  <a:lnTo>
                    <a:pt x="2592" y="2530"/>
                  </a:lnTo>
                  <a:lnTo>
                    <a:pt x="3888" y="3308"/>
                  </a:lnTo>
                  <a:lnTo>
                    <a:pt x="3888" y="5838"/>
                  </a:lnTo>
                  <a:lnTo>
                    <a:pt x="5184" y="6616"/>
                  </a:lnTo>
                  <a:lnTo>
                    <a:pt x="5184" y="7395"/>
                  </a:lnTo>
                  <a:lnTo>
                    <a:pt x="1296" y="8757"/>
                  </a:lnTo>
                  <a:lnTo>
                    <a:pt x="1296" y="11286"/>
                  </a:lnTo>
                  <a:lnTo>
                    <a:pt x="0" y="14205"/>
                  </a:lnTo>
                  <a:lnTo>
                    <a:pt x="864" y="18486"/>
                  </a:lnTo>
                  <a:lnTo>
                    <a:pt x="432" y="20238"/>
                  </a:lnTo>
                  <a:lnTo>
                    <a:pt x="1296" y="21600"/>
                  </a:lnTo>
                  <a:lnTo>
                    <a:pt x="17280" y="19849"/>
                  </a:lnTo>
                  <a:lnTo>
                    <a:pt x="17712" y="18876"/>
                  </a:lnTo>
                  <a:lnTo>
                    <a:pt x="21168" y="18292"/>
                  </a:lnTo>
                  <a:lnTo>
                    <a:pt x="20736" y="17708"/>
                  </a:lnTo>
                  <a:lnTo>
                    <a:pt x="21600" y="16151"/>
                  </a:lnTo>
                  <a:lnTo>
                    <a:pt x="17712" y="14595"/>
                  </a:lnTo>
                  <a:lnTo>
                    <a:pt x="7776" y="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49" name="Shape">
              <a:extLst>
                <a:ext uri="{FF2B5EF4-FFF2-40B4-BE49-F238E27FC236}">
                  <a16:creationId xmlns:a16="http://schemas.microsoft.com/office/drawing/2014/main" id="{ED4B5628-9A0C-46A8-9BC2-9CBCDF1B5140}"/>
                </a:ext>
              </a:extLst>
            </p:cNvPr>
            <p:cNvSpPr/>
            <p:nvPr/>
          </p:nvSpPr>
          <p:spPr>
            <a:xfrm>
              <a:off x="7931855" y="1549627"/>
              <a:ext cx="279860" cy="2549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43" y="12282"/>
                  </a:moveTo>
                  <a:lnTo>
                    <a:pt x="1543" y="15247"/>
                  </a:lnTo>
                  <a:lnTo>
                    <a:pt x="3086" y="17788"/>
                  </a:lnTo>
                  <a:lnTo>
                    <a:pt x="1543" y="20329"/>
                  </a:lnTo>
                  <a:lnTo>
                    <a:pt x="1929" y="21600"/>
                  </a:lnTo>
                  <a:lnTo>
                    <a:pt x="3471" y="21176"/>
                  </a:lnTo>
                  <a:lnTo>
                    <a:pt x="5014" y="19059"/>
                  </a:lnTo>
                  <a:lnTo>
                    <a:pt x="5786" y="18635"/>
                  </a:lnTo>
                  <a:lnTo>
                    <a:pt x="7714" y="16518"/>
                  </a:lnTo>
                  <a:lnTo>
                    <a:pt x="9643" y="15247"/>
                  </a:lnTo>
                  <a:lnTo>
                    <a:pt x="12729" y="15247"/>
                  </a:lnTo>
                  <a:lnTo>
                    <a:pt x="14271" y="14400"/>
                  </a:lnTo>
                  <a:lnTo>
                    <a:pt x="15043" y="13553"/>
                  </a:lnTo>
                  <a:lnTo>
                    <a:pt x="18900" y="11859"/>
                  </a:lnTo>
                  <a:lnTo>
                    <a:pt x="21214" y="11859"/>
                  </a:lnTo>
                  <a:lnTo>
                    <a:pt x="21600" y="11012"/>
                  </a:lnTo>
                  <a:lnTo>
                    <a:pt x="19286" y="0"/>
                  </a:lnTo>
                  <a:lnTo>
                    <a:pt x="9257" y="2118"/>
                  </a:lnTo>
                  <a:lnTo>
                    <a:pt x="0" y="3812"/>
                  </a:lnTo>
                  <a:lnTo>
                    <a:pt x="0" y="4235"/>
                  </a:lnTo>
                  <a:lnTo>
                    <a:pt x="1543" y="12282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50" name="Shape">
              <a:extLst>
                <a:ext uri="{FF2B5EF4-FFF2-40B4-BE49-F238E27FC236}">
                  <a16:creationId xmlns:a16="http://schemas.microsoft.com/office/drawing/2014/main" id="{59AFC0F4-EC3C-4DF0-BE17-26289F55809E}"/>
                </a:ext>
              </a:extLst>
            </p:cNvPr>
            <p:cNvSpPr/>
            <p:nvPr/>
          </p:nvSpPr>
          <p:spPr>
            <a:xfrm>
              <a:off x="8181733" y="1524633"/>
              <a:ext cx="119939" cy="154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00" y="10452"/>
                  </a:moveTo>
                  <a:lnTo>
                    <a:pt x="18900" y="9058"/>
                  </a:lnTo>
                  <a:lnTo>
                    <a:pt x="18900" y="8361"/>
                  </a:lnTo>
                  <a:lnTo>
                    <a:pt x="16200" y="7665"/>
                  </a:lnTo>
                  <a:lnTo>
                    <a:pt x="14400" y="6968"/>
                  </a:lnTo>
                  <a:lnTo>
                    <a:pt x="14400" y="4877"/>
                  </a:lnTo>
                  <a:lnTo>
                    <a:pt x="11700" y="3484"/>
                  </a:lnTo>
                  <a:lnTo>
                    <a:pt x="9000" y="0"/>
                  </a:lnTo>
                  <a:lnTo>
                    <a:pt x="0" y="3484"/>
                  </a:lnTo>
                  <a:lnTo>
                    <a:pt x="5400" y="21600"/>
                  </a:lnTo>
                  <a:lnTo>
                    <a:pt x="7200" y="20206"/>
                  </a:lnTo>
                  <a:lnTo>
                    <a:pt x="12600" y="18116"/>
                  </a:lnTo>
                  <a:lnTo>
                    <a:pt x="12600" y="9755"/>
                  </a:lnTo>
                  <a:lnTo>
                    <a:pt x="13500" y="9058"/>
                  </a:lnTo>
                  <a:lnTo>
                    <a:pt x="14400" y="9058"/>
                  </a:lnTo>
                  <a:lnTo>
                    <a:pt x="17100" y="9755"/>
                  </a:lnTo>
                  <a:lnTo>
                    <a:pt x="17100" y="11148"/>
                  </a:lnTo>
                  <a:lnTo>
                    <a:pt x="18900" y="13935"/>
                  </a:lnTo>
                  <a:lnTo>
                    <a:pt x="18900" y="14632"/>
                  </a:lnTo>
                  <a:lnTo>
                    <a:pt x="19800" y="15329"/>
                  </a:lnTo>
                  <a:lnTo>
                    <a:pt x="21600" y="14632"/>
                  </a:lnTo>
                  <a:lnTo>
                    <a:pt x="21600" y="13239"/>
                  </a:lnTo>
                  <a:lnTo>
                    <a:pt x="20700" y="10452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51" name="Shape">
              <a:extLst>
                <a:ext uri="{FF2B5EF4-FFF2-40B4-BE49-F238E27FC236}">
                  <a16:creationId xmlns:a16="http://schemas.microsoft.com/office/drawing/2014/main" id="{8A29F538-7CD5-446C-8F03-A9F7C717B31A}"/>
                </a:ext>
              </a:extLst>
            </p:cNvPr>
            <p:cNvSpPr/>
            <p:nvPr/>
          </p:nvSpPr>
          <p:spPr>
            <a:xfrm>
              <a:off x="7931855" y="1344675"/>
              <a:ext cx="544726" cy="274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04" y="13745"/>
                  </a:moveTo>
                  <a:lnTo>
                    <a:pt x="20807" y="12567"/>
                  </a:lnTo>
                  <a:lnTo>
                    <a:pt x="20609" y="12175"/>
                  </a:lnTo>
                  <a:lnTo>
                    <a:pt x="19420" y="10604"/>
                  </a:lnTo>
                  <a:lnTo>
                    <a:pt x="19222" y="9818"/>
                  </a:lnTo>
                  <a:lnTo>
                    <a:pt x="19024" y="10604"/>
                  </a:lnTo>
                  <a:lnTo>
                    <a:pt x="19222" y="11389"/>
                  </a:lnTo>
                  <a:lnTo>
                    <a:pt x="19817" y="12567"/>
                  </a:lnTo>
                  <a:lnTo>
                    <a:pt x="20213" y="13745"/>
                  </a:lnTo>
                  <a:lnTo>
                    <a:pt x="19618" y="14138"/>
                  </a:lnTo>
                  <a:lnTo>
                    <a:pt x="18826" y="14138"/>
                  </a:lnTo>
                  <a:lnTo>
                    <a:pt x="17637" y="15316"/>
                  </a:lnTo>
                  <a:lnTo>
                    <a:pt x="17439" y="14531"/>
                  </a:lnTo>
                  <a:lnTo>
                    <a:pt x="17240" y="14138"/>
                  </a:lnTo>
                  <a:lnTo>
                    <a:pt x="16844" y="13745"/>
                  </a:lnTo>
                  <a:lnTo>
                    <a:pt x="16250" y="12960"/>
                  </a:lnTo>
                  <a:lnTo>
                    <a:pt x="16051" y="12567"/>
                  </a:lnTo>
                  <a:lnTo>
                    <a:pt x="16250" y="11782"/>
                  </a:lnTo>
                  <a:lnTo>
                    <a:pt x="16051" y="10604"/>
                  </a:lnTo>
                  <a:lnTo>
                    <a:pt x="15259" y="9425"/>
                  </a:lnTo>
                  <a:lnTo>
                    <a:pt x="14466" y="8640"/>
                  </a:lnTo>
                  <a:lnTo>
                    <a:pt x="13673" y="8640"/>
                  </a:lnTo>
                  <a:lnTo>
                    <a:pt x="13475" y="7855"/>
                  </a:lnTo>
                  <a:lnTo>
                    <a:pt x="13475" y="6284"/>
                  </a:lnTo>
                  <a:lnTo>
                    <a:pt x="14466" y="4320"/>
                  </a:lnTo>
                  <a:lnTo>
                    <a:pt x="15259" y="3535"/>
                  </a:lnTo>
                  <a:lnTo>
                    <a:pt x="15259" y="3142"/>
                  </a:lnTo>
                  <a:lnTo>
                    <a:pt x="15061" y="2356"/>
                  </a:lnTo>
                  <a:lnTo>
                    <a:pt x="14070" y="2356"/>
                  </a:lnTo>
                  <a:lnTo>
                    <a:pt x="13872" y="1178"/>
                  </a:lnTo>
                  <a:lnTo>
                    <a:pt x="13475" y="0"/>
                  </a:lnTo>
                  <a:lnTo>
                    <a:pt x="11890" y="1178"/>
                  </a:lnTo>
                  <a:lnTo>
                    <a:pt x="11692" y="3142"/>
                  </a:lnTo>
                  <a:lnTo>
                    <a:pt x="4360" y="6676"/>
                  </a:lnTo>
                  <a:lnTo>
                    <a:pt x="0" y="7855"/>
                  </a:lnTo>
                  <a:lnTo>
                    <a:pt x="0" y="19636"/>
                  </a:lnTo>
                  <a:lnTo>
                    <a:pt x="4756" y="18065"/>
                  </a:lnTo>
                  <a:lnTo>
                    <a:pt x="9908" y="16102"/>
                  </a:lnTo>
                  <a:lnTo>
                    <a:pt x="11890" y="14138"/>
                  </a:lnTo>
                  <a:lnTo>
                    <a:pt x="12484" y="16102"/>
                  </a:lnTo>
                  <a:lnTo>
                    <a:pt x="13079" y="16887"/>
                  </a:lnTo>
                  <a:lnTo>
                    <a:pt x="13079" y="18065"/>
                  </a:lnTo>
                  <a:lnTo>
                    <a:pt x="13475" y="18458"/>
                  </a:lnTo>
                  <a:lnTo>
                    <a:pt x="14070" y="18851"/>
                  </a:lnTo>
                  <a:lnTo>
                    <a:pt x="14070" y="19244"/>
                  </a:lnTo>
                  <a:lnTo>
                    <a:pt x="14466" y="20029"/>
                  </a:lnTo>
                  <a:lnTo>
                    <a:pt x="14664" y="21600"/>
                  </a:lnTo>
                  <a:lnTo>
                    <a:pt x="15259" y="21600"/>
                  </a:lnTo>
                  <a:lnTo>
                    <a:pt x="15655" y="20815"/>
                  </a:lnTo>
                  <a:lnTo>
                    <a:pt x="15655" y="19244"/>
                  </a:lnTo>
                  <a:lnTo>
                    <a:pt x="16250" y="18458"/>
                  </a:lnTo>
                  <a:lnTo>
                    <a:pt x="16250" y="17673"/>
                  </a:lnTo>
                  <a:lnTo>
                    <a:pt x="16844" y="16887"/>
                  </a:lnTo>
                  <a:lnTo>
                    <a:pt x="17240" y="19244"/>
                  </a:lnTo>
                  <a:lnTo>
                    <a:pt x="17240" y="20029"/>
                  </a:lnTo>
                  <a:lnTo>
                    <a:pt x="17835" y="19244"/>
                  </a:lnTo>
                  <a:lnTo>
                    <a:pt x="18231" y="18458"/>
                  </a:lnTo>
                  <a:lnTo>
                    <a:pt x="18231" y="17673"/>
                  </a:lnTo>
                  <a:lnTo>
                    <a:pt x="18628" y="17673"/>
                  </a:lnTo>
                  <a:lnTo>
                    <a:pt x="19222" y="16887"/>
                  </a:lnTo>
                  <a:lnTo>
                    <a:pt x="20015" y="16887"/>
                  </a:lnTo>
                  <a:lnTo>
                    <a:pt x="20411" y="16102"/>
                  </a:lnTo>
                  <a:lnTo>
                    <a:pt x="21006" y="15709"/>
                  </a:lnTo>
                  <a:lnTo>
                    <a:pt x="21402" y="14924"/>
                  </a:lnTo>
                  <a:lnTo>
                    <a:pt x="21600" y="14138"/>
                  </a:lnTo>
                  <a:lnTo>
                    <a:pt x="21204" y="13745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52" name="Shape">
              <a:extLst>
                <a:ext uri="{FF2B5EF4-FFF2-40B4-BE49-F238E27FC236}">
                  <a16:creationId xmlns:a16="http://schemas.microsoft.com/office/drawing/2014/main" id="{E33A10AE-8D8E-4682-ABC9-20E9787CAE52}"/>
                </a:ext>
              </a:extLst>
            </p:cNvPr>
            <p:cNvSpPr/>
            <p:nvPr/>
          </p:nvSpPr>
          <p:spPr>
            <a:xfrm>
              <a:off x="8351650" y="1602413"/>
              <a:ext cx="49977" cy="32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872" extrusionOk="0">
                  <a:moveTo>
                    <a:pt x="5400" y="19872"/>
                  </a:moveTo>
                  <a:cubicBezTo>
                    <a:pt x="12600" y="19872"/>
                    <a:pt x="12600" y="19872"/>
                    <a:pt x="12600" y="19872"/>
                  </a:cubicBezTo>
                  <a:cubicBezTo>
                    <a:pt x="18000" y="12672"/>
                    <a:pt x="18000" y="12672"/>
                    <a:pt x="18000" y="12672"/>
                  </a:cubicBezTo>
                  <a:cubicBezTo>
                    <a:pt x="21600" y="7872"/>
                    <a:pt x="21600" y="7872"/>
                    <a:pt x="21600" y="7872"/>
                  </a:cubicBezTo>
                  <a:cubicBezTo>
                    <a:pt x="14400" y="3072"/>
                    <a:pt x="14400" y="3072"/>
                    <a:pt x="14400" y="3072"/>
                  </a:cubicBezTo>
                  <a:cubicBezTo>
                    <a:pt x="14400" y="3072"/>
                    <a:pt x="9000" y="-1728"/>
                    <a:pt x="7200" y="672"/>
                  </a:cubicBezTo>
                  <a:cubicBezTo>
                    <a:pt x="7200" y="3072"/>
                    <a:pt x="0" y="15072"/>
                    <a:pt x="0" y="15072"/>
                  </a:cubicBezTo>
                  <a:lnTo>
                    <a:pt x="5400" y="19872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53" name="Shape">
              <a:extLst>
                <a:ext uri="{FF2B5EF4-FFF2-40B4-BE49-F238E27FC236}">
                  <a16:creationId xmlns:a16="http://schemas.microsoft.com/office/drawing/2014/main" id="{E000E290-84CE-4370-B2E8-4E16D0C56A41}"/>
                </a:ext>
              </a:extLst>
            </p:cNvPr>
            <p:cNvSpPr/>
            <p:nvPr/>
          </p:nvSpPr>
          <p:spPr>
            <a:xfrm>
              <a:off x="7721963" y="1789572"/>
              <a:ext cx="209897" cy="469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514" y="2987"/>
                  </a:moveTo>
                  <a:lnTo>
                    <a:pt x="18514" y="2068"/>
                  </a:lnTo>
                  <a:lnTo>
                    <a:pt x="17486" y="1609"/>
                  </a:lnTo>
                  <a:lnTo>
                    <a:pt x="10800" y="689"/>
                  </a:lnTo>
                  <a:lnTo>
                    <a:pt x="4629" y="0"/>
                  </a:lnTo>
                  <a:lnTo>
                    <a:pt x="4114" y="689"/>
                  </a:lnTo>
                  <a:lnTo>
                    <a:pt x="3086" y="1609"/>
                  </a:lnTo>
                  <a:lnTo>
                    <a:pt x="1543" y="2068"/>
                  </a:lnTo>
                  <a:lnTo>
                    <a:pt x="1029" y="3217"/>
                  </a:lnTo>
                  <a:lnTo>
                    <a:pt x="1543" y="4596"/>
                  </a:lnTo>
                  <a:lnTo>
                    <a:pt x="1543" y="5745"/>
                  </a:lnTo>
                  <a:lnTo>
                    <a:pt x="1029" y="6894"/>
                  </a:lnTo>
                  <a:lnTo>
                    <a:pt x="2571" y="7353"/>
                  </a:lnTo>
                  <a:lnTo>
                    <a:pt x="4629" y="7813"/>
                  </a:lnTo>
                  <a:lnTo>
                    <a:pt x="5657" y="8732"/>
                  </a:lnTo>
                  <a:lnTo>
                    <a:pt x="7714" y="9651"/>
                  </a:lnTo>
                  <a:lnTo>
                    <a:pt x="10286" y="10570"/>
                  </a:lnTo>
                  <a:lnTo>
                    <a:pt x="10286" y="10800"/>
                  </a:lnTo>
                  <a:lnTo>
                    <a:pt x="9257" y="12179"/>
                  </a:lnTo>
                  <a:lnTo>
                    <a:pt x="5143" y="13328"/>
                  </a:lnTo>
                  <a:lnTo>
                    <a:pt x="1543" y="14706"/>
                  </a:lnTo>
                  <a:lnTo>
                    <a:pt x="1029" y="15396"/>
                  </a:lnTo>
                  <a:lnTo>
                    <a:pt x="0" y="16545"/>
                  </a:lnTo>
                  <a:lnTo>
                    <a:pt x="514" y="17234"/>
                  </a:lnTo>
                  <a:lnTo>
                    <a:pt x="1543" y="18153"/>
                  </a:lnTo>
                  <a:lnTo>
                    <a:pt x="4114" y="19072"/>
                  </a:lnTo>
                  <a:lnTo>
                    <a:pt x="6171" y="19532"/>
                  </a:lnTo>
                  <a:lnTo>
                    <a:pt x="7714" y="19762"/>
                  </a:lnTo>
                  <a:lnTo>
                    <a:pt x="12857" y="19762"/>
                  </a:lnTo>
                  <a:lnTo>
                    <a:pt x="12343" y="20681"/>
                  </a:lnTo>
                  <a:lnTo>
                    <a:pt x="12343" y="21370"/>
                  </a:lnTo>
                  <a:lnTo>
                    <a:pt x="12857" y="21600"/>
                  </a:lnTo>
                  <a:lnTo>
                    <a:pt x="13371" y="21600"/>
                  </a:lnTo>
                  <a:lnTo>
                    <a:pt x="13886" y="19991"/>
                  </a:lnTo>
                  <a:lnTo>
                    <a:pt x="14400" y="19762"/>
                  </a:lnTo>
                  <a:lnTo>
                    <a:pt x="15943" y="18843"/>
                  </a:lnTo>
                  <a:lnTo>
                    <a:pt x="18514" y="17923"/>
                  </a:lnTo>
                  <a:lnTo>
                    <a:pt x="18514" y="14936"/>
                  </a:lnTo>
                  <a:lnTo>
                    <a:pt x="20571" y="14017"/>
                  </a:lnTo>
                  <a:lnTo>
                    <a:pt x="21086" y="12179"/>
                  </a:lnTo>
                  <a:lnTo>
                    <a:pt x="21600" y="11030"/>
                  </a:lnTo>
                  <a:lnTo>
                    <a:pt x="21600" y="8272"/>
                  </a:lnTo>
                  <a:lnTo>
                    <a:pt x="20571" y="6894"/>
                  </a:lnTo>
                  <a:lnTo>
                    <a:pt x="17486" y="6894"/>
                  </a:lnTo>
                  <a:lnTo>
                    <a:pt x="18000" y="5745"/>
                  </a:lnTo>
                  <a:lnTo>
                    <a:pt x="19029" y="4596"/>
                  </a:lnTo>
                  <a:lnTo>
                    <a:pt x="20057" y="4136"/>
                  </a:lnTo>
                  <a:lnTo>
                    <a:pt x="19543" y="3906"/>
                  </a:lnTo>
                  <a:lnTo>
                    <a:pt x="18514" y="298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54" name="Shape">
              <a:extLst>
                <a:ext uri="{FF2B5EF4-FFF2-40B4-BE49-F238E27FC236}">
                  <a16:creationId xmlns:a16="http://schemas.microsoft.com/office/drawing/2014/main" id="{EFF9635C-D94B-441B-958C-11DCD458EA60}"/>
                </a:ext>
              </a:extLst>
            </p:cNvPr>
            <p:cNvSpPr/>
            <p:nvPr/>
          </p:nvSpPr>
          <p:spPr>
            <a:xfrm>
              <a:off x="7681987" y="2114493"/>
              <a:ext cx="164918" cy="2699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91" y="4000"/>
                  </a:moveTo>
                  <a:lnTo>
                    <a:pt x="5236" y="2800"/>
                  </a:lnTo>
                  <a:lnTo>
                    <a:pt x="6545" y="800"/>
                  </a:lnTo>
                  <a:lnTo>
                    <a:pt x="7200" y="400"/>
                  </a:lnTo>
                  <a:lnTo>
                    <a:pt x="5891" y="0"/>
                  </a:lnTo>
                  <a:lnTo>
                    <a:pt x="3273" y="0"/>
                  </a:lnTo>
                  <a:lnTo>
                    <a:pt x="1309" y="800"/>
                  </a:lnTo>
                  <a:lnTo>
                    <a:pt x="0" y="2000"/>
                  </a:lnTo>
                  <a:lnTo>
                    <a:pt x="7855" y="21600"/>
                  </a:lnTo>
                  <a:lnTo>
                    <a:pt x="21600" y="20400"/>
                  </a:lnTo>
                  <a:lnTo>
                    <a:pt x="20945" y="17200"/>
                  </a:lnTo>
                  <a:lnTo>
                    <a:pt x="18982" y="16000"/>
                  </a:lnTo>
                  <a:lnTo>
                    <a:pt x="18327" y="15200"/>
                  </a:lnTo>
                  <a:lnTo>
                    <a:pt x="17018" y="14800"/>
                  </a:lnTo>
                  <a:lnTo>
                    <a:pt x="15055" y="13600"/>
                  </a:lnTo>
                  <a:lnTo>
                    <a:pt x="13091" y="12800"/>
                  </a:lnTo>
                  <a:lnTo>
                    <a:pt x="9164" y="8000"/>
                  </a:lnTo>
                  <a:lnTo>
                    <a:pt x="10473" y="6800"/>
                  </a:lnTo>
                  <a:lnTo>
                    <a:pt x="7200" y="5600"/>
                  </a:lnTo>
                  <a:lnTo>
                    <a:pt x="5891" y="400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55" name="Shape">
              <a:extLst>
                <a:ext uri="{FF2B5EF4-FFF2-40B4-BE49-F238E27FC236}">
                  <a16:creationId xmlns:a16="http://schemas.microsoft.com/office/drawing/2014/main" id="{C88398CF-FDD9-4610-B335-263E787130D2}"/>
                </a:ext>
              </a:extLst>
            </p:cNvPr>
            <p:cNvSpPr/>
            <p:nvPr/>
          </p:nvSpPr>
          <p:spPr>
            <a:xfrm>
              <a:off x="6882384" y="1664599"/>
              <a:ext cx="939533" cy="6098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57" y="15934"/>
                  </a:moveTo>
                  <a:lnTo>
                    <a:pt x="19417" y="15934"/>
                  </a:lnTo>
                  <a:lnTo>
                    <a:pt x="19647" y="16111"/>
                  </a:lnTo>
                  <a:lnTo>
                    <a:pt x="19647" y="15757"/>
                  </a:lnTo>
                  <a:lnTo>
                    <a:pt x="20451" y="14695"/>
                  </a:lnTo>
                  <a:lnTo>
                    <a:pt x="21370" y="13810"/>
                  </a:lnTo>
                  <a:lnTo>
                    <a:pt x="21600" y="12748"/>
                  </a:lnTo>
                  <a:lnTo>
                    <a:pt x="21600" y="12570"/>
                  </a:lnTo>
                  <a:lnTo>
                    <a:pt x="21026" y="11862"/>
                  </a:lnTo>
                  <a:lnTo>
                    <a:pt x="20566" y="11154"/>
                  </a:lnTo>
                  <a:lnTo>
                    <a:pt x="20336" y="10446"/>
                  </a:lnTo>
                  <a:lnTo>
                    <a:pt x="19877" y="10092"/>
                  </a:lnTo>
                  <a:lnTo>
                    <a:pt x="19532" y="9738"/>
                  </a:lnTo>
                  <a:lnTo>
                    <a:pt x="19647" y="8852"/>
                  </a:lnTo>
                  <a:lnTo>
                    <a:pt x="19647" y="7967"/>
                  </a:lnTo>
                  <a:lnTo>
                    <a:pt x="19532" y="6905"/>
                  </a:lnTo>
                  <a:lnTo>
                    <a:pt x="19647" y="6020"/>
                  </a:lnTo>
                  <a:lnTo>
                    <a:pt x="19991" y="5666"/>
                  </a:lnTo>
                  <a:lnTo>
                    <a:pt x="20221" y="4957"/>
                  </a:lnTo>
                  <a:lnTo>
                    <a:pt x="20336" y="4426"/>
                  </a:lnTo>
                  <a:lnTo>
                    <a:pt x="20566" y="3541"/>
                  </a:lnTo>
                  <a:lnTo>
                    <a:pt x="20221" y="3187"/>
                  </a:lnTo>
                  <a:lnTo>
                    <a:pt x="19877" y="3187"/>
                  </a:lnTo>
                  <a:lnTo>
                    <a:pt x="19532" y="3010"/>
                  </a:lnTo>
                  <a:lnTo>
                    <a:pt x="19072" y="1770"/>
                  </a:lnTo>
                  <a:lnTo>
                    <a:pt x="18613" y="885"/>
                  </a:lnTo>
                  <a:lnTo>
                    <a:pt x="17694" y="0"/>
                  </a:lnTo>
                  <a:lnTo>
                    <a:pt x="2757" y="4072"/>
                  </a:lnTo>
                  <a:lnTo>
                    <a:pt x="2528" y="2302"/>
                  </a:lnTo>
                  <a:lnTo>
                    <a:pt x="1838" y="3010"/>
                  </a:lnTo>
                  <a:lnTo>
                    <a:pt x="1264" y="3718"/>
                  </a:lnTo>
                  <a:lnTo>
                    <a:pt x="689" y="4249"/>
                  </a:lnTo>
                  <a:lnTo>
                    <a:pt x="0" y="4957"/>
                  </a:lnTo>
                  <a:lnTo>
                    <a:pt x="1838" y="21600"/>
                  </a:lnTo>
                  <a:lnTo>
                    <a:pt x="18383" y="16820"/>
                  </a:lnTo>
                  <a:lnTo>
                    <a:pt x="18613" y="16289"/>
                  </a:lnTo>
                  <a:lnTo>
                    <a:pt x="18957" y="15934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56" name="Shape">
              <a:extLst>
                <a:ext uri="{FF2B5EF4-FFF2-40B4-BE49-F238E27FC236}">
                  <a16:creationId xmlns:a16="http://schemas.microsoft.com/office/drawing/2014/main" id="{1045AB7B-F4B5-4DBB-A6E0-8FF3931D8A3C}"/>
                </a:ext>
              </a:extLst>
            </p:cNvPr>
            <p:cNvSpPr/>
            <p:nvPr/>
          </p:nvSpPr>
          <p:spPr>
            <a:xfrm>
              <a:off x="6002819" y="4109016"/>
              <a:ext cx="1454273" cy="113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0"/>
                  </a:moveTo>
                  <a:lnTo>
                    <a:pt x="14845" y="0"/>
                  </a:lnTo>
                  <a:lnTo>
                    <a:pt x="15513" y="189"/>
                  </a:lnTo>
                  <a:lnTo>
                    <a:pt x="15588" y="663"/>
                  </a:lnTo>
                  <a:lnTo>
                    <a:pt x="15662" y="947"/>
                  </a:lnTo>
                  <a:lnTo>
                    <a:pt x="15959" y="1137"/>
                  </a:lnTo>
                  <a:lnTo>
                    <a:pt x="16181" y="1611"/>
                  </a:lnTo>
                  <a:lnTo>
                    <a:pt x="16553" y="2842"/>
                  </a:lnTo>
                  <a:lnTo>
                    <a:pt x="16998" y="3789"/>
                  </a:lnTo>
                  <a:lnTo>
                    <a:pt x="17592" y="5211"/>
                  </a:lnTo>
                  <a:lnTo>
                    <a:pt x="17889" y="5874"/>
                  </a:lnTo>
                  <a:lnTo>
                    <a:pt x="18631" y="7295"/>
                  </a:lnTo>
                  <a:lnTo>
                    <a:pt x="19002" y="7674"/>
                  </a:lnTo>
                  <a:lnTo>
                    <a:pt x="19225" y="7958"/>
                  </a:lnTo>
                  <a:lnTo>
                    <a:pt x="19225" y="9095"/>
                  </a:lnTo>
                  <a:lnTo>
                    <a:pt x="19002" y="8147"/>
                  </a:lnTo>
                  <a:lnTo>
                    <a:pt x="18928" y="9095"/>
                  </a:lnTo>
                  <a:lnTo>
                    <a:pt x="19373" y="10042"/>
                  </a:lnTo>
                  <a:lnTo>
                    <a:pt x="19893" y="10989"/>
                  </a:lnTo>
                  <a:lnTo>
                    <a:pt x="20412" y="12221"/>
                  </a:lnTo>
                  <a:lnTo>
                    <a:pt x="20784" y="12979"/>
                  </a:lnTo>
                  <a:lnTo>
                    <a:pt x="21229" y="13642"/>
                  </a:lnTo>
                  <a:lnTo>
                    <a:pt x="21452" y="14495"/>
                  </a:lnTo>
                  <a:lnTo>
                    <a:pt x="21600" y="15916"/>
                  </a:lnTo>
                  <a:lnTo>
                    <a:pt x="21600" y="18284"/>
                  </a:lnTo>
                  <a:lnTo>
                    <a:pt x="21377" y="18568"/>
                  </a:lnTo>
                  <a:lnTo>
                    <a:pt x="21229" y="18947"/>
                  </a:lnTo>
                  <a:lnTo>
                    <a:pt x="21229" y="19421"/>
                  </a:lnTo>
                  <a:lnTo>
                    <a:pt x="21303" y="19989"/>
                  </a:lnTo>
                  <a:lnTo>
                    <a:pt x="21229" y="20653"/>
                  </a:lnTo>
                  <a:lnTo>
                    <a:pt x="21006" y="21316"/>
                  </a:lnTo>
                  <a:lnTo>
                    <a:pt x="20784" y="21505"/>
                  </a:lnTo>
                  <a:lnTo>
                    <a:pt x="20561" y="21600"/>
                  </a:lnTo>
                  <a:lnTo>
                    <a:pt x="20709" y="21221"/>
                  </a:lnTo>
                  <a:lnTo>
                    <a:pt x="20858" y="21032"/>
                  </a:lnTo>
                  <a:lnTo>
                    <a:pt x="20858" y="20558"/>
                  </a:lnTo>
                  <a:lnTo>
                    <a:pt x="20784" y="20558"/>
                  </a:lnTo>
                  <a:lnTo>
                    <a:pt x="20338" y="20937"/>
                  </a:lnTo>
                  <a:lnTo>
                    <a:pt x="20041" y="21032"/>
                  </a:lnTo>
                  <a:lnTo>
                    <a:pt x="19819" y="20937"/>
                  </a:lnTo>
                  <a:lnTo>
                    <a:pt x="19596" y="21032"/>
                  </a:lnTo>
                  <a:lnTo>
                    <a:pt x="19373" y="21221"/>
                  </a:lnTo>
                  <a:lnTo>
                    <a:pt x="19225" y="21126"/>
                  </a:lnTo>
                  <a:lnTo>
                    <a:pt x="18928" y="21032"/>
                  </a:lnTo>
                  <a:lnTo>
                    <a:pt x="18779" y="20747"/>
                  </a:lnTo>
                  <a:lnTo>
                    <a:pt x="18854" y="20558"/>
                  </a:lnTo>
                  <a:lnTo>
                    <a:pt x="18928" y="20558"/>
                  </a:lnTo>
                  <a:lnTo>
                    <a:pt x="19447" y="20653"/>
                  </a:lnTo>
                  <a:lnTo>
                    <a:pt x="19596" y="20558"/>
                  </a:lnTo>
                  <a:lnTo>
                    <a:pt x="19522" y="20463"/>
                  </a:lnTo>
                  <a:lnTo>
                    <a:pt x="19299" y="20274"/>
                  </a:lnTo>
                  <a:lnTo>
                    <a:pt x="19002" y="20368"/>
                  </a:lnTo>
                  <a:lnTo>
                    <a:pt x="18779" y="20084"/>
                  </a:lnTo>
                  <a:lnTo>
                    <a:pt x="18557" y="19611"/>
                  </a:lnTo>
                  <a:lnTo>
                    <a:pt x="18260" y="19232"/>
                  </a:lnTo>
                  <a:lnTo>
                    <a:pt x="18186" y="18947"/>
                  </a:lnTo>
                  <a:lnTo>
                    <a:pt x="17963" y="18568"/>
                  </a:lnTo>
                  <a:lnTo>
                    <a:pt x="17592" y="18474"/>
                  </a:lnTo>
                  <a:lnTo>
                    <a:pt x="17295" y="18284"/>
                  </a:lnTo>
                  <a:lnTo>
                    <a:pt x="16998" y="18189"/>
                  </a:lnTo>
                  <a:lnTo>
                    <a:pt x="16701" y="17147"/>
                  </a:lnTo>
                  <a:lnTo>
                    <a:pt x="16553" y="16768"/>
                  </a:lnTo>
                  <a:lnTo>
                    <a:pt x="16330" y="16484"/>
                  </a:lnTo>
                  <a:lnTo>
                    <a:pt x="16256" y="16295"/>
                  </a:lnTo>
                  <a:lnTo>
                    <a:pt x="16033" y="16011"/>
                  </a:lnTo>
                  <a:lnTo>
                    <a:pt x="15810" y="15821"/>
                  </a:lnTo>
                  <a:lnTo>
                    <a:pt x="15885" y="15442"/>
                  </a:lnTo>
                  <a:lnTo>
                    <a:pt x="15959" y="15253"/>
                  </a:lnTo>
                  <a:lnTo>
                    <a:pt x="15736" y="14684"/>
                  </a:lnTo>
                  <a:lnTo>
                    <a:pt x="15513" y="14779"/>
                  </a:lnTo>
                  <a:lnTo>
                    <a:pt x="15513" y="15442"/>
                  </a:lnTo>
                  <a:lnTo>
                    <a:pt x="15365" y="15442"/>
                  </a:lnTo>
                  <a:lnTo>
                    <a:pt x="14994" y="14968"/>
                  </a:lnTo>
                  <a:lnTo>
                    <a:pt x="14623" y="14211"/>
                  </a:lnTo>
                  <a:lnTo>
                    <a:pt x="14326" y="13832"/>
                  </a:lnTo>
                  <a:lnTo>
                    <a:pt x="14400" y="13642"/>
                  </a:lnTo>
                  <a:lnTo>
                    <a:pt x="14252" y="13263"/>
                  </a:lnTo>
                  <a:lnTo>
                    <a:pt x="14029" y="13168"/>
                  </a:lnTo>
                  <a:lnTo>
                    <a:pt x="14252" y="12600"/>
                  </a:lnTo>
                  <a:lnTo>
                    <a:pt x="14400" y="12316"/>
                  </a:lnTo>
                  <a:lnTo>
                    <a:pt x="14548" y="11747"/>
                  </a:lnTo>
                  <a:lnTo>
                    <a:pt x="14400" y="11463"/>
                  </a:lnTo>
                  <a:lnTo>
                    <a:pt x="14326" y="11842"/>
                  </a:lnTo>
                  <a:lnTo>
                    <a:pt x="14177" y="11747"/>
                  </a:lnTo>
                  <a:lnTo>
                    <a:pt x="14177" y="11558"/>
                  </a:lnTo>
                  <a:lnTo>
                    <a:pt x="13955" y="11179"/>
                  </a:lnTo>
                  <a:lnTo>
                    <a:pt x="13880" y="11179"/>
                  </a:lnTo>
                  <a:lnTo>
                    <a:pt x="13880" y="11274"/>
                  </a:lnTo>
                  <a:lnTo>
                    <a:pt x="13955" y="11463"/>
                  </a:lnTo>
                  <a:lnTo>
                    <a:pt x="14029" y="11747"/>
                  </a:lnTo>
                  <a:lnTo>
                    <a:pt x="14029" y="12126"/>
                  </a:lnTo>
                  <a:lnTo>
                    <a:pt x="13880" y="12316"/>
                  </a:lnTo>
                  <a:lnTo>
                    <a:pt x="13658" y="12032"/>
                  </a:lnTo>
                  <a:lnTo>
                    <a:pt x="13435" y="11558"/>
                  </a:lnTo>
                  <a:lnTo>
                    <a:pt x="13361" y="11368"/>
                  </a:lnTo>
                  <a:lnTo>
                    <a:pt x="13361" y="10421"/>
                  </a:lnTo>
                  <a:lnTo>
                    <a:pt x="13509" y="10042"/>
                  </a:lnTo>
                  <a:lnTo>
                    <a:pt x="13584" y="9284"/>
                  </a:lnTo>
                  <a:lnTo>
                    <a:pt x="13584" y="8811"/>
                  </a:lnTo>
                  <a:lnTo>
                    <a:pt x="13509" y="8147"/>
                  </a:lnTo>
                  <a:lnTo>
                    <a:pt x="13361" y="7484"/>
                  </a:lnTo>
                  <a:lnTo>
                    <a:pt x="13138" y="7295"/>
                  </a:lnTo>
                  <a:lnTo>
                    <a:pt x="12915" y="6821"/>
                  </a:lnTo>
                  <a:lnTo>
                    <a:pt x="12470" y="6726"/>
                  </a:lnTo>
                  <a:lnTo>
                    <a:pt x="12247" y="6726"/>
                  </a:lnTo>
                  <a:lnTo>
                    <a:pt x="12099" y="6347"/>
                  </a:lnTo>
                  <a:lnTo>
                    <a:pt x="11876" y="6253"/>
                  </a:lnTo>
                  <a:lnTo>
                    <a:pt x="11579" y="5779"/>
                  </a:lnTo>
                  <a:lnTo>
                    <a:pt x="11282" y="5684"/>
                  </a:lnTo>
                  <a:lnTo>
                    <a:pt x="11208" y="5211"/>
                  </a:lnTo>
                  <a:lnTo>
                    <a:pt x="11060" y="5021"/>
                  </a:lnTo>
                  <a:lnTo>
                    <a:pt x="10614" y="4547"/>
                  </a:lnTo>
                  <a:lnTo>
                    <a:pt x="10243" y="4168"/>
                  </a:lnTo>
                  <a:lnTo>
                    <a:pt x="9946" y="3979"/>
                  </a:lnTo>
                  <a:lnTo>
                    <a:pt x="9649" y="3695"/>
                  </a:lnTo>
                  <a:lnTo>
                    <a:pt x="9427" y="3600"/>
                  </a:lnTo>
                  <a:lnTo>
                    <a:pt x="9056" y="3600"/>
                  </a:lnTo>
                  <a:lnTo>
                    <a:pt x="8685" y="3695"/>
                  </a:lnTo>
                  <a:lnTo>
                    <a:pt x="8610" y="3979"/>
                  </a:lnTo>
                  <a:lnTo>
                    <a:pt x="8685" y="4263"/>
                  </a:lnTo>
                  <a:lnTo>
                    <a:pt x="8610" y="4453"/>
                  </a:lnTo>
                  <a:lnTo>
                    <a:pt x="8462" y="4453"/>
                  </a:lnTo>
                  <a:lnTo>
                    <a:pt x="8313" y="4263"/>
                  </a:lnTo>
                  <a:lnTo>
                    <a:pt x="7942" y="4642"/>
                  </a:lnTo>
                  <a:lnTo>
                    <a:pt x="7497" y="5116"/>
                  </a:lnTo>
                  <a:lnTo>
                    <a:pt x="6977" y="5305"/>
                  </a:lnTo>
                  <a:lnTo>
                    <a:pt x="6161" y="5589"/>
                  </a:lnTo>
                  <a:lnTo>
                    <a:pt x="6161" y="5021"/>
                  </a:lnTo>
                  <a:lnTo>
                    <a:pt x="5938" y="4737"/>
                  </a:lnTo>
                  <a:lnTo>
                    <a:pt x="5715" y="4642"/>
                  </a:lnTo>
                  <a:lnTo>
                    <a:pt x="5344" y="4358"/>
                  </a:lnTo>
                  <a:lnTo>
                    <a:pt x="5641" y="4168"/>
                  </a:lnTo>
                  <a:lnTo>
                    <a:pt x="5715" y="4074"/>
                  </a:lnTo>
                  <a:lnTo>
                    <a:pt x="5196" y="3979"/>
                  </a:lnTo>
                  <a:lnTo>
                    <a:pt x="5196" y="3695"/>
                  </a:lnTo>
                  <a:lnTo>
                    <a:pt x="5344" y="3695"/>
                  </a:lnTo>
                  <a:lnTo>
                    <a:pt x="5419" y="3505"/>
                  </a:lnTo>
                  <a:lnTo>
                    <a:pt x="5419" y="3316"/>
                  </a:lnTo>
                  <a:lnTo>
                    <a:pt x="5344" y="3316"/>
                  </a:lnTo>
                  <a:lnTo>
                    <a:pt x="5196" y="3411"/>
                  </a:lnTo>
                  <a:lnTo>
                    <a:pt x="5196" y="3505"/>
                  </a:lnTo>
                  <a:lnTo>
                    <a:pt x="5122" y="3600"/>
                  </a:lnTo>
                  <a:lnTo>
                    <a:pt x="4973" y="3411"/>
                  </a:lnTo>
                  <a:lnTo>
                    <a:pt x="4602" y="3411"/>
                  </a:lnTo>
                  <a:lnTo>
                    <a:pt x="4751" y="3695"/>
                  </a:lnTo>
                  <a:lnTo>
                    <a:pt x="4825" y="3695"/>
                  </a:lnTo>
                  <a:lnTo>
                    <a:pt x="4899" y="4074"/>
                  </a:lnTo>
                  <a:lnTo>
                    <a:pt x="4825" y="4074"/>
                  </a:lnTo>
                  <a:lnTo>
                    <a:pt x="4528" y="3884"/>
                  </a:lnTo>
                  <a:lnTo>
                    <a:pt x="4231" y="3600"/>
                  </a:lnTo>
                  <a:lnTo>
                    <a:pt x="3934" y="3505"/>
                  </a:lnTo>
                  <a:lnTo>
                    <a:pt x="3266" y="3505"/>
                  </a:lnTo>
                  <a:lnTo>
                    <a:pt x="3043" y="3316"/>
                  </a:lnTo>
                  <a:lnTo>
                    <a:pt x="2895" y="3126"/>
                  </a:lnTo>
                  <a:lnTo>
                    <a:pt x="2672" y="3126"/>
                  </a:lnTo>
                  <a:lnTo>
                    <a:pt x="1930" y="3316"/>
                  </a:lnTo>
                  <a:lnTo>
                    <a:pt x="1410" y="3316"/>
                  </a:lnTo>
                  <a:lnTo>
                    <a:pt x="1039" y="3600"/>
                  </a:lnTo>
                  <a:lnTo>
                    <a:pt x="816" y="3695"/>
                  </a:lnTo>
                  <a:lnTo>
                    <a:pt x="520" y="3032"/>
                  </a:lnTo>
                  <a:lnTo>
                    <a:pt x="445" y="2558"/>
                  </a:lnTo>
                  <a:lnTo>
                    <a:pt x="148" y="2084"/>
                  </a:lnTo>
                  <a:lnTo>
                    <a:pt x="0" y="1895"/>
                  </a:lnTo>
                  <a:lnTo>
                    <a:pt x="0" y="1611"/>
                  </a:lnTo>
                  <a:lnTo>
                    <a:pt x="223" y="1516"/>
                  </a:lnTo>
                  <a:lnTo>
                    <a:pt x="742" y="1326"/>
                  </a:lnTo>
                  <a:lnTo>
                    <a:pt x="1336" y="1137"/>
                  </a:lnTo>
                  <a:lnTo>
                    <a:pt x="6903" y="568"/>
                  </a:lnTo>
                  <a:lnTo>
                    <a:pt x="7274" y="1516"/>
                  </a:lnTo>
                  <a:lnTo>
                    <a:pt x="14029" y="1042"/>
                  </a:lnTo>
                  <a:lnTo>
                    <a:pt x="14103" y="1800"/>
                  </a:lnTo>
                  <a:lnTo>
                    <a:pt x="14623" y="1800"/>
                  </a:lnTo>
                  <a:lnTo>
                    <a:pt x="14400" y="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57" name="Shape">
              <a:extLst>
                <a:ext uri="{FF2B5EF4-FFF2-40B4-BE49-F238E27FC236}">
                  <a16:creationId xmlns:a16="http://schemas.microsoft.com/office/drawing/2014/main" id="{A815B7C3-8621-42CB-A37D-3BF63D24B99D}"/>
                </a:ext>
              </a:extLst>
            </p:cNvPr>
            <p:cNvSpPr/>
            <p:nvPr/>
          </p:nvSpPr>
          <p:spPr>
            <a:xfrm>
              <a:off x="4873379" y="3809089"/>
              <a:ext cx="909552" cy="8048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1" y="19990"/>
                  </a:moveTo>
                  <a:lnTo>
                    <a:pt x="21244" y="19990"/>
                  </a:lnTo>
                  <a:lnTo>
                    <a:pt x="20888" y="19722"/>
                  </a:lnTo>
                  <a:lnTo>
                    <a:pt x="20532" y="19722"/>
                  </a:lnTo>
                  <a:lnTo>
                    <a:pt x="20295" y="19588"/>
                  </a:lnTo>
                  <a:lnTo>
                    <a:pt x="19701" y="19185"/>
                  </a:lnTo>
                  <a:lnTo>
                    <a:pt x="19582" y="19185"/>
                  </a:lnTo>
                  <a:lnTo>
                    <a:pt x="18989" y="18648"/>
                  </a:lnTo>
                  <a:lnTo>
                    <a:pt x="18752" y="18380"/>
                  </a:lnTo>
                  <a:lnTo>
                    <a:pt x="18396" y="18246"/>
                  </a:lnTo>
                  <a:lnTo>
                    <a:pt x="18040" y="17978"/>
                  </a:lnTo>
                  <a:lnTo>
                    <a:pt x="17802" y="17709"/>
                  </a:lnTo>
                  <a:lnTo>
                    <a:pt x="18158" y="17709"/>
                  </a:lnTo>
                  <a:lnTo>
                    <a:pt x="18396" y="17441"/>
                  </a:lnTo>
                  <a:lnTo>
                    <a:pt x="18989" y="17441"/>
                  </a:lnTo>
                  <a:lnTo>
                    <a:pt x="19108" y="17173"/>
                  </a:lnTo>
                  <a:lnTo>
                    <a:pt x="19701" y="17173"/>
                  </a:lnTo>
                  <a:lnTo>
                    <a:pt x="19938" y="16904"/>
                  </a:lnTo>
                  <a:lnTo>
                    <a:pt x="19582" y="16234"/>
                  </a:lnTo>
                  <a:lnTo>
                    <a:pt x="19226" y="15831"/>
                  </a:lnTo>
                  <a:lnTo>
                    <a:pt x="19108" y="15831"/>
                  </a:lnTo>
                  <a:lnTo>
                    <a:pt x="17921" y="16234"/>
                  </a:lnTo>
                  <a:lnTo>
                    <a:pt x="17565" y="16368"/>
                  </a:lnTo>
                  <a:lnTo>
                    <a:pt x="17209" y="16368"/>
                  </a:lnTo>
                  <a:lnTo>
                    <a:pt x="17209" y="16234"/>
                  </a:lnTo>
                  <a:lnTo>
                    <a:pt x="17565" y="15965"/>
                  </a:lnTo>
                  <a:lnTo>
                    <a:pt x="17921" y="15831"/>
                  </a:lnTo>
                  <a:lnTo>
                    <a:pt x="18277" y="15563"/>
                  </a:lnTo>
                  <a:lnTo>
                    <a:pt x="18277" y="14758"/>
                  </a:lnTo>
                  <a:lnTo>
                    <a:pt x="18158" y="13819"/>
                  </a:lnTo>
                  <a:lnTo>
                    <a:pt x="17802" y="13282"/>
                  </a:lnTo>
                  <a:lnTo>
                    <a:pt x="17565" y="12745"/>
                  </a:lnTo>
                  <a:lnTo>
                    <a:pt x="17684" y="10599"/>
                  </a:lnTo>
                  <a:lnTo>
                    <a:pt x="9969" y="11001"/>
                  </a:lnTo>
                  <a:lnTo>
                    <a:pt x="9851" y="10465"/>
                  </a:lnTo>
                  <a:lnTo>
                    <a:pt x="9851" y="10062"/>
                  </a:lnTo>
                  <a:lnTo>
                    <a:pt x="9969" y="9794"/>
                  </a:lnTo>
                  <a:lnTo>
                    <a:pt x="10325" y="9525"/>
                  </a:lnTo>
                  <a:lnTo>
                    <a:pt x="10325" y="8586"/>
                  </a:lnTo>
                  <a:lnTo>
                    <a:pt x="10444" y="8184"/>
                  </a:lnTo>
                  <a:lnTo>
                    <a:pt x="10563" y="8050"/>
                  </a:lnTo>
                  <a:lnTo>
                    <a:pt x="10681" y="7781"/>
                  </a:lnTo>
                  <a:lnTo>
                    <a:pt x="10800" y="6842"/>
                  </a:lnTo>
                  <a:lnTo>
                    <a:pt x="11037" y="6574"/>
                  </a:lnTo>
                  <a:lnTo>
                    <a:pt x="11512" y="5769"/>
                  </a:lnTo>
                  <a:lnTo>
                    <a:pt x="11631" y="5501"/>
                  </a:lnTo>
                  <a:lnTo>
                    <a:pt x="11631" y="4964"/>
                  </a:lnTo>
                  <a:lnTo>
                    <a:pt x="11749" y="4964"/>
                  </a:lnTo>
                  <a:lnTo>
                    <a:pt x="12105" y="4561"/>
                  </a:lnTo>
                  <a:lnTo>
                    <a:pt x="12224" y="3488"/>
                  </a:lnTo>
                  <a:lnTo>
                    <a:pt x="12105" y="3086"/>
                  </a:lnTo>
                  <a:lnTo>
                    <a:pt x="11749" y="2817"/>
                  </a:lnTo>
                  <a:lnTo>
                    <a:pt x="11749" y="2549"/>
                  </a:lnTo>
                  <a:lnTo>
                    <a:pt x="11631" y="1878"/>
                  </a:lnTo>
                  <a:lnTo>
                    <a:pt x="11631" y="1744"/>
                  </a:lnTo>
                  <a:lnTo>
                    <a:pt x="11512" y="1476"/>
                  </a:lnTo>
                  <a:lnTo>
                    <a:pt x="11156" y="1207"/>
                  </a:lnTo>
                  <a:lnTo>
                    <a:pt x="11631" y="939"/>
                  </a:lnTo>
                  <a:lnTo>
                    <a:pt x="11631" y="671"/>
                  </a:lnTo>
                  <a:lnTo>
                    <a:pt x="11512" y="268"/>
                  </a:lnTo>
                  <a:lnTo>
                    <a:pt x="11156" y="0"/>
                  </a:lnTo>
                  <a:lnTo>
                    <a:pt x="0" y="402"/>
                  </a:lnTo>
                  <a:lnTo>
                    <a:pt x="0" y="6306"/>
                  </a:lnTo>
                  <a:lnTo>
                    <a:pt x="831" y="7111"/>
                  </a:lnTo>
                  <a:lnTo>
                    <a:pt x="831" y="7379"/>
                  </a:lnTo>
                  <a:lnTo>
                    <a:pt x="1305" y="8586"/>
                  </a:lnTo>
                  <a:lnTo>
                    <a:pt x="1424" y="8855"/>
                  </a:lnTo>
                  <a:lnTo>
                    <a:pt x="1424" y="9660"/>
                  </a:lnTo>
                  <a:lnTo>
                    <a:pt x="1543" y="10062"/>
                  </a:lnTo>
                  <a:lnTo>
                    <a:pt x="1780" y="11135"/>
                  </a:lnTo>
                  <a:lnTo>
                    <a:pt x="2018" y="11940"/>
                  </a:lnTo>
                  <a:lnTo>
                    <a:pt x="1543" y="12611"/>
                  </a:lnTo>
                  <a:lnTo>
                    <a:pt x="1305" y="13684"/>
                  </a:lnTo>
                  <a:lnTo>
                    <a:pt x="1305" y="14087"/>
                  </a:lnTo>
                  <a:lnTo>
                    <a:pt x="1068" y="14758"/>
                  </a:lnTo>
                  <a:lnTo>
                    <a:pt x="1424" y="15697"/>
                  </a:lnTo>
                  <a:lnTo>
                    <a:pt x="1424" y="16234"/>
                  </a:lnTo>
                  <a:lnTo>
                    <a:pt x="1068" y="17575"/>
                  </a:lnTo>
                  <a:lnTo>
                    <a:pt x="712" y="18246"/>
                  </a:lnTo>
                  <a:lnTo>
                    <a:pt x="1780" y="18246"/>
                  </a:lnTo>
                  <a:lnTo>
                    <a:pt x="2136" y="17978"/>
                  </a:lnTo>
                  <a:lnTo>
                    <a:pt x="2967" y="17978"/>
                  </a:lnTo>
                  <a:lnTo>
                    <a:pt x="4035" y="18246"/>
                  </a:lnTo>
                  <a:lnTo>
                    <a:pt x="4629" y="18380"/>
                  </a:lnTo>
                  <a:lnTo>
                    <a:pt x="5222" y="18648"/>
                  </a:lnTo>
                  <a:lnTo>
                    <a:pt x="6053" y="19051"/>
                  </a:lnTo>
                  <a:lnTo>
                    <a:pt x="9376" y="19051"/>
                  </a:lnTo>
                  <a:lnTo>
                    <a:pt x="9495" y="18917"/>
                  </a:lnTo>
                  <a:lnTo>
                    <a:pt x="9257" y="18514"/>
                  </a:lnTo>
                  <a:lnTo>
                    <a:pt x="8545" y="18514"/>
                  </a:lnTo>
                  <a:lnTo>
                    <a:pt x="8308" y="18380"/>
                  </a:lnTo>
                  <a:lnTo>
                    <a:pt x="8426" y="17978"/>
                  </a:lnTo>
                  <a:lnTo>
                    <a:pt x="8545" y="17709"/>
                  </a:lnTo>
                  <a:lnTo>
                    <a:pt x="9138" y="17709"/>
                  </a:lnTo>
                  <a:lnTo>
                    <a:pt x="9969" y="18112"/>
                  </a:lnTo>
                  <a:lnTo>
                    <a:pt x="10800" y="18917"/>
                  </a:lnTo>
                  <a:lnTo>
                    <a:pt x="11512" y="19051"/>
                  </a:lnTo>
                  <a:lnTo>
                    <a:pt x="11987" y="18783"/>
                  </a:lnTo>
                  <a:lnTo>
                    <a:pt x="11868" y="19319"/>
                  </a:lnTo>
                  <a:lnTo>
                    <a:pt x="11631" y="20124"/>
                  </a:lnTo>
                  <a:lnTo>
                    <a:pt x="11868" y="20527"/>
                  </a:lnTo>
                  <a:lnTo>
                    <a:pt x="12580" y="20795"/>
                  </a:lnTo>
                  <a:lnTo>
                    <a:pt x="13174" y="20795"/>
                  </a:lnTo>
                  <a:lnTo>
                    <a:pt x="13648" y="21198"/>
                  </a:lnTo>
                  <a:lnTo>
                    <a:pt x="14123" y="21198"/>
                  </a:lnTo>
                  <a:lnTo>
                    <a:pt x="14360" y="20661"/>
                  </a:lnTo>
                  <a:lnTo>
                    <a:pt x="14835" y="20124"/>
                  </a:lnTo>
                  <a:lnTo>
                    <a:pt x="15191" y="19990"/>
                  </a:lnTo>
                  <a:lnTo>
                    <a:pt x="15666" y="20124"/>
                  </a:lnTo>
                  <a:lnTo>
                    <a:pt x="16141" y="20795"/>
                  </a:lnTo>
                  <a:lnTo>
                    <a:pt x="16615" y="20795"/>
                  </a:lnTo>
                  <a:lnTo>
                    <a:pt x="16853" y="20527"/>
                  </a:lnTo>
                  <a:lnTo>
                    <a:pt x="16615" y="19453"/>
                  </a:lnTo>
                  <a:lnTo>
                    <a:pt x="16615" y="19185"/>
                  </a:lnTo>
                  <a:lnTo>
                    <a:pt x="16853" y="18917"/>
                  </a:lnTo>
                  <a:lnTo>
                    <a:pt x="17327" y="18917"/>
                  </a:lnTo>
                  <a:lnTo>
                    <a:pt x="17802" y="19185"/>
                  </a:lnTo>
                  <a:lnTo>
                    <a:pt x="17802" y="19722"/>
                  </a:lnTo>
                  <a:lnTo>
                    <a:pt x="18752" y="19856"/>
                  </a:lnTo>
                  <a:lnTo>
                    <a:pt x="19582" y="20258"/>
                  </a:lnTo>
                  <a:lnTo>
                    <a:pt x="19938" y="20661"/>
                  </a:lnTo>
                  <a:lnTo>
                    <a:pt x="19701" y="21063"/>
                  </a:lnTo>
                  <a:lnTo>
                    <a:pt x="19582" y="21600"/>
                  </a:lnTo>
                  <a:lnTo>
                    <a:pt x="20057" y="21600"/>
                  </a:lnTo>
                  <a:lnTo>
                    <a:pt x="20295" y="21198"/>
                  </a:lnTo>
                  <a:lnTo>
                    <a:pt x="20532" y="20929"/>
                  </a:lnTo>
                  <a:lnTo>
                    <a:pt x="20888" y="21198"/>
                  </a:lnTo>
                  <a:lnTo>
                    <a:pt x="20888" y="21466"/>
                  </a:lnTo>
                  <a:lnTo>
                    <a:pt x="21125" y="21063"/>
                  </a:lnTo>
                  <a:lnTo>
                    <a:pt x="21600" y="20527"/>
                  </a:lnTo>
                  <a:lnTo>
                    <a:pt x="21481" y="1999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58" name="Shape">
              <a:extLst>
                <a:ext uri="{FF2B5EF4-FFF2-40B4-BE49-F238E27FC236}">
                  <a16:creationId xmlns:a16="http://schemas.microsoft.com/office/drawing/2014/main" id="{E3AB9C73-CABD-42E6-A77F-2117C45584EF}"/>
                </a:ext>
              </a:extLst>
            </p:cNvPr>
            <p:cNvSpPr/>
            <p:nvPr/>
          </p:nvSpPr>
          <p:spPr>
            <a:xfrm>
              <a:off x="4763435" y="3089258"/>
              <a:ext cx="814596" cy="734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" y="18073"/>
                  </a:moveTo>
                  <a:lnTo>
                    <a:pt x="530" y="17780"/>
                  </a:lnTo>
                  <a:lnTo>
                    <a:pt x="928" y="18220"/>
                  </a:lnTo>
                  <a:lnTo>
                    <a:pt x="1325" y="18367"/>
                  </a:lnTo>
                  <a:lnTo>
                    <a:pt x="1590" y="18073"/>
                  </a:lnTo>
                  <a:lnTo>
                    <a:pt x="2915" y="18220"/>
                  </a:lnTo>
                  <a:lnTo>
                    <a:pt x="2915" y="21600"/>
                  </a:lnTo>
                  <a:lnTo>
                    <a:pt x="15372" y="21159"/>
                  </a:lnTo>
                  <a:lnTo>
                    <a:pt x="15504" y="21159"/>
                  </a:lnTo>
                  <a:lnTo>
                    <a:pt x="15769" y="20424"/>
                  </a:lnTo>
                  <a:lnTo>
                    <a:pt x="15902" y="19984"/>
                  </a:lnTo>
                  <a:lnTo>
                    <a:pt x="15769" y="19543"/>
                  </a:lnTo>
                  <a:lnTo>
                    <a:pt x="15769" y="18367"/>
                  </a:lnTo>
                  <a:lnTo>
                    <a:pt x="15504" y="17927"/>
                  </a:lnTo>
                  <a:lnTo>
                    <a:pt x="15372" y="17780"/>
                  </a:lnTo>
                  <a:lnTo>
                    <a:pt x="15372" y="17486"/>
                  </a:lnTo>
                  <a:lnTo>
                    <a:pt x="15504" y="17192"/>
                  </a:lnTo>
                  <a:lnTo>
                    <a:pt x="15372" y="17045"/>
                  </a:lnTo>
                  <a:lnTo>
                    <a:pt x="15637" y="16604"/>
                  </a:lnTo>
                  <a:lnTo>
                    <a:pt x="16034" y="16016"/>
                  </a:lnTo>
                  <a:lnTo>
                    <a:pt x="16167" y="16016"/>
                  </a:lnTo>
                  <a:lnTo>
                    <a:pt x="16034" y="15722"/>
                  </a:lnTo>
                  <a:lnTo>
                    <a:pt x="16299" y="15135"/>
                  </a:lnTo>
                  <a:lnTo>
                    <a:pt x="16564" y="14694"/>
                  </a:lnTo>
                  <a:lnTo>
                    <a:pt x="16299" y="14547"/>
                  </a:lnTo>
                  <a:lnTo>
                    <a:pt x="16432" y="13959"/>
                  </a:lnTo>
                  <a:lnTo>
                    <a:pt x="16829" y="13518"/>
                  </a:lnTo>
                  <a:lnTo>
                    <a:pt x="17492" y="12637"/>
                  </a:lnTo>
                  <a:lnTo>
                    <a:pt x="17890" y="11902"/>
                  </a:lnTo>
                  <a:lnTo>
                    <a:pt x="17890" y="11314"/>
                  </a:lnTo>
                  <a:lnTo>
                    <a:pt x="18155" y="10580"/>
                  </a:lnTo>
                  <a:lnTo>
                    <a:pt x="18287" y="10580"/>
                  </a:lnTo>
                  <a:lnTo>
                    <a:pt x="18552" y="10286"/>
                  </a:lnTo>
                  <a:lnTo>
                    <a:pt x="18685" y="9845"/>
                  </a:lnTo>
                  <a:lnTo>
                    <a:pt x="18950" y="9551"/>
                  </a:lnTo>
                  <a:lnTo>
                    <a:pt x="19480" y="9257"/>
                  </a:lnTo>
                  <a:lnTo>
                    <a:pt x="19347" y="8816"/>
                  </a:lnTo>
                  <a:lnTo>
                    <a:pt x="19612" y="8522"/>
                  </a:lnTo>
                  <a:lnTo>
                    <a:pt x="19877" y="7935"/>
                  </a:lnTo>
                  <a:lnTo>
                    <a:pt x="19877" y="6318"/>
                  </a:lnTo>
                  <a:lnTo>
                    <a:pt x="20275" y="5731"/>
                  </a:lnTo>
                  <a:lnTo>
                    <a:pt x="20672" y="5437"/>
                  </a:lnTo>
                  <a:lnTo>
                    <a:pt x="20672" y="5143"/>
                  </a:lnTo>
                  <a:lnTo>
                    <a:pt x="20805" y="4849"/>
                  </a:lnTo>
                  <a:lnTo>
                    <a:pt x="20805" y="4261"/>
                  </a:lnTo>
                  <a:lnTo>
                    <a:pt x="21202" y="4114"/>
                  </a:lnTo>
                  <a:lnTo>
                    <a:pt x="21600" y="3233"/>
                  </a:lnTo>
                  <a:lnTo>
                    <a:pt x="21600" y="2792"/>
                  </a:lnTo>
                  <a:lnTo>
                    <a:pt x="18287" y="2939"/>
                  </a:lnTo>
                  <a:lnTo>
                    <a:pt x="19612" y="735"/>
                  </a:lnTo>
                  <a:lnTo>
                    <a:pt x="19480" y="0"/>
                  </a:lnTo>
                  <a:lnTo>
                    <a:pt x="0" y="588"/>
                  </a:lnTo>
                  <a:lnTo>
                    <a:pt x="928" y="6906"/>
                  </a:lnTo>
                  <a:lnTo>
                    <a:pt x="795" y="1807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59" name="Shape">
              <a:extLst>
                <a:ext uri="{FF2B5EF4-FFF2-40B4-BE49-F238E27FC236}">
                  <a16:creationId xmlns:a16="http://schemas.microsoft.com/office/drawing/2014/main" id="{AD7E4B26-6CA3-40A7-B2AF-39C18AA779CC}"/>
                </a:ext>
              </a:extLst>
            </p:cNvPr>
            <p:cNvSpPr/>
            <p:nvPr/>
          </p:nvSpPr>
          <p:spPr>
            <a:xfrm>
              <a:off x="5493071" y="2939296"/>
              <a:ext cx="1379313" cy="4498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88" y="2826"/>
                  </a:moveTo>
                  <a:cubicBezTo>
                    <a:pt x="5499" y="4239"/>
                    <a:pt x="5499" y="4239"/>
                    <a:pt x="5499" y="4239"/>
                  </a:cubicBezTo>
                  <a:cubicBezTo>
                    <a:pt x="5632" y="6258"/>
                    <a:pt x="5632" y="6258"/>
                    <a:pt x="5632" y="6258"/>
                  </a:cubicBezTo>
                  <a:cubicBezTo>
                    <a:pt x="1723" y="6460"/>
                    <a:pt x="1723" y="6460"/>
                    <a:pt x="1723" y="6460"/>
                  </a:cubicBezTo>
                  <a:cubicBezTo>
                    <a:pt x="1590" y="6662"/>
                    <a:pt x="1590" y="6662"/>
                    <a:pt x="1590" y="6662"/>
                  </a:cubicBezTo>
                  <a:cubicBezTo>
                    <a:pt x="1590" y="7267"/>
                    <a:pt x="1590" y="7267"/>
                    <a:pt x="1590" y="7267"/>
                  </a:cubicBezTo>
                  <a:cubicBezTo>
                    <a:pt x="1590" y="7873"/>
                    <a:pt x="1590" y="7873"/>
                    <a:pt x="1590" y="7873"/>
                  </a:cubicBezTo>
                  <a:cubicBezTo>
                    <a:pt x="1524" y="8479"/>
                    <a:pt x="1524" y="8479"/>
                    <a:pt x="1524" y="8479"/>
                  </a:cubicBezTo>
                  <a:cubicBezTo>
                    <a:pt x="1391" y="8680"/>
                    <a:pt x="1391" y="8680"/>
                    <a:pt x="1391" y="8680"/>
                  </a:cubicBezTo>
                  <a:cubicBezTo>
                    <a:pt x="1325" y="9084"/>
                    <a:pt x="1325" y="9084"/>
                    <a:pt x="1325" y="9084"/>
                  </a:cubicBezTo>
                  <a:cubicBezTo>
                    <a:pt x="1391" y="9286"/>
                    <a:pt x="1391" y="9286"/>
                    <a:pt x="1391" y="9286"/>
                  </a:cubicBezTo>
                  <a:cubicBezTo>
                    <a:pt x="1391" y="9286"/>
                    <a:pt x="1524" y="9892"/>
                    <a:pt x="1524" y="10093"/>
                  </a:cubicBezTo>
                  <a:cubicBezTo>
                    <a:pt x="1590" y="10295"/>
                    <a:pt x="1458" y="10497"/>
                    <a:pt x="1458" y="10497"/>
                  </a:cubicBezTo>
                  <a:cubicBezTo>
                    <a:pt x="1325" y="11103"/>
                    <a:pt x="1325" y="11103"/>
                    <a:pt x="1325" y="11103"/>
                  </a:cubicBezTo>
                  <a:cubicBezTo>
                    <a:pt x="1259" y="11708"/>
                    <a:pt x="1259" y="11708"/>
                    <a:pt x="1259" y="11708"/>
                  </a:cubicBezTo>
                  <a:cubicBezTo>
                    <a:pt x="1325" y="11708"/>
                    <a:pt x="1325" y="11708"/>
                    <a:pt x="1325" y="11708"/>
                  </a:cubicBezTo>
                  <a:cubicBezTo>
                    <a:pt x="1325" y="12516"/>
                    <a:pt x="1325" y="12516"/>
                    <a:pt x="1325" y="12516"/>
                  </a:cubicBezTo>
                  <a:cubicBezTo>
                    <a:pt x="1259" y="12920"/>
                    <a:pt x="1259" y="12920"/>
                    <a:pt x="1259" y="12920"/>
                  </a:cubicBezTo>
                  <a:cubicBezTo>
                    <a:pt x="1193" y="13323"/>
                    <a:pt x="1193" y="13323"/>
                    <a:pt x="1193" y="13323"/>
                  </a:cubicBezTo>
                  <a:cubicBezTo>
                    <a:pt x="1060" y="13929"/>
                    <a:pt x="1060" y="13929"/>
                    <a:pt x="1060" y="13929"/>
                  </a:cubicBezTo>
                  <a:cubicBezTo>
                    <a:pt x="861" y="14131"/>
                    <a:pt x="861" y="14131"/>
                    <a:pt x="861" y="14131"/>
                  </a:cubicBezTo>
                  <a:cubicBezTo>
                    <a:pt x="861" y="15140"/>
                    <a:pt x="861" y="15140"/>
                    <a:pt x="861" y="15140"/>
                  </a:cubicBezTo>
                  <a:cubicBezTo>
                    <a:pt x="795" y="15544"/>
                    <a:pt x="795" y="15544"/>
                    <a:pt x="795" y="15544"/>
                  </a:cubicBezTo>
                  <a:cubicBezTo>
                    <a:pt x="795" y="15948"/>
                    <a:pt x="795" y="15948"/>
                    <a:pt x="795" y="15948"/>
                  </a:cubicBezTo>
                  <a:cubicBezTo>
                    <a:pt x="530" y="16553"/>
                    <a:pt x="530" y="16553"/>
                    <a:pt x="530" y="16553"/>
                  </a:cubicBezTo>
                  <a:cubicBezTo>
                    <a:pt x="331" y="17563"/>
                    <a:pt x="331" y="17563"/>
                    <a:pt x="331" y="17563"/>
                  </a:cubicBezTo>
                  <a:cubicBezTo>
                    <a:pt x="331" y="18572"/>
                    <a:pt x="331" y="18572"/>
                    <a:pt x="331" y="18572"/>
                  </a:cubicBezTo>
                  <a:cubicBezTo>
                    <a:pt x="331" y="19985"/>
                    <a:pt x="331" y="19985"/>
                    <a:pt x="331" y="19985"/>
                  </a:cubicBezTo>
                  <a:cubicBezTo>
                    <a:pt x="133" y="20994"/>
                    <a:pt x="133" y="20994"/>
                    <a:pt x="133" y="20994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15372" y="17966"/>
                    <a:pt x="15372" y="17966"/>
                    <a:pt x="15372" y="17966"/>
                  </a:cubicBezTo>
                  <a:cubicBezTo>
                    <a:pt x="15372" y="17966"/>
                    <a:pt x="15372" y="17966"/>
                    <a:pt x="15372" y="17966"/>
                  </a:cubicBezTo>
                  <a:cubicBezTo>
                    <a:pt x="15372" y="17764"/>
                    <a:pt x="15372" y="17764"/>
                    <a:pt x="15372" y="17764"/>
                  </a:cubicBezTo>
                  <a:cubicBezTo>
                    <a:pt x="15438" y="16553"/>
                    <a:pt x="15438" y="16553"/>
                    <a:pt x="15438" y="16553"/>
                  </a:cubicBezTo>
                  <a:cubicBezTo>
                    <a:pt x="15438" y="15948"/>
                    <a:pt x="15438" y="15948"/>
                    <a:pt x="15438" y="15948"/>
                  </a:cubicBezTo>
                  <a:cubicBezTo>
                    <a:pt x="15703" y="15140"/>
                    <a:pt x="15703" y="15140"/>
                    <a:pt x="15703" y="15140"/>
                  </a:cubicBezTo>
                  <a:cubicBezTo>
                    <a:pt x="15902" y="15140"/>
                    <a:pt x="15902" y="15140"/>
                    <a:pt x="15902" y="15140"/>
                  </a:cubicBezTo>
                  <a:cubicBezTo>
                    <a:pt x="16167" y="14535"/>
                    <a:pt x="16167" y="14535"/>
                    <a:pt x="16167" y="14535"/>
                  </a:cubicBezTo>
                  <a:cubicBezTo>
                    <a:pt x="16101" y="13727"/>
                    <a:pt x="16101" y="13727"/>
                    <a:pt x="16101" y="13727"/>
                  </a:cubicBezTo>
                  <a:cubicBezTo>
                    <a:pt x="16299" y="12920"/>
                    <a:pt x="16299" y="12920"/>
                    <a:pt x="16299" y="12920"/>
                  </a:cubicBezTo>
                  <a:cubicBezTo>
                    <a:pt x="18552" y="8882"/>
                    <a:pt x="18552" y="8882"/>
                    <a:pt x="18552" y="8882"/>
                  </a:cubicBezTo>
                  <a:cubicBezTo>
                    <a:pt x="18883" y="8277"/>
                    <a:pt x="18883" y="8277"/>
                    <a:pt x="18883" y="8277"/>
                  </a:cubicBezTo>
                  <a:cubicBezTo>
                    <a:pt x="19016" y="7469"/>
                    <a:pt x="19016" y="7469"/>
                    <a:pt x="19016" y="7469"/>
                  </a:cubicBezTo>
                  <a:cubicBezTo>
                    <a:pt x="19281" y="6258"/>
                    <a:pt x="19281" y="6258"/>
                    <a:pt x="19281" y="6258"/>
                  </a:cubicBezTo>
                  <a:cubicBezTo>
                    <a:pt x="19480" y="6258"/>
                    <a:pt x="19480" y="6258"/>
                    <a:pt x="19480" y="6258"/>
                  </a:cubicBezTo>
                  <a:cubicBezTo>
                    <a:pt x="19679" y="7065"/>
                    <a:pt x="19679" y="7065"/>
                    <a:pt x="19679" y="7065"/>
                  </a:cubicBezTo>
                  <a:cubicBezTo>
                    <a:pt x="19944" y="6258"/>
                    <a:pt x="19944" y="6258"/>
                    <a:pt x="19944" y="6258"/>
                  </a:cubicBezTo>
                  <a:cubicBezTo>
                    <a:pt x="20275" y="5047"/>
                    <a:pt x="20275" y="5047"/>
                    <a:pt x="20275" y="5047"/>
                  </a:cubicBezTo>
                  <a:cubicBezTo>
                    <a:pt x="21004" y="4643"/>
                    <a:pt x="21004" y="4643"/>
                    <a:pt x="21004" y="4643"/>
                  </a:cubicBezTo>
                  <a:cubicBezTo>
                    <a:pt x="21070" y="3836"/>
                    <a:pt x="21070" y="3836"/>
                    <a:pt x="21070" y="3836"/>
                  </a:cubicBezTo>
                  <a:cubicBezTo>
                    <a:pt x="21269" y="2826"/>
                    <a:pt x="21269" y="2826"/>
                    <a:pt x="21269" y="2826"/>
                  </a:cubicBezTo>
                  <a:cubicBezTo>
                    <a:pt x="21534" y="2422"/>
                    <a:pt x="21534" y="2422"/>
                    <a:pt x="21534" y="2422"/>
                  </a:cubicBezTo>
                  <a:cubicBezTo>
                    <a:pt x="21600" y="2422"/>
                    <a:pt x="21600" y="2422"/>
                    <a:pt x="21600" y="2422"/>
                  </a:cubicBezTo>
                  <a:cubicBezTo>
                    <a:pt x="21600" y="0"/>
                    <a:pt x="21600" y="0"/>
                    <a:pt x="21600" y="0"/>
                  </a:cubicBezTo>
                  <a:lnTo>
                    <a:pt x="12788" y="282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60" name="Shape">
              <a:extLst>
                <a:ext uri="{FF2B5EF4-FFF2-40B4-BE49-F238E27FC236}">
                  <a16:creationId xmlns:a16="http://schemas.microsoft.com/office/drawing/2014/main" id="{7C98BFE4-B342-427F-9F0E-386F50EE289C}"/>
                </a:ext>
              </a:extLst>
            </p:cNvPr>
            <p:cNvSpPr/>
            <p:nvPr/>
          </p:nvSpPr>
          <p:spPr>
            <a:xfrm>
              <a:off x="6472585" y="2789330"/>
              <a:ext cx="1379313" cy="609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7" y="5100"/>
                  </a:moveTo>
                  <a:cubicBezTo>
                    <a:pt x="21335" y="4650"/>
                    <a:pt x="21335" y="4650"/>
                    <a:pt x="21335" y="4650"/>
                  </a:cubicBezTo>
                  <a:cubicBezTo>
                    <a:pt x="21202" y="4200"/>
                    <a:pt x="21202" y="4200"/>
                    <a:pt x="21202" y="4200"/>
                  </a:cubicBezTo>
                  <a:cubicBezTo>
                    <a:pt x="21004" y="4200"/>
                    <a:pt x="21004" y="4200"/>
                    <a:pt x="21004" y="4200"/>
                  </a:cubicBezTo>
                  <a:cubicBezTo>
                    <a:pt x="20937" y="4350"/>
                    <a:pt x="20937" y="4350"/>
                    <a:pt x="20937" y="4350"/>
                  </a:cubicBezTo>
                  <a:cubicBezTo>
                    <a:pt x="20871" y="5700"/>
                    <a:pt x="20871" y="5700"/>
                    <a:pt x="20871" y="5700"/>
                  </a:cubicBezTo>
                  <a:cubicBezTo>
                    <a:pt x="20871" y="6000"/>
                    <a:pt x="20871" y="6000"/>
                    <a:pt x="20871" y="6000"/>
                  </a:cubicBezTo>
                  <a:cubicBezTo>
                    <a:pt x="20672" y="5700"/>
                    <a:pt x="20672" y="5700"/>
                    <a:pt x="20672" y="5700"/>
                  </a:cubicBezTo>
                  <a:cubicBezTo>
                    <a:pt x="20606" y="4800"/>
                    <a:pt x="20606" y="4800"/>
                    <a:pt x="20606" y="4800"/>
                  </a:cubicBezTo>
                  <a:cubicBezTo>
                    <a:pt x="20474" y="4200"/>
                    <a:pt x="20474" y="4200"/>
                    <a:pt x="20474" y="4200"/>
                  </a:cubicBezTo>
                  <a:cubicBezTo>
                    <a:pt x="20275" y="4050"/>
                    <a:pt x="20275" y="4050"/>
                    <a:pt x="20275" y="4050"/>
                  </a:cubicBezTo>
                  <a:cubicBezTo>
                    <a:pt x="19877" y="4500"/>
                    <a:pt x="19877" y="4500"/>
                    <a:pt x="19877" y="4500"/>
                  </a:cubicBezTo>
                  <a:cubicBezTo>
                    <a:pt x="19745" y="4500"/>
                    <a:pt x="19745" y="4500"/>
                    <a:pt x="19745" y="4500"/>
                  </a:cubicBezTo>
                  <a:cubicBezTo>
                    <a:pt x="19347" y="4800"/>
                    <a:pt x="19347" y="4800"/>
                    <a:pt x="19347" y="4800"/>
                  </a:cubicBezTo>
                  <a:cubicBezTo>
                    <a:pt x="19148" y="5250"/>
                    <a:pt x="19148" y="5250"/>
                    <a:pt x="19148" y="5250"/>
                  </a:cubicBezTo>
                  <a:cubicBezTo>
                    <a:pt x="18950" y="5850"/>
                    <a:pt x="18950" y="5850"/>
                    <a:pt x="18950" y="5850"/>
                  </a:cubicBezTo>
                  <a:cubicBezTo>
                    <a:pt x="18883" y="5550"/>
                    <a:pt x="18883" y="5550"/>
                    <a:pt x="18883" y="5550"/>
                  </a:cubicBezTo>
                  <a:cubicBezTo>
                    <a:pt x="18883" y="4800"/>
                    <a:pt x="18883" y="4800"/>
                    <a:pt x="18883" y="4800"/>
                  </a:cubicBezTo>
                  <a:cubicBezTo>
                    <a:pt x="18883" y="4500"/>
                    <a:pt x="18883" y="4500"/>
                    <a:pt x="18883" y="4500"/>
                  </a:cubicBezTo>
                  <a:cubicBezTo>
                    <a:pt x="18751" y="4050"/>
                    <a:pt x="18751" y="4050"/>
                    <a:pt x="18751" y="4050"/>
                  </a:cubicBezTo>
                  <a:cubicBezTo>
                    <a:pt x="18685" y="3750"/>
                    <a:pt x="18685" y="3750"/>
                    <a:pt x="18685" y="3750"/>
                  </a:cubicBezTo>
                  <a:cubicBezTo>
                    <a:pt x="18618" y="3450"/>
                    <a:pt x="18618" y="3450"/>
                    <a:pt x="18618" y="3450"/>
                  </a:cubicBezTo>
                  <a:cubicBezTo>
                    <a:pt x="18618" y="3000"/>
                    <a:pt x="18618" y="3000"/>
                    <a:pt x="18618" y="3000"/>
                  </a:cubicBezTo>
                  <a:cubicBezTo>
                    <a:pt x="18618" y="2700"/>
                    <a:pt x="18618" y="2700"/>
                    <a:pt x="18618" y="2700"/>
                  </a:cubicBezTo>
                  <a:cubicBezTo>
                    <a:pt x="18751" y="2400"/>
                    <a:pt x="18751" y="2400"/>
                    <a:pt x="18751" y="2400"/>
                  </a:cubicBezTo>
                  <a:cubicBezTo>
                    <a:pt x="18751" y="2400"/>
                    <a:pt x="18751" y="2400"/>
                    <a:pt x="18751" y="2400"/>
                  </a:cubicBezTo>
                  <a:cubicBezTo>
                    <a:pt x="18817" y="3000"/>
                    <a:pt x="18817" y="3000"/>
                    <a:pt x="18817" y="3000"/>
                  </a:cubicBezTo>
                  <a:cubicBezTo>
                    <a:pt x="18883" y="3900"/>
                    <a:pt x="18883" y="3900"/>
                    <a:pt x="18883" y="3900"/>
                  </a:cubicBezTo>
                  <a:cubicBezTo>
                    <a:pt x="19016" y="4650"/>
                    <a:pt x="19016" y="4650"/>
                    <a:pt x="19016" y="4650"/>
                  </a:cubicBezTo>
                  <a:cubicBezTo>
                    <a:pt x="19215" y="4350"/>
                    <a:pt x="19215" y="4350"/>
                    <a:pt x="19215" y="4350"/>
                  </a:cubicBezTo>
                  <a:cubicBezTo>
                    <a:pt x="19281" y="4200"/>
                    <a:pt x="19281" y="4200"/>
                    <a:pt x="19281" y="4200"/>
                  </a:cubicBezTo>
                  <a:cubicBezTo>
                    <a:pt x="19480" y="3900"/>
                    <a:pt x="19480" y="3900"/>
                    <a:pt x="19480" y="3900"/>
                  </a:cubicBezTo>
                  <a:cubicBezTo>
                    <a:pt x="19546" y="3900"/>
                    <a:pt x="19546" y="3900"/>
                    <a:pt x="19546" y="3900"/>
                  </a:cubicBezTo>
                  <a:cubicBezTo>
                    <a:pt x="19811" y="3600"/>
                    <a:pt x="19811" y="3600"/>
                    <a:pt x="19811" y="3600"/>
                  </a:cubicBezTo>
                  <a:cubicBezTo>
                    <a:pt x="19877" y="3300"/>
                    <a:pt x="19877" y="3300"/>
                    <a:pt x="19877" y="3300"/>
                  </a:cubicBezTo>
                  <a:cubicBezTo>
                    <a:pt x="20209" y="3300"/>
                    <a:pt x="20209" y="3300"/>
                    <a:pt x="20209" y="3300"/>
                  </a:cubicBezTo>
                  <a:cubicBezTo>
                    <a:pt x="20275" y="2850"/>
                    <a:pt x="20275" y="2850"/>
                    <a:pt x="20275" y="2850"/>
                  </a:cubicBezTo>
                  <a:cubicBezTo>
                    <a:pt x="20341" y="2700"/>
                    <a:pt x="20341" y="2700"/>
                    <a:pt x="20341" y="2700"/>
                  </a:cubicBezTo>
                  <a:cubicBezTo>
                    <a:pt x="20341" y="2700"/>
                    <a:pt x="20275" y="2550"/>
                    <a:pt x="20275" y="2400"/>
                  </a:cubicBezTo>
                  <a:cubicBezTo>
                    <a:pt x="20209" y="2400"/>
                    <a:pt x="20209" y="2400"/>
                    <a:pt x="20209" y="2400"/>
                  </a:cubicBezTo>
                  <a:cubicBezTo>
                    <a:pt x="20076" y="1950"/>
                    <a:pt x="20076" y="1950"/>
                    <a:pt x="20076" y="1950"/>
                  </a:cubicBezTo>
                  <a:cubicBezTo>
                    <a:pt x="20076" y="1800"/>
                    <a:pt x="20076" y="1800"/>
                    <a:pt x="20076" y="1800"/>
                  </a:cubicBezTo>
                  <a:cubicBezTo>
                    <a:pt x="20142" y="1800"/>
                    <a:pt x="20142" y="1800"/>
                    <a:pt x="20142" y="1800"/>
                  </a:cubicBezTo>
                  <a:cubicBezTo>
                    <a:pt x="20474" y="2100"/>
                    <a:pt x="20474" y="2100"/>
                    <a:pt x="20474" y="2100"/>
                  </a:cubicBezTo>
                  <a:cubicBezTo>
                    <a:pt x="20672" y="2100"/>
                    <a:pt x="20672" y="2100"/>
                    <a:pt x="20672" y="2100"/>
                  </a:cubicBezTo>
                  <a:cubicBezTo>
                    <a:pt x="20672" y="1650"/>
                    <a:pt x="20672" y="1650"/>
                    <a:pt x="20672" y="1650"/>
                  </a:cubicBezTo>
                  <a:cubicBezTo>
                    <a:pt x="20474" y="1050"/>
                    <a:pt x="20474" y="1050"/>
                    <a:pt x="20474" y="1050"/>
                  </a:cubicBezTo>
                  <a:cubicBezTo>
                    <a:pt x="20407" y="600"/>
                    <a:pt x="20407" y="600"/>
                    <a:pt x="20407" y="600"/>
                  </a:cubicBezTo>
                  <a:cubicBezTo>
                    <a:pt x="20209" y="0"/>
                    <a:pt x="20209" y="0"/>
                    <a:pt x="20209" y="0"/>
                  </a:cubicBezTo>
                  <a:cubicBezTo>
                    <a:pt x="14444" y="2700"/>
                    <a:pt x="14444" y="2700"/>
                    <a:pt x="14444" y="2700"/>
                  </a:cubicBezTo>
                  <a:cubicBezTo>
                    <a:pt x="10270" y="4200"/>
                    <a:pt x="10270" y="4200"/>
                    <a:pt x="10270" y="4200"/>
                  </a:cubicBezTo>
                  <a:cubicBezTo>
                    <a:pt x="6228" y="5250"/>
                    <a:pt x="6228" y="5250"/>
                    <a:pt x="6228" y="5250"/>
                  </a:cubicBezTo>
                  <a:cubicBezTo>
                    <a:pt x="6228" y="7050"/>
                    <a:pt x="6228" y="7050"/>
                    <a:pt x="6228" y="7050"/>
                  </a:cubicBezTo>
                  <a:cubicBezTo>
                    <a:pt x="6162" y="7050"/>
                    <a:pt x="6162" y="7050"/>
                    <a:pt x="6162" y="7050"/>
                  </a:cubicBezTo>
                  <a:cubicBezTo>
                    <a:pt x="5897" y="7350"/>
                    <a:pt x="5897" y="7350"/>
                    <a:pt x="5897" y="7350"/>
                  </a:cubicBezTo>
                  <a:cubicBezTo>
                    <a:pt x="5698" y="8100"/>
                    <a:pt x="5698" y="8100"/>
                    <a:pt x="5698" y="8100"/>
                  </a:cubicBezTo>
                  <a:cubicBezTo>
                    <a:pt x="5632" y="8700"/>
                    <a:pt x="5632" y="8700"/>
                    <a:pt x="5632" y="8700"/>
                  </a:cubicBezTo>
                  <a:cubicBezTo>
                    <a:pt x="4903" y="9000"/>
                    <a:pt x="4903" y="9000"/>
                    <a:pt x="4903" y="9000"/>
                  </a:cubicBezTo>
                  <a:cubicBezTo>
                    <a:pt x="4572" y="9900"/>
                    <a:pt x="4572" y="9900"/>
                    <a:pt x="4572" y="9900"/>
                  </a:cubicBezTo>
                  <a:cubicBezTo>
                    <a:pt x="4307" y="10500"/>
                    <a:pt x="4307" y="10500"/>
                    <a:pt x="4307" y="10500"/>
                  </a:cubicBezTo>
                  <a:cubicBezTo>
                    <a:pt x="4108" y="9900"/>
                    <a:pt x="4108" y="9900"/>
                    <a:pt x="4108" y="9900"/>
                  </a:cubicBezTo>
                  <a:cubicBezTo>
                    <a:pt x="3909" y="9900"/>
                    <a:pt x="3909" y="9900"/>
                    <a:pt x="3909" y="9900"/>
                  </a:cubicBezTo>
                  <a:cubicBezTo>
                    <a:pt x="3644" y="10800"/>
                    <a:pt x="3644" y="10800"/>
                    <a:pt x="3644" y="10800"/>
                  </a:cubicBezTo>
                  <a:cubicBezTo>
                    <a:pt x="3512" y="11400"/>
                    <a:pt x="3512" y="11400"/>
                    <a:pt x="3512" y="11400"/>
                  </a:cubicBezTo>
                  <a:cubicBezTo>
                    <a:pt x="3180" y="11850"/>
                    <a:pt x="3180" y="11850"/>
                    <a:pt x="3180" y="11850"/>
                  </a:cubicBezTo>
                  <a:cubicBezTo>
                    <a:pt x="928" y="14850"/>
                    <a:pt x="928" y="14850"/>
                    <a:pt x="928" y="14850"/>
                  </a:cubicBezTo>
                  <a:cubicBezTo>
                    <a:pt x="729" y="15450"/>
                    <a:pt x="729" y="15450"/>
                    <a:pt x="729" y="15450"/>
                  </a:cubicBezTo>
                  <a:cubicBezTo>
                    <a:pt x="795" y="16050"/>
                    <a:pt x="795" y="16050"/>
                    <a:pt x="795" y="16050"/>
                  </a:cubicBezTo>
                  <a:cubicBezTo>
                    <a:pt x="530" y="16500"/>
                    <a:pt x="530" y="16500"/>
                    <a:pt x="530" y="16500"/>
                  </a:cubicBezTo>
                  <a:cubicBezTo>
                    <a:pt x="331" y="16500"/>
                    <a:pt x="331" y="16500"/>
                    <a:pt x="331" y="16500"/>
                  </a:cubicBezTo>
                  <a:cubicBezTo>
                    <a:pt x="66" y="17100"/>
                    <a:pt x="66" y="17100"/>
                    <a:pt x="66" y="17100"/>
                  </a:cubicBezTo>
                  <a:cubicBezTo>
                    <a:pt x="66" y="17550"/>
                    <a:pt x="66" y="17550"/>
                    <a:pt x="66" y="17550"/>
                  </a:cubicBezTo>
                  <a:cubicBezTo>
                    <a:pt x="0" y="18450"/>
                    <a:pt x="0" y="18450"/>
                    <a:pt x="0" y="18450"/>
                  </a:cubicBezTo>
                  <a:cubicBezTo>
                    <a:pt x="0" y="18600"/>
                    <a:pt x="0" y="18600"/>
                    <a:pt x="0" y="18600"/>
                  </a:cubicBezTo>
                  <a:cubicBezTo>
                    <a:pt x="0" y="18600"/>
                    <a:pt x="0" y="18600"/>
                    <a:pt x="0" y="18600"/>
                  </a:cubicBezTo>
                  <a:cubicBezTo>
                    <a:pt x="3710" y="17700"/>
                    <a:pt x="3710" y="17700"/>
                    <a:pt x="3710" y="17700"/>
                  </a:cubicBezTo>
                  <a:cubicBezTo>
                    <a:pt x="4837" y="15750"/>
                    <a:pt x="4837" y="15750"/>
                    <a:pt x="4837" y="15750"/>
                  </a:cubicBezTo>
                  <a:cubicBezTo>
                    <a:pt x="5499" y="15600"/>
                    <a:pt x="5499" y="15600"/>
                    <a:pt x="5499" y="15600"/>
                  </a:cubicBezTo>
                  <a:cubicBezTo>
                    <a:pt x="5963" y="15600"/>
                    <a:pt x="5963" y="15600"/>
                    <a:pt x="5963" y="15600"/>
                  </a:cubicBezTo>
                  <a:cubicBezTo>
                    <a:pt x="6758" y="15900"/>
                    <a:pt x="6758" y="15900"/>
                    <a:pt x="6758" y="15900"/>
                  </a:cubicBezTo>
                  <a:cubicBezTo>
                    <a:pt x="7156" y="15750"/>
                    <a:pt x="7156" y="15750"/>
                    <a:pt x="7156" y="15750"/>
                  </a:cubicBezTo>
                  <a:cubicBezTo>
                    <a:pt x="7355" y="15600"/>
                    <a:pt x="7355" y="15600"/>
                    <a:pt x="7355" y="15600"/>
                  </a:cubicBezTo>
                  <a:cubicBezTo>
                    <a:pt x="7686" y="15150"/>
                    <a:pt x="7686" y="15150"/>
                    <a:pt x="7686" y="15150"/>
                  </a:cubicBezTo>
                  <a:cubicBezTo>
                    <a:pt x="8150" y="15000"/>
                    <a:pt x="8150" y="15000"/>
                    <a:pt x="8150" y="15000"/>
                  </a:cubicBezTo>
                  <a:cubicBezTo>
                    <a:pt x="8746" y="15150"/>
                    <a:pt x="8746" y="15150"/>
                    <a:pt x="8746" y="15150"/>
                  </a:cubicBezTo>
                  <a:cubicBezTo>
                    <a:pt x="9144" y="15600"/>
                    <a:pt x="9144" y="15600"/>
                    <a:pt x="9144" y="15600"/>
                  </a:cubicBezTo>
                  <a:cubicBezTo>
                    <a:pt x="9409" y="17100"/>
                    <a:pt x="9409" y="17100"/>
                    <a:pt x="9409" y="17100"/>
                  </a:cubicBezTo>
                  <a:cubicBezTo>
                    <a:pt x="12059" y="15900"/>
                    <a:pt x="12059" y="15900"/>
                    <a:pt x="12059" y="15900"/>
                  </a:cubicBezTo>
                  <a:cubicBezTo>
                    <a:pt x="15504" y="21600"/>
                    <a:pt x="15504" y="21600"/>
                    <a:pt x="15504" y="21600"/>
                  </a:cubicBezTo>
                  <a:cubicBezTo>
                    <a:pt x="16101" y="21000"/>
                    <a:pt x="16101" y="21000"/>
                    <a:pt x="16101" y="21000"/>
                  </a:cubicBezTo>
                  <a:cubicBezTo>
                    <a:pt x="16233" y="21000"/>
                    <a:pt x="16233" y="21000"/>
                    <a:pt x="16233" y="21000"/>
                  </a:cubicBezTo>
                  <a:cubicBezTo>
                    <a:pt x="16829" y="20850"/>
                    <a:pt x="16829" y="20850"/>
                    <a:pt x="16829" y="20850"/>
                  </a:cubicBezTo>
                  <a:cubicBezTo>
                    <a:pt x="16962" y="20400"/>
                    <a:pt x="16962" y="20400"/>
                    <a:pt x="16962" y="20400"/>
                  </a:cubicBezTo>
                  <a:cubicBezTo>
                    <a:pt x="17161" y="19950"/>
                    <a:pt x="17161" y="19950"/>
                    <a:pt x="17161" y="19950"/>
                  </a:cubicBezTo>
                  <a:cubicBezTo>
                    <a:pt x="17227" y="18600"/>
                    <a:pt x="17227" y="18600"/>
                    <a:pt x="17227" y="18600"/>
                  </a:cubicBezTo>
                  <a:cubicBezTo>
                    <a:pt x="17426" y="17550"/>
                    <a:pt x="17426" y="17550"/>
                    <a:pt x="17426" y="17550"/>
                  </a:cubicBezTo>
                  <a:cubicBezTo>
                    <a:pt x="17691" y="16650"/>
                    <a:pt x="17691" y="16650"/>
                    <a:pt x="17691" y="16650"/>
                  </a:cubicBezTo>
                  <a:cubicBezTo>
                    <a:pt x="17956" y="16200"/>
                    <a:pt x="17956" y="16200"/>
                    <a:pt x="17956" y="16200"/>
                  </a:cubicBezTo>
                  <a:cubicBezTo>
                    <a:pt x="17956" y="15900"/>
                    <a:pt x="17956" y="15900"/>
                    <a:pt x="17956" y="15900"/>
                  </a:cubicBezTo>
                  <a:cubicBezTo>
                    <a:pt x="17890" y="15450"/>
                    <a:pt x="17890" y="15450"/>
                    <a:pt x="17890" y="15450"/>
                  </a:cubicBezTo>
                  <a:cubicBezTo>
                    <a:pt x="17823" y="15150"/>
                    <a:pt x="17823" y="15150"/>
                    <a:pt x="17823" y="15150"/>
                  </a:cubicBezTo>
                  <a:cubicBezTo>
                    <a:pt x="17890" y="15000"/>
                    <a:pt x="17890" y="15000"/>
                    <a:pt x="17890" y="15000"/>
                  </a:cubicBezTo>
                  <a:cubicBezTo>
                    <a:pt x="17890" y="14700"/>
                    <a:pt x="17890" y="14700"/>
                    <a:pt x="17890" y="14700"/>
                  </a:cubicBezTo>
                  <a:cubicBezTo>
                    <a:pt x="17956" y="14550"/>
                    <a:pt x="17956" y="14550"/>
                    <a:pt x="17956" y="14550"/>
                  </a:cubicBezTo>
                  <a:cubicBezTo>
                    <a:pt x="18022" y="14550"/>
                    <a:pt x="18022" y="14550"/>
                    <a:pt x="18022" y="14550"/>
                  </a:cubicBezTo>
                  <a:cubicBezTo>
                    <a:pt x="18088" y="14700"/>
                    <a:pt x="18088" y="14700"/>
                    <a:pt x="18088" y="14700"/>
                  </a:cubicBezTo>
                  <a:cubicBezTo>
                    <a:pt x="18155" y="15300"/>
                    <a:pt x="18155" y="15300"/>
                    <a:pt x="18155" y="15300"/>
                  </a:cubicBezTo>
                  <a:cubicBezTo>
                    <a:pt x="18420" y="15000"/>
                    <a:pt x="18420" y="15000"/>
                    <a:pt x="18420" y="15000"/>
                  </a:cubicBezTo>
                  <a:cubicBezTo>
                    <a:pt x="18618" y="14850"/>
                    <a:pt x="18618" y="14850"/>
                    <a:pt x="18618" y="14850"/>
                  </a:cubicBezTo>
                  <a:cubicBezTo>
                    <a:pt x="18618" y="14550"/>
                    <a:pt x="18618" y="14550"/>
                    <a:pt x="18618" y="14550"/>
                  </a:cubicBezTo>
                  <a:cubicBezTo>
                    <a:pt x="18618" y="14250"/>
                    <a:pt x="18618" y="14250"/>
                    <a:pt x="18618" y="14250"/>
                  </a:cubicBezTo>
                  <a:cubicBezTo>
                    <a:pt x="18751" y="14100"/>
                    <a:pt x="18751" y="14100"/>
                    <a:pt x="18751" y="14100"/>
                  </a:cubicBezTo>
                  <a:cubicBezTo>
                    <a:pt x="18751" y="13950"/>
                    <a:pt x="18751" y="13950"/>
                    <a:pt x="18751" y="13950"/>
                  </a:cubicBezTo>
                  <a:cubicBezTo>
                    <a:pt x="18883" y="14250"/>
                    <a:pt x="18883" y="14250"/>
                    <a:pt x="18883" y="14250"/>
                  </a:cubicBezTo>
                  <a:cubicBezTo>
                    <a:pt x="19215" y="13950"/>
                    <a:pt x="19215" y="13950"/>
                    <a:pt x="19215" y="13950"/>
                  </a:cubicBezTo>
                  <a:cubicBezTo>
                    <a:pt x="19480" y="13650"/>
                    <a:pt x="19480" y="13650"/>
                    <a:pt x="19480" y="13650"/>
                  </a:cubicBezTo>
                  <a:cubicBezTo>
                    <a:pt x="19612" y="13650"/>
                    <a:pt x="19612" y="13650"/>
                    <a:pt x="19612" y="13650"/>
                  </a:cubicBezTo>
                  <a:cubicBezTo>
                    <a:pt x="19811" y="13350"/>
                    <a:pt x="19811" y="13350"/>
                    <a:pt x="19811" y="13350"/>
                  </a:cubicBezTo>
                  <a:cubicBezTo>
                    <a:pt x="19944" y="13200"/>
                    <a:pt x="19944" y="13200"/>
                    <a:pt x="19944" y="13200"/>
                  </a:cubicBezTo>
                  <a:cubicBezTo>
                    <a:pt x="19944" y="13050"/>
                    <a:pt x="19944" y="13050"/>
                    <a:pt x="19944" y="13050"/>
                  </a:cubicBezTo>
                  <a:cubicBezTo>
                    <a:pt x="20209" y="13500"/>
                    <a:pt x="20209" y="13500"/>
                    <a:pt x="20209" y="13500"/>
                  </a:cubicBezTo>
                  <a:cubicBezTo>
                    <a:pt x="20341" y="12900"/>
                    <a:pt x="20341" y="12900"/>
                    <a:pt x="20341" y="12900"/>
                  </a:cubicBezTo>
                  <a:cubicBezTo>
                    <a:pt x="20407" y="12150"/>
                    <a:pt x="20407" y="12150"/>
                    <a:pt x="20407" y="12150"/>
                  </a:cubicBezTo>
                  <a:cubicBezTo>
                    <a:pt x="20474" y="11850"/>
                    <a:pt x="20474" y="11850"/>
                    <a:pt x="20474" y="11850"/>
                  </a:cubicBezTo>
                  <a:cubicBezTo>
                    <a:pt x="20540" y="11550"/>
                    <a:pt x="20540" y="11550"/>
                    <a:pt x="20540" y="11550"/>
                  </a:cubicBezTo>
                  <a:cubicBezTo>
                    <a:pt x="20540" y="11550"/>
                    <a:pt x="20474" y="11100"/>
                    <a:pt x="20407" y="11250"/>
                  </a:cubicBezTo>
                  <a:cubicBezTo>
                    <a:pt x="20341" y="11250"/>
                    <a:pt x="20142" y="11400"/>
                    <a:pt x="20142" y="11400"/>
                  </a:cubicBezTo>
                  <a:cubicBezTo>
                    <a:pt x="20076" y="11700"/>
                    <a:pt x="20076" y="11700"/>
                    <a:pt x="20076" y="11700"/>
                  </a:cubicBezTo>
                  <a:cubicBezTo>
                    <a:pt x="19944" y="11700"/>
                    <a:pt x="19944" y="11700"/>
                    <a:pt x="19944" y="11700"/>
                  </a:cubicBezTo>
                  <a:cubicBezTo>
                    <a:pt x="19811" y="12000"/>
                    <a:pt x="19811" y="12000"/>
                    <a:pt x="19811" y="12000"/>
                  </a:cubicBezTo>
                  <a:cubicBezTo>
                    <a:pt x="19480" y="12450"/>
                    <a:pt x="19480" y="12450"/>
                    <a:pt x="19480" y="12450"/>
                  </a:cubicBezTo>
                  <a:cubicBezTo>
                    <a:pt x="19281" y="12450"/>
                    <a:pt x="19281" y="12450"/>
                    <a:pt x="19281" y="12450"/>
                  </a:cubicBezTo>
                  <a:cubicBezTo>
                    <a:pt x="18751" y="12150"/>
                    <a:pt x="18751" y="12150"/>
                    <a:pt x="18751" y="12150"/>
                  </a:cubicBezTo>
                  <a:cubicBezTo>
                    <a:pt x="18751" y="11850"/>
                    <a:pt x="18751" y="11850"/>
                    <a:pt x="18751" y="11850"/>
                  </a:cubicBezTo>
                  <a:cubicBezTo>
                    <a:pt x="18751" y="11550"/>
                    <a:pt x="18751" y="11550"/>
                    <a:pt x="18751" y="11550"/>
                  </a:cubicBezTo>
                  <a:cubicBezTo>
                    <a:pt x="18817" y="11400"/>
                    <a:pt x="18817" y="11400"/>
                    <a:pt x="18817" y="11400"/>
                  </a:cubicBezTo>
                  <a:cubicBezTo>
                    <a:pt x="18950" y="11400"/>
                    <a:pt x="18950" y="11400"/>
                    <a:pt x="18950" y="11400"/>
                  </a:cubicBezTo>
                  <a:cubicBezTo>
                    <a:pt x="19082" y="11550"/>
                    <a:pt x="19082" y="11550"/>
                    <a:pt x="19082" y="11550"/>
                  </a:cubicBezTo>
                  <a:cubicBezTo>
                    <a:pt x="19413" y="11550"/>
                    <a:pt x="19413" y="11550"/>
                    <a:pt x="19413" y="11550"/>
                  </a:cubicBezTo>
                  <a:cubicBezTo>
                    <a:pt x="19612" y="11250"/>
                    <a:pt x="19612" y="11250"/>
                    <a:pt x="19612" y="11250"/>
                  </a:cubicBezTo>
                  <a:cubicBezTo>
                    <a:pt x="19612" y="10950"/>
                    <a:pt x="19612" y="10950"/>
                    <a:pt x="19612" y="10950"/>
                  </a:cubicBezTo>
                  <a:cubicBezTo>
                    <a:pt x="19546" y="10650"/>
                    <a:pt x="19546" y="10650"/>
                    <a:pt x="19546" y="10650"/>
                  </a:cubicBezTo>
                  <a:cubicBezTo>
                    <a:pt x="19612" y="10200"/>
                    <a:pt x="19612" y="10200"/>
                    <a:pt x="19612" y="10200"/>
                  </a:cubicBezTo>
                  <a:cubicBezTo>
                    <a:pt x="19679" y="10200"/>
                    <a:pt x="19679" y="10200"/>
                    <a:pt x="19679" y="10200"/>
                  </a:cubicBezTo>
                  <a:cubicBezTo>
                    <a:pt x="19811" y="9900"/>
                    <a:pt x="19811" y="9900"/>
                    <a:pt x="19811" y="9900"/>
                  </a:cubicBezTo>
                  <a:cubicBezTo>
                    <a:pt x="19811" y="9600"/>
                    <a:pt x="19811" y="9600"/>
                    <a:pt x="19811" y="9600"/>
                  </a:cubicBezTo>
                  <a:cubicBezTo>
                    <a:pt x="19612" y="9600"/>
                    <a:pt x="19612" y="9600"/>
                    <a:pt x="19612" y="9600"/>
                  </a:cubicBezTo>
                  <a:cubicBezTo>
                    <a:pt x="19215" y="9150"/>
                    <a:pt x="19215" y="9150"/>
                    <a:pt x="19215" y="9150"/>
                  </a:cubicBezTo>
                  <a:cubicBezTo>
                    <a:pt x="18751" y="9000"/>
                    <a:pt x="18751" y="9000"/>
                    <a:pt x="18751" y="9000"/>
                  </a:cubicBezTo>
                  <a:cubicBezTo>
                    <a:pt x="18552" y="8700"/>
                    <a:pt x="18552" y="8700"/>
                    <a:pt x="18552" y="8700"/>
                  </a:cubicBezTo>
                  <a:cubicBezTo>
                    <a:pt x="18552" y="8550"/>
                    <a:pt x="18552" y="8550"/>
                    <a:pt x="18552" y="8550"/>
                  </a:cubicBezTo>
                  <a:cubicBezTo>
                    <a:pt x="18817" y="8550"/>
                    <a:pt x="18817" y="8550"/>
                    <a:pt x="18817" y="8550"/>
                  </a:cubicBezTo>
                  <a:cubicBezTo>
                    <a:pt x="19215" y="8550"/>
                    <a:pt x="19215" y="8550"/>
                    <a:pt x="19215" y="8550"/>
                  </a:cubicBezTo>
                  <a:cubicBezTo>
                    <a:pt x="19480" y="8850"/>
                    <a:pt x="19480" y="8850"/>
                    <a:pt x="19480" y="8850"/>
                  </a:cubicBezTo>
                  <a:cubicBezTo>
                    <a:pt x="19546" y="8550"/>
                    <a:pt x="19546" y="8550"/>
                    <a:pt x="19546" y="8550"/>
                  </a:cubicBezTo>
                  <a:cubicBezTo>
                    <a:pt x="19480" y="8250"/>
                    <a:pt x="19480" y="8250"/>
                    <a:pt x="19480" y="8250"/>
                  </a:cubicBezTo>
                  <a:cubicBezTo>
                    <a:pt x="19413" y="8100"/>
                    <a:pt x="19413" y="8100"/>
                    <a:pt x="19413" y="8100"/>
                  </a:cubicBezTo>
                  <a:cubicBezTo>
                    <a:pt x="19347" y="7800"/>
                    <a:pt x="19347" y="7800"/>
                    <a:pt x="19347" y="7800"/>
                  </a:cubicBezTo>
                  <a:cubicBezTo>
                    <a:pt x="19480" y="7650"/>
                    <a:pt x="19480" y="7650"/>
                    <a:pt x="19480" y="7650"/>
                  </a:cubicBezTo>
                  <a:cubicBezTo>
                    <a:pt x="19679" y="7650"/>
                    <a:pt x="19679" y="7650"/>
                    <a:pt x="19679" y="7650"/>
                  </a:cubicBezTo>
                  <a:cubicBezTo>
                    <a:pt x="19745" y="8400"/>
                    <a:pt x="19745" y="8400"/>
                    <a:pt x="19745" y="8400"/>
                  </a:cubicBezTo>
                  <a:cubicBezTo>
                    <a:pt x="19877" y="8700"/>
                    <a:pt x="19877" y="8700"/>
                    <a:pt x="19877" y="8700"/>
                  </a:cubicBezTo>
                  <a:cubicBezTo>
                    <a:pt x="20076" y="8700"/>
                    <a:pt x="20076" y="8700"/>
                    <a:pt x="20076" y="8700"/>
                  </a:cubicBezTo>
                  <a:cubicBezTo>
                    <a:pt x="20142" y="8550"/>
                    <a:pt x="20142" y="8550"/>
                    <a:pt x="20142" y="8550"/>
                  </a:cubicBezTo>
                  <a:cubicBezTo>
                    <a:pt x="20275" y="8700"/>
                    <a:pt x="20275" y="8700"/>
                    <a:pt x="20275" y="8700"/>
                  </a:cubicBezTo>
                  <a:cubicBezTo>
                    <a:pt x="20540" y="8700"/>
                    <a:pt x="20540" y="8700"/>
                    <a:pt x="20540" y="8700"/>
                  </a:cubicBezTo>
                  <a:cubicBezTo>
                    <a:pt x="20937" y="8700"/>
                    <a:pt x="20937" y="8700"/>
                    <a:pt x="20937" y="8700"/>
                  </a:cubicBezTo>
                  <a:cubicBezTo>
                    <a:pt x="21004" y="8550"/>
                    <a:pt x="21004" y="8550"/>
                    <a:pt x="21004" y="8550"/>
                  </a:cubicBezTo>
                  <a:cubicBezTo>
                    <a:pt x="21004" y="7950"/>
                    <a:pt x="21004" y="7950"/>
                    <a:pt x="21004" y="7950"/>
                  </a:cubicBezTo>
                  <a:cubicBezTo>
                    <a:pt x="21070" y="7650"/>
                    <a:pt x="21070" y="7650"/>
                    <a:pt x="21070" y="7650"/>
                  </a:cubicBezTo>
                  <a:cubicBezTo>
                    <a:pt x="21136" y="7200"/>
                    <a:pt x="21136" y="7200"/>
                    <a:pt x="21136" y="7200"/>
                  </a:cubicBezTo>
                  <a:cubicBezTo>
                    <a:pt x="21136" y="6900"/>
                    <a:pt x="21136" y="6900"/>
                    <a:pt x="21136" y="6900"/>
                  </a:cubicBezTo>
                  <a:cubicBezTo>
                    <a:pt x="21202" y="6300"/>
                    <a:pt x="21202" y="6300"/>
                    <a:pt x="21202" y="6300"/>
                  </a:cubicBezTo>
                  <a:cubicBezTo>
                    <a:pt x="21335" y="6300"/>
                    <a:pt x="21335" y="6300"/>
                    <a:pt x="21335" y="6300"/>
                  </a:cubicBezTo>
                  <a:cubicBezTo>
                    <a:pt x="21401" y="6600"/>
                    <a:pt x="21401" y="6600"/>
                    <a:pt x="21401" y="6600"/>
                  </a:cubicBezTo>
                  <a:cubicBezTo>
                    <a:pt x="21534" y="6300"/>
                    <a:pt x="21534" y="6300"/>
                    <a:pt x="21534" y="6300"/>
                  </a:cubicBezTo>
                  <a:cubicBezTo>
                    <a:pt x="21534" y="5850"/>
                    <a:pt x="21534" y="5850"/>
                    <a:pt x="21534" y="5850"/>
                  </a:cubicBezTo>
                  <a:cubicBezTo>
                    <a:pt x="21600" y="5550"/>
                    <a:pt x="21600" y="5550"/>
                    <a:pt x="21600" y="5550"/>
                  </a:cubicBezTo>
                  <a:lnTo>
                    <a:pt x="21467" y="510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61" name="Shape">
              <a:extLst>
                <a:ext uri="{FF2B5EF4-FFF2-40B4-BE49-F238E27FC236}">
                  <a16:creationId xmlns:a16="http://schemas.microsoft.com/office/drawing/2014/main" id="{B532A01E-D173-46C1-BA2C-53EF79860A47}"/>
                </a:ext>
              </a:extLst>
            </p:cNvPr>
            <p:cNvSpPr/>
            <p:nvPr/>
          </p:nvSpPr>
          <p:spPr>
            <a:xfrm>
              <a:off x="6272683" y="3289216"/>
              <a:ext cx="849580" cy="914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78" y="12800"/>
                  </a:moveTo>
                  <a:cubicBezTo>
                    <a:pt x="21063" y="12700"/>
                    <a:pt x="21063" y="12700"/>
                    <a:pt x="21063" y="12700"/>
                  </a:cubicBezTo>
                  <a:cubicBezTo>
                    <a:pt x="20955" y="12400"/>
                    <a:pt x="20955" y="12400"/>
                    <a:pt x="20955" y="12400"/>
                  </a:cubicBezTo>
                  <a:cubicBezTo>
                    <a:pt x="20955" y="12000"/>
                    <a:pt x="20955" y="12000"/>
                    <a:pt x="20955" y="12000"/>
                  </a:cubicBezTo>
                  <a:cubicBezTo>
                    <a:pt x="20955" y="11900"/>
                    <a:pt x="20955" y="11900"/>
                    <a:pt x="20955" y="11900"/>
                  </a:cubicBezTo>
                  <a:cubicBezTo>
                    <a:pt x="20525" y="11500"/>
                    <a:pt x="20525" y="11500"/>
                    <a:pt x="20525" y="11500"/>
                  </a:cubicBezTo>
                  <a:cubicBezTo>
                    <a:pt x="20418" y="11200"/>
                    <a:pt x="20418" y="11200"/>
                    <a:pt x="20418" y="11200"/>
                  </a:cubicBezTo>
                  <a:cubicBezTo>
                    <a:pt x="20418" y="11000"/>
                    <a:pt x="20418" y="11000"/>
                    <a:pt x="20418" y="11000"/>
                  </a:cubicBezTo>
                  <a:cubicBezTo>
                    <a:pt x="20418" y="10900"/>
                    <a:pt x="20418" y="10900"/>
                    <a:pt x="20418" y="10900"/>
                  </a:cubicBezTo>
                  <a:cubicBezTo>
                    <a:pt x="20096" y="10700"/>
                    <a:pt x="20096" y="10700"/>
                    <a:pt x="20096" y="10700"/>
                  </a:cubicBezTo>
                  <a:cubicBezTo>
                    <a:pt x="19773" y="10600"/>
                    <a:pt x="19773" y="10600"/>
                    <a:pt x="19773" y="10600"/>
                  </a:cubicBezTo>
                  <a:cubicBezTo>
                    <a:pt x="19666" y="10600"/>
                    <a:pt x="19666" y="10600"/>
                    <a:pt x="19666" y="10600"/>
                  </a:cubicBezTo>
                  <a:cubicBezTo>
                    <a:pt x="19558" y="10400"/>
                    <a:pt x="19558" y="10400"/>
                    <a:pt x="19558" y="10400"/>
                  </a:cubicBezTo>
                  <a:cubicBezTo>
                    <a:pt x="19451" y="10100"/>
                    <a:pt x="19451" y="10100"/>
                    <a:pt x="19451" y="10100"/>
                  </a:cubicBezTo>
                  <a:cubicBezTo>
                    <a:pt x="19451" y="9900"/>
                    <a:pt x="19451" y="9900"/>
                    <a:pt x="19451" y="9900"/>
                  </a:cubicBezTo>
                  <a:cubicBezTo>
                    <a:pt x="19236" y="9600"/>
                    <a:pt x="19236" y="9600"/>
                    <a:pt x="19236" y="9600"/>
                  </a:cubicBezTo>
                  <a:cubicBezTo>
                    <a:pt x="18913" y="9100"/>
                    <a:pt x="18913" y="9100"/>
                    <a:pt x="18913" y="9100"/>
                  </a:cubicBezTo>
                  <a:cubicBezTo>
                    <a:pt x="18699" y="8900"/>
                    <a:pt x="18699" y="8900"/>
                    <a:pt x="18699" y="8900"/>
                  </a:cubicBezTo>
                  <a:cubicBezTo>
                    <a:pt x="18376" y="8700"/>
                    <a:pt x="18376" y="8700"/>
                    <a:pt x="18376" y="8700"/>
                  </a:cubicBezTo>
                  <a:cubicBezTo>
                    <a:pt x="18054" y="8400"/>
                    <a:pt x="18054" y="8400"/>
                    <a:pt x="18054" y="8400"/>
                  </a:cubicBezTo>
                  <a:cubicBezTo>
                    <a:pt x="17731" y="8100"/>
                    <a:pt x="17731" y="8100"/>
                    <a:pt x="17731" y="8100"/>
                  </a:cubicBezTo>
                  <a:cubicBezTo>
                    <a:pt x="16979" y="7800"/>
                    <a:pt x="16979" y="7800"/>
                    <a:pt x="16979" y="7800"/>
                  </a:cubicBezTo>
                  <a:cubicBezTo>
                    <a:pt x="16442" y="7100"/>
                    <a:pt x="16442" y="7100"/>
                    <a:pt x="16442" y="7100"/>
                  </a:cubicBezTo>
                  <a:cubicBezTo>
                    <a:pt x="15797" y="6300"/>
                    <a:pt x="15797" y="6300"/>
                    <a:pt x="15797" y="6300"/>
                  </a:cubicBezTo>
                  <a:cubicBezTo>
                    <a:pt x="15260" y="5900"/>
                    <a:pt x="15260" y="5900"/>
                    <a:pt x="15260" y="5900"/>
                  </a:cubicBezTo>
                  <a:cubicBezTo>
                    <a:pt x="13540" y="4600"/>
                    <a:pt x="13540" y="4600"/>
                    <a:pt x="13540" y="4600"/>
                  </a:cubicBezTo>
                  <a:cubicBezTo>
                    <a:pt x="13003" y="4000"/>
                    <a:pt x="13003" y="4000"/>
                    <a:pt x="13003" y="4000"/>
                  </a:cubicBezTo>
                  <a:cubicBezTo>
                    <a:pt x="12466" y="3500"/>
                    <a:pt x="12466" y="3500"/>
                    <a:pt x="12466" y="3500"/>
                  </a:cubicBezTo>
                  <a:cubicBezTo>
                    <a:pt x="12251" y="3100"/>
                    <a:pt x="12251" y="3100"/>
                    <a:pt x="12251" y="3100"/>
                  </a:cubicBezTo>
                  <a:cubicBezTo>
                    <a:pt x="11928" y="2700"/>
                    <a:pt x="11928" y="2700"/>
                    <a:pt x="11928" y="2700"/>
                  </a:cubicBezTo>
                  <a:cubicBezTo>
                    <a:pt x="11606" y="2400"/>
                    <a:pt x="11606" y="2400"/>
                    <a:pt x="11606" y="2400"/>
                  </a:cubicBezTo>
                  <a:cubicBezTo>
                    <a:pt x="10316" y="1900"/>
                    <a:pt x="10316" y="1900"/>
                    <a:pt x="10316" y="1900"/>
                  </a:cubicBezTo>
                  <a:cubicBezTo>
                    <a:pt x="10101" y="1600"/>
                    <a:pt x="10101" y="1600"/>
                    <a:pt x="10101" y="1600"/>
                  </a:cubicBezTo>
                  <a:cubicBezTo>
                    <a:pt x="9887" y="1400"/>
                    <a:pt x="9887" y="1400"/>
                    <a:pt x="9887" y="1400"/>
                  </a:cubicBezTo>
                  <a:cubicBezTo>
                    <a:pt x="9887" y="1100"/>
                    <a:pt x="9887" y="1100"/>
                    <a:pt x="9887" y="1100"/>
                  </a:cubicBezTo>
                  <a:cubicBezTo>
                    <a:pt x="10424" y="800"/>
                    <a:pt x="10424" y="800"/>
                    <a:pt x="10424" y="800"/>
                  </a:cubicBezTo>
                  <a:cubicBezTo>
                    <a:pt x="10854" y="500"/>
                    <a:pt x="10854" y="500"/>
                    <a:pt x="10854" y="500"/>
                  </a:cubicBezTo>
                  <a:cubicBezTo>
                    <a:pt x="11069" y="400"/>
                    <a:pt x="11069" y="400"/>
                    <a:pt x="11069" y="400"/>
                  </a:cubicBezTo>
                  <a:cubicBezTo>
                    <a:pt x="11069" y="200"/>
                    <a:pt x="11069" y="200"/>
                    <a:pt x="11069" y="200"/>
                  </a:cubicBezTo>
                  <a:cubicBezTo>
                    <a:pt x="11176" y="0"/>
                    <a:pt x="11176" y="0"/>
                    <a:pt x="11176" y="0"/>
                  </a:cubicBezTo>
                  <a:cubicBezTo>
                    <a:pt x="11176" y="0"/>
                    <a:pt x="11176" y="0"/>
                    <a:pt x="11176" y="0"/>
                  </a:cubicBezTo>
                  <a:cubicBezTo>
                    <a:pt x="5158" y="600"/>
                    <a:pt x="5158" y="600"/>
                    <a:pt x="5158" y="600"/>
                  </a:cubicBezTo>
                  <a:cubicBezTo>
                    <a:pt x="5158" y="600"/>
                    <a:pt x="5158" y="600"/>
                    <a:pt x="5158" y="600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322" y="2400"/>
                    <a:pt x="322" y="2400"/>
                    <a:pt x="322" y="2400"/>
                  </a:cubicBezTo>
                  <a:cubicBezTo>
                    <a:pt x="1182" y="5800"/>
                    <a:pt x="1182" y="5800"/>
                    <a:pt x="1182" y="5800"/>
                  </a:cubicBezTo>
                  <a:cubicBezTo>
                    <a:pt x="2472" y="9800"/>
                    <a:pt x="2472" y="9800"/>
                    <a:pt x="2472" y="9800"/>
                  </a:cubicBezTo>
                  <a:cubicBezTo>
                    <a:pt x="2687" y="10700"/>
                    <a:pt x="2687" y="10700"/>
                    <a:pt x="2687" y="10700"/>
                  </a:cubicBezTo>
                  <a:cubicBezTo>
                    <a:pt x="3546" y="12200"/>
                    <a:pt x="3546" y="12200"/>
                    <a:pt x="3546" y="12200"/>
                  </a:cubicBezTo>
                  <a:cubicBezTo>
                    <a:pt x="4084" y="12800"/>
                    <a:pt x="4084" y="12800"/>
                    <a:pt x="4084" y="12800"/>
                  </a:cubicBezTo>
                  <a:cubicBezTo>
                    <a:pt x="4084" y="13200"/>
                    <a:pt x="4084" y="13200"/>
                    <a:pt x="4084" y="13200"/>
                  </a:cubicBezTo>
                  <a:cubicBezTo>
                    <a:pt x="4191" y="13700"/>
                    <a:pt x="4191" y="13700"/>
                    <a:pt x="4191" y="13700"/>
                  </a:cubicBezTo>
                  <a:cubicBezTo>
                    <a:pt x="4513" y="13900"/>
                    <a:pt x="4513" y="13900"/>
                    <a:pt x="4513" y="13900"/>
                  </a:cubicBezTo>
                  <a:cubicBezTo>
                    <a:pt x="4299" y="14400"/>
                    <a:pt x="4299" y="14400"/>
                    <a:pt x="4299" y="14400"/>
                  </a:cubicBezTo>
                  <a:cubicBezTo>
                    <a:pt x="3761" y="14700"/>
                    <a:pt x="3761" y="14700"/>
                    <a:pt x="3761" y="14700"/>
                  </a:cubicBezTo>
                  <a:cubicBezTo>
                    <a:pt x="4191" y="15000"/>
                    <a:pt x="4191" y="15000"/>
                    <a:pt x="4191" y="15000"/>
                  </a:cubicBezTo>
                  <a:cubicBezTo>
                    <a:pt x="4084" y="15500"/>
                    <a:pt x="4084" y="15500"/>
                    <a:pt x="4084" y="15500"/>
                  </a:cubicBezTo>
                  <a:cubicBezTo>
                    <a:pt x="3761" y="15700"/>
                    <a:pt x="3761" y="15700"/>
                    <a:pt x="3761" y="15700"/>
                  </a:cubicBezTo>
                  <a:cubicBezTo>
                    <a:pt x="3761" y="16300"/>
                    <a:pt x="3761" y="16300"/>
                    <a:pt x="3761" y="16300"/>
                  </a:cubicBezTo>
                  <a:cubicBezTo>
                    <a:pt x="3976" y="17200"/>
                    <a:pt x="3976" y="17200"/>
                    <a:pt x="3976" y="17200"/>
                  </a:cubicBezTo>
                  <a:cubicBezTo>
                    <a:pt x="4191" y="17600"/>
                    <a:pt x="4191" y="17600"/>
                    <a:pt x="4191" y="17600"/>
                  </a:cubicBezTo>
                  <a:cubicBezTo>
                    <a:pt x="4299" y="18200"/>
                    <a:pt x="4299" y="18200"/>
                    <a:pt x="4299" y="18200"/>
                  </a:cubicBezTo>
                  <a:cubicBezTo>
                    <a:pt x="4084" y="18400"/>
                    <a:pt x="4084" y="18400"/>
                    <a:pt x="4084" y="18400"/>
                  </a:cubicBezTo>
                  <a:cubicBezTo>
                    <a:pt x="3976" y="18600"/>
                    <a:pt x="3976" y="18600"/>
                    <a:pt x="3976" y="18600"/>
                  </a:cubicBezTo>
                  <a:cubicBezTo>
                    <a:pt x="4191" y="19000"/>
                    <a:pt x="4191" y="19000"/>
                    <a:pt x="4191" y="19000"/>
                  </a:cubicBezTo>
                  <a:cubicBezTo>
                    <a:pt x="4406" y="19300"/>
                    <a:pt x="4406" y="19300"/>
                    <a:pt x="4406" y="19300"/>
                  </a:cubicBezTo>
                  <a:cubicBezTo>
                    <a:pt x="4836" y="19900"/>
                    <a:pt x="4836" y="19900"/>
                    <a:pt x="4836" y="19900"/>
                  </a:cubicBezTo>
                  <a:cubicBezTo>
                    <a:pt x="4943" y="20100"/>
                    <a:pt x="4943" y="20100"/>
                    <a:pt x="4943" y="20100"/>
                  </a:cubicBezTo>
                  <a:cubicBezTo>
                    <a:pt x="5588" y="21300"/>
                    <a:pt x="5588" y="21300"/>
                    <a:pt x="5588" y="21300"/>
                  </a:cubicBezTo>
                  <a:cubicBezTo>
                    <a:pt x="17194" y="20700"/>
                    <a:pt x="17194" y="20700"/>
                    <a:pt x="17194" y="20700"/>
                  </a:cubicBezTo>
                  <a:cubicBezTo>
                    <a:pt x="17301" y="21600"/>
                    <a:pt x="17301" y="21600"/>
                    <a:pt x="17301" y="21600"/>
                  </a:cubicBezTo>
                  <a:cubicBezTo>
                    <a:pt x="18161" y="21600"/>
                    <a:pt x="18161" y="21600"/>
                    <a:pt x="18161" y="21600"/>
                  </a:cubicBezTo>
                  <a:cubicBezTo>
                    <a:pt x="17839" y="19300"/>
                    <a:pt x="17839" y="19300"/>
                    <a:pt x="17839" y="19300"/>
                  </a:cubicBezTo>
                  <a:cubicBezTo>
                    <a:pt x="17839" y="19300"/>
                    <a:pt x="17839" y="19300"/>
                    <a:pt x="17839" y="19300"/>
                  </a:cubicBezTo>
                  <a:cubicBezTo>
                    <a:pt x="18591" y="19400"/>
                    <a:pt x="18591" y="19400"/>
                    <a:pt x="18591" y="19400"/>
                  </a:cubicBezTo>
                  <a:cubicBezTo>
                    <a:pt x="19666" y="19600"/>
                    <a:pt x="19666" y="19600"/>
                    <a:pt x="19666" y="19600"/>
                  </a:cubicBezTo>
                  <a:cubicBezTo>
                    <a:pt x="19773" y="19300"/>
                    <a:pt x="19773" y="19300"/>
                    <a:pt x="19773" y="19300"/>
                  </a:cubicBezTo>
                  <a:cubicBezTo>
                    <a:pt x="19773" y="19300"/>
                    <a:pt x="19881" y="18900"/>
                    <a:pt x="19881" y="18900"/>
                  </a:cubicBezTo>
                  <a:cubicBezTo>
                    <a:pt x="19881" y="18800"/>
                    <a:pt x="19773" y="18800"/>
                    <a:pt x="19773" y="18800"/>
                  </a:cubicBezTo>
                  <a:cubicBezTo>
                    <a:pt x="19773" y="18800"/>
                    <a:pt x="19666" y="18700"/>
                    <a:pt x="19558" y="18700"/>
                  </a:cubicBezTo>
                  <a:cubicBezTo>
                    <a:pt x="19451" y="18600"/>
                    <a:pt x="19451" y="18500"/>
                    <a:pt x="19343" y="18400"/>
                  </a:cubicBezTo>
                  <a:cubicBezTo>
                    <a:pt x="19236" y="18300"/>
                    <a:pt x="19343" y="18300"/>
                    <a:pt x="19343" y="18300"/>
                  </a:cubicBezTo>
                  <a:cubicBezTo>
                    <a:pt x="19558" y="18300"/>
                    <a:pt x="19558" y="18300"/>
                    <a:pt x="19558" y="18300"/>
                  </a:cubicBezTo>
                  <a:cubicBezTo>
                    <a:pt x="19881" y="18300"/>
                    <a:pt x="19881" y="18300"/>
                    <a:pt x="19881" y="18300"/>
                  </a:cubicBezTo>
                  <a:cubicBezTo>
                    <a:pt x="19881" y="18300"/>
                    <a:pt x="19773" y="18100"/>
                    <a:pt x="19773" y="17900"/>
                  </a:cubicBezTo>
                  <a:cubicBezTo>
                    <a:pt x="19666" y="17700"/>
                    <a:pt x="19666" y="17700"/>
                    <a:pt x="19666" y="17700"/>
                  </a:cubicBezTo>
                  <a:cubicBezTo>
                    <a:pt x="19988" y="17600"/>
                    <a:pt x="19988" y="17600"/>
                    <a:pt x="19988" y="17600"/>
                  </a:cubicBezTo>
                  <a:cubicBezTo>
                    <a:pt x="20203" y="17400"/>
                    <a:pt x="20203" y="17400"/>
                    <a:pt x="20203" y="17400"/>
                  </a:cubicBezTo>
                  <a:cubicBezTo>
                    <a:pt x="20418" y="16900"/>
                    <a:pt x="20418" y="16900"/>
                    <a:pt x="20418" y="16900"/>
                  </a:cubicBezTo>
                  <a:cubicBezTo>
                    <a:pt x="20096" y="16800"/>
                    <a:pt x="20096" y="16800"/>
                    <a:pt x="20096" y="16800"/>
                  </a:cubicBezTo>
                  <a:cubicBezTo>
                    <a:pt x="20096" y="16800"/>
                    <a:pt x="20096" y="16700"/>
                    <a:pt x="20096" y="16700"/>
                  </a:cubicBezTo>
                  <a:cubicBezTo>
                    <a:pt x="20096" y="16600"/>
                    <a:pt x="20203" y="16600"/>
                    <a:pt x="20203" y="16500"/>
                  </a:cubicBezTo>
                  <a:cubicBezTo>
                    <a:pt x="20203" y="16500"/>
                    <a:pt x="20310" y="16400"/>
                    <a:pt x="20310" y="16400"/>
                  </a:cubicBezTo>
                  <a:cubicBezTo>
                    <a:pt x="20310" y="16100"/>
                    <a:pt x="20310" y="16100"/>
                    <a:pt x="20310" y="16100"/>
                  </a:cubicBezTo>
                  <a:cubicBezTo>
                    <a:pt x="20310" y="15400"/>
                    <a:pt x="20310" y="15400"/>
                    <a:pt x="20310" y="15400"/>
                  </a:cubicBezTo>
                  <a:cubicBezTo>
                    <a:pt x="20310" y="15100"/>
                    <a:pt x="20310" y="15100"/>
                    <a:pt x="20310" y="15100"/>
                  </a:cubicBezTo>
                  <a:cubicBezTo>
                    <a:pt x="20310" y="15100"/>
                    <a:pt x="20525" y="15100"/>
                    <a:pt x="20633" y="15100"/>
                  </a:cubicBezTo>
                  <a:cubicBezTo>
                    <a:pt x="20633" y="15100"/>
                    <a:pt x="20848" y="15200"/>
                    <a:pt x="20848" y="15200"/>
                  </a:cubicBezTo>
                  <a:cubicBezTo>
                    <a:pt x="20848" y="15200"/>
                    <a:pt x="20955" y="15100"/>
                    <a:pt x="20955" y="15000"/>
                  </a:cubicBezTo>
                  <a:cubicBezTo>
                    <a:pt x="20955" y="15000"/>
                    <a:pt x="20955" y="15000"/>
                    <a:pt x="20740" y="14900"/>
                  </a:cubicBezTo>
                  <a:cubicBezTo>
                    <a:pt x="20633" y="14800"/>
                    <a:pt x="20418" y="14700"/>
                    <a:pt x="20418" y="14700"/>
                  </a:cubicBezTo>
                  <a:cubicBezTo>
                    <a:pt x="20418" y="14600"/>
                    <a:pt x="20310" y="14400"/>
                    <a:pt x="20310" y="14400"/>
                  </a:cubicBezTo>
                  <a:cubicBezTo>
                    <a:pt x="20525" y="14400"/>
                    <a:pt x="20525" y="14400"/>
                    <a:pt x="20525" y="14400"/>
                  </a:cubicBezTo>
                  <a:cubicBezTo>
                    <a:pt x="21063" y="14400"/>
                    <a:pt x="21063" y="14400"/>
                    <a:pt x="21063" y="14400"/>
                  </a:cubicBezTo>
                  <a:cubicBezTo>
                    <a:pt x="21170" y="14100"/>
                    <a:pt x="21170" y="14100"/>
                    <a:pt x="21170" y="14100"/>
                  </a:cubicBezTo>
                  <a:cubicBezTo>
                    <a:pt x="21170" y="14100"/>
                    <a:pt x="20740" y="14100"/>
                    <a:pt x="20740" y="14100"/>
                  </a:cubicBezTo>
                  <a:cubicBezTo>
                    <a:pt x="20740" y="14100"/>
                    <a:pt x="20525" y="13900"/>
                    <a:pt x="20525" y="13900"/>
                  </a:cubicBezTo>
                  <a:cubicBezTo>
                    <a:pt x="20633" y="13700"/>
                    <a:pt x="20633" y="13700"/>
                    <a:pt x="20633" y="13700"/>
                  </a:cubicBezTo>
                  <a:cubicBezTo>
                    <a:pt x="20740" y="13800"/>
                    <a:pt x="20740" y="13800"/>
                    <a:pt x="20740" y="13800"/>
                  </a:cubicBezTo>
                  <a:cubicBezTo>
                    <a:pt x="21170" y="13800"/>
                    <a:pt x="21170" y="13800"/>
                    <a:pt x="21170" y="13800"/>
                  </a:cubicBezTo>
                  <a:cubicBezTo>
                    <a:pt x="21385" y="13700"/>
                    <a:pt x="21385" y="13700"/>
                    <a:pt x="21385" y="13700"/>
                  </a:cubicBezTo>
                  <a:cubicBezTo>
                    <a:pt x="21385" y="13400"/>
                    <a:pt x="21385" y="13400"/>
                    <a:pt x="21385" y="13400"/>
                  </a:cubicBezTo>
                  <a:cubicBezTo>
                    <a:pt x="21385" y="13200"/>
                    <a:pt x="21385" y="13200"/>
                    <a:pt x="21385" y="13200"/>
                  </a:cubicBezTo>
                  <a:cubicBezTo>
                    <a:pt x="21600" y="13000"/>
                    <a:pt x="21600" y="13000"/>
                    <a:pt x="21600" y="13000"/>
                  </a:cubicBezTo>
                  <a:cubicBezTo>
                    <a:pt x="21493" y="12900"/>
                    <a:pt x="21493" y="12900"/>
                    <a:pt x="21493" y="12900"/>
                  </a:cubicBezTo>
                  <a:lnTo>
                    <a:pt x="21278" y="1280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62" name="Shape">
              <a:extLst>
                <a:ext uri="{FF2B5EF4-FFF2-40B4-BE49-F238E27FC236}">
                  <a16:creationId xmlns:a16="http://schemas.microsoft.com/office/drawing/2014/main" id="{DE22047F-A6C2-45BD-9234-C01C09076E05}"/>
                </a:ext>
              </a:extLst>
            </p:cNvPr>
            <p:cNvSpPr/>
            <p:nvPr/>
          </p:nvSpPr>
          <p:spPr>
            <a:xfrm>
              <a:off x="6552542" y="2274455"/>
              <a:ext cx="1239388" cy="6948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03" y="19735"/>
                  </a:moveTo>
                  <a:lnTo>
                    <a:pt x="14719" y="18337"/>
                  </a:lnTo>
                  <a:lnTo>
                    <a:pt x="21165" y="16006"/>
                  </a:lnTo>
                  <a:lnTo>
                    <a:pt x="21600" y="15695"/>
                  </a:lnTo>
                  <a:lnTo>
                    <a:pt x="21600" y="15229"/>
                  </a:lnTo>
                  <a:lnTo>
                    <a:pt x="21426" y="14452"/>
                  </a:lnTo>
                  <a:lnTo>
                    <a:pt x="21165" y="13830"/>
                  </a:lnTo>
                  <a:lnTo>
                    <a:pt x="20816" y="13364"/>
                  </a:lnTo>
                  <a:lnTo>
                    <a:pt x="20642" y="13364"/>
                  </a:lnTo>
                  <a:lnTo>
                    <a:pt x="20206" y="12898"/>
                  </a:lnTo>
                  <a:lnTo>
                    <a:pt x="20119" y="12432"/>
                  </a:lnTo>
                  <a:lnTo>
                    <a:pt x="19858" y="12121"/>
                  </a:lnTo>
                  <a:lnTo>
                    <a:pt x="19684" y="11499"/>
                  </a:lnTo>
                  <a:lnTo>
                    <a:pt x="19510" y="11188"/>
                  </a:lnTo>
                  <a:lnTo>
                    <a:pt x="19510" y="10878"/>
                  </a:lnTo>
                  <a:lnTo>
                    <a:pt x="19684" y="10567"/>
                  </a:lnTo>
                  <a:lnTo>
                    <a:pt x="20032" y="10878"/>
                  </a:lnTo>
                  <a:lnTo>
                    <a:pt x="19684" y="9945"/>
                  </a:lnTo>
                  <a:lnTo>
                    <a:pt x="19510" y="9790"/>
                  </a:lnTo>
                  <a:lnTo>
                    <a:pt x="18726" y="9324"/>
                  </a:lnTo>
                  <a:lnTo>
                    <a:pt x="18377" y="8391"/>
                  </a:lnTo>
                  <a:lnTo>
                    <a:pt x="18377" y="8236"/>
                  </a:lnTo>
                  <a:lnTo>
                    <a:pt x="18726" y="8547"/>
                  </a:lnTo>
                  <a:lnTo>
                    <a:pt x="19161" y="8702"/>
                  </a:lnTo>
                  <a:lnTo>
                    <a:pt x="19248" y="9168"/>
                  </a:lnTo>
                  <a:lnTo>
                    <a:pt x="19771" y="9324"/>
                  </a:lnTo>
                  <a:lnTo>
                    <a:pt x="19597" y="8702"/>
                  </a:lnTo>
                  <a:lnTo>
                    <a:pt x="19597" y="7459"/>
                  </a:lnTo>
                  <a:lnTo>
                    <a:pt x="19248" y="7614"/>
                  </a:lnTo>
                  <a:lnTo>
                    <a:pt x="18726" y="6993"/>
                  </a:lnTo>
                  <a:lnTo>
                    <a:pt x="18465" y="6371"/>
                  </a:lnTo>
                  <a:lnTo>
                    <a:pt x="18377" y="6371"/>
                  </a:lnTo>
                  <a:lnTo>
                    <a:pt x="18290" y="6682"/>
                  </a:lnTo>
                  <a:lnTo>
                    <a:pt x="18029" y="6682"/>
                  </a:lnTo>
                  <a:lnTo>
                    <a:pt x="17681" y="6060"/>
                  </a:lnTo>
                  <a:lnTo>
                    <a:pt x="17332" y="5750"/>
                  </a:lnTo>
                  <a:lnTo>
                    <a:pt x="16984" y="5594"/>
                  </a:lnTo>
                  <a:lnTo>
                    <a:pt x="16810" y="5750"/>
                  </a:lnTo>
                  <a:lnTo>
                    <a:pt x="16548" y="5905"/>
                  </a:lnTo>
                  <a:lnTo>
                    <a:pt x="16374" y="5594"/>
                  </a:lnTo>
                  <a:lnTo>
                    <a:pt x="16374" y="3885"/>
                  </a:lnTo>
                  <a:lnTo>
                    <a:pt x="16635" y="3729"/>
                  </a:lnTo>
                  <a:lnTo>
                    <a:pt x="16810" y="3263"/>
                  </a:lnTo>
                  <a:lnTo>
                    <a:pt x="16723" y="2642"/>
                  </a:lnTo>
                  <a:lnTo>
                    <a:pt x="16374" y="2176"/>
                  </a:lnTo>
                  <a:lnTo>
                    <a:pt x="15939" y="1554"/>
                  </a:lnTo>
                  <a:lnTo>
                    <a:pt x="15068" y="622"/>
                  </a:lnTo>
                  <a:lnTo>
                    <a:pt x="14894" y="777"/>
                  </a:lnTo>
                  <a:lnTo>
                    <a:pt x="14632" y="1243"/>
                  </a:lnTo>
                  <a:lnTo>
                    <a:pt x="14458" y="1243"/>
                  </a:lnTo>
                  <a:lnTo>
                    <a:pt x="13935" y="777"/>
                  </a:lnTo>
                  <a:lnTo>
                    <a:pt x="13152" y="0"/>
                  </a:lnTo>
                  <a:lnTo>
                    <a:pt x="13152" y="1243"/>
                  </a:lnTo>
                  <a:lnTo>
                    <a:pt x="12977" y="2331"/>
                  </a:lnTo>
                  <a:lnTo>
                    <a:pt x="12803" y="2797"/>
                  </a:lnTo>
                  <a:lnTo>
                    <a:pt x="12542" y="3263"/>
                  </a:lnTo>
                  <a:lnTo>
                    <a:pt x="12106" y="4662"/>
                  </a:lnTo>
                  <a:lnTo>
                    <a:pt x="12019" y="4351"/>
                  </a:lnTo>
                  <a:lnTo>
                    <a:pt x="11671" y="4351"/>
                  </a:lnTo>
                  <a:lnTo>
                    <a:pt x="11584" y="4973"/>
                  </a:lnTo>
                  <a:lnTo>
                    <a:pt x="11410" y="5594"/>
                  </a:lnTo>
                  <a:lnTo>
                    <a:pt x="11148" y="6837"/>
                  </a:lnTo>
                  <a:lnTo>
                    <a:pt x="11061" y="7148"/>
                  </a:lnTo>
                  <a:lnTo>
                    <a:pt x="10887" y="6993"/>
                  </a:lnTo>
                  <a:lnTo>
                    <a:pt x="10452" y="6682"/>
                  </a:lnTo>
                  <a:lnTo>
                    <a:pt x="10103" y="6371"/>
                  </a:lnTo>
                  <a:lnTo>
                    <a:pt x="10016" y="7459"/>
                  </a:lnTo>
                  <a:lnTo>
                    <a:pt x="9755" y="9324"/>
                  </a:lnTo>
                  <a:lnTo>
                    <a:pt x="9494" y="10567"/>
                  </a:lnTo>
                  <a:lnTo>
                    <a:pt x="9058" y="11344"/>
                  </a:lnTo>
                  <a:lnTo>
                    <a:pt x="8971" y="12121"/>
                  </a:lnTo>
                  <a:lnTo>
                    <a:pt x="9058" y="13364"/>
                  </a:lnTo>
                  <a:lnTo>
                    <a:pt x="8710" y="13830"/>
                  </a:lnTo>
                  <a:lnTo>
                    <a:pt x="7752" y="14763"/>
                  </a:lnTo>
                  <a:lnTo>
                    <a:pt x="7142" y="15695"/>
                  </a:lnTo>
                  <a:lnTo>
                    <a:pt x="6358" y="16006"/>
                  </a:lnTo>
                  <a:lnTo>
                    <a:pt x="6010" y="15540"/>
                  </a:lnTo>
                  <a:lnTo>
                    <a:pt x="5487" y="16627"/>
                  </a:lnTo>
                  <a:lnTo>
                    <a:pt x="5313" y="16627"/>
                  </a:lnTo>
                  <a:lnTo>
                    <a:pt x="4877" y="16317"/>
                  </a:lnTo>
                  <a:lnTo>
                    <a:pt x="4355" y="15540"/>
                  </a:lnTo>
                  <a:lnTo>
                    <a:pt x="4268" y="15073"/>
                  </a:lnTo>
                  <a:lnTo>
                    <a:pt x="4006" y="15073"/>
                  </a:lnTo>
                  <a:lnTo>
                    <a:pt x="3745" y="16006"/>
                  </a:lnTo>
                  <a:lnTo>
                    <a:pt x="3397" y="16938"/>
                  </a:lnTo>
                  <a:lnTo>
                    <a:pt x="2439" y="17560"/>
                  </a:lnTo>
                  <a:lnTo>
                    <a:pt x="2177" y="18337"/>
                  </a:lnTo>
                  <a:lnTo>
                    <a:pt x="1916" y="19735"/>
                  </a:lnTo>
                  <a:lnTo>
                    <a:pt x="1568" y="19891"/>
                  </a:lnTo>
                  <a:lnTo>
                    <a:pt x="1306" y="20201"/>
                  </a:lnTo>
                  <a:lnTo>
                    <a:pt x="871" y="20668"/>
                  </a:lnTo>
                  <a:lnTo>
                    <a:pt x="523" y="21134"/>
                  </a:lnTo>
                  <a:lnTo>
                    <a:pt x="0" y="21600"/>
                  </a:lnTo>
                  <a:lnTo>
                    <a:pt x="5574" y="20668"/>
                  </a:lnTo>
                  <a:lnTo>
                    <a:pt x="10103" y="19735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63" name="Shape">
              <a:extLst>
                <a:ext uri="{FF2B5EF4-FFF2-40B4-BE49-F238E27FC236}">
                  <a16:creationId xmlns:a16="http://schemas.microsoft.com/office/drawing/2014/main" id="{A6F7B4FB-A4BA-4B83-B321-D819A941E02A}"/>
                </a:ext>
              </a:extLst>
            </p:cNvPr>
            <p:cNvSpPr/>
            <p:nvPr/>
          </p:nvSpPr>
          <p:spPr>
            <a:xfrm>
              <a:off x="6662491" y="3214231"/>
              <a:ext cx="799603" cy="6198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200" y="2057"/>
                  </a:moveTo>
                  <a:cubicBezTo>
                    <a:pt x="10743" y="588"/>
                    <a:pt x="10743" y="588"/>
                    <a:pt x="10743" y="588"/>
                  </a:cubicBezTo>
                  <a:cubicBezTo>
                    <a:pt x="10057" y="147"/>
                    <a:pt x="10057" y="147"/>
                    <a:pt x="10057" y="147"/>
                  </a:cubicBezTo>
                  <a:cubicBezTo>
                    <a:pt x="9029" y="0"/>
                    <a:pt x="9029" y="0"/>
                    <a:pt x="9029" y="0"/>
                  </a:cubicBezTo>
                  <a:cubicBezTo>
                    <a:pt x="8229" y="147"/>
                    <a:pt x="8229" y="147"/>
                    <a:pt x="8229" y="147"/>
                  </a:cubicBezTo>
                  <a:cubicBezTo>
                    <a:pt x="7657" y="588"/>
                    <a:pt x="7657" y="588"/>
                    <a:pt x="7657" y="588"/>
                  </a:cubicBezTo>
                  <a:cubicBezTo>
                    <a:pt x="7314" y="735"/>
                    <a:pt x="7314" y="735"/>
                    <a:pt x="7314" y="735"/>
                  </a:cubicBezTo>
                  <a:cubicBezTo>
                    <a:pt x="6629" y="882"/>
                    <a:pt x="6629" y="882"/>
                    <a:pt x="6629" y="882"/>
                  </a:cubicBezTo>
                  <a:cubicBezTo>
                    <a:pt x="5257" y="588"/>
                    <a:pt x="5257" y="588"/>
                    <a:pt x="5257" y="588"/>
                  </a:cubicBezTo>
                  <a:cubicBezTo>
                    <a:pt x="4457" y="588"/>
                    <a:pt x="4457" y="588"/>
                    <a:pt x="4457" y="588"/>
                  </a:cubicBezTo>
                  <a:cubicBezTo>
                    <a:pt x="3543" y="735"/>
                    <a:pt x="3543" y="735"/>
                    <a:pt x="3543" y="735"/>
                  </a:cubicBezTo>
                  <a:cubicBezTo>
                    <a:pt x="2971" y="1029"/>
                    <a:pt x="2971" y="1029"/>
                    <a:pt x="2971" y="1029"/>
                  </a:cubicBezTo>
                  <a:cubicBezTo>
                    <a:pt x="1371" y="2645"/>
                    <a:pt x="1371" y="2645"/>
                    <a:pt x="1371" y="2645"/>
                  </a:cubicBezTo>
                  <a:cubicBezTo>
                    <a:pt x="1371" y="2645"/>
                    <a:pt x="1371" y="2645"/>
                    <a:pt x="1371" y="2645"/>
                  </a:cubicBezTo>
                  <a:cubicBezTo>
                    <a:pt x="1257" y="2939"/>
                    <a:pt x="1257" y="2939"/>
                    <a:pt x="1257" y="2939"/>
                  </a:cubicBezTo>
                  <a:cubicBezTo>
                    <a:pt x="1257" y="3233"/>
                    <a:pt x="1257" y="3233"/>
                    <a:pt x="1257" y="3233"/>
                  </a:cubicBezTo>
                  <a:cubicBezTo>
                    <a:pt x="1029" y="3380"/>
                    <a:pt x="1029" y="3380"/>
                    <a:pt x="1029" y="3380"/>
                  </a:cubicBezTo>
                  <a:cubicBezTo>
                    <a:pt x="571" y="3820"/>
                    <a:pt x="571" y="3820"/>
                    <a:pt x="571" y="3820"/>
                  </a:cubicBezTo>
                  <a:cubicBezTo>
                    <a:pt x="0" y="4261"/>
                    <a:pt x="0" y="4261"/>
                    <a:pt x="0" y="4261"/>
                  </a:cubicBezTo>
                  <a:cubicBezTo>
                    <a:pt x="0" y="4702"/>
                    <a:pt x="0" y="4702"/>
                    <a:pt x="0" y="4702"/>
                  </a:cubicBezTo>
                  <a:cubicBezTo>
                    <a:pt x="229" y="4996"/>
                    <a:pt x="229" y="4996"/>
                    <a:pt x="229" y="4996"/>
                  </a:cubicBezTo>
                  <a:cubicBezTo>
                    <a:pt x="457" y="5437"/>
                    <a:pt x="457" y="5437"/>
                    <a:pt x="457" y="5437"/>
                  </a:cubicBezTo>
                  <a:cubicBezTo>
                    <a:pt x="1829" y="6171"/>
                    <a:pt x="1829" y="6171"/>
                    <a:pt x="1829" y="6171"/>
                  </a:cubicBezTo>
                  <a:cubicBezTo>
                    <a:pt x="2171" y="6612"/>
                    <a:pt x="2171" y="6612"/>
                    <a:pt x="2171" y="6612"/>
                  </a:cubicBezTo>
                  <a:cubicBezTo>
                    <a:pt x="2514" y="7200"/>
                    <a:pt x="2514" y="7200"/>
                    <a:pt x="2514" y="7200"/>
                  </a:cubicBezTo>
                  <a:cubicBezTo>
                    <a:pt x="2743" y="7788"/>
                    <a:pt x="2743" y="7788"/>
                    <a:pt x="2743" y="7788"/>
                  </a:cubicBezTo>
                  <a:cubicBezTo>
                    <a:pt x="3314" y="8522"/>
                    <a:pt x="3314" y="8522"/>
                    <a:pt x="3314" y="8522"/>
                  </a:cubicBezTo>
                  <a:cubicBezTo>
                    <a:pt x="3886" y="9404"/>
                    <a:pt x="3886" y="9404"/>
                    <a:pt x="3886" y="9404"/>
                  </a:cubicBezTo>
                  <a:cubicBezTo>
                    <a:pt x="5714" y="11314"/>
                    <a:pt x="5714" y="11314"/>
                    <a:pt x="5714" y="11314"/>
                  </a:cubicBezTo>
                  <a:cubicBezTo>
                    <a:pt x="6286" y="11902"/>
                    <a:pt x="6286" y="11902"/>
                    <a:pt x="6286" y="11902"/>
                  </a:cubicBezTo>
                  <a:cubicBezTo>
                    <a:pt x="6971" y="13078"/>
                    <a:pt x="6971" y="13078"/>
                    <a:pt x="6971" y="13078"/>
                  </a:cubicBezTo>
                  <a:cubicBezTo>
                    <a:pt x="7543" y="14106"/>
                    <a:pt x="7543" y="14106"/>
                    <a:pt x="7543" y="14106"/>
                  </a:cubicBezTo>
                  <a:cubicBezTo>
                    <a:pt x="8343" y="14547"/>
                    <a:pt x="8343" y="14547"/>
                    <a:pt x="8343" y="14547"/>
                  </a:cubicBezTo>
                  <a:cubicBezTo>
                    <a:pt x="8686" y="14988"/>
                    <a:pt x="8686" y="14988"/>
                    <a:pt x="8686" y="14988"/>
                  </a:cubicBezTo>
                  <a:cubicBezTo>
                    <a:pt x="9029" y="15429"/>
                    <a:pt x="9029" y="15429"/>
                    <a:pt x="9029" y="15429"/>
                  </a:cubicBezTo>
                  <a:cubicBezTo>
                    <a:pt x="9371" y="15722"/>
                    <a:pt x="9371" y="15722"/>
                    <a:pt x="9371" y="15722"/>
                  </a:cubicBezTo>
                  <a:cubicBezTo>
                    <a:pt x="9600" y="16016"/>
                    <a:pt x="9600" y="16016"/>
                    <a:pt x="9600" y="16016"/>
                  </a:cubicBezTo>
                  <a:cubicBezTo>
                    <a:pt x="9943" y="16751"/>
                    <a:pt x="9943" y="16751"/>
                    <a:pt x="9943" y="16751"/>
                  </a:cubicBezTo>
                  <a:cubicBezTo>
                    <a:pt x="10171" y="17192"/>
                    <a:pt x="10171" y="17192"/>
                    <a:pt x="10171" y="17192"/>
                  </a:cubicBezTo>
                  <a:cubicBezTo>
                    <a:pt x="10171" y="17486"/>
                    <a:pt x="10171" y="17486"/>
                    <a:pt x="10171" y="17486"/>
                  </a:cubicBezTo>
                  <a:cubicBezTo>
                    <a:pt x="10286" y="17927"/>
                    <a:pt x="10286" y="17927"/>
                    <a:pt x="10286" y="17927"/>
                  </a:cubicBezTo>
                  <a:cubicBezTo>
                    <a:pt x="10400" y="18220"/>
                    <a:pt x="10400" y="18220"/>
                    <a:pt x="10400" y="18220"/>
                  </a:cubicBezTo>
                  <a:cubicBezTo>
                    <a:pt x="10514" y="18220"/>
                    <a:pt x="10514" y="18220"/>
                    <a:pt x="10514" y="18220"/>
                  </a:cubicBezTo>
                  <a:cubicBezTo>
                    <a:pt x="10857" y="18367"/>
                    <a:pt x="10857" y="18367"/>
                    <a:pt x="10857" y="18367"/>
                  </a:cubicBezTo>
                  <a:cubicBezTo>
                    <a:pt x="11200" y="18661"/>
                    <a:pt x="11200" y="18661"/>
                    <a:pt x="11200" y="18661"/>
                  </a:cubicBezTo>
                  <a:cubicBezTo>
                    <a:pt x="11200" y="18808"/>
                    <a:pt x="11200" y="18808"/>
                    <a:pt x="11200" y="18808"/>
                  </a:cubicBezTo>
                  <a:cubicBezTo>
                    <a:pt x="11200" y="19102"/>
                    <a:pt x="11200" y="19102"/>
                    <a:pt x="11200" y="19102"/>
                  </a:cubicBezTo>
                  <a:cubicBezTo>
                    <a:pt x="11314" y="19543"/>
                    <a:pt x="11314" y="19543"/>
                    <a:pt x="11314" y="19543"/>
                  </a:cubicBezTo>
                  <a:cubicBezTo>
                    <a:pt x="11771" y="20131"/>
                    <a:pt x="11771" y="20131"/>
                    <a:pt x="11771" y="20131"/>
                  </a:cubicBezTo>
                  <a:cubicBezTo>
                    <a:pt x="11771" y="20278"/>
                    <a:pt x="11771" y="20278"/>
                    <a:pt x="11771" y="20278"/>
                  </a:cubicBezTo>
                  <a:cubicBezTo>
                    <a:pt x="11771" y="20865"/>
                    <a:pt x="11771" y="20865"/>
                    <a:pt x="11771" y="20865"/>
                  </a:cubicBezTo>
                  <a:cubicBezTo>
                    <a:pt x="11886" y="21306"/>
                    <a:pt x="11886" y="21306"/>
                    <a:pt x="11886" y="21306"/>
                  </a:cubicBezTo>
                  <a:cubicBezTo>
                    <a:pt x="12114" y="21453"/>
                    <a:pt x="12114" y="21453"/>
                    <a:pt x="12114" y="21453"/>
                  </a:cubicBezTo>
                  <a:cubicBezTo>
                    <a:pt x="12343" y="21600"/>
                    <a:pt x="12343" y="21600"/>
                    <a:pt x="12343" y="21600"/>
                  </a:cubicBezTo>
                  <a:cubicBezTo>
                    <a:pt x="12343" y="20718"/>
                    <a:pt x="12343" y="20718"/>
                    <a:pt x="12343" y="20718"/>
                  </a:cubicBezTo>
                  <a:cubicBezTo>
                    <a:pt x="12571" y="20571"/>
                    <a:pt x="12571" y="20571"/>
                    <a:pt x="12571" y="20571"/>
                  </a:cubicBezTo>
                  <a:cubicBezTo>
                    <a:pt x="13143" y="20571"/>
                    <a:pt x="13143" y="20571"/>
                    <a:pt x="13143" y="20571"/>
                  </a:cubicBezTo>
                  <a:cubicBezTo>
                    <a:pt x="13257" y="20571"/>
                    <a:pt x="13257" y="20571"/>
                    <a:pt x="13257" y="20571"/>
                  </a:cubicBezTo>
                  <a:cubicBezTo>
                    <a:pt x="13257" y="20571"/>
                    <a:pt x="13486" y="20424"/>
                    <a:pt x="13486" y="20424"/>
                  </a:cubicBezTo>
                  <a:cubicBezTo>
                    <a:pt x="13486" y="20278"/>
                    <a:pt x="13371" y="20131"/>
                    <a:pt x="13371" y="20131"/>
                  </a:cubicBezTo>
                  <a:cubicBezTo>
                    <a:pt x="13257" y="20131"/>
                    <a:pt x="13257" y="20131"/>
                    <a:pt x="13257" y="20131"/>
                  </a:cubicBezTo>
                  <a:cubicBezTo>
                    <a:pt x="13257" y="20131"/>
                    <a:pt x="12800" y="19984"/>
                    <a:pt x="12800" y="19984"/>
                  </a:cubicBezTo>
                  <a:cubicBezTo>
                    <a:pt x="12686" y="19984"/>
                    <a:pt x="12571" y="19690"/>
                    <a:pt x="12571" y="19690"/>
                  </a:cubicBezTo>
                  <a:cubicBezTo>
                    <a:pt x="12571" y="19543"/>
                    <a:pt x="12571" y="19543"/>
                    <a:pt x="12571" y="19543"/>
                  </a:cubicBezTo>
                  <a:cubicBezTo>
                    <a:pt x="12686" y="18955"/>
                    <a:pt x="12686" y="18955"/>
                    <a:pt x="12686" y="18955"/>
                  </a:cubicBezTo>
                  <a:cubicBezTo>
                    <a:pt x="13143" y="19396"/>
                    <a:pt x="13143" y="19396"/>
                    <a:pt x="13143" y="19396"/>
                  </a:cubicBezTo>
                  <a:cubicBezTo>
                    <a:pt x="13257" y="19543"/>
                    <a:pt x="13257" y="19543"/>
                    <a:pt x="13257" y="19543"/>
                  </a:cubicBezTo>
                  <a:cubicBezTo>
                    <a:pt x="13600" y="19837"/>
                    <a:pt x="13600" y="19837"/>
                    <a:pt x="13600" y="19837"/>
                  </a:cubicBezTo>
                  <a:cubicBezTo>
                    <a:pt x="14057" y="19690"/>
                    <a:pt x="14057" y="19690"/>
                    <a:pt x="14057" y="19690"/>
                  </a:cubicBezTo>
                  <a:cubicBezTo>
                    <a:pt x="14171" y="18808"/>
                    <a:pt x="14171" y="18808"/>
                    <a:pt x="14171" y="18808"/>
                  </a:cubicBezTo>
                  <a:cubicBezTo>
                    <a:pt x="14171" y="18661"/>
                    <a:pt x="14171" y="18661"/>
                    <a:pt x="14171" y="18661"/>
                  </a:cubicBezTo>
                  <a:cubicBezTo>
                    <a:pt x="14057" y="18073"/>
                    <a:pt x="14057" y="18073"/>
                    <a:pt x="14057" y="18073"/>
                  </a:cubicBezTo>
                  <a:cubicBezTo>
                    <a:pt x="14400" y="18073"/>
                    <a:pt x="14400" y="18073"/>
                    <a:pt x="14400" y="18073"/>
                  </a:cubicBezTo>
                  <a:cubicBezTo>
                    <a:pt x="14857" y="18073"/>
                    <a:pt x="14857" y="18073"/>
                    <a:pt x="14857" y="18073"/>
                  </a:cubicBezTo>
                  <a:cubicBezTo>
                    <a:pt x="15429" y="17633"/>
                    <a:pt x="15429" y="17633"/>
                    <a:pt x="15429" y="17633"/>
                  </a:cubicBezTo>
                  <a:cubicBezTo>
                    <a:pt x="15429" y="17486"/>
                    <a:pt x="15429" y="17486"/>
                    <a:pt x="15429" y="17486"/>
                  </a:cubicBezTo>
                  <a:cubicBezTo>
                    <a:pt x="15200" y="17339"/>
                    <a:pt x="15200" y="17339"/>
                    <a:pt x="15200" y="17339"/>
                  </a:cubicBezTo>
                  <a:cubicBezTo>
                    <a:pt x="14971" y="17339"/>
                    <a:pt x="14971" y="17339"/>
                    <a:pt x="14971" y="17339"/>
                  </a:cubicBezTo>
                  <a:cubicBezTo>
                    <a:pt x="14743" y="17192"/>
                    <a:pt x="14743" y="17192"/>
                    <a:pt x="14743" y="17192"/>
                  </a:cubicBezTo>
                  <a:cubicBezTo>
                    <a:pt x="14743" y="16898"/>
                    <a:pt x="14743" y="16898"/>
                    <a:pt x="14743" y="16898"/>
                  </a:cubicBezTo>
                  <a:cubicBezTo>
                    <a:pt x="15086" y="16751"/>
                    <a:pt x="15086" y="16751"/>
                    <a:pt x="15086" y="16751"/>
                  </a:cubicBezTo>
                  <a:cubicBezTo>
                    <a:pt x="15200" y="16898"/>
                    <a:pt x="15200" y="16898"/>
                    <a:pt x="15200" y="16898"/>
                  </a:cubicBezTo>
                  <a:cubicBezTo>
                    <a:pt x="15543" y="17192"/>
                    <a:pt x="15543" y="17192"/>
                    <a:pt x="15543" y="17192"/>
                  </a:cubicBezTo>
                  <a:cubicBezTo>
                    <a:pt x="15771" y="17192"/>
                    <a:pt x="15771" y="17192"/>
                    <a:pt x="15771" y="17192"/>
                  </a:cubicBezTo>
                  <a:cubicBezTo>
                    <a:pt x="16229" y="16751"/>
                    <a:pt x="16229" y="16751"/>
                    <a:pt x="16229" y="16751"/>
                  </a:cubicBezTo>
                  <a:cubicBezTo>
                    <a:pt x="16571" y="16163"/>
                    <a:pt x="16571" y="16163"/>
                    <a:pt x="16571" y="16163"/>
                  </a:cubicBezTo>
                  <a:cubicBezTo>
                    <a:pt x="16457" y="15722"/>
                    <a:pt x="16457" y="15722"/>
                    <a:pt x="16457" y="15722"/>
                  </a:cubicBezTo>
                  <a:cubicBezTo>
                    <a:pt x="16114" y="15429"/>
                    <a:pt x="16114" y="15429"/>
                    <a:pt x="16114" y="15429"/>
                  </a:cubicBezTo>
                  <a:cubicBezTo>
                    <a:pt x="16114" y="15282"/>
                    <a:pt x="16114" y="15282"/>
                    <a:pt x="16114" y="15282"/>
                  </a:cubicBezTo>
                  <a:cubicBezTo>
                    <a:pt x="16343" y="15135"/>
                    <a:pt x="16343" y="15135"/>
                    <a:pt x="16343" y="15135"/>
                  </a:cubicBezTo>
                  <a:cubicBezTo>
                    <a:pt x="16800" y="15429"/>
                    <a:pt x="16800" y="15429"/>
                    <a:pt x="16800" y="15429"/>
                  </a:cubicBezTo>
                  <a:cubicBezTo>
                    <a:pt x="17029" y="15135"/>
                    <a:pt x="17029" y="15135"/>
                    <a:pt x="17029" y="15135"/>
                  </a:cubicBezTo>
                  <a:cubicBezTo>
                    <a:pt x="17257" y="14694"/>
                    <a:pt x="17257" y="14694"/>
                    <a:pt x="17257" y="14694"/>
                  </a:cubicBezTo>
                  <a:cubicBezTo>
                    <a:pt x="17714" y="13665"/>
                    <a:pt x="17714" y="13665"/>
                    <a:pt x="17714" y="13665"/>
                  </a:cubicBezTo>
                  <a:cubicBezTo>
                    <a:pt x="18171" y="13224"/>
                    <a:pt x="18171" y="13224"/>
                    <a:pt x="18171" y="13224"/>
                  </a:cubicBezTo>
                  <a:cubicBezTo>
                    <a:pt x="18743" y="13078"/>
                    <a:pt x="18743" y="13078"/>
                    <a:pt x="18743" y="13078"/>
                  </a:cubicBezTo>
                  <a:cubicBezTo>
                    <a:pt x="19086" y="12343"/>
                    <a:pt x="19086" y="12343"/>
                    <a:pt x="19086" y="12343"/>
                  </a:cubicBezTo>
                  <a:cubicBezTo>
                    <a:pt x="19314" y="11902"/>
                    <a:pt x="19314" y="11902"/>
                    <a:pt x="19314" y="11902"/>
                  </a:cubicBezTo>
                  <a:cubicBezTo>
                    <a:pt x="19086" y="11608"/>
                    <a:pt x="19086" y="11608"/>
                    <a:pt x="19086" y="11608"/>
                  </a:cubicBezTo>
                  <a:cubicBezTo>
                    <a:pt x="18857" y="11020"/>
                    <a:pt x="18857" y="11020"/>
                    <a:pt x="18857" y="11020"/>
                  </a:cubicBezTo>
                  <a:cubicBezTo>
                    <a:pt x="19086" y="11020"/>
                    <a:pt x="19086" y="11020"/>
                    <a:pt x="19086" y="11020"/>
                  </a:cubicBezTo>
                  <a:cubicBezTo>
                    <a:pt x="19314" y="11020"/>
                    <a:pt x="19314" y="11020"/>
                    <a:pt x="19314" y="11020"/>
                  </a:cubicBezTo>
                  <a:cubicBezTo>
                    <a:pt x="19314" y="10580"/>
                    <a:pt x="19314" y="10580"/>
                    <a:pt x="19314" y="10580"/>
                  </a:cubicBezTo>
                  <a:cubicBezTo>
                    <a:pt x="19429" y="10286"/>
                    <a:pt x="19429" y="10286"/>
                    <a:pt x="19429" y="10286"/>
                  </a:cubicBezTo>
                  <a:cubicBezTo>
                    <a:pt x="19771" y="9698"/>
                    <a:pt x="19771" y="9698"/>
                    <a:pt x="19771" y="9698"/>
                  </a:cubicBezTo>
                  <a:cubicBezTo>
                    <a:pt x="20000" y="8816"/>
                    <a:pt x="20000" y="8816"/>
                    <a:pt x="20000" y="8816"/>
                  </a:cubicBezTo>
                  <a:cubicBezTo>
                    <a:pt x="20229" y="8229"/>
                    <a:pt x="20229" y="8229"/>
                    <a:pt x="20229" y="8229"/>
                  </a:cubicBezTo>
                  <a:cubicBezTo>
                    <a:pt x="20343" y="7935"/>
                    <a:pt x="20343" y="7935"/>
                    <a:pt x="20343" y="7935"/>
                  </a:cubicBezTo>
                  <a:cubicBezTo>
                    <a:pt x="20571" y="7641"/>
                    <a:pt x="20571" y="7641"/>
                    <a:pt x="20571" y="7641"/>
                  </a:cubicBezTo>
                  <a:cubicBezTo>
                    <a:pt x="21371" y="6759"/>
                    <a:pt x="21371" y="6759"/>
                    <a:pt x="21371" y="6759"/>
                  </a:cubicBezTo>
                  <a:cubicBezTo>
                    <a:pt x="21600" y="6465"/>
                    <a:pt x="21600" y="6465"/>
                    <a:pt x="21600" y="6465"/>
                  </a:cubicBezTo>
                  <a:cubicBezTo>
                    <a:pt x="15771" y="882"/>
                    <a:pt x="15771" y="882"/>
                    <a:pt x="15771" y="882"/>
                  </a:cubicBezTo>
                  <a:lnTo>
                    <a:pt x="11200" y="205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64" name="Shape">
              <a:extLst>
                <a:ext uri="{FF2B5EF4-FFF2-40B4-BE49-F238E27FC236}">
                  <a16:creationId xmlns:a16="http://schemas.microsoft.com/office/drawing/2014/main" id="{158F154B-3D63-4977-8C6A-5722F7A00437}"/>
                </a:ext>
              </a:extLst>
            </p:cNvPr>
            <p:cNvSpPr/>
            <p:nvPr/>
          </p:nvSpPr>
          <p:spPr>
            <a:xfrm>
              <a:off x="5837895" y="3329203"/>
              <a:ext cx="629687" cy="1009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857" y="20103"/>
                  </a:moveTo>
                  <a:lnTo>
                    <a:pt x="6686" y="19568"/>
                  </a:lnTo>
                  <a:lnTo>
                    <a:pt x="6000" y="19034"/>
                  </a:lnTo>
                  <a:lnTo>
                    <a:pt x="5657" y="18820"/>
                  </a:lnTo>
                  <a:lnTo>
                    <a:pt x="5657" y="18499"/>
                  </a:lnTo>
                  <a:lnTo>
                    <a:pt x="6171" y="18392"/>
                  </a:lnTo>
                  <a:lnTo>
                    <a:pt x="7371" y="18178"/>
                  </a:lnTo>
                  <a:lnTo>
                    <a:pt x="8743" y="17964"/>
                  </a:lnTo>
                  <a:lnTo>
                    <a:pt x="21600" y="17323"/>
                  </a:lnTo>
                  <a:lnTo>
                    <a:pt x="21429" y="17216"/>
                  </a:lnTo>
                  <a:lnTo>
                    <a:pt x="20743" y="16681"/>
                  </a:lnTo>
                  <a:lnTo>
                    <a:pt x="20571" y="16360"/>
                  </a:lnTo>
                  <a:lnTo>
                    <a:pt x="20229" y="16040"/>
                  </a:lnTo>
                  <a:lnTo>
                    <a:pt x="20400" y="15826"/>
                  </a:lnTo>
                  <a:lnTo>
                    <a:pt x="20743" y="15612"/>
                  </a:lnTo>
                  <a:lnTo>
                    <a:pt x="20571" y="15077"/>
                  </a:lnTo>
                  <a:lnTo>
                    <a:pt x="20229" y="14756"/>
                  </a:lnTo>
                  <a:lnTo>
                    <a:pt x="19886" y="13901"/>
                  </a:lnTo>
                  <a:lnTo>
                    <a:pt x="19886" y="13366"/>
                  </a:lnTo>
                  <a:lnTo>
                    <a:pt x="20400" y="13152"/>
                  </a:lnTo>
                  <a:lnTo>
                    <a:pt x="20571" y="12725"/>
                  </a:lnTo>
                  <a:lnTo>
                    <a:pt x="19886" y="12511"/>
                  </a:lnTo>
                  <a:lnTo>
                    <a:pt x="20743" y="12190"/>
                  </a:lnTo>
                  <a:lnTo>
                    <a:pt x="20914" y="11762"/>
                  </a:lnTo>
                  <a:lnTo>
                    <a:pt x="20571" y="11549"/>
                  </a:lnTo>
                  <a:lnTo>
                    <a:pt x="20400" y="11121"/>
                  </a:lnTo>
                  <a:lnTo>
                    <a:pt x="20400" y="10693"/>
                  </a:lnTo>
                  <a:lnTo>
                    <a:pt x="19714" y="10158"/>
                  </a:lnTo>
                  <a:lnTo>
                    <a:pt x="18514" y="8875"/>
                  </a:lnTo>
                  <a:lnTo>
                    <a:pt x="18171" y="8020"/>
                  </a:lnTo>
                  <a:lnTo>
                    <a:pt x="16457" y="4384"/>
                  </a:lnTo>
                  <a:lnTo>
                    <a:pt x="15257" y="1283"/>
                  </a:lnTo>
                  <a:lnTo>
                    <a:pt x="14914" y="0"/>
                  </a:lnTo>
                  <a:lnTo>
                    <a:pt x="16114" y="0"/>
                  </a:lnTo>
                  <a:lnTo>
                    <a:pt x="171" y="749"/>
                  </a:lnTo>
                  <a:lnTo>
                    <a:pt x="171" y="1497"/>
                  </a:lnTo>
                  <a:lnTo>
                    <a:pt x="0" y="11335"/>
                  </a:lnTo>
                  <a:lnTo>
                    <a:pt x="0" y="16574"/>
                  </a:lnTo>
                  <a:lnTo>
                    <a:pt x="1029" y="20958"/>
                  </a:lnTo>
                  <a:lnTo>
                    <a:pt x="1371" y="20958"/>
                  </a:lnTo>
                  <a:lnTo>
                    <a:pt x="1886" y="21065"/>
                  </a:lnTo>
                  <a:lnTo>
                    <a:pt x="2571" y="21172"/>
                  </a:lnTo>
                  <a:lnTo>
                    <a:pt x="2743" y="20851"/>
                  </a:lnTo>
                  <a:lnTo>
                    <a:pt x="2571" y="20424"/>
                  </a:lnTo>
                  <a:lnTo>
                    <a:pt x="2743" y="19996"/>
                  </a:lnTo>
                  <a:lnTo>
                    <a:pt x="3086" y="19782"/>
                  </a:lnTo>
                  <a:lnTo>
                    <a:pt x="3600" y="19675"/>
                  </a:lnTo>
                  <a:lnTo>
                    <a:pt x="3771" y="19889"/>
                  </a:lnTo>
                  <a:lnTo>
                    <a:pt x="3771" y="20210"/>
                  </a:lnTo>
                  <a:lnTo>
                    <a:pt x="3600" y="20424"/>
                  </a:lnTo>
                  <a:lnTo>
                    <a:pt x="3771" y="20638"/>
                  </a:lnTo>
                  <a:lnTo>
                    <a:pt x="3943" y="20745"/>
                  </a:lnTo>
                  <a:lnTo>
                    <a:pt x="4286" y="20851"/>
                  </a:lnTo>
                  <a:lnTo>
                    <a:pt x="4629" y="21065"/>
                  </a:lnTo>
                  <a:lnTo>
                    <a:pt x="4629" y="21386"/>
                  </a:lnTo>
                  <a:lnTo>
                    <a:pt x="4286" y="21600"/>
                  </a:lnTo>
                  <a:lnTo>
                    <a:pt x="4629" y="21493"/>
                  </a:lnTo>
                  <a:lnTo>
                    <a:pt x="5314" y="21386"/>
                  </a:lnTo>
                  <a:lnTo>
                    <a:pt x="6171" y="21279"/>
                  </a:lnTo>
                  <a:lnTo>
                    <a:pt x="6514" y="21065"/>
                  </a:lnTo>
                  <a:lnTo>
                    <a:pt x="6686" y="21065"/>
                  </a:lnTo>
                  <a:lnTo>
                    <a:pt x="7371" y="20958"/>
                  </a:lnTo>
                  <a:lnTo>
                    <a:pt x="7543" y="20851"/>
                  </a:lnTo>
                  <a:lnTo>
                    <a:pt x="6857" y="2010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65" name="Shape">
              <a:extLst>
                <a:ext uri="{FF2B5EF4-FFF2-40B4-BE49-F238E27FC236}">
                  <a16:creationId xmlns:a16="http://schemas.microsoft.com/office/drawing/2014/main" id="{839517D1-0861-4294-820A-B8FB7673F699}"/>
                </a:ext>
              </a:extLst>
            </p:cNvPr>
            <p:cNvSpPr/>
            <p:nvPr/>
          </p:nvSpPr>
          <p:spPr>
            <a:xfrm>
              <a:off x="5288171" y="3364192"/>
              <a:ext cx="579715" cy="10147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83" y="15748"/>
                  </a:moveTo>
                  <a:lnTo>
                    <a:pt x="20483" y="10534"/>
                  </a:lnTo>
                  <a:lnTo>
                    <a:pt x="20669" y="745"/>
                  </a:lnTo>
                  <a:lnTo>
                    <a:pt x="20669" y="0"/>
                  </a:lnTo>
                  <a:lnTo>
                    <a:pt x="7634" y="532"/>
                  </a:lnTo>
                  <a:lnTo>
                    <a:pt x="7821" y="851"/>
                  </a:lnTo>
                  <a:lnTo>
                    <a:pt x="7076" y="1064"/>
                  </a:lnTo>
                  <a:lnTo>
                    <a:pt x="6703" y="1277"/>
                  </a:lnTo>
                  <a:lnTo>
                    <a:pt x="6517" y="1596"/>
                  </a:lnTo>
                  <a:lnTo>
                    <a:pt x="6145" y="1809"/>
                  </a:lnTo>
                  <a:lnTo>
                    <a:pt x="5959" y="1809"/>
                  </a:lnTo>
                  <a:lnTo>
                    <a:pt x="5586" y="2341"/>
                  </a:lnTo>
                  <a:lnTo>
                    <a:pt x="5586" y="2767"/>
                  </a:lnTo>
                  <a:lnTo>
                    <a:pt x="5028" y="3299"/>
                  </a:lnTo>
                  <a:lnTo>
                    <a:pt x="4097" y="3937"/>
                  </a:lnTo>
                  <a:lnTo>
                    <a:pt x="3538" y="4256"/>
                  </a:lnTo>
                  <a:lnTo>
                    <a:pt x="3352" y="4682"/>
                  </a:lnTo>
                  <a:lnTo>
                    <a:pt x="3724" y="4788"/>
                  </a:lnTo>
                  <a:lnTo>
                    <a:pt x="3352" y="5107"/>
                  </a:lnTo>
                  <a:lnTo>
                    <a:pt x="2979" y="5533"/>
                  </a:lnTo>
                  <a:lnTo>
                    <a:pt x="3166" y="5746"/>
                  </a:lnTo>
                  <a:lnTo>
                    <a:pt x="2979" y="5746"/>
                  </a:lnTo>
                  <a:lnTo>
                    <a:pt x="2421" y="6171"/>
                  </a:lnTo>
                  <a:lnTo>
                    <a:pt x="2048" y="6491"/>
                  </a:lnTo>
                  <a:lnTo>
                    <a:pt x="2234" y="6597"/>
                  </a:lnTo>
                  <a:lnTo>
                    <a:pt x="2048" y="6810"/>
                  </a:lnTo>
                  <a:lnTo>
                    <a:pt x="2048" y="7023"/>
                  </a:lnTo>
                  <a:lnTo>
                    <a:pt x="2234" y="7129"/>
                  </a:lnTo>
                  <a:lnTo>
                    <a:pt x="2607" y="7448"/>
                  </a:lnTo>
                  <a:lnTo>
                    <a:pt x="2607" y="8300"/>
                  </a:lnTo>
                  <a:lnTo>
                    <a:pt x="2793" y="8619"/>
                  </a:lnTo>
                  <a:lnTo>
                    <a:pt x="2607" y="8938"/>
                  </a:lnTo>
                  <a:lnTo>
                    <a:pt x="2234" y="9470"/>
                  </a:lnTo>
                  <a:lnTo>
                    <a:pt x="2048" y="9470"/>
                  </a:lnTo>
                  <a:lnTo>
                    <a:pt x="2607" y="9683"/>
                  </a:lnTo>
                  <a:lnTo>
                    <a:pt x="2793" y="10002"/>
                  </a:lnTo>
                  <a:lnTo>
                    <a:pt x="2793" y="10215"/>
                  </a:lnTo>
                  <a:lnTo>
                    <a:pt x="2048" y="10428"/>
                  </a:lnTo>
                  <a:lnTo>
                    <a:pt x="2607" y="10640"/>
                  </a:lnTo>
                  <a:lnTo>
                    <a:pt x="2793" y="10853"/>
                  </a:lnTo>
                  <a:lnTo>
                    <a:pt x="2793" y="10960"/>
                  </a:lnTo>
                  <a:lnTo>
                    <a:pt x="2979" y="11492"/>
                  </a:lnTo>
                  <a:lnTo>
                    <a:pt x="2979" y="11704"/>
                  </a:lnTo>
                  <a:lnTo>
                    <a:pt x="3538" y="11917"/>
                  </a:lnTo>
                  <a:lnTo>
                    <a:pt x="3724" y="12236"/>
                  </a:lnTo>
                  <a:lnTo>
                    <a:pt x="3538" y="13088"/>
                  </a:lnTo>
                  <a:lnTo>
                    <a:pt x="2979" y="13407"/>
                  </a:lnTo>
                  <a:lnTo>
                    <a:pt x="2793" y="13407"/>
                  </a:lnTo>
                  <a:lnTo>
                    <a:pt x="2793" y="13833"/>
                  </a:lnTo>
                  <a:lnTo>
                    <a:pt x="2607" y="14045"/>
                  </a:lnTo>
                  <a:lnTo>
                    <a:pt x="1862" y="14684"/>
                  </a:lnTo>
                  <a:lnTo>
                    <a:pt x="1490" y="14897"/>
                  </a:lnTo>
                  <a:lnTo>
                    <a:pt x="1303" y="15641"/>
                  </a:lnTo>
                  <a:lnTo>
                    <a:pt x="1117" y="15854"/>
                  </a:lnTo>
                  <a:lnTo>
                    <a:pt x="931" y="15961"/>
                  </a:lnTo>
                  <a:lnTo>
                    <a:pt x="745" y="16280"/>
                  </a:lnTo>
                  <a:lnTo>
                    <a:pt x="745" y="17025"/>
                  </a:lnTo>
                  <a:lnTo>
                    <a:pt x="186" y="17237"/>
                  </a:lnTo>
                  <a:lnTo>
                    <a:pt x="0" y="17450"/>
                  </a:lnTo>
                  <a:lnTo>
                    <a:pt x="0" y="17769"/>
                  </a:lnTo>
                  <a:lnTo>
                    <a:pt x="186" y="18195"/>
                  </a:lnTo>
                  <a:lnTo>
                    <a:pt x="12290" y="17876"/>
                  </a:lnTo>
                  <a:lnTo>
                    <a:pt x="12103" y="19578"/>
                  </a:lnTo>
                  <a:lnTo>
                    <a:pt x="12476" y="20004"/>
                  </a:lnTo>
                  <a:lnTo>
                    <a:pt x="13034" y="20430"/>
                  </a:lnTo>
                  <a:lnTo>
                    <a:pt x="13221" y="21174"/>
                  </a:lnTo>
                  <a:lnTo>
                    <a:pt x="13221" y="21600"/>
                  </a:lnTo>
                  <a:lnTo>
                    <a:pt x="13407" y="21600"/>
                  </a:lnTo>
                  <a:lnTo>
                    <a:pt x="14338" y="21281"/>
                  </a:lnTo>
                  <a:lnTo>
                    <a:pt x="14710" y="21174"/>
                  </a:lnTo>
                  <a:lnTo>
                    <a:pt x="15269" y="20962"/>
                  </a:lnTo>
                  <a:lnTo>
                    <a:pt x="15269" y="20536"/>
                  </a:lnTo>
                  <a:lnTo>
                    <a:pt x="16572" y="20536"/>
                  </a:lnTo>
                  <a:lnTo>
                    <a:pt x="17317" y="20430"/>
                  </a:lnTo>
                  <a:lnTo>
                    <a:pt x="18248" y="20217"/>
                  </a:lnTo>
                  <a:lnTo>
                    <a:pt x="20297" y="20217"/>
                  </a:lnTo>
                  <a:lnTo>
                    <a:pt x="21041" y="20430"/>
                  </a:lnTo>
                  <a:lnTo>
                    <a:pt x="21600" y="20110"/>
                  </a:lnTo>
                  <a:lnTo>
                    <a:pt x="20483" y="15748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66" name="Shape">
              <a:extLst>
                <a:ext uri="{FF2B5EF4-FFF2-40B4-BE49-F238E27FC236}">
                  <a16:creationId xmlns:a16="http://schemas.microsoft.com/office/drawing/2014/main" id="{4E53B74A-3FC5-4E13-B9F8-9F0F600A08DE}"/>
                </a:ext>
              </a:extLst>
            </p:cNvPr>
            <p:cNvSpPr/>
            <p:nvPr/>
          </p:nvSpPr>
          <p:spPr>
            <a:xfrm>
              <a:off x="7117265" y="2139487"/>
              <a:ext cx="719645" cy="524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26" y="0"/>
                  </a:moveTo>
                  <a:cubicBezTo>
                    <a:pt x="0" y="4215"/>
                    <a:pt x="0" y="4215"/>
                    <a:pt x="0" y="4215"/>
                  </a:cubicBezTo>
                  <a:cubicBezTo>
                    <a:pt x="0" y="4215"/>
                    <a:pt x="0" y="4215"/>
                    <a:pt x="0" y="4215"/>
                  </a:cubicBezTo>
                  <a:cubicBezTo>
                    <a:pt x="381" y="7727"/>
                    <a:pt x="381" y="7727"/>
                    <a:pt x="381" y="7727"/>
                  </a:cubicBezTo>
                  <a:cubicBezTo>
                    <a:pt x="889" y="7727"/>
                    <a:pt x="889" y="7727"/>
                    <a:pt x="889" y="7727"/>
                  </a:cubicBezTo>
                  <a:cubicBezTo>
                    <a:pt x="2033" y="5795"/>
                    <a:pt x="2033" y="5795"/>
                    <a:pt x="2033" y="5795"/>
                  </a:cubicBezTo>
                  <a:cubicBezTo>
                    <a:pt x="2795" y="5795"/>
                    <a:pt x="2795" y="5795"/>
                    <a:pt x="2795" y="5795"/>
                  </a:cubicBezTo>
                  <a:cubicBezTo>
                    <a:pt x="3558" y="4390"/>
                    <a:pt x="3558" y="4390"/>
                    <a:pt x="3558" y="4390"/>
                  </a:cubicBezTo>
                  <a:cubicBezTo>
                    <a:pt x="3812" y="4390"/>
                    <a:pt x="3812" y="4390"/>
                    <a:pt x="3812" y="4390"/>
                  </a:cubicBezTo>
                  <a:cubicBezTo>
                    <a:pt x="3939" y="4741"/>
                    <a:pt x="3939" y="4741"/>
                    <a:pt x="3939" y="4741"/>
                  </a:cubicBezTo>
                  <a:cubicBezTo>
                    <a:pt x="4828" y="3863"/>
                    <a:pt x="4828" y="3863"/>
                    <a:pt x="4828" y="3863"/>
                  </a:cubicBezTo>
                  <a:cubicBezTo>
                    <a:pt x="5209" y="3863"/>
                    <a:pt x="5209" y="3863"/>
                    <a:pt x="5209" y="3863"/>
                  </a:cubicBezTo>
                  <a:cubicBezTo>
                    <a:pt x="6226" y="3161"/>
                    <a:pt x="6226" y="3161"/>
                    <a:pt x="6226" y="3161"/>
                  </a:cubicBezTo>
                  <a:cubicBezTo>
                    <a:pt x="8005" y="3863"/>
                    <a:pt x="8005" y="3863"/>
                    <a:pt x="8005" y="3863"/>
                  </a:cubicBezTo>
                  <a:cubicBezTo>
                    <a:pt x="8513" y="4917"/>
                    <a:pt x="8513" y="4917"/>
                    <a:pt x="8513" y="4917"/>
                  </a:cubicBezTo>
                  <a:cubicBezTo>
                    <a:pt x="8894" y="6322"/>
                    <a:pt x="8894" y="6322"/>
                    <a:pt x="8894" y="6322"/>
                  </a:cubicBezTo>
                  <a:cubicBezTo>
                    <a:pt x="9021" y="6322"/>
                    <a:pt x="9021" y="6322"/>
                    <a:pt x="9021" y="6322"/>
                  </a:cubicBezTo>
                  <a:cubicBezTo>
                    <a:pt x="10546" y="7551"/>
                    <a:pt x="10546" y="7551"/>
                    <a:pt x="10546" y="7551"/>
                  </a:cubicBezTo>
                  <a:cubicBezTo>
                    <a:pt x="11181" y="8429"/>
                    <a:pt x="11181" y="8429"/>
                    <a:pt x="11181" y="8429"/>
                  </a:cubicBezTo>
                  <a:cubicBezTo>
                    <a:pt x="11816" y="8956"/>
                    <a:pt x="11816" y="8956"/>
                    <a:pt x="11816" y="8956"/>
                  </a:cubicBezTo>
                  <a:cubicBezTo>
                    <a:pt x="11944" y="9834"/>
                    <a:pt x="11944" y="9834"/>
                    <a:pt x="11944" y="9834"/>
                  </a:cubicBezTo>
                  <a:cubicBezTo>
                    <a:pt x="11689" y="10537"/>
                    <a:pt x="11689" y="10537"/>
                    <a:pt x="11689" y="10537"/>
                  </a:cubicBezTo>
                  <a:cubicBezTo>
                    <a:pt x="11181" y="10712"/>
                    <a:pt x="11181" y="10712"/>
                    <a:pt x="11181" y="10712"/>
                  </a:cubicBezTo>
                  <a:cubicBezTo>
                    <a:pt x="11308" y="12995"/>
                    <a:pt x="11308" y="12995"/>
                    <a:pt x="11308" y="12995"/>
                  </a:cubicBezTo>
                  <a:cubicBezTo>
                    <a:pt x="11562" y="13346"/>
                    <a:pt x="11562" y="13346"/>
                    <a:pt x="11562" y="13346"/>
                  </a:cubicBezTo>
                  <a:cubicBezTo>
                    <a:pt x="11944" y="13171"/>
                    <a:pt x="11944" y="13171"/>
                    <a:pt x="11944" y="13171"/>
                  </a:cubicBezTo>
                  <a:cubicBezTo>
                    <a:pt x="12325" y="12995"/>
                    <a:pt x="12325" y="12995"/>
                    <a:pt x="12325" y="12995"/>
                  </a:cubicBezTo>
                  <a:cubicBezTo>
                    <a:pt x="12833" y="13171"/>
                    <a:pt x="12833" y="13171"/>
                    <a:pt x="12833" y="13171"/>
                  </a:cubicBezTo>
                  <a:cubicBezTo>
                    <a:pt x="12960" y="13346"/>
                    <a:pt x="12960" y="13346"/>
                    <a:pt x="12960" y="13346"/>
                  </a:cubicBezTo>
                  <a:cubicBezTo>
                    <a:pt x="13468" y="13171"/>
                    <a:pt x="13468" y="13171"/>
                    <a:pt x="13468" y="13171"/>
                  </a:cubicBezTo>
                  <a:cubicBezTo>
                    <a:pt x="15120" y="13346"/>
                    <a:pt x="15120" y="13346"/>
                    <a:pt x="15120" y="13346"/>
                  </a:cubicBezTo>
                  <a:cubicBezTo>
                    <a:pt x="15501" y="13698"/>
                    <a:pt x="15501" y="13698"/>
                    <a:pt x="15501" y="13698"/>
                  </a:cubicBezTo>
                  <a:cubicBezTo>
                    <a:pt x="16009" y="14049"/>
                    <a:pt x="16009" y="14049"/>
                    <a:pt x="16009" y="14049"/>
                  </a:cubicBezTo>
                  <a:cubicBezTo>
                    <a:pt x="16391" y="13873"/>
                    <a:pt x="16391" y="13873"/>
                    <a:pt x="16391" y="13873"/>
                  </a:cubicBezTo>
                  <a:cubicBezTo>
                    <a:pt x="16136" y="13171"/>
                    <a:pt x="16136" y="13171"/>
                    <a:pt x="16136" y="13171"/>
                  </a:cubicBezTo>
                  <a:cubicBezTo>
                    <a:pt x="15755" y="12644"/>
                    <a:pt x="15755" y="12644"/>
                    <a:pt x="15755" y="12644"/>
                  </a:cubicBezTo>
                  <a:cubicBezTo>
                    <a:pt x="15755" y="12117"/>
                    <a:pt x="15755" y="12117"/>
                    <a:pt x="15755" y="12117"/>
                  </a:cubicBezTo>
                  <a:cubicBezTo>
                    <a:pt x="15755" y="11941"/>
                    <a:pt x="15755" y="11941"/>
                    <a:pt x="15755" y="11941"/>
                  </a:cubicBezTo>
                  <a:cubicBezTo>
                    <a:pt x="14993" y="10537"/>
                    <a:pt x="14993" y="10537"/>
                    <a:pt x="14993" y="10537"/>
                  </a:cubicBezTo>
                  <a:cubicBezTo>
                    <a:pt x="14739" y="10010"/>
                    <a:pt x="14739" y="10010"/>
                    <a:pt x="14739" y="10010"/>
                  </a:cubicBezTo>
                  <a:cubicBezTo>
                    <a:pt x="14739" y="8780"/>
                    <a:pt x="14739" y="8780"/>
                    <a:pt x="14739" y="8780"/>
                  </a:cubicBezTo>
                  <a:cubicBezTo>
                    <a:pt x="14612" y="7551"/>
                    <a:pt x="14612" y="7551"/>
                    <a:pt x="14612" y="7551"/>
                  </a:cubicBezTo>
                  <a:cubicBezTo>
                    <a:pt x="14739" y="6322"/>
                    <a:pt x="14739" y="6322"/>
                    <a:pt x="14739" y="6322"/>
                  </a:cubicBezTo>
                  <a:cubicBezTo>
                    <a:pt x="14358" y="5444"/>
                    <a:pt x="14358" y="5444"/>
                    <a:pt x="14358" y="5444"/>
                  </a:cubicBezTo>
                  <a:cubicBezTo>
                    <a:pt x="14104" y="4917"/>
                    <a:pt x="14104" y="4917"/>
                    <a:pt x="14104" y="4917"/>
                  </a:cubicBezTo>
                  <a:cubicBezTo>
                    <a:pt x="14612" y="4917"/>
                    <a:pt x="14612" y="4917"/>
                    <a:pt x="14612" y="4917"/>
                  </a:cubicBezTo>
                  <a:cubicBezTo>
                    <a:pt x="14993" y="3863"/>
                    <a:pt x="14993" y="3863"/>
                    <a:pt x="14993" y="3863"/>
                  </a:cubicBezTo>
                  <a:cubicBezTo>
                    <a:pt x="15755" y="3161"/>
                    <a:pt x="15755" y="3161"/>
                    <a:pt x="15755" y="3161"/>
                  </a:cubicBezTo>
                  <a:cubicBezTo>
                    <a:pt x="16136" y="2107"/>
                    <a:pt x="16136" y="2107"/>
                    <a:pt x="16136" y="2107"/>
                  </a:cubicBezTo>
                  <a:cubicBezTo>
                    <a:pt x="16391" y="2283"/>
                    <a:pt x="16391" y="2283"/>
                    <a:pt x="16391" y="2283"/>
                  </a:cubicBezTo>
                  <a:cubicBezTo>
                    <a:pt x="16264" y="3512"/>
                    <a:pt x="16264" y="3512"/>
                    <a:pt x="16264" y="3512"/>
                  </a:cubicBezTo>
                  <a:cubicBezTo>
                    <a:pt x="15882" y="3688"/>
                    <a:pt x="15882" y="3688"/>
                    <a:pt x="15882" y="3688"/>
                  </a:cubicBezTo>
                  <a:cubicBezTo>
                    <a:pt x="15628" y="4741"/>
                    <a:pt x="15628" y="4741"/>
                    <a:pt x="15628" y="4741"/>
                  </a:cubicBezTo>
                  <a:cubicBezTo>
                    <a:pt x="15628" y="5444"/>
                    <a:pt x="15628" y="5444"/>
                    <a:pt x="15628" y="5444"/>
                  </a:cubicBezTo>
                  <a:cubicBezTo>
                    <a:pt x="16136" y="5444"/>
                    <a:pt x="16136" y="5444"/>
                    <a:pt x="16136" y="5444"/>
                  </a:cubicBezTo>
                  <a:cubicBezTo>
                    <a:pt x="15501" y="6322"/>
                    <a:pt x="15501" y="6322"/>
                    <a:pt x="15501" y="6322"/>
                  </a:cubicBezTo>
                  <a:cubicBezTo>
                    <a:pt x="15247" y="6849"/>
                    <a:pt x="15247" y="6849"/>
                    <a:pt x="15247" y="6849"/>
                  </a:cubicBezTo>
                  <a:cubicBezTo>
                    <a:pt x="16009" y="7200"/>
                    <a:pt x="16009" y="7200"/>
                    <a:pt x="16009" y="7200"/>
                  </a:cubicBezTo>
                  <a:cubicBezTo>
                    <a:pt x="16264" y="7376"/>
                    <a:pt x="16264" y="7376"/>
                    <a:pt x="16264" y="7376"/>
                  </a:cubicBezTo>
                  <a:cubicBezTo>
                    <a:pt x="16645" y="8078"/>
                    <a:pt x="16645" y="8078"/>
                    <a:pt x="16645" y="8078"/>
                  </a:cubicBezTo>
                  <a:cubicBezTo>
                    <a:pt x="16518" y="8254"/>
                    <a:pt x="16518" y="8254"/>
                    <a:pt x="16518" y="8254"/>
                  </a:cubicBezTo>
                  <a:cubicBezTo>
                    <a:pt x="17026" y="8956"/>
                    <a:pt x="17026" y="8956"/>
                    <a:pt x="17026" y="8956"/>
                  </a:cubicBezTo>
                  <a:cubicBezTo>
                    <a:pt x="17026" y="9307"/>
                    <a:pt x="17026" y="9307"/>
                    <a:pt x="17026" y="9307"/>
                  </a:cubicBezTo>
                  <a:cubicBezTo>
                    <a:pt x="16518" y="10010"/>
                    <a:pt x="16518" y="10010"/>
                    <a:pt x="16518" y="10010"/>
                  </a:cubicBezTo>
                  <a:cubicBezTo>
                    <a:pt x="16136" y="10010"/>
                    <a:pt x="16136" y="10010"/>
                    <a:pt x="16136" y="10010"/>
                  </a:cubicBezTo>
                  <a:cubicBezTo>
                    <a:pt x="16264" y="10712"/>
                    <a:pt x="16264" y="10712"/>
                    <a:pt x="16264" y="10712"/>
                  </a:cubicBezTo>
                  <a:cubicBezTo>
                    <a:pt x="16136" y="11063"/>
                    <a:pt x="16136" y="11063"/>
                    <a:pt x="16136" y="11063"/>
                  </a:cubicBezTo>
                  <a:cubicBezTo>
                    <a:pt x="16391" y="11415"/>
                    <a:pt x="16391" y="11415"/>
                    <a:pt x="16391" y="11415"/>
                  </a:cubicBezTo>
                  <a:cubicBezTo>
                    <a:pt x="16899" y="11590"/>
                    <a:pt x="16899" y="11590"/>
                    <a:pt x="16899" y="11590"/>
                  </a:cubicBezTo>
                  <a:cubicBezTo>
                    <a:pt x="17661" y="11590"/>
                    <a:pt x="17661" y="11590"/>
                    <a:pt x="17661" y="11590"/>
                  </a:cubicBezTo>
                  <a:cubicBezTo>
                    <a:pt x="18169" y="12117"/>
                    <a:pt x="18169" y="12117"/>
                    <a:pt x="18169" y="12117"/>
                  </a:cubicBezTo>
                  <a:cubicBezTo>
                    <a:pt x="18551" y="13171"/>
                    <a:pt x="18551" y="13171"/>
                    <a:pt x="18551" y="13171"/>
                  </a:cubicBezTo>
                  <a:cubicBezTo>
                    <a:pt x="18805" y="14049"/>
                    <a:pt x="18805" y="14049"/>
                    <a:pt x="18805" y="14049"/>
                  </a:cubicBezTo>
                  <a:cubicBezTo>
                    <a:pt x="18678" y="14224"/>
                    <a:pt x="18678" y="14224"/>
                    <a:pt x="18678" y="14224"/>
                  </a:cubicBezTo>
                  <a:cubicBezTo>
                    <a:pt x="19059" y="14751"/>
                    <a:pt x="19059" y="14751"/>
                    <a:pt x="19059" y="14751"/>
                  </a:cubicBezTo>
                  <a:cubicBezTo>
                    <a:pt x="19313" y="15629"/>
                    <a:pt x="19313" y="15629"/>
                    <a:pt x="19313" y="15629"/>
                  </a:cubicBezTo>
                  <a:cubicBezTo>
                    <a:pt x="18932" y="17210"/>
                    <a:pt x="18932" y="17210"/>
                    <a:pt x="18932" y="17210"/>
                  </a:cubicBezTo>
                  <a:cubicBezTo>
                    <a:pt x="18805" y="18263"/>
                    <a:pt x="18805" y="18263"/>
                    <a:pt x="18805" y="18263"/>
                  </a:cubicBezTo>
                  <a:cubicBezTo>
                    <a:pt x="18805" y="20020"/>
                    <a:pt x="18805" y="20020"/>
                    <a:pt x="18805" y="20020"/>
                  </a:cubicBezTo>
                  <a:cubicBezTo>
                    <a:pt x="18932" y="21073"/>
                    <a:pt x="18932" y="21073"/>
                    <a:pt x="18932" y="21073"/>
                  </a:cubicBezTo>
                  <a:cubicBezTo>
                    <a:pt x="19186" y="21600"/>
                    <a:pt x="19186" y="21600"/>
                    <a:pt x="19186" y="21600"/>
                  </a:cubicBezTo>
                  <a:cubicBezTo>
                    <a:pt x="19440" y="20371"/>
                    <a:pt x="19440" y="20371"/>
                    <a:pt x="19440" y="20371"/>
                  </a:cubicBezTo>
                  <a:cubicBezTo>
                    <a:pt x="19567" y="18439"/>
                    <a:pt x="19567" y="18439"/>
                    <a:pt x="19567" y="18439"/>
                  </a:cubicBezTo>
                  <a:cubicBezTo>
                    <a:pt x="19948" y="17912"/>
                    <a:pt x="19948" y="17912"/>
                    <a:pt x="19948" y="17912"/>
                  </a:cubicBezTo>
                  <a:cubicBezTo>
                    <a:pt x="19948" y="17385"/>
                    <a:pt x="19948" y="17385"/>
                    <a:pt x="19948" y="17385"/>
                  </a:cubicBezTo>
                  <a:cubicBezTo>
                    <a:pt x="19948" y="17034"/>
                    <a:pt x="19948" y="17034"/>
                    <a:pt x="19948" y="17034"/>
                  </a:cubicBezTo>
                  <a:cubicBezTo>
                    <a:pt x="20329" y="16683"/>
                    <a:pt x="20329" y="16683"/>
                    <a:pt x="20329" y="16683"/>
                  </a:cubicBezTo>
                  <a:cubicBezTo>
                    <a:pt x="20711" y="15980"/>
                    <a:pt x="20711" y="15980"/>
                    <a:pt x="20711" y="15980"/>
                  </a:cubicBezTo>
                  <a:cubicBezTo>
                    <a:pt x="20711" y="14400"/>
                    <a:pt x="20711" y="14400"/>
                    <a:pt x="20711" y="14400"/>
                  </a:cubicBezTo>
                  <a:cubicBezTo>
                    <a:pt x="20711" y="13873"/>
                    <a:pt x="20711" y="13873"/>
                    <a:pt x="20711" y="13873"/>
                  </a:cubicBezTo>
                  <a:cubicBezTo>
                    <a:pt x="20711" y="13171"/>
                    <a:pt x="20711" y="13171"/>
                    <a:pt x="20711" y="13171"/>
                  </a:cubicBezTo>
                  <a:cubicBezTo>
                    <a:pt x="21219" y="12468"/>
                    <a:pt x="21219" y="12468"/>
                    <a:pt x="21219" y="12468"/>
                  </a:cubicBezTo>
                  <a:cubicBezTo>
                    <a:pt x="21346" y="12995"/>
                    <a:pt x="21346" y="12995"/>
                    <a:pt x="21346" y="12995"/>
                  </a:cubicBezTo>
                  <a:cubicBezTo>
                    <a:pt x="21219" y="13522"/>
                    <a:pt x="21219" y="13522"/>
                    <a:pt x="21219" y="13522"/>
                  </a:cubicBezTo>
                  <a:cubicBezTo>
                    <a:pt x="21219" y="13522"/>
                    <a:pt x="20965" y="14049"/>
                    <a:pt x="20965" y="14049"/>
                  </a:cubicBezTo>
                  <a:cubicBezTo>
                    <a:pt x="21092" y="14224"/>
                    <a:pt x="21346" y="14400"/>
                    <a:pt x="21346" y="14400"/>
                  </a:cubicBezTo>
                  <a:cubicBezTo>
                    <a:pt x="21600" y="13522"/>
                    <a:pt x="21600" y="13522"/>
                    <a:pt x="21600" y="13522"/>
                  </a:cubicBezTo>
                  <a:cubicBezTo>
                    <a:pt x="21600" y="11941"/>
                    <a:pt x="21600" y="11941"/>
                    <a:pt x="21600" y="11941"/>
                  </a:cubicBezTo>
                  <a:cubicBezTo>
                    <a:pt x="21473" y="9483"/>
                    <a:pt x="21473" y="9483"/>
                    <a:pt x="21473" y="9483"/>
                  </a:cubicBezTo>
                  <a:cubicBezTo>
                    <a:pt x="21473" y="9483"/>
                    <a:pt x="21473" y="9483"/>
                    <a:pt x="21473" y="9483"/>
                  </a:cubicBezTo>
                  <a:cubicBezTo>
                    <a:pt x="18805" y="10010"/>
                    <a:pt x="18805" y="10010"/>
                    <a:pt x="18805" y="10010"/>
                  </a:cubicBezTo>
                  <a:lnTo>
                    <a:pt x="17026" y="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67" name="Shape">
              <a:extLst>
                <a:ext uri="{FF2B5EF4-FFF2-40B4-BE49-F238E27FC236}">
                  <a16:creationId xmlns:a16="http://schemas.microsoft.com/office/drawing/2014/main" id="{9742F2A2-48EB-4F90-8605-0B9D92ECD0D7}"/>
                </a:ext>
              </a:extLst>
            </p:cNvPr>
            <p:cNvSpPr/>
            <p:nvPr/>
          </p:nvSpPr>
          <p:spPr>
            <a:xfrm>
              <a:off x="6677479" y="2079505"/>
              <a:ext cx="739636" cy="729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065" y="20121"/>
                  </a:moveTo>
                  <a:lnTo>
                    <a:pt x="3503" y="20121"/>
                  </a:lnTo>
                  <a:lnTo>
                    <a:pt x="3649" y="20564"/>
                  </a:lnTo>
                  <a:lnTo>
                    <a:pt x="4524" y="21304"/>
                  </a:lnTo>
                  <a:lnTo>
                    <a:pt x="5254" y="21600"/>
                  </a:lnTo>
                  <a:lnTo>
                    <a:pt x="5546" y="21600"/>
                  </a:lnTo>
                  <a:lnTo>
                    <a:pt x="6422" y="20564"/>
                  </a:lnTo>
                  <a:lnTo>
                    <a:pt x="7005" y="21008"/>
                  </a:lnTo>
                  <a:lnTo>
                    <a:pt x="8319" y="20712"/>
                  </a:lnTo>
                  <a:lnTo>
                    <a:pt x="9341" y="19825"/>
                  </a:lnTo>
                  <a:lnTo>
                    <a:pt x="10946" y="18937"/>
                  </a:lnTo>
                  <a:lnTo>
                    <a:pt x="11530" y="18493"/>
                  </a:lnTo>
                  <a:lnTo>
                    <a:pt x="11384" y="17310"/>
                  </a:lnTo>
                  <a:lnTo>
                    <a:pt x="11530" y="16570"/>
                  </a:lnTo>
                  <a:lnTo>
                    <a:pt x="12259" y="15830"/>
                  </a:lnTo>
                  <a:lnTo>
                    <a:pt x="12697" y="14647"/>
                  </a:lnTo>
                  <a:lnTo>
                    <a:pt x="13135" y="12871"/>
                  </a:lnTo>
                  <a:lnTo>
                    <a:pt x="13281" y="11836"/>
                  </a:lnTo>
                  <a:lnTo>
                    <a:pt x="13865" y="12132"/>
                  </a:lnTo>
                  <a:lnTo>
                    <a:pt x="14595" y="12427"/>
                  </a:lnTo>
                  <a:lnTo>
                    <a:pt x="14886" y="12575"/>
                  </a:lnTo>
                  <a:lnTo>
                    <a:pt x="15032" y="12279"/>
                  </a:lnTo>
                  <a:lnTo>
                    <a:pt x="15470" y="11096"/>
                  </a:lnTo>
                  <a:lnTo>
                    <a:pt x="15762" y="10504"/>
                  </a:lnTo>
                  <a:lnTo>
                    <a:pt x="15908" y="9912"/>
                  </a:lnTo>
                  <a:lnTo>
                    <a:pt x="16492" y="9912"/>
                  </a:lnTo>
                  <a:lnTo>
                    <a:pt x="16638" y="10208"/>
                  </a:lnTo>
                  <a:lnTo>
                    <a:pt x="17368" y="8877"/>
                  </a:lnTo>
                  <a:lnTo>
                    <a:pt x="17805" y="8433"/>
                  </a:lnTo>
                  <a:lnTo>
                    <a:pt x="18097" y="7989"/>
                  </a:lnTo>
                  <a:lnTo>
                    <a:pt x="18389" y="6953"/>
                  </a:lnTo>
                  <a:lnTo>
                    <a:pt x="18389" y="5770"/>
                  </a:lnTo>
                  <a:lnTo>
                    <a:pt x="19703" y="6510"/>
                  </a:lnTo>
                  <a:lnTo>
                    <a:pt x="20578" y="6953"/>
                  </a:lnTo>
                  <a:lnTo>
                    <a:pt x="20870" y="6953"/>
                  </a:lnTo>
                  <a:lnTo>
                    <a:pt x="21308" y="6510"/>
                  </a:lnTo>
                  <a:lnTo>
                    <a:pt x="21600" y="6362"/>
                  </a:lnTo>
                  <a:lnTo>
                    <a:pt x="21454" y="6362"/>
                  </a:lnTo>
                  <a:lnTo>
                    <a:pt x="21162" y="5326"/>
                  </a:lnTo>
                  <a:lnTo>
                    <a:pt x="20578" y="4586"/>
                  </a:lnTo>
                  <a:lnTo>
                    <a:pt x="18973" y="4142"/>
                  </a:lnTo>
                  <a:lnTo>
                    <a:pt x="17951" y="4586"/>
                  </a:lnTo>
                  <a:lnTo>
                    <a:pt x="17514" y="4586"/>
                  </a:lnTo>
                  <a:lnTo>
                    <a:pt x="16638" y="5178"/>
                  </a:lnTo>
                  <a:lnTo>
                    <a:pt x="16492" y="5030"/>
                  </a:lnTo>
                  <a:lnTo>
                    <a:pt x="16346" y="5030"/>
                  </a:lnTo>
                  <a:lnTo>
                    <a:pt x="15616" y="5918"/>
                  </a:lnTo>
                  <a:lnTo>
                    <a:pt x="14886" y="5918"/>
                  </a:lnTo>
                  <a:lnTo>
                    <a:pt x="13719" y="7397"/>
                  </a:lnTo>
                  <a:lnTo>
                    <a:pt x="13281" y="7397"/>
                  </a:lnTo>
                  <a:lnTo>
                    <a:pt x="12843" y="4882"/>
                  </a:lnTo>
                  <a:lnTo>
                    <a:pt x="8319" y="5770"/>
                  </a:lnTo>
                  <a:lnTo>
                    <a:pt x="7443" y="0"/>
                  </a:lnTo>
                  <a:lnTo>
                    <a:pt x="7005" y="0"/>
                  </a:lnTo>
                  <a:lnTo>
                    <a:pt x="6859" y="444"/>
                  </a:lnTo>
                  <a:lnTo>
                    <a:pt x="7005" y="888"/>
                  </a:lnTo>
                  <a:lnTo>
                    <a:pt x="7005" y="2811"/>
                  </a:lnTo>
                  <a:lnTo>
                    <a:pt x="6859" y="3255"/>
                  </a:lnTo>
                  <a:lnTo>
                    <a:pt x="6859" y="4142"/>
                  </a:lnTo>
                  <a:lnTo>
                    <a:pt x="6714" y="5326"/>
                  </a:lnTo>
                  <a:lnTo>
                    <a:pt x="6714" y="5770"/>
                  </a:lnTo>
                  <a:lnTo>
                    <a:pt x="6422" y="6510"/>
                  </a:lnTo>
                  <a:lnTo>
                    <a:pt x="5254" y="7545"/>
                  </a:lnTo>
                  <a:lnTo>
                    <a:pt x="4816" y="8137"/>
                  </a:lnTo>
                  <a:lnTo>
                    <a:pt x="4086" y="8137"/>
                  </a:lnTo>
                  <a:lnTo>
                    <a:pt x="3503" y="9025"/>
                  </a:lnTo>
                  <a:lnTo>
                    <a:pt x="3065" y="9616"/>
                  </a:lnTo>
                  <a:lnTo>
                    <a:pt x="2919" y="11096"/>
                  </a:lnTo>
                  <a:lnTo>
                    <a:pt x="2773" y="11244"/>
                  </a:lnTo>
                  <a:lnTo>
                    <a:pt x="2189" y="10800"/>
                  </a:lnTo>
                  <a:lnTo>
                    <a:pt x="1751" y="11244"/>
                  </a:lnTo>
                  <a:lnTo>
                    <a:pt x="1314" y="12871"/>
                  </a:lnTo>
                  <a:lnTo>
                    <a:pt x="1314" y="13463"/>
                  </a:lnTo>
                  <a:lnTo>
                    <a:pt x="1022" y="13907"/>
                  </a:lnTo>
                  <a:lnTo>
                    <a:pt x="0" y="14942"/>
                  </a:lnTo>
                  <a:lnTo>
                    <a:pt x="438" y="16866"/>
                  </a:lnTo>
                  <a:lnTo>
                    <a:pt x="730" y="17753"/>
                  </a:lnTo>
                  <a:lnTo>
                    <a:pt x="1459" y="18789"/>
                  </a:lnTo>
                  <a:lnTo>
                    <a:pt x="2189" y="19529"/>
                  </a:lnTo>
                  <a:lnTo>
                    <a:pt x="2773" y="20416"/>
                  </a:lnTo>
                  <a:lnTo>
                    <a:pt x="2919" y="20416"/>
                  </a:lnTo>
                  <a:lnTo>
                    <a:pt x="3065" y="20121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68" name="Shape">
              <a:extLst>
                <a:ext uri="{FF2B5EF4-FFF2-40B4-BE49-F238E27FC236}">
                  <a16:creationId xmlns:a16="http://schemas.microsoft.com/office/drawing/2014/main" id="{99741F89-EDF9-47B1-AC39-08BF7AD0E449}"/>
                </a:ext>
              </a:extLst>
            </p:cNvPr>
            <p:cNvSpPr/>
            <p:nvPr/>
          </p:nvSpPr>
          <p:spPr>
            <a:xfrm>
              <a:off x="5593024" y="2469406"/>
              <a:ext cx="1179411" cy="6098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88" y="16643"/>
                  </a:moveTo>
                  <a:lnTo>
                    <a:pt x="18946" y="16111"/>
                  </a:lnTo>
                  <a:lnTo>
                    <a:pt x="19220" y="15757"/>
                  </a:lnTo>
                  <a:lnTo>
                    <a:pt x="19586" y="15580"/>
                  </a:lnTo>
                  <a:lnTo>
                    <a:pt x="19861" y="13987"/>
                  </a:lnTo>
                  <a:lnTo>
                    <a:pt x="20136" y="13102"/>
                  </a:lnTo>
                  <a:lnTo>
                    <a:pt x="21142" y="12393"/>
                  </a:lnTo>
                  <a:lnTo>
                    <a:pt x="21508" y="11331"/>
                  </a:lnTo>
                  <a:lnTo>
                    <a:pt x="21600" y="10623"/>
                  </a:lnTo>
                  <a:lnTo>
                    <a:pt x="21234" y="9561"/>
                  </a:lnTo>
                  <a:lnTo>
                    <a:pt x="20776" y="8675"/>
                  </a:lnTo>
                  <a:lnTo>
                    <a:pt x="20319" y="7436"/>
                  </a:lnTo>
                  <a:lnTo>
                    <a:pt x="20136" y="6374"/>
                  </a:lnTo>
                  <a:lnTo>
                    <a:pt x="19861" y="4072"/>
                  </a:lnTo>
                  <a:lnTo>
                    <a:pt x="19953" y="3895"/>
                  </a:lnTo>
                  <a:lnTo>
                    <a:pt x="19678" y="3895"/>
                  </a:lnTo>
                  <a:lnTo>
                    <a:pt x="19312" y="3187"/>
                  </a:lnTo>
                  <a:lnTo>
                    <a:pt x="18946" y="2302"/>
                  </a:lnTo>
                  <a:lnTo>
                    <a:pt x="18671" y="1770"/>
                  </a:lnTo>
                  <a:lnTo>
                    <a:pt x="18580" y="1948"/>
                  </a:lnTo>
                  <a:lnTo>
                    <a:pt x="18397" y="2125"/>
                  </a:lnTo>
                  <a:lnTo>
                    <a:pt x="18214" y="2656"/>
                  </a:lnTo>
                  <a:lnTo>
                    <a:pt x="18122" y="2833"/>
                  </a:lnTo>
                  <a:lnTo>
                    <a:pt x="17573" y="3010"/>
                  </a:lnTo>
                  <a:lnTo>
                    <a:pt x="17115" y="2656"/>
                  </a:lnTo>
                  <a:lnTo>
                    <a:pt x="16841" y="2302"/>
                  </a:lnTo>
                  <a:lnTo>
                    <a:pt x="16566" y="2833"/>
                  </a:lnTo>
                  <a:lnTo>
                    <a:pt x="16566" y="3010"/>
                  </a:lnTo>
                  <a:lnTo>
                    <a:pt x="16292" y="3187"/>
                  </a:lnTo>
                  <a:lnTo>
                    <a:pt x="16108" y="2833"/>
                  </a:lnTo>
                  <a:lnTo>
                    <a:pt x="15925" y="2656"/>
                  </a:lnTo>
                  <a:lnTo>
                    <a:pt x="15651" y="2479"/>
                  </a:lnTo>
                  <a:lnTo>
                    <a:pt x="15193" y="2302"/>
                  </a:lnTo>
                  <a:lnTo>
                    <a:pt x="14919" y="1239"/>
                  </a:lnTo>
                  <a:lnTo>
                    <a:pt x="14553" y="708"/>
                  </a:lnTo>
                  <a:lnTo>
                    <a:pt x="14095" y="0"/>
                  </a:lnTo>
                  <a:lnTo>
                    <a:pt x="14003" y="177"/>
                  </a:lnTo>
                  <a:lnTo>
                    <a:pt x="13546" y="531"/>
                  </a:lnTo>
                  <a:lnTo>
                    <a:pt x="13088" y="177"/>
                  </a:lnTo>
                  <a:lnTo>
                    <a:pt x="12905" y="354"/>
                  </a:lnTo>
                  <a:lnTo>
                    <a:pt x="12997" y="1062"/>
                  </a:lnTo>
                  <a:lnTo>
                    <a:pt x="13180" y="1239"/>
                  </a:lnTo>
                  <a:lnTo>
                    <a:pt x="13088" y="1593"/>
                  </a:lnTo>
                  <a:lnTo>
                    <a:pt x="13180" y="2656"/>
                  </a:lnTo>
                  <a:lnTo>
                    <a:pt x="12997" y="3010"/>
                  </a:lnTo>
                  <a:lnTo>
                    <a:pt x="12631" y="3010"/>
                  </a:lnTo>
                  <a:lnTo>
                    <a:pt x="12264" y="3364"/>
                  </a:lnTo>
                  <a:lnTo>
                    <a:pt x="11532" y="3541"/>
                  </a:lnTo>
                  <a:lnTo>
                    <a:pt x="11441" y="3718"/>
                  </a:lnTo>
                  <a:lnTo>
                    <a:pt x="11441" y="4072"/>
                  </a:lnTo>
                  <a:lnTo>
                    <a:pt x="11349" y="4426"/>
                  </a:lnTo>
                  <a:lnTo>
                    <a:pt x="11349" y="5134"/>
                  </a:lnTo>
                  <a:lnTo>
                    <a:pt x="10983" y="6551"/>
                  </a:lnTo>
                  <a:lnTo>
                    <a:pt x="10800" y="6905"/>
                  </a:lnTo>
                  <a:lnTo>
                    <a:pt x="10525" y="6905"/>
                  </a:lnTo>
                  <a:lnTo>
                    <a:pt x="10251" y="7790"/>
                  </a:lnTo>
                  <a:lnTo>
                    <a:pt x="10251" y="8321"/>
                  </a:lnTo>
                  <a:lnTo>
                    <a:pt x="10068" y="9030"/>
                  </a:lnTo>
                  <a:lnTo>
                    <a:pt x="9519" y="9207"/>
                  </a:lnTo>
                  <a:lnTo>
                    <a:pt x="9153" y="8498"/>
                  </a:lnTo>
                  <a:lnTo>
                    <a:pt x="9061" y="7790"/>
                  </a:lnTo>
                  <a:lnTo>
                    <a:pt x="8878" y="7790"/>
                  </a:lnTo>
                  <a:lnTo>
                    <a:pt x="8786" y="8498"/>
                  </a:lnTo>
                  <a:lnTo>
                    <a:pt x="8512" y="9030"/>
                  </a:lnTo>
                  <a:lnTo>
                    <a:pt x="8512" y="9738"/>
                  </a:lnTo>
                  <a:lnTo>
                    <a:pt x="8420" y="10269"/>
                  </a:lnTo>
                  <a:lnTo>
                    <a:pt x="8054" y="10092"/>
                  </a:lnTo>
                  <a:lnTo>
                    <a:pt x="7871" y="9738"/>
                  </a:lnTo>
                  <a:lnTo>
                    <a:pt x="7505" y="9738"/>
                  </a:lnTo>
                  <a:lnTo>
                    <a:pt x="7322" y="9915"/>
                  </a:lnTo>
                  <a:lnTo>
                    <a:pt x="6956" y="10092"/>
                  </a:lnTo>
                  <a:lnTo>
                    <a:pt x="6956" y="10800"/>
                  </a:lnTo>
                  <a:lnTo>
                    <a:pt x="6864" y="10977"/>
                  </a:lnTo>
                  <a:lnTo>
                    <a:pt x="6498" y="10623"/>
                  </a:lnTo>
                  <a:lnTo>
                    <a:pt x="6224" y="10092"/>
                  </a:lnTo>
                  <a:lnTo>
                    <a:pt x="5492" y="10092"/>
                  </a:lnTo>
                  <a:lnTo>
                    <a:pt x="5217" y="10800"/>
                  </a:lnTo>
                  <a:lnTo>
                    <a:pt x="4485" y="10800"/>
                  </a:lnTo>
                  <a:lnTo>
                    <a:pt x="4485" y="11685"/>
                  </a:lnTo>
                  <a:lnTo>
                    <a:pt x="4210" y="11685"/>
                  </a:lnTo>
                  <a:lnTo>
                    <a:pt x="3936" y="11862"/>
                  </a:lnTo>
                  <a:lnTo>
                    <a:pt x="3936" y="13279"/>
                  </a:lnTo>
                  <a:lnTo>
                    <a:pt x="4027" y="13810"/>
                  </a:lnTo>
                  <a:lnTo>
                    <a:pt x="3844" y="13987"/>
                  </a:lnTo>
                  <a:lnTo>
                    <a:pt x="3295" y="14341"/>
                  </a:lnTo>
                  <a:lnTo>
                    <a:pt x="3020" y="14695"/>
                  </a:lnTo>
                  <a:lnTo>
                    <a:pt x="3020" y="15580"/>
                  </a:lnTo>
                  <a:lnTo>
                    <a:pt x="3203" y="16466"/>
                  </a:lnTo>
                  <a:lnTo>
                    <a:pt x="3020" y="16643"/>
                  </a:lnTo>
                  <a:lnTo>
                    <a:pt x="2471" y="16643"/>
                  </a:lnTo>
                  <a:lnTo>
                    <a:pt x="2105" y="16111"/>
                  </a:lnTo>
                  <a:lnTo>
                    <a:pt x="1739" y="15757"/>
                  </a:lnTo>
                  <a:lnTo>
                    <a:pt x="1556" y="15934"/>
                  </a:lnTo>
                  <a:lnTo>
                    <a:pt x="1281" y="16466"/>
                  </a:lnTo>
                  <a:lnTo>
                    <a:pt x="1007" y="16643"/>
                  </a:lnTo>
                  <a:lnTo>
                    <a:pt x="915" y="17174"/>
                  </a:lnTo>
                  <a:lnTo>
                    <a:pt x="915" y="17705"/>
                  </a:lnTo>
                  <a:lnTo>
                    <a:pt x="1281" y="18059"/>
                  </a:lnTo>
                  <a:lnTo>
                    <a:pt x="1281" y="19830"/>
                  </a:lnTo>
                  <a:lnTo>
                    <a:pt x="1098" y="20361"/>
                  </a:lnTo>
                  <a:lnTo>
                    <a:pt x="915" y="20538"/>
                  </a:lnTo>
                  <a:lnTo>
                    <a:pt x="641" y="20538"/>
                  </a:lnTo>
                  <a:lnTo>
                    <a:pt x="458" y="20715"/>
                  </a:lnTo>
                  <a:lnTo>
                    <a:pt x="0" y="20715"/>
                  </a:lnTo>
                  <a:lnTo>
                    <a:pt x="0" y="21600"/>
                  </a:lnTo>
                  <a:lnTo>
                    <a:pt x="183" y="21423"/>
                  </a:lnTo>
                  <a:lnTo>
                    <a:pt x="4759" y="21246"/>
                  </a:lnTo>
                  <a:lnTo>
                    <a:pt x="4576" y="19652"/>
                  </a:lnTo>
                  <a:lnTo>
                    <a:pt x="13088" y="18590"/>
                  </a:lnTo>
                  <a:lnTo>
                    <a:pt x="17573" y="17705"/>
                  </a:lnTo>
                  <a:lnTo>
                    <a:pt x="18122" y="17174"/>
                  </a:lnTo>
                  <a:lnTo>
                    <a:pt x="18488" y="1664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69" name="Shape">
              <a:extLst>
                <a:ext uri="{FF2B5EF4-FFF2-40B4-BE49-F238E27FC236}">
                  <a16:creationId xmlns:a16="http://schemas.microsoft.com/office/drawing/2014/main" id="{463DFAEC-0442-4D20-AC3B-B10399B97235}"/>
                </a:ext>
              </a:extLst>
            </p:cNvPr>
            <p:cNvSpPr/>
            <p:nvPr/>
          </p:nvSpPr>
          <p:spPr>
            <a:xfrm>
              <a:off x="4588516" y="2254459"/>
              <a:ext cx="1074465" cy="9347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39" y="18863"/>
                  </a:moveTo>
                  <a:cubicBezTo>
                    <a:pt x="20239" y="18570"/>
                    <a:pt x="20239" y="18570"/>
                    <a:pt x="20239" y="18570"/>
                  </a:cubicBezTo>
                  <a:cubicBezTo>
                    <a:pt x="20239" y="18472"/>
                    <a:pt x="20239" y="18472"/>
                    <a:pt x="20239" y="18472"/>
                  </a:cubicBezTo>
                  <a:cubicBezTo>
                    <a:pt x="20580" y="18472"/>
                    <a:pt x="20580" y="18472"/>
                    <a:pt x="20580" y="18472"/>
                  </a:cubicBezTo>
                  <a:cubicBezTo>
                    <a:pt x="20665" y="18472"/>
                    <a:pt x="20665" y="18472"/>
                    <a:pt x="20665" y="18472"/>
                  </a:cubicBezTo>
                  <a:cubicBezTo>
                    <a:pt x="20750" y="18375"/>
                    <a:pt x="20750" y="18375"/>
                    <a:pt x="20750" y="18375"/>
                  </a:cubicBezTo>
                  <a:cubicBezTo>
                    <a:pt x="20920" y="18277"/>
                    <a:pt x="20920" y="18277"/>
                    <a:pt x="20920" y="18277"/>
                  </a:cubicBezTo>
                  <a:cubicBezTo>
                    <a:pt x="21175" y="18277"/>
                    <a:pt x="21175" y="18277"/>
                    <a:pt x="21175" y="18277"/>
                  </a:cubicBezTo>
                  <a:cubicBezTo>
                    <a:pt x="21430" y="18179"/>
                    <a:pt x="21430" y="18179"/>
                    <a:pt x="21430" y="18179"/>
                  </a:cubicBezTo>
                  <a:cubicBezTo>
                    <a:pt x="21600" y="17886"/>
                    <a:pt x="21600" y="17886"/>
                    <a:pt x="21600" y="17886"/>
                  </a:cubicBezTo>
                  <a:cubicBezTo>
                    <a:pt x="21600" y="17300"/>
                    <a:pt x="21600" y="17300"/>
                    <a:pt x="21600" y="17300"/>
                  </a:cubicBezTo>
                  <a:cubicBezTo>
                    <a:pt x="21600" y="16909"/>
                    <a:pt x="21600" y="16909"/>
                    <a:pt x="21600" y="16909"/>
                  </a:cubicBezTo>
                  <a:cubicBezTo>
                    <a:pt x="21600" y="16713"/>
                    <a:pt x="21600" y="16713"/>
                    <a:pt x="21600" y="16713"/>
                  </a:cubicBezTo>
                  <a:cubicBezTo>
                    <a:pt x="21260" y="16420"/>
                    <a:pt x="21260" y="16420"/>
                    <a:pt x="21260" y="16420"/>
                  </a:cubicBezTo>
                  <a:cubicBezTo>
                    <a:pt x="21260" y="16127"/>
                    <a:pt x="21260" y="16127"/>
                    <a:pt x="21260" y="16127"/>
                  </a:cubicBezTo>
                  <a:cubicBezTo>
                    <a:pt x="21345" y="15736"/>
                    <a:pt x="21345" y="15736"/>
                    <a:pt x="21345" y="15736"/>
                  </a:cubicBezTo>
                  <a:cubicBezTo>
                    <a:pt x="20920" y="15736"/>
                    <a:pt x="20920" y="15736"/>
                    <a:pt x="20920" y="15736"/>
                  </a:cubicBezTo>
                  <a:cubicBezTo>
                    <a:pt x="20665" y="16224"/>
                    <a:pt x="20665" y="16224"/>
                    <a:pt x="20665" y="16224"/>
                  </a:cubicBezTo>
                  <a:cubicBezTo>
                    <a:pt x="20665" y="15736"/>
                    <a:pt x="20665" y="15736"/>
                    <a:pt x="20665" y="15736"/>
                  </a:cubicBezTo>
                  <a:cubicBezTo>
                    <a:pt x="20239" y="15247"/>
                    <a:pt x="20239" y="15247"/>
                    <a:pt x="20239" y="15247"/>
                  </a:cubicBezTo>
                  <a:cubicBezTo>
                    <a:pt x="20324" y="14856"/>
                    <a:pt x="20324" y="14856"/>
                    <a:pt x="20324" y="14856"/>
                  </a:cubicBezTo>
                  <a:cubicBezTo>
                    <a:pt x="20409" y="14270"/>
                    <a:pt x="20409" y="14270"/>
                    <a:pt x="20409" y="14270"/>
                  </a:cubicBezTo>
                  <a:cubicBezTo>
                    <a:pt x="20069" y="13195"/>
                    <a:pt x="20069" y="13195"/>
                    <a:pt x="20069" y="13195"/>
                  </a:cubicBezTo>
                  <a:cubicBezTo>
                    <a:pt x="19729" y="12804"/>
                    <a:pt x="19729" y="12804"/>
                    <a:pt x="19729" y="12804"/>
                  </a:cubicBezTo>
                  <a:cubicBezTo>
                    <a:pt x="18624" y="11924"/>
                    <a:pt x="18624" y="11924"/>
                    <a:pt x="18624" y="11924"/>
                  </a:cubicBezTo>
                  <a:cubicBezTo>
                    <a:pt x="18369" y="12119"/>
                    <a:pt x="18369" y="12119"/>
                    <a:pt x="18369" y="12119"/>
                  </a:cubicBezTo>
                  <a:cubicBezTo>
                    <a:pt x="17688" y="11533"/>
                    <a:pt x="17688" y="11533"/>
                    <a:pt x="17688" y="11533"/>
                  </a:cubicBezTo>
                  <a:cubicBezTo>
                    <a:pt x="17178" y="10947"/>
                    <a:pt x="17178" y="10947"/>
                    <a:pt x="17178" y="10947"/>
                  </a:cubicBezTo>
                  <a:cubicBezTo>
                    <a:pt x="17178" y="10360"/>
                    <a:pt x="17178" y="10360"/>
                    <a:pt x="17178" y="10360"/>
                  </a:cubicBezTo>
                  <a:cubicBezTo>
                    <a:pt x="17348" y="9774"/>
                    <a:pt x="17348" y="9774"/>
                    <a:pt x="17348" y="9774"/>
                  </a:cubicBezTo>
                  <a:cubicBezTo>
                    <a:pt x="17433" y="9383"/>
                    <a:pt x="17433" y="9383"/>
                    <a:pt x="17433" y="9383"/>
                  </a:cubicBezTo>
                  <a:cubicBezTo>
                    <a:pt x="17518" y="8894"/>
                    <a:pt x="17518" y="8894"/>
                    <a:pt x="17518" y="8894"/>
                  </a:cubicBezTo>
                  <a:cubicBezTo>
                    <a:pt x="17773" y="8210"/>
                    <a:pt x="17773" y="8210"/>
                    <a:pt x="17773" y="8210"/>
                  </a:cubicBezTo>
                  <a:cubicBezTo>
                    <a:pt x="17518" y="7819"/>
                    <a:pt x="17518" y="7819"/>
                    <a:pt x="17518" y="7819"/>
                  </a:cubicBezTo>
                  <a:cubicBezTo>
                    <a:pt x="17178" y="7428"/>
                    <a:pt x="17178" y="7428"/>
                    <a:pt x="17178" y="7428"/>
                  </a:cubicBezTo>
                  <a:cubicBezTo>
                    <a:pt x="16668" y="7428"/>
                    <a:pt x="16668" y="7428"/>
                    <a:pt x="16668" y="7428"/>
                  </a:cubicBezTo>
                  <a:cubicBezTo>
                    <a:pt x="16413" y="7624"/>
                    <a:pt x="16413" y="7624"/>
                    <a:pt x="16413" y="7624"/>
                  </a:cubicBezTo>
                  <a:cubicBezTo>
                    <a:pt x="16243" y="7917"/>
                    <a:pt x="16243" y="7917"/>
                    <a:pt x="16243" y="7917"/>
                  </a:cubicBezTo>
                  <a:cubicBezTo>
                    <a:pt x="15817" y="7428"/>
                    <a:pt x="15817" y="7428"/>
                    <a:pt x="15817" y="7428"/>
                  </a:cubicBezTo>
                  <a:cubicBezTo>
                    <a:pt x="15817" y="6548"/>
                    <a:pt x="15817" y="6548"/>
                    <a:pt x="15817" y="6548"/>
                  </a:cubicBezTo>
                  <a:cubicBezTo>
                    <a:pt x="15392" y="5864"/>
                    <a:pt x="15392" y="5864"/>
                    <a:pt x="15392" y="5864"/>
                  </a:cubicBezTo>
                  <a:cubicBezTo>
                    <a:pt x="13861" y="4398"/>
                    <a:pt x="13861" y="4398"/>
                    <a:pt x="13861" y="4398"/>
                  </a:cubicBezTo>
                  <a:cubicBezTo>
                    <a:pt x="13266" y="3225"/>
                    <a:pt x="13266" y="3225"/>
                    <a:pt x="13266" y="3225"/>
                  </a:cubicBezTo>
                  <a:cubicBezTo>
                    <a:pt x="13266" y="2150"/>
                    <a:pt x="13266" y="2150"/>
                    <a:pt x="13266" y="2150"/>
                  </a:cubicBezTo>
                  <a:cubicBezTo>
                    <a:pt x="13266" y="1075"/>
                    <a:pt x="13266" y="1075"/>
                    <a:pt x="13266" y="1075"/>
                  </a:cubicBezTo>
                  <a:cubicBezTo>
                    <a:pt x="13436" y="977"/>
                    <a:pt x="13436" y="977"/>
                    <a:pt x="13436" y="977"/>
                  </a:cubicBezTo>
                  <a:cubicBezTo>
                    <a:pt x="12416" y="0"/>
                    <a:pt x="12416" y="0"/>
                    <a:pt x="12416" y="0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85" y="391"/>
                    <a:pt x="85" y="391"/>
                    <a:pt x="85" y="391"/>
                  </a:cubicBezTo>
                  <a:cubicBezTo>
                    <a:pt x="340" y="586"/>
                    <a:pt x="340" y="586"/>
                    <a:pt x="340" y="586"/>
                  </a:cubicBezTo>
                  <a:cubicBezTo>
                    <a:pt x="425" y="1075"/>
                    <a:pt x="425" y="1075"/>
                    <a:pt x="425" y="1075"/>
                  </a:cubicBezTo>
                  <a:cubicBezTo>
                    <a:pt x="255" y="1271"/>
                    <a:pt x="255" y="1271"/>
                    <a:pt x="255" y="1271"/>
                  </a:cubicBezTo>
                  <a:cubicBezTo>
                    <a:pt x="425" y="1564"/>
                    <a:pt x="425" y="1564"/>
                    <a:pt x="425" y="1564"/>
                  </a:cubicBezTo>
                  <a:cubicBezTo>
                    <a:pt x="425" y="1564"/>
                    <a:pt x="340" y="1564"/>
                    <a:pt x="425" y="1662"/>
                  </a:cubicBezTo>
                  <a:cubicBezTo>
                    <a:pt x="510" y="1759"/>
                    <a:pt x="935" y="1857"/>
                    <a:pt x="935" y="1857"/>
                  </a:cubicBezTo>
                  <a:cubicBezTo>
                    <a:pt x="1020" y="2443"/>
                    <a:pt x="1020" y="2443"/>
                    <a:pt x="1020" y="2443"/>
                  </a:cubicBezTo>
                  <a:cubicBezTo>
                    <a:pt x="1191" y="2834"/>
                    <a:pt x="1191" y="2834"/>
                    <a:pt x="1191" y="2834"/>
                  </a:cubicBezTo>
                  <a:cubicBezTo>
                    <a:pt x="1191" y="2834"/>
                    <a:pt x="1191" y="2834"/>
                    <a:pt x="1191" y="2834"/>
                  </a:cubicBezTo>
                  <a:cubicBezTo>
                    <a:pt x="1531" y="3421"/>
                    <a:pt x="1531" y="3421"/>
                    <a:pt x="1531" y="3421"/>
                  </a:cubicBezTo>
                  <a:cubicBezTo>
                    <a:pt x="1701" y="3812"/>
                    <a:pt x="1701" y="3812"/>
                    <a:pt x="1701" y="3812"/>
                  </a:cubicBezTo>
                  <a:cubicBezTo>
                    <a:pt x="2466" y="3812"/>
                    <a:pt x="2466" y="3812"/>
                    <a:pt x="2466" y="3812"/>
                  </a:cubicBezTo>
                  <a:cubicBezTo>
                    <a:pt x="2636" y="3812"/>
                    <a:pt x="2636" y="3812"/>
                    <a:pt x="2636" y="3812"/>
                  </a:cubicBezTo>
                  <a:cubicBezTo>
                    <a:pt x="2636" y="4300"/>
                    <a:pt x="2636" y="4300"/>
                    <a:pt x="2636" y="4300"/>
                  </a:cubicBezTo>
                  <a:cubicBezTo>
                    <a:pt x="2381" y="4887"/>
                    <a:pt x="2381" y="4887"/>
                    <a:pt x="2381" y="4887"/>
                  </a:cubicBezTo>
                  <a:cubicBezTo>
                    <a:pt x="2126" y="5376"/>
                    <a:pt x="2126" y="5376"/>
                    <a:pt x="2126" y="5376"/>
                  </a:cubicBezTo>
                  <a:cubicBezTo>
                    <a:pt x="2636" y="5962"/>
                    <a:pt x="2636" y="5962"/>
                    <a:pt x="2636" y="5962"/>
                  </a:cubicBezTo>
                  <a:cubicBezTo>
                    <a:pt x="2806" y="6548"/>
                    <a:pt x="2806" y="6548"/>
                    <a:pt x="2806" y="6548"/>
                  </a:cubicBezTo>
                  <a:cubicBezTo>
                    <a:pt x="3061" y="6744"/>
                    <a:pt x="3061" y="6744"/>
                    <a:pt x="3061" y="6744"/>
                  </a:cubicBezTo>
                  <a:cubicBezTo>
                    <a:pt x="3572" y="7037"/>
                    <a:pt x="3572" y="7037"/>
                    <a:pt x="3572" y="7037"/>
                  </a:cubicBezTo>
                  <a:cubicBezTo>
                    <a:pt x="3572" y="17202"/>
                    <a:pt x="3572" y="17202"/>
                    <a:pt x="3572" y="17202"/>
                  </a:cubicBezTo>
                  <a:cubicBezTo>
                    <a:pt x="3572" y="19645"/>
                    <a:pt x="3572" y="19645"/>
                    <a:pt x="3572" y="19645"/>
                  </a:cubicBezTo>
                  <a:cubicBezTo>
                    <a:pt x="18283" y="19254"/>
                    <a:pt x="18283" y="19254"/>
                    <a:pt x="18283" y="19254"/>
                  </a:cubicBezTo>
                  <a:cubicBezTo>
                    <a:pt x="18369" y="19841"/>
                    <a:pt x="18369" y="19841"/>
                    <a:pt x="18369" y="19841"/>
                  </a:cubicBezTo>
                  <a:cubicBezTo>
                    <a:pt x="17433" y="21600"/>
                    <a:pt x="17433" y="21600"/>
                    <a:pt x="17433" y="21600"/>
                  </a:cubicBezTo>
                  <a:cubicBezTo>
                    <a:pt x="19814" y="21405"/>
                    <a:pt x="19814" y="21405"/>
                    <a:pt x="19814" y="21405"/>
                  </a:cubicBezTo>
                  <a:cubicBezTo>
                    <a:pt x="19899" y="21111"/>
                    <a:pt x="19899" y="21111"/>
                    <a:pt x="19899" y="21111"/>
                  </a:cubicBezTo>
                  <a:cubicBezTo>
                    <a:pt x="20069" y="20818"/>
                    <a:pt x="20069" y="20818"/>
                    <a:pt x="20069" y="20818"/>
                  </a:cubicBezTo>
                  <a:cubicBezTo>
                    <a:pt x="20069" y="20818"/>
                    <a:pt x="20239" y="20720"/>
                    <a:pt x="20154" y="20623"/>
                  </a:cubicBezTo>
                  <a:cubicBezTo>
                    <a:pt x="20154" y="20525"/>
                    <a:pt x="19984" y="20232"/>
                    <a:pt x="19984" y="20232"/>
                  </a:cubicBezTo>
                  <a:cubicBezTo>
                    <a:pt x="19899" y="20134"/>
                    <a:pt x="19899" y="20134"/>
                    <a:pt x="19899" y="20134"/>
                  </a:cubicBezTo>
                  <a:cubicBezTo>
                    <a:pt x="19984" y="19938"/>
                    <a:pt x="19984" y="19938"/>
                    <a:pt x="19984" y="19938"/>
                  </a:cubicBezTo>
                  <a:cubicBezTo>
                    <a:pt x="20154" y="19841"/>
                    <a:pt x="20154" y="19841"/>
                    <a:pt x="20154" y="19841"/>
                  </a:cubicBezTo>
                  <a:cubicBezTo>
                    <a:pt x="20239" y="19548"/>
                    <a:pt x="20239" y="19548"/>
                    <a:pt x="20239" y="19548"/>
                  </a:cubicBezTo>
                  <a:cubicBezTo>
                    <a:pt x="20239" y="19254"/>
                    <a:pt x="20239" y="19254"/>
                    <a:pt x="20239" y="19254"/>
                  </a:cubicBezTo>
                  <a:cubicBezTo>
                    <a:pt x="20239" y="18961"/>
                    <a:pt x="20239" y="18961"/>
                    <a:pt x="20239" y="18961"/>
                  </a:cubicBezTo>
                  <a:lnTo>
                    <a:pt x="20239" y="1886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70" name="Shape">
              <a:extLst>
                <a:ext uri="{FF2B5EF4-FFF2-40B4-BE49-F238E27FC236}">
                  <a16:creationId xmlns:a16="http://schemas.microsoft.com/office/drawing/2014/main" id="{98C66E1D-ED1A-47D4-9E47-B22C569A22EC}"/>
                </a:ext>
              </a:extLst>
            </p:cNvPr>
            <p:cNvSpPr/>
            <p:nvPr/>
          </p:nvSpPr>
          <p:spPr>
            <a:xfrm>
              <a:off x="4398609" y="459885"/>
              <a:ext cx="1039486" cy="12097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92" y="12585"/>
                  </a:moveTo>
                  <a:lnTo>
                    <a:pt x="14435" y="12050"/>
                  </a:lnTo>
                  <a:lnTo>
                    <a:pt x="14435" y="9907"/>
                  </a:lnTo>
                  <a:lnTo>
                    <a:pt x="14954" y="9550"/>
                  </a:lnTo>
                  <a:lnTo>
                    <a:pt x="16719" y="8122"/>
                  </a:lnTo>
                  <a:lnTo>
                    <a:pt x="17550" y="7140"/>
                  </a:lnTo>
                  <a:lnTo>
                    <a:pt x="19212" y="6159"/>
                  </a:lnTo>
                  <a:lnTo>
                    <a:pt x="21600" y="4909"/>
                  </a:lnTo>
                  <a:lnTo>
                    <a:pt x="20769" y="4731"/>
                  </a:lnTo>
                  <a:lnTo>
                    <a:pt x="19004" y="4641"/>
                  </a:lnTo>
                  <a:lnTo>
                    <a:pt x="17550" y="4374"/>
                  </a:lnTo>
                  <a:lnTo>
                    <a:pt x="17238" y="4641"/>
                  </a:lnTo>
                  <a:lnTo>
                    <a:pt x="16823" y="4909"/>
                  </a:lnTo>
                  <a:lnTo>
                    <a:pt x="15992" y="4909"/>
                  </a:lnTo>
                  <a:lnTo>
                    <a:pt x="15681" y="4552"/>
                  </a:lnTo>
                  <a:lnTo>
                    <a:pt x="15265" y="4284"/>
                  </a:lnTo>
                  <a:lnTo>
                    <a:pt x="14123" y="4017"/>
                  </a:lnTo>
                  <a:lnTo>
                    <a:pt x="13812" y="4017"/>
                  </a:lnTo>
                  <a:lnTo>
                    <a:pt x="13396" y="3838"/>
                  </a:lnTo>
                  <a:lnTo>
                    <a:pt x="13292" y="3749"/>
                  </a:lnTo>
                  <a:lnTo>
                    <a:pt x="12358" y="3660"/>
                  </a:lnTo>
                  <a:lnTo>
                    <a:pt x="11838" y="3213"/>
                  </a:lnTo>
                  <a:lnTo>
                    <a:pt x="12462" y="3481"/>
                  </a:lnTo>
                  <a:lnTo>
                    <a:pt x="12773" y="3213"/>
                  </a:lnTo>
                  <a:lnTo>
                    <a:pt x="12358" y="3124"/>
                  </a:lnTo>
                  <a:lnTo>
                    <a:pt x="10385" y="3124"/>
                  </a:lnTo>
                  <a:lnTo>
                    <a:pt x="10073" y="3481"/>
                  </a:lnTo>
                  <a:lnTo>
                    <a:pt x="9658" y="3481"/>
                  </a:lnTo>
                  <a:lnTo>
                    <a:pt x="9035" y="3035"/>
                  </a:lnTo>
                  <a:lnTo>
                    <a:pt x="8308" y="3035"/>
                  </a:lnTo>
                  <a:lnTo>
                    <a:pt x="7581" y="2856"/>
                  </a:lnTo>
                  <a:lnTo>
                    <a:pt x="7062" y="2142"/>
                  </a:lnTo>
                  <a:lnTo>
                    <a:pt x="6854" y="1785"/>
                  </a:lnTo>
                  <a:lnTo>
                    <a:pt x="5712" y="1785"/>
                  </a:lnTo>
                  <a:lnTo>
                    <a:pt x="5608" y="1428"/>
                  </a:lnTo>
                  <a:lnTo>
                    <a:pt x="5919" y="1071"/>
                  </a:lnTo>
                  <a:lnTo>
                    <a:pt x="6023" y="714"/>
                  </a:lnTo>
                  <a:lnTo>
                    <a:pt x="6438" y="446"/>
                  </a:lnTo>
                  <a:lnTo>
                    <a:pt x="6231" y="179"/>
                  </a:lnTo>
                  <a:lnTo>
                    <a:pt x="5815" y="0"/>
                  </a:lnTo>
                  <a:lnTo>
                    <a:pt x="5815" y="893"/>
                  </a:lnTo>
                  <a:lnTo>
                    <a:pt x="5608" y="1071"/>
                  </a:lnTo>
                  <a:lnTo>
                    <a:pt x="5400" y="1428"/>
                  </a:lnTo>
                  <a:lnTo>
                    <a:pt x="0" y="1428"/>
                  </a:lnTo>
                  <a:lnTo>
                    <a:pt x="104" y="1785"/>
                  </a:lnTo>
                  <a:lnTo>
                    <a:pt x="104" y="2142"/>
                  </a:lnTo>
                  <a:lnTo>
                    <a:pt x="415" y="2321"/>
                  </a:lnTo>
                  <a:lnTo>
                    <a:pt x="415" y="2678"/>
                  </a:lnTo>
                  <a:lnTo>
                    <a:pt x="104" y="2945"/>
                  </a:lnTo>
                  <a:lnTo>
                    <a:pt x="104" y="3392"/>
                  </a:lnTo>
                  <a:lnTo>
                    <a:pt x="208" y="3570"/>
                  </a:lnTo>
                  <a:lnTo>
                    <a:pt x="312" y="4017"/>
                  </a:lnTo>
                  <a:lnTo>
                    <a:pt x="104" y="4552"/>
                  </a:lnTo>
                  <a:lnTo>
                    <a:pt x="312" y="4998"/>
                  </a:lnTo>
                  <a:lnTo>
                    <a:pt x="623" y="5712"/>
                  </a:lnTo>
                  <a:lnTo>
                    <a:pt x="935" y="6248"/>
                  </a:lnTo>
                  <a:lnTo>
                    <a:pt x="935" y="6962"/>
                  </a:lnTo>
                  <a:lnTo>
                    <a:pt x="1038" y="8212"/>
                  </a:lnTo>
                  <a:lnTo>
                    <a:pt x="1038" y="9997"/>
                  </a:lnTo>
                  <a:lnTo>
                    <a:pt x="1246" y="10175"/>
                  </a:lnTo>
                  <a:lnTo>
                    <a:pt x="1246" y="10889"/>
                  </a:lnTo>
                  <a:lnTo>
                    <a:pt x="1558" y="11068"/>
                  </a:lnTo>
                  <a:lnTo>
                    <a:pt x="1765" y="11336"/>
                  </a:lnTo>
                  <a:lnTo>
                    <a:pt x="1869" y="11782"/>
                  </a:lnTo>
                  <a:lnTo>
                    <a:pt x="1869" y="12585"/>
                  </a:lnTo>
                  <a:lnTo>
                    <a:pt x="1662" y="12674"/>
                  </a:lnTo>
                  <a:lnTo>
                    <a:pt x="1765" y="12853"/>
                  </a:lnTo>
                  <a:lnTo>
                    <a:pt x="1350" y="13121"/>
                  </a:lnTo>
                  <a:lnTo>
                    <a:pt x="1142" y="13388"/>
                  </a:lnTo>
                  <a:lnTo>
                    <a:pt x="831" y="13567"/>
                  </a:lnTo>
                  <a:lnTo>
                    <a:pt x="831" y="13924"/>
                  </a:lnTo>
                  <a:lnTo>
                    <a:pt x="935" y="14102"/>
                  </a:lnTo>
                  <a:lnTo>
                    <a:pt x="1246" y="14281"/>
                  </a:lnTo>
                  <a:lnTo>
                    <a:pt x="1246" y="14549"/>
                  </a:lnTo>
                  <a:lnTo>
                    <a:pt x="1765" y="14638"/>
                  </a:lnTo>
                  <a:lnTo>
                    <a:pt x="1869" y="14906"/>
                  </a:lnTo>
                  <a:lnTo>
                    <a:pt x="2181" y="15084"/>
                  </a:lnTo>
                  <a:lnTo>
                    <a:pt x="1869" y="21600"/>
                  </a:lnTo>
                  <a:lnTo>
                    <a:pt x="17862" y="21332"/>
                  </a:lnTo>
                  <a:lnTo>
                    <a:pt x="17965" y="20797"/>
                  </a:lnTo>
                  <a:lnTo>
                    <a:pt x="17862" y="20261"/>
                  </a:lnTo>
                  <a:lnTo>
                    <a:pt x="17238" y="19636"/>
                  </a:lnTo>
                  <a:lnTo>
                    <a:pt x="16615" y="19279"/>
                  </a:lnTo>
                  <a:lnTo>
                    <a:pt x="16304" y="19012"/>
                  </a:lnTo>
                  <a:lnTo>
                    <a:pt x="15577" y="18208"/>
                  </a:lnTo>
                  <a:lnTo>
                    <a:pt x="14331" y="17583"/>
                  </a:lnTo>
                  <a:lnTo>
                    <a:pt x="13500" y="17226"/>
                  </a:lnTo>
                  <a:lnTo>
                    <a:pt x="12981" y="16869"/>
                  </a:lnTo>
                  <a:lnTo>
                    <a:pt x="13085" y="15531"/>
                  </a:lnTo>
                  <a:lnTo>
                    <a:pt x="13292" y="14192"/>
                  </a:lnTo>
                  <a:lnTo>
                    <a:pt x="13085" y="14192"/>
                  </a:lnTo>
                  <a:lnTo>
                    <a:pt x="12669" y="13745"/>
                  </a:lnTo>
                  <a:lnTo>
                    <a:pt x="13085" y="12942"/>
                  </a:lnTo>
                  <a:lnTo>
                    <a:pt x="13292" y="12585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71" name="Shape">
              <a:extLst>
                <a:ext uri="{FF2B5EF4-FFF2-40B4-BE49-F238E27FC236}">
                  <a16:creationId xmlns:a16="http://schemas.microsoft.com/office/drawing/2014/main" id="{335309D6-BB50-4C79-ADF4-E52FC4E08906}"/>
                </a:ext>
              </a:extLst>
            </p:cNvPr>
            <p:cNvSpPr/>
            <p:nvPr/>
          </p:nvSpPr>
          <p:spPr>
            <a:xfrm>
              <a:off x="5353140" y="814803"/>
              <a:ext cx="1214395" cy="11447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080"/>
                  </a:moveTo>
                  <a:cubicBezTo>
                    <a:pt x="151" y="3920"/>
                    <a:pt x="151" y="3920"/>
                    <a:pt x="151" y="3920"/>
                  </a:cubicBezTo>
                  <a:cubicBezTo>
                    <a:pt x="452" y="3920"/>
                    <a:pt x="452" y="3920"/>
                    <a:pt x="452" y="3920"/>
                  </a:cubicBezTo>
                  <a:cubicBezTo>
                    <a:pt x="828" y="3680"/>
                    <a:pt x="828" y="3680"/>
                    <a:pt x="828" y="3680"/>
                  </a:cubicBezTo>
                  <a:cubicBezTo>
                    <a:pt x="903" y="3520"/>
                    <a:pt x="903" y="3520"/>
                    <a:pt x="903" y="3520"/>
                  </a:cubicBezTo>
                  <a:cubicBezTo>
                    <a:pt x="1054" y="3200"/>
                    <a:pt x="1054" y="3200"/>
                    <a:pt x="1054" y="3200"/>
                  </a:cubicBezTo>
                  <a:cubicBezTo>
                    <a:pt x="1279" y="2960"/>
                    <a:pt x="1279" y="2960"/>
                    <a:pt x="1279" y="2960"/>
                  </a:cubicBezTo>
                  <a:cubicBezTo>
                    <a:pt x="1505" y="2880"/>
                    <a:pt x="1505" y="2880"/>
                    <a:pt x="1505" y="2880"/>
                  </a:cubicBezTo>
                  <a:cubicBezTo>
                    <a:pt x="1731" y="2880"/>
                    <a:pt x="1731" y="2880"/>
                    <a:pt x="1731" y="2880"/>
                  </a:cubicBezTo>
                  <a:cubicBezTo>
                    <a:pt x="2183" y="2880"/>
                    <a:pt x="2183" y="2880"/>
                    <a:pt x="2183" y="2880"/>
                  </a:cubicBezTo>
                  <a:cubicBezTo>
                    <a:pt x="2408" y="2720"/>
                    <a:pt x="2408" y="2720"/>
                    <a:pt x="2408" y="2720"/>
                  </a:cubicBezTo>
                  <a:cubicBezTo>
                    <a:pt x="3161" y="2160"/>
                    <a:pt x="3161" y="2160"/>
                    <a:pt x="3161" y="2160"/>
                  </a:cubicBezTo>
                  <a:cubicBezTo>
                    <a:pt x="3387" y="2080"/>
                    <a:pt x="3387" y="2080"/>
                    <a:pt x="3387" y="2080"/>
                  </a:cubicBezTo>
                  <a:cubicBezTo>
                    <a:pt x="3688" y="1760"/>
                    <a:pt x="3688" y="1760"/>
                    <a:pt x="3688" y="1760"/>
                  </a:cubicBezTo>
                  <a:cubicBezTo>
                    <a:pt x="3914" y="1360"/>
                    <a:pt x="3914" y="1360"/>
                    <a:pt x="3914" y="1360"/>
                  </a:cubicBezTo>
                  <a:cubicBezTo>
                    <a:pt x="4215" y="1120"/>
                    <a:pt x="4215" y="1120"/>
                    <a:pt x="4215" y="1120"/>
                  </a:cubicBezTo>
                  <a:cubicBezTo>
                    <a:pt x="4591" y="720"/>
                    <a:pt x="4591" y="720"/>
                    <a:pt x="4591" y="720"/>
                  </a:cubicBezTo>
                  <a:cubicBezTo>
                    <a:pt x="4892" y="320"/>
                    <a:pt x="4892" y="320"/>
                    <a:pt x="4892" y="320"/>
                  </a:cubicBezTo>
                  <a:cubicBezTo>
                    <a:pt x="5268" y="80"/>
                    <a:pt x="5268" y="80"/>
                    <a:pt x="5268" y="80"/>
                  </a:cubicBezTo>
                  <a:cubicBezTo>
                    <a:pt x="5795" y="0"/>
                    <a:pt x="5795" y="0"/>
                    <a:pt x="5795" y="0"/>
                  </a:cubicBezTo>
                  <a:cubicBezTo>
                    <a:pt x="6021" y="0"/>
                    <a:pt x="6021" y="0"/>
                    <a:pt x="6021" y="0"/>
                  </a:cubicBezTo>
                  <a:cubicBezTo>
                    <a:pt x="6397" y="160"/>
                    <a:pt x="6397" y="160"/>
                    <a:pt x="6397" y="160"/>
                  </a:cubicBezTo>
                  <a:cubicBezTo>
                    <a:pt x="6247" y="240"/>
                    <a:pt x="6247" y="240"/>
                    <a:pt x="6247" y="240"/>
                  </a:cubicBezTo>
                  <a:cubicBezTo>
                    <a:pt x="5946" y="400"/>
                    <a:pt x="5946" y="400"/>
                    <a:pt x="5946" y="400"/>
                  </a:cubicBezTo>
                  <a:cubicBezTo>
                    <a:pt x="5645" y="480"/>
                    <a:pt x="5645" y="480"/>
                    <a:pt x="5645" y="480"/>
                  </a:cubicBezTo>
                  <a:cubicBezTo>
                    <a:pt x="5720" y="640"/>
                    <a:pt x="5720" y="640"/>
                    <a:pt x="5720" y="640"/>
                  </a:cubicBezTo>
                  <a:cubicBezTo>
                    <a:pt x="5268" y="1120"/>
                    <a:pt x="5268" y="1120"/>
                    <a:pt x="5268" y="1120"/>
                  </a:cubicBezTo>
                  <a:cubicBezTo>
                    <a:pt x="5268" y="1120"/>
                    <a:pt x="5118" y="1120"/>
                    <a:pt x="5118" y="1200"/>
                  </a:cubicBezTo>
                  <a:cubicBezTo>
                    <a:pt x="5118" y="1280"/>
                    <a:pt x="4892" y="1840"/>
                    <a:pt x="4892" y="1840"/>
                  </a:cubicBezTo>
                  <a:cubicBezTo>
                    <a:pt x="4892" y="1520"/>
                    <a:pt x="4892" y="1520"/>
                    <a:pt x="4892" y="1520"/>
                  </a:cubicBezTo>
                  <a:cubicBezTo>
                    <a:pt x="4741" y="1360"/>
                    <a:pt x="4741" y="1360"/>
                    <a:pt x="4741" y="1360"/>
                  </a:cubicBezTo>
                  <a:cubicBezTo>
                    <a:pt x="4666" y="2160"/>
                    <a:pt x="4666" y="2160"/>
                    <a:pt x="4666" y="2160"/>
                  </a:cubicBezTo>
                  <a:cubicBezTo>
                    <a:pt x="4666" y="2640"/>
                    <a:pt x="4666" y="2640"/>
                    <a:pt x="4666" y="2640"/>
                  </a:cubicBezTo>
                  <a:cubicBezTo>
                    <a:pt x="4892" y="2480"/>
                    <a:pt x="4892" y="2480"/>
                    <a:pt x="4892" y="2480"/>
                  </a:cubicBezTo>
                  <a:cubicBezTo>
                    <a:pt x="5043" y="2320"/>
                    <a:pt x="5043" y="2320"/>
                    <a:pt x="5043" y="2320"/>
                  </a:cubicBezTo>
                  <a:cubicBezTo>
                    <a:pt x="5118" y="2320"/>
                    <a:pt x="5118" y="2320"/>
                    <a:pt x="5118" y="2320"/>
                  </a:cubicBezTo>
                  <a:cubicBezTo>
                    <a:pt x="5193" y="2480"/>
                    <a:pt x="5193" y="2480"/>
                    <a:pt x="5193" y="2480"/>
                  </a:cubicBezTo>
                  <a:cubicBezTo>
                    <a:pt x="5419" y="2480"/>
                    <a:pt x="5419" y="2480"/>
                    <a:pt x="5419" y="2480"/>
                  </a:cubicBezTo>
                  <a:cubicBezTo>
                    <a:pt x="5569" y="2400"/>
                    <a:pt x="5569" y="2400"/>
                    <a:pt x="5569" y="2400"/>
                  </a:cubicBezTo>
                  <a:cubicBezTo>
                    <a:pt x="5795" y="2240"/>
                    <a:pt x="5795" y="2240"/>
                    <a:pt x="5795" y="2240"/>
                  </a:cubicBezTo>
                  <a:cubicBezTo>
                    <a:pt x="6171" y="2320"/>
                    <a:pt x="6171" y="2320"/>
                    <a:pt x="6171" y="2320"/>
                  </a:cubicBezTo>
                  <a:cubicBezTo>
                    <a:pt x="6924" y="2720"/>
                    <a:pt x="6924" y="2720"/>
                    <a:pt x="6924" y="2720"/>
                  </a:cubicBezTo>
                  <a:cubicBezTo>
                    <a:pt x="7376" y="3280"/>
                    <a:pt x="7376" y="3280"/>
                    <a:pt x="7376" y="3280"/>
                  </a:cubicBezTo>
                  <a:cubicBezTo>
                    <a:pt x="7677" y="3520"/>
                    <a:pt x="7677" y="3520"/>
                    <a:pt x="7677" y="3520"/>
                  </a:cubicBezTo>
                  <a:cubicBezTo>
                    <a:pt x="8354" y="3600"/>
                    <a:pt x="8354" y="3600"/>
                    <a:pt x="8354" y="3600"/>
                  </a:cubicBezTo>
                  <a:cubicBezTo>
                    <a:pt x="8580" y="3520"/>
                    <a:pt x="8580" y="3520"/>
                    <a:pt x="8580" y="3520"/>
                  </a:cubicBezTo>
                  <a:cubicBezTo>
                    <a:pt x="9107" y="3680"/>
                    <a:pt x="9107" y="3680"/>
                    <a:pt x="9107" y="3680"/>
                  </a:cubicBezTo>
                  <a:cubicBezTo>
                    <a:pt x="9558" y="3840"/>
                    <a:pt x="9558" y="3840"/>
                    <a:pt x="9558" y="3840"/>
                  </a:cubicBezTo>
                  <a:cubicBezTo>
                    <a:pt x="9784" y="3520"/>
                    <a:pt x="9784" y="3520"/>
                    <a:pt x="9784" y="3520"/>
                  </a:cubicBezTo>
                  <a:cubicBezTo>
                    <a:pt x="10160" y="3120"/>
                    <a:pt x="10160" y="3120"/>
                    <a:pt x="10160" y="3120"/>
                  </a:cubicBezTo>
                  <a:cubicBezTo>
                    <a:pt x="10461" y="2800"/>
                    <a:pt x="10461" y="2800"/>
                    <a:pt x="10461" y="2800"/>
                  </a:cubicBezTo>
                  <a:cubicBezTo>
                    <a:pt x="11139" y="2640"/>
                    <a:pt x="11139" y="2640"/>
                    <a:pt x="11139" y="2640"/>
                  </a:cubicBezTo>
                  <a:cubicBezTo>
                    <a:pt x="11590" y="2480"/>
                    <a:pt x="11590" y="2480"/>
                    <a:pt x="11590" y="2480"/>
                  </a:cubicBezTo>
                  <a:cubicBezTo>
                    <a:pt x="12042" y="2480"/>
                    <a:pt x="12042" y="2480"/>
                    <a:pt x="12042" y="2480"/>
                  </a:cubicBezTo>
                  <a:cubicBezTo>
                    <a:pt x="12719" y="2240"/>
                    <a:pt x="12719" y="2240"/>
                    <a:pt x="12719" y="2240"/>
                  </a:cubicBezTo>
                  <a:cubicBezTo>
                    <a:pt x="13171" y="2080"/>
                    <a:pt x="13171" y="2080"/>
                    <a:pt x="13171" y="2080"/>
                  </a:cubicBezTo>
                  <a:cubicBezTo>
                    <a:pt x="13397" y="2240"/>
                    <a:pt x="13397" y="2240"/>
                    <a:pt x="13397" y="2240"/>
                  </a:cubicBezTo>
                  <a:cubicBezTo>
                    <a:pt x="13547" y="2880"/>
                    <a:pt x="13547" y="2880"/>
                    <a:pt x="13547" y="2880"/>
                  </a:cubicBezTo>
                  <a:cubicBezTo>
                    <a:pt x="14375" y="3040"/>
                    <a:pt x="14375" y="3040"/>
                    <a:pt x="14375" y="3040"/>
                  </a:cubicBezTo>
                  <a:cubicBezTo>
                    <a:pt x="14902" y="3040"/>
                    <a:pt x="14902" y="3040"/>
                    <a:pt x="14902" y="3040"/>
                  </a:cubicBezTo>
                  <a:cubicBezTo>
                    <a:pt x="15278" y="3120"/>
                    <a:pt x="15278" y="3120"/>
                    <a:pt x="15278" y="3120"/>
                  </a:cubicBezTo>
                  <a:cubicBezTo>
                    <a:pt x="15579" y="3520"/>
                    <a:pt x="15579" y="3520"/>
                    <a:pt x="15579" y="3520"/>
                  </a:cubicBezTo>
                  <a:cubicBezTo>
                    <a:pt x="16031" y="4080"/>
                    <a:pt x="16031" y="4080"/>
                    <a:pt x="16031" y="4080"/>
                  </a:cubicBezTo>
                  <a:cubicBezTo>
                    <a:pt x="16181" y="4240"/>
                    <a:pt x="16181" y="4240"/>
                    <a:pt x="16181" y="4240"/>
                  </a:cubicBezTo>
                  <a:cubicBezTo>
                    <a:pt x="16181" y="4240"/>
                    <a:pt x="16256" y="4320"/>
                    <a:pt x="16332" y="4400"/>
                  </a:cubicBezTo>
                  <a:cubicBezTo>
                    <a:pt x="16407" y="4480"/>
                    <a:pt x="16482" y="4640"/>
                    <a:pt x="16482" y="4640"/>
                  </a:cubicBezTo>
                  <a:cubicBezTo>
                    <a:pt x="16859" y="4720"/>
                    <a:pt x="16859" y="4720"/>
                    <a:pt x="16859" y="4720"/>
                  </a:cubicBezTo>
                  <a:cubicBezTo>
                    <a:pt x="16859" y="4720"/>
                    <a:pt x="17009" y="4560"/>
                    <a:pt x="17009" y="4560"/>
                  </a:cubicBezTo>
                  <a:cubicBezTo>
                    <a:pt x="17009" y="4480"/>
                    <a:pt x="17310" y="4320"/>
                    <a:pt x="17310" y="4320"/>
                  </a:cubicBezTo>
                  <a:cubicBezTo>
                    <a:pt x="17461" y="4480"/>
                    <a:pt x="17461" y="4480"/>
                    <a:pt x="17461" y="4480"/>
                  </a:cubicBezTo>
                  <a:cubicBezTo>
                    <a:pt x="17461" y="4480"/>
                    <a:pt x="17611" y="4560"/>
                    <a:pt x="17461" y="4640"/>
                  </a:cubicBezTo>
                  <a:cubicBezTo>
                    <a:pt x="17385" y="4640"/>
                    <a:pt x="17310" y="4800"/>
                    <a:pt x="17235" y="4800"/>
                  </a:cubicBezTo>
                  <a:cubicBezTo>
                    <a:pt x="17084" y="4800"/>
                    <a:pt x="16934" y="4800"/>
                    <a:pt x="16934" y="4800"/>
                  </a:cubicBezTo>
                  <a:cubicBezTo>
                    <a:pt x="16633" y="4800"/>
                    <a:pt x="16633" y="4800"/>
                    <a:pt x="16633" y="4800"/>
                  </a:cubicBezTo>
                  <a:cubicBezTo>
                    <a:pt x="16482" y="4960"/>
                    <a:pt x="16482" y="4960"/>
                    <a:pt x="16482" y="4960"/>
                  </a:cubicBezTo>
                  <a:cubicBezTo>
                    <a:pt x="15654" y="4960"/>
                    <a:pt x="15654" y="4960"/>
                    <a:pt x="15654" y="4960"/>
                  </a:cubicBezTo>
                  <a:cubicBezTo>
                    <a:pt x="15429" y="5040"/>
                    <a:pt x="15429" y="5040"/>
                    <a:pt x="15429" y="5040"/>
                  </a:cubicBezTo>
                  <a:cubicBezTo>
                    <a:pt x="15128" y="4880"/>
                    <a:pt x="15128" y="4880"/>
                    <a:pt x="15128" y="4880"/>
                  </a:cubicBezTo>
                  <a:cubicBezTo>
                    <a:pt x="14826" y="4720"/>
                    <a:pt x="14826" y="4720"/>
                    <a:pt x="14826" y="4720"/>
                  </a:cubicBezTo>
                  <a:cubicBezTo>
                    <a:pt x="14525" y="5120"/>
                    <a:pt x="14525" y="5120"/>
                    <a:pt x="14525" y="5120"/>
                  </a:cubicBezTo>
                  <a:cubicBezTo>
                    <a:pt x="14601" y="5360"/>
                    <a:pt x="14601" y="5360"/>
                    <a:pt x="14601" y="5360"/>
                  </a:cubicBezTo>
                  <a:cubicBezTo>
                    <a:pt x="14601" y="5520"/>
                    <a:pt x="14601" y="5520"/>
                    <a:pt x="14601" y="5520"/>
                  </a:cubicBezTo>
                  <a:cubicBezTo>
                    <a:pt x="14601" y="5520"/>
                    <a:pt x="14601" y="5680"/>
                    <a:pt x="14676" y="5680"/>
                  </a:cubicBezTo>
                  <a:cubicBezTo>
                    <a:pt x="14676" y="5680"/>
                    <a:pt x="14751" y="5760"/>
                    <a:pt x="14751" y="5760"/>
                  </a:cubicBezTo>
                  <a:cubicBezTo>
                    <a:pt x="15128" y="5920"/>
                    <a:pt x="15128" y="5920"/>
                    <a:pt x="15128" y="5920"/>
                  </a:cubicBezTo>
                  <a:cubicBezTo>
                    <a:pt x="15278" y="5760"/>
                    <a:pt x="15278" y="5760"/>
                    <a:pt x="15278" y="5760"/>
                  </a:cubicBezTo>
                  <a:cubicBezTo>
                    <a:pt x="15278" y="5760"/>
                    <a:pt x="15052" y="5600"/>
                    <a:pt x="15128" y="5600"/>
                  </a:cubicBezTo>
                  <a:cubicBezTo>
                    <a:pt x="15203" y="5600"/>
                    <a:pt x="15504" y="5760"/>
                    <a:pt x="15504" y="5760"/>
                  </a:cubicBezTo>
                  <a:cubicBezTo>
                    <a:pt x="15504" y="5760"/>
                    <a:pt x="15429" y="5920"/>
                    <a:pt x="15429" y="5920"/>
                  </a:cubicBezTo>
                  <a:cubicBezTo>
                    <a:pt x="15353" y="6000"/>
                    <a:pt x="15353" y="6000"/>
                    <a:pt x="15353" y="6000"/>
                  </a:cubicBezTo>
                  <a:cubicBezTo>
                    <a:pt x="15429" y="6080"/>
                    <a:pt x="15805" y="6160"/>
                    <a:pt x="15805" y="6160"/>
                  </a:cubicBezTo>
                  <a:cubicBezTo>
                    <a:pt x="15880" y="6160"/>
                    <a:pt x="16106" y="6320"/>
                    <a:pt x="16106" y="6320"/>
                  </a:cubicBezTo>
                  <a:cubicBezTo>
                    <a:pt x="16482" y="6560"/>
                    <a:pt x="16482" y="6560"/>
                    <a:pt x="16482" y="6560"/>
                  </a:cubicBezTo>
                  <a:cubicBezTo>
                    <a:pt x="17009" y="6800"/>
                    <a:pt x="17009" y="6800"/>
                    <a:pt x="17009" y="6800"/>
                  </a:cubicBezTo>
                  <a:cubicBezTo>
                    <a:pt x="17611" y="7040"/>
                    <a:pt x="17611" y="7040"/>
                    <a:pt x="17611" y="7040"/>
                  </a:cubicBezTo>
                  <a:cubicBezTo>
                    <a:pt x="18213" y="7680"/>
                    <a:pt x="18213" y="7680"/>
                    <a:pt x="18213" y="7680"/>
                  </a:cubicBezTo>
                  <a:cubicBezTo>
                    <a:pt x="18514" y="8080"/>
                    <a:pt x="18514" y="8080"/>
                    <a:pt x="18514" y="8080"/>
                  </a:cubicBezTo>
                  <a:cubicBezTo>
                    <a:pt x="18364" y="8240"/>
                    <a:pt x="18364" y="8240"/>
                    <a:pt x="18364" y="8240"/>
                  </a:cubicBezTo>
                  <a:cubicBezTo>
                    <a:pt x="18364" y="8240"/>
                    <a:pt x="18289" y="8240"/>
                    <a:pt x="18289" y="8320"/>
                  </a:cubicBezTo>
                  <a:cubicBezTo>
                    <a:pt x="18364" y="8400"/>
                    <a:pt x="18514" y="8720"/>
                    <a:pt x="18514" y="8720"/>
                  </a:cubicBezTo>
                  <a:cubicBezTo>
                    <a:pt x="18439" y="8800"/>
                    <a:pt x="18590" y="9040"/>
                    <a:pt x="18590" y="9040"/>
                  </a:cubicBezTo>
                  <a:cubicBezTo>
                    <a:pt x="18740" y="9920"/>
                    <a:pt x="18740" y="9920"/>
                    <a:pt x="18740" y="9920"/>
                  </a:cubicBezTo>
                  <a:cubicBezTo>
                    <a:pt x="18815" y="10400"/>
                    <a:pt x="18815" y="10400"/>
                    <a:pt x="18815" y="10400"/>
                  </a:cubicBezTo>
                  <a:cubicBezTo>
                    <a:pt x="18740" y="10880"/>
                    <a:pt x="18740" y="10880"/>
                    <a:pt x="18740" y="10880"/>
                  </a:cubicBezTo>
                  <a:cubicBezTo>
                    <a:pt x="18439" y="11280"/>
                    <a:pt x="18439" y="11280"/>
                    <a:pt x="18439" y="11280"/>
                  </a:cubicBezTo>
                  <a:cubicBezTo>
                    <a:pt x="18213" y="11760"/>
                    <a:pt x="18213" y="11760"/>
                    <a:pt x="18213" y="11760"/>
                  </a:cubicBezTo>
                  <a:cubicBezTo>
                    <a:pt x="18213" y="11760"/>
                    <a:pt x="18063" y="12080"/>
                    <a:pt x="17987" y="12160"/>
                  </a:cubicBezTo>
                  <a:cubicBezTo>
                    <a:pt x="17987" y="12160"/>
                    <a:pt x="17686" y="12400"/>
                    <a:pt x="17686" y="12480"/>
                  </a:cubicBezTo>
                  <a:cubicBezTo>
                    <a:pt x="17686" y="12480"/>
                    <a:pt x="17536" y="12800"/>
                    <a:pt x="17536" y="12800"/>
                  </a:cubicBezTo>
                  <a:cubicBezTo>
                    <a:pt x="17536" y="13440"/>
                    <a:pt x="17536" y="13440"/>
                    <a:pt x="17536" y="13440"/>
                  </a:cubicBezTo>
                  <a:cubicBezTo>
                    <a:pt x="17686" y="13600"/>
                    <a:pt x="17686" y="13600"/>
                    <a:pt x="17686" y="13600"/>
                  </a:cubicBezTo>
                  <a:cubicBezTo>
                    <a:pt x="18063" y="13760"/>
                    <a:pt x="18063" y="13760"/>
                    <a:pt x="18063" y="13760"/>
                  </a:cubicBezTo>
                  <a:cubicBezTo>
                    <a:pt x="18213" y="13600"/>
                    <a:pt x="18213" y="13600"/>
                    <a:pt x="18213" y="13600"/>
                  </a:cubicBezTo>
                  <a:cubicBezTo>
                    <a:pt x="18213" y="13600"/>
                    <a:pt x="18364" y="13520"/>
                    <a:pt x="18364" y="13440"/>
                  </a:cubicBezTo>
                  <a:cubicBezTo>
                    <a:pt x="18439" y="13440"/>
                    <a:pt x="18514" y="13280"/>
                    <a:pt x="18514" y="13280"/>
                  </a:cubicBezTo>
                  <a:cubicBezTo>
                    <a:pt x="18514" y="13280"/>
                    <a:pt x="18740" y="13120"/>
                    <a:pt x="18740" y="13120"/>
                  </a:cubicBezTo>
                  <a:cubicBezTo>
                    <a:pt x="18740" y="13120"/>
                    <a:pt x="18740" y="12880"/>
                    <a:pt x="18740" y="12880"/>
                  </a:cubicBezTo>
                  <a:cubicBezTo>
                    <a:pt x="18740" y="12880"/>
                    <a:pt x="18815" y="12560"/>
                    <a:pt x="18815" y="12560"/>
                  </a:cubicBezTo>
                  <a:cubicBezTo>
                    <a:pt x="18815" y="12560"/>
                    <a:pt x="18966" y="12480"/>
                    <a:pt x="18966" y="12480"/>
                  </a:cubicBezTo>
                  <a:cubicBezTo>
                    <a:pt x="18966" y="12400"/>
                    <a:pt x="19192" y="12240"/>
                    <a:pt x="19192" y="12240"/>
                  </a:cubicBezTo>
                  <a:cubicBezTo>
                    <a:pt x="19192" y="12240"/>
                    <a:pt x="19493" y="12000"/>
                    <a:pt x="19493" y="12000"/>
                  </a:cubicBezTo>
                  <a:cubicBezTo>
                    <a:pt x="19568" y="12000"/>
                    <a:pt x="19718" y="11760"/>
                    <a:pt x="19718" y="11760"/>
                  </a:cubicBezTo>
                  <a:cubicBezTo>
                    <a:pt x="19944" y="11760"/>
                    <a:pt x="19944" y="11760"/>
                    <a:pt x="19944" y="11760"/>
                  </a:cubicBezTo>
                  <a:cubicBezTo>
                    <a:pt x="20245" y="11840"/>
                    <a:pt x="20245" y="11840"/>
                    <a:pt x="20245" y="11840"/>
                  </a:cubicBezTo>
                  <a:cubicBezTo>
                    <a:pt x="20697" y="12320"/>
                    <a:pt x="20697" y="12320"/>
                    <a:pt x="20697" y="12320"/>
                  </a:cubicBezTo>
                  <a:cubicBezTo>
                    <a:pt x="20998" y="12960"/>
                    <a:pt x="20998" y="12960"/>
                    <a:pt x="20998" y="12960"/>
                  </a:cubicBezTo>
                  <a:cubicBezTo>
                    <a:pt x="21299" y="14720"/>
                    <a:pt x="21299" y="14720"/>
                    <a:pt x="21299" y="14720"/>
                  </a:cubicBezTo>
                  <a:cubicBezTo>
                    <a:pt x="21525" y="15120"/>
                    <a:pt x="21525" y="15120"/>
                    <a:pt x="21525" y="15120"/>
                  </a:cubicBezTo>
                  <a:cubicBezTo>
                    <a:pt x="21525" y="15440"/>
                    <a:pt x="21525" y="15440"/>
                    <a:pt x="21525" y="15440"/>
                  </a:cubicBezTo>
                  <a:cubicBezTo>
                    <a:pt x="21525" y="15440"/>
                    <a:pt x="21600" y="15680"/>
                    <a:pt x="21600" y="15760"/>
                  </a:cubicBezTo>
                  <a:cubicBezTo>
                    <a:pt x="21600" y="15840"/>
                    <a:pt x="21600" y="17040"/>
                    <a:pt x="21600" y="17040"/>
                  </a:cubicBezTo>
                  <a:cubicBezTo>
                    <a:pt x="21073" y="17040"/>
                    <a:pt x="21073" y="17040"/>
                    <a:pt x="21073" y="17040"/>
                  </a:cubicBezTo>
                  <a:cubicBezTo>
                    <a:pt x="20923" y="17040"/>
                    <a:pt x="20923" y="17040"/>
                    <a:pt x="20923" y="17040"/>
                  </a:cubicBezTo>
                  <a:cubicBezTo>
                    <a:pt x="20923" y="17280"/>
                    <a:pt x="20923" y="17280"/>
                    <a:pt x="20923" y="17280"/>
                  </a:cubicBezTo>
                  <a:cubicBezTo>
                    <a:pt x="20697" y="17600"/>
                    <a:pt x="20697" y="17600"/>
                    <a:pt x="20697" y="17600"/>
                  </a:cubicBezTo>
                  <a:cubicBezTo>
                    <a:pt x="20622" y="18000"/>
                    <a:pt x="20622" y="18000"/>
                    <a:pt x="20622" y="18000"/>
                  </a:cubicBezTo>
                  <a:cubicBezTo>
                    <a:pt x="20471" y="18320"/>
                    <a:pt x="20471" y="18320"/>
                    <a:pt x="20471" y="18320"/>
                  </a:cubicBezTo>
                  <a:cubicBezTo>
                    <a:pt x="20245" y="18640"/>
                    <a:pt x="20245" y="18640"/>
                    <a:pt x="20245" y="18640"/>
                  </a:cubicBezTo>
                  <a:cubicBezTo>
                    <a:pt x="20020" y="19440"/>
                    <a:pt x="20020" y="19440"/>
                    <a:pt x="20020" y="19440"/>
                  </a:cubicBezTo>
                  <a:cubicBezTo>
                    <a:pt x="20020" y="19920"/>
                    <a:pt x="20020" y="19920"/>
                    <a:pt x="20020" y="19920"/>
                  </a:cubicBezTo>
                  <a:cubicBezTo>
                    <a:pt x="19718" y="20320"/>
                    <a:pt x="19718" y="20320"/>
                    <a:pt x="19718" y="20320"/>
                  </a:cubicBezTo>
                  <a:cubicBezTo>
                    <a:pt x="19493" y="20720"/>
                    <a:pt x="19493" y="20720"/>
                    <a:pt x="19493" y="20720"/>
                  </a:cubicBezTo>
                  <a:cubicBezTo>
                    <a:pt x="16031" y="21360"/>
                    <a:pt x="16031" y="21360"/>
                    <a:pt x="16031" y="21360"/>
                  </a:cubicBezTo>
                  <a:cubicBezTo>
                    <a:pt x="15955" y="21200"/>
                    <a:pt x="15955" y="21200"/>
                    <a:pt x="15955" y="21200"/>
                  </a:cubicBezTo>
                  <a:cubicBezTo>
                    <a:pt x="10612" y="21600"/>
                    <a:pt x="10612" y="21600"/>
                    <a:pt x="10612" y="21600"/>
                  </a:cubicBezTo>
                  <a:cubicBezTo>
                    <a:pt x="10988" y="21200"/>
                    <a:pt x="10988" y="21200"/>
                    <a:pt x="10988" y="21200"/>
                  </a:cubicBezTo>
                  <a:cubicBezTo>
                    <a:pt x="11139" y="20880"/>
                    <a:pt x="11139" y="20880"/>
                    <a:pt x="11139" y="20880"/>
                  </a:cubicBezTo>
                  <a:cubicBezTo>
                    <a:pt x="11440" y="20320"/>
                    <a:pt x="11440" y="20320"/>
                    <a:pt x="11440" y="20320"/>
                  </a:cubicBezTo>
                  <a:cubicBezTo>
                    <a:pt x="11741" y="19600"/>
                    <a:pt x="11741" y="19600"/>
                    <a:pt x="11741" y="19600"/>
                  </a:cubicBezTo>
                  <a:cubicBezTo>
                    <a:pt x="11891" y="18800"/>
                    <a:pt x="11891" y="18800"/>
                    <a:pt x="11891" y="18800"/>
                  </a:cubicBezTo>
                  <a:cubicBezTo>
                    <a:pt x="11816" y="17360"/>
                    <a:pt x="11816" y="17360"/>
                    <a:pt x="11816" y="17360"/>
                  </a:cubicBezTo>
                  <a:cubicBezTo>
                    <a:pt x="11816" y="16720"/>
                    <a:pt x="11816" y="16720"/>
                    <a:pt x="11816" y="16720"/>
                  </a:cubicBezTo>
                  <a:cubicBezTo>
                    <a:pt x="11515" y="16240"/>
                    <a:pt x="11515" y="16240"/>
                    <a:pt x="11515" y="16240"/>
                  </a:cubicBezTo>
                  <a:cubicBezTo>
                    <a:pt x="11214" y="15600"/>
                    <a:pt x="11214" y="15600"/>
                    <a:pt x="11214" y="15600"/>
                  </a:cubicBezTo>
                  <a:cubicBezTo>
                    <a:pt x="10913" y="15280"/>
                    <a:pt x="10913" y="15280"/>
                    <a:pt x="10913" y="15280"/>
                  </a:cubicBezTo>
                  <a:cubicBezTo>
                    <a:pt x="10687" y="14720"/>
                    <a:pt x="10687" y="14720"/>
                    <a:pt x="10687" y="14720"/>
                  </a:cubicBezTo>
                  <a:cubicBezTo>
                    <a:pt x="10838" y="14320"/>
                    <a:pt x="10838" y="14320"/>
                    <a:pt x="10838" y="14320"/>
                  </a:cubicBezTo>
                  <a:cubicBezTo>
                    <a:pt x="10988" y="14160"/>
                    <a:pt x="10988" y="14160"/>
                    <a:pt x="10988" y="14160"/>
                  </a:cubicBezTo>
                  <a:cubicBezTo>
                    <a:pt x="10988" y="13840"/>
                    <a:pt x="10988" y="13840"/>
                    <a:pt x="10988" y="13840"/>
                  </a:cubicBezTo>
                  <a:cubicBezTo>
                    <a:pt x="10838" y="13200"/>
                    <a:pt x="10838" y="13200"/>
                    <a:pt x="10838" y="13200"/>
                  </a:cubicBezTo>
                  <a:cubicBezTo>
                    <a:pt x="10612" y="12960"/>
                    <a:pt x="10612" y="12960"/>
                    <a:pt x="10612" y="12960"/>
                  </a:cubicBezTo>
                  <a:cubicBezTo>
                    <a:pt x="10838" y="12800"/>
                    <a:pt x="10838" y="12800"/>
                    <a:pt x="10838" y="12800"/>
                  </a:cubicBezTo>
                  <a:cubicBezTo>
                    <a:pt x="10913" y="12400"/>
                    <a:pt x="10913" y="12400"/>
                    <a:pt x="10913" y="12400"/>
                  </a:cubicBezTo>
                  <a:cubicBezTo>
                    <a:pt x="10988" y="12000"/>
                    <a:pt x="10988" y="12000"/>
                    <a:pt x="10988" y="12000"/>
                  </a:cubicBezTo>
                  <a:cubicBezTo>
                    <a:pt x="11139" y="11760"/>
                    <a:pt x="11139" y="11760"/>
                    <a:pt x="11139" y="11760"/>
                  </a:cubicBezTo>
                  <a:cubicBezTo>
                    <a:pt x="11139" y="11120"/>
                    <a:pt x="11139" y="11120"/>
                    <a:pt x="11139" y="11120"/>
                  </a:cubicBezTo>
                  <a:cubicBezTo>
                    <a:pt x="11063" y="10800"/>
                    <a:pt x="11063" y="10800"/>
                    <a:pt x="11063" y="10800"/>
                  </a:cubicBezTo>
                  <a:cubicBezTo>
                    <a:pt x="11139" y="10400"/>
                    <a:pt x="11139" y="10400"/>
                    <a:pt x="11139" y="10400"/>
                  </a:cubicBezTo>
                  <a:cubicBezTo>
                    <a:pt x="11364" y="10080"/>
                    <a:pt x="11364" y="10080"/>
                    <a:pt x="11364" y="10080"/>
                  </a:cubicBezTo>
                  <a:cubicBezTo>
                    <a:pt x="11515" y="9760"/>
                    <a:pt x="11515" y="9760"/>
                    <a:pt x="11515" y="9760"/>
                  </a:cubicBezTo>
                  <a:cubicBezTo>
                    <a:pt x="11515" y="9360"/>
                    <a:pt x="11515" y="9360"/>
                    <a:pt x="11515" y="9360"/>
                  </a:cubicBezTo>
                  <a:cubicBezTo>
                    <a:pt x="11816" y="9280"/>
                    <a:pt x="11816" y="9280"/>
                    <a:pt x="11816" y="9280"/>
                  </a:cubicBezTo>
                  <a:cubicBezTo>
                    <a:pt x="12268" y="9280"/>
                    <a:pt x="12268" y="9280"/>
                    <a:pt x="12268" y="9280"/>
                  </a:cubicBezTo>
                  <a:cubicBezTo>
                    <a:pt x="12418" y="8640"/>
                    <a:pt x="12418" y="8640"/>
                    <a:pt x="12418" y="8640"/>
                  </a:cubicBezTo>
                  <a:cubicBezTo>
                    <a:pt x="12493" y="8480"/>
                    <a:pt x="12493" y="8480"/>
                    <a:pt x="12493" y="8480"/>
                  </a:cubicBezTo>
                  <a:cubicBezTo>
                    <a:pt x="12644" y="8400"/>
                    <a:pt x="12644" y="8400"/>
                    <a:pt x="12644" y="8400"/>
                  </a:cubicBezTo>
                  <a:cubicBezTo>
                    <a:pt x="12870" y="9120"/>
                    <a:pt x="12870" y="9120"/>
                    <a:pt x="12870" y="9120"/>
                  </a:cubicBezTo>
                  <a:cubicBezTo>
                    <a:pt x="12569" y="9520"/>
                    <a:pt x="12569" y="9520"/>
                    <a:pt x="12569" y="9520"/>
                  </a:cubicBezTo>
                  <a:cubicBezTo>
                    <a:pt x="12569" y="9680"/>
                    <a:pt x="12569" y="9680"/>
                    <a:pt x="12569" y="9680"/>
                  </a:cubicBezTo>
                  <a:cubicBezTo>
                    <a:pt x="12569" y="9680"/>
                    <a:pt x="12644" y="9760"/>
                    <a:pt x="12719" y="9760"/>
                  </a:cubicBezTo>
                  <a:cubicBezTo>
                    <a:pt x="12794" y="9760"/>
                    <a:pt x="12794" y="9760"/>
                    <a:pt x="12794" y="9760"/>
                  </a:cubicBezTo>
                  <a:cubicBezTo>
                    <a:pt x="12794" y="9760"/>
                    <a:pt x="12945" y="9680"/>
                    <a:pt x="12945" y="9680"/>
                  </a:cubicBezTo>
                  <a:cubicBezTo>
                    <a:pt x="12945" y="9600"/>
                    <a:pt x="13020" y="9360"/>
                    <a:pt x="13020" y="9360"/>
                  </a:cubicBezTo>
                  <a:cubicBezTo>
                    <a:pt x="13095" y="9280"/>
                    <a:pt x="13095" y="9280"/>
                    <a:pt x="13095" y="9280"/>
                  </a:cubicBezTo>
                  <a:cubicBezTo>
                    <a:pt x="13171" y="8880"/>
                    <a:pt x="13171" y="8880"/>
                    <a:pt x="13171" y="8880"/>
                  </a:cubicBezTo>
                  <a:cubicBezTo>
                    <a:pt x="13171" y="8640"/>
                    <a:pt x="13171" y="8640"/>
                    <a:pt x="13171" y="8640"/>
                  </a:cubicBezTo>
                  <a:cubicBezTo>
                    <a:pt x="13171" y="8320"/>
                    <a:pt x="13171" y="8320"/>
                    <a:pt x="13171" y="8320"/>
                  </a:cubicBezTo>
                  <a:cubicBezTo>
                    <a:pt x="13171" y="8000"/>
                    <a:pt x="13171" y="8000"/>
                    <a:pt x="13171" y="8000"/>
                  </a:cubicBezTo>
                  <a:cubicBezTo>
                    <a:pt x="13397" y="7680"/>
                    <a:pt x="13397" y="7680"/>
                    <a:pt x="13397" y="7680"/>
                  </a:cubicBezTo>
                  <a:cubicBezTo>
                    <a:pt x="13547" y="7520"/>
                    <a:pt x="13547" y="7520"/>
                    <a:pt x="13547" y="7520"/>
                  </a:cubicBezTo>
                  <a:cubicBezTo>
                    <a:pt x="13923" y="7440"/>
                    <a:pt x="13923" y="7440"/>
                    <a:pt x="13923" y="7440"/>
                  </a:cubicBezTo>
                  <a:cubicBezTo>
                    <a:pt x="14074" y="7280"/>
                    <a:pt x="14074" y="7280"/>
                    <a:pt x="14074" y="7280"/>
                  </a:cubicBezTo>
                  <a:cubicBezTo>
                    <a:pt x="13773" y="6960"/>
                    <a:pt x="13773" y="6960"/>
                    <a:pt x="13773" y="6960"/>
                  </a:cubicBezTo>
                  <a:cubicBezTo>
                    <a:pt x="13698" y="6720"/>
                    <a:pt x="13698" y="6720"/>
                    <a:pt x="13698" y="6720"/>
                  </a:cubicBezTo>
                  <a:cubicBezTo>
                    <a:pt x="13848" y="6480"/>
                    <a:pt x="13848" y="6480"/>
                    <a:pt x="13848" y="6480"/>
                  </a:cubicBezTo>
                  <a:cubicBezTo>
                    <a:pt x="13999" y="6240"/>
                    <a:pt x="13999" y="6240"/>
                    <a:pt x="13999" y="6240"/>
                  </a:cubicBezTo>
                  <a:cubicBezTo>
                    <a:pt x="14074" y="6160"/>
                    <a:pt x="14074" y="6160"/>
                    <a:pt x="14074" y="6160"/>
                  </a:cubicBezTo>
                  <a:cubicBezTo>
                    <a:pt x="14074" y="6000"/>
                    <a:pt x="14074" y="6000"/>
                    <a:pt x="14074" y="6000"/>
                  </a:cubicBezTo>
                  <a:cubicBezTo>
                    <a:pt x="14149" y="5920"/>
                    <a:pt x="14149" y="5920"/>
                    <a:pt x="14149" y="5920"/>
                  </a:cubicBezTo>
                  <a:cubicBezTo>
                    <a:pt x="14149" y="5920"/>
                    <a:pt x="14149" y="5920"/>
                    <a:pt x="14224" y="5920"/>
                  </a:cubicBezTo>
                  <a:cubicBezTo>
                    <a:pt x="14224" y="5920"/>
                    <a:pt x="14525" y="5840"/>
                    <a:pt x="14525" y="5840"/>
                  </a:cubicBezTo>
                  <a:cubicBezTo>
                    <a:pt x="14676" y="5840"/>
                    <a:pt x="14676" y="5840"/>
                    <a:pt x="14676" y="5840"/>
                  </a:cubicBezTo>
                  <a:cubicBezTo>
                    <a:pt x="14525" y="5600"/>
                    <a:pt x="14525" y="5600"/>
                    <a:pt x="14525" y="5600"/>
                  </a:cubicBezTo>
                  <a:cubicBezTo>
                    <a:pt x="14224" y="5360"/>
                    <a:pt x="14224" y="5360"/>
                    <a:pt x="14224" y="5360"/>
                  </a:cubicBezTo>
                  <a:cubicBezTo>
                    <a:pt x="14074" y="5200"/>
                    <a:pt x="14074" y="5200"/>
                    <a:pt x="14074" y="5200"/>
                  </a:cubicBezTo>
                  <a:cubicBezTo>
                    <a:pt x="13848" y="5040"/>
                    <a:pt x="13848" y="5040"/>
                    <a:pt x="13848" y="5040"/>
                  </a:cubicBezTo>
                  <a:cubicBezTo>
                    <a:pt x="13472" y="4880"/>
                    <a:pt x="13472" y="4880"/>
                    <a:pt x="13472" y="4880"/>
                  </a:cubicBezTo>
                  <a:cubicBezTo>
                    <a:pt x="12794" y="4800"/>
                    <a:pt x="12794" y="4800"/>
                    <a:pt x="12794" y="4800"/>
                  </a:cubicBezTo>
                  <a:cubicBezTo>
                    <a:pt x="12268" y="5120"/>
                    <a:pt x="12268" y="5120"/>
                    <a:pt x="12268" y="5120"/>
                  </a:cubicBezTo>
                  <a:cubicBezTo>
                    <a:pt x="11967" y="5440"/>
                    <a:pt x="11967" y="5440"/>
                    <a:pt x="11967" y="5440"/>
                  </a:cubicBezTo>
                  <a:cubicBezTo>
                    <a:pt x="11440" y="5520"/>
                    <a:pt x="11440" y="5520"/>
                    <a:pt x="11440" y="5520"/>
                  </a:cubicBezTo>
                  <a:cubicBezTo>
                    <a:pt x="10838" y="5520"/>
                    <a:pt x="10838" y="5520"/>
                    <a:pt x="10838" y="5520"/>
                  </a:cubicBezTo>
                  <a:cubicBezTo>
                    <a:pt x="10537" y="5760"/>
                    <a:pt x="10537" y="5760"/>
                    <a:pt x="10537" y="5760"/>
                  </a:cubicBezTo>
                  <a:cubicBezTo>
                    <a:pt x="10160" y="6480"/>
                    <a:pt x="10160" y="6480"/>
                    <a:pt x="10160" y="6480"/>
                  </a:cubicBezTo>
                  <a:cubicBezTo>
                    <a:pt x="9709" y="6800"/>
                    <a:pt x="9709" y="6800"/>
                    <a:pt x="9709" y="6800"/>
                  </a:cubicBezTo>
                  <a:cubicBezTo>
                    <a:pt x="9633" y="6720"/>
                    <a:pt x="9633" y="6720"/>
                    <a:pt x="9633" y="6720"/>
                  </a:cubicBezTo>
                  <a:cubicBezTo>
                    <a:pt x="9784" y="6400"/>
                    <a:pt x="9784" y="6400"/>
                    <a:pt x="9784" y="6400"/>
                  </a:cubicBezTo>
                  <a:cubicBezTo>
                    <a:pt x="10010" y="6160"/>
                    <a:pt x="10010" y="6160"/>
                    <a:pt x="10010" y="6160"/>
                  </a:cubicBezTo>
                  <a:cubicBezTo>
                    <a:pt x="9859" y="5920"/>
                    <a:pt x="9859" y="5920"/>
                    <a:pt x="9859" y="5920"/>
                  </a:cubicBezTo>
                  <a:cubicBezTo>
                    <a:pt x="9558" y="6080"/>
                    <a:pt x="9558" y="6080"/>
                    <a:pt x="9558" y="6080"/>
                  </a:cubicBezTo>
                  <a:cubicBezTo>
                    <a:pt x="9408" y="6160"/>
                    <a:pt x="9408" y="6160"/>
                    <a:pt x="9408" y="6160"/>
                  </a:cubicBezTo>
                  <a:cubicBezTo>
                    <a:pt x="9257" y="6480"/>
                    <a:pt x="9257" y="6480"/>
                    <a:pt x="9257" y="6480"/>
                  </a:cubicBezTo>
                  <a:cubicBezTo>
                    <a:pt x="9107" y="6560"/>
                    <a:pt x="9107" y="6560"/>
                    <a:pt x="9107" y="6560"/>
                  </a:cubicBezTo>
                  <a:cubicBezTo>
                    <a:pt x="9031" y="6560"/>
                    <a:pt x="9031" y="6560"/>
                    <a:pt x="9031" y="6560"/>
                  </a:cubicBezTo>
                  <a:cubicBezTo>
                    <a:pt x="8881" y="6000"/>
                    <a:pt x="8881" y="6000"/>
                    <a:pt x="8881" y="6000"/>
                  </a:cubicBezTo>
                  <a:cubicBezTo>
                    <a:pt x="8806" y="6000"/>
                    <a:pt x="8806" y="6000"/>
                    <a:pt x="8806" y="6000"/>
                  </a:cubicBezTo>
                  <a:cubicBezTo>
                    <a:pt x="8655" y="6480"/>
                    <a:pt x="8655" y="6480"/>
                    <a:pt x="8655" y="6480"/>
                  </a:cubicBezTo>
                  <a:cubicBezTo>
                    <a:pt x="8580" y="6800"/>
                    <a:pt x="8580" y="6800"/>
                    <a:pt x="8580" y="6800"/>
                  </a:cubicBezTo>
                  <a:cubicBezTo>
                    <a:pt x="8279" y="7200"/>
                    <a:pt x="8279" y="7200"/>
                    <a:pt x="8279" y="7200"/>
                  </a:cubicBezTo>
                  <a:cubicBezTo>
                    <a:pt x="8053" y="8080"/>
                    <a:pt x="8053" y="8080"/>
                    <a:pt x="8053" y="8080"/>
                  </a:cubicBezTo>
                  <a:cubicBezTo>
                    <a:pt x="7902" y="8560"/>
                    <a:pt x="7902" y="8560"/>
                    <a:pt x="7902" y="8560"/>
                  </a:cubicBezTo>
                  <a:cubicBezTo>
                    <a:pt x="7451" y="8960"/>
                    <a:pt x="7451" y="8960"/>
                    <a:pt x="7451" y="8960"/>
                  </a:cubicBezTo>
                  <a:cubicBezTo>
                    <a:pt x="7300" y="8640"/>
                    <a:pt x="7300" y="8640"/>
                    <a:pt x="7300" y="8640"/>
                  </a:cubicBezTo>
                  <a:cubicBezTo>
                    <a:pt x="7225" y="8080"/>
                    <a:pt x="7225" y="8080"/>
                    <a:pt x="7225" y="8080"/>
                  </a:cubicBezTo>
                  <a:cubicBezTo>
                    <a:pt x="7150" y="8000"/>
                    <a:pt x="7150" y="8000"/>
                    <a:pt x="7150" y="8000"/>
                  </a:cubicBezTo>
                  <a:cubicBezTo>
                    <a:pt x="6999" y="7760"/>
                    <a:pt x="6999" y="7760"/>
                    <a:pt x="6999" y="7760"/>
                  </a:cubicBezTo>
                  <a:cubicBezTo>
                    <a:pt x="7075" y="7520"/>
                    <a:pt x="7075" y="7520"/>
                    <a:pt x="7075" y="7520"/>
                  </a:cubicBezTo>
                  <a:cubicBezTo>
                    <a:pt x="6999" y="7040"/>
                    <a:pt x="6999" y="7040"/>
                    <a:pt x="6999" y="7040"/>
                  </a:cubicBezTo>
                  <a:cubicBezTo>
                    <a:pt x="6774" y="6800"/>
                    <a:pt x="6774" y="6800"/>
                    <a:pt x="6774" y="6800"/>
                  </a:cubicBezTo>
                  <a:cubicBezTo>
                    <a:pt x="6322" y="6480"/>
                    <a:pt x="6322" y="6480"/>
                    <a:pt x="6322" y="6480"/>
                  </a:cubicBezTo>
                  <a:cubicBezTo>
                    <a:pt x="6171" y="6160"/>
                    <a:pt x="6171" y="6160"/>
                    <a:pt x="6171" y="6160"/>
                  </a:cubicBezTo>
                  <a:cubicBezTo>
                    <a:pt x="5645" y="6080"/>
                    <a:pt x="5645" y="6080"/>
                    <a:pt x="5645" y="6080"/>
                  </a:cubicBezTo>
                  <a:cubicBezTo>
                    <a:pt x="4967" y="6080"/>
                    <a:pt x="4967" y="6080"/>
                    <a:pt x="4967" y="6080"/>
                  </a:cubicBezTo>
                  <a:cubicBezTo>
                    <a:pt x="4817" y="5920"/>
                    <a:pt x="4817" y="5920"/>
                    <a:pt x="4817" y="5920"/>
                  </a:cubicBezTo>
                  <a:cubicBezTo>
                    <a:pt x="4365" y="5920"/>
                    <a:pt x="4365" y="5920"/>
                    <a:pt x="4365" y="5920"/>
                  </a:cubicBezTo>
                  <a:cubicBezTo>
                    <a:pt x="3763" y="5840"/>
                    <a:pt x="3763" y="5840"/>
                    <a:pt x="3763" y="5840"/>
                  </a:cubicBezTo>
                  <a:cubicBezTo>
                    <a:pt x="3688" y="5680"/>
                    <a:pt x="3688" y="5680"/>
                    <a:pt x="3688" y="5680"/>
                  </a:cubicBezTo>
                  <a:cubicBezTo>
                    <a:pt x="3236" y="5440"/>
                    <a:pt x="3236" y="5440"/>
                    <a:pt x="3236" y="5440"/>
                  </a:cubicBezTo>
                  <a:cubicBezTo>
                    <a:pt x="2709" y="5360"/>
                    <a:pt x="2709" y="5360"/>
                    <a:pt x="2709" y="5360"/>
                  </a:cubicBezTo>
                  <a:cubicBezTo>
                    <a:pt x="2183" y="5200"/>
                    <a:pt x="2183" y="5200"/>
                    <a:pt x="2183" y="5200"/>
                  </a:cubicBezTo>
                  <a:cubicBezTo>
                    <a:pt x="1580" y="4960"/>
                    <a:pt x="1580" y="4960"/>
                    <a:pt x="1580" y="4960"/>
                  </a:cubicBezTo>
                  <a:cubicBezTo>
                    <a:pt x="1204" y="4720"/>
                    <a:pt x="1204" y="4720"/>
                    <a:pt x="1204" y="4720"/>
                  </a:cubicBezTo>
                  <a:cubicBezTo>
                    <a:pt x="903" y="4720"/>
                    <a:pt x="903" y="4720"/>
                    <a:pt x="903" y="4720"/>
                  </a:cubicBezTo>
                  <a:cubicBezTo>
                    <a:pt x="828" y="4720"/>
                    <a:pt x="828" y="4720"/>
                    <a:pt x="828" y="4720"/>
                  </a:cubicBezTo>
                  <a:cubicBezTo>
                    <a:pt x="677" y="4560"/>
                    <a:pt x="677" y="4560"/>
                    <a:pt x="677" y="4560"/>
                  </a:cubicBezTo>
                  <a:cubicBezTo>
                    <a:pt x="527" y="4320"/>
                    <a:pt x="527" y="4320"/>
                    <a:pt x="527" y="4320"/>
                  </a:cubicBezTo>
                  <a:cubicBezTo>
                    <a:pt x="0" y="4160"/>
                    <a:pt x="0" y="4160"/>
                    <a:pt x="0" y="4160"/>
                  </a:cubicBezTo>
                  <a:lnTo>
                    <a:pt x="0" y="408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72" name="Shape">
              <a:extLst>
                <a:ext uri="{FF2B5EF4-FFF2-40B4-BE49-F238E27FC236}">
                  <a16:creationId xmlns:a16="http://schemas.microsoft.com/office/drawing/2014/main" id="{05C0C1D5-A200-422C-B6CC-34FD0CE62CD4}"/>
                </a:ext>
              </a:extLst>
            </p:cNvPr>
            <p:cNvSpPr/>
            <p:nvPr/>
          </p:nvSpPr>
          <p:spPr>
            <a:xfrm>
              <a:off x="5008311" y="949771"/>
              <a:ext cx="849580" cy="904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128" y="6997"/>
                  </a:moveTo>
                  <a:cubicBezTo>
                    <a:pt x="19021" y="6896"/>
                    <a:pt x="19021" y="6896"/>
                    <a:pt x="19021" y="6896"/>
                  </a:cubicBezTo>
                  <a:cubicBezTo>
                    <a:pt x="18806" y="6592"/>
                    <a:pt x="18806" y="6592"/>
                    <a:pt x="18806" y="6592"/>
                  </a:cubicBezTo>
                  <a:cubicBezTo>
                    <a:pt x="18913" y="6287"/>
                    <a:pt x="18913" y="6287"/>
                    <a:pt x="18913" y="6287"/>
                  </a:cubicBezTo>
                  <a:cubicBezTo>
                    <a:pt x="18806" y="5679"/>
                    <a:pt x="18806" y="5679"/>
                    <a:pt x="18806" y="5679"/>
                  </a:cubicBezTo>
                  <a:cubicBezTo>
                    <a:pt x="18484" y="5375"/>
                    <a:pt x="18484" y="5375"/>
                    <a:pt x="18484" y="5375"/>
                  </a:cubicBezTo>
                  <a:cubicBezTo>
                    <a:pt x="17839" y="4969"/>
                    <a:pt x="17839" y="4969"/>
                    <a:pt x="17839" y="4969"/>
                  </a:cubicBezTo>
                  <a:cubicBezTo>
                    <a:pt x="17624" y="4563"/>
                    <a:pt x="17624" y="4563"/>
                    <a:pt x="17624" y="4563"/>
                  </a:cubicBezTo>
                  <a:cubicBezTo>
                    <a:pt x="16872" y="4462"/>
                    <a:pt x="16872" y="4462"/>
                    <a:pt x="16872" y="4462"/>
                  </a:cubicBezTo>
                  <a:cubicBezTo>
                    <a:pt x="15904" y="4462"/>
                    <a:pt x="15904" y="4462"/>
                    <a:pt x="15904" y="4462"/>
                  </a:cubicBezTo>
                  <a:cubicBezTo>
                    <a:pt x="15690" y="4259"/>
                    <a:pt x="15690" y="4259"/>
                    <a:pt x="15690" y="4259"/>
                  </a:cubicBezTo>
                  <a:cubicBezTo>
                    <a:pt x="15045" y="4259"/>
                    <a:pt x="15045" y="4259"/>
                    <a:pt x="15045" y="4259"/>
                  </a:cubicBezTo>
                  <a:cubicBezTo>
                    <a:pt x="14185" y="4158"/>
                    <a:pt x="14185" y="4158"/>
                    <a:pt x="14185" y="4158"/>
                  </a:cubicBezTo>
                  <a:cubicBezTo>
                    <a:pt x="14078" y="3955"/>
                    <a:pt x="14078" y="3955"/>
                    <a:pt x="14078" y="3955"/>
                  </a:cubicBezTo>
                  <a:cubicBezTo>
                    <a:pt x="13433" y="3651"/>
                    <a:pt x="13433" y="3651"/>
                    <a:pt x="13433" y="3651"/>
                  </a:cubicBezTo>
                  <a:cubicBezTo>
                    <a:pt x="12681" y="3549"/>
                    <a:pt x="12681" y="3549"/>
                    <a:pt x="12681" y="3549"/>
                  </a:cubicBezTo>
                  <a:cubicBezTo>
                    <a:pt x="11928" y="3346"/>
                    <a:pt x="11928" y="3346"/>
                    <a:pt x="11928" y="3346"/>
                  </a:cubicBezTo>
                  <a:cubicBezTo>
                    <a:pt x="11069" y="3042"/>
                    <a:pt x="11069" y="3042"/>
                    <a:pt x="11069" y="3042"/>
                  </a:cubicBezTo>
                  <a:cubicBezTo>
                    <a:pt x="10531" y="2738"/>
                    <a:pt x="10531" y="2738"/>
                    <a:pt x="10531" y="2738"/>
                  </a:cubicBezTo>
                  <a:cubicBezTo>
                    <a:pt x="10101" y="2738"/>
                    <a:pt x="10101" y="2738"/>
                    <a:pt x="10101" y="2738"/>
                  </a:cubicBezTo>
                  <a:cubicBezTo>
                    <a:pt x="9994" y="2738"/>
                    <a:pt x="9994" y="2738"/>
                    <a:pt x="9994" y="2738"/>
                  </a:cubicBezTo>
                  <a:cubicBezTo>
                    <a:pt x="9779" y="2535"/>
                    <a:pt x="9779" y="2535"/>
                    <a:pt x="9779" y="2535"/>
                  </a:cubicBezTo>
                  <a:cubicBezTo>
                    <a:pt x="9564" y="2231"/>
                    <a:pt x="9564" y="2231"/>
                    <a:pt x="9564" y="2231"/>
                  </a:cubicBezTo>
                  <a:cubicBezTo>
                    <a:pt x="8812" y="2028"/>
                    <a:pt x="8812" y="2028"/>
                    <a:pt x="8812" y="2028"/>
                  </a:cubicBezTo>
                  <a:cubicBezTo>
                    <a:pt x="8812" y="2028"/>
                    <a:pt x="8812" y="2028"/>
                    <a:pt x="8812" y="2028"/>
                  </a:cubicBezTo>
                  <a:cubicBezTo>
                    <a:pt x="8704" y="2028"/>
                    <a:pt x="8704" y="2028"/>
                    <a:pt x="8704" y="2028"/>
                  </a:cubicBezTo>
                  <a:cubicBezTo>
                    <a:pt x="8382" y="1825"/>
                    <a:pt x="8382" y="1825"/>
                    <a:pt x="8382" y="1825"/>
                  </a:cubicBezTo>
                  <a:cubicBezTo>
                    <a:pt x="8060" y="1623"/>
                    <a:pt x="8060" y="1623"/>
                    <a:pt x="8060" y="1623"/>
                  </a:cubicBezTo>
                  <a:cubicBezTo>
                    <a:pt x="7737" y="1521"/>
                    <a:pt x="7737" y="1521"/>
                    <a:pt x="7737" y="1521"/>
                  </a:cubicBezTo>
                  <a:cubicBezTo>
                    <a:pt x="7522" y="1724"/>
                    <a:pt x="7522" y="1724"/>
                    <a:pt x="7522" y="1724"/>
                  </a:cubicBezTo>
                  <a:cubicBezTo>
                    <a:pt x="7200" y="1825"/>
                    <a:pt x="7200" y="1825"/>
                    <a:pt x="7200" y="1825"/>
                  </a:cubicBezTo>
                  <a:cubicBezTo>
                    <a:pt x="7093" y="1724"/>
                    <a:pt x="7093" y="1724"/>
                    <a:pt x="7093" y="1724"/>
                  </a:cubicBezTo>
                  <a:cubicBezTo>
                    <a:pt x="7200" y="1521"/>
                    <a:pt x="7200" y="1521"/>
                    <a:pt x="7200" y="1521"/>
                  </a:cubicBezTo>
                  <a:cubicBezTo>
                    <a:pt x="7307" y="913"/>
                    <a:pt x="7307" y="913"/>
                    <a:pt x="7307" y="913"/>
                  </a:cubicBezTo>
                  <a:cubicBezTo>
                    <a:pt x="7415" y="710"/>
                    <a:pt x="7415" y="710"/>
                    <a:pt x="7415" y="710"/>
                  </a:cubicBezTo>
                  <a:cubicBezTo>
                    <a:pt x="7522" y="203"/>
                    <a:pt x="7522" y="203"/>
                    <a:pt x="7522" y="203"/>
                  </a:cubicBezTo>
                  <a:cubicBezTo>
                    <a:pt x="7200" y="0"/>
                    <a:pt x="7200" y="0"/>
                    <a:pt x="7200" y="0"/>
                  </a:cubicBezTo>
                  <a:cubicBezTo>
                    <a:pt x="6985" y="101"/>
                    <a:pt x="6985" y="101"/>
                    <a:pt x="6985" y="101"/>
                  </a:cubicBezTo>
                  <a:cubicBezTo>
                    <a:pt x="6555" y="304"/>
                    <a:pt x="6555" y="304"/>
                    <a:pt x="6555" y="304"/>
                  </a:cubicBezTo>
                  <a:cubicBezTo>
                    <a:pt x="6125" y="406"/>
                    <a:pt x="6125" y="406"/>
                    <a:pt x="6125" y="406"/>
                  </a:cubicBezTo>
                  <a:cubicBezTo>
                    <a:pt x="5588" y="608"/>
                    <a:pt x="5588" y="608"/>
                    <a:pt x="5588" y="608"/>
                  </a:cubicBezTo>
                  <a:cubicBezTo>
                    <a:pt x="5051" y="913"/>
                    <a:pt x="5051" y="913"/>
                    <a:pt x="5051" y="913"/>
                  </a:cubicBezTo>
                  <a:cubicBezTo>
                    <a:pt x="4191" y="1318"/>
                    <a:pt x="4191" y="1318"/>
                    <a:pt x="4191" y="1318"/>
                  </a:cubicBezTo>
                  <a:cubicBezTo>
                    <a:pt x="3976" y="1623"/>
                    <a:pt x="3976" y="1623"/>
                    <a:pt x="3976" y="1623"/>
                  </a:cubicBezTo>
                  <a:cubicBezTo>
                    <a:pt x="3546" y="1623"/>
                    <a:pt x="3546" y="1623"/>
                    <a:pt x="3546" y="1623"/>
                  </a:cubicBezTo>
                  <a:cubicBezTo>
                    <a:pt x="3009" y="1420"/>
                    <a:pt x="3009" y="1420"/>
                    <a:pt x="3009" y="1420"/>
                  </a:cubicBezTo>
                  <a:cubicBezTo>
                    <a:pt x="2687" y="1115"/>
                    <a:pt x="2687" y="1115"/>
                    <a:pt x="2687" y="1115"/>
                  </a:cubicBezTo>
                  <a:cubicBezTo>
                    <a:pt x="2257" y="1521"/>
                    <a:pt x="2257" y="1521"/>
                    <a:pt x="2257" y="1521"/>
                  </a:cubicBezTo>
                  <a:cubicBezTo>
                    <a:pt x="2149" y="4361"/>
                    <a:pt x="2149" y="4361"/>
                    <a:pt x="2149" y="4361"/>
                  </a:cubicBezTo>
                  <a:cubicBezTo>
                    <a:pt x="752" y="5172"/>
                    <a:pt x="752" y="5172"/>
                    <a:pt x="752" y="5172"/>
                  </a:cubicBezTo>
                  <a:cubicBezTo>
                    <a:pt x="537" y="5577"/>
                    <a:pt x="537" y="5577"/>
                    <a:pt x="537" y="5577"/>
                  </a:cubicBezTo>
                  <a:cubicBezTo>
                    <a:pt x="0" y="6693"/>
                    <a:pt x="0" y="6693"/>
                    <a:pt x="0" y="6693"/>
                  </a:cubicBezTo>
                  <a:cubicBezTo>
                    <a:pt x="537" y="7301"/>
                    <a:pt x="537" y="7301"/>
                    <a:pt x="537" y="7301"/>
                  </a:cubicBezTo>
                  <a:cubicBezTo>
                    <a:pt x="752" y="7301"/>
                    <a:pt x="752" y="7301"/>
                    <a:pt x="752" y="7301"/>
                  </a:cubicBezTo>
                  <a:cubicBezTo>
                    <a:pt x="537" y="9025"/>
                    <a:pt x="537" y="9025"/>
                    <a:pt x="537" y="9025"/>
                  </a:cubicBezTo>
                  <a:cubicBezTo>
                    <a:pt x="430" y="10851"/>
                    <a:pt x="430" y="10851"/>
                    <a:pt x="430" y="10851"/>
                  </a:cubicBezTo>
                  <a:cubicBezTo>
                    <a:pt x="1075" y="11358"/>
                    <a:pt x="1075" y="11358"/>
                    <a:pt x="1075" y="11358"/>
                  </a:cubicBezTo>
                  <a:cubicBezTo>
                    <a:pt x="2042" y="11865"/>
                    <a:pt x="2042" y="11865"/>
                    <a:pt x="2042" y="11865"/>
                  </a:cubicBezTo>
                  <a:cubicBezTo>
                    <a:pt x="3546" y="12676"/>
                    <a:pt x="3546" y="12676"/>
                    <a:pt x="3546" y="12676"/>
                  </a:cubicBezTo>
                  <a:cubicBezTo>
                    <a:pt x="4513" y="13690"/>
                    <a:pt x="4513" y="13690"/>
                    <a:pt x="4513" y="13690"/>
                  </a:cubicBezTo>
                  <a:cubicBezTo>
                    <a:pt x="4836" y="14096"/>
                    <a:pt x="4836" y="14096"/>
                    <a:pt x="4836" y="14096"/>
                  </a:cubicBezTo>
                  <a:cubicBezTo>
                    <a:pt x="5588" y="14603"/>
                    <a:pt x="5588" y="14603"/>
                    <a:pt x="5588" y="14603"/>
                  </a:cubicBezTo>
                  <a:cubicBezTo>
                    <a:pt x="6448" y="15414"/>
                    <a:pt x="6448" y="15414"/>
                    <a:pt x="6448" y="15414"/>
                  </a:cubicBezTo>
                  <a:cubicBezTo>
                    <a:pt x="6555" y="16124"/>
                    <a:pt x="6555" y="16124"/>
                    <a:pt x="6555" y="16124"/>
                  </a:cubicBezTo>
                  <a:cubicBezTo>
                    <a:pt x="6448" y="16834"/>
                    <a:pt x="6448" y="16834"/>
                    <a:pt x="6448" y="16834"/>
                  </a:cubicBezTo>
                  <a:cubicBezTo>
                    <a:pt x="6770" y="17544"/>
                    <a:pt x="6770" y="17544"/>
                    <a:pt x="6770" y="17544"/>
                  </a:cubicBezTo>
                  <a:cubicBezTo>
                    <a:pt x="6985" y="17848"/>
                    <a:pt x="6985" y="17848"/>
                    <a:pt x="6985" y="17848"/>
                  </a:cubicBezTo>
                  <a:cubicBezTo>
                    <a:pt x="6985" y="18558"/>
                    <a:pt x="6985" y="18558"/>
                    <a:pt x="6985" y="18558"/>
                  </a:cubicBezTo>
                  <a:cubicBezTo>
                    <a:pt x="6985" y="18963"/>
                    <a:pt x="6985" y="18963"/>
                    <a:pt x="6985" y="18963"/>
                  </a:cubicBezTo>
                  <a:cubicBezTo>
                    <a:pt x="6985" y="19572"/>
                    <a:pt x="6985" y="19572"/>
                    <a:pt x="6985" y="19572"/>
                  </a:cubicBezTo>
                  <a:cubicBezTo>
                    <a:pt x="7200" y="20079"/>
                    <a:pt x="7200" y="20079"/>
                    <a:pt x="7200" y="20079"/>
                  </a:cubicBezTo>
                  <a:cubicBezTo>
                    <a:pt x="7200" y="20586"/>
                    <a:pt x="7200" y="20586"/>
                    <a:pt x="7200" y="20586"/>
                  </a:cubicBezTo>
                  <a:cubicBezTo>
                    <a:pt x="7737" y="20586"/>
                    <a:pt x="7737" y="20586"/>
                    <a:pt x="7737" y="20586"/>
                  </a:cubicBezTo>
                  <a:cubicBezTo>
                    <a:pt x="7737" y="20586"/>
                    <a:pt x="8167" y="20992"/>
                    <a:pt x="8275" y="20992"/>
                  </a:cubicBezTo>
                  <a:cubicBezTo>
                    <a:pt x="8382" y="20992"/>
                    <a:pt x="8812" y="21194"/>
                    <a:pt x="8812" y="21194"/>
                  </a:cubicBezTo>
                  <a:cubicBezTo>
                    <a:pt x="9134" y="21600"/>
                    <a:pt x="9134" y="21600"/>
                    <a:pt x="9134" y="21600"/>
                  </a:cubicBezTo>
                  <a:cubicBezTo>
                    <a:pt x="19773" y="20992"/>
                    <a:pt x="19773" y="20992"/>
                    <a:pt x="19773" y="20992"/>
                  </a:cubicBezTo>
                  <a:cubicBezTo>
                    <a:pt x="19773" y="19775"/>
                    <a:pt x="19773" y="19775"/>
                    <a:pt x="19773" y="19775"/>
                  </a:cubicBezTo>
                  <a:cubicBezTo>
                    <a:pt x="19773" y="19369"/>
                    <a:pt x="19773" y="19369"/>
                    <a:pt x="19773" y="19369"/>
                  </a:cubicBezTo>
                  <a:cubicBezTo>
                    <a:pt x="19236" y="18152"/>
                    <a:pt x="19236" y="18152"/>
                    <a:pt x="19236" y="18152"/>
                  </a:cubicBezTo>
                  <a:cubicBezTo>
                    <a:pt x="19128" y="17442"/>
                    <a:pt x="19128" y="17442"/>
                    <a:pt x="19128" y="17442"/>
                  </a:cubicBezTo>
                  <a:cubicBezTo>
                    <a:pt x="19236" y="16631"/>
                    <a:pt x="19236" y="16631"/>
                    <a:pt x="19236" y="16631"/>
                  </a:cubicBezTo>
                  <a:cubicBezTo>
                    <a:pt x="19451" y="16023"/>
                    <a:pt x="19451" y="16023"/>
                    <a:pt x="19451" y="16023"/>
                  </a:cubicBezTo>
                  <a:cubicBezTo>
                    <a:pt x="19558" y="15718"/>
                    <a:pt x="19558" y="15718"/>
                    <a:pt x="19558" y="15718"/>
                  </a:cubicBezTo>
                  <a:cubicBezTo>
                    <a:pt x="19773" y="15414"/>
                    <a:pt x="19773" y="15414"/>
                    <a:pt x="19773" y="15414"/>
                  </a:cubicBezTo>
                  <a:cubicBezTo>
                    <a:pt x="19558" y="14907"/>
                    <a:pt x="19558" y="14907"/>
                    <a:pt x="19558" y="14907"/>
                  </a:cubicBezTo>
                  <a:cubicBezTo>
                    <a:pt x="19558" y="14197"/>
                    <a:pt x="19558" y="14197"/>
                    <a:pt x="19558" y="14197"/>
                  </a:cubicBezTo>
                  <a:cubicBezTo>
                    <a:pt x="19558" y="13792"/>
                    <a:pt x="19558" y="13792"/>
                    <a:pt x="19558" y="13792"/>
                  </a:cubicBezTo>
                  <a:cubicBezTo>
                    <a:pt x="19773" y="13487"/>
                    <a:pt x="19773" y="13487"/>
                    <a:pt x="19773" y="13487"/>
                  </a:cubicBezTo>
                  <a:cubicBezTo>
                    <a:pt x="19773" y="13285"/>
                    <a:pt x="19773" y="13285"/>
                    <a:pt x="19773" y="13285"/>
                  </a:cubicBezTo>
                  <a:cubicBezTo>
                    <a:pt x="20203" y="12879"/>
                    <a:pt x="20203" y="12879"/>
                    <a:pt x="20203" y="12879"/>
                  </a:cubicBezTo>
                  <a:cubicBezTo>
                    <a:pt x="20203" y="12676"/>
                    <a:pt x="20203" y="12676"/>
                    <a:pt x="20203" y="12676"/>
                  </a:cubicBezTo>
                  <a:cubicBezTo>
                    <a:pt x="19988" y="12270"/>
                    <a:pt x="19988" y="12270"/>
                    <a:pt x="19988" y="12270"/>
                  </a:cubicBezTo>
                  <a:cubicBezTo>
                    <a:pt x="19988" y="11966"/>
                    <a:pt x="19988" y="11966"/>
                    <a:pt x="19988" y="11966"/>
                  </a:cubicBezTo>
                  <a:cubicBezTo>
                    <a:pt x="20096" y="11155"/>
                    <a:pt x="20096" y="11155"/>
                    <a:pt x="20096" y="11155"/>
                  </a:cubicBezTo>
                  <a:cubicBezTo>
                    <a:pt x="20203" y="10648"/>
                    <a:pt x="20203" y="10648"/>
                    <a:pt x="20203" y="10648"/>
                  </a:cubicBezTo>
                  <a:cubicBezTo>
                    <a:pt x="20525" y="10039"/>
                    <a:pt x="20525" y="10039"/>
                    <a:pt x="20525" y="10039"/>
                  </a:cubicBezTo>
                  <a:cubicBezTo>
                    <a:pt x="21063" y="9025"/>
                    <a:pt x="21063" y="9025"/>
                    <a:pt x="21063" y="9025"/>
                  </a:cubicBezTo>
                  <a:cubicBezTo>
                    <a:pt x="21170" y="8620"/>
                    <a:pt x="21170" y="8620"/>
                    <a:pt x="21170" y="8620"/>
                  </a:cubicBezTo>
                  <a:cubicBezTo>
                    <a:pt x="21170" y="8315"/>
                    <a:pt x="21170" y="8315"/>
                    <a:pt x="21170" y="8315"/>
                  </a:cubicBezTo>
                  <a:cubicBezTo>
                    <a:pt x="21600" y="8214"/>
                    <a:pt x="21600" y="8214"/>
                    <a:pt x="21600" y="8214"/>
                  </a:cubicBezTo>
                  <a:cubicBezTo>
                    <a:pt x="21600" y="8011"/>
                    <a:pt x="21600" y="8011"/>
                    <a:pt x="21600" y="8011"/>
                  </a:cubicBezTo>
                  <a:cubicBezTo>
                    <a:pt x="21600" y="7808"/>
                    <a:pt x="21600" y="7808"/>
                    <a:pt x="21600" y="7808"/>
                  </a:cubicBezTo>
                  <a:cubicBezTo>
                    <a:pt x="21600" y="7606"/>
                    <a:pt x="21600" y="7606"/>
                    <a:pt x="21600" y="7606"/>
                  </a:cubicBezTo>
                  <a:cubicBezTo>
                    <a:pt x="21600" y="7403"/>
                    <a:pt x="21600" y="7403"/>
                    <a:pt x="21600" y="7403"/>
                  </a:cubicBezTo>
                  <a:cubicBezTo>
                    <a:pt x="21600" y="7200"/>
                    <a:pt x="21600" y="7200"/>
                    <a:pt x="21600" y="7200"/>
                  </a:cubicBezTo>
                  <a:cubicBezTo>
                    <a:pt x="21170" y="7606"/>
                    <a:pt x="21170" y="7606"/>
                    <a:pt x="21170" y="7606"/>
                  </a:cubicBezTo>
                  <a:cubicBezTo>
                    <a:pt x="20848" y="8011"/>
                    <a:pt x="20848" y="8011"/>
                    <a:pt x="20848" y="8011"/>
                  </a:cubicBezTo>
                  <a:cubicBezTo>
                    <a:pt x="20740" y="8518"/>
                    <a:pt x="20740" y="8518"/>
                    <a:pt x="20740" y="8518"/>
                  </a:cubicBezTo>
                  <a:cubicBezTo>
                    <a:pt x="20418" y="9127"/>
                    <a:pt x="20418" y="9127"/>
                    <a:pt x="20418" y="9127"/>
                  </a:cubicBezTo>
                  <a:cubicBezTo>
                    <a:pt x="20096" y="9330"/>
                    <a:pt x="20096" y="9330"/>
                    <a:pt x="20096" y="9330"/>
                  </a:cubicBezTo>
                  <a:cubicBezTo>
                    <a:pt x="19451" y="9634"/>
                    <a:pt x="19451" y="9634"/>
                    <a:pt x="19451" y="9634"/>
                  </a:cubicBezTo>
                  <a:cubicBezTo>
                    <a:pt x="19128" y="10039"/>
                    <a:pt x="19128" y="10039"/>
                    <a:pt x="19128" y="10039"/>
                  </a:cubicBezTo>
                  <a:cubicBezTo>
                    <a:pt x="19021" y="10242"/>
                    <a:pt x="19021" y="10242"/>
                    <a:pt x="19021" y="10242"/>
                  </a:cubicBezTo>
                  <a:cubicBezTo>
                    <a:pt x="18806" y="10648"/>
                    <a:pt x="18806" y="10648"/>
                    <a:pt x="18806" y="10648"/>
                  </a:cubicBezTo>
                  <a:cubicBezTo>
                    <a:pt x="18376" y="11155"/>
                    <a:pt x="18376" y="11155"/>
                    <a:pt x="18376" y="11155"/>
                  </a:cubicBezTo>
                  <a:cubicBezTo>
                    <a:pt x="18054" y="10851"/>
                    <a:pt x="18054" y="10851"/>
                    <a:pt x="18054" y="10851"/>
                  </a:cubicBezTo>
                  <a:cubicBezTo>
                    <a:pt x="18376" y="10445"/>
                    <a:pt x="18376" y="10445"/>
                    <a:pt x="18376" y="10445"/>
                  </a:cubicBezTo>
                  <a:cubicBezTo>
                    <a:pt x="18591" y="9735"/>
                    <a:pt x="18591" y="9735"/>
                    <a:pt x="18591" y="9735"/>
                  </a:cubicBezTo>
                  <a:cubicBezTo>
                    <a:pt x="18699" y="9431"/>
                    <a:pt x="18699" y="9431"/>
                    <a:pt x="18699" y="9431"/>
                  </a:cubicBezTo>
                  <a:cubicBezTo>
                    <a:pt x="18806" y="9228"/>
                    <a:pt x="18806" y="9228"/>
                    <a:pt x="18806" y="9228"/>
                  </a:cubicBezTo>
                  <a:cubicBezTo>
                    <a:pt x="19021" y="9025"/>
                    <a:pt x="19021" y="9025"/>
                    <a:pt x="19021" y="9025"/>
                  </a:cubicBezTo>
                  <a:cubicBezTo>
                    <a:pt x="19236" y="8823"/>
                    <a:pt x="19236" y="8823"/>
                    <a:pt x="19236" y="8823"/>
                  </a:cubicBezTo>
                  <a:cubicBezTo>
                    <a:pt x="19343" y="8620"/>
                    <a:pt x="19343" y="8620"/>
                    <a:pt x="19343" y="8620"/>
                  </a:cubicBezTo>
                  <a:cubicBezTo>
                    <a:pt x="19236" y="8113"/>
                    <a:pt x="19236" y="8113"/>
                    <a:pt x="19236" y="8113"/>
                  </a:cubicBezTo>
                  <a:cubicBezTo>
                    <a:pt x="19343" y="7910"/>
                    <a:pt x="19343" y="7910"/>
                    <a:pt x="19343" y="7910"/>
                  </a:cubicBezTo>
                  <a:cubicBezTo>
                    <a:pt x="19236" y="7707"/>
                    <a:pt x="19236" y="7707"/>
                    <a:pt x="19236" y="7707"/>
                  </a:cubicBezTo>
                  <a:lnTo>
                    <a:pt x="19128" y="699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73" name="Shape">
              <a:extLst>
                <a:ext uri="{FF2B5EF4-FFF2-40B4-BE49-F238E27FC236}">
                  <a16:creationId xmlns:a16="http://schemas.microsoft.com/office/drawing/2014/main" id="{59727DA5-58F8-476E-A93F-6BE22AA779C2}"/>
                </a:ext>
              </a:extLst>
            </p:cNvPr>
            <p:cNvSpPr/>
            <p:nvPr/>
          </p:nvSpPr>
          <p:spPr>
            <a:xfrm>
              <a:off x="6252691" y="1804565"/>
              <a:ext cx="679664" cy="7798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218" y="692"/>
                  </a:moveTo>
                  <a:lnTo>
                    <a:pt x="18106" y="1108"/>
                  </a:lnTo>
                  <a:lnTo>
                    <a:pt x="17153" y="1800"/>
                  </a:lnTo>
                  <a:lnTo>
                    <a:pt x="16041" y="2354"/>
                  </a:lnTo>
                  <a:lnTo>
                    <a:pt x="15247" y="2908"/>
                  </a:lnTo>
                  <a:lnTo>
                    <a:pt x="14771" y="3046"/>
                  </a:lnTo>
                  <a:lnTo>
                    <a:pt x="13976" y="3738"/>
                  </a:lnTo>
                  <a:lnTo>
                    <a:pt x="13024" y="3738"/>
                  </a:lnTo>
                  <a:lnTo>
                    <a:pt x="12388" y="4015"/>
                  </a:lnTo>
                  <a:lnTo>
                    <a:pt x="11753" y="4569"/>
                  </a:lnTo>
                  <a:lnTo>
                    <a:pt x="10800" y="4569"/>
                  </a:lnTo>
                  <a:lnTo>
                    <a:pt x="10324" y="4292"/>
                  </a:lnTo>
                  <a:lnTo>
                    <a:pt x="9847" y="3877"/>
                  </a:lnTo>
                  <a:lnTo>
                    <a:pt x="9529" y="4015"/>
                  </a:lnTo>
                  <a:lnTo>
                    <a:pt x="8894" y="3877"/>
                  </a:lnTo>
                  <a:lnTo>
                    <a:pt x="8735" y="3738"/>
                  </a:lnTo>
                  <a:lnTo>
                    <a:pt x="8100" y="3323"/>
                  </a:lnTo>
                  <a:lnTo>
                    <a:pt x="7465" y="3185"/>
                  </a:lnTo>
                  <a:lnTo>
                    <a:pt x="6194" y="3046"/>
                  </a:lnTo>
                  <a:lnTo>
                    <a:pt x="0" y="3877"/>
                  </a:lnTo>
                  <a:lnTo>
                    <a:pt x="1747" y="18554"/>
                  </a:lnTo>
                  <a:lnTo>
                    <a:pt x="2541" y="18831"/>
                  </a:lnTo>
                  <a:lnTo>
                    <a:pt x="3335" y="18554"/>
                  </a:lnTo>
                  <a:lnTo>
                    <a:pt x="3494" y="18415"/>
                  </a:lnTo>
                  <a:lnTo>
                    <a:pt x="4288" y="18969"/>
                  </a:lnTo>
                  <a:lnTo>
                    <a:pt x="4924" y="19385"/>
                  </a:lnTo>
                  <a:lnTo>
                    <a:pt x="5400" y="20215"/>
                  </a:lnTo>
                  <a:lnTo>
                    <a:pt x="6194" y="20354"/>
                  </a:lnTo>
                  <a:lnTo>
                    <a:pt x="6671" y="20492"/>
                  </a:lnTo>
                  <a:lnTo>
                    <a:pt x="6988" y="20631"/>
                  </a:lnTo>
                  <a:lnTo>
                    <a:pt x="7306" y="20908"/>
                  </a:lnTo>
                  <a:lnTo>
                    <a:pt x="7782" y="20769"/>
                  </a:lnTo>
                  <a:lnTo>
                    <a:pt x="7782" y="20631"/>
                  </a:lnTo>
                  <a:lnTo>
                    <a:pt x="8259" y="20215"/>
                  </a:lnTo>
                  <a:lnTo>
                    <a:pt x="8735" y="20492"/>
                  </a:lnTo>
                  <a:lnTo>
                    <a:pt x="9529" y="20769"/>
                  </a:lnTo>
                  <a:lnTo>
                    <a:pt x="10482" y="20631"/>
                  </a:lnTo>
                  <a:lnTo>
                    <a:pt x="10641" y="20492"/>
                  </a:lnTo>
                  <a:lnTo>
                    <a:pt x="10959" y="20077"/>
                  </a:lnTo>
                  <a:lnTo>
                    <a:pt x="11276" y="19938"/>
                  </a:lnTo>
                  <a:lnTo>
                    <a:pt x="11435" y="19800"/>
                  </a:lnTo>
                  <a:lnTo>
                    <a:pt x="11912" y="20215"/>
                  </a:lnTo>
                  <a:lnTo>
                    <a:pt x="12547" y="20908"/>
                  </a:lnTo>
                  <a:lnTo>
                    <a:pt x="13182" y="21462"/>
                  </a:lnTo>
                  <a:lnTo>
                    <a:pt x="13659" y="21462"/>
                  </a:lnTo>
                  <a:lnTo>
                    <a:pt x="13500" y="21600"/>
                  </a:lnTo>
                  <a:lnTo>
                    <a:pt x="14612" y="20631"/>
                  </a:lnTo>
                  <a:lnTo>
                    <a:pt x="14929" y="20215"/>
                  </a:lnTo>
                  <a:lnTo>
                    <a:pt x="14929" y="19662"/>
                  </a:lnTo>
                  <a:lnTo>
                    <a:pt x="15406" y="18138"/>
                  </a:lnTo>
                  <a:lnTo>
                    <a:pt x="15882" y="17723"/>
                  </a:lnTo>
                  <a:lnTo>
                    <a:pt x="16518" y="18138"/>
                  </a:lnTo>
                  <a:lnTo>
                    <a:pt x="16676" y="18000"/>
                  </a:lnTo>
                  <a:lnTo>
                    <a:pt x="16835" y="16615"/>
                  </a:lnTo>
                  <a:lnTo>
                    <a:pt x="17312" y="16062"/>
                  </a:lnTo>
                  <a:lnTo>
                    <a:pt x="17947" y="15231"/>
                  </a:lnTo>
                  <a:lnTo>
                    <a:pt x="18741" y="15231"/>
                  </a:lnTo>
                  <a:lnTo>
                    <a:pt x="19218" y="14677"/>
                  </a:lnTo>
                  <a:lnTo>
                    <a:pt x="20488" y="13708"/>
                  </a:lnTo>
                  <a:lnTo>
                    <a:pt x="20806" y="13015"/>
                  </a:lnTo>
                  <a:lnTo>
                    <a:pt x="20806" y="12600"/>
                  </a:lnTo>
                  <a:lnTo>
                    <a:pt x="20965" y="11492"/>
                  </a:lnTo>
                  <a:lnTo>
                    <a:pt x="20965" y="10662"/>
                  </a:lnTo>
                  <a:lnTo>
                    <a:pt x="21124" y="10246"/>
                  </a:lnTo>
                  <a:lnTo>
                    <a:pt x="21124" y="8446"/>
                  </a:lnTo>
                  <a:lnTo>
                    <a:pt x="20965" y="8031"/>
                  </a:lnTo>
                  <a:lnTo>
                    <a:pt x="21124" y="7615"/>
                  </a:lnTo>
                  <a:lnTo>
                    <a:pt x="21600" y="7615"/>
                  </a:lnTo>
                  <a:lnTo>
                    <a:pt x="20012" y="0"/>
                  </a:lnTo>
                  <a:lnTo>
                    <a:pt x="19218" y="692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74" name="Shape">
              <a:extLst>
                <a:ext uri="{FF2B5EF4-FFF2-40B4-BE49-F238E27FC236}">
                  <a16:creationId xmlns:a16="http://schemas.microsoft.com/office/drawing/2014/main" id="{90B0A22B-8085-491D-96F1-43794FB3C078}"/>
                </a:ext>
              </a:extLst>
            </p:cNvPr>
            <p:cNvSpPr/>
            <p:nvPr/>
          </p:nvSpPr>
          <p:spPr>
            <a:xfrm>
              <a:off x="5812911" y="1939538"/>
              <a:ext cx="499752" cy="8597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21600"/>
                  </a:moveTo>
                  <a:lnTo>
                    <a:pt x="1080" y="20972"/>
                  </a:lnTo>
                  <a:lnTo>
                    <a:pt x="2808" y="20972"/>
                  </a:lnTo>
                  <a:lnTo>
                    <a:pt x="3456" y="20470"/>
                  </a:lnTo>
                  <a:lnTo>
                    <a:pt x="5184" y="20470"/>
                  </a:lnTo>
                  <a:lnTo>
                    <a:pt x="5832" y="20847"/>
                  </a:lnTo>
                  <a:lnTo>
                    <a:pt x="6696" y="21098"/>
                  </a:lnTo>
                  <a:lnTo>
                    <a:pt x="6912" y="20972"/>
                  </a:lnTo>
                  <a:lnTo>
                    <a:pt x="6912" y="20470"/>
                  </a:lnTo>
                  <a:lnTo>
                    <a:pt x="7776" y="20344"/>
                  </a:lnTo>
                  <a:lnTo>
                    <a:pt x="8208" y="20219"/>
                  </a:lnTo>
                  <a:lnTo>
                    <a:pt x="9072" y="20219"/>
                  </a:lnTo>
                  <a:lnTo>
                    <a:pt x="9504" y="20470"/>
                  </a:lnTo>
                  <a:lnTo>
                    <a:pt x="10368" y="20595"/>
                  </a:lnTo>
                  <a:lnTo>
                    <a:pt x="10584" y="20219"/>
                  </a:lnTo>
                  <a:lnTo>
                    <a:pt x="10584" y="19716"/>
                  </a:lnTo>
                  <a:lnTo>
                    <a:pt x="11232" y="19340"/>
                  </a:lnTo>
                  <a:lnTo>
                    <a:pt x="11448" y="18837"/>
                  </a:lnTo>
                  <a:lnTo>
                    <a:pt x="11880" y="18837"/>
                  </a:lnTo>
                  <a:lnTo>
                    <a:pt x="12096" y="19340"/>
                  </a:lnTo>
                  <a:lnTo>
                    <a:pt x="12960" y="19842"/>
                  </a:lnTo>
                  <a:lnTo>
                    <a:pt x="14256" y="19716"/>
                  </a:lnTo>
                  <a:lnTo>
                    <a:pt x="14688" y="19214"/>
                  </a:lnTo>
                  <a:lnTo>
                    <a:pt x="14688" y="18837"/>
                  </a:lnTo>
                  <a:lnTo>
                    <a:pt x="15336" y="18209"/>
                  </a:lnTo>
                  <a:lnTo>
                    <a:pt x="15984" y="18209"/>
                  </a:lnTo>
                  <a:lnTo>
                    <a:pt x="16416" y="17958"/>
                  </a:lnTo>
                  <a:lnTo>
                    <a:pt x="17280" y="16953"/>
                  </a:lnTo>
                  <a:lnTo>
                    <a:pt x="17280" y="16451"/>
                  </a:lnTo>
                  <a:lnTo>
                    <a:pt x="17496" y="16200"/>
                  </a:lnTo>
                  <a:lnTo>
                    <a:pt x="17496" y="15949"/>
                  </a:lnTo>
                  <a:lnTo>
                    <a:pt x="17712" y="15823"/>
                  </a:lnTo>
                  <a:lnTo>
                    <a:pt x="19440" y="15698"/>
                  </a:lnTo>
                  <a:lnTo>
                    <a:pt x="20304" y="15447"/>
                  </a:lnTo>
                  <a:lnTo>
                    <a:pt x="21168" y="15447"/>
                  </a:lnTo>
                  <a:lnTo>
                    <a:pt x="21600" y="15195"/>
                  </a:lnTo>
                  <a:lnTo>
                    <a:pt x="21384" y="14442"/>
                  </a:lnTo>
                  <a:lnTo>
                    <a:pt x="21600" y="14191"/>
                  </a:lnTo>
                  <a:lnTo>
                    <a:pt x="21168" y="14065"/>
                  </a:lnTo>
                  <a:lnTo>
                    <a:pt x="20952" y="13563"/>
                  </a:lnTo>
                  <a:lnTo>
                    <a:pt x="21384" y="13437"/>
                  </a:lnTo>
                  <a:lnTo>
                    <a:pt x="19008" y="126"/>
                  </a:lnTo>
                  <a:lnTo>
                    <a:pt x="19008" y="0"/>
                  </a:lnTo>
                  <a:lnTo>
                    <a:pt x="5832" y="502"/>
                  </a:lnTo>
                  <a:lnTo>
                    <a:pt x="5832" y="628"/>
                  </a:lnTo>
                  <a:lnTo>
                    <a:pt x="4320" y="1130"/>
                  </a:lnTo>
                  <a:lnTo>
                    <a:pt x="3456" y="1507"/>
                  </a:lnTo>
                  <a:lnTo>
                    <a:pt x="2808" y="1633"/>
                  </a:lnTo>
                  <a:lnTo>
                    <a:pt x="1728" y="1507"/>
                  </a:lnTo>
                  <a:lnTo>
                    <a:pt x="2376" y="12935"/>
                  </a:lnTo>
                  <a:lnTo>
                    <a:pt x="2160" y="13312"/>
                  </a:lnTo>
                  <a:lnTo>
                    <a:pt x="2160" y="14191"/>
                  </a:lnTo>
                  <a:lnTo>
                    <a:pt x="2376" y="14693"/>
                  </a:lnTo>
                  <a:lnTo>
                    <a:pt x="3240" y="15572"/>
                  </a:lnTo>
                  <a:lnTo>
                    <a:pt x="3456" y="16326"/>
                  </a:lnTo>
                  <a:lnTo>
                    <a:pt x="3456" y="16828"/>
                  </a:lnTo>
                  <a:lnTo>
                    <a:pt x="2808" y="17079"/>
                  </a:lnTo>
                  <a:lnTo>
                    <a:pt x="2376" y="17581"/>
                  </a:lnTo>
                  <a:lnTo>
                    <a:pt x="2160" y="18209"/>
                  </a:lnTo>
                  <a:lnTo>
                    <a:pt x="1080" y="18837"/>
                  </a:lnTo>
                  <a:lnTo>
                    <a:pt x="864" y="19591"/>
                  </a:lnTo>
                  <a:lnTo>
                    <a:pt x="432" y="19716"/>
                  </a:lnTo>
                  <a:lnTo>
                    <a:pt x="0" y="20219"/>
                  </a:lnTo>
                  <a:lnTo>
                    <a:pt x="0" y="20972"/>
                  </a:lnTo>
                  <a:lnTo>
                    <a:pt x="216" y="21474"/>
                  </a:lnTo>
                  <a:lnTo>
                    <a:pt x="432" y="21600"/>
                  </a:lnTo>
                  <a:lnTo>
                    <a:pt x="1080" y="2160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75" name="Shape">
              <a:extLst>
                <a:ext uri="{FF2B5EF4-FFF2-40B4-BE49-F238E27FC236}">
                  <a16:creationId xmlns:a16="http://schemas.microsoft.com/office/drawing/2014/main" id="{57CE1C51-45C7-4639-A422-9C10C609528D}"/>
                </a:ext>
              </a:extLst>
            </p:cNvPr>
            <p:cNvSpPr/>
            <p:nvPr/>
          </p:nvSpPr>
          <p:spPr>
            <a:xfrm>
              <a:off x="5248189" y="1829564"/>
              <a:ext cx="644680" cy="11297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0835"/>
                  </a:moveTo>
                  <a:lnTo>
                    <a:pt x="14735" y="20740"/>
                  </a:lnTo>
                  <a:lnTo>
                    <a:pt x="15405" y="20931"/>
                  </a:lnTo>
                  <a:lnTo>
                    <a:pt x="16074" y="21218"/>
                  </a:lnTo>
                  <a:lnTo>
                    <a:pt x="17079" y="21218"/>
                  </a:lnTo>
                  <a:lnTo>
                    <a:pt x="17414" y="21122"/>
                  </a:lnTo>
                  <a:lnTo>
                    <a:pt x="17079" y="20644"/>
                  </a:lnTo>
                  <a:lnTo>
                    <a:pt x="17079" y="20166"/>
                  </a:lnTo>
                  <a:lnTo>
                    <a:pt x="17581" y="19975"/>
                  </a:lnTo>
                  <a:lnTo>
                    <a:pt x="18586" y="19784"/>
                  </a:lnTo>
                  <a:lnTo>
                    <a:pt x="18921" y="19688"/>
                  </a:lnTo>
                  <a:lnTo>
                    <a:pt x="18753" y="19402"/>
                  </a:lnTo>
                  <a:lnTo>
                    <a:pt x="18753" y="18637"/>
                  </a:lnTo>
                  <a:lnTo>
                    <a:pt x="19256" y="18542"/>
                  </a:lnTo>
                  <a:lnTo>
                    <a:pt x="19088" y="18446"/>
                  </a:lnTo>
                  <a:lnTo>
                    <a:pt x="18921" y="18064"/>
                  </a:lnTo>
                  <a:lnTo>
                    <a:pt x="18921" y="17490"/>
                  </a:lnTo>
                  <a:lnTo>
                    <a:pt x="19256" y="17108"/>
                  </a:lnTo>
                  <a:lnTo>
                    <a:pt x="19591" y="17012"/>
                  </a:lnTo>
                  <a:lnTo>
                    <a:pt x="19758" y="16439"/>
                  </a:lnTo>
                  <a:lnTo>
                    <a:pt x="20595" y="15961"/>
                  </a:lnTo>
                  <a:lnTo>
                    <a:pt x="20763" y="15483"/>
                  </a:lnTo>
                  <a:lnTo>
                    <a:pt x="21098" y="15101"/>
                  </a:lnTo>
                  <a:lnTo>
                    <a:pt x="21600" y="14910"/>
                  </a:lnTo>
                  <a:lnTo>
                    <a:pt x="21600" y="14527"/>
                  </a:lnTo>
                  <a:lnTo>
                    <a:pt x="21433" y="13954"/>
                  </a:lnTo>
                  <a:lnTo>
                    <a:pt x="20763" y="13285"/>
                  </a:lnTo>
                  <a:lnTo>
                    <a:pt x="20595" y="12903"/>
                  </a:lnTo>
                  <a:lnTo>
                    <a:pt x="20595" y="12234"/>
                  </a:lnTo>
                  <a:lnTo>
                    <a:pt x="20763" y="11947"/>
                  </a:lnTo>
                  <a:lnTo>
                    <a:pt x="20260" y="3250"/>
                  </a:lnTo>
                  <a:lnTo>
                    <a:pt x="20428" y="3250"/>
                  </a:lnTo>
                  <a:lnTo>
                    <a:pt x="19758" y="2963"/>
                  </a:lnTo>
                  <a:lnTo>
                    <a:pt x="19423" y="2485"/>
                  </a:lnTo>
                  <a:lnTo>
                    <a:pt x="19088" y="2198"/>
                  </a:lnTo>
                  <a:lnTo>
                    <a:pt x="18921" y="1625"/>
                  </a:lnTo>
                  <a:lnTo>
                    <a:pt x="18251" y="1242"/>
                  </a:lnTo>
                  <a:lnTo>
                    <a:pt x="17916" y="287"/>
                  </a:lnTo>
                  <a:lnTo>
                    <a:pt x="17916" y="0"/>
                  </a:lnTo>
                  <a:lnTo>
                    <a:pt x="4019" y="478"/>
                  </a:lnTo>
                  <a:lnTo>
                    <a:pt x="3684" y="287"/>
                  </a:lnTo>
                  <a:lnTo>
                    <a:pt x="3516" y="573"/>
                  </a:lnTo>
                  <a:lnTo>
                    <a:pt x="3516" y="765"/>
                  </a:lnTo>
                  <a:lnTo>
                    <a:pt x="4019" y="1051"/>
                  </a:lnTo>
                  <a:lnTo>
                    <a:pt x="4688" y="1338"/>
                  </a:lnTo>
                  <a:lnTo>
                    <a:pt x="5526" y="1720"/>
                  </a:lnTo>
                  <a:lnTo>
                    <a:pt x="6363" y="2198"/>
                  </a:lnTo>
                  <a:lnTo>
                    <a:pt x="6363" y="2485"/>
                  </a:lnTo>
                  <a:lnTo>
                    <a:pt x="6028" y="3058"/>
                  </a:lnTo>
                  <a:lnTo>
                    <a:pt x="5693" y="3345"/>
                  </a:lnTo>
                  <a:lnTo>
                    <a:pt x="5191" y="4110"/>
                  </a:lnTo>
                  <a:lnTo>
                    <a:pt x="4521" y="4492"/>
                  </a:lnTo>
                  <a:lnTo>
                    <a:pt x="3516" y="4779"/>
                  </a:lnTo>
                  <a:lnTo>
                    <a:pt x="2512" y="4779"/>
                  </a:lnTo>
                  <a:lnTo>
                    <a:pt x="2009" y="4874"/>
                  </a:lnTo>
                  <a:lnTo>
                    <a:pt x="2009" y="5543"/>
                  </a:lnTo>
                  <a:lnTo>
                    <a:pt x="2512" y="6212"/>
                  </a:lnTo>
                  <a:lnTo>
                    <a:pt x="2847" y="6404"/>
                  </a:lnTo>
                  <a:lnTo>
                    <a:pt x="2177" y="6690"/>
                  </a:lnTo>
                  <a:lnTo>
                    <a:pt x="2177" y="7359"/>
                  </a:lnTo>
                  <a:lnTo>
                    <a:pt x="1842" y="7359"/>
                  </a:lnTo>
                  <a:lnTo>
                    <a:pt x="335" y="8219"/>
                  </a:lnTo>
                  <a:lnTo>
                    <a:pt x="502" y="8793"/>
                  </a:lnTo>
                  <a:lnTo>
                    <a:pt x="0" y="9080"/>
                  </a:lnTo>
                  <a:lnTo>
                    <a:pt x="0" y="10800"/>
                  </a:lnTo>
                  <a:lnTo>
                    <a:pt x="1005" y="11756"/>
                  </a:lnTo>
                  <a:lnTo>
                    <a:pt x="3516" y="12998"/>
                  </a:lnTo>
                  <a:lnTo>
                    <a:pt x="4186" y="13572"/>
                  </a:lnTo>
                  <a:lnTo>
                    <a:pt x="4186" y="14336"/>
                  </a:lnTo>
                  <a:lnTo>
                    <a:pt x="5023" y="14719"/>
                  </a:lnTo>
                  <a:lnTo>
                    <a:pt x="5191" y="14432"/>
                  </a:lnTo>
                  <a:lnTo>
                    <a:pt x="5693" y="14336"/>
                  </a:lnTo>
                  <a:lnTo>
                    <a:pt x="6530" y="14336"/>
                  </a:lnTo>
                  <a:lnTo>
                    <a:pt x="7535" y="14910"/>
                  </a:lnTo>
                  <a:lnTo>
                    <a:pt x="7033" y="15483"/>
                  </a:lnTo>
                  <a:lnTo>
                    <a:pt x="6865" y="15961"/>
                  </a:lnTo>
                  <a:lnTo>
                    <a:pt x="6865" y="16248"/>
                  </a:lnTo>
                  <a:lnTo>
                    <a:pt x="6530" y="16726"/>
                  </a:lnTo>
                  <a:lnTo>
                    <a:pt x="6530" y="17204"/>
                  </a:lnTo>
                  <a:lnTo>
                    <a:pt x="7367" y="17681"/>
                  </a:lnTo>
                  <a:lnTo>
                    <a:pt x="8540" y="18159"/>
                  </a:lnTo>
                  <a:lnTo>
                    <a:pt x="8874" y="18064"/>
                  </a:lnTo>
                  <a:lnTo>
                    <a:pt x="10716" y="18733"/>
                  </a:lnTo>
                  <a:lnTo>
                    <a:pt x="11386" y="19115"/>
                  </a:lnTo>
                  <a:lnTo>
                    <a:pt x="11888" y="19975"/>
                  </a:lnTo>
                  <a:lnTo>
                    <a:pt x="11721" y="20453"/>
                  </a:lnTo>
                  <a:lnTo>
                    <a:pt x="11553" y="20740"/>
                  </a:lnTo>
                  <a:lnTo>
                    <a:pt x="12391" y="21218"/>
                  </a:lnTo>
                  <a:lnTo>
                    <a:pt x="12391" y="21600"/>
                  </a:lnTo>
                  <a:lnTo>
                    <a:pt x="12726" y="21218"/>
                  </a:lnTo>
                  <a:lnTo>
                    <a:pt x="13395" y="21218"/>
                  </a:lnTo>
                  <a:lnTo>
                    <a:pt x="13898" y="21122"/>
                  </a:lnTo>
                  <a:lnTo>
                    <a:pt x="14400" y="20835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76" name="Shape">
              <a:extLst>
                <a:ext uri="{FF2B5EF4-FFF2-40B4-BE49-F238E27FC236}">
                  <a16:creationId xmlns:a16="http://schemas.microsoft.com/office/drawing/2014/main" id="{8D2CFFBA-7435-42BE-9616-60255079ABF2}"/>
                </a:ext>
              </a:extLst>
            </p:cNvPr>
            <p:cNvSpPr/>
            <p:nvPr/>
          </p:nvSpPr>
          <p:spPr>
            <a:xfrm>
              <a:off x="4458582" y="1579623"/>
              <a:ext cx="979514" cy="719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73" y="20456"/>
                  </a:moveTo>
                  <a:cubicBezTo>
                    <a:pt x="18327" y="19567"/>
                    <a:pt x="18327" y="19567"/>
                    <a:pt x="18327" y="19567"/>
                  </a:cubicBezTo>
                  <a:cubicBezTo>
                    <a:pt x="18608" y="19059"/>
                    <a:pt x="18608" y="19059"/>
                    <a:pt x="18608" y="19059"/>
                  </a:cubicBezTo>
                  <a:cubicBezTo>
                    <a:pt x="18795" y="19059"/>
                    <a:pt x="18795" y="19059"/>
                    <a:pt x="18795" y="19059"/>
                  </a:cubicBezTo>
                  <a:cubicBezTo>
                    <a:pt x="18888" y="18042"/>
                    <a:pt x="18888" y="18042"/>
                    <a:pt x="18888" y="18042"/>
                  </a:cubicBezTo>
                  <a:cubicBezTo>
                    <a:pt x="19262" y="17661"/>
                    <a:pt x="19262" y="17661"/>
                    <a:pt x="19262" y="17661"/>
                  </a:cubicBezTo>
                  <a:cubicBezTo>
                    <a:pt x="19075" y="17280"/>
                    <a:pt x="19075" y="17280"/>
                    <a:pt x="19075" y="17280"/>
                  </a:cubicBezTo>
                  <a:cubicBezTo>
                    <a:pt x="18701" y="16264"/>
                    <a:pt x="18701" y="16264"/>
                    <a:pt x="18701" y="16264"/>
                  </a:cubicBezTo>
                  <a:cubicBezTo>
                    <a:pt x="18701" y="15755"/>
                    <a:pt x="18701" y="15755"/>
                    <a:pt x="18701" y="15755"/>
                  </a:cubicBezTo>
                  <a:cubicBezTo>
                    <a:pt x="18701" y="15247"/>
                    <a:pt x="18701" y="15247"/>
                    <a:pt x="18701" y="15247"/>
                  </a:cubicBezTo>
                  <a:cubicBezTo>
                    <a:pt x="19075" y="14993"/>
                    <a:pt x="19075" y="14993"/>
                    <a:pt x="19075" y="14993"/>
                  </a:cubicBezTo>
                  <a:cubicBezTo>
                    <a:pt x="19730" y="14993"/>
                    <a:pt x="19730" y="14993"/>
                    <a:pt x="19730" y="14993"/>
                  </a:cubicBezTo>
                  <a:cubicBezTo>
                    <a:pt x="20384" y="14612"/>
                    <a:pt x="20384" y="14612"/>
                    <a:pt x="20384" y="14612"/>
                  </a:cubicBezTo>
                  <a:cubicBezTo>
                    <a:pt x="20571" y="14358"/>
                    <a:pt x="20571" y="14358"/>
                    <a:pt x="20571" y="14358"/>
                  </a:cubicBezTo>
                  <a:cubicBezTo>
                    <a:pt x="20852" y="13976"/>
                    <a:pt x="20852" y="13976"/>
                    <a:pt x="20852" y="13976"/>
                  </a:cubicBezTo>
                  <a:cubicBezTo>
                    <a:pt x="21132" y="12833"/>
                    <a:pt x="21132" y="12833"/>
                    <a:pt x="21132" y="12833"/>
                  </a:cubicBezTo>
                  <a:cubicBezTo>
                    <a:pt x="21413" y="12325"/>
                    <a:pt x="21413" y="12325"/>
                    <a:pt x="21413" y="12325"/>
                  </a:cubicBezTo>
                  <a:cubicBezTo>
                    <a:pt x="21600" y="11435"/>
                    <a:pt x="21600" y="11435"/>
                    <a:pt x="21600" y="11435"/>
                  </a:cubicBezTo>
                  <a:cubicBezTo>
                    <a:pt x="21600" y="11054"/>
                    <a:pt x="21600" y="11054"/>
                    <a:pt x="21600" y="11054"/>
                  </a:cubicBezTo>
                  <a:cubicBezTo>
                    <a:pt x="21039" y="10292"/>
                    <a:pt x="21039" y="10292"/>
                    <a:pt x="21039" y="10292"/>
                  </a:cubicBezTo>
                  <a:cubicBezTo>
                    <a:pt x="20478" y="9656"/>
                    <a:pt x="20478" y="9656"/>
                    <a:pt x="20478" y="9656"/>
                  </a:cubicBezTo>
                  <a:cubicBezTo>
                    <a:pt x="20104" y="9148"/>
                    <a:pt x="20104" y="9148"/>
                    <a:pt x="20104" y="9148"/>
                  </a:cubicBezTo>
                  <a:cubicBezTo>
                    <a:pt x="19730" y="8767"/>
                    <a:pt x="19730" y="8767"/>
                    <a:pt x="19730" y="8767"/>
                  </a:cubicBezTo>
                  <a:cubicBezTo>
                    <a:pt x="19730" y="8386"/>
                    <a:pt x="19730" y="8386"/>
                    <a:pt x="19730" y="8386"/>
                  </a:cubicBezTo>
                  <a:cubicBezTo>
                    <a:pt x="19823" y="8005"/>
                    <a:pt x="19823" y="8005"/>
                    <a:pt x="19823" y="8005"/>
                  </a:cubicBezTo>
                  <a:cubicBezTo>
                    <a:pt x="20010" y="8259"/>
                    <a:pt x="20010" y="8259"/>
                    <a:pt x="20010" y="8259"/>
                  </a:cubicBezTo>
                  <a:cubicBezTo>
                    <a:pt x="19730" y="7751"/>
                    <a:pt x="19730" y="7751"/>
                    <a:pt x="19730" y="7751"/>
                  </a:cubicBezTo>
                  <a:cubicBezTo>
                    <a:pt x="19730" y="7751"/>
                    <a:pt x="19356" y="7496"/>
                    <a:pt x="19262" y="7496"/>
                  </a:cubicBezTo>
                  <a:cubicBezTo>
                    <a:pt x="19169" y="7496"/>
                    <a:pt x="18795" y="6988"/>
                    <a:pt x="18795" y="6988"/>
                  </a:cubicBezTo>
                  <a:cubicBezTo>
                    <a:pt x="18327" y="6988"/>
                    <a:pt x="18327" y="6988"/>
                    <a:pt x="18327" y="6988"/>
                  </a:cubicBezTo>
                  <a:cubicBezTo>
                    <a:pt x="18327" y="6353"/>
                    <a:pt x="18327" y="6353"/>
                    <a:pt x="18327" y="6353"/>
                  </a:cubicBezTo>
                  <a:cubicBezTo>
                    <a:pt x="18140" y="5718"/>
                    <a:pt x="18140" y="5718"/>
                    <a:pt x="18140" y="5718"/>
                  </a:cubicBezTo>
                  <a:cubicBezTo>
                    <a:pt x="18140" y="4955"/>
                    <a:pt x="18140" y="4955"/>
                    <a:pt x="18140" y="4955"/>
                  </a:cubicBezTo>
                  <a:cubicBezTo>
                    <a:pt x="18140" y="4447"/>
                    <a:pt x="18140" y="4447"/>
                    <a:pt x="18140" y="4447"/>
                  </a:cubicBezTo>
                  <a:cubicBezTo>
                    <a:pt x="18140" y="3558"/>
                    <a:pt x="18140" y="3558"/>
                    <a:pt x="18140" y="3558"/>
                  </a:cubicBezTo>
                  <a:cubicBezTo>
                    <a:pt x="17953" y="3176"/>
                    <a:pt x="17953" y="3176"/>
                    <a:pt x="17953" y="3176"/>
                  </a:cubicBezTo>
                  <a:cubicBezTo>
                    <a:pt x="17673" y="2287"/>
                    <a:pt x="17673" y="2287"/>
                    <a:pt x="17673" y="2287"/>
                  </a:cubicBezTo>
                  <a:cubicBezTo>
                    <a:pt x="655" y="2795"/>
                    <a:pt x="655" y="2795"/>
                    <a:pt x="655" y="2795"/>
                  </a:cubicBezTo>
                  <a:cubicBezTo>
                    <a:pt x="748" y="0"/>
                    <a:pt x="748" y="0"/>
                    <a:pt x="748" y="0"/>
                  </a:cubicBezTo>
                  <a:cubicBezTo>
                    <a:pt x="748" y="0"/>
                    <a:pt x="748" y="0"/>
                    <a:pt x="748" y="0"/>
                  </a:cubicBezTo>
                  <a:cubicBezTo>
                    <a:pt x="655" y="2922"/>
                    <a:pt x="655" y="2922"/>
                    <a:pt x="655" y="2922"/>
                  </a:cubicBezTo>
                  <a:cubicBezTo>
                    <a:pt x="374" y="2922"/>
                    <a:pt x="374" y="2922"/>
                    <a:pt x="374" y="2922"/>
                  </a:cubicBezTo>
                  <a:cubicBezTo>
                    <a:pt x="374" y="3304"/>
                    <a:pt x="374" y="3304"/>
                    <a:pt x="374" y="3304"/>
                  </a:cubicBezTo>
                  <a:cubicBezTo>
                    <a:pt x="281" y="3939"/>
                    <a:pt x="281" y="3939"/>
                    <a:pt x="281" y="3939"/>
                  </a:cubicBezTo>
                  <a:cubicBezTo>
                    <a:pt x="468" y="4066"/>
                    <a:pt x="468" y="4066"/>
                    <a:pt x="468" y="4066"/>
                  </a:cubicBezTo>
                  <a:cubicBezTo>
                    <a:pt x="655" y="4701"/>
                    <a:pt x="655" y="4701"/>
                    <a:pt x="655" y="4701"/>
                  </a:cubicBezTo>
                  <a:cubicBezTo>
                    <a:pt x="655" y="5209"/>
                    <a:pt x="655" y="5209"/>
                    <a:pt x="655" y="5209"/>
                  </a:cubicBezTo>
                  <a:cubicBezTo>
                    <a:pt x="468" y="5336"/>
                    <a:pt x="468" y="5336"/>
                    <a:pt x="468" y="5336"/>
                  </a:cubicBezTo>
                  <a:cubicBezTo>
                    <a:pt x="374" y="5718"/>
                    <a:pt x="374" y="5718"/>
                    <a:pt x="374" y="5718"/>
                  </a:cubicBezTo>
                  <a:cubicBezTo>
                    <a:pt x="374" y="6607"/>
                    <a:pt x="374" y="6607"/>
                    <a:pt x="374" y="6607"/>
                  </a:cubicBezTo>
                  <a:cubicBezTo>
                    <a:pt x="94" y="6734"/>
                    <a:pt x="94" y="6734"/>
                    <a:pt x="94" y="6734"/>
                  </a:cubicBezTo>
                  <a:cubicBezTo>
                    <a:pt x="0" y="7115"/>
                    <a:pt x="0" y="7115"/>
                    <a:pt x="0" y="7115"/>
                  </a:cubicBezTo>
                  <a:cubicBezTo>
                    <a:pt x="0" y="7496"/>
                    <a:pt x="0" y="7496"/>
                    <a:pt x="0" y="7496"/>
                  </a:cubicBezTo>
                  <a:cubicBezTo>
                    <a:pt x="374" y="7878"/>
                    <a:pt x="374" y="7878"/>
                    <a:pt x="374" y="7878"/>
                  </a:cubicBezTo>
                  <a:cubicBezTo>
                    <a:pt x="374" y="8386"/>
                    <a:pt x="374" y="8386"/>
                    <a:pt x="374" y="8386"/>
                  </a:cubicBezTo>
                  <a:cubicBezTo>
                    <a:pt x="374" y="8767"/>
                    <a:pt x="374" y="8767"/>
                    <a:pt x="374" y="8767"/>
                  </a:cubicBezTo>
                  <a:cubicBezTo>
                    <a:pt x="281" y="8513"/>
                    <a:pt x="281" y="8513"/>
                    <a:pt x="281" y="8513"/>
                  </a:cubicBezTo>
                  <a:cubicBezTo>
                    <a:pt x="561" y="9021"/>
                    <a:pt x="561" y="9021"/>
                    <a:pt x="561" y="9021"/>
                  </a:cubicBezTo>
                  <a:cubicBezTo>
                    <a:pt x="842" y="10165"/>
                    <a:pt x="842" y="10165"/>
                    <a:pt x="842" y="10165"/>
                  </a:cubicBezTo>
                  <a:cubicBezTo>
                    <a:pt x="1122" y="10800"/>
                    <a:pt x="1122" y="10800"/>
                    <a:pt x="1122" y="10800"/>
                  </a:cubicBezTo>
                  <a:cubicBezTo>
                    <a:pt x="1309" y="11562"/>
                    <a:pt x="1309" y="11562"/>
                    <a:pt x="1309" y="11562"/>
                  </a:cubicBezTo>
                  <a:cubicBezTo>
                    <a:pt x="1496" y="12198"/>
                    <a:pt x="1496" y="12198"/>
                    <a:pt x="1496" y="12198"/>
                  </a:cubicBezTo>
                  <a:cubicBezTo>
                    <a:pt x="1683" y="12579"/>
                    <a:pt x="1683" y="12579"/>
                    <a:pt x="1683" y="12579"/>
                  </a:cubicBezTo>
                  <a:cubicBezTo>
                    <a:pt x="1777" y="12960"/>
                    <a:pt x="1777" y="12960"/>
                    <a:pt x="1777" y="12960"/>
                  </a:cubicBezTo>
                  <a:cubicBezTo>
                    <a:pt x="1870" y="13087"/>
                    <a:pt x="1870" y="13087"/>
                    <a:pt x="1870" y="13087"/>
                  </a:cubicBezTo>
                  <a:cubicBezTo>
                    <a:pt x="1870" y="13214"/>
                    <a:pt x="1870" y="13214"/>
                    <a:pt x="1870" y="13214"/>
                  </a:cubicBezTo>
                  <a:cubicBezTo>
                    <a:pt x="1590" y="13341"/>
                    <a:pt x="1590" y="13341"/>
                    <a:pt x="1590" y="13341"/>
                  </a:cubicBezTo>
                  <a:cubicBezTo>
                    <a:pt x="1683" y="13849"/>
                    <a:pt x="1683" y="13849"/>
                    <a:pt x="1683" y="13849"/>
                  </a:cubicBezTo>
                  <a:cubicBezTo>
                    <a:pt x="1777" y="14485"/>
                    <a:pt x="1777" y="14485"/>
                    <a:pt x="1777" y="14485"/>
                  </a:cubicBezTo>
                  <a:cubicBezTo>
                    <a:pt x="1870" y="14739"/>
                    <a:pt x="1870" y="14739"/>
                    <a:pt x="1870" y="14739"/>
                  </a:cubicBezTo>
                  <a:cubicBezTo>
                    <a:pt x="2057" y="14739"/>
                    <a:pt x="2057" y="14739"/>
                    <a:pt x="2057" y="14739"/>
                  </a:cubicBezTo>
                  <a:cubicBezTo>
                    <a:pt x="2244" y="14993"/>
                    <a:pt x="2244" y="14993"/>
                    <a:pt x="2244" y="14993"/>
                  </a:cubicBezTo>
                  <a:cubicBezTo>
                    <a:pt x="2431" y="15882"/>
                    <a:pt x="2431" y="15882"/>
                    <a:pt x="2431" y="15882"/>
                  </a:cubicBezTo>
                  <a:cubicBezTo>
                    <a:pt x="2431" y="17153"/>
                    <a:pt x="2431" y="17153"/>
                    <a:pt x="2431" y="17153"/>
                  </a:cubicBezTo>
                  <a:cubicBezTo>
                    <a:pt x="2338" y="17661"/>
                    <a:pt x="2338" y="17661"/>
                    <a:pt x="2338" y="17661"/>
                  </a:cubicBezTo>
                  <a:cubicBezTo>
                    <a:pt x="2525" y="18042"/>
                    <a:pt x="2525" y="18042"/>
                    <a:pt x="2525" y="18042"/>
                  </a:cubicBezTo>
                  <a:cubicBezTo>
                    <a:pt x="2618" y="18296"/>
                    <a:pt x="2618" y="18296"/>
                    <a:pt x="2618" y="18296"/>
                  </a:cubicBezTo>
                  <a:cubicBezTo>
                    <a:pt x="2618" y="19567"/>
                    <a:pt x="2618" y="19567"/>
                    <a:pt x="2618" y="19567"/>
                  </a:cubicBezTo>
                  <a:cubicBezTo>
                    <a:pt x="2805" y="20456"/>
                    <a:pt x="2805" y="20456"/>
                    <a:pt x="2805" y="20456"/>
                  </a:cubicBezTo>
                  <a:cubicBezTo>
                    <a:pt x="2805" y="20584"/>
                    <a:pt x="2805" y="20584"/>
                    <a:pt x="2805" y="20584"/>
                  </a:cubicBezTo>
                  <a:cubicBezTo>
                    <a:pt x="16457" y="20329"/>
                    <a:pt x="16457" y="20329"/>
                    <a:pt x="16457" y="20329"/>
                  </a:cubicBezTo>
                  <a:cubicBezTo>
                    <a:pt x="17579" y="21600"/>
                    <a:pt x="17579" y="21600"/>
                    <a:pt x="17579" y="21600"/>
                  </a:cubicBezTo>
                  <a:cubicBezTo>
                    <a:pt x="17766" y="21346"/>
                    <a:pt x="17766" y="21346"/>
                    <a:pt x="17766" y="21346"/>
                  </a:cubicBezTo>
                  <a:lnTo>
                    <a:pt x="17673" y="2045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77" name="Shape">
              <a:extLst>
                <a:ext uri="{FF2B5EF4-FFF2-40B4-BE49-F238E27FC236}">
                  <a16:creationId xmlns:a16="http://schemas.microsoft.com/office/drawing/2014/main" id="{67AD7B3B-7DFD-47B8-8B30-F256B420BDE9}"/>
                </a:ext>
              </a:extLst>
            </p:cNvPr>
            <p:cNvSpPr/>
            <p:nvPr/>
          </p:nvSpPr>
          <p:spPr>
            <a:xfrm>
              <a:off x="-2" y="3994044"/>
              <a:ext cx="2179719" cy="16945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9" h="21600" extrusionOk="0">
                  <a:moveTo>
                    <a:pt x="8461" y="17395"/>
                  </a:moveTo>
                  <a:lnTo>
                    <a:pt x="8609" y="17586"/>
                  </a:lnTo>
                  <a:lnTo>
                    <a:pt x="8905" y="17841"/>
                  </a:lnTo>
                  <a:lnTo>
                    <a:pt x="8708" y="17904"/>
                  </a:lnTo>
                  <a:lnTo>
                    <a:pt x="8609" y="17904"/>
                  </a:lnTo>
                  <a:lnTo>
                    <a:pt x="8411" y="18096"/>
                  </a:lnTo>
                  <a:lnTo>
                    <a:pt x="8411" y="18350"/>
                  </a:lnTo>
                  <a:lnTo>
                    <a:pt x="8510" y="18350"/>
                  </a:lnTo>
                  <a:lnTo>
                    <a:pt x="8708" y="18669"/>
                  </a:lnTo>
                  <a:lnTo>
                    <a:pt x="8708" y="18796"/>
                  </a:lnTo>
                  <a:lnTo>
                    <a:pt x="8559" y="18860"/>
                  </a:lnTo>
                  <a:lnTo>
                    <a:pt x="8461" y="18860"/>
                  </a:lnTo>
                  <a:lnTo>
                    <a:pt x="8362" y="18924"/>
                  </a:lnTo>
                  <a:lnTo>
                    <a:pt x="8312" y="18924"/>
                  </a:lnTo>
                  <a:lnTo>
                    <a:pt x="8164" y="19051"/>
                  </a:lnTo>
                  <a:lnTo>
                    <a:pt x="8164" y="19306"/>
                  </a:lnTo>
                  <a:lnTo>
                    <a:pt x="8065" y="19497"/>
                  </a:lnTo>
                  <a:lnTo>
                    <a:pt x="7917" y="19179"/>
                  </a:lnTo>
                  <a:lnTo>
                    <a:pt x="7917" y="19242"/>
                  </a:lnTo>
                  <a:lnTo>
                    <a:pt x="7867" y="19370"/>
                  </a:lnTo>
                  <a:lnTo>
                    <a:pt x="7719" y="19561"/>
                  </a:lnTo>
                  <a:lnTo>
                    <a:pt x="7620" y="19816"/>
                  </a:lnTo>
                  <a:lnTo>
                    <a:pt x="7620" y="20135"/>
                  </a:lnTo>
                  <a:lnTo>
                    <a:pt x="7175" y="20135"/>
                  </a:lnTo>
                  <a:lnTo>
                    <a:pt x="7521" y="20007"/>
                  </a:lnTo>
                  <a:lnTo>
                    <a:pt x="7571" y="19880"/>
                  </a:lnTo>
                  <a:lnTo>
                    <a:pt x="7620" y="19752"/>
                  </a:lnTo>
                  <a:lnTo>
                    <a:pt x="7571" y="19561"/>
                  </a:lnTo>
                  <a:lnTo>
                    <a:pt x="7472" y="19497"/>
                  </a:lnTo>
                  <a:lnTo>
                    <a:pt x="7423" y="19497"/>
                  </a:lnTo>
                  <a:lnTo>
                    <a:pt x="7324" y="19370"/>
                  </a:lnTo>
                  <a:lnTo>
                    <a:pt x="7324" y="19306"/>
                  </a:lnTo>
                  <a:lnTo>
                    <a:pt x="7274" y="18924"/>
                  </a:lnTo>
                  <a:lnTo>
                    <a:pt x="7373" y="18796"/>
                  </a:lnTo>
                  <a:lnTo>
                    <a:pt x="7423" y="18669"/>
                  </a:lnTo>
                  <a:lnTo>
                    <a:pt x="7571" y="18542"/>
                  </a:lnTo>
                  <a:lnTo>
                    <a:pt x="7620" y="18605"/>
                  </a:lnTo>
                  <a:lnTo>
                    <a:pt x="7769" y="18796"/>
                  </a:lnTo>
                  <a:lnTo>
                    <a:pt x="7867" y="19051"/>
                  </a:lnTo>
                  <a:lnTo>
                    <a:pt x="7867" y="18796"/>
                  </a:lnTo>
                  <a:lnTo>
                    <a:pt x="7818" y="18542"/>
                  </a:lnTo>
                  <a:lnTo>
                    <a:pt x="7719" y="18350"/>
                  </a:lnTo>
                  <a:lnTo>
                    <a:pt x="7867" y="18287"/>
                  </a:lnTo>
                  <a:lnTo>
                    <a:pt x="8065" y="18414"/>
                  </a:lnTo>
                  <a:lnTo>
                    <a:pt x="8164" y="18414"/>
                  </a:lnTo>
                  <a:lnTo>
                    <a:pt x="8164" y="17904"/>
                  </a:lnTo>
                  <a:lnTo>
                    <a:pt x="8115" y="17777"/>
                  </a:lnTo>
                  <a:lnTo>
                    <a:pt x="8312" y="17586"/>
                  </a:lnTo>
                  <a:close/>
                  <a:moveTo>
                    <a:pt x="1541" y="13508"/>
                  </a:moveTo>
                  <a:lnTo>
                    <a:pt x="1640" y="13508"/>
                  </a:lnTo>
                  <a:lnTo>
                    <a:pt x="1788" y="13890"/>
                  </a:lnTo>
                  <a:lnTo>
                    <a:pt x="1788" y="14081"/>
                  </a:lnTo>
                  <a:lnTo>
                    <a:pt x="1689" y="14273"/>
                  </a:lnTo>
                  <a:lnTo>
                    <a:pt x="1442" y="14273"/>
                  </a:lnTo>
                  <a:lnTo>
                    <a:pt x="1244" y="14081"/>
                  </a:lnTo>
                  <a:lnTo>
                    <a:pt x="997" y="13827"/>
                  </a:lnTo>
                  <a:lnTo>
                    <a:pt x="1244" y="13635"/>
                  </a:lnTo>
                  <a:lnTo>
                    <a:pt x="1392" y="13635"/>
                  </a:lnTo>
                  <a:close/>
                  <a:moveTo>
                    <a:pt x="125" y="8092"/>
                  </a:moveTo>
                  <a:cubicBezTo>
                    <a:pt x="125" y="8092"/>
                    <a:pt x="125" y="8092"/>
                    <a:pt x="166" y="8309"/>
                  </a:cubicBezTo>
                  <a:cubicBezTo>
                    <a:pt x="166" y="8309"/>
                    <a:pt x="166" y="8309"/>
                    <a:pt x="249" y="8418"/>
                  </a:cubicBezTo>
                  <a:cubicBezTo>
                    <a:pt x="249" y="8418"/>
                    <a:pt x="249" y="8418"/>
                    <a:pt x="456" y="8472"/>
                  </a:cubicBezTo>
                  <a:cubicBezTo>
                    <a:pt x="456" y="8472"/>
                    <a:pt x="456" y="8472"/>
                    <a:pt x="664" y="8472"/>
                  </a:cubicBezTo>
                  <a:cubicBezTo>
                    <a:pt x="664" y="8472"/>
                    <a:pt x="664" y="8472"/>
                    <a:pt x="788" y="8581"/>
                  </a:cubicBezTo>
                  <a:cubicBezTo>
                    <a:pt x="788" y="8581"/>
                    <a:pt x="788" y="8581"/>
                    <a:pt x="788" y="8743"/>
                  </a:cubicBezTo>
                  <a:cubicBezTo>
                    <a:pt x="788" y="8743"/>
                    <a:pt x="788" y="8743"/>
                    <a:pt x="871" y="8852"/>
                  </a:cubicBezTo>
                  <a:cubicBezTo>
                    <a:pt x="871" y="8852"/>
                    <a:pt x="871" y="8852"/>
                    <a:pt x="1037" y="9069"/>
                  </a:cubicBezTo>
                  <a:cubicBezTo>
                    <a:pt x="1037" y="9069"/>
                    <a:pt x="1037" y="9069"/>
                    <a:pt x="1244" y="9449"/>
                  </a:cubicBezTo>
                  <a:cubicBezTo>
                    <a:pt x="1244" y="9449"/>
                    <a:pt x="1244" y="9449"/>
                    <a:pt x="1120" y="9449"/>
                  </a:cubicBezTo>
                  <a:cubicBezTo>
                    <a:pt x="1120" y="9449"/>
                    <a:pt x="1120" y="9449"/>
                    <a:pt x="871" y="9449"/>
                  </a:cubicBezTo>
                  <a:lnTo>
                    <a:pt x="830" y="9558"/>
                  </a:lnTo>
                  <a:cubicBezTo>
                    <a:pt x="830" y="9558"/>
                    <a:pt x="830" y="9558"/>
                    <a:pt x="664" y="9340"/>
                  </a:cubicBezTo>
                  <a:cubicBezTo>
                    <a:pt x="664" y="9340"/>
                    <a:pt x="664" y="9340"/>
                    <a:pt x="581" y="9015"/>
                  </a:cubicBezTo>
                  <a:cubicBezTo>
                    <a:pt x="581" y="9015"/>
                    <a:pt x="581" y="9015"/>
                    <a:pt x="539" y="8906"/>
                  </a:cubicBezTo>
                  <a:cubicBezTo>
                    <a:pt x="539" y="8906"/>
                    <a:pt x="539" y="8906"/>
                    <a:pt x="456" y="8798"/>
                  </a:cubicBezTo>
                  <a:cubicBezTo>
                    <a:pt x="456" y="8798"/>
                    <a:pt x="456" y="8798"/>
                    <a:pt x="415" y="8798"/>
                  </a:cubicBezTo>
                  <a:cubicBezTo>
                    <a:pt x="415" y="8798"/>
                    <a:pt x="415" y="8798"/>
                    <a:pt x="374" y="8798"/>
                  </a:cubicBezTo>
                  <a:cubicBezTo>
                    <a:pt x="374" y="8798"/>
                    <a:pt x="291" y="8798"/>
                    <a:pt x="291" y="8798"/>
                  </a:cubicBezTo>
                  <a:cubicBezTo>
                    <a:pt x="249" y="8743"/>
                    <a:pt x="249" y="8798"/>
                    <a:pt x="249" y="8798"/>
                  </a:cubicBezTo>
                  <a:cubicBezTo>
                    <a:pt x="249" y="8798"/>
                    <a:pt x="249" y="8798"/>
                    <a:pt x="125" y="8798"/>
                  </a:cubicBezTo>
                  <a:cubicBezTo>
                    <a:pt x="-41" y="8743"/>
                    <a:pt x="83" y="8743"/>
                    <a:pt x="83" y="8743"/>
                  </a:cubicBezTo>
                  <a:cubicBezTo>
                    <a:pt x="42" y="8689"/>
                    <a:pt x="42" y="8689"/>
                    <a:pt x="42" y="8635"/>
                  </a:cubicBezTo>
                  <a:cubicBezTo>
                    <a:pt x="42" y="8635"/>
                    <a:pt x="0" y="8526"/>
                    <a:pt x="0" y="8472"/>
                  </a:cubicBezTo>
                  <a:cubicBezTo>
                    <a:pt x="0" y="8472"/>
                    <a:pt x="0" y="8309"/>
                    <a:pt x="0" y="8309"/>
                  </a:cubicBezTo>
                  <a:cubicBezTo>
                    <a:pt x="0" y="8309"/>
                    <a:pt x="0" y="8309"/>
                    <a:pt x="125" y="8092"/>
                  </a:cubicBezTo>
                  <a:close/>
                  <a:moveTo>
                    <a:pt x="7752" y="0"/>
                  </a:moveTo>
                  <a:cubicBezTo>
                    <a:pt x="7752" y="0"/>
                    <a:pt x="7752" y="0"/>
                    <a:pt x="7920" y="215"/>
                  </a:cubicBezTo>
                  <a:cubicBezTo>
                    <a:pt x="7920" y="215"/>
                    <a:pt x="7920" y="215"/>
                    <a:pt x="8003" y="377"/>
                  </a:cubicBezTo>
                  <a:cubicBezTo>
                    <a:pt x="8003" y="377"/>
                    <a:pt x="8003" y="377"/>
                    <a:pt x="7920" y="377"/>
                  </a:cubicBezTo>
                  <a:cubicBezTo>
                    <a:pt x="7920" y="377"/>
                    <a:pt x="7920" y="377"/>
                    <a:pt x="7920" y="539"/>
                  </a:cubicBezTo>
                  <a:cubicBezTo>
                    <a:pt x="7920" y="539"/>
                    <a:pt x="7920" y="539"/>
                    <a:pt x="8045" y="646"/>
                  </a:cubicBezTo>
                  <a:cubicBezTo>
                    <a:pt x="8045" y="646"/>
                    <a:pt x="8045" y="646"/>
                    <a:pt x="8212" y="646"/>
                  </a:cubicBezTo>
                  <a:cubicBezTo>
                    <a:pt x="8212" y="646"/>
                    <a:pt x="8212" y="646"/>
                    <a:pt x="8212" y="485"/>
                  </a:cubicBezTo>
                  <a:cubicBezTo>
                    <a:pt x="8212" y="485"/>
                    <a:pt x="8212" y="485"/>
                    <a:pt x="8296" y="377"/>
                  </a:cubicBezTo>
                  <a:cubicBezTo>
                    <a:pt x="8296" y="377"/>
                    <a:pt x="8296" y="377"/>
                    <a:pt x="8380" y="485"/>
                  </a:cubicBezTo>
                  <a:cubicBezTo>
                    <a:pt x="8380" y="485"/>
                    <a:pt x="8380" y="485"/>
                    <a:pt x="8505" y="700"/>
                  </a:cubicBezTo>
                  <a:cubicBezTo>
                    <a:pt x="8505" y="700"/>
                    <a:pt x="8505" y="700"/>
                    <a:pt x="8756" y="646"/>
                  </a:cubicBezTo>
                  <a:cubicBezTo>
                    <a:pt x="8756" y="646"/>
                    <a:pt x="8756" y="646"/>
                    <a:pt x="9091" y="754"/>
                  </a:cubicBezTo>
                  <a:cubicBezTo>
                    <a:pt x="9091" y="754"/>
                    <a:pt x="9091" y="754"/>
                    <a:pt x="9091" y="916"/>
                  </a:cubicBezTo>
                  <a:cubicBezTo>
                    <a:pt x="9091" y="916"/>
                    <a:pt x="9091" y="916"/>
                    <a:pt x="9175" y="1131"/>
                  </a:cubicBezTo>
                  <a:cubicBezTo>
                    <a:pt x="9175" y="1131"/>
                    <a:pt x="9175" y="1131"/>
                    <a:pt x="9384" y="1347"/>
                  </a:cubicBezTo>
                  <a:cubicBezTo>
                    <a:pt x="9384" y="1347"/>
                    <a:pt x="9384" y="1347"/>
                    <a:pt x="9844" y="1347"/>
                  </a:cubicBezTo>
                  <a:cubicBezTo>
                    <a:pt x="9844" y="1347"/>
                    <a:pt x="9844" y="1347"/>
                    <a:pt x="9970" y="1347"/>
                  </a:cubicBezTo>
                  <a:cubicBezTo>
                    <a:pt x="9970" y="1347"/>
                    <a:pt x="9970" y="1347"/>
                    <a:pt x="10095" y="1239"/>
                  </a:cubicBezTo>
                  <a:cubicBezTo>
                    <a:pt x="10095" y="1239"/>
                    <a:pt x="10095" y="1239"/>
                    <a:pt x="10262" y="1239"/>
                  </a:cubicBezTo>
                  <a:cubicBezTo>
                    <a:pt x="10262" y="1239"/>
                    <a:pt x="10262" y="1239"/>
                    <a:pt x="10472" y="1400"/>
                  </a:cubicBezTo>
                  <a:cubicBezTo>
                    <a:pt x="10472" y="1400"/>
                    <a:pt x="10472" y="1400"/>
                    <a:pt x="10514" y="1562"/>
                  </a:cubicBezTo>
                  <a:cubicBezTo>
                    <a:pt x="10514" y="1562"/>
                    <a:pt x="10514" y="1562"/>
                    <a:pt x="10514" y="1724"/>
                  </a:cubicBezTo>
                  <a:cubicBezTo>
                    <a:pt x="10514" y="1724"/>
                    <a:pt x="10514" y="1724"/>
                    <a:pt x="10514" y="1751"/>
                  </a:cubicBezTo>
                  <a:lnTo>
                    <a:pt x="10514" y="1831"/>
                  </a:lnTo>
                  <a:cubicBezTo>
                    <a:pt x="10514" y="1831"/>
                    <a:pt x="10514" y="1831"/>
                    <a:pt x="10723" y="1670"/>
                  </a:cubicBezTo>
                  <a:cubicBezTo>
                    <a:pt x="10723" y="1670"/>
                    <a:pt x="10723" y="1670"/>
                    <a:pt x="10974" y="1562"/>
                  </a:cubicBezTo>
                  <a:cubicBezTo>
                    <a:pt x="10974" y="1562"/>
                    <a:pt x="10974" y="1562"/>
                    <a:pt x="11141" y="1562"/>
                  </a:cubicBezTo>
                  <a:cubicBezTo>
                    <a:pt x="11141" y="1562"/>
                    <a:pt x="11141" y="1562"/>
                    <a:pt x="11476" y="1724"/>
                  </a:cubicBezTo>
                  <a:cubicBezTo>
                    <a:pt x="11476" y="1724"/>
                    <a:pt x="11476" y="1724"/>
                    <a:pt x="11769" y="1831"/>
                  </a:cubicBezTo>
                  <a:cubicBezTo>
                    <a:pt x="11769" y="1831"/>
                    <a:pt x="11769" y="1831"/>
                    <a:pt x="12103" y="1724"/>
                  </a:cubicBezTo>
                  <a:cubicBezTo>
                    <a:pt x="12103" y="1724"/>
                    <a:pt x="12103" y="1724"/>
                    <a:pt x="12271" y="1562"/>
                  </a:cubicBezTo>
                  <a:cubicBezTo>
                    <a:pt x="12271" y="1562"/>
                    <a:pt x="12271" y="1562"/>
                    <a:pt x="12438" y="1562"/>
                  </a:cubicBezTo>
                  <a:cubicBezTo>
                    <a:pt x="12438" y="1562"/>
                    <a:pt x="12438" y="1562"/>
                    <a:pt x="12522" y="1562"/>
                  </a:cubicBezTo>
                  <a:cubicBezTo>
                    <a:pt x="12522" y="1562"/>
                    <a:pt x="12522" y="1562"/>
                    <a:pt x="12731" y="1831"/>
                  </a:cubicBezTo>
                  <a:cubicBezTo>
                    <a:pt x="12731" y="1831"/>
                    <a:pt x="12731" y="1831"/>
                    <a:pt x="12940" y="2047"/>
                  </a:cubicBezTo>
                  <a:cubicBezTo>
                    <a:pt x="12940" y="2047"/>
                    <a:pt x="12940" y="2047"/>
                    <a:pt x="13317" y="2101"/>
                  </a:cubicBezTo>
                  <a:lnTo>
                    <a:pt x="13484" y="3986"/>
                  </a:lnTo>
                  <a:cubicBezTo>
                    <a:pt x="13484" y="3986"/>
                    <a:pt x="13484" y="3986"/>
                    <a:pt x="13986" y="8726"/>
                  </a:cubicBezTo>
                  <a:cubicBezTo>
                    <a:pt x="13986" y="8726"/>
                    <a:pt x="13986" y="8726"/>
                    <a:pt x="14572" y="14436"/>
                  </a:cubicBezTo>
                  <a:cubicBezTo>
                    <a:pt x="14572" y="14436"/>
                    <a:pt x="14572" y="14436"/>
                    <a:pt x="14697" y="14759"/>
                  </a:cubicBezTo>
                  <a:cubicBezTo>
                    <a:pt x="14697" y="14759"/>
                    <a:pt x="14697" y="14759"/>
                    <a:pt x="15116" y="14759"/>
                  </a:cubicBezTo>
                  <a:cubicBezTo>
                    <a:pt x="15116" y="14759"/>
                    <a:pt x="15116" y="14759"/>
                    <a:pt x="15199" y="14436"/>
                  </a:cubicBezTo>
                  <a:cubicBezTo>
                    <a:pt x="15199" y="14436"/>
                    <a:pt x="15199" y="14436"/>
                    <a:pt x="15534" y="14436"/>
                  </a:cubicBezTo>
                  <a:cubicBezTo>
                    <a:pt x="15534" y="14436"/>
                    <a:pt x="15534" y="14436"/>
                    <a:pt x="15534" y="14598"/>
                  </a:cubicBezTo>
                  <a:cubicBezTo>
                    <a:pt x="15534" y="14598"/>
                    <a:pt x="15534" y="14598"/>
                    <a:pt x="15660" y="14813"/>
                  </a:cubicBezTo>
                  <a:cubicBezTo>
                    <a:pt x="15660" y="14813"/>
                    <a:pt x="15660" y="14813"/>
                    <a:pt x="16204" y="15298"/>
                  </a:cubicBezTo>
                  <a:cubicBezTo>
                    <a:pt x="16204" y="15298"/>
                    <a:pt x="16204" y="15298"/>
                    <a:pt x="16664" y="15944"/>
                  </a:cubicBezTo>
                  <a:cubicBezTo>
                    <a:pt x="16664" y="15944"/>
                    <a:pt x="16664" y="15944"/>
                    <a:pt x="16915" y="15675"/>
                  </a:cubicBezTo>
                  <a:cubicBezTo>
                    <a:pt x="16915" y="15675"/>
                    <a:pt x="16915" y="15675"/>
                    <a:pt x="17082" y="15136"/>
                  </a:cubicBezTo>
                  <a:cubicBezTo>
                    <a:pt x="17082" y="15136"/>
                    <a:pt x="17082" y="15136"/>
                    <a:pt x="17291" y="14867"/>
                  </a:cubicBezTo>
                  <a:cubicBezTo>
                    <a:pt x="17291" y="14867"/>
                    <a:pt x="17291" y="14867"/>
                    <a:pt x="17501" y="14705"/>
                  </a:cubicBezTo>
                  <a:cubicBezTo>
                    <a:pt x="17501" y="14705"/>
                    <a:pt x="17501" y="14705"/>
                    <a:pt x="17877" y="14921"/>
                  </a:cubicBezTo>
                  <a:cubicBezTo>
                    <a:pt x="17877" y="14921"/>
                    <a:pt x="17877" y="14921"/>
                    <a:pt x="18337" y="15352"/>
                  </a:cubicBezTo>
                  <a:cubicBezTo>
                    <a:pt x="18337" y="15352"/>
                    <a:pt x="18337" y="15352"/>
                    <a:pt x="18798" y="15944"/>
                  </a:cubicBezTo>
                  <a:cubicBezTo>
                    <a:pt x="18798" y="15944"/>
                    <a:pt x="18798" y="15944"/>
                    <a:pt x="19132" y="16429"/>
                  </a:cubicBezTo>
                  <a:cubicBezTo>
                    <a:pt x="19132" y="16429"/>
                    <a:pt x="19132" y="16429"/>
                    <a:pt x="19802" y="17291"/>
                  </a:cubicBezTo>
                  <a:cubicBezTo>
                    <a:pt x="19802" y="17291"/>
                    <a:pt x="19802" y="17291"/>
                    <a:pt x="20220" y="18045"/>
                  </a:cubicBezTo>
                  <a:cubicBezTo>
                    <a:pt x="20220" y="18045"/>
                    <a:pt x="20220" y="18045"/>
                    <a:pt x="20471" y="18099"/>
                  </a:cubicBezTo>
                  <a:cubicBezTo>
                    <a:pt x="20471" y="18099"/>
                    <a:pt x="20471" y="18099"/>
                    <a:pt x="20764" y="18153"/>
                  </a:cubicBezTo>
                  <a:cubicBezTo>
                    <a:pt x="20764" y="18153"/>
                    <a:pt x="20764" y="18153"/>
                    <a:pt x="21266" y="18368"/>
                  </a:cubicBezTo>
                  <a:cubicBezTo>
                    <a:pt x="21266" y="18368"/>
                    <a:pt x="21266" y="18368"/>
                    <a:pt x="21475" y="18530"/>
                  </a:cubicBezTo>
                  <a:cubicBezTo>
                    <a:pt x="21475" y="18530"/>
                    <a:pt x="21475" y="18530"/>
                    <a:pt x="21475" y="18745"/>
                  </a:cubicBezTo>
                  <a:cubicBezTo>
                    <a:pt x="21475" y="18745"/>
                    <a:pt x="21475" y="18745"/>
                    <a:pt x="21559" y="19230"/>
                  </a:cubicBezTo>
                  <a:cubicBezTo>
                    <a:pt x="21559" y="19230"/>
                    <a:pt x="21559" y="19230"/>
                    <a:pt x="21559" y="19445"/>
                  </a:cubicBezTo>
                  <a:cubicBezTo>
                    <a:pt x="21559" y="19445"/>
                    <a:pt x="21559" y="19445"/>
                    <a:pt x="21559" y="19661"/>
                  </a:cubicBezTo>
                  <a:cubicBezTo>
                    <a:pt x="21559" y="19661"/>
                    <a:pt x="21559" y="19661"/>
                    <a:pt x="21559" y="20146"/>
                  </a:cubicBezTo>
                  <a:cubicBezTo>
                    <a:pt x="21559" y="20146"/>
                    <a:pt x="21559" y="20146"/>
                    <a:pt x="21392" y="20307"/>
                  </a:cubicBezTo>
                  <a:cubicBezTo>
                    <a:pt x="21392" y="20307"/>
                    <a:pt x="21392" y="20307"/>
                    <a:pt x="21266" y="20092"/>
                  </a:cubicBezTo>
                  <a:cubicBezTo>
                    <a:pt x="21266" y="20092"/>
                    <a:pt x="21266" y="20092"/>
                    <a:pt x="21141" y="19822"/>
                  </a:cubicBezTo>
                  <a:cubicBezTo>
                    <a:pt x="21141" y="19822"/>
                    <a:pt x="21141" y="19822"/>
                    <a:pt x="21015" y="19930"/>
                  </a:cubicBezTo>
                  <a:cubicBezTo>
                    <a:pt x="21015" y="19930"/>
                    <a:pt x="21015" y="19930"/>
                    <a:pt x="21141" y="20200"/>
                  </a:cubicBezTo>
                  <a:cubicBezTo>
                    <a:pt x="21141" y="20200"/>
                    <a:pt x="21141" y="20200"/>
                    <a:pt x="21057" y="20253"/>
                  </a:cubicBezTo>
                  <a:cubicBezTo>
                    <a:pt x="21057" y="20253"/>
                    <a:pt x="21057" y="20253"/>
                    <a:pt x="20931" y="20146"/>
                  </a:cubicBezTo>
                  <a:cubicBezTo>
                    <a:pt x="20931" y="20146"/>
                    <a:pt x="20931" y="20146"/>
                    <a:pt x="20680" y="20038"/>
                  </a:cubicBezTo>
                  <a:cubicBezTo>
                    <a:pt x="20680" y="20038"/>
                    <a:pt x="20680" y="20038"/>
                    <a:pt x="20680" y="19822"/>
                  </a:cubicBezTo>
                  <a:cubicBezTo>
                    <a:pt x="20680" y="19822"/>
                    <a:pt x="20680" y="19822"/>
                    <a:pt x="20597" y="19553"/>
                  </a:cubicBezTo>
                  <a:cubicBezTo>
                    <a:pt x="20597" y="19553"/>
                    <a:pt x="20597" y="19553"/>
                    <a:pt x="20471" y="19445"/>
                  </a:cubicBezTo>
                  <a:cubicBezTo>
                    <a:pt x="20471" y="19445"/>
                    <a:pt x="20471" y="19445"/>
                    <a:pt x="20388" y="19230"/>
                  </a:cubicBezTo>
                  <a:cubicBezTo>
                    <a:pt x="20388" y="19230"/>
                    <a:pt x="20388" y="19230"/>
                    <a:pt x="20053" y="18907"/>
                  </a:cubicBezTo>
                  <a:cubicBezTo>
                    <a:pt x="20053" y="18907"/>
                    <a:pt x="20053" y="18907"/>
                    <a:pt x="19760" y="18961"/>
                  </a:cubicBezTo>
                  <a:cubicBezTo>
                    <a:pt x="19760" y="18961"/>
                    <a:pt x="19760" y="18961"/>
                    <a:pt x="19844" y="19122"/>
                  </a:cubicBezTo>
                  <a:cubicBezTo>
                    <a:pt x="19844" y="19122"/>
                    <a:pt x="19844" y="19122"/>
                    <a:pt x="19927" y="19230"/>
                  </a:cubicBezTo>
                  <a:cubicBezTo>
                    <a:pt x="19927" y="19230"/>
                    <a:pt x="19927" y="19230"/>
                    <a:pt x="20220" y="19445"/>
                  </a:cubicBezTo>
                  <a:cubicBezTo>
                    <a:pt x="20220" y="19445"/>
                    <a:pt x="20220" y="19445"/>
                    <a:pt x="20388" y="19661"/>
                  </a:cubicBezTo>
                  <a:cubicBezTo>
                    <a:pt x="20388" y="19661"/>
                    <a:pt x="20388" y="19661"/>
                    <a:pt x="20388" y="19822"/>
                  </a:cubicBezTo>
                  <a:cubicBezTo>
                    <a:pt x="20388" y="19822"/>
                    <a:pt x="20388" y="19822"/>
                    <a:pt x="20513" y="19984"/>
                  </a:cubicBezTo>
                  <a:cubicBezTo>
                    <a:pt x="20513" y="19984"/>
                    <a:pt x="20513" y="19984"/>
                    <a:pt x="20597" y="20146"/>
                  </a:cubicBezTo>
                  <a:cubicBezTo>
                    <a:pt x="20597" y="20146"/>
                    <a:pt x="20597" y="20146"/>
                    <a:pt x="20680" y="20523"/>
                  </a:cubicBezTo>
                  <a:cubicBezTo>
                    <a:pt x="20680" y="20523"/>
                    <a:pt x="20680" y="20523"/>
                    <a:pt x="20680" y="20630"/>
                  </a:cubicBezTo>
                  <a:cubicBezTo>
                    <a:pt x="20680" y="20630"/>
                    <a:pt x="20680" y="20630"/>
                    <a:pt x="20555" y="20684"/>
                  </a:cubicBezTo>
                  <a:cubicBezTo>
                    <a:pt x="20555" y="20684"/>
                    <a:pt x="20555" y="20684"/>
                    <a:pt x="20471" y="20415"/>
                  </a:cubicBezTo>
                  <a:cubicBezTo>
                    <a:pt x="20471" y="20415"/>
                    <a:pt x="20471" y="20415"/>
                    <a:pt x="20471" y="20684"/>
                  </a:cubicBezTo>
                  <a:cubicBezTo>
                    <a:pt x="20471" y="20684"/>
                    <a:pt x="20471" y="20684"/>
                    <a:pt x="20388" y="20900"/>
                  </a:cubicBezTo>
                  <a:cubicBezTo>
                    <a:pt x="20388" y="20900"/>
                    <a:pt x="20388" y="20900"/>
                    <a:pt x="20262" y="20846"/>
                  </a:cubicBezTo>
                  <a:cubicBezTo>
                    <a:pt x="20262" y="20846"/>
                    <a:pt x="20262" y="20846"/>
                    <a:pt x="20053" y="20577"/>
                  </a:cubicBezTo>
                  <a:cubicBezTo>
                    <a:pt x="20053" y="20577"/>
                    <a:pt x="20053" y="20577"/>
                    <a:pt x="19844" y="20253"/>
                  </a:cubicBezTo>
                  <a:cubicBezTo>
                    <a:pt x="19844" y="20253"/>
                    <a:pt x="19844" y="20253"/>
                    <a:pt x="19676" y="20361"/>
                  </a:cubicBezTo>
                  <a:cubicBezTo>
                    <a:pt x="19676" y="20361"/>
                    <a:pt x="19676" y="20361"/>
                    <a:pt x="19551" y="20361"/>
                  </a:cubicBezTo>
                  <a:cubicBezTo>
                    <a:pt x="19551" y="20361"/>
                    <a:pt x="19551" y="20361"/>
                    <a:pt x="19634" y="20038"/>
                  </a:cubicBezTo>
                  <a:cubicBezTo>
                    <a:pt x="19634" y="20038"/>
                    <a:pt x="19634" y="20038"/>
                    <a:pt x="19844" y="19984"/>
                  </a:cubicBezTo>
                  <a:cubicBezTo>
                    <a:pt x="19844" y="19984"/>
                    <a:pt x="19844" y="19984"/>
                    <a:pt x="19760" y="19661"/>
                  </a:cubicBezTo>
                  <a:cubicBezTo>
                    <a:pt x="19760" y="19661"/>
                    <a:pt x="19760" y="19661"/>
                    <a:pt x="19509" y="19822"/>
                  </a:cubicBezTo>
                  <a:cubicBezTo>
                    <a:pt x="19509" y="19822"/>
                    <a:pt x="19509" y="19822"/>
                    <a:pt x="19593" y="19499"/>
                  </a:cubicBezTo>
                  <a:cubicBezTo>
                    <a:pt x="19593" y="19499"/>
                    <a:pt x="19593" y="19499"/>
                    <a:pt x="19467" y="19284"/>
                  </a:cubicBezTo>
                  <a:cubicBezTo>
                    <a:pt x="19467" y="19284"/>
                    <a:pt x="19467" y="19284"/>
                    <a:pt x="19425" y="19122"/>
                  </a:cubicBezTo>
                  <a:cubicBezTo>
                    <a:pt x="19425" y="19122"/>
                    <a:pt x="19425" y="19122"/>
                    <a:pt x="19425" y="18961"/>
                  </a:cubicBezTo>
                  <a:cubicBezTo>
                    <a:pt x="19425" y="18961"/>
                    <a:pt x="19425" y="18961"/>
                    <a:pt x="19593" y="18637"/>
                  </a:cubicBezTo>
                  <a:cubicBezTo>
                    <a:pt x="19593" y="18637"/>
                    <a:pt x="19593" y="18637"/>
                    <a:pt x="19383" y="18637"/>
                  </a:cubicBezTo>
                  <a:cubicBezTo>
                    <a:pt x="19383" y="18637"/>
                    <a:pt x="19383" y="18637"/>
                    <a:pt x="19300" y="18745"/>
                  </a:cubicBezTo>
                  <a:cubicBezTo>
                    <a:pt x="19300" y="18745"/>
                    <a:pt x="19300" y="18745"/>
                    <a:pt x="19300" y="18853"/>
                  </a:cubicBezTo>
                  <a:cubicBezTo>
                    <a:pt x="19300" y="18853"/>
                    <a:pt x="19300" y="18853"/>
                    <a:pt x="19300" y="19176"/>
                  </a:cubicBezTo>
                  <a:cubicBezTo>
                    <a:pt x="19300" y="19176"/>
                    <a:pt x="19300" y="19176"/>
                    <a:pt x="19174" y="19284"/>
                  </a:cubicBezTo>
                  <a:cubicBezTo>
                    <a:pt x="19174" y="19284"/>
                    <a:pt x="19174" y="19284"/>
                    <a:pt x="19091" y="19392"/>
                  </a:cubicBezTo>
                  <a:cubicBezTo>
                    <a:pt x="19091" y="19392"/>
                    <a:pt x="19091" y="19284"/>
                    <a:pt x="19091" y="19230"/>
                  </a:cubicBezTo>
                  <a:cubicBezTo>
                    <a:pt x="19091" y="19176"/>
                    <a:pt x="19049" y="19014"/>
                    <a:pt x="19049" y="19014"/>
                  </a:cubicBezTo>
                  <a:cubicBezTo>
                    <a:pt x="19049" y="19014"/>
                    <a:pt x="19007" y="18853"/>
                    <a:pt x="19007" y="18745"/>
                  </a:cubicBezTo>
                  <a:cubicBezTo>
                    <a:pt x="19007" y="18691"/>
                    <a:pt x="18965" y="18584"/>
                    <a:pt x="18965" y="18584"/>
                  </a:cubicBezTo>
                  <a:cubicBezTo>
                    <a:pt x="18965" y="18584"/>
                    <a:pt x="18923" y="18476"/>
                    <a:pt x="18923" y="18422"/>
                  </a:cubicBezTo>
                  <a:cubicBezTo>
                    <a:pt x="18923" y="18314"/>
                    <a:pt x="18923" y="18260"/>
                    <a:pt x="18923" y="18260"/>
                  </a:cubicBezTo>
                  <a:cubicBezTo>
                    <a:pt x="18923" y="18260"/>
                    <a:pt x="18965" y="18153"/>
                    <a:pt x="19049" y="18153"/>
                  </a:cubicBezTo>
                  <a:cubicBezTo>
                    <a:pt x="19091" y="18099"/>
                    <a:pt x="19132" y="17991"/>
                    <a:pt x="19132" y="17991"/>
                  </a:cubicBezTo>
                  <a:cubicBezTo>
                    <a:pt x="19132" y="17991"/>
                    <a:pt x="19132" y="17991"/>
                    <a:pt x="19300" y="17776"/>
                  </a:cubicBezTo>
                  <a:cubicBezTo>
                    <a:pt x="19300" y="17776"/>
                    <a:pt x="19300" y="17776"/>
                    <a:pt x="19132" y="17399"/>
                  </a:cubicBezTo>
                  <a:cubicBezTo>
                    <a:pt x="19132" y="17399"/>
                    <a:pt x="19132" y="17399"/>
                    <a:pt x="19049" y="17452"/>
                  </a:cubicBezTo>
                  <a:cubicBezTo>
                    <a:pt x="19049" y="17452"/>
                    <a:pt x="19049" y="17452"/>
                    <a:pt x="18965" y="17722"/>
                  </a:cubicBezTo>
                  <a:cubicBezTo>
                    <a:pt x="18965" y="17722"/>
                    <a:pt x="18965" y="17722"/>
                    <a:pt x="18798" y="17991"/>
                  </a:cubicBezTo>
                  <a:cubicBezTo>
                    <a:pt x="18798" y="17991"/>
                    <a:pt x="18798" y="17991"/>
                    <a:pt x="18672" y="18099"/>
                  </a:cubicBezTo>
                  <a:cubicBezTo>
                    <a:pt x="18672" y="18099"/>
                    <a:pt x="18672" y="18099"/>
                    <a:pt x="18630" y="18206"/>
                  </a:cubicBezTo>
                  <a:cubicBezTo>
                    <a:pt x="18630" y="18206"/>
                    <a:pt x="18630" y="18206"/>
                    <a:pt x="18714" y="18637"/>
                  </a:cubicBezTo>
                  <a:cubicBezTo>
                    <a:pt x="18714" y="18637"/>
                    <a:pt x="18714" y="18637"/>
                    <a:pt x="18881" y="19230"/>
                  </a:cubicBezTo>
                  <a:cubicBezTo>
                    <a:pt x="18881" y="19230"/>
                    <a:pt x="18881" y="19230"/>
                    <a:pt x="18714" y="19176"/>
                  </a:cubicBezTo>
                  <a:cubicBezTo>
                    <a:pt x="18714" y="19176"/>
                    <a:pt x="18714" y="19176"/>
                    <a:pt x="18463" y="18530"/>
                  </a:cubicBezTo>
                  <a:cubicBezTo>
                    <a:pt x="18463" y="18530"/>
                    <a:pt x="18463" y="18530"/>
                    <a:pt x="18170" y="17991"/>
                  </a:cubicBezTo>
                  <a:cubicBezTo>
                    <a:pt x="18170" y="17991"/>
                    <a:pt x="18170" y="17991"/>
                    <a:pt x="18086" y="18314"/>
                  </a:cubicBezTo>
                  <a:cubicBezTo>
                    <a:pt x="18086" y="18314"/>
                    <a:pt x="18086" y="18314"/>
                    <a:pt x="18003" y="18260"/>
                  </a:cubicBezTo>
                  <a:cubicBezTo>
                    <a:pt x="18003" y="18260"/>
                    <a:pt x="18003" y="18260"/>
                    <a:pt x="17877" y="17883"/>
                  </a:cubicBezTo>
                  <a:cubicBezTo>
                    <a:pt x="17877" y="17883"/>
                    <a:pt x="17877" y="17883"/>
                    <a:pt x="17710" y="17722"/>
                  </a:cubicBezTo>
                  <a:cubicBezTo>
                    <a:pt x="17710" y="17722"/>
                    <a:pt x="17710" y="17722"/>
                    <a:pt x="17291" y="17129"/>
                  </a:cubicBezTo>
                  <a:cubicBezTo>
                    <a:pt x="17291" y="17129"/>
                    <a:pt x="17291" y="17129"/>
                    <a:pt x="17291" y="16752"/>
                  </a:cubicBezTo>
                  <a:cubicBezTo>
                    <a:pt x="17291" y="16752"/>
                    <a:pt x="17291" y="16752"/>
                    <a:pt x="17208" y="16968"/>
                  </a:cubicBezTo>
                  <a:cubicBezTo>
                    <a:pt x="17208" y="16968"/>
                    <a:pt x="17208" y="16968"/>
                    <a:pt x="16999" y="16860"/>
                  </a:cubicBezTo>
                  <a:cubicBezTo>
                    <a:pt x="16999" y="16860"/>
                    <a:pt x="16999" y="16860"/>
                    <a:pt x="16538" y="16321"/>
                  </a:cubicBezTo>
                  <a:cubicBezTo>
                    <a:pt x="16538" y="16321"/>
                    <a:pt x="16538" y="16321"/>
                    <a:pt x="16245" y="15890"/>
                  </a:cubicBezTo>
                  <a:cubicBezTo>
                    <a:pt x="16245" y="15890"/>
                    <a:pt x="16245" y="15890"/>
                    <a:pt x="16078" y="15944"/>
                  </a:cubicBezTo>
                  <a:cubicBezTo>
                    <a:pt x="16078" y="15944"/>
                    <a:pt x="16078" y="15944"/>
                    <a:pt x="15702" y="15836"/>
                  </a:cubicBezTo>
                  <a:cubicBezTo>
                    <a:pt x="15702" y="15836"/>
                    <a:pt x="15702" y="15836"/>
                    <a:pt x="15451" y="15513"/>
                  </a:cubicBezTo>
                  <a:cubicBezTo>
                    <a:pt x="15451" y="15513"/>
                    <a:pt x="15451" y="15513"/>
                    <a:pt x="15451" y="15136"/>
                  </a:cubicBezTo>
                  <a:cubicBezTo>
                    <a:pt x="15451" y="15136"/>
                    <a:pt x="15451" y="15136"/>
                    <a:pt x="15325" y="15244"/>
                  </a:cubicBezTo>
                  <a:cubicBezTo>
                    <a:pt x="15325" y="15244"/>
                    <a:pt x="15325" y="15244"/>
                    <a:pt x="14823" y="15244"/>
                  </a:cubicBezTo>
                  <a:cubicBezTo>
                    <a:pt x="14823" y="15244"/>
                    <a:pt x="14823" y="15244"/>
                    <a:pt x="14572" y="15190"/>
                  </a:cubicBezTo>
                  <a:cubicBezTo>
                    <a:pt x="14572" y="15190"/>
                    <a:pt x="14572" y="15190"/>
                    <a:pt x="14279" y="15082"/>
                  </a:cubicBezTo>
                  <a:cubicBezTo>
                    <a:pt x="14279" y="15082"/>
                    <a:pt x="14279" y="15082"/>
                    <a:pt x="13735" y="15028"/>
                  </a:cubicBezTo>
                  <a:cubicBezTo>
                    <a:pt x="13735" y="15028"/>
                    <a:pt x="13735" y="15028"/>
                    <a:pt x="13191" y="15190"/>
                  </a:cubicBezTo>
                  <a:cubicBezTo>
                    <a:pt x="13191" y="15190"/>
                    <a:pt x="13191" y="15190"/>
                    <a:pt x="12815" y="15298"/>
                  </a:cubicBezTo>
                  <a:cubicBezTo>
                    <a:pt x="12815" y="15298"/>
                    <a:pt x="12815" y="15298"/>
                    <a:pt x="12898" y="14867"/>
                  </a:cubicBezTo>
                  <a:cubicBezTo>
                    <a:pt x="12898" y="14867"/>
                    <a:pt x="12898" y="14867"/>
                    <a:pt x="12773" y="14975"/>
                  </a:cubicBezTo>
                  <a:cubicBezTo>
                    <a:pt x="12773" y="14975"/>
                    <a:pt x="12773" y="14975"/>
                    <a:pt x="12564" y="14813"/>
                  </a:cubicBezTo>
                  <a:cubicBezTo>
                    <a:pt x="12564" y="14813"/>
                    <a:pt x="12564" y="14813"/>
                    <a:pt x="12396" y="14705"/>
                  </a:cubicBezTo>
                  <a:cubicBezTo>
                    <a:pt x="12396" y="14705"/>
                    <a:pt x="12396" y="14705"/>
                    <a:pt x="12229" y="14705"/>
                  </a:cubicBezTo>
                  <a:cubicBezTo>
                    <a:pt x="12229" y="14705"/>
                    <a:pt x="12229" y="14705"/>
                    <a:pt x="12103" y="14705"/>
                  </a:cubicBezTo>
                  <a:cubicBezTo>
                    <a:pt x="12103" y="14705"/>
                    <a:pt x="12103" y="14705"/>
                    <a:pt x="11894" y="14867"/>
                  </a:cubicBezTo>
                  <a:cubicBezTo>
                    <a:pt x="11894" y="14867"/>
                    <a:pt x="11894" y="14867"/>
                    <a:pt x="11727" y="14975"/>
                  </a:cubicBezTo>
                  <a:cubicBezTo>
                    <a:pt x="11727" y="14975"/>
                    <a:pt x="11727" y="14975"/>
                    <a:pt x="11559" y="15244"/>
                  </a:cubicBezTo>
                  <a:cubicBezTo>
                    <a:pt x="11559" y="15244"/>
                    <a:pt x="11559" y="15244"/>
                    <a:pt x="11476" y="15352"/>
                  </a:cubicBezTo>
                  <a:cubicBezTo>
                    <a:pt x="11476" y="15352"/>
                    <a:pt x="11476" y="15352"/>
                    <a:pt x="11267" y="15298"/>
                  </a:cubicBezTo>
                  <a:cubicBezTo>
                    <a:pt x="11267" y="15298"/>
                    <a:pt x="11267" y="15298"/>
                    <a:pt x="11476" y="15082"/>
                  </a:cubicBezTo>
                  <a:cubicBezTo>
                    <a:pt x="11476" y="15082"/>
                    <a:pt x="11476" y="15082"/>
                    <a:pt x="11727" y="14759"/>
                  </a:cubicBezTo>
                  <a:cubicBezTo>
                    <a:pt x="11727" y="14759"/>
                    <a:pt x="11727" y="14759"/>
                    <a:pt x="11894" y="14544"/>
                  </a:cubicBezTo>
                  <a:cubicBezTo>
                    <a:pt x="11894" y="14544"/>
                    <a:pt x="11894" y="14544"/>
                    <a:pt x="12020" y="14328"/>
                  </a:cubicBezTo>
                  <a:cubicBezTo>
                    <a:pt x="12020" y="14328"/>
                    <a:pt x="12020" y="14328"/>
                    <a:pt x="11936" y="14328"/>
                  </a:cubicBezTo>
                  <a:cubicBezTo>
                    <a:pt x="11936" y="14328"/>
                    <a:pt x="11936" y="14328"/>
                    <a:pt x="11769" y="14220"/>
                  </a:cubicBezTo>
                  <a:cubicBezTo>
                    <a:pt x="11769" y="14220"/>
                    <a:pt x="11769" y="14220"/>
                    <a:pt x="11769" y="13843"/>
                  </a:cubicBezTo>
                  <a:cubicBezTo>
                    <a:pt x="11769" y="13843"/>
                    <a:pt x="11769" y="13843"/>
                    <a:pt x="11601" y="14005"/>
                  </a:cubicBezTo>
                  <a:cubicBezTo>
                    <a:pt x="11601" y="14005"/>
                    <a:pt x="11601" y="14005"/>
                    <a:pt x="11559" y="14059"/>
                  </a:cubicBezTo>
                  <a:cubicBezTo>
                    <a:pt x="11559" y="14059"/>
                    <a:pt x="11559" y="14059"/>
                    <a:pt x="11267" y="14059"/>
                  </a:cubicBezTo>
                  <a:cubicBezTo>
                    <a:pt x="11267" y="14059"/>
                    <a:pt x="11267" y="14059"/>
                    <a:pt x="11016" y="14005"/>
                  </a:cubicBezTo>
                  <a:cubicBezTo>
                    <a:pt x="11016" y="14005"/>
                    <a:pt x="11016" y="14005"/>
                    <a:pt x="10890" y="14167"/>
                  </a:cubicBezTo>
                  <a:cubicBezTo>
                    <a:pt x="10890" y="14167"/>
                    <a:pt x="10890" y="14167"/>
                    <a:pt x="10806" y="14490"/>
                  </a:cubicBezTo>
                  <a:cubicBezTo>
                    <a:pt x="10806" y="14490"/>
                    <a:pt x="10806" y="14490"/>
                    <a:pt x="10974" y="14759"/>
                  </a:cubicBezTo>
                  <a:cubicBezTo>
                    <a:pt x="10974" y="14759"/>
                    <a:pt x="10974" y="14759"/>
                    <a:pt x="10890" y="15190"/>
                  </a:cubicBezTo>
                  <a:cubicBezTo>
                    <a:pt x="10890" y="15190"/>
                    <a:pt x="10890" y="15190"/>
                    <a:pt x="10681" y="15459"/>
                  </a:cubicBezTo>
                  <a:cubicBezTo>
                    <a:pt x="10681" y="15459"/>
                    <a:pt x="10681" y="15459"/>
                    <a:pt x="10472" y="15459"/>
                  </a:cubicBezTo>
                  <a:cubicBezTo>
                    <a:pt x="10472" y="15459"/>
                    <a:pt x="10472" y="15459"/>
                    <a:pt x="10221" y="15459"/>
                  </a:cubicBezTo>
                  <a:cubicBezTo>
                    <a:pt x="10221" y="15459"/>
                    <a:pt x="10221" y="15459"/>
                    <a:pt x="10137" y="15836"/>
                  </a:cubicBezTo>
                  <a:cubicBezTo>
                    <a:pt x="10137" y="15836"/>
                    <a:pt x="10137" y="15836"/>
                    <a:pt x="9802" y="15998"/>
                  </a:cubicBezTo>
                  <a:cubicBezTo>
                    <a:pt x="9802" y="15998"/>
                    <a:pt x="9802" y="15998"/>
                    <a:pt x="9760" y="16106"/>
                  </a:cubicBezTo>
                  <a:cubicBezTo>
                    <a:pt x="9760" y="16106"/>
                    <a:pt x="9760" y="16106"/>
                    <a:pt x="9468" y="16375"/>
                  </a:cubicBezTo>
                  <a:cubicBezTo>
                    <a:pt x="9468" y="16375"/>
                    <a:pt x="9468" y="16375"/>
                    <a:pt x="9175" y="16483"/>
                  </a:cubicBezTo>
                  <a:cubicBezTo>
                    <a:pt x="9175" y="16483"/>
                    <a:pt x="9175" y="16483"/>
                    <a:pt x="9007" y="16537"/>
                  </a:cubicBezTo>
                  <a:cubicBezTo>
                    <a:pt x="9007" y="16537"/>
                    <a:pt x="9007" y="16537"/>
                    <a:pt x="8924" y="16375"/>
                  </a:cubicBezTo>
                  <a:cubicBezTo>
                    <a:pt x="8924" y="16375"/>
                    <a:pt x="8924" y="16375"/>
                    <a:pt x="8882" y="16267"/>
                  </a:cubicBezTo>
                  <a:cubicBezTo>
                    <a:pt x="8882" y="16267"/>
                    <a:pt x="8882" y="16267"/>
                    <a:pt x="9091" y="16160"/>
                  </a:cubicBezTo>
                  <a:cubicBezTo>
                    <a:pt x="9091" y="16160"/>
                    <a:pt x="9091" y="16160"/>
                    <a:pt x="9258" y="15890"/>
                  </a:cubicBezTo>
                  <a:cubicBezTo>
                    <a:pt x="9258" y="15890"/>
                    <a:pt x="9258" y="15890"/>
                    <a:pt x="9049" y="15890"/>
                  </a:cubicBezTo>
                  <a:cubicBezTo>
                    <a:pt x="9049" y="15890"/>
                    <a:pt x="9049" y="15890"/>
                    <a:pt x="8965" y="15729"/>
                  </a:cubicBezTo>
                  <a:cubicBezTo>
                    <a:pt x="8965" y="15729"/>
                    <a:pt x="8965" y="15729"/>
                    <a:pt x="9175" y="15352"/>
                  </a:cubicBezTo>
                  <a:cubicBezTo>
                    <a:pt x="9175" y="15352"/>
                    <a:pt x="9175" y="15352"/>
                    <a:pt x="9258" y="14975"/>
                  </a:cubicBezTo>
                  <a:cubicBezTo>
                    <a:pt x="9258" y="14975"/>
                    <a:pt x="9258" y="14975"/>
                    <a:pt x="9384" y="14436"/>
                  </a:cubicBezTo>
                  <a:cubicBezTo>
                    <a:pt x="9384" y="14436"/>
                    <a:pt x="9384" y="14436"/>
                    <a:pt x="9593" y="14113"/>
                  </a:cubicBezTo>
                  <a:cubicBezTo>
                    <a:pt x="9593" y="14113"/>
                    <a:pt x="9593" y="14113"/>
                    <a:pt x="10346" y="14220"/>
                  </a:cubicBezTo>
                  <a:cubicBezTo>
                    <a:pt x="10346" y="14220"/>
                    <a:pt x="10346" y="14220"/>
                    <a:pt x="10221" y="14005"/>
                  </a:cubicBezTo>
                  <a:cubicBezTo>
                    <a:pt x="10221" y="14005"/>
                    <a:pt x="10221" y="14005"/>
                    <a:pt x="10011" y="13951"/>
                  </a:cubicBezTo>
                  <a:cubicBezTo>
                    <a:pt x="10011" y="13951"/>
                    <a:pt x="10011" y="13951"/>
                    <a:pt x="9635" y="13736"/>
                  </a:cubicBezTo>
                  <a:cubicBezTo>
                    <a:pt x="9635" y="13736"/>
                    <a:pt x="9635" y="13736"/>
                    <a:pt x="9342" y="13897"/>
                  </a:cubicBezTo>
                  <a:cubicBezTo>
                    <a:pt x="9342" y="13897"/>
                    <a:pt x="9342" y="13897"/>
                    <a:pt x="9091" y="14167"/>
                  </a:cubicBezTo>
                  <a:cubicBezTo>
                    <a:pt x="9091" y="14167"/>
                    <a:pt x="9091" y="14167"/>
                    <a:pt x="8840" y="14436"/>
                  </a:cubicBezTo>
                  <a:cubicBezTo>
                    <a:pt x="8840" y="14436"/>
                    <a:pt x="8840" y="14436"/>
                    <a:pt x="8714" y="14759"/>
                  </a:cubicBezTo>
                  <a:cubicBezTo>
                    <a:pt x="8714" y="14759"/>
                    <a:pt x="8714" y="14759"/>
                    <a:pt x="8673" y="15028"/>
                  </a:cubicBezTo>
                  <a:cubicBezTo>
                    <a:pt x="8673" y="15028"/>
                    <a:pt x="8673" y="15028"/>
                    <a:pt x="8505" y="15028"/>
                  </a:cubicBezTo>
                  <a:cubicBezTo>
                    <a:pt x="8505" y="15028"/>
                    <a:pt x="8505" y="15028"/>
                    <a:pt x="8505" y="15136"/>
                  </a:cubicBezTo>
                  <a:cubicBezTo>
                    <a:pt x="8505" y="15136"/>
                    <a:pt x="8505" y="15136"/>
                    <a:pt x="8589" y="15352"/>
                  </a:cubicBezTo>
                  <a:cubicBezTo>
                    <a:pt x="8589" y="15352"/>
                    <a:pt x="8589" y="15352"/>
                    <a:pt x="8547" y="15513"/>
                  </a:cubicBezTo>
                  <a:cubicBezTo>
                    <a:pt x="8547" y="15513"/>
                    <a:pt x="8547" y="15513"/>
                    <a:pt x="8422" y="15675"/>
                  </a:cubicBezTo>
                  <a:cubicBezTo>
                    <a:pt x="8422" y="15675"/>
                    <a:pt x="8422" y="15675"/>
                    <a:pt x="8129" y="15890"/>
                  </a:cubicBezTo>
                  <a:cubicBezTo>
                    <a:pt x="8129" y="15890"/>
                    <a:pt x="8129" y="15890"/>
                    <a:pt x="7961" y="16052"/>
                  </a:cubicBezTo>
                  <a:cubicBezTo>
                    <a:pt x="7961" y="16052"/>
                    <a:pt x="7961" y="16052"/>
                    <a:pt x="7752" y="16321"/>
                  </a:cubicBezTo>
                  <a:cubicBezTo>
                    <a:pt x="7752" y="16321"/>
                    <a:pt x="7752" y="16321"/>
                    <a:pt x="7710" y="16591"/>
                  </a:cubicBezTo>
                  <a:cubicBezTo>
                    <a:pt x="7710" y="16591"/>
                    <a:pt x="7710" y="16591"/>
                    <a:pt x="8003" y="16698"/>
                  </a:cubicBezTo>
                  <a:cubicBezTo>
                    <a:pt x="8003" y="16698"/>
                    <a:pt x="8003" y="16698"/>
                    <a:pt x="8045" y="17075"/>
                  </a:cubicBezTo>
                  <a:cubicBezTo>
                    <a:pt x="8045" y="17075"/>
                    <a:pt x="8045" y="17075"/>
                    <a:pt x="7920" y="17291"/>
                  </a:cubicBezTo>
                  <a:cubicBezTo>
                    <a:pt x="7920" y="17291"/>
                    <a:pt x="7920" y="17291"/>
                    <a:pt x="7710" y="17452"/>
                  </a:cubicBezTo>
                  <a:cubicBezTo>
                    <a:pt x="7710" y="17452"/>
                    <a:pt x="7710" y="17452"/>
                    <a:pt x="7459" y="17883"/>
                  </a:cubicBezTo>
                  <a:cubicBezTo>
                    <a:pt x="7459" y="17883"/>
                    <a:pt x="7459" y="17883"/>
                    <a:pt x="7083" y="18206"/>
                  </a:cubicBezTo>
                  <a:cubicBezTo>
                    <a:pt x="7083" y="18206"/>
                    <a:pt x="7083" y="18206"/>
                    <a:pt x="6330" y="18691"/>
                  </a:cubicBezTo>
                  <a:cubicBezTo>
                    <a:pt x="6330" y="18691"/>
                    <a:pt x="6330" y="18691"/>
                    <a:pt x="6288" y="19122"/>
                  </a:cubicBezTo>
                  <a:cubicBezTo>
                    <a:pt x="6288" y="19122"/>
                    <a:pt x="6288" y="19122"/>
                    <a:pt x="5995" y="19284"/>
                  </a:cubicBezTo>
                  <a:cubicBezTo>
                    <a:pt x="5995" y="19284"/>
                    <a:pt x="5995" y="19284"/>
                    <a:pt x="5702" y="19499"/>
                  </a:cubicBezTo>
                  <a:cubicBezTo>
                    <a:pt x="5702" y="19499"/>
                    <a:pt x="5702" y="19499"/>
                    <a:pt x="5325" y="19661"/>
                  </a:cubicBezTo>
                  <a:cubicBezTo>
                    <a:pt x="5325" y="19661"/>
                    <a:pt x="5325" y="19661"/>
                    <a:pt x="5200" y="19769"/>
                  </a:cubicBezTo>
                  <a:cubicBezTo>
                    <a:pt x="5200" y="19769"/>
                    <a:pt x="5200" y="19769"/>
                    <a:pt x="5033" y="19930"/>
                  </a:cubicBezTo>
                  <a:cubicBezTo>
                    <a:pt x="5033" y="19930"/>
                    <a:pt x="5033" y="19930"/>
                    <a:pt x="4907" y="20092"/>
                  </a:cubicBezTo>
                  <a:cubicBezTo>
                    <a:pt x="4907" y="20092"/>
                    <a:pt x="4907" y="20092"/>
                    <a:pt x="4823" y="20415"/>
                  </a:cubicBezTo>
                  <a:cubicBezTo>
                    <a:pt x="4823" y="20415"/>
                    <a:pt x="4823" y="20415"/>
                    <a:pt x="4614" y="20469"/>
                  </a:cubicBezTo>
                  <a:cubicBezTo>
                    <a:pt x="4614" y="20469"/>
                    <a:pt x="4614" y="20469"/>
                    <a:pt x="4321" y="20577"/>
                  </a:cubicBezTo>
                  <a:cubicBezTo>
                    <a:pt x="4321" y="20577"/>
                    <a:pt x="4321" y="20577"/>
                    <a:pt x="4112" y="20577"/>
                  </a:cubicBezTo>
                  <a:cubicBezTo>
                    <a:pt x="4112" y="20577"/>
                    <a:pt x="4112" y="20577"/>
                    <a:pt x="3903" y="20684"/>
                  </a:cubicBezTo>
                  <a:cubicBezTo>
                    <a:pt x="3903" y="20684"/>
                    <a:pt x="3903" y="20684"/>
                    <a:pt x="3610" y="20900"/>
                  </a:cubicBezTo>
                  <a:cubicBezTo>
                    <a:pt x="3610" y="20900"/>
                    <a:pt x="3610" y="20900"/>
                    <a:pt x="3694" y="21169"/>
                  </a:cubicBezTo>
                  <a:cubicBezTo>
                    <a:pt x="3694" y="21169"/>
                    <a:pt x="3694" y="21169"/>
                    <a:pt x="3610" y="21223"/>
                  </a:cubicBezTo>
                  <a:cubicBezTo>
                    <a:pt x="3610" y="21223"/>
                    <a:pt x="3610" y="21223"/>
                    <a:pt x="3401" y="21061"/>
                  </a:cubicBezTo>
                  <a:cubicBezTo>
                    <a:pt x="3401" y="21061"/>
                    <a:pt x="3401" y="21061"/>
                    <a:pt x="3192" y="20954"/>
                  </a:cubicBezTo>
                  <a:cubicBezTo>
                    <a:pt x="3192" y="20954"/>
                    <a:pt x="3192" y="20954"/>
                    <a:pt x="3024" y="20630"/>
                  </a:cubicBezTo>
                  <a:cubicBezTo>
                    <a:pt x="3024" y="20630"/>
                    <a:pt x="3024" y="20630"/>
                    <a:pt x="2983" y="20738"/>
                  </a:cubicBezTo>
                  <a:cubicBezTo>
                    <a:pt x="2983" y="20738"/>
                    <a:pt x="2983" y="20738"/>
                    <a:pt x="2983" y="21169"/>
                  </a:cubicBezTo>
                  <a:cubicBezTo>
                    <a:pt x="2983" y="21169"/>
                    <a:pt x="2983" y="21169"/>
                    <a:pt x="2731" y="21169"/>
                  </a:cubicBezTo>
                  <a:cubicBezTo>
                    <a:pt x="2731" y="21169"/>
                    <a:pt x="2731" y="21169"/>
                    <a:pt x="2731" y="21331"/>
                  </a:cubicBezTo>
                  <a:cubicBezTo>
                    <a:pt x="2731" y="21331"/>
                    <a:pt x="2731" y="21331"/>
                    <a:pt x="2480" y="21331"/>
                  </a:cubicBezTo>
                  <a:cubicBezTo>
                    <a:pt x="2480" y="21331"/>
                    <a:pt x="2480" y="21331"/>
                    <a:pt x="2480" y="21277"/>
                  </a:cubicBezTo>
                  <a:cubicBezTo>
                    <a:pt x="2480" y="21223"/>
                    <a:pt x="2355" y="21223"/>
                    <a:pt x="2355" y="21223"/>
                  </a:cubicBezTo>
                  <a:cubicBezTo>
                    <a:pt x="2355" y="21223"/>
                    <a:pt x="2355" y="21223"/>
                    <a:pt x="2188" y="21223"/>
                  </a:cubicBezTo>
                  <a:cubicBezTo>
                    <a:pt x="2188" y="21223"/>
                    <a:pt x="2188" y="21223"/>
                    <a:pt x="1978" y="21277"/>
                  </a:cubicBezTo>
                  <a:cubicBezTo>
                    <a:pt x="1978" y="21277"/>
                    <a:pt x="1978" y="21277"/>
                    <a:pt x="1727" y="21600"/>
                  </a:cubicBezTo>
                  <a:cubicBezTo>
                    <a:pt x="1727" y="21600"/>
                    <a:pt x="1727" y="21600"/>
                    <a:pt x="1267" y="21600"/>
                  </a:cubicBezTo>
                  <a:cubicBezTo>
                    <a:pt x="1267" y="21600"/>
                    <a:pt x="1267" y="21600"/>
                    <a:pt x="849" y="21600"/>
                  </a:cubicBezTo>
                  <a:cubicBezTo>
                    <a:pt x="849" y="21600"/>
                    <a:pt x="849" y="21600"/>
                    <a:pt x="849" y="21385"/>
                  </a:cubicBezTo>
                  <a:cubicBezTo>
                    <a:pt x="849" y="21385"/>
                    <a:pt x="849" y="21385"/>
                    <a:pt x="1142" y="20954"/>
                  </a:cubicBezTo>
                  <a:cubicBezTo>
                    <a:pt x="1142" y="20954"/>
                    <a:pt x="1142" y="20954"/>
                    <a:pt x="1644" y="20954"/>
                  </a:cubicBezTo>
                  <a:cubicBezTo>
                    <a:pt x="1644" y="20954"/>
                    <a:pt x="1644" y="20954"/>
                    <a:pt x="1853" y="20954"/>
                  </a:cubicBezTo>
                  <a:cubicBezTo>
                    <a:pt x="1853" y="20954"/>
                    <a:pt x="1853" y="20954"/>
                    <a:pt x="2062" y="20792"/>
                  </a:cubicBezTo>
                  <a:cubicBezTo>
                    <a:pt x="2062" y="20792"/>
                    <a:pt x="2062" y="20792"/>
                    <a:pt x="2355" y="20684"/>
                  </a:cubicBezTo>
                  <a:cubicBezTo>
                    <a:pt x="2355" y="20684"/>
                    <a:pt x="2355" y="20684"/>
                    <a:pt x="2480" y="20577"/>
                  </a:cubicBezTo>
                  <a:cubicBezTo>
                    <a:pt x="2480" y="20577"/>
                    <a:pt x="2480" y="20577"/>
                    <a:pt x="2606" y="20307"/>
                  </a:cubicBezTo>
                  <a:cubicBezTo>
                    <a:pt x="2606" y="20307"/>
                    <a:pt x="2606" y="20307"/>
                    <a:pt x="2857" y="20146"/>
                  </a:cubicBezTo>
                  <a:cubicBezTo>
                    <a:pt x="2857" y="20146"/>
                    <a:pt x="2857" y="20146"/>
                    <a:pt x="3234" y="20092"/>
                  </a:cubicBezTo>
                  <a:cubicBezTo>
                    <a:pt x="3234" y="20092"/>
                    <a:pt x="3234" y="20092"/>
                    <a:pt x="3443" y="20092"/>
                  </a:cubicBezTo>
                  <a:cubicBezTo>
                    <a:pt x="3443" y="20092"/>
                    <a:pt x="3443" y="20092"/>
                    <a:pt x="3610" y="20307"/>
                  </a:cubicBezTo>
                  <a:cubicBezTo>
                    <a:pt x="3610" y="20307"/>
                    <a:pt x="3610" y="20307"/>
                    <a:pt x="3777" y="20146"/>
                  </a:cubicBezTo>
                  <a:cubicBezTo>
                    <a:pt x="3777" y="20146"/>
                    <a:pt x="3777" y="20146"/>
                    <a:pt x="3945" y="19822"/>
                  </a:cubicBezTo>
                  <a:cubicBezTo>
                    <a:pt x="3945" y="19822"/>
                    <a:pt x="3945" y="19822"/>
                    <a:pt x="4154" y="19553"/>
                  </a:cubicBezTo>
                  <a:cubicBezTo>
                    <a:pt x="4154" y="19553"/>
                    <a:pt x="4154" y="19553"/>
                    <a:pt x="4363" y="19392"/>
                  </a:cubicBezTo>
                  <a:cubicBezTo>
                    <a:pt x="4363" y="19392"/>
                    <a:pt x="4363" y="19392"/>
                    <a:pt x="4782" y="19284"/>
                  </a:cubicBezTo>
                  <a:cubicBezTo>
                    <a:pt x="4782" y="19284"/>
                    <a:pt x="4782" y="19284"/>
                    <a:pt x="4949" y="19068"/>
                  </a:cubicBezTo>
                  <a:cubicBezTo>
                    <a:pt x="4949" y="19068"/>
                    <a:pt x="4949" y="19068"/>
                    <a:pt x="5158" y="18799"/>
                  </a:cubicBezTo>
                  <a:cubicBezTo>
                    <a:pt x="5158" y="18799"/>
                    <a:pt x="5158" y="18799"/>
                    <a:pt x="5409" y="18530"/>
                  </a:cubicBezTo>
                  <a:cubicBezTo>
                    <a:pt x="5409" y="18530"/>
                    <a:pt x="5409" y="18530"/>
                    <a:pt x="5618" y="18368"/>
                  </a:cubicBezTo>
                  <a:cubicBezTo>
                    <a:pt x="5618" y="18368"/>
                    <a:pt x="5618" y="18368"/>
                    <a:pt x="5702" y="18045"/>
                  </a:cubicBezTo>
                  <a:cubicBezTo>
                    <a:pt x="5702" y="18045"/>
                    <a:pt x="5702" y="18045"/>
                    <a:pt x="5744" y="17560"/>
                  </a:cubicBezTo>
                  <a:cubicBezTo>
                    <a:pt x="5744" y="17560"/>
                    <a:pt x="5744" y="17560"/>
                    <a:pt x="5828" y="17237"/>
                  </a:cubicBezTo>
                  <a:cubicBezTo>
                    <a:pt x="5828" y="17237"/>
                    <a:pt x="5828" y="17237"/>
                    <a:pt x="5869" y="17129"/>
                  </a:cubicBezTo>
                  <a:cubicBezTo>
                    <a:pt x="5869" y="17129"/>
                    <a:pt x="5869" y="17129"/>
                    <a:pt x="6079" y="16752"/>
                  </a:cubicBezTo>
                  <a:cubicBezTo>
                    <a:pt x="6079" y="16752"/>
                    <a:pt x="6079" y="16752"/>
                    <a:pt x="5953" y="16752"/>
                  </a:cubicBezTo>
                  <a:cubicBezTo>
                    <a:pt x="5953" y="16752"/>
                    <a:pt x="5953" y="16752"/>
                    <a:pt x="5744" y="16806"/>
                  </a:cubicBezTo>
                  <a:cubicBezTo>
                    <a:pt x="5744" y="16806"/>
                    <a:pt x="5744" y="16806"/>
                    <a:pt x="5618" y="16806"/>
                  </a:cubicBezTo>
                  <a:cubicBezTo>
                    <a:pt x="5618" y="16806"/>
                    <a:pt x="5618" y="16806"/>
                    <a:pt x="5409" y="16752"/>
                  </a:cubicBezTo>
                  <a:cubicBezTo>
                    <a:pt x="5409" y="16752"/>
                    <a:pt x="5409" y="16752"/>
                    <a:pt x="5325" y="16644"/>
                  </a:cubicBezTo>
                  <a:cubicBezTo>
                    <a:pt x="5325" y="16644"/>
                    <a:pt x="5325" y="16644"/>
                    <a:pt x="5535" y="16375"/>
                  </a:cubicBezTo>
                  <a:cubicBezTo>
                    <a:pt x="5535" y="16375"/>
                    <a:pt x="5535" y="16375"/>
                    <a:pt x="5325" y="16429"/>
                  </a:cubicBezTo>
                  <a:cubicBezTo>
                    <a:pt x="5325" y="16429"/>
                    <a:pt x="5325" y="16429"/>
                    <a:pt x="5200" y="16591"/>
                  </a:cubicBezTo>
                  <a:cubicBezTo>
                    <a:pt x="5200" y="16591"/>
                    <a:pt x="5200" y="16591"/>
                    <a:pt x="5116" y="16968"/>
                  </a:cubicBezTo>
                  <a:cubicBezTo>
                    <a:pt x="5116" y="16968"/>
                    <a:pt x="5116" y="16968"/>
                    <a:pt x="4991" y="17129"/>
                  </a:cubicBezTo>
                  <a:cubicBezTo>
                    <a:pt x="4991" y="17129"/>
                    <a:pt x="4991" y="17129"/>
                    <a:pt x="4949" y="16968"/>
                  </a:cubicBezTo>
                  <a:cubicBezTo>
                    <a:pt x="4949" y="16968"/>
                    <a:pt x="4949" y="16968"/>
                    <a:pt x="4823" y="16752"/>
                  </a:cubicBezTo>
                  <a:cubicBezTo>
                    <a:pt x="4823" y="16752"/>
                    <a:pt x="4823" y="16752"/>
                    <a:pt x="4614" y="16483"/>
                  </a:cubicBezTo>
                  <a:cubicBezTo>
                    <a:pt x="4614" y="16483"/>
                    <a:pt x="4614" y="16483"/>
                    <a:pt x="4280" y="16213"/>
                  </a:cubicBezTo>
                  <a:cubicBezTo>
                    <a:pt x="4280" y="16213"/>
                    <a:pt x="4280" y="16213"/>
                    <a:pt x="4196" y="16213"/>
                  </a:cubicBezTo>
                  <a:cubicBezTo>
                    <a:pt x="4196" y="16213"/>
                    <a:pt x="4196" y="16213"/>
                    <a:pt x="3903" y="16483"/>
                  </a:cubicBezTo>
                  <a:cubicBezTo>
                    <a:pt x="3903" y="16483"/>
                    <a:pt x="3903" y="16483"/>
                    <a:pt x="3736" y="16483"/>
                  </a:cubicBezTo>
                  <a:cubicBezTo>
                    <a:pt x="3736" y="16483"/>
                    <a:pt x="3736" y="16483"/>
                    <a:pt x="3485" y="16483"/>
                  </a:cubicBezTo>
                  <a:cubicBezTo>
                    <a:pt x="3485" y="16483"/>
                    <a:pt x="3485" y="16483"/>
                    <a:pt x="3526" y="15783"/>
                  </a:cubicBezTo>
                  <a:cubicBezTo>
                    <a:pt x="3526" y="15783"/>
                    <a:pt x="3526" y="15783"/>
                    <a:pt x="3568" y="15567"/>
                  </a:cubicBezTo>
                  <a:cubicBezTo>
                    <a:pt x="3568" y="15567"/>
                    <a:pt x="3568" y="15567"/>
                    <a:pt x="3694" y="15352"/>
                  </a:cubicBezTo>
                  <a:cubicBezTo>
                    <a:pt x="3694" y="15352"/>
                    <a:pt x="3694" y="15352"/>
                    <a:pt x="3694" y="15082"/>
                  </a:cubicBezTo>
                  <a:cubicBezTo>
                    <a:pt x="3694" y="15082"/>
                    <a:pt x="3694" y="15082"/>
                    <a:pt x="3652" y="14651"/>
                  </a:cubicBezTo>
                  <a:cubicBezTo>
                    <a:pt x="3652" y="14651"/>
                    <a:pt x="3652" y="14651"/>
                    <a:pt x="3568" y="14220"/>
                  </a:cubicBezTo>
                  <a:cubicBezTo>
                    <a:pt x="3568" y="14220"/>
                    <a:pt x="3568" y="14220"/>
                    <a:pt x="3485" y="14328"/>
                  </a:cubicBezTo>
                  <a:cubicBezTo>
                    <a:pt x="3485" y="14328"/>
                    <a:pt x="3485" y="14328"/>
                    <a:pt x="3317" y="14544"/>
                  </a:cubicBezTo>
                  <a:cubicBezTo>
                    <a:pt x="3317" y="14544"/>
                    <a:pt x="3317" y="14544"/>
                    <a:pt x="3192" y="14651"/>
                  </a:cubicBezTo>
                  <a:cubicBezTo>
                    <a:pt x="3192" y="14651"/>
                    <a:pt x="3192" y="14651"/>
                    <a:pt x="3066" y="14651"/>
                  </a:cubicBezTo>
                  <a:cubicBezTo>
                    <a:pt x="3066" y="14651"/>
                    <a:pt x="3066" y="14651"/>
                    <a:pt x="2941" y="14490"/>
                  </a:cubicBezTo>
                  <a:cubicBezTo>
                    <a:pt x="2941" y="14490"/>
                    <a:pt x="2941" y="14490"/>
                    <a:pt x="2857" y="14490"/>
                  </a:cubicBezTo>
                  <a:cubicBezTo>
                    <a:pt x="2857" y="14490"/>
                    <a:pt x="2857" y="14490"/>
                    <a:pt x="2690" y="14382"/>
                  </a:cubicBezTo>
                  <a:cubicBezTo>
                    <a:pt x="2690" y="14382"/>
                    <a:pt x="2690" y="14382"/>
                    <a:pt x="2564" y="14220"/>
                  </a:cubicBezTo>
                  <a:cubicBezTo>
                    <a:pt x="2564" y="14220"/>
                    <a:pt x="2564" y="14220"/>
                    <a:pt x="2439" y="14113"/>
                  </a:cubicBezTo>
                  <a:cubicBezTo>
                    <a:pt x="2439" y="14113"/>
                    <a:pt x="2439" y="14113"/>
                    <a:pt x="2313" y="13951"/>
                  </a:cubicBezTo>
                  <a:cubicBezTo>
                    <a:pt x="2313" y="13951"/>
                    <a:pt x="2313" y="13951"/>
                    <a:pt x="2271" y="13790"/>
                  </a:cubicBezTo>
                  <a:cubicBezTo>
                    <a:pt x="2271" y="13790"/>
                    <a:pt x="2271" y="13790"/>
                    <a:pt x="2229" y="13412"/>
                  </a:cubicBezTo>
                  <a:cubicBezTo>
                    <a:pt x="2229" y="13412"/>
                    <a:pt x="2229" y="13412"/>
                    <a:pt x="2397" y="13251"/>
                  </a:cubicBezTo>
                  <a:cubicBezTo>
                    <a:pt x="2397" y="13251"/>
                    <a:pt x="2397" y="13251"/>
                    <a:pt x="2564" y="13251"/>
                  </a:cubicBezTo>
                  <a:cubicBezTo>
                    <a:pt x="2564" y="13251"/>
                    <a:pt x="2564" y="13251"/>
                    <a:pt x="2773" y="13251"/>
                  </a:cubicBezTo>
                  <a:cubicBezTo>
                    <a:pt x="2773" y="13251"/>
                    <a:pt x="2773" y="13251"/>
                    <a:pt x="2983" y="13412"/>
                  </a:cubicBezTo>
                  <a:cubicBezTo>
                    <a:pt x="2983" y="13412"/>
                    <a:pt x="2983" y="13412"/>
                    <a:pt x="3066" y="13143"/>
                  </a:cubicBezTo>
                  <a:cubicBezTo>
                    <a:pt x="3066" y="13143"/>
                    <a:pt x="3066" y="13143"/>
                    <a:pt x="2941" y="12982"/>
                  </a:cubicBezTo>
                  <a:cubicBezTo>
                    <a:pt x="2941" y="12982"/>
                    <a:pt x="2941" y="12982"/>
                    <a:pt x="2899" y="12982"/>
                  </a:cubicBezTo>
                  <a:cubicBezTo>
                    <a:pt x="2899" y="12982"/>
                    <a:pt x="2899" y="12982"/>
                    <a:pt x="2690" y="12982"/>
                  </a:cubicBezTo>
                  <a:cubicBezTo>
                    <a:pt x="2690" y="12982"/>
                    <a:pt x="2690" y="12982"/>
                    <a:pt x="2564" y="12982"/>
                  </a:cubicBezTo>
                  <a:cubicBezTo>
                    <a:pt x="2564" y="12982"/>
                    <a:pt x="2564" y="12982"/>
                    <a:pt x="2313" y="12766"/>
                  </a:cubicBezTo>
                  <a:cubicBezTo>
                    <a:pt x="2313" y="12766"/>
                    <a:pt x="2313" y="12766"/>
                    <a:pt x="2229" y="12551"/>
                  </a:cubicBezTo>
                  <a:cubicBezTo>
                    <a:pt x="2229" y="12551"/>
                    <a:pt x="2229" y="12551"/>
                    <a:pt x="2146" y="12281"/>
                  </a:cubicBezTo>
                  <a:cubicBezTo>
                    <a:pt x="2146" y="12281"/>
                    <a:pt x="2146" y="12281"/>
                    <a:pt x="2062" y="12012"/>
                  </a:cubicBezTo>
                  <a:cubicBezTo>
                    <a:pt x="2062" y="12012"/>
                    <a:pt x="2062" y="12012"/>
                    <a:pt x="2062" y="11904"/>
                  </a:cubicBezTo>
                  <a:cubicBezTo>
                    <a:pt x="2062" y="11904"/>
                    <a:pt x="2062" y="11904"/>
                    <a:pt x="2146" y="11797"/>
                  </a:cubicBezTo>
                  <a:cubicBezTo>
                    <a:pt x="2146" y="11797"/>
                    <a:pt x="2146" y="11797"/>
                    <a:pt x="2271" y="11527"/>
                  </a:cubicBezTo>
                  <a:cubicBezTo>
                    <a:pt x="2271" y="11527"/>
                    <a:pt x="2271" y="11527"/>
                    <a:pt x="2480" y="11204"/>
                  </a:cubicBezTo>
                  <a:cubicBezTo>
                    <a:pt x="2480" y="11204"/>
                    <a:pt x="2480" y="11204"/>
                    <a:pt x="2731" y="10989"/>
                  </a:cubicBezTo>
                  <a:cubicBezTo>
                    <a:pt x="2731" y="10989"/>
                    <a:pt x="2731" y="10989"/>
                    <a:pt x="2899" y="10719"/>
                  </a:cubicBezTo>
                  <a:cubicBezTo>
                    <a:pt x="2899" y="10719"/>
                    <a:pt x="2899" y="10719"/>
                    <a:pt x="2941" y="10450"/>
                  </a:cubicBezTo>
                  <a:cubicBezTo>
                    <a:pt x="2941" y="10450"/>
                    <a:pt x="2941" y="10450"/>
                    <a:pt x="3150" y="10181"/>
                  </a:cubicBezTo>
                  <a:cubicBezTo>
                    <a:pt x="3150" y="10181"/>
                    <a:pt x="3150" y="10181"/>
                    <a:pt x="3317" y="10127"/>
                  </a:cubicBezTo>
                  <a:cubicBezTo>
                    <a:pt x="3317" y="10127"/>
                    <a:pt x="3317" y="10127"/>
                    <a:pt x="3443" y="10234"/>
                  </a:cubicBezTo>
                  <a:cubicBezTo>
                    <a:pt x="3443" y="10234"/>
                    <a:pt x="3443" y="10234"/>
                    <a:pt x="3568" y="10450"/>
                  </a:cubicBezTo>
                  <a:cubicBezTo>
                    <a:pt x="3568" y="10450"/>
                    <a:pt x="3568" y="10450"/>
                    <a:pt x="3652" y="10450"/>
                  </a:cubicBezTo>
                  <a:cubicBezTo>
                    <a:pt x="3652" y="10450"/>
                    <a:pt x="3652" y="10450"/>
                    <a:pt x="3819" y="10450"/>
                  </a:cubicBezTo>
                  <a:cubicBezTo>
                    <a:pt x="3819" y="10450"/>
                    <a:pt x="3819" y="10450"/>
                    <a:pt x="3903" y="10450"/>
                  </a:cubicBezTo>
                  <a:cubicBezTo>
                    <a:pt x="3903" y="10450"/>
                    <a:pt x="3903" y="10450"/>
                    <a:pt x="4028" y="10234"/>
                  </a:cubicBezTo>
                  <a:cubicBezTo>
                    <a:pt x="4028" y="10234"/>
                    <a:pt x="4028" y="10234"/>
                    <a:pt x="4154" y="10234"/>
                  </a:cubicBezTo>
                  <a:cubicBezTo>
                    <a:pt x="4154" y="10234"/>
                    <a:pt x="4154" y="10234"/>
                    <a:pt x="4196" y="10127"/>
                  </a:cubicBezTo>
                  <a:cubicBezTo>
                    <a:pt x="4196" y="10127"/>
                    <a:pt x="4196" y="10127"/>
                    <a:pt x="4280" y="9965"/>
                  </a:cubicBezTo>
                  <a:cubicBezTo>
                    <a:pt x="4280" y="9965"/>
                    <a:pt x="4280" y="9965"/>
                    <a:pt x="4321" y="10127"/>
                  </a:cubicBezTo>
                  <a:cubicBezTo>
                    <a:pt x="4321" y="10127"/>
                    <a:pt x="4321" y="10127"/>
                    <a:pt x="4447" y="10127"/>
                  </a:cubicBezTo>
                  <a:cubicBezTo>
                    <a:pt x="4447" y="10127"/>
                    <a:pt x="4447" y="10127"/>
                    <a:pt x="4531" y="10127"/>
                  </a:cubicBezTo>
                  <a:cubicBezTo>
                    <a:pt x="4531" y="10127"/>
                    <a:pt x="4531" y="10127"/>
                    <a:pt x="4698" y="10127"/>
                  </a:cubicBezTo>
                  <a:cubicBezTo>
                    <a:pt x="4698" y="10127"/>
                    <a:pt x="4698" y="10127"/>
                    <a:pt x="4823" y="9965"/>
                  </a:cubicBezTo>
                  <a:cubicBezTo>
                    <a:pt x="4823" y="9965"/>
                    <a:pt x="4823" y="9965"/>
                    <a:pt x="4949" y="9965"/>
                  </a:cubicBezTo>
                  <a:cubicBezTo>
                    <a:pt x="4949" y="9965"/>
                    <a:pt x="4949" y="9965"/>
                    <a:pt x="4991" y="9588"/>
                  </a:cubicBezTo>
                  <a:cubicBezTo>
                    <a:pt x="4991" y="9588"/>
                    <a:pt x="4991" y="9588"/>
                    <a:pt x="4907" y="9319"/>
                  </a:cubicBezTo>
                  <a:cubicBezTo>
                    <a:pt x="4907" y="9319"/>
                    <a:pt x="4907" y="9319"/>
                    <a:pt x="4823" y="8888"/>
                  </a:cubicBezTo>
                  <a:cubicBezTo>
                    <a:pt x="4823" y="8888"/>
                    <a:pt x="4823" y="8888"/>
                    <a:pt x="4991" y="8888"/>
                  </a:cubicBezTo>
                  <a:cubicBezTo>
                    <a:pt x="4991" y="8888"/>
                    <a:pt x="4991" y="8888"/>
                    <a:pt x="5158" y="8672"/>
                  </a:cubicBezTo>
                  <a:cubicBezTo>
                    <a:pt x="5158" y="8672"/>
                    <a:pt x="5158" y="8672"/>
                    <a:pt x="5116" y="8349"/>
                  </a:cubicBezTo>
                  <a:cubicBezTo>
                    <a:pt x="5116" y="8349"/>
                    <a:pt x="5116" y="8349"/>
                    <a:pt x="4865" y="8295"/>
                  </a:cubicBezTo>
                  <a:cubicBezTo>
                    <a:pt x="4865" y="8295"/>
                    <a:pt x="4865" y="8295"/>
                    <a:pt x="4740" y="8295"/>
                  </a:cubicBezTo>
                  <a:cubicBezTo>
                    <a:pt x="4740" y="8295"/>
                    <a:pt x="4740" y="8295"/>
                    <a:pt x="4614" y="8349"/>
                  </a:cubicBezTo>
                  <a:cubicBezTo>
                    <a:pt x="4614" y="8349"/>
                    <a:pt x="4614" y="8349"/>
                    <a:pt x="4489" y="8457"/>
                  </a:cubicBezTo>
                  <a:cubicBezTo>
                    <a:pt x="4489" y="8457"/>
                    <a:pt x="4489" y="8457"/>
                    <a:pt x="4405" y="8672"/>
                  </a:cubicBezTo>
                  <a:cubicBezTo>
                    <a:pt x="4405" y="8672"/>
                    <a:pt x="4405" y="8672"/>
                    <a:pt x="4280" y="8672"/>
                  </a:cubicBezTo>
                  <a:cubicBezTo>
                    <a:pt x="4280" y="8672"/>
                    <a:pt x="4280" y="8672"/>
                    <a:pt x="4154" y="8349"/>
                  </a:cubicBezTo>
                  <a:cubicBezTo>
                    <a:pt x="4154" y="8349"/>
                    <a:pt x="4154" y="8349"/>
                    <a:pt x="3819" y="8349"/>
                  </a:cubicBezTo>
                  <a:cubicBezTo>
                    <a:pt x="3819" y="8349"/>
                    <a:pt x="3819" y="8349"/>
                    <a:pt x="3443" y="8349"/>
                  </a:cubicBezTo>
                  <a:cubicBezTo>
                    <a:pt x="3443" y="8349"/>
                    <a:pt x="3443" y="8349"/>
                    <a:pt x="3150" y="8241"/>
                  </a:cubicBezTo>
                  <a:cubicBezTo>
                    <a:pt x="3150" y="8241"/>
                    <a:pt x="3150" y="8241"/>
                    <a:pt x="2857" y="8080"/>
                  </a:cubicBezTo>
                  <a:cubicBezTo>
                    <a:pt x="2857" y="8080"/>
                    <a:pt x="2857" y="8080"/>
                    <a:pt x="2690" y="7810"/>
                  </a:cubicBezTo>
                  <a:cubicBezTo>
                    <a:pt x="2690" y="7810"/>
                    <a:pt x="2690" y="7810"/>
                    <a:pt x="2648" y="7272"/>
                  </a:cubicBezTo>
                  <a:cubicBezTo>
                    <a:pt x="2648" y="7272"/>
                    <a:pt x="2648" y="7272"/>
                    <a:pt x="2857" y="7164"/>
                  </a:cubicBezTo>
                  <a:cubicBezTo>
                    <a:pt x="2857" y="7164"/>
                    <a:pt x="2857" y="7164"/>
                    <a:pt x="2983" y="7056"/>
                  </a:cubicBezTo>
                  <a:cubicBezTo>
                    <a:pt x="2983" y="7056"/>
                    <a:pt x="2983" y="7056"/>
                    <a:pt x="2690" y="6895"/>
                  </a:cubicBezTo>
                  <a:cubicBezTo>
                    <a:pt x="2690" y="6895"/>
                    <a:pt x="2690" y="6895"/>
                    <a:pt x="2522" y="6733"/>
                  </a:cubicBezTo>
                  <a:cubicBezTo>
                    <a:pt x="2522" y="6733"/>
                    <a:pt x="2522" y="6733"/>
                    <a:pt x="2313" y="6518"/>
                  </a:cubicBezTo>
                  <a:cubicBezTo>
                    <a:pt x="2313" y="6518"/>
                    <a:pt x="2313" y="6518"/>
                    <a:pt x="2271" y="6410"/>
                  </a:cubicBezTo>
                  <a:cubicBezTo>
                    <a:pt x="2271" y="6410"/>
                    <a:pt x="2271" y="6410"/>
                    <a:pt x="2439" y="6248"/>
                  </a:cubicBezTo>
                  <a:cubicBezTo>
                    <a:pt x="2439" y="6248"/>
                    <a:pt x="2439" y="6248"/>
                    <a:pt x="2564" y="6248"/>
                  </a:cubicBezTo>
                  <a:cubicBezTo>
                    <a:pt x="2564" y="6248"/>
                    <a:pt x="2564" y="6248"/>
                    <a:pt x="2815" y="6194"/>
                  </a:cubicBezTo>
                  <a:cubicBezTo>
                    <a:pt x="2815" y="6194"/>
                    <a:pt x="2815" y="6194"/>
                    <a:pt x="3150" y="5925"/>
                  </a:cubicBezTo>
                  <a:cubicBezTo>
                    <a:pt x="3150" y="5925"/>
                    <a:pt x="3150" y="5925"/>
                    <a:pt x="3192" y="6033"/>
                  </a:cubicBezTo>
                  <a:cubicBezTo>
                    <a:pt x="3192" y="6033"/>
                    <a:pt x="3192" y="6033"/>
                    <a:pt x="3401" y="5925"/>
                  </a:cubicBezTo>
                  <a:cubicBezTo>
                    <a:pt x="3401" y="5925"/>
                    <a:pt x="3401" y="5925"/>
                    <a:pt x="3401" y="5871"/>
                  </a:cubicBezTo>
                  <a:cubicBezTo>
                    <a:pt x="3401" y="5871"/>
                    <a:pt x="3401" y="5871"/>
                    <a:pt x="3526" y="5817"/>
                  </a:cubicBezTo>
                  <a:cubicBezTo>
                    <a:pt x="3526" y="5817"/>
                    <a:pt x="3526" y="5817"/>
                    <a:pt x="3777" y="5764"/>
                  </a:cubicBezTo>
                  <a:cubicBezTo>
                    <a:pt x="3777" y="5764"/>
                    <a:pt x="3777" y="5764"/>
                    <a:pt x="4070" y="5764"/>
                  </a:cubicBezTo>
                  <a:cubicBezTo>
                    <a:pt x="4070" y="5764"/>
                    <a:pt x="4070" y="5764"/>
                    <a:pt x="4196" y="5871"/>
                  </a:cubicBezTo>
                  <a:cubicBezTo>
                    <a:pt x="4196" y="5871"/>
                    <a:pt x="4196" y="5871"/>
                    <a:pt x="4112" y="6141"/>
                  </a:cubicBezTo>
                  <a:cubicBezTo>
                    <a:pt x="4112" y="6141"/>
                    <a:pt x="4112" y="6141"/>
                    <a:pt x="4112" y="6248"/>
                  </a:cubicBezTo>
                  <a:cubicBezTo>
                    <a:pt x="4112" y="6248"/>
                    <a:pt x="4112" y="6248"/>
                    <a:pt x="4238" y="6356"/>
                  </a:cubicBezTo>
                  <a:cubicBezTo>
                    <a:pt x="4238" y="6356"/>
                    <a:pt x="4238" y="6356"/>
                    <a:pt x="4363" y="6518"/>
                  </a:cubicBezTo>
                  <a:cubicBezTo>
                    <a:pt x="4363" y="6518"/>
                    <a:pt x="4363" y="6518"/>
                    <a:pt x="4614" y="6518"/>
                  </a:cubicBezTo>
                  <a:cubicBezTo>
                    <a:pt x="4614" y="6518"/>
                    <a:pt x="4614" y="6518"/>
                    <a:pt x="4949" y="6625"/>
                  </a:cubicBezTo>
                  <a:cubicBezTo>
                    <a:pt x="4949" y="6625"/>
                    <a:pt x="4949" y="6625"/>
                    <a:pt x="5200" y="6464"/>
                  </a:cubicBezTo>
                  <a:cubicBezTo>
                    <a:pt x="5200" y="6464"/>
                    <a:pt x="5200" y="6464"/>
                    <a:pt x="5367" y="6248"/>
                  </a:cubicBezTo>
                  <a:cubicBezTo>
                    <a:pt x="5367" y="6248"/>
                    <a:pt x="5367" y="6248"/>
                    <a:pt x="5577" y="6087"/>
                  </a:cubicBezTo>
                  <a:cubicBezTo>
                    <a:pt x="5577" y="6087"/>
                    <a:pt x="5409" y="5979"/>
                    <a:pt x="5367" y="5979"/>
                  </a:cubicBezTo>
                  <a:cubicBezTo>
                    <a:pt x="5284" y="5979"/>
                    <a:pt x="5200" y="5871"/>
                    <a:pt x="5200" y="5871"/>
                  </a:cubicBezTo>
                  <a:cubicBezTo>
                    <a:pt x="5200" y="5871"/>
                    <a:pt x="5200" y="5871"/>
                    <a:pt x="5074" y="5764"/>
                  </a:cubicBezTo>
                  <a:cubicBezTo>
                    <a:pt x="5074" y="5764"/>
                    <a:pt x="5074" y="5764"/>
                    <a:pt x="5074" y="5548"/>
                  </a:cubicBezTo>
                  <a:cubicBezTo>
                    <a:pt x="5074" y="5548"/>
                    <a:pt x="5074" y="5548"/>
                    <a:pt x="5033" y="5279"/>
                  </a:cubicBezTo>
                  <a:cubicBezTo>
                    <a:pt x="5033" y="5279"/>
                    <a:pt x="5033" y="5279"/>
                    <a:pt x="4405" y="5063"/>
                  </a:cubicBezTo>
                  <a:cubicBezTo>
                    <a:pt x="4405" y="5063"/>
                    <a:pt x="4405" y="5063"/>
                    <a:pt x="4405" y="4255"/>
                  </a:cubicBezTo>
                  <a:cubicBezTo>
                    <a:pt x="4405" y="4255"/>
                    <a:pt x="4405" y="4255"/>
                    <a:pt x="4112" y="3878"/>
                  </a:cubicBezTo>
                  <a:cubicBezTo>
                    <a:pt x="4112" y="3878"/>
                    <a:pt x="4112" y="3878"/>
                    <a:pt x="3526" y="3070"/>
                  </a:cubicBezTo>
                  <a:cubicBezTo>
                    <a:pt x="3526" y="3070"/>
                    <a:pt x="3526" y="3070"/>
                    <a:pt x="3610" y="3070"/>
                  </a:cubicBezTo>
                  <a:cubicBezTo>
                    <a:pt x="3610" y="3070"/>
                    <a:pt x="3610" y="3070"/>
                    <a:pt x="3610" y="2909"/>
                  </a:cubicBezTo>
                  <a:cubicBezTo>
                    <a:pt x="3610" y="2909"/>
                    <a:pt x="3610" y="2909"/>
                    <a:pt x="3819" y="2909"/>
                  </a:cubicBezTo>
                  <a:cubicBezTo>
                    <a:pt x="3819" y="2909"/>
                    <a:pt x="3819" y="2909"/>
                    <a:pt x="3819" y="2693"/>
                  </a:cubicBezTo>
                  <a:cubicBezTo>
                    <a:pt x="3819" y="2693"/>
                    <a:pt x="3819" y="2693"/>
                    <a:pt x="3861" y="2424"/>
                  </a:cubicBezTo>
                  <a:cubicBezTo>
                    <a:pt x="3861" y="2424"/>
                    <a:pt x="3861" y="2424"/>
                    <a:pt x="3987" y="2424"/>
                  </a:cubicBezTo>
                  <a:cubicBezTo>
                    <a:pt x="3987" y="2424"/>
                    <a:pt x="3987" y="2424"/>
                    <a:pt x="4112" y="2532"/>
                  </a:cubicBezTo>
                  <a:cubicBezTo>
                    <a:pt x="4112" y="2532"/>
                    <a:pt x="4112" y="2532"/>
                    <a:pt x="4321" y="2532"/>
                  </a:cubicBezTo>
                  <a:cubicBezTo>
                    <a:pt x="4321" y="2532"/>
                    <a:pt x="4321" y="2532"/>
                    <a:pt x="4405" y="2532"/>
                  </a:cubicBezTo>
                  <a:cubicBezTo>
                    <a:pt x="4405" y="2532"/>
                    <a:pt x="4405" y="2532"/>
                    <a:pt x="4614" y="2532"/>
                  </a:cubicBezTo>
                  <a:cubicBezTo>
                    <a:pt x="4614" y="2532"/>
                    <a:pt x="4614" y="2532"/>
                    <a:pt x="4991" y="2370"/>
                  </a:cubicBezTo>
                  <a:cubicBezTo>
                    <a:pt x="4991" y="2370"/>
                    <a:pt x="4991" y="2370"/>
                    <a:pt x="5116" y="2208"/>
                  </a:cubicBezTo>
                  <a:cubicBezTo>
                    <a:pt x="5116" y="2208"/>
                    <a:pt x="5116" y="2208"/>
                    <a:pt x="5242" y="1939"/>
                  </a:cubicBezTo>
                  <a:cubicBezTo>
                    <a:pt x="5242" y="1939"/>
                    <a:pt x="5242" y="1939"/>
                    <a:pt x="5242" y="1508"/>
                  </a:cubicBezTo>
                  <a:cubicBezTo>
                    <a:pt x="5242" y="1508"/>
                    <a:pt x="5242" y="1508"/>
                    <a:pt x="5367" y="1508"/>
                  </a:cubicBezTo>
                  <a:cubicBezTo>
                    <a:pt x="5367" y="1508"/>
                    <a:pt x="5367" y="1508"/>
                    <a:pt x="5493" y="1347"/>
                  </a:cubicBezTo>
                  <a:cubicBezTo>
                    <a:pt x="5493" y="1347"/>
                    <a:pt x="5493" y="1347"/>
                    <a:pt x="5744" y="1077"/>
                  </a:cubicBezTo>
                  <a:cubicBezTo>
                    <a:pt x="5744" y="1077"/>
                    <a:pt x="5744" y="1077"/>
                    <a:pt x="6204" y="970"/>
                  </a:cubicBezTo>
                  <a:cubicBezTo>
                    <a:pt x="6204" y="970"/>
                    <a:pt x="6204" y="970"/>
                    <a:pt x="6371" y="700"/>
                  </a:cubicBezTo>
                  <a:cubicBezTo>
                    <a:pt x="6371" y="700"/>
                    <a:pt x="6371" y="700"/>
                    <a:pt x="6539" y="593"/>
                  </a:cubicBezTo>
                  <a:cubicBezTo>
                    <a:pt x="6539" y="593"/>
                    <a:pt x="6539" y="593"/>
                    <a:pt x="6664" y="431"/>
                  </a:cubicBezTo>
                  <a:cubicBezTo>
                    <a:pt x="6664" y="431"/>
                    <a:pt x="6664" y="431"/>
                    <a:pt x="7334" y="485"/>
                  </a:cubicBezTo>
                  <a:cubicBezTo>
                    <a:pt x="7334" y="485"/>
                    <a:pt x="7334" y="485"/>
                    <a:pt x="7417" y="215"/>
                  </a:cubicBezTo>
                  <a:cubicBezTo>
                    <a:pt x="7417" y="215"/>
                    <a:pt x="7417" y="215"/>
                    <a:pt x="7752" y="0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  <p:sp>
          <p:nvSpPr>
            <p:cNvPr id="278" name="Shape">
              <a:extLst>
                <a:ext uri="{FF2B5EF4-FFF2-40B4-BE49-F238E27FC236}">
                  <a16:creationId xmlns:a16="http://schemas.microsoft.com/office/drawing/2014/main" id="{0C63BCB6-0B28-4523-928A-259F5F31F2FF}"/>
                </a:ext>
              </a:extLst>
            </p:cNvPr>
            <p:cNvSpPr/>
            <p:nvPr/>
          </p:nvSpPr>
          <p:spPr>
            <a:xfrm>
              <a:off x="2369619" y="4793848"/>
              <a:ext cx="1329336" cy="8448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76" y="12909"/>
                  </a:moveTo>
                  <a:cubicBezTo>
                    <a:pt x="17314" y="12909"/>
                    <a:pt x="17314" y="12909"/>
                    <a:pt x="17314" y="12909"/>
                  </a:cubicBezTo>
                  <a:cubicBezTo>
                    <a:pt x="17590" y="12909"/>
                    <a:pt x="17590" y="12909"/>
                    <a:pt x="17590" y="12909"/>
                  </a:cubicBezTo>
                  <a:cubicBezTo>
                    <a:pt x="18005" y="13338"/>
                    <a:pt x="18005" y="13338"/>
                    <a:pt x="18005" y="13338"/>
                  </a:cubicBezTo>
                  <a:cubicBezTo>
                    <a:pt x="18351" y="13875"/>
                    <a:pt x="18351" y="13875"/>
                    <a:pt x="18351" y="13875"/>
                  </a:cubicBezTo>
                  <a:cubicBezTo>
                    <a:pt x="18351" y="13875"/>
                    <a:pt x="18558" y="13982"/>
                    <a:pt x="18627" y="13982"/>
                  </a:cubicBezTo>
                  <a:cubicBezTo>
                    <a:pt x="18696" y="13982"/>
                    <a:pt x="18766" y="13982"/>
                    <a:pt x="18835" y="13982"/>
                  </a:cubicBezTo>
                  <a:cubicBezTo>
                    <a:pt x="18904" y="13982"/>
                    <a:pt x="19180" y="13982"/>
                    <a:pt x="19180" y="13982"/>
                  </a:cubicBezTo>
                  <a:cubicBezTo>
                    <a:pt x="19872" y="14411"/>
                    <a:pt x="19872" y="14411"/>
                    <a:pt x="19872" y="14411"/>
                  </a:cubicBezTo>
                  <a:cubicBezTo>
                    <a:pt x="20287" y="14948"/>
                    <a:pt x="20287" y="14948"/>
                    <a:pt x="20287" y="14948"/>
                  </a:cubicBezTo>
                  <a:cubicBezTo>
                    <a:pt x="20287" y="15377"/>
                    <a:pt x="20287" y="15377"/>
                    <a:pt x="20287" y="15377"/>
                  </a:cubicBezTo>
                  <a:cubicBezTo>
                    <a:pt x="20425" y="16342"/>
                    <a:pt x="20425" y="16342"/>
                    <a:pt x="20425" y="16342"/>
                  </a:cubicBezTo>
                  <a:cubicBezTo>
                    <a:pt x="20632" y="16342"/>
                    <a:pt x="20632" y="16342"/>
                    <a:pt x="20632" y="16342"/>
                  </a:cubicBezTo>
                  <a:cubicBezTo>
                    <a:pt x="20770" y="16342"/>
                    <a:pt x="20770" y="16342"/>
                    <a:pt x="20770" y="16342"/>
                  </a:cubicBezTo>
                  <a:cubicBezTo>
                    <a:pt x="20770" y="16986"/>
                    <a:pt x="20770" y="16986"/>
                    <a:pt x="20770" y="16986"/>
                  </a:cubicBezTo>
                  <a:cubicBezTo>
                    <a:pt x="20978" y="16986"/>
                    <a:pt x="20978" y="16986"/>
                    <a:pt x="20978" y="16986"/>
                  </a:cubicBezTo>
                  <a:cubicBezTo>
                    <a:pt x="21254" y="17415"/>
                    <a:pt x="21254" y="17415"/>
                    <a:pt x="21254" y="17415"/>
                  </a:cubicBezTo>
                  <a:cubicBezTo>
                    <a:pt x="21600" y="17415"/>
                    <a:pt x="21600" y="17415"/>
                    <a:pt x="21600" y="17415"/>
                  </a:cubicBezTo>
                  <a:cubicBezTo>
                    <a:pt x="21254" y="18166"/>
                    <a:pt x="21254" y="18166"/>
                    <a:pt x="21254" y="18166"/>
                  </a:cubicBezTo>
                  <a:cubicBezTo>
                    <a:pt x="20978" y="18381"/>
                    <a:pt x="20978" y="18381"/>
                    <a:pt x="20978" y="18381"/>
                  </a:cubicBezTo>
                  <a:cubicBezTo>
                    <a:pt x="20632" y="19347"/>
                    <a:pt x="20632" y="19347"/>
                    <a:pt x="20632" y="19347"/>
                  </a:cubicBezTo>
                  <a:cubicBezTo>
                    <a:pt x="20217" y="19561"/>
                    <a:pt x="20217" y="19561"/>
                    <a:pt x="20217" y="19561"/>
                  </a:cubicBezTo>
                  <a:cubicBezTo>
                    <a:pt x="19388" y="19561"/>
                    <a:pt x="19388" y="19561"/>
                    <a:pt x="19388" y="19561"/>
                  </a:cubicBezTo>
                  <a:cubicBezTo>
                    <a:pt x="19250" y="19883"/>
                    <a:pt x="19250" y="19883"/>
                    <a:pt x="19250" y="19883"/>
                  </a:cubicBezTo>
                  <a:cubicBezTo>
                    <a:pt x="18696" y="19883"/>
                    <a:pt x="18696" y="19883"/>
                    <a:pt x="18696" y="19883"/>
                  </a:cubicBezTo>
                  <a:cubicBezTo>
                    <a:pt x="18558" y="20634"/>
                    <a:pt x="18558" y="20634"/>
                    <a:pt x="18558" y="20634"/>
                  </a:cubicBezTo>
                  <a:cubicBezTo>
                    <a:pt x="18489" y="21171"/>
                    <a:pt x="18489" y="21171"/>
                    <a:pt x="18489" y="21171"/>
                  </a:cubicBezTo>
                  <a:cubicBezTo>
                    <a:pt x="18351" y="21385"/>
                    <a:pt x="18351" y="21385"/>
                    <a:pt x="18351" y="21385"/>
                  </a:cubicBezTo>
                  <a:cubicBezTo>
                    <a:pt x="18213" y="21600"/>
                    <a:pt x="18213" y="21600"/>
                    <a:pt x="18213" y="21600"/>
                  </a:cubicBezTo>
                  <a:cubicBezTo>
                    <a:pt x="18005" y="21600"/>
                    <a:pt x="18005" y="21600"/>
                    <a:pt x="18005" y="21600"/>
                  </a:cubicBezTo>
                  <a:cubicBezTo>
                    <a:pt x="17798" y="21064"/>
                    <a:pt x="17798" y="21064"/>
                    <a:pt x="17798" y="21064"/>
                  </a:cubicBezTo>
                  <a:cubicBezTo>
                    <a:pt x="17314" y="20742"/>
                    <a:pt x="17314" y="20742"/>
                    <a:pt x="17314" y="20742"/>
                  </a:cubicBezTo>
                  <a:cubicBezTo>
                    <a:pt x="17037" y="20312"/>
                    <a:pt x="17037" y="20312"/>
                    <a:pt x="17037" y="20312"/>
                  </a:cubicBezTo>
                  <a:cubicBezTo>
                    <a:pt x="17037" y="20098"/>
                    <a:pt x="17037" y="20098"/>
                    <a:pt x="17037" y="20098"/>
                  </a:cubicBezTo>
                  <a:cubicBezTo>
                    <a:pt x="17037" y="19776"/>
                    <a:pt x="17037" y="19776"/>
                    <a:pt x="17037" y="19776"/>
                  </a:cubicBezTo>
                  <a:cubicBezTo>
                    <a:pt x="17037" y="19347"/>
                    <a:pt x="17037" y="19347"/>
                    <a:pt x="17037" y="19347"/>
                  </a:cubicBezTo>
                  <a:cubicBezTo>
                    <a:pt x="17037" y="19132"/>
                    <a:pt x="17037" y="19132"/>
                    <a:pt x="17037" y="19132"/>
                  </a:cubicBezTo>
                  <a:cubicBezTo>
                    <a:pt x="17037" y="18274"/>
                    <a:pt x="17037" y="18274"/>
                    <a:pt x="17037" y="18274"/>
                  </a:cubicBezTo>
                  <a:cubicBezTo>
                    <a:pt x="17037" y="18059"/>
                    <a:pt x="17037" y="18059"/>
                    <a:pt x="17037" y="18059"/>
                  </a:cubicBezTo>
                  <a:cubicBezTo>
                    <a:pt x="17037" y="17523"/>
                    <a:pt x="17037" y="17523"/>
                    <a:pt x="17037" y="17523"/>
                  </a:cubicBezTo>
                  <a:cubicBezTo>
                    <a:pt x="16692" y="16772"/>
                    <a:pt x="16692" y="16772"/>
                    <a:pt x="16692" y="16772"/>
                  </a:cubicBezTo>
                  <a:cubicBezTo>
                    <a:pt x="16484" y="16450"/>
                    <a:pt x="16484" y="16450"/>
                    <a:pt x="16484" y="16450"/>
                  </a:cubicBezTo>
                  <a:cubicBezTo>
                    <a:pt x="16484" y="16128"/>
                    <a:pt x="16484" y="16128"/>
                    <a:pt x="16484" y="16128"/>
                  </a:cubicBezTo>
                  <a:cubicBezTo>
                    <a:pt x="16484" y="15913"/>
                    <a:pt x="16484" y="15913"/>
                    <a:pt x="16484" y="15913"/>
                  </a:cubicBezTo>
                  <a:cubicBezTo>
                    <a:pt x="16692" y="15484"/>
                    <a:pt x="16692" y="15484"/>
                    <a:pt x="16692" y="15484"/>
                  </a:cubicBezTo>
                  <a:cubicBezTo>
                    <a:pt x="17037" y="15377"/>
                    <a:pt x="17037" y="15377"/>
                    <a:pt x="17037" y="15377"/>
                  </a:cubicBezTo>
                  <a:cubicBezTo>
                    <a:pt x="17314" y="14948"/>
                    <a:pt x="17314" y="14948"/>
                    <a:pt x="17314" y="14948"/>
                  </a:cubicBezTo>
                  <a:lnTo>
                    <a:pt x="17314" y="14411"/>
                  </a:lnTo>
                  <a:cubicBezTo>
                    <a:pt x="17176" y="13445"/>
                    <a:pt x="17176" y="13445"/>
                    <a:pt x="17176" y="13445"/>
                  </a:cubicBezTo>
                  <a:cubicBezTo>
                    <a:pt x="17176" y="13231"/>
                    <a:pt x="17176" y="13231"/>
                    <a:pt x="17176" y="13231"/>
                  </a:cubicBezTo>
                  <a:cubicBezTo>
                    <a:pt x="17176" y="12909"/>
                    <a:pt x="17176" y="12909"/>
                    <a:pt x="17176" y="12909"/>
                  </a:cubicBezTo>
                  <a:close/>
                  <a:moveTo>
                    <a:pt x="12668" y="8435"/>
                  </a:moveTo>
                  <a:lnTo>
                    <a:pt x="13074" y="8435"/>
                  </a:lnTo>
                  <a:lnTo>
                    <a:pt x="13236" y="8691"/>
                  </a:lnTo>
                  <a:lnTo>
                    <a:pt x="13398" y="9075"/>
                  </a:lnTo>
                  <a:lnTo>
                    <a:pt x="13398" y="9458"/>
                  </a:lnTo>
                  <a:lnTo>
                    <a:pt x="13074" y="9714"/>
                  </a:lnTo>
                  <a:lnTo>
                    <a:pt x="12911" y="9458"/>
                  </a:lnTo>
                  <a:lnTo>
                    <a:pt x="12911" y="9075"/>
                  </a:lnTo>
                  <a:lnTo>
                    <a:pt x="12668" y="8819"/>
                  </a:lnTo>
                  <a:lnTo>
                    <a:pt x="12668" y="8691"/>
                  </a:lnTo>
                  <a:close/>
                  <a:moveTo>
                    <a:pt x="14211" y="7796"/>
                  </a:moveTo>
                  <a:lnTo>
                    <a:pt x="14454" y="7796"/>
                  </a:lnTo>
                  <a:lnTo>
                    <a:pt x="14860" y="8435"/>
                  </a:lnTo>
                  <a:lnTo>
                    <a:pt x="15185" y="8691"/>
                  </a:lnTo>
                  <a:lnTo>
                    <a:pt x="15185" y="8435"/>
                  </a:lnTo>
                  <a:lnTo>
                    <a:pt x="15835" y="8435"/>
                  </a:lnTo>
                  <a:lnTo>
                    <a:pt x="16159" y="8819"/>
                  </a:lnTo>
                  <a:lnTo>
                    <a:pt x="16728" y="9458"/>
                  </a:lnTo>
                  <a:lnTo>
                    <a:pt x="16728" y="10097"/>
                  </a:lnTo>
                  <a:lnTo>
                    <a:pt x="16484" y="10480"/>
                  </a:lnTo>
                  <a:lnTo>
                    <a:pt x="15997" y="10480"/>
                  </a:lnTo>
                  <a:lnTo>
                    <a:pt x="15997" y="10608"/>
                  </a:lnTo>
                  <a:lnTo>
                    <a:pt x="15104" y="10608"/>
                  </a:lnTo>
                  <a:lnTo>
                    <a:pt x="14941" y="10225"/>
                  </a:lnTo>
                  <a:lnTo>
                    <a:pt x="14860" y="9714"/>
                  </a:lnTo>
                  <a:lnTo>
                    <a:pt x="14941" y="9202"/>
                  </a:lnTo>
                  <a:lnTo>
                    <a:pt x="14535" y="9202"/>
                  </a:lnTo>
                  <a:lnTo>
                    <a:pt x="14211" y="9075"/>
                  </a:lnTo>
                  <a:lnTo>
                    <a:pt x="14211" y="8052"/>
                  </a:lnTo>
                  <a:close/>
                  <a:moveTo>
                    <a:pt x="11856" y="6774"/>
                  </a:moveTo>
                  <a:lnTo>
                    <a:pt x="12911" y="6774"/>
                  </a:lnTo>
                  <a:lnTo>
                    <a:pt x="12992" y="7285"/>
                  </a:lnTo>
                  <a:lnTo>
                    <a:pt x="13886" y="7285"/>
                  </a:lnTo>
                  <a:lnTo>
                    <a:pt x="13480" y="7669"/>
                  </a:lnTo>
                  <a:lnTo>
                    <a:pt x="13398" y="7797"/>
                  </a:lnTo>
                  <a:lnTo>
                    <a:pt x="13398" y="7541"/>
                  </a:lnTo>
                  <a:lnTo>
                    <a:pt x="12180" y="7541"/>
                  </a:lnTo>
                  <a:lnTo>
                    <a:pt x="11856" y="7413"/>
                  </a:lnTo>
                  <a:lnTo>
                    <a:pt x="11856" y="7030"/>
                  </a:lnTo>
                  <a:close/>
                  <a:moveTo>
                    <a:pt x="8608" y="3707"/>
                  </a:moveTo>
                  <a:lnTo>
                    <a:pt x="9095" y="3707"/>
                  </a:lnTo>
                  <a:lnTo>
                    <a:pt x="9257" y="3834"/>
                  </a:lnTo>
                  <a:lnTo>
                    <a:pt x="9338" y="4090"/>
                  </a:lnTo>
                  <a:lnTo>
                    <a:pt x="9582" y="4729"/>
                  </a:lnTo>
                  <a:lnTo>
                    <a:pt x="9826" y="4729"/>
                  </a:lnTo>
                  <a:lnTo>
                    <a:pt x="9988" y="5368"/>
                  </a:lnTo>
                  <a:lnTo>
                    <a:pt x="9988" y="6263"/>
                  </a:lnTo>
                  <a:lnTo>
                    <a:pt x="9744" y="6263"/>
                  </a:lnTo>
                  <a:lnTo>
                    <a:pt x="9501" y="5879"/>
                  </a:lnTo>
                  <a:lnTo>
                    <a:pt x="9338" y="5624"/>
                  </a:lnTo>
                  <a:lnTo>
                    <a:pt x="8932" y="5879"/>
                  </a:lnTo>
                  <a:lnTo>
                    <a:pt x="8608" y="6007"/>
                  </a:lnTo>
                  <a:lnTo>
                    <a:pt x="8364" y="5751"/>
                  </a:lnTo>
                  <a:lnTo>
                    <a:pt x="8202" y="5368"/>
                  </a:lnTo>
                  <a:lnTo>
                    <a:pt x="7795" y="4985"/>
                  </a:lnTo>
                  <a:lnTo>
                    <a:pt x="7795" y="4090"/>
                  </a:lnTo>
                  <a:lnTo>
                    <a:pt x="8283" y="4090"/>
                  </a:lnTo>
                  <a:lnTo>
                    <a:pt x="8283" y="3834"/>
                  </a:lnTo>
                  <a:close/>
                  <a:moveTo>
                    <a:pt x="568" y="1150"/>
                  </a:moveTo>
                  <a:lnTo>
                    <a:pt x="568" y="1789"/>
                  </a:lnTo>
                  <a:lnTo>
                    <a:pt x="406" y="2045"/>
                  </a:lnTo>
                  <a:lnTo>
                    <a:pt x="325" y="2301"/>
                  </a:lnTo>
                  <a:lnTo>
                    <a:pt x="325" y="2812"/>
                  </a:lnTo>
                  <a:lnTo>
                    <a:pt x="0" y="2556"/>
                  </a:lnTo>
                  <a:lnTo>
                    <a:pt x="0" y="2045"/>
                  </a:lnTo>
                  <a:lnTo>
                    <a:pt x="325" y="1534"/>
                  </a:lnTo>
                  <a:close/>
                  <a:moveTo>
                    <a:pt x="2680" y="0"/>
                  </a:moveTo>
                  <a:lnTo>
                    <a:pt x="3817" y="0"/>
                  </a:lnTo>
                  <a:lnTo>
                    <a:pt x="4060" y="639"/>
                  </a:lnTo>
                  <a:lnTo>
                    <a:pt x="4060" y="1150"/>
                  </a:lnTo>
                  <a:lnTo>
                    <a:pt x="3979" y="1534"/>
                  </a:lnTo>
                  <a:lnTo>
                    <a:pt x="3979" y="1662"/>
                  </a:lnTo>
                  <a:lnTo>
                    <a:pt x="3735" y="2045"/>
                  </a:lnTo>
                  <a:lnTo>
                    <a:pt x="3167" y="2045"/>
                  </a:lnTo>
                  <a:lnTo>
                    <a:pt x="2761" y="1662"/>
                  </a:lnTo>
                  <a:lnTo>
                    <a:pt x="2680" y="1662"/>
                  </a:lnTo>
                  <a:lnTo>
                    <a:pt x="2274" y="1150"/>
                  </a:lnTo>
                  <a:lnTo>
                    <a:pt x="2274" y="25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200" cap="none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/>
            </a:p>
          </p:txBody>
        </p:sp>
      </p:grpSp>
      <p:sp>
        <p:nvSpPr>
          <p:cNvPr id="279" name="TextBox 278">
            <a:extLst>
              <a:ext uri="{FF2B5EF4-FFF2-40B4-BE49-F238E27FC236}">
                <a16:creationId xmlns:a16="http://schemas.microsoft.com/office/drawing/2014/main" id="{ABC39EDD-C44A-4E4B-B1DC-19D00F10A368}"/>
              </a:ext>
            </a:extLst>
          </p:cNvPr>
          <p:cNvSpPr txBox="1"/>
          <p:nvPr/>
        </p:nvSpPr>
        <p:spPr>
          <a:xfrm>
            <a:off x="4076878" y="2521944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>
                <a:sym typeface="Proxima Nova"/>
              </a:rPr>
              <a:t>us</a:t>
            </a:r>
          </a:p>
        </p:txBody>
      </p:sp>
      <p:grpSp>
        <p:nvGrpSpPr>
          <p:cNvPr id="718" name="Group 717">
            <a:extLst>
              <a:ext uri="{FF2B5EF4-FFF2-40B4-BE49-F238E27FC236}">
                <a16:creationId xmlns:a16="http://schemas.microsoft.com/office/drawing/2014/main" id="{88B7F945-073A-4FF1-8715-9D5578FD29A9}"/>
              </a:ext>
            </a:extLst>
          </p:cNvPr>
          <p:cNvGrpSpPr/>
          <p:nvPr/>
        </p:nvGrpSpPr>
        <p:grpSpPr>
          <a:xfrm>
            <a:off x="814655" y="1375280"/>
            <a:ext cx="2485598" cy="1408274"/>
            <a:chOff x="465109" y="1508630"/>
            <a:chExt cx="2485598" cy="1408274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51BD26D0-40A2-4643-A739-5B607D5FB1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5109" y="1508630"/>
              <a:ext cx="2485598" cy="1097280"/>
            </a:xfrm>
            <a:custGeom>
              <a:avLst/>
              <a:gdLst>
                <a:gd name="connsiteX0" fmla="*/ 852178 w 3283645"/>
                <a:gd name="connsiteY0" fmla="*/ 1433485 h 1449582"/>
                <a:gd name="connsiteX1" fmla="*/ 857353 w 3283645"/>
                <a:gd name="connsiteY1" fmla="*/ 1433485 h 1449582"/>
                <a:gd name="connsiteX2" fmla="*/ 857353 w 3283645"/>
                <a:gd name="connsiteY2" fmla="*/ 1438792 h 1449582"/>
                <a:gd name="connsiteX3" fmla="*/ 867534 w 3283645"/>
                <a:gd name="connsiteY3" fmla="*/ 1444271 h 1449582"/>
                <a:gd name="connsiteX4" fmla="*/ 867534 w 3283645"/>
                <a:gd name="connsiteY4" fmla="*/ 1449578 h 1449582"/>
                <a:gd name="connsiteX5" fmla="*/ 862527 w 3283645"/>
                <a:gd name="connsiteY5" fmla="*/ 1449578 h 1449582"/>
                <a:gd name="connsiteX6" fmla="*/ 857353 w 3283645"/>
                <a:gd name="connsiteY6" fmla="*/ 1449578 h 1449582"/>
                <a:gd name="connsiteX7" fmla="*/ 857353 w 3283645"/>
                <a:gd name="connsiteY7" fmla="*/ 1444271 h 1449582"/>
                <a:gd name="connsiteX8" fmla="*/ 852178 w 3283645"/>
                <a:gd name="connsiteY8" fmla="*/ 1433485 h 1449582"/>
                <a:gd name="connsiteX9" fmla="*/ 873444 w 3283645"/>
                <a:gd name="connsiteY9" fmla="*/ 1376560 h 1449582"/>
                <a:gd name="connsiteX10" fmla="*/ 873444 w 3283645"/>
                <a:gd name="connsiteY10" fmla="*/ 1381881 h 1449582"/>
                <a:gd name="connsiteX11" fmla="*/ 873444 w 3283645"/>
                <a:gd name="connsiteY11" fmla="*/ 1387035 h 1449582"/>
                <a:gd name="connsiteX12" fmla="*/ 873444 w 3283645"/>
                <a:gd name="connsiteY12" fmla="*/ 1392023 h 1449582"/>
                <a:gd name="connsiteX13" fmla="*/ 868022 w 3283645"/>
                <a:gd name="connsiteY13" fmla="*/ 1397177 h 1449582"/>
                <a:gd name="connsiteX14" fmla="*/ 868022 w 3283645"/>
                <a:gd name="connsiteY14" fmla="*/ 1402497 h 1449582"/>
                <a:gd name="connsiteX15" fmla="*/ 868022 w 3283645"/>
                <a:gd name="connsiteY15" fmla="*/ 1407652 h 1449582"/>
                <a:gd name="connsiteX16" fmla="*/ 868022 w 3283645"/>
                <a:gd name="connsiteY16" fmla="*/ 1412640 h 1449582"/>
                <a:gd name="connsiteX17" fmla="*/ 862937 w 3283645"/>
                <a:gd name="connsiteY17" fmla="*/ 1417794 h 1449582"/>
                <a:gd name="connsiteX18" fmla="*/ 857683 w 3283645"/>
                <a:gd name="connsiteY18" fmla="*/ 1417794 h 1449582"/>
                <a:gd name="connsiteX19" fmla="*/ 852430 w 3283645"/>
                <a:gd name="connsiteY19" fmla="*/ 1412640 h 1449582"/>
                <a:gd name="connsiteX20" fmla="*/ 857683 w 3283645"/>
                <a:gd name="connsiteY20" fmla="*/ 1412640 h 1449582"/>
                <a:gd name="connsiteX21" fmla="*/ 862937 w 3283645"/>
                <a:gd name="connsiteY21" fmla="*/ 1412640 h 1449582"/>
                <a:gd name="connsiteX22" fmla="*/ 862937 w 3283645"/>
                <a:gd name="connsiteY22" fmla="*/ 1407652 h 1449582"/>
                <a:gd name="connsiteX23" fmla="*/ 857683 w 3283645"/>
                <a:gd name="connsiteY23" fmla="*/ 1402497 h 1449582"/>
                <a:gd name="connsiteX24" fmla="*/ 857683 w 3283645"/>
                <a:gd name="connsiteY24" fmla="*/ 1397177 h 1449582"/>
                <a:gd name="connsiteX25" fmla="*/ 852430 w 3283645"/>
                <a:gd name="connsiteY25" fmla="*/ 1392023 h 1449582"/>
                <a:gd name="connsiteX26" fmla="*/ 857683 w 3283645"/>
                <a:gd name="connsiteY26" fmla="*/ 1387035 h 1449582"/>
                <a:gd name="connsiteX27" fmla="*/ 862937 w 3283645"/>
                <a:gd name="connsiteY27" fmla="*/ 1392023 h 1449582"/>
                <a:gd name="connsiteX28" fmla="*/ 862937 w 3283645"/>
                <a:gd name="connsiteY28" fmla="*/ 1387035 h 1449582"/>
                <a:gd name="connsiteX29" fmla="*/ 868022 w 3283645"/>
                <a:gd name="connsiteY29" fmla="*/ 1387035 h 1449582"/>
                <a:gd name="connsiteX30" fmla="*/ 868022 w 3283645"/>
                <a:gd name="connsiteY30" fmla="*/ 1381881 h 1449582"/>
                <a:gd name="connsiteX31" fmla="*/ 873444 w 3283645"/>
                <a:gd name="connsiteY31" fmla="*/ 1376560 h 1449582"/>
                <a:gd name="connsiteX32" fmla="*/ 867702 w 3283645"/>
                <a:gd name="connsiteY32" fmla="*/ 1361034 h 1449582"/>
                <a:gd name="connsiteX33" fmla="*/ 872717 w 3283645"/>
                <a:gd name="connsiteY33" fmla="*/ 1366209 h 1449582"/>
                <a:gd name="connsiteX34" fmla="*/ 872717 w 3283645"/>
                <a:gd name="connsiteY34" fmla="*/ 1371217 h 1449582"/>
                <a:gd name="connsiteX35" fmla="*/ 867702 w 3283645"/>
                <a:gd name="connsiteY35" fmla="*/ 1366209 h 1449582"/>
                <a:gd name="connsiteX36" fmla="*/ 867702 w 3283645"/>
                <a:gd name="connsiteY36" fmla="*/ 1361034 h 1449582"/>
                <a:gd name="connsiteX37" fmla="*/ 1013089 w 3283645"/>
                <a:gd name="connsiteY37" fmla="*/ 1220569 h 1449582"/>
                <a:gd name="connsiteX38" fmla="*/ 1018405 w 3283645"/>
                <a:gd name="connsiteY38" fmla="*/ 1225744 h 1449582"/>
                <a:gd name="connsiteX39" fmla="*/ 1018405 w 3283645"/>
                <a:gd name="connsiteY39" fmla="*/ 1230752 h 1449582"/>
                <a:gd name="connsiteX40" fmla="*/ 1023555 w 3283645"/>
                <a:gd name="connsiteY40" fmla="*/ 1230752 h 1449582"/>
                <a:gd name="connsiteX41" fmla="*/ 1028705 w 3283645"/>
                <a:gd name="connsiteY41" fmla="*/ 1236094 h 1449582"/>
                <a:gd name="connsiteX42" fmla="*/ 1039004 w 3283645"/>
                <a:gd name="connsiteY42" fmla="*/ 1241270 h 1449582"/>
                <a:gd name="connsiteX43" fmla="*/ 1039004 w 3283645"/>
                <a:gd name="connsiteY43" fmla="*/ 1246445 h 1449582"/>
                <a:gd name="connsiteX44" fmla="*/ 1039004 w 3283645"/>
                <a:gd name="connsiteY44" fmla="*/ 1251453 h 1449582"/>
                <a:gd name="connsiteX45" fmla="*/ 1039004 w 3283645"/>
                <a:gd name="connsiteY45" fmla="*/ 1256795 h 1449582"/>
                <a:gd name="connsiteX46" fmla="*/ 1039004 w 3283645"/>
                <a:gd name="connsiteY46" fmla="*/ 1261970 h 1449582"/>
                <a:gd name="connsiteX47" fmla="*/ 1033690 w 3283645"/>
                <a:gd name="connsiteY47" fmla="*/ 1266978 h 1449582"/>
                <a:gd name="connsiteX48" fmla="*/ 1028705 w 3283645"/>
                <a:gd name="connsiteY48" fmla="*/ 1266978 h 1449582"/>
                <a:gd name="connsiteX49" fmla="*/ 1023555 w 3283645"/>
                <a:gd name="connsiteY49" fmla="*/ 1266978 h 1449582"/>
                <a:gd name="connsiteX50" fmla="*/ 1018405 w 3283645"/>
                <a:gd name="connsiteY50" fmla="*/ 1266978 h 1449582"/>
                <a:gd name="connsiteX51" fmla="*/ 1013089 w 3283645"/>
                <a:gd name="connsiteY51" fmla="*/ 1266978 h 1449582"/>
                <a:gd name="connsiteX52" fmla="*/ 1008105 w 3283645"/>
                <a:gd name="connsiteY52" fmla="*/ 1261970 h 1449582"/>
                <a:gd name="connsiteX53" fmla="*/ 1002955 w 3283645"/>
                <a:gd name="connsiteY53" fmla="*/ 1256795 h 1449582"/>
                <a:gd name="connsiteX54" fmla="*/ 1002955 w 3283645"/>
                <a:gd name="connsiteY54" fmla="*/ 1251453 h 1449582"/>
                <a:gd name="connsiteX55" fmla="*/ 1008105 w 3283645"/>
                <a:gd name="connsiteY55" fmla="*/ 1241270 h 1449582"/>
                <a:gd name="connsiteX56" fmla="*/ 1008105 w 3283645"/>
                <a:gd name="connsiteY56" fmla="*/ 1236094 h 1449582"/>
                <a:gd name="connsiteX57" fmla="*/ 1008105 w 3283645"/>
                <a:gd name="connsiteY57" fmla="*/ 1230752 h 1449582"/>
                <a:gd name="connsiteX58" fmla="*/ 1008105 w 3283645"/>
                <a:gd name="connsiteY58" fmla="*/ 1225744 h 1449582"/>
                <a:gd name="connsiteX59" fmla="*/ 1013089 w 3283645"/>
                <a:gd name="connsiteY59" fmla="*/ 1225744 h 1449582"/>
                <a:gd name="connsiteX60" fmla="*/ 1803082 w 3283645"/>
                <a:gd name="connsiteY60" fmla="*/ 1194956 h 1449582"/>
                <a:gd name="connsiteX61" fmla="*/ 1803082 w 3283645"/>
                <a:gd name="connsiteY61" fmla="*/ 1200155 h 1449582"/>
                <a:gd name="connsiteX62" fmla="*/ 1797888 w 3283645"/>
                <a:gd name="connsiteY62" fmla="*/ 1200155 h 1449582"/>
                <a:gd name="connsiteX63" fmla="*/ 1792693 w 3283645"/>
                <a:gd name="connsiteY63" fmla="*/ 1205354 h 1449582"/>
                <a:gd name="connsiteX64" fmla="*/ 1787498 w 3283645"/>
                <a:gd name="connsiteY64" fmla="*/ 1210385 h 1449582"/>
                <a:gd name="connsiteX65" fmla="*/ 1787498 w 3283645"/>
                <a:gd name="connsiteY65" fmla="*/ 1215752 h 1449582"/>
                <a:gd name="connsiteX66" fmla="*/ 1787498 w 3283645"/>
                <a:gd name="connsiteY66" fmla="*/ 1220951 h 1449582"/>
                <a:gd name="connsiteX67" fmla="*/ 1792693 w 3283645"/>
                <a:gd name="connsiteY67" fmla="*/ 1226150 h 1449582"/>
                <a:gd name="connsiteX68" fmla="*/ 1797888 w 3283645"/>
                <a:gd name="connsiteY68" fmla="*/ 1226150 h 1449582"/>
                <a:gd name="connsiteX69" fmla="*/ 1803082 w 3283645"/>
                <a:gd name="connsiteY69" fmla="*/ 1226150 h 1449582"/>
                <a:gd name="connsiteX70" fmla="*/ 1808277 w 3283645"/>
                <a:gd name="connsiteY70" fmla="*/ 1220951 h 1449582"/>
                <a:gd name="connsiteX71" fmla="*/ 1813472 w 3283645"/>
                <a:gd name="connsiteY71" fmla="*/ 1215752 h 1449582"/>
                <a:gd name="connsiteX72" fmla="*/ 1818667 w 3283645"/>
                <a:gd name="connsiteY72" fmla="*/ 1205354 h 1449582"/>
                <a:gd name="connsiteX73" fmla="*/ 1813472 w 3283645"/>
                <a:gd name="connsiteY73" fmla="*/ 1200155 h 1449582"/>
                <a:gd name="connsiteX74" fmla="*/ 1808277 w 3283645"/>
                <a:gd name="connsiteY74" fmla="*/ 1194956 h 1449582"/>
                <a:gd name="connsiteX75" fmla="*/ 1803082 w 3283645"/>
                <a:gd name="connsiteY75" fmla="*/ 1194956 h 1449582"/>
                <a:gd name="connsiteX76" fmla="*/ 1039014 w 3283645"/>
                <a:gd name="connsiteY76" fmla="*/ 1179169 h 1449582"/>
                <a:gd name="connsiteX77" fmla="*/ 1039014 w 3283645"/>
                <a:gd name="connsiteY77" fmla="*/ 1184182 h 1449582"/>
                <a:gd name="connsiteX78" fmla="*/ 1033996 w 3283645"/>
                <a:gd name="connsiteY78" fmla="*/ 1184182 h 1449582"/>
                <a:gd name="connsiteX79" fmla="*/ 1039014 w 3283645"/>
                <a:gd name="connsiteY79" fmla="*/ 1179169 h 1449582"/>
                <a:gd name="connsiteX80" fmla="*/ 1833538 w 3283645"/>
                <a:gd name="connsiteY80" fmla="*/ 1173994 h 1449582"/>
                <a:gd name="connsiteX81" fmla="*/ 1833538 w 3283645"/>
                <a:gd name="connsiteY81" fmla="*/ 1179087 h 1449582"/>
                <a:gd name="connsiteX82" fmla="*/ 1833538 w 3283645"/>
                <a:gd name="connsiteY82" fmla="*/ 1184180 h 1449582"/>
                <a:gd name="connsiteX83" fmla="*/ 1828527 w 3283645"/>
                <a:gd name="connsiteY83" fmla="*/ 1179087 h 1449582"/>
                <a:gd name="connsiteX84" fmla="*/ 1833538 w 3283645"/>
                <a:gd name="connsiteY84" fmla="*/ 1173994 h 1449582"/>
                <a:gd name="connsiteX85" fmla="*/ 1813472 w 3283645"/>
                <a:gd name="connsiteY85" fmla="*/ 1137769 h 1449582"/>
                <a:gd name="connsiteX86" fmla="*/ 1818667 w 3283645"/>
                <a:gd name="connsiteY86" fmla="*/ 1137769 h 1449582"/>
                <a:gd name="connsiteX87" fmla="*/ 1829057 w 3283645"/>
                <a:gd name="connsiteY87" fmla="*/ 1137769 h 1449582"/>
                <a:gd name="connsiteX88" fmla="*/ 1829057 w 3283645"/>
                <a:gd name="connsiteY88" fmla="*/ 1147999 h 1449582"/>
                <a:gd name="connsiteX89" fmla="*/ 1834252 w 3283645"/>
                <a:gd name="connsiteY89" fmla="*/ 1158565 h 1449582"/>
                <a:gd name="connsiteX90" fmla="*/ 1834252 w 3283645"/>
                <a:gd name="connsiteY90" fmla="*/ 1163763 h 1449582"/>
                <a:gd name="connsiteX91" fmla="*/ 1829057 w 3283645"/>
                <a:gd name="connsiteY91" fmla="*/ 1168794 h 1449582"/>
                <a:gd name="connsiteX92" fmla="*/ 1823862 w 3283645"/>
                <a:gd name="connsiteY92" fmla="*/ 1174161 h 1449582"/>
                <a:gd name="connsiteX93" fmla="*/ 1823862 w 3283645"/>
                <a:gd name="connsiteY93" fmla="*/ 1179360 h 1449582"/>
                <a:gd name="connsiteX94" fmla="*/ 1823862 w 3283645"/>
                <a:gd name="connsiteY94" fmla="*/ 1184559 h 1449582"/>
                <a:gd name="connsiteX95" fmla="*/ 1829057 w 3283645"/>
                <a:gd name="connsiteY95" fmla="*/ 1189590 h 1449582"/>
                <a:gd name="connsiteX96" fmla="*/ 1834252 w 3283645"/>
                <a:gd name="connsiteY96" fmla="*/ 1189590 h 1449582"/>
                <a:gd name="connsiteX97" fmla="*/ 1834252 w 3283645"/>
                <a:gd name="connsiteY97" fmla="*/ 1194956 h 1449582"/>
                <a:gd name="connsiteX98" fmla="*/ 1839447 w 3283645"/>
                <a:gd name="connsiteY98" fmla="*/ 1189590 h 1449582"/>
                <a:gd name="connsiteX99" fmla="*/ 1839447 w 3283645"/>
                <a:gd name="connsiteY99" fmla="*/ 1194956 h 1449582"/>
                <a:gd name="connsiteX100" fmla="*/ 1823862 w 3283645"/>
                <a:gd name="connsiteY100" fmla="*/ 1210385 h 1449582"/>
                <a:gd name="connsiteX101" fmla="*/ 1823862 w 3283645"/>
                <a:gd name="connsiteY101" fmla="*/ 1215752 h 1449582"/>
                <a:gd name="connsiteX102" fmla="*/ 1803082 w 3283645"/>
                <a:gd name="connsiteY102" fmla="*/ 1241746 h 1449582"/>
                <a:gd name="connsiteX103" fmla="*/ 1797888 w 3283645"/>
                <a:gd name="connsiteY103" fmla="*/ 1241746 h 1449582"/>
                <a:gd name="connsiteX104" fmla="*/ 1782303 w 3283645"/>
                <a:gd name="connsiteY104" fmla="*/ 1251976 h 1449582"/>
                <a:gd name="connsiteX105" fmla="*/ 1777108 w 3283645"/>
                <a:gd name="connsiteY105" fmla="*/ 1251976 h 1449582"/>
                <a:gd name="connsiteX106" fmla="*/ 1771913 w 3283645"/>
                <a:gd name="connsiteY106" fmla="*/ 1251976 h 1449582"/>
                <a:gd name="connsiteX107" fmla="*/ 1771913 w 3283645"/>
                <a:gd name="connsiteY107" fmla="*/ 1257343 h 1449582"/>
                <a:gd name="connsiteX108" fmla="*/ 1766551 w 3283645"/>
                <a:gd name="connsiteY108" fmla="*/ 1257343 h 1449582"/>
                <a:gd name="connsiteX109" fmla="*/ 1751134 w 3283645"/>
                <a:gd name="connsiteY109" fmla="*/ 1257343 h 1449582"/>
                <a:gd name="connsiteX110" fmla="*/ 1745939 w 3283645"/>
                <a:gd name="connsiteY110" fmla="*/ 1257343 h 1449582"/>
                <a:gd name="connsiteX111" fmla="*/ 1740744 w 3283645"/>
                <a:gd name="connsiteY111" fmla="*/ 1257343 h 1449582"/>
                <a:gd name="connsiteX112" fmla="*/ 1735549 w 3283645"/>
                <a:gd name="connsiteY112" fmla="*/ 1257343 h 1449582"/>
                <a:gd name="connsiteX113" fmla="*/ 1730354 w 3283645"/>
                <a:gd name="connsiteY113" fmla="*/ 1262541 h 1449582"/>
                <a:gd name="connsiteX114" fmla="*/ 1725159 w 3283645"/>
                <a:gd name="connsiteY114" fmla="*/ 1262541 h 1449582"/>
                <a:gd name="connsiteX115" fmla="*/ 1714769 w 3283645"/>
                <a:gd name="connsiteY115" fmla="*/ 1262541 h 1449582"/>
                <a:gd name="connsiteX116" fmla="*/ 1714769 w 3283645"/>
                <a:gd name="connsiteY116" fmla="*/ 1257343 h 1449582"/>
                <a:gd name="connsiteX117" fmla="*/ 1714769 w 3283645"/>
                <a:gd name="connsiteY117" fmla="*/ 1251976 h 1449582"/>
                <a:gd name="connsiteX118" fmla="*/ 1709575 w 3283645"/>
                <a:gd name="connsiteY118" fmla="*/ 1246945 h 1449582"/>
                <a:gd name="connsiteX119" fmla="*/ 1714769 w 3283645"/>
                <a:gd name="connsiteY119" fmla="*/ 1241746 h 1449582"/>
                <a:gd name="connsiteX120" fmla="*/ 1714769 w 3283645"/>
                <a:gd name="connsiteY120" fmla="*/ 1236547 h 1449582"/>
                <a:gd name="connsiteX121" fmla="*/ 1714769 w 3283645"/>
                <a:gd name="connsiteY121" fmla="*/ 1231181 h 1449582"/>
                <a:gd name="connsiteX122" fmla="*/ 1704380 w 3283645"/>
                <a:gd name="connsiteY122" fmla="*/ 1215752 h 1449582"/>
                <a:gd name="connsiteX123" fmla="*/ 1699185 w 3283645"/>
                <a:gd name="connsiteY123" fmla="*/ 1205354 h 1449582"/>
                <a:gd name="connsiteX124" fmla="*/ 1704380 w 3283645"/>
                <a:gd name="connsiteY124" fmla="*/ 1210385 h 1449582"/>
                <a:gd name="connsiteX125" fmla="*/ 1709575 w 3283645"/>
                <a:gd name="connsiteY125" fmla="*/ 1210385 h 1449582"/>
                <a:gd name="connsiteX126" fmla="*/ 1714769 w 3283645"/>
                <a:gd name="connsiteY126" fmla="*/ 1210385 h 1449582"/>
                <a:gd name="connsiteX127" fmla="*/ 1725159 w 3283645"/>
                <a:gd name="connsiteY127" fmla="*/ 1205354 h 1449582"/>
                <a:gd name="connsiteX128" fmla="*/ 1730354 w 3283645"/>
                <a:gd name="connsiteY128" fmla="*/ 1205354 h 1449582"/>
                <a:gd name="connsiteX129" fmla="*/ 1730354 w 3283645"/>
                <a:gd name="connsiteY129" fmla="*/ 1189590 h 1449582"/>
                <a:gd name="connsiteX130" fmla="*/ 1740744 w 3283645"/>
                <a:gd name="connsiteY130" fmla="*/ 1184559 h 1449582"/>
                <a:gd name="connsiteX131" fmla="*/ 1745939 w 3283645"/>
                <a:gd name="connsiteY131" fmla="*/ 1184559 h 1449582"/>
                <a:gd name="connsiteX132" fmla="*/ 1751134 w 3283645"/>
                <a:gd name="connsiteY132" fmla="*/ 1179360 h 1449582"/>
                <a:gd name="connsiteX133" fmla="*/ 1756329 w 3283645"/>
                <a:gd name="connsiteY133" fmla="*/ 1179360 h 1449582"/>
                <a:gd name="connsiteX134" fmla="*/ 1756329 w 3283645"/>
                <a:gd name="connsiteY134" fmla="*/ 1174161 h 1449582"/>
                <a:gd name="connsiteX135" fmla="*/ 1761524 w 3283645"/>
                <a:gd name="connsiteY135" fmla="*/ 1174161 h 1449582"/>
                <a:gd name="connsiteX136" fmla="*/ 1766551 w 3283645"/>
                <a:gd name="connsiteY136" fmla="*/ 1174161 h 1449582"/>
                <a:gd name="connsiteX137" fmla="*/ 1777108 w 3283645"/>
                <a:gd name="connsiteY137" fmla="*/ 1174161 h 1449582"/>
                <a:gd name="connsiteX138" fmla="*/ 1782303 w 3283645"/>
                <a:gd name="connsiteY138" fmla="*/ 1168794 h 1449582"/>
                <a:gd name="connsiteX139" fmla="*/ 1787498 w 3283645"/>
                <a:gd name="connsiteY139" fmla="*/ 1163763 h 1449582"/>
                <a:gd name="connsiteX140" fmla="*/ 1792693 w 3283645"/>
                <a:gd name="connsiteY140" fmla="*/ 1153366 h 1449582"/>
                <a:gd name="connsiteX141" fmla="*/ 1797888 w 3283645"/>
                <a:gd name="connsiteY141" fmla="*/ 1153366 h 1449582"/>
                <a:gd name="connsiteX142" fmla="*/ 1803082 w 3283645"/>
                <a:gd name="connsiteY142" fmla="*/ 1147999 h 1449582"/>
                <a:gd name="connsiteX143" fmla="*/ 1803082 w 3283645"/>
                <a:gd name="connsiteY143" fmla="*/ 1142968 h 1449582"/>
                <a:gd name="connsiteX144" fmla="*/ 1808277 w 3283645"/>
                <a:gd name="connsiteY144" fmla="*/ 1142968 h 1449582"/>
                <a:gd name="connsiteX145" fmla="*/ 1813472 w 3283645"/>
                <a:gd name="connsiteY145" fmla="*/ 1137769 h 1449582"/>
                <a:gd name="connsiteX146" fmla="*/ 924833 w 3283645"/>
                <a:gd name="connsiteY146" fmla="*/ 1137769 h 1449582"/>
                <a:gd name="connsiteX147" fmla="*/ 929858 w 3283645"/>
                <a:gd name="connsiteY147" fmla="*/ 1137769 h 1449582"/>
                <a:gd name="connsiteX148" fmla="*/ 935218 w 3283645"/>
                <a:gd name="connsiteY148" fmla="*/ 1137769 h 1449582"/>
                <a:gd name="connsiteX149" fmla="*/ 940410 w 3283645"/>
                <a:gd name="connsiteY149" fmla="*/ 1142966 h 1449582"/>
                <a:gd name="connsiteX150" fmla="*/ 945602 w 3283645"/>
                <a:gd name="connsiteY150" fmla="*/ 1142966 h 1449582"/>
                <a:gd name="connsiteX151" fmla="*/ 950626 w 3283645"/>
                <a:gd name="connsiteY151" fmla="*/ 1137769 h 1449582"/>
                <a:gd name="connsiteX152" fmla="*/ 955986 w 3283645"/>
                <a:gd name="connsiteY152" fmla="*/ 1137769 h 1449582"/>
                <a:gd name="connsiteX153" fmla="*/ 961178 w 3283645"/>
                <a:gd name="connsiteY153" fmla="*/ 1142966 h 1449582"/>
                <a:gd name="connsiteX154" fmla="*/ 966370 w 3283645"/>
                <a:gd name="connsiteY154" fmla="*/ 1147995 h 1449582"/>
                <a:gd name="connsiteX155" fmla="*/ 971395 w 3283645"/>
                <a:gd name="connsiteY155" fmla="*/ 1153360 h 1449582"/>
                <a:gd name="connsiteX156" fmla="*/ 976754 w 3283645"/>
                <a:gd name="connsiteY156" fmla="*/ 1153360 h 1449582"/>
                <a:gd name="connsiteX157" fmla="*/ 981946 w 3283645"/>
                <a:gd name="connsiteY157" fmla="*/ 1158557 h 1449582"/>
                <a:gd name="connsiteX158" fmla="*/ 987138 w 3283645"/>
                <a:gd name="connsiteY158" fmla="*/ 1163754 h 1449582"/>
                <a:gd name="connsiteX159" fmla="*/ 992163 w 3283645"/>
                <a:gd name="connsiteY159" fmla="*/ 1163754 h 1449582"/>
                <a:gd name="connsiteX160" fmla="*/ 997522 w 3283645"/>
                <a:gd name="connsiteY160" fmla="*/ 1163754 h 1449582"/>
                <a:gd name="connsiteX161" fmla="*/ 1002714 w 3283645"/>
                <a:gd name="connsiteY161" fmla="*/ 1168783 h 1449582"/>
                <a:gd name="connsiteX162" fmla="*/ 1002714 w 3283645"/>
                <a:gd name="connsiteY162" fmla="*/ 1174147 h 1449582"/>
                <a:gd name="connsiteX163" fmla="*/ 997522 w 3283645"/>
                <a:gd name="connsiteY163" fmla="*/ 1174147 h 1449582"/>
                <a:gd name="connsiteX164" fmla="*/ 997522 w 3283645"/>
                <a:gd name="connsiteY164" fmla="*/ 1179344 h 1449582"/>
                <a:gd name="connsiteX165" fmla="*/ 992163 w 3283645"/>
                <a:gd name="connsiteY165" fmla="*/ 1184541 h 1449582"/>
                <a:gd name="connsiteX166" fmla="*/ 997522 w 3283645"/>
                <a:gd name="connsiteY166" fmla="*/ 1189570 h 1449582"/>
                <a:gd name="connsiteX167" fmla="*/ 1002714 w 3283645"/>
                <a:gd name="connsiteY167" fmla="*/ 1194935 h 1449582"/>
                <a:gd name="connsiteX168" fmla="*/ 1007906 w 3283645"/>
                <a:gd name="connsiteY168" fmla="*/ 1194935 h 1449582"/>
                <a:gd name="connsiteX169" fmla="*/ 1007906 w 3283645"/>
                <a:gd name="connsiteY169" fmla="*/ 1189570 h 1449582"/>
                <a:gd name="connsiteX170" fmla="*/ 1012931 w 3283645"/>
                <a:gd name="connsiteY170" fmla="*/ 1194935 h 1449582"/>
                <a:gd name="connsiteX171" fmla="*/ 1018290 w 3283645"/>
                <a:gd name="connsiteY171" fmla="*/ 1194935 h 1449582"/>
                <a:gd name="connsiteX172" fmla="*/ 1023482 w 3283645"/>
                <a:gd name="connsiteY172" fmla="*/ 1194935 h 1449582"/>
                <a:gd name="connsiteX173" fmla="*/ 1018290 w 3283645"/>
                <a:gd name="connsiteY173" fmla="*/ 1200132 h 1449582"/>
                <a:gd name="connsiteX174" fmla="*/ 1012931 w 3283645"/>
                <a:gd name="connsiteY174" fmla="*/ 1200132 h 1449582"/>
                <a:gd name="connsiteX175" fmla="*/ 1007906 w 3283645"/>
                <a:gd name="connsiteY175" fmla="*/ 1205329 h 1449582"/>
                <a:gd name="connsiteX176" fmla="*/ 1007906 w 3283645"/>
                <a:gd name="connsiteY176" fmla="*/ 1210358 h 1449582"/>
                <a:gd name="connsiteX177" fmla="*/ 1002714 w 3283645"/>
                <a:gd name="connsiteY177" fmla="*/ 1215722 h 1449582"/>
                <a:gd name="connsiteX178" fmla="*/ 1002714 w 3283645"/>
                <a:gd name="connsiteY178" fmla="*/ 1220919 h 1449582"/>
                <a:gd name="connsiteX179" fmla="*/ 997522 w 3283645"/>
                <a:gd name="connsiteY179" fmla="*/ 1220919 h 1449582"/>
                <a:gd name="connsiteX180" fmla="*/ 997522 w 3283645"/>
                <a:gd name="connsiteY180" fmla="*/ 1222868 h 1449582"/>
                <a:gd name="connsiteX181" fmla="*/ 997522 w 3283645"/>
                <a:gd name="connsiteY181" fmla="*/ 1231145 h 1449582"/>
                <a:gd name="connsiteX182" fmla="*/ 997522 w 3283645"/>
                <a:gd name="connsiteY182" fmla="*/ 1235840 h 1449582"/>
                <a:gd name="connsiteX183" fmla="*/ 997522 w 3283645"/>
                <a:gd name="connsiteY183" fmla="*/ 1236510 h 1449582"/>
                <a:gd name="connsiteX184" fmla="*/ 997522 w 3283645"/>
                <a:gd name="connsiteY184" fmla="*/ 1251933 h 1449582"/>
                <a:gd name="connsiteX185" fmla="*/ 997522 w 3283645"/>
                <a:gd name="connsiteY185" fmla="*/ 1257298 h 1449582"/>
                <a:gd name="connsiteX186" fmla="*/ 992163 w 3283645"/>
                <a:gd name="connsiteY186" fmla="*/ 1257298 h 1449582"/>
                <a:gd name="connsiteX187" fmla="*/ 997522 w 3283645"/>
                <a:gd name="connsiteY187" fmla="*/ 1262494 h 1449582"/>
                <a:gd name="connsiteX188" fmla="*/ 997522 w 3283645"/>
                <a:gd name="connsiteY188" fmla="*/ 1267524 h 1449582"/>
                <a:gd name="connsiteX189" fmla="*/ 1002714 w 3283645"/>
                <a:gd name="connsiteY189" fmla="*/ 1272721 h 1449582"/>
                <a:gd name="connsiteX190" fmla="*/ 1002714 w 3283645"/>
                <a:gd name="connsiteY190" fmla="*/ 1278085 h 1449582"/>
                <a:gd name="connsiteX191" fmla="*/ 1007906 w 3283645"/>
                <a:gd name="connsiteY191" fmla="*/ 1278085 h 1449582"/>
                <a:gd name="connsiteX192" fmla="*/ 1007906 w 3283645"/>
                <a:gd name="connsiteY192" fmla="*/ 1288311 h 1449582"/>
                <a:gd name="connsiteX193" fmla="*/ 1012931 w 3283645"/>
                <a:gd name="connsiteY193" fmla="*/ 1293508 h 1449582"/>
                <a:gd name="connsiteX194" fmla="*/ 1007906 w 3283645"/>
                <a:gd name="connsiteY194" fmla="*/ 1298873 h 1449582"/>
                <a:gd name="connsiteX195" fmla="*/ 1002714 w 3283645"/>
                <a:gd name="connsiteY195" fmla="*/ 1304070 h 1449582"/>
                <a:gd name="connsiteX196" fmla="*/ 992163 w 3283645"/>
                <a:gd name="connsiteY196" fmla="*/ 1309099 h 1449582"/>
                <a:gd name="connsiteX197" fmla="*/ 987138 w 3283645"/>
                <a:gd name="connsiteY197" fmla="*/ 1309099 h 1449582"/>
                <a:gd name="connsiteX198" fmla="*/ 971395 w 3283645"/>
                <a:gd name="connsiteY198" fmla="*/ 1309099 h 1449582"/>
                <a:gd name="connsiteX199" fmla="*/ 966370 w 3283645"/>
                <a:gd name="connsiteY199" fmla="*/ 1309099 h 1449582"/>
                <a:gd name="connsiteX200" fmla="*/ 935218 w 3283645"/>
                <a:gd name="connsiteY200" fmla="*/ 1293508 h 1449582"/>
                <a:gd name="connsiteX201" fmla="*/ 961178 w 3283645"/>
                <a:gd name="connsiteY201" fmla="*/ 1314296 h 1449582"/>
                <a:gd name="connsiteX202" fmla="*/ 961178 w 3283645"/>
                <a:gd name="connsiteY202" fmla="*/ 1319660 h 1449582"/>
                <a:gd name="connsiteX203" fmla="*/ 961178 w 3283645"/>
                <a:gd name="connsiteY203" fmla="*/ 1324857 h 1449582"/>
                <a:gd name="connsiteX204" fmla="*/ 961178 w 3283645"/>
                <a:gd name="connsiteY204" fmla="*/ 1329886 h 1449582"/>
                <a:gd name="connsiteX205" fmla="*/ 955986 w 3283645"/>
                <a:gd name="connsiteY205" fmla="*/ 1335083 h 1449582"/>
                <a:gd name="connsiteX206" fmla="*/ 950626 w 3283645"/>
                <a:gd name="connsiteY206" fmla="*/ 1335083 h 1449582"/>
                <a:gd name="connsiteX207" fmla="*/ 945602 w 3283645"/>
                <a:gd name="connsiteY207" fmla="*/ 1329886 h 1449582"/>
                <a:gd name="connsiteX208" fmla="*/ 940410 w 3283645"/>
                <a:gd name="connsiteY208" fmla="*/ 1329886 h 1449582"/>
                <a:gd name="connsiteX209" fmla="*/ 935218 w 3283645"/>
                <a:gd name="connsiteY209" fmla="*/ 1335083 h 1449582"/>
                <a:gd name="connsiteX210" fmla="*/ 935218 w 3283645"/>
                <a:gd name="connsiteY210" fmla="*/ 1340448 h 1449582"/>
                <a:gd name="connsiteX211" fmla="*/ 935218 w 3283645"/>
                <a:gd name="connsiteY211" fmla="*/ 1345645 h 1449582"/>
                <a:gd name="connsiteX212" fmla="*/ 935218 w 3283645"/>
                <a:gd name="connsiteY212" fmla="*/ 1350674 h 1449582"/>
                <a:gd name="connsiteX213" fmla="*/ 940410 w 3283645"/>
                <a:gd name="connsiteY213" fmla="*/ 1350674 h 1449582"/>
                <a:gd name="connsiteX214" fmla="*/ 940410 w 3283645"/>
                <a:gd name="connsiteY214" fmla="*/ 1355871 h 1449582"/>
                <a:gd name="connsiteX215" fmla="*/ 935218 w 3283645"/>
                <a:gd name="connsiteY215" fmla="*/ 1355871 h 1449582"/>
                <a:gd name="connsiteX216" fmla="*/ 929858 w 3283645"/>
                <a:gd name="connsiteY216" fmla="*/ 1355871 h 1449582"/>
                <a:gd name="connsiteX217" fmla="*/ 929858 w 3283645"/>
                <a:gd name="connsiteY217" fmla="*/ 1361235 h 1449582"/>
                <a:gd name="connsiteX218" fmla="*/ 929858 w 3283645"/>
                <a:gd name="connsiteY218" fmla="*/ 1371462 h 1449582"/>
                <a:gd name="connsiteX219" fmla="*/ 929858 w 3283645"/>
                <a:gd name="connsiteY219" fmla="*/ 1376658 h 1449582"/>
                <a:gd name="connsiteX220" fmla="*/ 924833 w 3283645"/>
                <a:gd name="connsiteY220" fmla="*/ 1376658 h 1449582"/>
                <a:gd name="connsiteX221" fmla="*/ 919641 w 3283645"/>
                <a:gd name="connsiteY221" fmla="*/ 1376658 h 1449582"/>
                <a:gd name="connsiteX222" fmla="*/ 909089 w 3283645"/>
                <a:gd name="connsiteY222" fmla="*/ 1387220 h 1449582"/>
                <a:gd name="connsiteX223" fmla="*/ 914449 w 3283645"/>
                <a:gd name="connsiteY223" fmla="*/ 1397446 h 1449582"/>
                <a:gd name="connsiteX224" fmla="*/ 914449 w 3283645"/>
                <a:gd name="connsiteY224" fmla="*/ 1402810 h 1449582"/>
                <a:gd name="connsiteX225" fmla="*/ 919641 w 3283645"/>
                <a:gd name="connsiteY225" fmla="*/ 1402810 h 1449582"/>
                <a:gd name="connsiteX226" fmla="*/ 924833 w 3283645"/>
                <a:gd name="connsiteY226" fmla="*/ 1402810 h 1449582"/>
                <a:gd name="connsiteX227" fmla="*/ 888321 w 3283645"/>
                <a:gd name="connsiteY227" fmla="*/ 1413037 h 1449582"/>
                <a:gd name="connsiteX228" fmla="*/ 914449 w 3283645"/>
                <a:gd name="connsiteY228" fmla="*/ 1413037 h 1449582"/>
                <a:gd name="connsiteX229" fmla="*/ 914449 w 3283645"/>
                <a:gd name="connsiteY229" fmla="*/ 1418234 h 1449582"/>
                <a:gd name="connsiteX230" fmla="*/ 909089 w 3283645"/>
                <a:gd name="connsiteY230" fmla="*/ 1418234 h 1449582"/>
                <a:gd name="connsiteX231" fmla="*/ 909089 w 3283645"/>
                <a:gd name="connsiteY231" fmla="*/ 1423598 h 1449582"/>
                <a:gd name="connsiteX232" fmla="*/ 909089 w 3283645"/>
                <a:gd name="connsiteY232" fmla="*/ 1428795 h 1449582"/>
                <a:gd name="connsiteX233" fmla="*/ 904064 w 3283645"/>
                <a:gd name="connsiteY233" fmla="*/ 1428795 h 1449582"/>
                <a:gd name="connsiteX234" fmla="*/ 872911 w 3283645"/>
                <a:gd name="connsiteY234" fmla="*/ 1428795 h 1449582"/>
                <a:gd name="connsiteX235" fmla="*/ 898873 w 3283645"/>
                <a:gd name="connsiteY235" fmla="*/ 1433824 h 1449582"/>
                <a:gd name="connsiteX236" fmla="*/ 893680 w 3283645"/>
                <a:gd name="connsiteY236" fmla="*/ 1439021 h 1449582"/>
                <a:gd name="connsiteX237" fmla="*/ 898873 w 3283645"/>
                <a:gd name="connsiteY237" fmla="*/ 1449582 h 1449582"/>
                <a:gd name="connsiteX238" fmla="*/ 893680 w 3283645"/>
                <a:gd name="connsiteY238" fmla="*/ 1449582 h 1449582"/>
                <a:gd name="connsiteX239" fmla="*/ 888321 w 3283645"/>
                <a:gd name="connsiteY239" fmla="*/ 1449582 h 1449582"/>
                <a:gd name="connsiteX240" fmla="*/ 883296 w 3283645"/>
                <a:gd name="connsiteY240" fmla="*/ 1449582 h 1449582"/>
                <a:gd name="connsiteX241" fmla="*/ 878103 w 3283645"/>
                <a:gd name="connsiteY241" fmla="*/ 1449582 h 1449582"/>
                <a:gd name="connsiteX242" fmla="*/ 872911 w 3283645"/>
                <a:gd name="connsiteY242" fmla="*/ 1449582 h 1449582"/>
                <a:gd name="connsiteX243" fmla="*/ 878103 w 3283645"/>
                <a:gd name="connsiteY243" fmla="*/ 1444386 h 1449582"/>
                <a:gd name="connsiteX244" fmla="*/ 878103 w 3283645"/>
                <a:gd name="connsiteY244" fmla="*/ 1439021 h 1449582"/>
                <a:gd name="connsiteX245" fmla="*/ 872911 w 3283645"/>
                <a:gd name="connsiteY245" fmla="*/ 1433824 h 1449582"/>
                <a:gd name="connsiteX246" fmla="*/ 867553 w 3283645"/>
                <a:gd name="connsiteY246" fmla="*/ 1433824 h 1449582"/>
                <a:gd name="connsiteX247" fmla="*/ 862527 w 3283645"/>
                <a:gd name="connsiteY247" fmla="*/ 1433824 h 1449582"/>
                <a:gd name="connsiteX248" fmla="*/ 862527 w 3283645"/>
                <a:gd name="connsiteY248" fmla="*/ 1428795 h 1449582"/>
                <a:gd name="connsiteX249" fmla="*/ 867553 w 3283645"/>
                <a:gd name="connsiteY249" fmla="*/ 1423598 h 1449582"/>
                <a:gd name="connsiteX250" fmla="*/ 872911 w 3283645"/>
                <a:gd name="connsiteY250" fmla="*/ 1418234 h 1449582"/>
                <a:gd name="connsiteX251" fmla="*/ 878103 w 3283645"/>
                <a:gd name="connsiteY251" fmla="*/ 1413037 h 1449582"/>
                <a:gd name="connsiteX252" fmla="*/ 872911 w 3283645"/>
                <a:gd name="connsiteY252" fmla="*/ 1408007 h 1449582"/>
                <a:gd name="connsiteX253" fmla="*/ 878103 w 3283645"/>
                <a:gd name="connsiteY253" fmla="*/ 1408007 h 1449582"/>
                <a:gd name="connsiteX254" fmla="*/ 878103 w 3283645"/>
                <a:gd name="connsiteY254" fmla="*/ 1402810 h 1449582"/>
                <a:gd name="connsiteX255" fmla="*/ 878103 w 3283645"/>
                <a:gd name="connsiteY255" fmla="*/ 1397446 h 1449582"/>
                <a:gd name="connsiteX256" fmla="*/ 878103 w 3283645"/>
                <a:gd name="connsiteY256" fmla="*/ 1392249 h 1449582"/>
                <a:gd name="connsiteX257" fmla="*/ 883296 w 3283645"/>
                <a:gd name="connsiteY257" fmla="*/ 1387220 h 1449582"/>
                <a:gd name="connsiteX258" fmla="*/ 883296 w 3283645"/>
                <a:gd name="connsiteY258" fmla="*/ 1382023 h 1449582"/>
                <a:gd name="connsiteX259" fmla="*/ 883296 w 3283645"/>
                <a:gd name="connsiteY259" fmla="*/ 1376658 h 1449582"/>
                <a:gd name="connsiteX260" fmla="*/ 883296 w 3283645"/>
                <a:gd name="connsiteY260" fmla="*/ 1371462 h 1449582"/>
                <a:gd name="connsiteX261" fmla="*/ 883296 w 3283645"/>
                <a:gd name="connsiteY261" fmla="*/ 1366432 h 1449582"/>
                <a:gd name="connsiteX262" fmla="*/ 878103 w 3283645"/>
                <a:gd name="connsiteY262" fmla="*/ 1366432 h 1449582"/>
                <a:gd name="connsiteX263" fmla="*/ 878103 w 3283645"/>
                <a:gd name="connsiteY263" fmla="*/ 1361235 h 1449582"/>
                <a:gd name="connsiteX264" fmla="*/ 878103 w 3283645"/>
                <a:gd name="connsiteY264" fmla="*/ 1355871 h 1449582"/>
                <a:gd name="connsiteX265" fmla="*/ 878103 w 3283645"/>
                <a:gd name="connsiteY265" fmla="*/ 1350674 h 1449582"/>
                <a:gd name="connsiteX266" fmla="*/ 878103 w 3283645"/>
                <a:gd name="connsiteY266" fmla="*/ 1345645 h 1449582"/>
                <a:gd name="connsiteX267" fmla="*/ 878103 w 3283645"/>
                <a:gd name="connsiteY267" fmla="*/ 1340448 h 1449582"/>
                <a:gd name="connsiteX268" fmla="*/ 878103 w 3283645"/>
                <a:gd name="connsiteY268" fmla="*/ 1329886 h 1449582"/>
                <a:gd name="connsiteX269" fmla="*/ 883296 w 3283645"/>
                <a:gd name="connsiteY269" fmla="*/ 1324857 h 1449582"/>
                <a:gd name="connsiteX270" fmla="*/ 883296 w 3283645"/>
                <a:gd name="connsiteY270" fmla="*/ 1319660 h 1449582"/>
                <a:gd name="connsiteX271" fmla="*/ 883296 w 3283645"/>
                <a:gd name="connsiteY271" fmla="*/ 1314296 h 1449582"/>
                <a:gd name="connsiteX272" fmla="*/ 888321 w 3283645"/>
                <a:gd name="connsiteY272" fmla="*/ 1309099 h 1449582"/>
                <a:gd name="connsiteX273" fmla="*/ 883296 w 3283645"/>
                <a:gd name="connsiteY273" fmla="*/ 1298873 h 1449582"/>
                <a:gd name="connsiteX274" fmla="*/ 883296 w 3283645"/>
                <a:gd name="connsiteY274" fmla="*/ 1293508 h 1449582"/>
                <a:gd name="connsiteX275" fmla="*/ 883296 w 3283645"/>
                <a:gd name="connsiteY275" fmla="*/ 1288311 h 1449582"/>
                <a:gd name="connsiteX276" fmla="*/ 888321 w 3283645"/>
                <a:gd name="connsiteY276" fmla="*/ 1288311 h 1449582"/>
                <a:gd name="connsiteX277" fmla="*/ 893680 w 3283645"/>
                <a:gd name="connsiteY277" fmla="*/ 1278085 h 1449582"/>
                <a:gd name="connsiteX278" fmla="*/ 893680 w 3283645"/>
                <a:gd name="connsiteY278" fmla="*/ 1272721 h 1449582"/>
                <a:gd name="connsiteX279" fmla="*/ 898873 w 3283645"/>
                <a:gd name="connsiteY279" fmla="*/ 1262494 h 1449582"/>
                <a:gd name="connsiteX280" fmla="*/ 898873 w 3283645"/>
                <a:gd name="connsiteY280" fmla="*/ 1257298 h 1449582"/>
                <a:gd name="connsiteX281" fmla="*/ 893680 w 3283645"/>
                <a:gd name="connsiteY281" fmla="*/ 1246904 h 1449582"/>
                <a:gd name="connsiteX282" fmla="*/ 893680 w 3283645"/>
                <a:gd name="connsiteY282" fmla="*/ 1241707 h 1449582"/>
                <a:gd name="connsiteX283" fmla="*/ 893680 w 3283645"/>
                <a:gd name="connsiteY283" fmla="*/ 1236510 h 1449582"/>
                <a:gd name="connsiteX284" fmla="*/ 888321 w 3283645"/>
                <a:gd name="connsiteY284" fmla="*/ 1231145 h 1449582"/>
                <a:gd name="connsiteX285" fmla="*/ 893680 w 3283645"/>
                <a:gd name="connsiteY285" fmla="*/ 1226116 h 1449582"/>
                <a:gd name="connsiteX286" fmla="*/ 898873 w 3283645"/>
                <a:gd name="connsiteY286" fmla="*/ 1220919 h 1449582"/>
                <a:gd name="connsiteX287" fmla="*/ 898873 w 3283645"/>
                <a:gd name="connsiteY287" fmla="*/ 1215722 h 1449582"/>
                <a:gd name="connsiteX288" fmla="*/ 898873 w 3283645"/>
                <a:gd name="connsiteY288" fmla="*/ 1210358 h 1449582"/>
                <a:gd name="connsiteX289" fmla="*/ 898873 w 3283645"/>
                <a:gd name="connsiteY289" fmla="*/ 1205329 h 1449582"/>
                <a:gd name="connsiteX290" fmla="*/ 904064 w 3283645"/>
                <a:gd name="connsiteY290" fmla="*/ 1194935 h 1449582"/>
                <a:gd name="connsiteX291" fmla="*/ 904064 w 3283645"/>
                <a:gd name="connsiteY291" fmla="*/ 1189570 h 1449582"/>
                <a:gd name="connsiteX292" fmla="*/ 909089 w 3283645"/>
                <a:gd name="connsiteY292" fmla="*/ 1189570 h 1449582"/>
                <a:gd name="connsiteX293" fmla="*/ 914449 w 3283645"/>
                <a:gd name="connsiteY293" fmla="*/ 1184541 h 1449582"/>
                <a:gd name="connsiteX294" fmla="*/ 909089 w 3283645"/>
                <a:gd name="connsiteY294" fmla="*/ 1179344 h 1449582"/>
                <a:gd name="connsiteX295" fmla="*/ 909089 w 3283645"/>
                <a:gd name="connsiteY295" fmla="*/ 1174147 h 1449582"/>
                <a:gd name="connsiteX296" fmla="*/ 909089 w 3283645"/>
                <a:gd name="connsiteY296" fmla="*/ 1168783 h 1449582"/>
                <a:gd name="connsiteX297" fmla="*/ 909089 w 3283645"/>
                <a:gd name="connsiteY297" fmla="*/ 1163754 h 1449582"/>
                <a:gd name="connsiteX298" fmla="*/ 909089 w 3283645"/>
                <a:gd name="connsiteY298" fmla="*/ 1158557 h 1449582"/>
                <a:gd name="connsiteX299" fmla="*/ 914449 w 3283645"/>
                <a:gd name="connsiteY299" fmla="*/ 1158557 h 1449582"/>
                <a:gd name="connsiteX300" fmla="*/ 919641 w 3283645"/>
                <a:gd name="connsiteY300" fmla="*/ 1158557 h 1449582"/>
                <a:gd name="connsiteX301" fmla="*/ 919641 w 3283645"/>
                <a:gd name="connsiteY301" fmla="*/ 1153360 h 1449582"/>
                <a:gd name="connsiteX302" fmla="*/ 924833 w 3283645"/>
                <a:gd name="connsiteY302" fmla="*/ 1142966 h 1449582"/>
                <a:gd name="connsiteX303" fmla="*/ 924833 w 3283645"/>
                <a:gd name="connsiteY303" fmla="*/ 1137769 h 1449582"/>
                <a:gd name="connsiteX304" fmla="*/ 971747 w 3283645"/>
                <a:gd name="connsiteY304" fmla="*/ 1105979 h 1449582"/>
                <a:gd name="connsiteX305" fmla="*/ 982262 w 3283645"/>
                <a:gd name="connsiteY305" fmla="*/ 1105979 h 1449582"/>
                <a:gd name="connsiteX306" fmla="*/ 987435 w 3283645"/>
                <a:gd name="connsiteY306" fmla="*/ 1105979 h 1449582"/>
                <a:gd name="connsiteX307" fmla="*/ 997783 w 3283645"/>
                <a:gd name="connsiteY307" fmla="*/ 1105979 h 1449582"/>
                <a:gd name="connsiteX308" fmla="*/ 997783 w 3283645"/>
                <a:gd name="connsiteY308" fmla="*/ 1116551 h 1449582"/>
                <a:gd name="connsiteX309" fmla="*/ 997783 w 3283645"/>
                <a:gd name="connsiteY309" fmla="*/ 1121753 h 1449582"/>
                <a:gd name="connsiteX310" fmla="*/ 997783 w 3283645"/>
                <a:gd name="connsiteY310" fmla="*/ 1126787 h 1449582"/>
                <a:gd name="connsiteX311" fmla="*/ 997783 w 3283645"/>
                <a:gd name="connsiteY311" fmla="*/ 1132157 h 1449582"/>
                <a:gd name="connsiteX312" fmla="*/ 1002956 w 3283645"/>
                <a:gd name="connsiteY312" fmla="*/ 1132157 h 1449582"/>
                <a:gd name="connsiteX313" fmla="*/ 1008130 w 3283645"/>
                <a:gd name="connsiteY313" fmla="*/ 1137359 h 1449582"/>
                <a:gd name="connsiteX314" fmla="*/ 1013137 w 3283645"/>
                <a:gd name="connsiteY314" fmla="*/ 1137359 h 1449582"/>
                <a:gd name="connsiteX315" fmla="*/ 1018476 w 3283645"/>
                <a:gd name="connsiteY315" fmla="*/ 1137359 h 1449582"/>
                <a:gd name="connsiteX316" fmla="*/ 1023650 w 3283645"/>
                <a:gd name="connsiteY316" fmla="*/ 1137359 h 1449582"/>
                <a:gd name="connsiteX317" fmla="*/ 1023650 w 3283645"/>
                <a:gd name="connsiteY317" fmla="*/ 1142561 h 1449582"/>
                <a:gd name="connsiteX318" fmla="*/ 1023650 w 3283645"/>
                <a:gd name="connsiteY318" fmla="*/ 1147595 h 1449582"/>
                <a:gd name="connsiteX319" fmla="*/ 1023650 w 3283645"/>
                <a:gd name="connsiteY319" fmla="*/ 1152965 h 1449582"/>
                <a:gd name="connsiteX320" fmla="*/ 1028824 w 3283645"/>
                <a:gd name="connsiteY320" fmla="*/ 1158167 h 1449582"/>
                <a:gd name="connsiteX321" fmla="*/ 1033831 w 3283645"/>
                <a:gd name="connsiteY321" fmla="*/ 1158167 h 1449582"/>
                <a:gd name="connsiteX322" fmla="*/ 1033831 w 3283645"/>
                <a:gd name="connsiteY322" fmla="*/ 1163368 h 1449582"/>
                <a:gd name="connsiteX323" fmla="*/ 1028824 w 3283645"/>
                <a:gd name="connsiteY323" fmla="*/ 1168403 h 1449582"/>
                <a:gd name="connsiteX324" fmla="*/ 1028824 w 3283645"/>
                <a:gd name="connsiteY324" fmla="*/ 1173772 h 1449582"/>
                <a:gd name="connsiteX325" fmla="*/ 1028824 w 3283645"/>
                <a:gd name="connsiteY325" fmla="*/ 1178974 h 1449582"/>
                <a:gd name="connsiteX326" fmla="*/ 1023650 w 3283645"/>
                <a:gd name="connsiteY326" fmla="*/ 1184176 h 1449582"/>
                <a:gd name="connsiteX327" fmla="*/ 1018476 w 3283645"/>
                <a:gd name="connsiteY327" fmla="*/ 1184176 h 1449582"/>
                <a:gd name="connsiteX328" fmla="*/ 1013137 w 3283645"/>
                <a:gd name="connsiteY328" fmla="*/ 1184176 h 1449582"/>
                <a:gd name="connsiteX329" fmla="*/ 1008130 w 3283645"/>
                <a:gd name="connsiteY329" fmla="*/ 1184176 h 1449582"/>
                <a:gd name="connsiteX330" fmla="*/ 1002956 w 3283645"/>
                <a:gd name="connsiteY330" fmla="*/ 1184176 h 1449582"/>
                <a:gd name="connsiteX331" fmla="*/ 1002956 w 3283645"/>
                <a:gd name="connsiteY331" fmla="*/ 1178974 h 1449582"/>
                <a:gd name="connsiteX332" fmla="*/ 1008130 w 3283645"/>
                <a:gd name="connsiteY332" fmla="*/ 1173772 h 1449582"/>
                <a:gd name="connsiteX333" fmla="*/ 1013137 w 3283645"/>
                <a:gd name="connsiteY333" fmla="*/ 1168403 h 1449582"/>
                <a:gd name="connsiteX334" fmla="*/ 1013137 w 3283645"/>
                <a:gd name="connsiteY334" fmla="*/ 1163368 h 1449582"/>
                <a:gd name="connsiteX335" fmla="*/ 1008130 w 3283645"/>
                <a:gd name="connsiteY335" fmla="*/ 1158167 h 1449582"/>
                <a:gd name="connsiteX336" fmla="*/ 1002956 w 3283645"/>
                <a:gd name="connsiteY336" fmla="*/ 1158167 h 1449582"/>
                <a:gd name="connsiteX337" fmla="*/ 997783 w 3283645"/>
                <a:gd name="connsiteY337" fmla="*/ 1158167 h 1449582"/>
                <a:gd name="connsiteX338" fmla="*/ 997783 w 3283645"/>
                <a:gd name="connsiteY338" fmla="*/ 1152965 h 1449582"/>
                <a:gd name="connsiteX339" fmla="*/ 992442 w 3283645"/>
                <a:gd name="connsiteY339" fmla="*/ 1152965 h 1449582"/>
                <a:gd name="connsiteX340" fmla="*/ 987435 w 3283645"/>
                <a:gd name="connsiteY340" fmla="*/ 1147595 h 1449582"/>
                <a:gd name="connsiteX341" fmla="*/ 982262 w 3283645"/>
                <a:gd name="connsiteY341" fmla="*/ 1147595 h 1449582"/>
                <a:gd name="connsiteX342" fmla="*/ 982262 w 3283645"/>
                <a:gd name="connsiteY342" fmla="*/ 1142561 h 1449582"/>
                <a:gd name="connsiteX343" fmla="*/ 977088 w 3283645"/>
                <a:gd name="connsiteY343" fmla="*/ 1142561 h 1449582"/>
                <a:gd name="connsiteX344" fmla="*/ 971747 w 3283645"/>
                <a:gd name="connsiteY344" fmla="*/ 1137359 h 1449582"/>
                <a:gd name="connsiteX345" fmla="*/ 966740 w 3283645"/>
                <a:gd name="connsiteY345" fmla="*/ 1137359 h 1449582"/>
                <a:gd name="connsiteX346" fmla="*/ 966740 w 3283645"/>
                <a:gd name="connsiteY346" fmla="*/ 1132157 h 1449582"/>
                <a:gd name="connsiteX347" fmla="*/ 966740 w 3283645"/>
                <a:gd name="connsiteY347" fmla="*/ 1126787 h 1449582"/>
                <a:gd name="connsiteX348" fmla="*/ 966740 w 3283645"/>
                <a:gd name="connsiteY348" fmla="*/ 1121753 h 1449582"/>
                <a:gd name="connsiteX349" fmla="*/ 966740 w 3283645"/>
                <a:gd name="connsiteY349" fmla="*/ 1116551 h 1449582"/>
                <a:gd name="connsiteX350" fmla="*/ 971747 w 3283645"/>
                <a:gd name="connsiteY350" fmla="*/ 1111349 h 1449582"/>
                <a:gd name="connsiteX351" fmla="*/ 971747 w 3283645"/>
                <a:gd name="connsiteY351" fmla="*/ 1105979 h 1449582"/>
                <a:gd name="connsiteX352" fmla="*/ 1756300 w 3283645"/>
                <a:gd name="connsiteY352" fmla="*/ 1091194 h 1449582"/>
                <a:gd name="connsiteX353" fmla="*/ 1756300 w 3283645"/>
                <a:gd name="connsiteY353" fmla="*/ 1096403 h 1449582"/>
                <a:gd name="connsiteX354" fmla="*/ 1761514 w 3283645"/>
                <a:gd name="connsiteY354" fmla="*/ 1096403 h 1449582"/>
                <a:gd name="connsiteX355" fmla="*/ 1766560 w 3283645"/>
                <a:gd name="connsiteY355" fmla="*/ 1091194 h 1449582"/>
                <a:gd name="connsiteX356" fmla="*/ 1771943 w 3283645"/>
                <a:gd name="connsiteY356" fmla="*/ 1091194 h 1449582"/>
                <a:gd name="connsiteX357" fmla="*/ 1777157 w 3283645"/>
                <a:gd name="connsiteY357" fmla="*/ 1096403 h 1449582"/>
                <a:gd name="connsiteX358" fmla="*/ 1777157 w 3283645"/>
                <a:gd name="connsiteY358" fmla="*/ 1101611 h 1449582"/>
                <a:gd name="connsiteX359" fmla="*/ 1782372 w 3283645"/>
                <a:gd name="connsiteY359" fmla="*/ 1106652 h 1449582"/>
                <a:gd name="connsiteX360" fmla="*/ 1787586 w 3283645"/>
                <a:gd name="connsiteY360" fmla="*/ 1112029 h 1449582"/>
                <a:gd name="connsiteX361" fmla="*/ 1787586 w 3283645"/>
                <a:gd name="connsiteY361" fmla="*/ 1117237 h 1449582"/>
                <a:gd name="connsiteX362" fmla="*/ 1792801 w 3283645"/>
                <a:gd name="connsiteY362" fmla="*/ 1117237 h 1449582"/>
                <a:gd name="connsiteX363" fmla="*/ 1798015 w 3283645"/>
                <a:gd name="connsiteY363" fmla="*/ 1127487 h 1449582"/>
                <a:gd name="connsiteX364" fmla="*/ 1803230 w 3283645"/>
                <a:gd name="connsiteY364" fmla="*/ 1132863 h 1449582"/>
                <a:gd name="connsiteX365" fmla="*/ 1798015 w 3283645"/>
                <a:gd name="connsiteY365" fmla="*/ 1138072 h 1449582"/>
                <a:gd name="connsiteX366" fmla="*/ 1792801 w 3283645"/>
                <a:gd name="connsiteY366" fmla="*/ 1143281 h 1449582"/>
                <a:gd name="connsiteX367" fmla="*/ 1787586 w 3283645"/>
                <a:gd name="connsiteY367" fmla="*/ 1143281 h 1449582"/>
                <a:gd name="connsiteX368" fmla="*/ 1787586 w 3283645"/>
                <a:gd name="connsiteY368" fmla="*/ 1153698 h 1449582"/>
                <a:gd name="connsiteX369" fmla="*/ 1777157 w 3283645"/>
                <a:gd name="connsiteY369" fmla="*/ 1158907 h 1449582"/>
                <a:gd name="connsiteX370" fmla="*/ 1777157 w 3283645"/>
                <a:gd name="connsiteY370" fmla="*/ 1164115 h 1449582"/>
                <a:gd name="connsiteX371" fmla="*/ 1766560 w 3283645"/>
                <a:gd name="connsiteY371" fmla="*/ 1169156 h 1449582"/>
                <a:gd name="connsiteX372" fmla="*/ 1766560 w 3283645"/>
                <a:gd name="connsiteY372" fmla="*/ 1164115 h 1449582"/>
                <a:gd name="connsiteX373" fmla="*/ 1761514 w 3283645"/>
                <a:gd name="connsiteY373" fmla="*/ 1164115 h 1449582"/>
                <a:gd name="connsiteX374" fmla="*/ 1756300 w 3283645"/>
                <a:gd name="connsiteY374" fmla="*/ 1164115 h 1449582"/>
                <a:gd name="connsiteX375" fmla="*/ 1751085 w 3283645"/>
                <a:gd name="connsiteY375" fmla="*/ 1174532 h 1449582"/>
                <a:gd name="connsiteX376" fmla="*/ 1745871 w 3283645"/>
                <a:gd name="connsiteY376" fmla="*/ 1174532 h 1449582"/>
                <a:gd name="connsiteX377" fmla="*/ 1740656 w 3283645"/>
                <a:gd name="connsiteY377" fmla="*/ 1174532 h 1449582"/>
                <a:gd name="connsiteX378" fmla="*/ 1740656 w 3283645"/>
                <a:gd name="connsiteY378" fmla="*/ 1179741 h 1449582"/>
                <a:gd name="connsiteX379" fmla="*/ 1735442 w 3283645"/>
                <a:gd name="connsiteY379" fmla="*/ 1179741 h 1449582"/>
                <a:gd name="connsiteX380" fmla="*/ 1735442 w 3283645"/>
                <a:gd name="connsiteY380" fmla="*/ 1174532 h 1449582"/>
                <a:gd name="connsiteX381" fmla="*/ 1735442 w 3283645"/>
                <a:gd name="connsiteY381" fmla="*/ 1169156 h 1449582"/>
                <a:gd name="connsiteX382" fmla="*/ 1730227 w 3283645"/>
                <a:gd name="connsiteY382" fmla="*/ 1158907 h 1449582"/>
                <a:gd name="connsiteX383" fmla="*/ 1730227 w 3283645"/>
                <a:gd name="connsiteY383" fmla="*/ 1132863 h 1449582"/>
                <a:gd name="connsiteX384" fmla="*/ 1740656 w 3283645"/>
                <a:gd name="connsiteY384" fmla="*/ 1132863 h 1449582"/>
                <a:gd name="connsiteX385" fmla="*/ 1740656 w 3283645"/>
                <a:gd name="connsiteY385" fmla="*/ 1096403 h 1449582"/>
                <a:gd name="connsiteX386" fmla="*/ 1745871 w 3283645"/>
                <a:gd name="connsiteY386" fmla="*/ 1096403 h 1449582"/>
                <a:gd name="connsiteX387" fmla="*/ 1756300 w 3283645"/>
                <a:gd name="connsiteY387" fmla="*/ 1091194 h 1449582"/>
                <a:gd name="connsiteX388" fmla="*/ 1662306 w 3283645"/>
                <a:gd name="connsiteY388" fmla="*/ 1080843 h 1449582"/>
                <a:gd name="connsiteX389" fmla="*/ 1667518 w 3283645"/>
                <a:gd name="connsiteY389" fmla="*/ 1085875 h 1449582"/>
                <a:gd name="connsiteX390" fmla="*/ 1672730 w 3283645"/>
                <a:gd name="connsiteY390" fmla="*/ 1085875 h 1449582"/>
                <a:gd name="connsiteX391" fmla="*/ 1677942 w 3283645"/>
                <a:gd name="connsiteY391" fmla="*/ 1085875 h 1449582"/>
                <a:gd name="connsiteX392" fmla="*/ 1698788 w 3283645"/>
                <a:gd name="connsiteY392" fmla="*/ 1085875 h 1449582"/>
                <a:gd name="connsiteX393" fmla="*/ 1709212 w 3283645"/>
                <a:gd name="connsiteY393" fmla="*/ 1085875 h 1449582"/>
                <a:gd name="connsiteX394" fmla="*/ 1714424 w 3283645"/>
                <a:gd name="connsiteY394" fmla="*/ 1091243 h 1449582"/>
                <a:gd name="connsiteX395" fmla="*/ 1730059 w 3283645"/>
                <a:gd name="connsiteY395" fmla="*/ 1091243 h 1449582"/>
                <a:gd name="connsiteX396" fmla="*/ 1730059 w 3283645"/>
                <a:gd name="connsiteY396" fmla="*/ 1122442 h 1449582"/>
                <a:gd name="connsiteX397" fmla="*/ 1719635 w 3283645"/>
                <a:gd name="connsiteY397" fmla="*/ 1122442 h 1449582"/>
                <a:gd name="connsiteX398" fmla="*/ 1719635 w 3283645"/>
                <a:gd name="connsiteY398" fmla="*/ 1195241 h 1449582"/>
                <a:gd name="connsiteX399" fmla="*/ 1714424 w 3283645"/>
                <a:gd name="connsiteY399" fmla="*/ 1200440 h 1449582"/>
                <a:gd name="connsiteX400" fmla="*/ 1709212 w 3283645"/>
                <a:gd name="connsiteY400" fmla="*/ 1200440 h 1449582"/>
                <a:gd name="connsiteX401" fmla="*/ 1704000 w 3283645"/>
                <a:gd name="connsiteY401" fmla="*/ 1200440 h 1449582"/>
                <a:gd name="connsiteX402" fmla="*/ 1704000 w 3283645"/>
                <a:gd name="connsiteY402" fmla="*/ 1195241 h 1449582"/>
                <a:gd name="connsiteX403" fmla="*/ 1698788 w 3283645"/>
                <a:gd name="connsiteY403" fmla="*/ 1189873 h 1449582"/>
                <a:gd name="connsiteX404" fmla="*/ 1693577 w 3283645"/>
                <a:gd name="connsiteY404" fmla="*/ 1189873 h 1449582"/>
                <a:gd name="connsiteX405" fmla="*/ 1693577 w 3283645"/>
                <a:gd name="connsiteY405" fmla="*/ 1195241 h 1449582"/>
                <a:gd name="connsiteX406" fmla="*/ 1683153 w 3283645"/>
                <a:gd name="connsiteY406" fmla="*/ 1184841 h 1449582"/>
                <a:gd name="connsiteX407" fmla="*/ 1683153 w 3283645"/>
                <a:gd name="connsiteY407" fmla="*/ 1169073 h 1449582"/>
                <a:gd name="connsiteX408" fmla="*/ 1683153 w 3283645"/>
                <a:gd name="connsiteY408" fmla="*/ 1158841 h 1449582"/>
                <a:gd name="connsiteX409" fmla="*/ 1677942 w 3283645"/>
                <a:gd name="connsiteY409" fmla="*/ 1153641 h 1449582"/>
                <a:gd name="connsiteX410" fmla="*/ 1677942 w 3283645"/>
                <a:gd name="connsiteY410" fmla="*/ 1148274 h 1449582"/>
                <a:gd name="connsiteX411" fmla="*/ 1677942 w 3283645"/>
                <a:gd name="connsiteY411" fmla="*/ 1132842 h 1449582"/>
                <a:gd name="connsiteX412" fmla="*/ 1672730 w 3283645"/>
                <a:gd name="connsiteY412" fmla="*/ 1127474 h 1449582"/>
                <a:gd name="connsiteX413" fmla="*/ 1667518 w 3283645"/>
                <a:gd name="connsiteY413" fmla="*/ 1117242 h 1449582"/>
                <a:gd name="connsiteX414" fmla="*/ 1662306 w 3283645"/>
                <a:gd name="connsiteY414" fmla="*/ 1101643 h 1449582"/>
                <a:gd name="connsiteX415" fmla="*/ 1651883 w 3283645"/>
                <a:gd name="connsiteY415" fmla="*/ 1085875 h 1449582"/>
                <a:gd name="connsiteX416" fmla="*/ 1657095 w 3283645"/>
                <a:gd name="connsiteY416" fmla="*/ 1085875 h 1449582"/>
                <a:gd name="connsiteX417" fmla="*/ 1813292 w 3283645"/>
                <a:gd name="connsiteY417" fmla="*/ 1064579 h 1449582"/>
                <a:gd name="connsiteX418" fmla="*/ 1818513 w 3283645"/>
                <a:gd name="connsiteY418" fmla="*/ 1064579 h 1449582"/>
                <a:gd name="connsiteX419" fmla="*/ 1823735 w 3283645"/>
                <a:gd name="connsiteY419" fmla="*/ 1069970 h 1449582"/>
                <a:gd name="connsiteX420" fmla="*/ 1828956 w 3283645"/>
                <a:gd name="connsiteY420" fmla="*/ 1069970 h 1449582"/>
                <a:gd name="connsiteX421" fmla="*/ 1834177 w 3283645"/>
                <a:gd name="connsiteY421" fmla="*/ 1075193 h 1449582"/>
                <a:gd name="connsiteX422" fmla="*/ 1839398 w 3283645"/>
                <a:gd name="connsiteY422" fmla="*/ 1075193 h 1449582"/>
                <a:gd name="connsiteX423" fmla="*/ 1839398 w 3283645"/>
                <a:gd name="connsiteY423" fmla="*/ 1080415 h 1449582"/>
                <a:gd name="connsiteX424" fmla="*/ 1844620 w 3283645"/>
                <a:gd name="connsiteY424" fmla="*/ 1090860 h 1449582"/>
                <a:gd name="connsiteX425" fmla="*/ 1839398 w 3283645"/>
                <a:gd name="connsiteY425" fmla="*/ 1090860 h 1449582"/>
                <a:gd name="connsiteX426" fmla="*/ 1839398 w 3283645"/>
                <a:gd name="connsiteY426" fmla="*/ 1096083 h 1449582"/>
                <a:gd name="connsiteX427" fmla="*/ 1839398 w 3283645"/>
                <a:gd name="connsiteY427" fmla="*/ 1101306 h 1449582"/>
                <a:gd name="connsiteX428" fmla="*/ 1844620 w 3283645"/>
                <a:gd name="connsiteY428" fmla="*/ 1106360 h 1449582"/>
                <a:gd name="connsiteX429" fmla="*/ 1839398 w 3283645"/>
                <a:gd name="connsiteY429" fmla="*/ 1106360 h 1449582"/>
                <a:gd name="connsiteX430" fmla="*/ 1839398 w 3283645"/>
                <a:gd name="connsiteY430" fmla="*/ 1116974 h 1449582"/>
                <a:gd name="connsiteX431" fmla="*/ 1839398 w 3283645"/>
                <a:gd name="connsiteY431" fmla="*/ 1122196 h 1449582"/>
                <a:gd name="connsiteX432" fmla="*/ 1828956 w 3283645"/>
                <a:gd name="connsiteY432" fmla="*/ 1127251 h 1449582"/>
                <a:gd name="connsiteX433" fmla="*/ 1823735 w 3283645"/>
                <a:gd name="connsiteY433" fmla="*/ 1127251 h 1449582"/>
                <a:gd name="connsiteX434" fmla="*/ 1818513 w 3283645"/>
                <a:gd name="connsiteY434" fmla="*/ 1127251 h 1449582"/>
                <a:gd name="connsiteX435" fmla="*/ 1813292 w 3283645"/>
                <a:gd name="connsiteY435" fmla="*/ 1127251 h 1449582"/>
                <a:gd name="connsiteX436" fmla="*/ 1813292 w 3283645"/>
                <a:gd name="connsiteY436" fmla="*/ 1122196 h 1449582"/>
                <a:gd name="connsiteX437" fmla="*/ 1808071 w 3283645"/>
                <a:gd name="connsiteY437" fmla="*/ 1122196 h 1449582"/>
                <a:gd name="connsiteX438" fmla="*/ 1802849 w 3283645"/>
                <a:gd name="connsiteY438" fmla="*/ 1122196 h 1449582"/>
                <a:gd name="connsiteX439" fmla="*/ 1802849 w 3283645"/>
                <a:gd name="connsiteY439" fmla="*/ 1116974 h 1449582"/>
                <a:gd name="connsiteX440" fmla="*/ 1797628 w 3283645"/>
                <a:gd name="connsiteY440" fmla="*/ 1111751 h 1449582"/>
                <a:gd name="connsiteX441" fmla="*/ 1792407 w 3283645"/>
                <a:gd name="connsiteY441" fmla="*/ 1101306 h 1449582"/>
                <a:gd name="connsiteX442" fmla="*/ 1787185 w 3283645"/>
                <a:gd name="connsiteY442" fmla="*/ 1101306 h 1449582"/>
                <a:gd name="connsiteX443" fmla="*/ 1787185 w 3283645"/>
                <a:gd name="connsiteY443" fmla="*/ 1096083 h 1449582"/>
                <a:gd name="connsiteX444" fmla="*/ 1781964 w 3283645"/>
                <a:gd name="connsiteY444" fmla="*/ 1096083 h 1449582"/>
                <a:gd name="connsiteX445" fmla="*/ 1781964 w 3283645"/>
                <a:gd name="connsiteY445" fmla="*/ 1090860 h 1449582"/>
                <a:gd name="connsiteX446" fmla="*/ 1787185 w 3283645"/>
                <a:gd name="connsiteY446" fmla="*/ 1090860 h 1449582"/>
                <a:gd name="connsiteX447" fmla="*/ 1792407 w 3283645"/>
                <a:gd name="connsiteY447" fmla="*/ 1090860 h 1449582"/>
                <a:gd name="connsiteX448" fmla="*/ 1797628 w 3283645"/>
                <a:gd name="connsiteY448" fmla="*/ 1085469 h 1449582"/>
                <a:gd name="connsiteX449" fmla="*/ 1797628 w 3283645"/>
                <a:gd name="connsiteY449" fmla="*/ 1080415 h 1449582"/>
                <a:gd name="connsiteX450" fmla="*/ 1802849 w 3283645"/>
                <a:gd name="connsiteY450" fmla="*/ 1080415 h 1449582"/>
                <a:gd name="connsiteX451" fmla="*/ 1808071 w 3283645"/>
                <a:gd name="connsiteY451" fmla="*/ 1075193 h 1449582"/>
                <a:gd name="connsiteX452" fmla="*/ 1813292 w 3283645"/>
                <a:gd name="connsiteY452" fmla="*/ 1069970 h 1449582"/>
                <a:gd name="connsiteX453" fmla="*/ 1865358 w 3283645"/>
                <a:gd name="connsiteY453" fmla="*/ 1049054 h 1449582"/>
                <a:gd name="connsiteX454" fmla="*/ 1870491 w 3283645"/>
                <a:gd name="connsiteY454" fmla="*/ 1049054 h 1449582"/>
                <a:gd name="connsiteX455" fmla="*/ 1870491 w 3283645"/>
                <a:gd name="connsiteY455" fmla="*/ 1054229 h 1449582"/>
                <a:gd name="connsiteX456" fmla="*/ 1870491 w 3283645"/>
                <a:gd name="connsiteY456" fmla="*/ 1059404 h 1449582"/>
                <a:gd name="connsiteX457" fmla="*/ 1870491 w 3283645"/>
                <a:gd name="connsiteY457" fmla="*/ 1064412 h 1449582"/>
                <a:gd name="connsiteX458" fmla="*/ 1865358 w 3283645"/>
                <a:gd name="connsiteY458" fmla="*/ 1064412 h 1449582"/>
                <a:gd name="connsiteX459" fmla="*/ 1865358 w 3283645"/>
                <a:gd name="connsiteY459" fmla="*/ 1054229 h 1449582"/>
                <a:gd name="connsiteX460" fmla="*/ 1860226 w 3283645"/>
                <a:gd name="connsiteY460" fmla="*/ 1043879 h 1449582"/>
                <a:gd name="connsiteX461" fmla="*/ 1865358 w 3283645"/>
                <a:gd name="connsiteY461" fmla="*/ 1049054 h 1449582"/>
                <a:gd name="connsiteX462" fmla="*/ 1860226 w 3283645"/>
                <a:gd name="connsiteY462" fmla="*/ 1043879 h 1449582"/>
                <a:gd name="connsiteX463" fmla="*/ 2000521 w 3283645"/>
                <a:gd name="connsiteY463" fmla="*/ 1033529 h 1449582"/>
                <a:gd name="connsiteX464" fmla="*/ 2000521 w 3283645"/>
                <a:gd name="connsiteY464" fmla="*/ 1038727 h 1449582"/>
                <a:gd name="connsiteX465" fmla="*/ 2000521 w 3283645"/>
                <a:gd name="connsiteY465" fmla="*/ 1049123 h 1449582"/>
                <a:gd name="connsiteX466" fmla="*/ 2000521 w 3283645"/>
                <a:gd name="connsiteY466" fmla="*/ 1054320 h 1449582"/>
                <a:gd name="connsiteX467" fmla="*/ 2005743 w 3283645"/>
                <a:gd name="connsiteY467" fmla="*/ 1054320 h 1449582"/>
                <a:gd name="connsiteX468" fmla="*/ 2000521 w 3283645"/>
                <a:gd name="connsiteY468" fmla="*/ 1059518 h 1449582"/>
                <a:gd name="connsiteX469" fmla="*/ 1995300 w 3283645"/>
                <a:gd name="connsiteY469" fmla="*/ 1059518 h 1449582"/>
                <a:gd name="connsiteX470" fmla="*/ 1995300 w 3283645"/>
                <a:gd name="connsiteY470" fmla="*/ 1069914 h 1449582"/>
                <a:gd name="connsiteX471" fmla="*/ 2000521 w 3283645"/>
                <a:gd name="connsiteY471" fmla="*/ 1075112 h 1449582"/>
                <a:gd name="connsiteX472" fmla="*/ 1995300 w 3283645"/>
                <a:gd name="connsiteY472" fmla="*/ 1085340 h 1449582"/>
                <a:gd name="connsiteX473" fmla="*/ 1989910 w 3283645"/>
                <a:gd name="connsiteY473" fmla="*/ 1095904 h 1449582"/>
                <a:gd name="connsiteX474" fmla="*/ 1974415 w 3283645"/>
                <a:gd name="connsiteY474" fmla="*/ 1158279 h 1449582"/>
                <a:gd name="connsiteX475" fmla="*/ 1969025 w 3283645"/>
                <a:gd name="connsiteY475" fmla="*/ 1163476 h 1449582"/>
                <a:gd name="connsiteX476" fmla="*/ 1958751 w 3283645"/>
                <a:gd name="connsiteY476" fmla="*/ 1163476 h 1449582"/>
                <a:gd name="connsiteX477" fmla="*/ 1948140 w 3283645"/>
                <a:gd name="connsiteY477" fmla="*/ 1158279 h 1449582"/>
                <a:gd name="connsiteX478" fmla="*/ 1948140 w 3283645"/>
                <a:gd name="connsiteY478" fmla="*/ 1153081 h 1449582"/>
                <a:gd name="connsiteX479" fmla="*/ 1948140 w 3283645"/>
                <a:gd name="connsiteY479" fmla="*/ 1142685 h 1449582"/>
                <a:gd name="connsiteX480" fmla="*/ 1948140 w 3283645"/>
                <a:gd name="connsiteY480" fmla="*/ 1137487 h 1449582"/>
                <a:gd name="connsiteX481" fmla="*/ 1948140 w 3283645"/>
                <a:gd name="connsiteY481" fmla="*/ 1132289 h 1449582"/>
                <a:gd name="connsiteX482" fmla="*/ 1953530 w 3283645"/>
                <a:gd name="connsiteY482" fmla="*/ 1111498 h 1449582"/>
                <a:gd name="connsiteX483" fmla="*/ 1958751 w 3283645"/>
                <a:gd name="connsiteY483" fmla="*/ 1111498 h 1449582"/>
                <a:gd name="connsiteX484" fmla="*/ 1953530 w 3283645"/>
                <a:gd name="connsiteY484" fmla="*/ 1085340 h 1449582"/>
                <a:gd name="connsiteX485" fmla="*/ 1953530 w 3283645"/>
                <a:gd name="connsiteY485" fmla="*/ 1075112 h 1449582"/>
                <a:gd name="connsiteX486" fmla="*/ 1953530 w 3283645"/>
                <a:gd name="connsiteY486" fmla="*/ 1069914 h 1449582"/>
                <a:gd name="connsiteX487" fmla="*/ 1958751 w 3283645"/>
                <a:gd name="connsiteY487" fmla="*/ 1069914 h 1449582"/>
                <a:gd name="connsiteX488" fmla="*/ 1963972 w 3283645"/>
                <a:gd name="connsiteY488" fmla="*/ 1069914 h 1449582"/>
                <a:gd name="connsiteX489" fmla="*/ 1969025 w 3283645"/>
                <a:gd name="connsiteY489" fmla="*/ 1069914 h 1449582"/>
                <a:gd name="connsiteX490" fmla="*/ 1974415 w 3283645"/>
                <a:gd name="connsiteY490" fmla="*/ 1069914 h 1449582"/>
                <a:gd name="connsiteX491" fmla="*/ 1974415 w 3283645"/>
                <a:gd name="connsiteY491" fmla="*/ 1059518 h 1449582"/>
                <a:gd name="connsiteX492" fmla="*/ 1979636 w 3283645"/>
                <a:gd name="connsiteY492" fmla="*/ 1059518 h 1449582"/>
                <a:gd name="connsiteX493" fmla="*/ 1989910 w 3283645"/>
                <a:gd name="connsiteY493" fmla="*/ 1054320 h 1449582"/>
                <a:gd name="connsiteX494" fmla="*/ 1989910 w 3283645"/>
                <a:gd name="connsiteY494" fmla="*/ 1049123 h 1449582"/>
                <a:gd name="connsiteX495" fmla="*/ 1989910 w 3283645"/>
                <a:gd name="connsiteY495" fmla="*/ 1043925 h 1449582"/>
                <a:gd name="connsiteX496" fmla="*/ 1995300 w 3283645"/>
                <a:gd name="connsiteY496" fmla="*/ 1043925 h 1449582"/>
                <a:gd name="connsiteX497" fmla="*/ 2000521 w 3283645"/>
                <a:gd name="connsiteY497" fmla="*/ 1033529 h 1449582"/>
                <a:gd name="connsiteX498" fmla="*/ 1766407 w 3283645"/>
                <a:gd name="connsiteY498" fmla="*/ 1023226 h 1449582"/>
                <a:gd name="connsiteX499" fmla="*/ 1771792 w 3283645"/>
                <a:gd name="connsiteY499" fmla="*/ 1023226 h 1449582"/>
                <a:gd name="connsiteX500" fmla="*/ 1782228 w 3283645"/>
                <a:gd name="connsiteY500" fmla="*/ 1028280 h 1449582"/>
                <a:gd name="connsiteX501" fmla="*/ 1787445 w 3283645"/>
                <a:gd name="connsiteY501" fmla="*/ 1028280 h 1449582"/>
                <a:gd name="connsiteX502" fmla="*/ 1792663 w 3283645"/>
                <a:gd name="connsiteY502" fmla="*/ 1028280 h 1449582"/>
                <a:gd name="connsiteX503" fmla="*/ 1803098 w 3283645"/>
                <a:gd name="connsiteY503" fmla="*/ 1033671 h 1449582"/>
                <a:gd name="connsiteX504" fmla="*/ 1803098 w 3283645"/>
                <a:gd name="connsiteY504" fmla="*/ 1038893 h 1449582"/>
                <a:gd name="connsiteX505" fmla="*/ 1813533 w 3283645"/>
                <a:gd name="connsiteY505" fmla="*/ 1044116 h 1449582"/>
                <a:gd name="connsiteX506" fmla="*/ 1818751 w 3283645"/>
                <a:gd name="connsiteY506" fmla="*/ 1049339 h 1449582"/>
                <a:gd name="connsiteX507" fmla="*/ 1818751 w 3283645"/>
                <a:gd name="connsiteY507" fmla="*/ 1054561 h 1449582"/>
                <a:gd name="connsiteX508" fmla="*/ 1818751 w 3283645"/>
                <a:gd name="connsiteY508" fmla="*/ 1059784 h 1449582"/>
                <a:gd name="connsiteX509" fmla="*/ 1813533 w 3283645"/>
                <a:gd name="connsiteY509" fmla="*/ 1054561 h 1449582"/>
                <a:gd name="connsiteX510" fmla="*/ 1803098 w 3283645"/>
                <a:gd name="connsiteY510" fmla="*/ 1064838 h 1449582"/>
                <a:gd name="connsiteX511" fmla="*/ 1803098 w 3283645"/>
                <a:gd name="connsiteY511" fmla="*/ 1070229 h 1449582"/>
                <a:gd name="connsiteX512" fmla="*/ 1797880 w 3283645"/>
                <a:gd name="connsiteY512" fmla="*/ 1070229 h 1449582"/>
                <a:gd name="connsiteX513" fmla="*/ 1792663 w 3283645"/>
                <a:gd name="connsiteY513" fmla="*/ 1080674 h 1449582"/>
                <a:gd name="connsiteX514" fmla="*/ 1787445 w 3283645"/>
                <a:gd name="connsiteY514" fmla="*/ 1080674 h 1449582"/>
                <a:gd name="connsiteX515" fmla="*/ 1782228 w 3283645"/>
                <a:gd name="connsiteY515" fmla="*/ 1080674 h 1449582"/>
                <a:gd name="connsiteX516" fmla="*/ 1777010 w 3283645"/>
                <a:gd name="connsiteY516" fmla="*/ 1080674 h 1449582"/>
                <a:gd name="connsiteX517" fmla="*/ 1777010 w 3283645"/>
                <a:gd name="connsiteY517" fmla="*/ 1075452 h 1449582"/>
                <a:gd name="connsiteX518" fmla="*/ 1771792 w 3283645"/>
                <a:gd name="connsiteY518" fmla="*/ 1075452 h 1449582"/>
                <a:gd name="connsiteX519" fmla="*/ 1766407 w 3283645"/>
                <a:gd name="connsiteY519" fmla="*/ 1075452 h 1449582"/>
                <a:gd name="connsiteX520" fmla="*/ 1756140 w 3283645"/>
                <a:gd name="connsiteY520" fmla="*/ 1075452 h 1449582"/>
                <a:gd name="connsiteX521" fmla="*/ 1750922 w 3283645"/>
                <a:gd name="connsiteY521" fmla="*/ 1070229 h 1449582"/>
                <a:gd name="connsiteX522" fmla="*/ 1750922 w 3283645"/>
                <a:gd name="connsiteY522" fmla="*/ 1064838 h 1449582"/>
                <a:gd name="connsiteX523" fmla="*/ 1750922 w 3283645"/>
                <a:gd name="connsiteY523" fmla="*/ 1038893 h 1449582"/>
                <a:gd name="connsiteX524" fmla="*/ 1766407 w 3283645"/>
                <a:gd name="connsiteY524" fmla="*/ 1038893 h 1449582"/>
                <a:gd name="connsiteX525" fmla="*/ 1766407 w 3283645"/>
                <a:gd name="connsiteY525" fmla="*/ 1023226 h 1449582"/>
                <a:gd name="connsiteX526" fmla="*/ 1855093 w 3283645"/>
                <a:gd name="connsiteY526" fmla="*/ 1023179 h 1449582"/>
                <a:gd name="connsiteX527" fmla="*/ 1855093 w 3283645"/>
                <a:gd name="connsiteY527" fmla="*/ 1028187 h 1449582"/>
                <a:gd name="connsiteX528" fmla="*/ 1855093 w 3283645"/>
                <a:gd name="connsiteY528" fmla="*/ 1033529 h 1449582"/>
                <a:gd name="connsiteX529" fmla="*/ 1860226 w 3283645"/>
                <a:gd name="connsiteY529" fmla="*/ 1038704 h 1449582"/>
                <a:gd name="connsiteX530" fmla="*/ 1860226 w 3283645"/>
                <a:gd name="connsiteY530" fmla="*/ 1043879 h 1449582"/>
                <a:gd name="connsiteX531" fmla="*/ 1855093 w 3283645"/>
                <a:gd name="connsiteY531" fmla="*/ 1043879 h 1449582"/>
                <a:gd name="connsiteX532" fmla="*/ 1849961 w 3283645"/>
                <a:gd name="connsiteY532" fmla="*/ 1038704 h 1449582"/>
                <a:gd name="connsiteX533" fmla="*/ 1849961 w 3283645"/>
                <a:gd name="connsiteY533" fmla="*/ 1033529 h 1449582"/>
                <a:gd name="connsiteX534" fmla="*/ 1855093 w 3283645"/>
                <a:gd name="connsiteY534" fmla="*/ 1023179 h 1449582"/>
                <a:gd name="connsiteX535" fmla="*/ 2857568 w 3283645"/>
                <a:gd name="connsiteY535" fmla="*/ 1018003 h 1449582"/>
                <a:gd name="connsiteX536" fmla="*/ 2862760 w 3283645"/>
                <a:gd name="connsiteY536" fmla="*/ 1028238 h 1449582"/>
                <a:gd name="connsiteX537" fmla="*/ 2862760 w 3283645"/>
                <a:gd name="connsiteY537" fmla="*/ 1033607 h 1449582"/>
                <a:gd name="connsiteX538" fmla="*/ 2862760 w 3283645"/>
                <a:gd name="connsiteY538" fmla="*/ 1038809 h 1449582"/>
                <a:gd name="connsiteX539" fmla="*/ 2867953 w 3283645"/>
                <a:gd name="connsiteY539" fmla="*/ 1049212 h 1449582"/>
                <a:gd name="connsiteX540" fmla="*/ 2873145 w 3283645"/>
                <a:gd name="connsiteY540" fmla="*/ 1054413 h 1449582"/>
                <a:gd name="connsiteX541" fmla="*/ 2878338 w 3283645"/>
                <a:gd name="connsiteY541" fmla="*/ 1049212 h 1449582"/>
                <a:gd name="connsiteX542" fmla="*/ 2878338 w 3283645"/>
                <a:gd name="connsiteY542" fmla="*/ 1054413 h 1449582"/>
                <a:gd name="connsiteX543" fmla="*/ 2883530 w 3283645"/>
                <a:gd name="connsiteY543" fmla="*/ 1064648 h 1449582"/>
                <a:gd name="connsiteX544" fmla="*/ 2883530 w 3283645"/>
                <a:gd name="connsiteY544" fmla="*/ 1075219 h 1449582"/>
                <a:gd name="connsiteX545" fmla="*/ 2888722 w 3283645"/>
                <a:gd name="connsiteY545" fmla="*/ 1080420 h 1449582"/>
                <a:gd name="connsiteX546" fmla="*/ 2888722 w 3283645"/>
                <a:gd name="connsiteY546" fmla="*/ 1085454 h 1449582"/>
                <a:gd name="connsiteX547" fmla="*/ 2893915 w 3283645"/>
                <a:gd name="connsiteY547" fmla="*/ 1101226 h 1449582"/>
                <a:gd name="connsiteX548" fmla="*/ 2904300 w 3283645"/>
                <a:gd name="connsiteY548" fmla="*/ 1106260 h 1449582"/>
                <a:gd name="connsiteX549" fmla="*/ 2904300 w 3283645"/>
                <a:gd name="connsiteY549" fmla="*/ 1111629 h 1449582"/>
                <a:gd name="connsiteX550" fmla="*/ 2909492 w 3283645"/>
                <a:gd name="connsiteY550" fmla="*/ 1111629 h 1449582"/>
                <a:gd name="connsiteX551" fmla="*/ 2914684 w 3283645"/>
                <a:gd name="connsiteY551" fmla="*/ 1116831 h 1449582"/>
                <a:gd name="connsiteX552" fmla="*/ 2919877 w 3283645"/>
                <a:gd name="connsiteY552" fmla="*/ 1122032 h 1449582"/>
                <a:gd name="connsiteX553" fmla="*/ 2919877 w 3283645"/>
                <a:gd name="connsiteY553" fmla="*/ 1127066 h 1449582"/>
                <a:gd name="connsiteX554" fmla="*/ 2919877 w 3283645"/>
                <a:gd name="connsiteY554" fmla="*/ 1132435 h 1449582"/>
                <a:gd name="connsiteX555" fmla="*/ 2925069 w 3283645"/>
                <a:gd name="connsiteY555" fmla="*/ 1137636 h 1449582"/>
                <a:gd name="connsiteX556" fmla="*/ 2930262 w 3283645"/>
                <a:gd name="connsiteY556" fmla="*/ 1142838 h 1449582"/>
                <a:gd name="connsiteX557" fmla="*/ 2940646 w 3283645"/>
                <a:gd name="connsiteY557" fmla="*/ 1153241 h 1449582"/>
                <a:gd name="connsiteX558" fmla="*/ 2945839 w 3283645"/>
                <a:gd name="connsiteY558" fmla="*/ 1158442 h 1449582"/>
                <a:gd name="connsiteX559" fmla="*/ 2951031 w 3283645"/>
                <a:gd name="connsiteY559" fmla="*/ 1163644 h 1449582"/>
                <a:gd name="connsiteX560" fmla="*/ 2951031 w 3283645"/>
                <a:gd name="connsiteY560" fmla="*/ 1168677 h 1449582"/>
                <a:gd name="connsiteX561" fmla="*/ 2956224 w 3283645"/>
                <a:gd name="connsiteY561" fmla="*/ 1168677 h 1449582"/>
                <a:gd name="connsiteX562" fmla="*/ 2956224 w 3283645"/>
                <a:gd name="connsiteY562" fmla="*/ 1174047 h 1449582"/>
                <a:gd name="connsiteX563" fmla="*/ 2956224 w 3283645"/>
                <a:gd name="connsiteY563" fmla="*/ 1179248 h 1449582"/>
                <a:gd name="connsiteX564" fmla="*/ 2951031 w 3283645"/>
                <a:gd name="connsiteY564" fmla="*/ 1184449 h 1449582"/>
                <a:gd name="connsiteX565" fmla="*/ 2956224 w 3283645"/>
                <a:gd name="connsiteY565" fmla="*/ 1194852 h 1449582"/>
                <a:gd name="connsiteX566" fmla="*/ 2956224 w 3283645"/>
                <a:gd name="connsiteY566" fmla="*/ 1200054 h 1449582"/>
                <a:gd name="connsiteX567" fmla="*/ 2956224 w 3283645"/>
                <a:gd name="connsiteY567" fmla="*/ 1205255 h 1449582"/>
                <a:gd name="connsiteX568" fmla="*/ 2956224 w 3283645"/>
                <a:gd name="connsiteY568" fmla="*/ 1220860 h 1449582"/>
                <a:gd name="connsiteX569" fmla="*/ 2951031 w 3283645"/>
                <a:gd name="connsiteY569" fmla="*/ 1231095 h 1449582"/>
                <a:gd name="connsiteX570" fmla="*/ 2951031 w 3283645"/>
                <a:gd name="connsiteY570" fmla="*/ 1241665 h 1449582"/>
                <a:gd name="connsiteX571" fmla="*/ 2945839 w 3283645"/>
                <a:gd name="connsiteY571" fmla="*/ 1246867 h 1449582"/>
                <a:gd name="connsiteX572" fmla="*/ 2935454 w 3283645"/>
                <a:gd name="connsiteY572" fmla="*/ 1257270 h 1449582"/>
                <a:gd name="connsiteX573" fmla="*/ 2935454 w 3283645"/>
                <a:gd name="connsiteY573" fmla="*/ 1262471 h 1449582"/>
                <a:gd name="connsiteX574" fmla="*/ 2925069 w 3283645"/>
                <a:gd name="connsiteY574" fmla="*/ 1283277 h 1449582"/>
                <a:gd name="connsiteX575" fmla="*/ 2925069 w 3283645"/>
                <a:gd name="connsiteY575" fmla="*/ 1293512 h 1449582"/>
                <a:gd name="connsiteX576" fmla="*/ 2925069 w 3283645"/>
                <a:gd name="connsiteY576" fmla="*/ 1298881 h 1449582"/>
                <a:gd name="connsiteX577" fmla="*/ 2919877 w 3283645"/>
                <a:gd name="connsiteY577" fmla="*/ 1298881 h 1449582"/>
                <a:gd name="connsiteX578" fmla="*/ 2914684 w 3283645"/>
                <a:gd name="connsiteY578" fmla="*/ 1298881 h 1449582"/>
                <a:gd name="connsiteX579" fmla="*/ 2904300 w 3283645"/>
                <a:gd name="connsiteY579" fmla="*/ 1304083 h 1449582"/>
                <a:gd name="connsiteX580" fmla="*/ 2893915 w 3283645"/>
                <a:gd name="connsiteY580" fmla="*/ 1309116 h 1449582"/>
                <a:gd name="connsiteX581" fmla="*/ 2883530 w 3283645"/>
                <a:gd name="connsiteY581" fmla="*/ 1304083 h 1449582"/>
                <a:gd name="connsiteX582" fmla="*/ 2873145 w 3283645"/>
                <a:gd name="connsiteY582" fmla="*/ 1304083 h 1449582"/>
                <a:gd name="connsiteX583" fmla="*/ 2873145 w 3283645"/>
                <a:gd name="connsiteY583" fmla="*/ 1309116 h 1449582"/>
                <a:gd name="connsiteX584" fmla="*/ 2867953 w 3283645"/>
                <a:gd name="connsiteY584" fmla="*/ 1309116 h 1449582"/>
                <a:gd name="connsiteX585" fmla="*/ 2857568 w 3283645"/>
                <a:gd name="connsiteY585" fmla="*/ 1304083 h 1449582"/>
                <a:gd name="connsiteX586" fmla="*/ 2852375 w 3283645"/>
                <a:gd name="connsiteY586" fmla="*/ 1304083 h 1449582"/>
                <a:gd name="connsiteX587" fmla="*/ 2847183 w 3283645"/>
                <a:gd name="connsiteY587" fmla="*/ 1304083 h 1449582"/>
                <a:gd name="connsiteX588" fmla="*/ 2841991 w 3283645"/>
                <a:gd name="connsiteY588" fmla="*/ 1298881 h 1449582"/>
                <a:gd name="connsiteX589" fmla="*/ 2836798 w 3283645"/>
                <a:gd name="connsiteY589" fmla="*/ 1293512 h 1449582"/>
                <a:gd name="connsiteX590" fmla="*/ 2831606 w 3283645"/>
                <a:gd name="connsiteY590" fmla="*/ 1278075 h 1449582"/>
                <a:gd name="connsiteX591" fmla="*/ 2826413 w 3283645"/>
                <a:gd name="connsiteY591" fmla="*/ 1272706 h 1449582"/>
                <a:gd name="connsiteX592" fmla="*/ 2826413 w 3283645"/>
                <a:gd name="connsiteY592" fmla="*/ 1267505 h 1449582"/>
                <a:gd name="connsiteX593" fmla="*/ 2821221 w 3283645"/>
                <a:gd name="connsiteY593" fmla="*/ 1257270 h 1449582"/>
                <a:gd name="connsiteX594" fmla="*/ 2821221 w 3283645"/>
                <a:gd name="connsiteY594" fmla="*/ 1246867 h 1449582"/>
                <a:gd name="connsiteX595" fmla="*/ 2821221 w 3283645"/>
                <a:gd name="connsiteY595" fmla="*/ 1241665 h 1449582"/>
                <a:gd name="connsiteX596" fmla="*/ 2810836 w 3283645"/>
                <a:gd name="connsiteY596" fmla="*/ 1241665 h 1449582"/>
                <a:gd name="connsiteX597" fmla="*/ 2810836 w 3283645"/>
                <a:gd name="connsiteY597" fmla="*/ 1246867 h 1449582"/>
                <a:gd name="connsiteX598" fmla="*/ 2810836 w 3283645"/>
                <a:gd name="connsiteY598" fmla="*/ 1251900 h 1449582"/>
                <a:gd name="connsiteX599" fmla="*/ 2800451 w 3283645"/>
                <a:gd name="connsiteY599" fmla="*/ 1262471 h 1449582"/>
                <a:gd name="connsiteX600" fmla="*/ 2795259 w 3283645"/>
                <a:gd name="connsiteY600" fmla="*/ 1262471 h 1449582"/>
                <a:gd name="connsiteX601" fmla="*/ 2790067 w 3283645"/>
                <a:gd name="connsiteY601" fmla="*/ 1246867 h 1449582"/>
                <a:gd name="connsiteX602" fmla="*/ 2784874 w 3283645"/>
                <a:gd name="connsiteY602" fmla="*/ 1246867 h 1449582"/>
                <a:gd name="connsiteX603" fmla="*/ 2774489 w 3283645"/>
                <a:gd name="connsiteY603" fmla="*/ 1236464 h 1449582"/>
                <a:gd name="connsiteX604" fmla="*/ 2764105 w 3283645"/>
                <a:gd name="connsiteY604" fmla="*/ 1231095 h 1449582"/>
                <a:gd name="connsiteX605" fmla="*/ 2753720 w 3283645"/>
                <a:gd name="connsiteY605" fmla="*/ 1231095 h 1449582"/>
                <a:gd name="connsiteX606" fmla="*/ 2748527 w 3283645"/>
                <a:gd name="connsiteY606" fmla="*/ 1231095 h 1449582"/>
                <a:gd name="connsiteX607" fmla="*/ 2743502 w 3283645"/>
                <a:gd name="connsiteY607" fmla="*/ 1231095 h 1449582"/>
                <a:gd name="connsiteX608" fmla="*/ 2738143 w 3283645"/>
                <a:gd name="connsiteY608" fmla="*/ 1231095 h 1449582"/>
                <a:gd name="connsiteX609" fmla="*/ 2732950 w 3283645"/>
                <a:gd name="connsiteY609" fmla="*/ 1231095 h 1449582"/>
                <a:gd name="connsiteX610" fmla="*/ 2727758 w 3283645"/>
                <a:gd name="connsiteY610" fmla="*/ 1236464 h 1449582"/>
                <a:gd name="connsiteX611" fmla="*/ 2722565 w 3283645"/>
                <a:gd name="connsiteY611" fmla="*/ 1236464 h 1449582"/>
                <a:gd name="connsiteX612" fmla="*/ 2701963 w 3283645"/>
                <a:gd name="connsiteY612" fmla="*/ 1241665 h 1449582"/>
                <a:gd name="connsiteX613" fmla="*/ 2686218 w 3283645"/>
                <a:gd name="connsiteY613" fmla="*/ 1246867 h 1449582"/>
                <a:gd name="connsiteX614" fmla="*/ 2686218 w 3283645"/>
                <a:gd name="connsiteY614" fmla="*/ 1251900 h 1449582"/>
                <a:gd name="connsiteX615" fmla="*/ 2686218 w 3283645"/>
                <a:gd name="connsiteY615" fmla="*/ 1257270 h 1449582"/>
                <a:gd name="connsiteX616" fmla="*/ 2681194 w 3283645"/>
                <a:gd name="connsiteY616" fmla="*/ 1257270 h 1449582"/>
                <a:gd name="connsiteX617" fmla="*/ 2670641 w 3283645"/>
                <a:gd name="connsiteY617" fmla="*/ 1257270 h 1449582"/>
                <a:gd name="connsiteX618" fmla="*/ 2660424 w 3283645"/>
                <a:gd name="connsiteY618" fmla="*/ 1257270 h 1449582"/>
                <a:gd name="connsiteX619" fmla="*/ 2655064 w 3283645"/>
                <a:gd name="connsiteY619" fmla="*/ 1257270 h 1449582"/>
                <a:gd name="connsiteX620" fmla="*/ 2634294 w 3283645"/>
                <a:gd name="connsiteY620" fmla="*/ 1267505 h 1449582"/>
                <a:gd name="connsiteX621" fmla="*/ 2629102 w 3283645"/>
                <a:gd name="connsiteY621" fmla="*/ 1267505 h 1449582"/>
                <a:gd name="connsiteX622" fmla="*/ 2623910 w 3283645"/>
                <a:gd name="connsiteY622" fmla="*/ 1267505 h 1449582"/>
                <a:gd name="connsiteX623" fmla="*/ 2613525 w 3283645"/>
                <a:gd name="connsiteY623" fmla="*/ 1267505 h 1449582"/>
                <a:gd name="connsiteX624" fmla="*/ 2613525 w 3283645"/>
                <a:gd name="connsiteY624" fmla="*/ 1262471 h 1449582"/>
                <a:gd name="connsiteX625" fmla="*/ 2608332 w 3283645"/>
                <a:gd name="connsiteY625" fmla="*/ 1257270 h 1449582"/>
                <a:gd name="connsiteX626" fmla="*/ 2613525 w 3283645"/>
                <a:gd name="connsiteY626" fmla="*/ 1251900 h 1449582"/>
                <a:gd name="connsiteX627" fmla="*/ 2613525 w 3283645"/>
                <a:gd name="connsiteY627" fmla="*/ 1246867 h 1449582"/>
                <a:gd name="connsiteX628" fmla="*/ 2613525 w 3283645"/>
                <a:gd name="connsiteY628" fmla="*/ 1236464 h 1449582"/>
                <a:gd name="connsiteX629" fmla="*/ 2608332 w 3283645"/>
                <a:gd name="connsiteY629" fmla="*/ 1220860 h 1449582"/>
                <a:gd name="connsiteX630" fmla="*/ 2608332 w 3283645"/>
                <a:gd name="connsiteY630" fmla="*/ 1210289 h 1449582"/>
                <a:gd name="connsiteX631" fmla="*/ 2603140 w 3283645"/>
                <a:gd name="connsiteY631" fmla="*/ 1200054 h 1449582"/>
                <a:gd name="connsiteX632" fmla="*/ 2598115 w 3283645"/>
                <a:gd name="connsiteY632" fmla="*/ 1194852 h 1449582"/>
                <a:gd name="connsiteX633" fmla="*/ 2598115 w 3283645"/>
                <a:gd name="connsiteY633" fmla="*/ 1184449 h 1449582"/>
                <a:gd name="connsiteX634" fmla="*/ 2592755 w 3283645"/>
                <a:gd name="connsiteY634" fmla="*/ 1179248 h 1449582"/>
                <a:gd name="connsiteX635" fmla="*/ 2598115 w 3283645"/>
                <a:gd name="connsiteY635" fmla="*/ 1179248 h 1449582"/>
                <a:gd name="connsiteX636" fmla="*/ 2603140 w 3283645"/>
                <a:gd name="connsiteY636" fmla="*/ 1174047 h 1449582"/>
                <a:gd name="connsiteX637" fmla="*/ 2598115 w 3283645"/>
                <a:gd name="connsiteY637" fmla="*/ 1163644 h 1449582"/>
                <a:gd name="connsiteX638" fmla="*/ 2592755 w 3283645"/>
                <a:gd name="connsiteY638" fmla="*/ 1153241 h 1449582"/>
                <a:gd name="connsiteX639" fmla="*/ 2598115 w 3283645"/>
                <a:gd name="connsiteY639" fmla="*/ 1142838 h 1449582"/>
                <a:gd name="connsiteX640" fmla="*/ 2598115 w 3283645"/>
                <a:gd name="connsiteY640" fmla="*/ 1137636 h 1449582"/>
                <a:gd name="connsiteX641" fmla="*/ 2603140 w 3283645"/>
                <a:gd name="connsiteY641" fmla="*/ 1137636 h 1449582"/>
                <a:gd name="connsiteX642" fmla="*/ 2603140 w 3283645"/>
                <a:gd name="connsiteY642" fmla="*/ 1132435 h 1449582"/>
                <a:gd name="connsiteX643" fmla="*/ 2618885 w 3283645"/>
                <a:gd name="connsiteY643" fmla="*/ 1122032 h 1449582"/>
                <a:gd name="connsiteX644" fmla="*/ 2623910 w 3283645"/>
                <a:gd name="connsiteY644" fmla="*/ 1122032 h 1449582"/>
                <a:gd name="connsiteX645" fmla="*/ 2629102 w 3283645"/>
                <a:gd name="connsiteY645" fmla="*/ 1122032 h 1449582"/>
                <a:gd name="connsiteX646" fmla="*/ 2634294 w 3283645"/>
                <a:gd name="connsiteY646" fmla="*/ 1116831 h 1449582"/>
                <a:gd name="connsiteX647" fmla="*/ 2644679 w 3283645"/>
                <a:gd name="connsiteY647" fmla="*/ 1111629 h 1449582"/>
                <a:gd name="connsiteX648" fmla="*/ 2649872 w 3283645"/>
                <a:gd name="connsiteY648" fmla="*/ 1111629 h 1449582"/>
                <a:gd name="connsiteX649" fmla="*/ 2655064 w 3283645"/>
                <a:gd name="connsiteY649" fmla="*/ 1111629 h 1449582"/>
                <a:gd name="connsiteX650" fmla="*/ 2660424 w 3283645"/>
                <a:gd name="connsiteY650" fmla="*/ 1106260 h 1449582"/>
                <a:gd name="connsiteX651" fmla="*/ 2670641 w 3283645"/>
                <a:gd name="connsiteY651" fmla="*/ 1096025 h 1449582"/>
                <a:gd name="connsiteX652" fmla="*/ 2675834 w 3283645"/>
                <a:gd name="connsiteY652" fmla="*/ 1085454 h 1449582"/>
                <a:gd name="connsiteX653" fmla="*/ 2675834 w 3283645"/>
                <a:gd name="connsiteY653" fmla="*/ 1080420 h 1449582"/>
                <a:gd name="connsiteX654" fmla="*/ 2681194 w 3283645"/>
                <a:gd name="connsiteY654" fmla="*/ 1085454 h 1449582"/>
                <a:gd name="connsiteX655" fmla="*/ 2686218 w 3283645"/>
                <a:gd name="connsiteY655" fmla="*/ 1106260 h 1449582"/>
                <a:gd name="connsiteX656" fmla="*/ 2686218 w 3283645"/>
                <a:gd name="connsiteY656" fmla="*/ 1080420 h 1449582"/>
                <a:gd name="connsiteX657" fmla="*/ 2686218 w 3283645"/>
                <a:gd name="connsiteY657" fmla="*/ 1070017 h 1449582"/>
                <a:gd name="connsiteX658" fmla="*/ 2691411 w 3283645"/>
                <a:gd name="connsiteY658" fmla="*/ 1070017 h 1449582"/>
                <a:gd name="connsiteX659" fmla="*/ 2696603 w 3283645"/>
                <a:gd name="connsiteY659" fmla="*/ 1070017 h 1449582"/>
                <a:gd name="connsiteX660" fmla="*/ 2701963 w 3283645"/>
                <a:gd name="connsiteY660" fmla="*/ 1064648 h 1449582"/>
                <a:gd name="connsiteX661" fmla="*/ 2706988 w 3283645"/>
                <a:gd name="connsiteY661" fmla="*/ 1059614 h 1449582"/>
                <a:gd name="connsiteX662" fmla="*/ 2706988 w 3283645"/>
                <a:gd name="connsiteY662" fmla="*/ 1049212 h 1449582"/>
                <a:gd name="connsiteX663" fmla="*/ 2712180 w 3283645"/>
                <a:gd name="connsiteY663" fmla="*/ 1049212 h 1449582"/>
                <a:gd name="connsiteX664" fmla="*/ 2717373 w 3283645"/>
                <a:gd name="connsiteY664" fmla="*/ 1049212 h 1449582"/>
                <a:gd name="connsiteX665" fmla="*/ 2722565 w 3283645"/>
                <a:gd name="connsiteY665" fmla="*/ 1054413 h 1449582"/>
                <a:gd name="connsiteX666" fmla="*/ 2722565 w 3283645"/>
                <a:gd name="connsiteY666" fmla="*/ 1059614 h 1449582"/>
                <a:gd name="connsiteX667" fmla="*/ 2727758 w 3283645"/>
                <a:gd name="connsiteY667" fmla="*/ 1059614 h 1449582"/>
                <a:gd name="connsiteX668" fmla="*/ 2732950 w 3283645"/>
                <a:gd name="connsiteY668" fmla="*/ 1059614 h 1449582"/>
                <a:gd name="connsiteX669" fmla="*/ 2738143 w 3283645"/>
                <a:gd name="connsiteY669" fmla="*/ 1059614 h 1449582"/>
                <a:gd name="connsiteX670" fmla="*/ 2743502 w 3283645"/>
                <a:gd name="connsiteY670" fmla="*/ 1064648 h 1449582"/>
                <a:gd name="connsiteX671" fmla="*/ 2743502 w 3283645"/>
                <a:gd name="connsiteY671" fmla="*/ 1054413 h 1449582"/>
                <a:gd name="connsiteX672" fmla="*/ 2743502 w 3283645"/>
                <a:gd name="connsiteY672" fmla="*/ 1049212 h 1449582"/>
                <a:gd name="connsiteX673" fmla="*/ 2743502 w 3283645"/>
                <a:gd name="connsiteY673" fmla="*/ 1044010 h 1449582"/>
                <a:gd name="connsiteX674" fmla="*/ 2748527 w 3283645"/>
                <a:gd name="connsiteY674" fmla="*/ 1038809 h 1449582"/>
                <a:gd name="connsiteX675" fmla="*/ 2753720 w 3283645"/>
                <a:gd name="connsiteY675" fmla="*/ 1033607 h 1449582"/>
                <a:gd name="connsiteX676" fmla="*/ 2753720 w 3283645"/>
                <a:gd name="connsiteY676" fmla="*/ 1028238 h 1449582"/>
                <a:gd name="connsiteX677" fmla="*/ 2758912 w 3283645"/>
                <a:gd name="connsiteY677" fmla="*/ 1028238 h 1449582"/>
                <a:gd name="connsiteX678" fmla="*/ 2764105 w 3283645"/>
                <a:gd name="connsiteY678" fmla="*/ 1033607 h 1449582"/>
                <a:gd name="connsiteX679" fmla="*/ 2769297 w 3283645"/>
                <a:gd name="connsiteY679" fmla="*/ 1028238 h 1449582"/>
                <a:gd name="connsiteX680" fmla="*/ 2769297 w 3283645"/>
                <a:gd name="connsiteY680" fmla="*/ 1023204 h 1449582"/>
                <a:gd name="connsiteX681" fmla="*/ 2774489 w 3283645"/>
                <a:gd name="connsiteY681" fmla="*/ 1028238 h 1449582"/>
                <a:gd name="connsiteX682" fmla="*/ 2779682 w 3283645"/>
                <a:gd name="connsiteY682" fmla="*/ 1023204 h 1449582"/>
                <a:gd name="connsiteX683" fmla="*/ 2784874 w 3283645"/>
                <a:gd name="connsiteY683" fmla="*/ 1028238 h 1449582"/>
                <a:gd name="connsiteX684" fmla="*/ 2790067 w 3283645"/>
                <a:gd name="connsiteY684" fmla="*/ 1028238 h 1449582"/>
                <a:gd name="connsiteX685" fmla="*/ 2795259 w 3283645"/>
                <a:gd name="connsiteY685" fmla="*/ 1028238 h 1449582"/>
                <a:gd name="connsiteX686" fmla="*/ 2800451 w 3283645"/>
                <a:gd name="connsiteY686" fmla="*/ 1028238 h 1449582"/>
                <a:gd name="connsiteX687" fmla="*/ 2805644 w 3283645"/>
                <a:gd name="connsiteY687" fmla="*/ 1028238 h 1449582"/>
                <a:gd name="connsiteX688" fmla="*/ 2805644 w 3283645"/>
                <a:gd name="connsiteY688" fmla="*/ 1033607 h 1449582"/>
                <a:gd name="connsiteX689" fmla="*/ 2800451 w 3283645"/>
                <a:gd name="connsiteY689" fmla="*/ 1033607 h 1449582"/>
                <a:gd name="connsiteX690" fmla="*/ 2795259 w 3283645"/>
                <a:gd name="connsiteY690" fmla="*/ 1038809 h 1449582"/>
                <a:gd name="connsiteX691" fmla="*/ 2790067 w 3283645"/>
                <a:gd name="connsiteY691" fmla="*/ 1044010 h 1449582"/>
                <a:gd name="connsiteX692" fmla="*/ 2790067 w 3283645"/>
                <a:gd name="connsiteY692" fmla="*/ 1049212 h 1449582"/>
                <a:gd name="connsiteX693" fmla="*/ 2790067 w 3283645"/>
                <a:gd name="connsiteY693" fmla="*/ 1054413 h 1449582"/>
                <a:gd name="connsiteX694" fmla="*/ 2805644 w 3283645"/>
                <a:gd name="connsiteY694" fmla="*/ 1070017 h 1449582"/>
                <a:gd name="connsiteX695" fmla="*/ 2810836 w 3283645"/>
                <a:gd name="connsiteY695" fmla="*/ 1075219 h 1449582"/>
                <a:gd name="connsiteX696" fmla="*/ 2816029 w 3283645"/>
                <a:gd name="connsiteY696" fmla="*/ 1080420 h 1449582"/>
                <a:gd name="connsiteX697" fmla="*/ 2821221 w 3283645"/>
                <a:gd name="connsiteY697" fmla="*/ 1080420 h 1449582"/>
                <a:gd name="connsiteX698" fmla="*/ 2826413 w 3283645"/>
                <a:gd name="connsiteY698" fmla="*/ 1080420 h 1449582"/>
                <a:gd name="connsiteX699" fmla="*/ 2836798 w 3283645"/>
                <a:gd name="connsiteY699" fmla="*/ 1090823 h 1449582"/>
                <a:gd name="connsiteX700" fmla="*/ 2847183 w 3283645"/>
                <a:gd name="connsiteY700" fmla="*/ 1085454 h 1449582"/>
                <a:gd name="connsiteX701" fmla="*/ 2852375 w 3283645"/>
                <a:gd name="connsiteY701" fmla="*/ 1070017 h 1449582"/>
                <a:gd name="connsiteX702" fmla="*/ 2852375 w 3283645"/>
                <a:gd name="connsiteY702" fmla="*/ 1064648 h 1449582"/>
                <a:gd name="connsiteX703" fmla="*/ 2857568 w 3283645"/>
                <a:gd name="connsiteY703" fmla="*/ 1054413 h 1449582"/>
                <a:gd name="connsiteX704" fmla="*/ 2852375 w 3283645"/>
                <a:gd name="connsiteY704" fmla="*/ 1038809 h 1449582"/>
                <a:gd name="connsiteX705" fmla="*/ 2857568 w 3283645"/>
                <a:gd name="connsiteY705" fmla="*/ 1033607 h 1449582"/>
                <a:gd name="connsiteX706" fmla="*/ 2857568 w 3283645"/>
                <a:gd name="connsiteY706" fmla="*/ 1028238 h 1449582"/>
                <a:gd name="connsiteX707" fmla="*/ 2857568 w 3283645"/>
                <a:gd name="connsiteY707" fmla="*/ 1023204 h 1449582"/>
                <a:gd name="connsiteX708" fmla="*/ 1911878 w 3283645"/>
                <a:gd name="connsiteY708" fmla="*/ 1012829 h 1449582"/>
                <a:gd name="connsiteX709" fmla="*/ 1911878 w 3283645"/>
                <a:gd name="connsiteY709" fmla="*/ 1044027 h 1449582"/>
                <a:gd name="connsiteX710" fmla="*/ 1911878 w 3283645"/>
                <a:gd name="connsiteY710" fmla="*/ 1049227 h 1449582"/>
                <a:gd name="connsiteX711" fmla="*/ 1911878 w 3283645"/>
                <a:gd name="connsiteY711" fmla="*/ 1054426 h 1449582"/>
                <a:gd name="connsiteX712" fmla="*/ 1911878 w 3283645"/>
                <a:gd name="connsiteY712" fmla="*/ 1059626 h 1449582"/>
                <a:gd name="connsiteX713" fmla="*/ 1911878 w 3283645"/>
                <a:gd name="connsiteY713" fmla="*/ 1064658 h 1449582"/>
                <a:gd name="connsiteX714" fmla="*/ 1901612 w 3283645"/>
                <a:gd name="connsiteY714" fmla="*/ 1070025 h 1449582"/>
                <a:gd name="connsiteX715" fmla="*/ 1896395 w 3283645"/>
                <a:gd name="connsiteY715" fmla="*/ 1075225 h 1449582"/>
                <a:gd name="connsiteX716" fmla="*/ 1885960 w 3283645"/>
                <a:gd name="connsiteY716" fmla="*/ 1080425 h 1449582"/>
                <a:gd name="connsiteX717" fmla="*/ 1880743 w 3283645"/>
                <a:gd name="connsiteY717" fmla="*/ 1085456 h 1449582"/>
                <a:gd name="connsiteX718" fmla="*/ 1875526 w 3283645"/>
                <a:gd name="connsiteY718" fmla="*/ 1090824 h 1449582"/>
                <a:gd name="connsiteX719" fmla="*/ 1859874 w 3283645"/>
                <a:gd name="connsiteY719" fmla="*/ 1101223 h 1449582"/>
                <a:gd name="connsiteX720" fmla="*/ 1859874 w 3283645"/>
                <a:gd name="connsiteY720" fmla="*/ 1106255 h 1449582"/>
                <a:gd name="connsiteX721" fmla="*/ 1859874 w 3283645"/>
                <a:gd name="connsiteY721" fmla="*/ 1111623 h 1449582"/>
                <a:gd name="connsiteX722" fmla="*/ 1859874 w 3283645"/>
                <a:gd name="connsiteY722" fmla="*/ 1122022 h 1449582"/>
                <a:gd name="connsiteX723" fmla="*/ 1865092 w 3283645"/>
                <a:gd name="connsiteY723" fmla="*/ 1132421 h 1449582"/>
                <a:gd name="connsiteX724" fmla="*/ 1865092 w 3283645"/>
                <a:gd name="connsiteY724" fmla="*/ 1137621 h 1449582"/>
                <a:gd name="connsiteX725" fmla="*/ 1865092 w 3283645"/>
                <a:gd name="connsiteY725" fmla="*/ 1147853 h 1449582"/>
                <a:gd name="connsiteX726" fmla="*/ 1859874 w 3283645"/>
                <a:gd name="connsiteY726" fmla="*/ 1158420 h 1449582"/>
                <a:gd name="connsiteX727" fmla="*/ 1849440 w 3283645"/>
                <a:gd name="connsiteY727" fmla="*/ 1158420 h 1449582"/>
                <a:gd name="connsiteX728" fmla="*/ 1844223 w 3283645"/>
                <a:gd name="connsiteY728" fmla="*/ 1168651 h 1449582"/>
                <a:gd name="connsiteX729" fmla="*/ 1839006 w 3283645"/>
                <a:gd name="connsiteY729" fmla="*/ 1168651 h 1449582"/>
                <a:gd name="connsiteX730" fmla="*/ 1839006 w 3283645"/>
                <a:gd name="connsiteY730" fmla="*/ 1158420 h 1449582"/>
                <a:gd name="connsiteX731" fmla="*/ 1833788 w 3283645"/>
                <a:gd name="connsiteY731" fmla="*/ 1142821 h 1449582"/>
                <a:gd name="connsiteX732" fmla="*/ 1833788 w 3283645"/>
                <a:gd name="connsiteY732" fmla="*/ 1137621 h 1449582"/>
                <a:gd name="connsiteX733" fmla="*/ 1833788 w 3283645"/>
                <a:gd name="connsiteY733" fmla="*/ 1132421 h 1449582"/>
                <a:gd name="connsiteX734" fmla="*/ 1839006 w 3283645"/>
                <a:gd name="connsiteY734" fmla="*/ 1132421 h 1449582"/>
                <a:gd name="connsiteX735" fmla="*/ 1839006 w 3283645"/>
                <a:gd name="connsiteY735" fmla="*/ 1127054 h 1449582"/>
                <a:gd name="connsiteX736" fmla="*/ 1844223 w 3283645"/>
                <a:gd name="connsiteY736" fmla="*/ 1122022 h 1449582"/>
                <a:gd name="connsiteX737" fmla="*/ 1844223 w 3283645"/>
                <a:gd name="connsiteY737" fmla="*/ 1116822 h 1449582"/>
                <a:gd name="connsiteX738" fmla="*/ 1849440 w 3283645"/>
                <a:gd name="connsiteY738" fmla="*/ 1106255 h 1449582"/>
                <a:gd name="connsiteX739" fmla="*/ 1849440 w 3283645"/>
                <a:gd name="connsiteY739" fmla="*/ 1096024 h 1449582"/>
                <a:gd name="connsiteX740" fmla="*/ 1849440 w 3283645"/>
                <a:gd name="connsiteY740" fmla="*/ 1090824 h 1449582"/>
                <a:gd name="connsiteX741" fmla="*/ 1849440 w 3283645"/>
                <a:gd name="connsiteY741" fmla="*/ 1085456 h 1449582"/>
                <a:gd name="connsiteX742" fmla="*/ 1849440 w 3283645"/>
                <a:gd name="connsiteY742" fmla="*/ 1080425 h 1449582"/>
                <a:gd name="connsiteX743" fmla="*/ 1849440 w 3283645"/>
                <a:gd name="connsiteY743" fmla="*/ 1070025 h 1449582"/>
                <a:gd name="connsiteX744" fmla="*/ 1844223 w 3283645"/>
                <a:gd name="connsiteY744" fmla="*/ 1064658 h 1449582"/>
                <a:gd name="connsiteX745" fmla="*/ 1833788 w 3283645"/>
                <a:gd name="connsiteY745" fmla="*/ 1064658 h 1449582"/>
                <a:gd name="connsiteX746" fmla="*/ 1833788 w 3283645"/>
                <a:gd name="connsiteY746" fmla="*/ 1059626 h 1449582"/>
                <a:gd name="connsiteX747" fmla="*/ 1828571 w 3283645"/>
                <a:gd name="connsiteY747" fmla="*/ 1059626 h 1449582"/>
                <a:gd name="connsiteX748" fmla="*/ 1823354 w 3283645"/>
                <a:gd name="connsiteY748" fmla="*/ 1059626 h 1449582"/>
                <a:gd name="connsiteX749" fmla="*/ 1823354 w 3283645"/>
                <a:gd name="connsiteY749" fmla="*/ 1054426 h 1449582"/>
                <a:gd name="connsiteX750" fmla="*/ 1839006 w 3283645"/>
                <a:gd name="connsiteY750" fmla="*/ 1054426 h 1449582"/>
                <a:gd name="connsiteX751" fmla="*/ 1844223 w 3283645"/>
                <a:gd name="connsiteY751" fmla="*/ 1049227 h 1449582"/>
                <a:gd name="connsiteX752" fmla="*/ 1849440 w 3283645"/>
                <a:gd name="connsiteY752" fmla="*/ 1049227 h 1449582"/>
                <a:gd name="connsiteX753" fmla="*/ 1849440 w 3283645"/>
                <a:gd name="connsiteY753" fmla="*/ 1054426 h 1449582"/>
                <a:gd name="connsiteX754" fmla="*/ 1854657 w 3283645"/>
                <a:gd name="connsiteY754" fmla="*/ 1054426 h 1449582"/>
                <a:gd name="connsiteX755" fmla="*/ 1854657 w 3283645"/>
                <a:gd name="connsiteY755" fmla="*/ 1059626 h 1449582"/>
                <a:gd name="connsiteX756" fmla="*/ 1854657 w 3283645"/>
                <a:gd name="connsiteY756" fmla="*/ 1064658 h 1449582"/>
                <a:gd name="connsiteX757" fmla="*/ 1859874 w 3283645"/>
                <a:gd name="connsiteY757" fmla="*/ 1070025 h 1449582"/>
                <a:gd name="connsiteX758" fmla="*/ 1859874 w 3283645"/>
                <a:gd name="connsiteY758" fmla="*/ 1075225 h 1449582"/>
                <a:gd name="connsiteX759" fmla="*/ 1865092 w 3283645"/>
                <a:gd name="connsiteY759" fmla="*/ 1080425 h 1449582"/>
                <a:gd name="connsiteX760" fmla="*/ 1870309 w 3283645"/>
                <a:gd name="connsiteY760" fmla="*/ 1075225 h 1449582"/>
                <a:gd name="connsiteX761" fmla="*/ 1870309 w 3283645"/>
                <a:gd name="connsiteY761" fmla="*/ 1070025 h 1449582"/>
                <a:gd name="connsiteX762" fmla="*/ 1875526 w 3283645"/>
                <a:gd name="connsiteY762" fmla="*/ 1059626 h 1449582"/>
                <a:gd name="connsiteX763" fmla="*/ 1875526 w 3283645"/>
                <a:gd name="connsiteY763" fmla="*/ 1054426 h 1449582"/>
                <a:gd name="connsiteX764" fmla="*/ 1875526 w 3283645"/>
                <a:gd name="connsiteY764" fmla="*/ 1049227 h 1449582"/>
                <a:gd name="connsiteX765" fmla="*/ 1875526 w 3283645"/>
                <a:gd name="connsiteY765" fmla="*/ 1044027 h 1449582"/>
                <a:gd name="connsiteX766" fmla="*/ 1870309 w 3283645"/>
                <a:gd name="connsiteY766" fmla="*/ 1033628 h 1449582"/>
                <a:gd name="connsiteX767" fmla="*/ 1865092 w 3283645"/>
                <a:gd name="connsiteY767" fmla="*/ 1033628 h 1449582"/>
                <a:gd name="connsiteX768" fmla="*/ 1865092 w 3283645"/>
                <a:gd name="connsiteY768" fmla="*/ 1028260 h 1449582"/>
                <a:gd name="connsiteX769" fmla="*/ 1865092 w 3283645"/>
                <a:gd name="connsiteY769" fmla="*/ 1023228 h 1449582"/>
                <a:gd name="connsiteX770" fmla="*/ 1870309 w 3283645"/>
                <a:gd name="connsiteY770" fmla="*/ 1023228 h 1449582"/>
                <a:gd name="connsiteX771" fmla="*/ 1875526 w 3283645"/>
                <a:gd name="connsiteY771" fmla="*/ 1023228 h 1449582"/>
                <a:gd name="connsiteX772" fmla="*/ 1880743 w 3283645"/>
                <a:gd name="connsiteY772" fmla="*/ 1023228 h 1449582"/>
                <a:gd name="connsiteX773" fmla="*/ 1885960 w 3283645"/>
                <a:gd name="connsiteY773" fmla="*/ 1023228 h 1449582"/>
                <a:gd name="connsiteX774" fmla="*/ 1891177 w 3283645"/>
                <a:gd name="connsiteY774" fmla="*/ 1023228 h 1449582"/>
                <a:gd name="connsiteX775" fmla="*/ 1896395 w 3283645"/>
                <a:gd name="connsiteY775" fmla="*/ 1018029 h 1449582"/>
                <a:gd name="connsiteX776" fmla="*/ 1896395 w 3283645"/>
                <a:gd name="connsiteY776" fmla="*/ 1023228 h 1449582"/>
                <a:gd name="connsiteX777" fmla="*/ 1901612 w 3283645"/>
                <a:gd name="connsiteY777" fmla="*/ 1018029 h 1449582"/>
                <a:gd name="connsiteX778" fmla="*/ 1906829 w 3283645"/>
                <a:gd name="connsiteY778" fmla="*/ 1018029 h 1449582"/>
                <a:gd name="connsiteX779" fmla="*/ 1911878 w 3283645"/>
                <a:gd name="connsiteY779" fmla="*/ 1012829 h 1449582"/>
                <a:gd name="connsiteX780" fmla="*/ 1855093 w 3283645"/>
                <a:gd name="connsiteY780" fmla="*/ 1002479 h 1449582"/>
                <a:gd name="connsiteX781" fmla="*/ 1860226 w 3283645"/>
                <a:gd name="connsiteY781" fmla="*/ 1007654 h 1449582"/>
                <a:gd name="connsiteX782" fmla="*/ 1860226 w 3283645"/>
                <a:gd name="connsiteY782" fmla="*/ 1018004 h 1449582"/>
                <a:gd name="connsiteX783" fmla="*/ 1855093 w 3283645"/>
                <a:gd name="connsiteY783" fmla="*/ 1023179 h 1449582"/>
                <a:gd name="connsiteX784" fmla="*/ 1855093 w 3283645"/>
                <a:gd name="connsiteY784" fmla="*/ 1018004 h 1449582"/>
                <a:gd name="connsiteX785" fmla="*/ 1855093 w 3283645"/>
                <a:gd name="connsiteY785" fmla="*/ 1012829 h 1449582"/>
                <a:gd name="connsiteX786" fmla="*/ 1855093 w 3283645"/>
                <a:gd name="connsiteY786" fmla="*/ 1007654 h 1449582"/>
                <a:gd name="connsiteX787" fmla="*/ 925494 w 3283645"/>
                <a:gd name="connsiteY787" fmla="*/ 1002479 h 1449582"/>
                <a:gd name="connsiteX788" fmla="*/ 930529 w 3283645"/>
                <a:gd name="connsiteY788" fmla="*/ 1002479 h 1449582"/>
                <a:gd name="connsiteX789" fmla="*/ 930529 w 3283645"/>
                <a:gd name="connsiteY789" fmla="*/ 1007677 h 1449582"/>
                <a:gd name="connsiteX790" fmla="*/ 930529 w 3283645"/>
                <a:gd name="connsiteY790" fmla="*/ 1012875 h 1449582"/>
                <a:gd name="connsiteX791" fmla="*/ 935898 w 3283645"/>
                <a:gd name="connsiteY791" fmla="*/ 1023270 h 1449582"/>
                <a:gd name="connsiteX792" fmla="*/ 941102 w 3283645"/>
                <a:gd name="connsiteY792" fmla="*/ 1028301 h 1449582"/>
                <a:gd name="connsiteX793" fmla="*/ 946303 w 3283645"/>
                <a:gd name="connsiteY793" fmla="*/ 1033666 h 1449582"/>
                <a:gd name="connsiteX794" fmla="*/ 956707 w 3283645"/>
                <a:gd name="connsiteY794" fmla="*/ 1033666 h 1449582"/>
                <a:gd name="connsiteX795" fmla="*/ 956707 w 3283645"/>
                <a:gd name="connsiteY795" fmla="*/ 1038864 h 1449582"/>
                <a:gd name="connsiteX796" fmla="*/ 961910 w 3283645"/>
                <a:gd name="connsiteY796" fmla="*/ 1038864 h 1449582"/>
                <a:gd name="connsiteX797" fmla="*/ 967112 w 3283645"/>
                <a:gd name="connsiteY797" fmla="*/ 1044062 h 1449582"/>
                <a:gd name="connsiteX798" fmla="*/ 972146 w 3283645"/>
                <a:gd name="connsiteY798" fmla="*/ 1044062 h 1449582"/>
                <a:gd name="connsiteX799" fmla="*/ 977517 w 3283645"/>
                <a:gd name="connsiteY799" fmla="*/ 1044062 h 1449582"/>
                <a:gd name="connsiteX800" fmla="*/ 977517 w 3283645"/>
                <a:gd name="connsiteY800" fmla="*/ 1049260 h 1449582"/>
                <a:gd name="connsiteX801" fmla="*/ 977517 w 3283645"/>
                <a:gd name="connsiteY801" fmla="*/ 1054458 h 1449582"/>
                <a:gd name="connsiteX802" fmla="*/ 977517 w 3283645"/>
                <a:gd name="connsiteY802" fmla="*/ 1059656 h 1449582"/>
                <a:gd name="connsiteX803" fmla="*/ 977517 w 3283645"/>
                <a:gd name="connsiteY803" fmla="*/ 1064686 h 1449582"/>
                <a:gd name="connsiteX804" fmla="*/ 977517 w 3283645"/>
                <a:gd name="connsiteY804" fmla="*/ 1070051 h 1449582"/>
                <a:gd name="connsiteX805" fmla="*/ 982719 w 3283645"/>
                <a:gd name="connsiteY805" fmla="*/ 1075249 h 1449582"/>
                <a:gd name="connsiteX806" fmla="*/ 987921 w 3283645"/>
                <a:gd name="connsiteY806" fmla="*/ 1075249 h 1449582"/>
                <a:gd name="connsiteX807" fmla="*/ 992955 w 3283645"/>
                <a:gd name="connsiteY807" fmla="*/ 1075249 h 1449582"/>
                <a:gd name="connsiteX808" fmla="*/ 998326 w 3283645"/>
                <a:gd name="connsiteY808" fmla="*/ 1085477 h 1449582"/>
                <a:gd name="connsiteX809" fmla="*/ 1003527 w 3283645"/>
                <a:gd name="connsiteY809" fmla="*/ 1085477 h 1449582"/>
                <a:gd name="connsiteX810" fmla="*/ 1003527 w 3283645"/>
                <a:gd name="connsiteY810" fmla="*/ 1090843 h 1449582"/>
                <a:gd name="connsiteX811" fmla="*/ 998326 w 3283645"/>
                <a:gd name="connsiteY811" fmla="*/ 1096041 h 1449582"/>
                <a:gd name="connsiteX812" fmla="*/ 987921 w 3283645"/>
                <a:gd name="connsiteY812" fmla="*/ 1096041 h 1449582"/>
                <a:gd name="connsiteX813" fmla="*/ 982719 w 3283645"/>
                <a:gd name="connsiteY813" fmla="*/ 1096041 h 1449582"/>
                <a:gd name="connsiteX814" fmla="*/ 967112 w 3283645"/>
                <a:gd name="connsiteY814" fmla="*/ 1101239 h 1449582"/>
                <a:gd name="connsiteX815" fmla="*/ 961910 w 3283645"/>
                <a:gd name="connsiteY815" fmla="*/ 1106269 h 1449582"/>
                <a:gd name="connsiteX816" fmla="*/ 961910 w 3283645"/>
                <a:gd name="connsiteY816" fmla="*/ 1111635 h 1449582"/>
                <a:gd name="connsiteX817" fmla="*/ 961910 w 3283645"/>
                <a:gd name="connsiteY817" fmla="*/ 1116833 h 1449582"/>
                <a:gd name="connsiteX818" fmla="*/ 961910 w 3283645"/>
                <a:gd name="connsiteY818" fmla="*/ 1122031 h 1449582"/>
                <a:gd name="connsiteX819" fmla="*/ 956707 w 3283645"/>
                <a:gd name="connsiteY819" fmla="*/ 1122031 h 1449582"/>
                <a:gd name="connsiteX820" fmla="*/ 956707 w 3283645"/>
                <a:gd name="connsiteY820" fmla="*/ 1127061 h 1449582"/>
                <a:gd name="connsiteX821" fmla="*/ 951337 w 3283645"/>
                <a:gd name="connsiteY821" fmla="*/ 1127061 h 1449582"/>
                <a:gd name="connsiteX822" fmla="*/ 946303 w 3283645"/>
                <a:gd name="connsiteY822" fmla="*/ 1127061 h 1449582"/>
                <a:gd name="connsiteX823" fmla="*/ 935898 w 3283645"/>
                <a:gd name="connsiteY823" fmla="*/ 1127061 h 1449582"/>
                <a:gd name="connsiteX824" fmla="*/ 930529 w 3283645"/>
                <a:gd name="connsiteY824" fmla="*/ 1127061 h 1449582"/>
                <a:gd name="connsiteX825" fmla="*/ 930529 w 3283645"/>
                <a:gd name="connsiteY825" fmla="*/ 1122031 h 1449582"/>
                <a:gd name="connsiteX826" fmla="*/ 925494 w 3283645"/>
                <a:gd name="connsiteY826" fmla="*/ 1127061 h 1449582"/>
                <a:gd name="connsiteX827" fmla="*/ 920292 w 3283645"/>
                <a:gd name="connsiteY827" fmla="*/ 1127061 h 1449582"/>
                <a:gd name="connsiteX828" fmla="*/ 915090 w 3283645"/>
                <a:gd name="connsiteY828" fmla="*/ 1132426 h 1449582"/>
                <a:gd name="connsiteX829" fmla="*/ 915090 w 3283645"/>
                <a:gd name="connsiteY829" fmla="*/ 1127061 h 1449582"/>
                <a:gd name="connsiteX830" fmla="*/ 909719 w 3283645"/>
                <a:gd name="connsiteY830" fmla="*/ 1122031 h 1449582"/>
                <a:gd name="connsiteX831" fmla="*/ 909719 w 3283645"/>
                <a:gd name="connsiteY831" fmla="*/ 1111635 h 1449582"/>
                <a:gd name="connsiteX832" fmla="*/ 909719 w 3283645"/>
                <a:gd name="connsiteY832" fmla="*/ 1106269 h 1449582"/>
                <a:gd name="connsiteX833" fmla="*/ 909719 w 3283645"/>
                <a:gd name="connsiteY833" fmla="*/ 1101239 h 1449582"/>
                <a:gd name="connsiteX834" fmla="*/ 909719 w 3283645"/>
                <a:gd name="connsiteY834" fmla="*/ 1096041 h 1449582"/>
                <a:gd name="connsiteX835" fmla="*/ 904685 w 3283645"/>
                <a:gd name="connsiteY835" fmla="*/ 1096041 h 1449582"/>
                <a:gd name="connsiteX836" fmla="*/ 904685 w 3283645"/>
                <a:gd name="connsiteY836" fmla="*/ 1085477 h 1449582"/>
                <a:gd name="connsiteX837" fmla="*/ 899482 w 3283645"/>
                <a:gd name="connsiteY837" fmla="*/ 1080447 h 1449582"/>
                <a:gd name="connsiteX838" fmla="*/ 904685 w 3283645"/>
                <a:gd name="connsiteY838" fmla="*/ 1075249 h 1449582"/>
                <a:gd name="connsiteX839" fmla="*/ 904685 w 3283645"/>
                <a:gd name="connsiteY839" fmla="*/ 1070051 h 1449582"/>
                <a:gd name="connsiteX840" fmla="*/ 904685 w 3283645"/>
                <a:gd name="connsiteY840" fmla="*/ 1064686 h 1449582"/>
                <a:gd name="connsiteX841" fmla="*/ 904685 w 3283645"/>
                <a:gd name="connsiteY841" fmla="*/ 1059656 h 1449582"/>
                <a:gd name="connsiteX842" fmla="*/ 904685 w 3283645"/>
                <a:gd name="connsiteY842" fmla="*/ 1054458 h 1449582"/>
                <a:gd name="connsiteX843" fmla="*/ 904685 w 3283645"/>
                <a:gd name="connsiteY843" fmla="*/ 1049260 h 1449582"/>
                <a:gd name="connsiteX844" fmla="*/ 904685 w 3283645"/>
                <a:gd name="connsiteY844" fmla="*/ 1044062 h 1449582"/>
                <a:gd name="connsiteX845" fmla="*/ 904685 w 3283645"/>
                <a:gd name="connsiteY845" fmla="*/ 1038864 h 1449582"/>
                <a:gd name="connsiteX846" fmla="*/ 904685 w 3283645"/>
                <a:gd name="connsiteY846" fmla="*/ 1033666 h 1449582"/>
                <a:gd name="connsiteX847" fmla="*/ 909719 w 3283645"/>
                <a:gd name="connsiteY847" fmla="*/ 1028301 h 1449582"/>
                <a:gd name="connsiteX848" fmla="*/ 904685 w 3283645"/>
                <a:gd name="connsiteY848" fmla="*/ 1023270 h 1449582"/>
                <a:gd name="connsiteX849" fmla="*/ 904685 w 3283645"/>
                <a:gd name="connsiteY849" fmla="*/ 1018073 h 1449582"/>
                <a:gd name="connsiteX850" fmla="*/ 909719 w 3283645"/>
                <a:gd name="connsiteY850" fmla="*/ 1018073 h 1449582"/>
                <a:gd name="connsiteX851" fmla="*/ 909719 w 3283645"/>
                <a:gd name="connsiteY851" fmla="*/ 1012875 h 1449582"/>
                <a:gd name="connsiteX852" fmla="*/ 915090 w 3283645"/>
                <a:gd name="connsiteY852" fmla="*/ 1012875 h 1449582"/>
                <a:gd name="connsiteX853" fmla="*/ 920292 w 3283645"/>
                <a:gd name="connsiteY853" fmla="*/ 1007677 h 1449582"/>
                <a:gd name="connsiteX854" fmla="*/ 925494 w 3283645"/>
                <a:gd name="connsiteY854" fmla="*/ 1002479 h 1449582"/>
                <a:gd name="connsiteX855" fmla="*/ 1812986 w 3283645"/>
                <a:gd name="connsiteY855" fmla="*/ 986953 h 1449582"/>
                <a:gd name="connsiteX856" fmla="*/ 1818139 w 3283645"/>
                <a:gd name="connsiteY856" fmla="*/ 986953 h 1449582"/>
                <a:gd name="connsiteX857" fmla="*/ 1823292 w 3283645"/>
                <a:gd name="connsiteY857" fmla="*/ 986953 h 1449582"/>
                <a:gd name="connsiteX858" fmla="*/ 1828445 w 3283645"/>
                <a:gd name="connsiteY858" fmla="*/ 986953 h 1449582"/>
                <a:gd name="connsiteX859" fmla="*/ 1833598 w 3283645"/>
                <a:gd name="connsiteY859" fmla="*/ 992176 h 1449582"/>
                <a:gd name="connsiteX860" fmla="*/ 1838751 w 3283645"/>
                <a:gd name="connsiteY860" fmla="*/ 997398 h 1449582"/>
                <a:gd name="connsiteX861" fmla="*/ 1843904 w 3283645"/>
                <a:gd name="connsiteY861" fmla="*/ 997398 h 1449582"/>
                <a:gd name="connsiteX862" fmla="*/ 1843904 w 3283645"/>
                <a:gd name="connsiteY862" fmla="*/ 1002621 h 1449582"/>
                <a:gd name="connsiteX863" fmla="*/ 1849057 w 3283645"/>
                <a:gd name="connsiteY863" fmla="*/ 1007843 h 1449582"/>
                <a:gd name="connsiteX864" fmla="*/ 1843904 w 3283645"/>
                <a:gd name="connsiteY864" fmla="*/ 1007843 h 1449582"/>
                <a:gd name="connsiteX865" fmla="*/ 1843904 w 3283645"/>
                <a:gd name="connsiteY865" fmla="*/ 1013066 h 1449582"/>
                <a:gd name="connsiteX866" fmla="*/ 1843904 w 3283645"/>
                <a:gd name="connsiteY866" fmla="*/ 1018289 h 1449582"/>
                <a:gd name="connsiteX867" fmla="*/ 1843904 w 3283645"/>
                <a:gd name="connsiteY867" fmla="*/ 1023511 h 1449582"/>
                <a:gd name="connsiteX868" fmla="*/ 1843904 w 3283645"/>
                <a:gd name="connsiteY868" fmla="*/ 1028565 h 1449582"/>
                <a:gd name="connsiteX869" fmla="*/ 1843904 w 3283645"/>
                <a:gd name="connsiteY869" fmla="*/ 1033957 h 1449582"/>
                <a:gd name="connsiteX870" fmla="*/ 1838751 w 3283645"/>
                <a:gd name="connsiteY870" fmla="*/ 1033957 h 1449582"/>
                <a:gd name="connsiteX871" fmla="*/ 1838751 w 3283645"/>
                <a:gd name="connsiteY871" fmla="*/ 1039179 h 1449582"/>
                <a:gd name="connsiteX872" fmla="*/ 1838751 w 3283645"/>
                <a:gd name="connsiteY872" fmla="*/ 1044402 h 1449582"/>
                <a:gd name="connsiteX873" fmla="*/ 1823292 w 3283645"/>
                <a:gd name="connsiteY873" fmla="*/ 1049624 h 1449582"/>
                <a:gd name="connsiteX874" fmla="*/ 1823292 w 3283645"/>
                <a:gd name="connsiteY874" fmla="*/ 1018289 h 1449582"/>
                <a:gd name="connsiteX875" fmla="*/ 1812986 w 3283645"/>
                <a:gd name="connsiteY875" fmla="*/ 1018289 h 1449582"/>
                <a:gd name="connsiteX876" fmla="*/ 1812986 w 3283645"/>
                <a:gd name="connsiteY876" fmla="*/ 1023511 h 1449582"/>
                <a:gd name="connsiteX877" fmla="*/ 1807833 w 3283645"/>
                <a:gd name="connsiteY877" fmla="*/ 1018289 h 1449582"/>
                <a:gd name="connsiteX878" fmla="*/ 1807833 w 3283645"/>
                <a:gd name="connsiteY878" fmla="*/ 1013066 h 1449582"/>
                <a:gd name="connsiteX879" fmla="*/ 1807833 w 3283645"/>
                <a:gd name="connsiteY879" fmla="*/ 1007843 h 1449582"/>
                <a:gd name="connsiteX880" fmla="*/ 1807833 w 3283645"/>
                <a:gd name="connsiteY880" fmla="*/ 1002621 h 1449582"/>
                <a:gd name="connsiteX881" fmla="*/ 1807833 w 3283645"/>
                <a:gd name="connsiteY881" fmla="*/ 997398 h 1449582"/>
                <a:gd name="connsiteX882" fmla="*/ 1812986 w 3283645"/>
                <a:gd name="connsiteY882" fmla="*/ 992176 h 1449582"/>
                <a:gd name="connsiteX883" fmla="*/ 1812986 w 3283645"/>
                <a:gd name="connsiteY883" fmla="*/ 986953 h 1449582"/>
                <a:gd name="connsiteX884" fmla="*/ 1657084 w 3283645"/>
                <a:gd name="connsiteY884" fmla="*/ 961078 h 1449582"/>
                <a:gd name="connsiteX885" fmla="*/ 1688289 w 3283645"/>
                <a:gd name="connsiteY885" fmla="*/ 961078 h 1449582"/>
                <a:gd name="connsiteX886" fmla="*/ 1693490 w 3283645"/>
                <a:gd name="connsiteY886" fmla="*/ 971478 h 1449582"/>
                <a:gd name="connsiteX887" fmla="*/ 1693490 w 3283645"/>
                <a:gd name="connsiteY887" fmla="*/ 976678 h 1449582"/>
                <a:gd name="connsiteX888" fmla="*/ 1698691 w 3283645"/>
                <a:gd name="connsiteY888" fmla="*/ 976678 h 1449582"/>
                <a:gd name="connsiteX889" fmla="*/ 1698691 w 3283645"/>
                <a:gd name="connsiteY889" fmla="*/ 981877 h 1449582"/>
                <a:gd name="connsiteX890" fmla="*/ 1698691 w 3283645"/>
                <a:gd name="connsiteY890" fmla="*/ 987077 h 1449582"/>
                <a:gd name="connsiteX891" fmla="*/ 1703892 w 3283645"/>
                <a:gd name="connsiteY891" fmla="*/ 987077 h 1449582"/>
                <a:gd name="connsiteX892" fmla="*/ 1709093 w 3283645"/>
                <a:gd name="connsiteY892" fmla="*/ 987077 h 1449582"/>
                <a:gd name="connsiteX893" fmla="*/ 1714294 w 3283645"/>
                <a:gd name="connsiteY893" fmla="*/ 981877 h 1449582"/>
                <a:gd name="connsiteX894" fmla="*/ 1719495 w 3283645"/>
                <a:gd name="connsiteY894" fmla="*/ 987077 h 1449582"/>
                <a:gd name="connsiteX895" fmla="*/ 1724696 w 3283645"/>
                <a:gd name="connsiteY895" fmla="*/ 981877 h 1449582"/>
                <a:gd name="connsiteX896" fmla="*/ 1724696 w 3283645"/>
                <a:gd name="connsiteY896" fmla="*/ 976678 h 1449582"/>
                <a:gd name="connsiteX897" fmla="*/ 1740299 w 3283645"/>
                <a:gd name="connsiteY897" fmla="*/ 976678 h 1449582"/>
                <a:gd name="connsiteX898" fmla="*/ 1740299 w 3283645"/>
                <a:gd name="connsiteY898" fmla="*/ 981877 h 1449582"/>
                <a:gd name="connsiteX899" fmla="*/ 1740299 w 3283645"/>
                <a:gd name="connsiteY899" fmla="*/ 987077 h 1449582"/>
                <a:gd name="connsiteX900" fmla="*/ 1740299 w 3283645"/>
                <a:gd name="connsiteY900" fmla="*/ 992277 h 1449582"/>
                <a:gd name="connsiteX901" fmla="*/ 1740299 w 3283645"/>
                <a:gd name="connsiteY901" fmla="*/ 997477 h 1449582"/>
                <a:gd name="connsiteX902" fmla="*/ 1740299 w 3283645"/>
                <a:gd name="connsiteY902" fmla="*/ 1002677 h 1449582"/>
                <a:gd name="connsiteX903" fmla="*/ 1740299 w 3283645"/>
                <a:gd name="connsiteY903" fmla="*/ 1007877 h 1449582"/>
                <a:gd name="connsiteX904" fmla="*/ 1740299 w 3283645"/>
                <a:gd name="connsiteY904" fmla="*/ 1013077 h 1449582"/>
                <a:gd name="connsiteX905" fmla="*/ 1745500 w 3283645"/>
                <a:gd name="connsiteY905" fmla="*/ 1013077 h 1449582"/>
                <a:gd name="connsiteX906" fmla="*/ 1750701 w 3283645"/>
                <a:gd name="connsiteY906" fmla="*/ 1018277 h 1449582"/>
                <a:gd name="connsiteX907" fmla="*/ 1761102 w 3283645"/>
                <a:gd name="connsiteY907" fmla="*/ 1018277 h 1449582"/>
                <a:gd name="connsiteX908" fmla="*/ 1761102 w 3283645"/>
                <a:gd name="connsiteY908" fmla="*/ 1028509 h 1449582"/>
                <a:gd name="connsiteX909" fmla="*/ 1740299 w 3283645"/>
                <a:gd name="connsiteY909" fmla="*/ 1028509 h 1449582"/>
                <a:gd name="connsiteX910" fmla="*/ 1740299 w 3283645"/>
                <a:gd name="connsiteY910" fmla="*/ 1070275 h 1449582"/>
                <a:gd name="connsiteX911" fmla="*/ 1745500 w 3283645"/>
                <a:gd name="connsiteY911" fmla="*/ 1075475 h 1449582"/>
                <a:gd name="connsiteX912" fmla="*/ 1750701 w 3283645"/>
                <a:gd name="connsiteY912" fmla="*/ 1080675 h 1449582"/>
                <a:gd name="connsiteX913" fmla="*/ 1740299 w 3283645"/>
                <a:gd name="connsiteY913" fmla="*/ 1080675 h 1449582"/>
                <a:gd name="connsiteX914" fmla="*/ 1735098 w 3283645"/>
                <a:gd name="connsiteY914" fmla="*/ 1080675 h 1449582"/>
                <a:gd name="connsiteX915" fmla="*/ 1714294 w 3283645"/>
                <a:gd name="connsiteY915" fmla="*/ 1080675 h 1449582"/>
                <a:gd name="connsiteX916" fmla="*/ 1714294 w 3283645"/>
                <a:gd name="connsiteY916" fmla="*/ 1075475 h 1449582"/>
                <a:gd name="connsiteX917" fmla="*/ 1709093 w 3283645"/>
                <a:gd name="connsiteY917" fmla="*/ 1075475 h 1449582"/>
                <a:gd name="connsiteX918" fmla="*/ 1698691 w 3283645"/>
                <a:gd name="connsiteY918" fmla="*/ 1075475 h 1449582"/>
                <a:gd name="connsiteX919" fmla="*/ 1677888 w 3283645"/>
                <a:gd name="connsiteY919" fmla="*/ 1075475 h 1449582"/>
                <a:gd name="connsiteX920" fmla="*/ 1672687 w 3283645"/>
                <a:gd name="connsiteY920" fmla="*/ 1075475 h 1449582"/>
                <a:gd name="connsiteX921" fmla="*/ 1667486 w 3283645"/>
                <a:gd name="connsiteY921" fmla="*/ 1070275 h 1449582"/>
                <a:gd name="connsiteX922" fmla="*/ 1662285 w 3283645"/>
                <a:gd name="connsiteY922" fmla="*/ 1070275 h 1449582"/>
                <a:gd name="connsiteX923" fmla="*/ 1657084 w 3283645"/>
                <a:gd name="connsiteY923" fmla="*/ 1070275 h 1449582"/>
                <a:gd name="connsiteX924" fmla="*/ 1657084 w 3283645"/>
                <a:gd name="connsiteY924" fmla="*/ 1075475 h 1449582"/>
                <a:gd name="connsiteX925" fmla="*/ 1651883 w 3283645"/>
                <a:gd name="connsiteY925" fmla="*/ 1075475 h 1449582"/>
                <a:gd name="connsiteX926" fmla="*/ 1651883 w 3283645"/>
                <a:gd name="connsiteY926" fmla="*/ 1064908 h 1449582"/>
                <a:gd name="connsiteX927" fmla="*/ 1657084 w 3283645"/>
                <a:gd name="connsiteY927" fmla="*/ 1054676 h 1449582"/>
                <a:gd name="connsiteX928" fmla="*/ 1657084 w 3283645"/>
                <a:gd name="connsiteY928" fmla="*/ 1039076 h 1449582"/>
                <a:gd name="connsiteX929" fmla="*/ 1662285 w 3283645"/>
                <a:gd name="connsiteY929" fmla="*/ 1039076 h 1449582"/>
                <a:gd name="connsiteX930" fmla="*/ 1667486 w 3283645"/>
                <a:gd name="connsiteY930" fmla="*/ 1033876 h 1449582"/>
                <a:gd name="connsiteX931" fmla="*/ 1672687 w 3283645"/>
                <a:gd name="connsiteY931" fmla="*/ 1023476 h 1449582"/>
                <a:gd name="connsiteX932" fmla="*/ 1672687 w 3283645"/>
                <a:gd name="connsiteY932" fmla="*/ 1018277 h 1449582"/>
                <a:gd name="connsiteX933" fmla="*/ 1672687 w 3283645"/>
                <a:gd name="connsiteY933" fmla="*/ 1007877 h 1449582"/>
                <a:gd name="connsiteX934" fmla="*/ 1667486 w 3283645"/>
                <a:gd name="connsiteY934" fmla="*/ 1002677 h 1449582"/>
                <a:gd name="connsiteX935" fmla="*/ 1667486 w 3283645"/>
                <a:gd name="connsiteY935" fmla="*/ 992277 h 1449582"/>
                <a:gd name="connsiteX936" fmla="*/ 1667486 w 3283645"/>
                <a:gd name="connsiteY936" fmla="*/ 987077 h 1449582"/>
                <a:gd name="connsiteX937" fmla="*/ 1667486 w 3283645"/>
                <a:gd name="connsiteY937" fmla="*/ 976678 h 1449582"/>
                <a:gd name="connsiteX938" fmla="*/ 1657084 w 3283645"/>
                <a:gd name="connsiteY938" fmla="*/ 961078 h 1449582"/>
                <a:gd name="connsiteX939" fmla="*/ 1672613 w 3283645"/>
                <a:gd name="connsiteY939" fmla="*/ 945141 h 1449582"/>
                <a:gd name="connsiteX940" fmla="*/ 1677805 w 3283645"/>
                <a:gd name="connsiteY940" fmla="*/ 950332 h 1449582"/>
                <a:gd name="connsiteX941" fmla="*/ 1667421 w 3283645"/>
                <a:gd name="connsiteY941" fmla="*/ 950332 h 1449582"/>
                <a:gd name="connsiteX942" fmla="*/ 1672613 w 3283645"/>
                <a:gd name="connsiteY942" fmla="*/ 945141 h 1449582"/>
                <a:gd name="connsiteX943" fmla="*/ 2847005 w 3283645"/>
                <a:gd name="connsiteY943" fmla="*/ 930028 h 1449582"/>
                <a:gd name="connsiteX944" fmla="*/ 2857429 w 3283645"/>
                <a:gd name="connsiteY944" fmla="*/ 930028 h 1449582"/>
                <a:gd name="connsiteX945" fmla="*/ 2862640 w 3283645"/>
                <a:gd name="connsiteY945" fmla="*/ 935244 h 1449582"/>
                <a:gd name="connsiteX946" fmla="*/ 2867852 w 3283645"/>
                <a:gd name="connsiteY946" fmla="*/ 935244 h 1449582"/>
                <a:gd name="connsiteX947" fmla="*/ 2878275 w 3283645"/>
                <a:gd name="connsiteY947" fmla="*/ 940460 h 1449582"/>
                <a:gd name="connsiteX948" fmla="*/ 2883487 w 3283645"/>
                <a:gd name="connsiteY948" fmla="*/ 940460 h 1449582"/>
                <a:gd name="connsiteX949" fmla="*/ 2888699 w 3283645"/>
                <a:gd name="connsiteY949" fmla="*/ 945675 h 1449582"/>
                <a:gd name="connsiteX950" fmla="*/ 2888699 w 3283645"/>
                <a:gd name="connsiteY950" fmla="*/ 950891 h 1449582"/>
                <a:gd name="connsiteX951" fmla="*/ 2888699 w 3283645"/>
                <a:gd name="connsiteY951" fmla="*/ 956107 h 1449582"/>
                <a:gd name="connsiteX952" fmla="*/ 2893911 w 3283645"/>
                <a:gd name="connsiteY952" fmla="*/ 961323 h 1449582"/>
                <a:gd name="connsiteX953" fmla="*/ 2899122 w 3283645"/>
                <a:gd name="connsiteY953" fmla="*/ 961323 h 1449582"/>
                <a:gd name="connsiteX954" fmla="*/ 2904334 w 3283645"/>
                <a:gd name="connsiteY954" fmla="*/ 961323 h 1449582"/>
                <a:gd name="connsiteX955" fmla="*/ 2899122 w 3283645"/>
                <a:gd name="connsiteY955" fmla="*/ 966539 h 1449582"/>
                <a:gd name="connsiteX956" fmla="*/ 2899122 w 3283645"/>
                <a:gd name="connsiteY956" fmla="*/ 971755 h 1449582"/>
                <a:gd name="connsiteX957" fmla="*/ 2904334 w 3283645"/>
                <a:gd name="connsiteY957" fmla="*/ 976970 h 1449582"/>
                <a:gd name="connsiteX958" fmla="*/ 2904334 w 3283645"/>
                <a:gd name="connsiteY958" fmla="*/ 982186 h 1449582"/>
                <a:gd name="connsiteX959" fmla="*/ 2909546 w 3283645"/>
                <a:gd name="connsiteY959" fmla="*/ 987402 h 1449582"/>
                <a:gd name="connsiteX960" fmla="*/ 2909546 w 3283645"/>
                <a:gd name="connsiteY960" fmla="*/ 992618 h 1449582"/>
                <a:gd name="connsiteX961" fmla="*/ 2914758 w 3283645"/>
                <a:gd name="connsiteY961" fmla="*/ 992618 h 1449582"/>
                <a:gd name="connsiteX962" fmla="*/ 2919969 w 3283645"/>
                <a:gd name="connsiteY962" fmla="*/ 997834 h 1449582"/>
                <a:gd name="connsiteX963" fmla="*/ 2925181 w 3283645"/>
                <a:gd name="connsiteY963" fmla="*/ 1003050 h 1449582"/>
                <a:gd name="connsiteX964" fmla="*/ 2919969 w 3283645"/>
                <a:gd name="connsiteY964" fmla="*/ 1003050 h 1449582"/>
                <a:gd name="connsiteX965" fmla="*/ 2914758 w 3283645"/>
                <a:gd name="connsiteY965" fmla="*/ 997834 h 1449582"/>
                <a:gd name="connsiteX966" fmla="*/ 2909546 w 3283645"/>
                <a:gd name="connsiteY966" fmla="*/ 997834 h 1449582"/>
                <a:gd name="connsiteX967" fmla="*/ 2904334 w 3283645"/>
                <a:gd name="connsiteY967" fmla="*/ 992618 h 1449582"/>
                <a:gd name="connsiteX968" fmla="*/ 2899122 w 3283645"/>
                <a:gd name="connsiteY968" fmla="*/ 987402 h 1449582"/>
                <a:gd name="connsiteX969" fmla="*/ 2899122 w 3283645"/>
                <a:gd name="connsiteY969" fmla="*/ 982186 h 1449582"/>
                <a:gd name="connsiteX970" fmla="*/ 2893911 w 3283645"/>
                <a:gd name="connsiteY970" fmla="*/ 976970 h 1449582"/>
                <a:gd name="connsiteX971" fmla="*/ 2888699 w 3283645"/>
                <a:gd name="connsiteY971" fmla="*/ 976970 h 1449582"/>
                <a:gd name="connsiteX972" fmla="*/ 2883487 w 3283645"/>
                <a:gd name="connsiteY972" fmla="*/ 976970 h 1449582"/>
                <a:gd name="connsiteX973" fmla="*/ 2878275 w 3283645"/>
                <a:gd name="connsiteY973" fmla="*/ 976970 h 1449582"/>
                <a:gd name="connsiteX974" fmla="*/ 2867852 w 3283645"/>
                <a:gd name="connsiteY974" fmla="*/ 982186 h 1449582"/>
                <a:gd name="connsiteX975" fmla="*/ 2867852 w 3283645"/>
                <a:gd name="connsiteY975" fmla="*/ 987402 h 1449582"/>
                <a:gd name="connsiteX976" fmla="*/ 2862640 w 3283645"/>
                <a:gd name="connsiteY976" fmla="*/ 992618 h 1449582"/>
                <a:gd name="connsiteX977" fmla="*/ 2857429 w 3283645"/>
                <a:gd name="connsiteY977" fmla="*/ 992618 h 1449582"/>
                <a:gd name="connsiteX978" fmla="*/ 2852217 w 3283645"/>
                <a:gd name="connsiteY978" fmla="*/ 992618 h 1449582"/>
                <a:gd name="connsiteX979" fmla="*/ 2847005 w 3283645"/>
                <a:gd name="connsiteY979" fmla="*/ 992618 h 1449582"/>
                <a:gd name="connsiteX980" fmla="*/ 2847005 w 3283645"/>
                <a:gd name="connsiteY980" fmla="*/ 982186 h 1449582"/>
                <a:gd name="connsiteX981" fmla="*/ 2847005 w 3283645"/>
                <a:gd name="connsiteY981" fmla="*/ 971755 h 1449582"/>
                <a:gd name="connsiteX982" fmla="*/ 2847005 w 3283645"/>
                <a:gd name="connsiteY982" fmla="*/ 966539 h 1449582"/>
                <a:gd name="connsiteX983" fmla="*/ 2847005 w 3283645"/>
                <a:gd name="connsiteY983" fmla="*/ 961323 h 1449582"/>
                <a:gd name="connsiteX984" fmla="*/ 2847005 w 3283645"/>
                <a:gd name="connsiteY984" fmla="*/ 930028 h 1449582"/>
                <a:gd name="connsiteX985" fmla="*/ 2774573 w 3283645"/>
                <a:gd name="connsiteY985" fmla="*/ 924941 h 1449582"/>
                <a:gd name="connsiteX986" fmla="*/ 2779791 w 3283645"/>
                <a:gd name="connsiteY986" fmla="*/ 924941 h 1449582"/>
                <a:gd name="connsiteX987" fmla="*/ 2785008 w 3283645"/>
                <a:gd name="connsiteY987" fmla="*/ 930160 h 1449582"/>
                <a:gd name="connsiteX988" fmla="*/ 2790226 w 3283645"/>
                <a:gd name="connsiteY988" fmla="*/ 935379 h 1449582"/>
                <a:gd name="connsiteX989" fmla="*/ 2785008 w 3283645"/>
                <a:gd name="connsiteY989" fmla="*/ 935379 h 1449582"/>
                <a:gd name="connsiteX990" fmla="*/ 2779791 w 3283645"/>
                <a:gd name="connsiteY990" fmla="*/ 930160 h 1449582"/>
                <a:gd name="connsiteX991" fmla="*/ 2774573 w 3283645"/>
                <a:gd name="connsiteY991" fmla="*/ 935379 h 1449582"/>
                <a:gd name="connsiteX992" fmla="*/ 2774573 w 3283645"/>
                <a:gd name="connsiteY992" fmla="*/ 930160 h 1449582"/>
                <a:gd name="connsiteX993" fmla="*/ 2774573 w 3283645"/>
                <a:gd name="connsiteY993" fmla="*/ 924941 h 1449582"/>
                <a:gd name="connsiteX994" fmla="*/ 1818018 w 3283645"/>
                <a:gd name="connsiteY994" fmla="*/ 924853 h 1449582"/>
                <a:gd name="connsiteX995" fmla="*/ 1818018 w 3283645"/>
                <a:gd name="connsiteY995" fmla="*/ 929946 h 1449582"/>
                <a:gd name="connsiteX996" fmla="*/ 1818018 w 3283645"/>
                <a:gd name="connsiteY996" fmla="*/ 935039 h 1449582"/>
                <a:gd name="connsiteX997" fmla="*/ 1813006 w 3283645"/>
                <a:gd name="connsiteY997" fmla="*/ 935039 h 1449582"/>
                <a:gd name="connsiteX998" fmla="*/ 1813006 w 3283645"/>
                <a:gd name="connsiteY998" fmla="*/ 929946 h 1449582"/>
                <a:gd name="connsiteX999" fmla="*/ 1818018 w 3283645"/>
                <a:gd name="connsiteY999" fmla="*/ 924853 h 1449582"/>
                <a:gd name="connsiteX1000" fmla="*/ 2644492 w 3283645"/>
                <a:gd name="connsiteY1000" fmla="*/ 924753 h 1449582"/>
                <a:gd name="connsiteX1001" fmla="*/ 2649798 w 3283645"/>
                <a:gd name="connsiteY1001" fmla="*/ 924753 h 1449582"/>
                <a:gd name="connsiteX1002" fmla="*/ 2649798 w 3283645"/>
                <a:gd name="connsiteY1002" fmla="*/ 929895 h 1449582"/>
                <a:gd name="connsiteX1003" fmla="*/ 2644492 w 3283645"/>
                <a:gd name="connsiteY1003" fmla="*/ 924753 h 1449582"/>
                <a:gd name="connsiteX1004" fmla="*/ 2816314 w 3283645"/>
                <a:gd name="connsiteY1004" fmla="*/ 914503 h 1449582"/>
                <a:gd name="connsiteX1005" fmla="*/ 2821531 w 3283645"/>
                <a:gd name="connsiteY1005" fmla="*/ 914503 h 1449582"/>
                <a:gd name="connsiteX1006" fmla="*/ 2826749 w 3283645"/>
                <a:gd name="connsiteY1006" fmla="*/ 919722 h 1449582"/>
                <a:gd name="connsiteX1007" fmla="*/ 2831967 w 3283645"/>
                <a:gd name="connsiteY1007" fmla="*/ 924941 h 1449582"/>
                <a:gd name="connsiteX1008" fmla="*/ 2837184 w 3283645"/>
                <a:gd name="connsiteY1008" fmla="*/ 924941 h 1449582"/>
                <a:gd name="connsiteX1009" fmla="*/ 2842402 w 3283645"/>
                <a:gd name="connsiteY1009" fmla="*/ 924941 h 1449582"/>
                <a:gd name="connsiteX1010" fmla="*/ 2842402 w 3283645"/>
                <a:gd name="connsiteY1010" fmla="*/ 961474 h 1449582"/>
                <a:gd name="connsiteX1011" fmla="*/ 2842402 w 3283645"/>
                <a:gd name="connsiteY1011" fmla="*/ 966693 h 1449582"/>
                <a:gd name="connsiteX1012" fmla="*/ 2842402 w 3283645"/>
                <a:gd name="connsiteY1012" fmla="*/ 971912 h 1449582"/>
                <a:gd name="connsiteX1013" fmla="*/ 2842402 w 3283645"/>
                <a:gd name="connsiteY1013" fmla="*/ 982350 h 1449582"/>
                <a:gd name="connsiteX1014" fmla="*/ 2837184 w 3283645"/>
                <a:gd name="connsiteY1014" fmla="*/ 977131 h 1449582"/>
                <a:gd name="connsiteX1015" fmla="*/ 2831967 w 3283645"/>
                <a:gd name="connsiteY1015" fmla="*/ 977131 h 1449582"/>
                <a:gd name="connsiteX1016" fmla="*/ 2826749 w 3283645"/>
                <a:gd name="connsiteY1016" fmla="*/ 982350 h 1449582"/>
                <a:gd name="connsiteX1017" fmla="*/ 2821531 w 3283645"/>
                <a:gd name="connsiteY1017" fmla="*/ 982350 h 1449582"/>
                <a:gd name="connsiteX1018" fmla="*/ 2821531 w 3283645"/>
                <a:gd name="connsiteY1018" fmla="*/ 977131 h 1449582"/>
                <a:gd name="connsiteX1019" fmla="*/ 2826749 w 3283645"/>
                <a:gd name="connsiteY1019" fmla="*/ 971912 h 1449582"/>
                <a:gd name="connsiteX1020" fmla="*/ 2826749 w 3283645"/>
                <a:gd name="connsiteY1020" fmla="*/ 966693 h 1449582"/>
                <a:gd name="connsiteX1021" fmla="*/ 2826749 w 3283645"/>
                <a:gd name="connsiteY1021" fmla="*/ 961474 h 1449582"/>
                <a:gd name="connsiteX1022" fmla="*/ 2821531 w 3283645"/>
                <a:gd name="connsiteY1022" fmla="*/ 956255 h 1449582"/>
                <a:gd name="connsiteX1023" fmla="*/ 2821531 w 3283645"/>
                <a:gd name="connsiteY1023" fmla="*/ 951036 h 1449582"/>
                <a:gd name="connsiteX1024" fmla="*/ 2816314 w 3283645"/>
                <a:gd name="connsiteY1024" fmla="*/ 951036 h 1449582"/>
                <a:gd name="connsiteX1025" fmla="*/ 2816314 w 3283645"/>
                <a:gd name="connsiteY1025" fmla="*/ 945817 h 1449582"/>
                <a:gd name="connsiteX1026" fmla="*/ 2811096 w 3283645"/>
                <a:gd name="connsiteY1026" fmla="*/ 940598 h 1449582"/>
                <a:gd name="connsiteX1027" fmla="*/ 2805879 w 3283645"/>
                <a:gd name="connsiteY1027" fmla="*/ 940598 h 1449582"/>
                <a:gd name="connsiteX1028" fmla="*/ 2800661 w 3283645"/>
                <a:gd name="connsiteY1028" fmla="*/ 940598 h 1449582"/>
                <a:gd name="connsiteX1029" fmla="*/ 2795443 w 3283645"/>
                <a:gd name="connsiteY1029" fmla="*/ 940598 h 1449582"/>
                <a:gd name="connsiteX1030" fmla="*/ 2795443 w 3283645"/>
                <a:gd name="connsiteY1030" fmla="*/ 935379 h 1449582"/>
                <a:gd name="connsiteX1031" fmla="*/ 2805879 w 3283645"/>
                <a:gd name="connsiteY1031" fmla="*/ 930160 h 1449582"/>
                <a:gd name="connsiteX1032" fmla="*/ 2805879 w 3283645"/>
                <a:gd name="connsiteY1032" fmla="*/ 924941 h 1449582"/>
                <a:gd name="connsiteX1033" fmla="*/ 2811096 w 3283645"/>
                <a:gd name="connsiteY1033" fmla="*/ 924941 h 1449582"/>
                <a:gd name="connsiteX1034" fmla="*/ 2816314 w 3283645"/>
                <a:gd name="connsiteY1034" fmla="*/ 914503 h 1449582"/>
                <a:gd name="connsiteX1035" fmla="*/ 1813006 w 3283645"/>
                <a:gd name="connsiteY1035" fmla="*/ 914503 h 1449582"/>
                <a:gd name="connsiteX1036" fmla="*/ 1818098 w 3283645"/>
                <a:gd name="connsiteY1036" fmla="*/ 914503 h 1449582"/>
                <a:gd name="connsiteX1037" fmla="*/ 1813006 w 3283645"/>
                <a:gd name="connsiteY1037" fmla="*/ 919516 h 1449582"/>
                <a:gd name="connsiteX1038" fmla="*/ 1813006 w 3283645"/>
                <a:gd name="connsiteY1038" fmla="*/ 914503 h 1449582"/>
                <a:gd name="connsiteX1039" fmla="*/ 2649798 w 3283645"/>
                <a:gd name="connsiteY1039" fmla="*/ 909328 h 1449582"/>
                <a:gd name="connsiteX1040" fmla="*/ 2655104 w 3283645"/>
                <a:gd name="connsiteY1040" fmla="*/ 909328 h 1449582"/>
                <a:gd name="connsiteX1041" fmla="*/ 2660581 w 3283645"/>
                <a:gd name="connsiteY1041" fmla="*/ 914470 h 1449582"/>
                <a:gd name="connsiteX1042" fmla="*/ 2660581 w 3283645"/>
                <a:gd name="connsiteY1042" fmla="*/ 919612 h 1449582"/>
                <a:gd name="connsiteX1043" fmla="*/ 2655104 w 3283645"/>
                <a:gd name="connsiteY1043" fmla="*/ 919612 h 1449582"/>
                <a:gd name="connsiteX1044" fmla="*/ 2649798 w 3283645"/>
                <a:gd name="connsiteY1044" fmla="*/ 924753 h 1449582"/>
                <a:gd name="connsiteX1045" fmla="*/ 2649798 w 3283645"/>
                <a:gd name="connsiteY1045" fmla="*/ 919612 h 1449582"/>
                <a:gd name="connsiteX1046" fmla="*/ 2649798 w 3283645"/>
                <a:gd name="connsiteY1046" fmla="*/ 914470 h 1449582"/>
                <a:gd name="connsiteX1047" fmla="*/ 1828595 w 3283645"/>
                <a:gd name="connsiteY1047" fmla="*/ 909328 h 1449582"/>
                <a:gd name="connsiteX1048" fmla="*/ 1854631 w 3283645"/>
                <a:gd name="connsiteY1048" fmla="*/ 909328 h 1449582"/>
                <a:gd name="connsiteX1049" fmla="*/ 1885875 w 3283645"/>
                <a:gd name="connsiteY1049" fmla="*/ 930142 h 1449582"/>
                <a:gd name="connsiteX1050" fmla="*/ 1885875 w 3283645"/>
                <a:gd name="connsiteY1050" fmla="*/ 935346 h 1449582"/>
                <a:gd name="connsiteX1051" fmla="*/ 1896290 w 3283645"/>
                <a:gd name="connsiteY1051" fmla="*/ 945753 h 1449582"/>
                <a:gd name="connsiteX1052" fmla="*/ 1896290 w 3283645"/>
                <a:gd name="connsiteY1052" fmla="*/ 950957 h 1449582"/>
                <a:gd name="connsiteX1053" fmla="*/ 1896290 w 3283645"/>
                <a:gd name="connsiteY1053" fmla="*/ 961364 h 1449582"/>
                <a:gd name="connsiteX1054" fmla="*/ 1896290 w 3283645"/>
                <a:gd name="connsiteY1054" fmla="*/ 966568 h 1449582"/>
                <a:gd name="connsiteX1055" fmla="*/ 1901497 w 3283645"/>
                <a:gd name="connsiteY1055" fmla="*/ 971771 h 1449582"/>
                <a:gd name="connsiteX1056" fmla="*/ 1901497 w 3283645"/>
                <a:gd name="connsiteY1056" fmla="*/ 976975 h 1449582"/>
                <a:gd name="connsiteX1057" fmla="*/ 1901497 w 3283645"/>
                <a:gd name="connsiteY1057" fmla="*/ 982178 h 1449582"/>
                <a:gd name="connsiteX1058" fmla="*/ 1901497 w 3283645"/>
                <a:gd name="connsiteY1058" fmla="*/ 992586 h 1449582"/>
                <a:gd name="connsiteX1059" fmla="*/ 1901497 w 3283645"/>
                <a:gd name="connsiteY1059" fmla="*/ 997789 h 1449582"/>
                <a:gd name="connsiteX1060" fmla="*/ 1906704 w 3283645"/>
                <a:gd name="connsiteY1060" fmla="*/ 1002993 h 1449582"/>
                <a:gd name="connsiteX1061" fmla="*/ 1906704 w 3283645"/>
                <a:gd name="connsiteY1061" fmla="*/ 1008196 h 1449582"/>
                <a:gd name="connsiteX1062" fmla="*/ 1901497 w 3283645"/>
                <a:gd name="connsiteY1062" fmla="*/ 1008196 h 1449582"/>
                <a:gd name="connsiteX1063" fmla="*/ 1896290 w 3283645"/>
                <a:gd name="connsiteY1063" fmla="*/ 1008196 h 1449582"/>
                <a:gd name="connsiteX1064" fmla="*/ 1891082 w 3283645"/>
                <a:gd name="connsiteY1064" fmla="*/ 1008196 h 1449582"/>
                <a:gd name="connsiteX1065" fmla="*/ 1885875 w 3283645"/>
                <a:gd name="connsiteY1065" fmla="*/ 1013400 h 1449582"/>
                <a:gd name="connsiteX1066" fmla="*/ 1880668 w 3283645"/>
                <a:gd name="connsiteY1066" fmla="*/ 1013400 h 1449582"/>
                <a:gd name="connsiteX1067" fmla="*/ 1875460 w 3283645"/>
                <a:gd name="connsiteY1067" fmla="*/ 1013400 h 1449582"/>
                <a:gd name="connsiteX1068" fmla="*/ 1870253 w 3283645"/>
                <a:gd name="connsiteY1068" fmla="*/ 1013400 h 1449582"/>
                <a:gd name="connsiteX1069" fmla="*/ 1865046 w 3283645"/>
                <a:gd name="connsiteY1069" fmla="*/ 1013400 h 1449582"/>
                <a:gd name="connsiteX1070" fmla="*/ 1865046 w 3283645"/>
                <a:gd name="connsiteY1070" fmla="*/ 1008196 h 1449582"/>
                <a:gd name="connsiteX1071" fmla="*/ 1865046 w 3283645"/>
                <a:gd name="connsiteY1071" fmla="*/ 1002993 h 1449582"/>
                <a:gd name="connsiteX1072" fmla="*/ 1865046 w 3283645"/>
                <a:gd name="connsiteY1072" fmla="*/ 997789 h 1449582"/>
                <a:gd name="connsiteX1073" fmla="*/ 1859838 w 3283645"/>
                <a:gd name="connsiteY1073" fmla="*/ 992586 h 1449582"/>
                <a:gd name="connsiteX1074" fmla="*/ 1854631 w 3283645"/>
                <a:gd name="connsiteY1074" fmla="*/ 992586 h 1449582"/>
                <a:gd name="connsiteX1075" fmla="*/ 1849424 w 3283645"/>
                <a:gd name="connsiteY1075" fmla="*/ 992586 h 1449582"/>
                <a:gd name="connsiteX1076" fmla="*/ 1844217 w 3283645"/>
                <a:gd name="connsiteY1076" fmla="*/ 987382 h 1449582"/>
                <a:gd name="connsiteX1077" fmla="*/ 1839009 w 3283645"/>
                <a:gd name="connsiteY1077" fmla="*/ 987382 h 1449582"/>
                <a:gd name="connsiteX1078" fmla="*/ 1828595 w 3283645"/>
                <a:gd name="connsiteY1078" fmla="*/ 982178 h 1449582"/>
                <a:gd name="connsiteX1079" fmla="*/ 1828595 w 3283645"/>
                <a:gd name="connsiteY1079" fmla="*/ 976975 h 1449582"/>
                <a:gd name="connsiteX1080" fmla="*/ 1823387 w 3283645"/>
                <a:gd name="connsiteY1080" fmla="*/ 971771 h 1449582"/>
                <a:gd name="connsiteX1081" fmla="*/ 1823387 w 3283645"/>
                <a:gd name="connsiteY1081" fmla="*/ 966568 h 1449582"/>
                <a:gd name="connsiteX1082" fmla="*/ 1818180 w 3283645"/>
                <a:gd name="connsiteY1082" fmla="*/ 961364 h 1449582"/>
                <a:gd name="connsiteX1083" fmla="*/ 1818180 w 3283645"/>
                <a:gd name="connsiteY1083" fmla="*/ 956160 h 1449582"/>
                <a:gd name="connsiteX1084" fmla="*/ 1818180 w 3283645"/>
                <a:gd name="connsiteY1084" fmla="*/ 950957 h 1449582"/>
                <a:gd name="connsiteX1085" fmla="*/ 1818180 w 3283645"/>
                <a:gd name="connsiteY1085" fmla="*/ 945753 h 1449582"/>
                <a:gd name="connsiteX1086" fmla="*/ 1823387 w 3283645"/>
                <a:gd name="connsiteY1086" fmla="*/ 940550 h 1449582"/>
                <a:gd name="connsiteX1087" fmla="*/ 1823387 w 3283645"/>
                <a:gd name="connsiteY1087" fmla="*/ 935346 h 1449582"/>
                <a:gd name="connsiteX1088" fmla="*/ 1828595 w 3283645"/>
                <a:gd name="connsiteY1088" fmla="*/ 935346 h 1449582"/>
                <a:gd name="connsiteX1089" fmla="*/ 1828595 w 3283645"/>
                <a:gd name="connsiteY1089" fmla="*/ 930142 h 1449582"/>
                <a:gd name="connsiteX1090" fmla="*/ 1828595 w 3283645"/>
                <a:gd name="connsiteY1090" fmla="*/ 924939 h 1449582"/>
                <a:gd name="connsiteX1091" fmla="*/ 1828595 w 3283645"/>
                <a:gd name="connsiteY1091" fmla="*/ 919735 h 1449582"/>
                <a:gd name="connsiteX1092" fmla="*/ 1833802 w 3283645"/>
                <a:gd name="connsiteY1092" fmla="*/ 914531 h 1449582"/>
                <a:gd name="connsiteX1093" fmla="*/ 2759052 w 3283645"/>
                <a:gd name="connsiteY1093" fmla="*/ 904153 h 1449582"/>
                <a:gd name="connsiteX1094" fmla="*/ 2764184 w 3283645"/>
                <a:gd name="connsiteY1094" fmla="*/ 904153 h 1449582"/>
                <a:gd name="connsiteX1095" fmla="*/ 2769317 w 3283645"/>
                <a:gd name="connsiteY1095" fmla="*/ 904153 h 1449582"/>
                <a:gd name="connsiteX1096" fmla="*/ 2779582 w 3283645"/>
                <a:gd name="connsiteY1096" fmla="*/ 904153 h 1449582"/>
                <a:gd name="connsiteX1097" fmla="*/ 2779582 w 3283645"/>
                <a:gd name="connsiteY1097" fmla="*/ 909246 h 1449582"/>
                <a:gd name="connsiteX1098" fmla="*/ 2779582 w 3283645"/>
                <a:gd name="connsiteY1098" fmla="*/ 914339 h 1449582"/>
                <a:gd name="connsiteX1099" fmla="*/ 2769317 w 3283645"/>
                <a:gd name="connsiteY1099" fmla="*/ 914339 h 1449582"/>
                <a:gd name="connsiteX1100" fmla="*/ 2764184 w 3283645"/>
                <a:gd name="connsiteY1100" fmla="*/ 914339 h 1449582"/>
                <a:gd name="connsiteX1101" fmla="*/ 2759052 w 3283645"/>
                <a:gd name="connsiteY1101" fmla="*/ 904153 h 1449582"/>
                <a:gd name="connsiteX1102" fmla="*/ 847087 w 3283645"/>
                <a:gd name="connsiteY1102" fmla="*/ 904153 h 1449582"/>
                <a:gd name="connsiteX1103" fmla="*/ 852453 w 3283645"/>
                <a:gd name="connsiteY1103" fmla="*/ 909352 h 1449582"/>
                <a:gd name="connsiteX1104" fmla="*/ 857651 w 3283645"/>
                <a:gd name="connsiteY1104" fmla="*/ 909352 h 1449582"/>
                <a:gd name="connsiteX1105" fmla="*/ 857651 w 3283645"/>
                <a:gd name="connsiteY1105" fmla="*/ 914552 h 1449582"/>
                <a:gd name="connsiteX1106" fmla="*/ 857651 w 3283645"/>
                <a:gd name="connsiteY1106" fmla="*/ 919751 h 1449582"/>
                <a:gd name="connsiteX1107" fmla="*/ 867881 w 3283645"/>
                <a:gd name="connsiteY1107" fmla="*/ 924951 h 1449582"/>
                <a:gd name="connsiteX1108" fmla="*/ 873248 w 3283645"/>
                <a:gd name="connsiteY1108" fmla="*/ 924951 h 1449582"/>
                <a:gd name="connsiteX1109" fmla="*/ 878446 w 3283645"/>
                <a:gd name="connsiteY1109" fmla="*/ 924951 h 1449582"/>
                <a:gd name="connsiteX1110" fmla="*/ 883645 w 3283645"/>
                <a:gd name="connsiteY1110" fmla="*/ 924951 h 1449582"/>
                <a:gd name="connsiteX1111" fmla="*/ 883645 w 3283645"/>
                <a:gd name="connsiteY1111" fmla="*/ 930150 h 1449582"/>
                <a:gd name="connsiteX1112" fmla="*/ 883645 w 3283645"/>
                <a:gd name="connsiteY1112" fmla="*/ 935350 h 1449582"/>
                <a:gd name="connsiteX1113" fmla="*/ 878446 w 3283645"/>
                <a:gd name="connsiteY1113" fmla="*/ 935350 h 1449582"/>
                <a:gd name="connsiteX1114" fmla="*/ 873248 w 3283645"/>
                <a:gd name="connsiteY1114" fmla="*/ 935350 h 1449582"/>
                <a:gd name="connsiteX1115" fmla="*/ 867881 w 3283645"/>
                <a:gd name="connsiteY1115" fmla="*/ 940549 h 1449582"/>
                <a:gd name="connsiteX1116" fmla="*/ 862850 w 3283645"/>
                <a:gd name="connsiteY1116" fmla="*/ 945748 h 1449582"/>
                <a:gd name="connsiteX1117" fmla="*/ 857651 w 3283645"/>
                <a:gd name="connsiteY1117" fmla="*/ 950948 h 1449582"/>
                <a:gd name="connsiteX1118" fmla="*/ 857651 w 3283645"/>
                <a:gd name="connsiteY1118" fmla="*/ 956147 h 1449582"/>
                <a:gd name="connsiteX1119" fmla="*/ 857651 w 3283645"/>
                <a:gd name="connsiteY1119" fmla="*/ 961347 h 1449582"/>
                <a:gd name="connsiteX1120" fmla="*/ 852453 w 3283645"/>
                <a:gd name="connsiteY1120" fmla="*/ 966546 h 1449582"/>
                <a:gd name="connsiteX1121" fmla="*/ 852453 w 3283645"/>
                <a:gd name="connsiteY1121" fmla="*/ 971746 h 1449582"/>
                <a:gd name="connsiteX1122" fmla="*/ 852453 w 3283645"/>
                <a:gd name="connsiteY1122" fmla="*/ 976945 h 1449582"/>
                <a:gd name="connsiteX1123" fmla="*/ 852453 w 3283645"/>
                <a:gd name="connsiteY1123" fmla="*/ 982145 h 1449582"/>
                <a:gd name="connsiteX1124" fmla="*/ 857651 w 3283645"/>
                <a:gd name="connsiteY1124" fmla="*/ 987344 h 1449582"/>
                <a:gd name="connsiteX1125" fmla="*/ 857651 w 3283645"/>
                <a:gd name="connsiteY1125" fmla="*/ 992543 h 1449582"/>
                <a:gd name="connsiteX1126" fmla="*/ 862850 w 3283645"/>
                <a:gd name="connsiteY1126" fmla="*/ 997743 h 1449582"/>
                <a:gd name="connsiteX1127" fmla="*/ 867881 w 3283645"/>
                <a:gd name="connsiteY1127" fmla="*/ 1002942 h 1449582"/>
                <a:gd name="connsiteX1128" fmla="*/ 873248 w 3283645"/>
                <a:gd name="connsiteY1128" fmla="*/ 1008142 h 1449582"/>
                <a:gd name="connsiteX1129" fmla="*/ 878446 w 3283645"/>
                <a:gd name="connsiteY1129" fmla="*/ 1008142 h 1449582"/>
                <a:gd name="connsiteX1130" fmla="*/ 883645 w 3283645"/>
                <a:gd name="connsiteY1130" fmla="*/ 1008142 h 1449582"/>
                <a:gd name="connsiteX1131" fmla="*/ 888676 w 3283645"/>
                <a:gd name="connsiteY1131" fmla="*/ 1018541 h 1449582"/>
                <a:gd name="connsiteX1132" fmla="*/ 894041 w 3283645"/>
                <a:gd name="connsiteY1132" fmla="*/ 1018541 h 1449582"/>
                <a:gd name="connsiteX1133" fmla="*/ 899240 w 3283645"/>
                <a:gd name="connsiteY1133" fmla="*/ 1028772 h 1449582"/>
                <a:gd name="connsiteX1134" fmla="*/ 899240 w 3283645"/>
                <a:gd name="connsiteY1134" fmla="*/ 1034139 h 1449582"/>
                <a:gd name="connsiteX1135" fmla="*/ 899240 w 3283645"/>
                <a:gd name="connsiteY1135" fmla="*/ 1039338 h 1449582"/>
                <a:gd name="connsiteX1136" fmla="*/ 894041 w 3283645"/>
                <a:gd name="connsiteY1136" fmla="*/ 1044538 h 1449582"/>
                <a:gd name="connsiteX1137" fmla="*/ 899240 w 3283645"/>
                <a:gd name="connsiteY1137" fmla="*/ 1044538 h 1449582"/>
                <a:gd name="connsiteX1138" fmla="*/ 899240 w 3283645"/>
                <a:gd name="connsiteY1138" fmla="*/ 1049737 h 1449582"/>
                <a:gd name="connsiteX1139" fmla="*/ 894041 w 3283645"/>
                <a:gd name="connsiteY1139" fmla="*/ 1049737 h 1449582"/>
                <a:gd name="connsiteX1140" fmla="*/ 894041 w 3283645"/>
                <a:gd name="connsiteY1140" fmla="*/ 1054937 h 1449582"/>
                <a:gd name="connsiteX1141" fmla="*/ 894041 w 3283645"/>
                <a:gd name="connsiteY1141" fmla="*/ 1060136 h 1449582"/>
                <a:gd name="connsiteX1142" fmla="*/ 899240 w 3283645"/>
                <a:gd name="connsiteY1142" fmla="*/ 1070535 h 1449582"/>
                <a:gd name="connsiteX1143" fmla="*/ 894041 w 3283645"/>
                <a:gd name="connsiteY1143" fmla="*/ 1070535 h 1449582"/>
                <a:gd name="connsiteX1144" fmla="*/ 894041 w 3283645"/>
                <a:gd name="connsiteY1144" fmla="*/ 1075735 h 1449582"/>
                <a:gd name="connsiteX1145" fmla="*/ 888676 w 3283645"/>
                <a:gd name="connsiteY1145" fmla="*/ 1080934 h 1449582"/>
                <a:gd name="connsiteX1146" fmla="*/ 894041 w 3283645"/>
                <a:gd name="connsiteY1146" fmla="*/ 1085966 h 1449582"/>
                <a:gd name="connsiteX1147" fmla="*/ 894041 w 3283645"/>
                <a:gd name="connsiteY1147" fmla="*/ 1091333 h 1449582"/>
                <a:gd name="connsiteX1148" fmla="*/ 899240 w 3283645"/>
                <a:gd name="connsiteY1148" fmla="*/ 1091333 h 1449582"/>
                <a:gd name="connsiteX1149" fmla="*/ 899240 w 3283645"/>
                <a:gd name="connsiteY1149" fmla="*/ 1096533 h 1449582"/>
                <a:gd name="connsiteX1150" fmla="*/ 899240 w 3283645"/>
                <a:gd name="connsiteY1150" fmla="*/ 1101732 h 1449582"/>
                <a:gd name="connsiteX1151" fmla="*/ 899240 w 3283645"/>
                <a:gd name="connsiteY1151" fmla="*/ 1106764 h 1449582"/>
                <a:gd name="connsiteX1152" fmla="*/ 899240 w 3283645"/>
                <a:gd name="connsiteY1152" fmla="*/ 1112131 h 1449582"/>
                <a:gd name="connsiteX1153" fmla="*/ 904439 w 3283645"/>
                <a:gd name="connsiteY1153" fmla="*/ 1122530 h 1449582"/>
                <a:gd name="connsiteX1154" fmla="*/ 909469 w 3283645"/>
                <a:gd name="connsiteY1154" fmla="*/ 1132929 h 1449582"/>
                <a:gd name="connsiteX1155" fmla="*/ 909469 w 3283645"/>
                <a:gd name="connsiteY1155" fmla="*/ 1138128 h 1449582"/>
                <a:gd name="connsiteX1156" fmla="*/ 914836 w 3283645"/>
                <a:gd name="connsiteY1156" fmla="*/ 1143328 h 1449582"/>
                <a:gd name="connsiteX1157" fmla="*/ 914836 w 3283645"/>
                <a:gd name="connsiteY1157" fmla="*/ 1148359 h 1449582"/>
                <a:gd name="connsiteX1158" fmla="*/ 904439 w 3283645"/>
                <a:gd name="connsiteY1158" fmla="*/ 1153726 h 1449582"/>
                <a:gd name="connsiteX1159" fmla="*/ 899240 w 3283645"/>
                <a:gd name="connsiteY1159" fmla="*/ 1158926 h 1449582"/>
                <a:gd name="connsiteX1160" fmla="*/ 904439 w 3283645"/>
                <a:gd name="connsiteY1160" fmla="*/ 1164125 h 1449582"/>
                <a:gd name="connsiteX1161" fmla="*/ 899240 w 3283645"/>
                <a:gd name="connsiteY1161" fmla="*/ 1169157 h 1449582"/>
                <a:gd name="connsiteX1162" fmla="*/ 904439 w 3283645"/>
                <a:gd name="connsiteY1162" fmla="*/ 1169157 h 1449582"/>
                <a:gd name="connsiteX1163" fmla="*/ 904439 w 3283645"/>
                <a:gd name="connsiteY1163" fmla="*/ 1174524 h 1449582"/>
                <a:gd name="connsiteX1164" fmla="*/ 904439 w 3283645"/>
                <a:gd name="connsiteY1164" fmla="*/ 1179724 h 1449582"/>
                <a:gd name="connsiteX1165" fmla="*/ 899240 w 3283645"/>
                <a:gd name="connsiteY1165" fmla="*/ 1179724 h 1449582"/>
                <a:gd name="connsiteX1166" fmla="*/ 899240 w 3283645"/>
                <a:gd name="connsiteY1166" fmla="*/ 1184923 h 1449582"/>
                <a:gd name="connsiteX1167" fmla="*/ 894041 w 3283645"/>
                <a:gd name="connsiteY1167" fmla="*/ 1189955 h 1449582"/>
                <a:gd name="connsiteX1168" fmla="*/ 888676 w 3283645"/>
                <a:gd name="connsiteY1168" fmla="*/ 1205721 h 1449582"/>
                <a:gd name="connsiteX1169" fmla="*/ 888676 w 3283645"/>
                <a:gd name="connsiteY1169" fmla="*/ 1210753 h 1449582"/>
                <a:gd name="connsiteX1170" fmla="*/ 888676 w 3283645"/>
                <a:gd name="connsiteY1170" fmla="*/ 1216120 h 1449582"/>
                <a:gd name="connsiteX1171" fmla="*/ 888676 w 3283645"/>
                <a:gd name="connsiteY1171" fmla="*/ 1221319 h 1449582"/>
                <a:gd name="connsiteX1172" fmla="*/ 883645 w 3283645"/>
                <a:gd name="connsiteY1172" fmla="*/ 1226519 h 1449582"/>
                <a:gd name="connsiteX1173" fmla="*/ 883645 w 3283645"/>
                <a:gd name="connsiteY1173" fmla="*/ 1231550 h 1449582"/>
                <a:gd name="connsiteX1174" fmla="*/ 883645 w 3283645"/>
                <a:gd name="connsiteY1174" fmla="*/ 1236918 h 1449582"/>
                <a:gd name="connsiteX1175" fmla="*/ 883645 w 3283645"/>
                <a:gd name="connsiteY1175" fmla="*/ 1242117 h 1449582"/>
                <a:gd name="connsiteX1176" fmla="*/ 888676 w 3283645"/>
                <a:gd name="connsiteY1176" fmla="*/ 1247316 h 1449582"/>
                <a:gd name="connsiteX1177" fmla="*/ 888676 w 3283645"/>
                <a:gd name="connsiteY1177" fmla="*/ 1252348 h 1449582"/>
                <a:gd name="connsiteX1178" fmla="*/ 888676 w 3283645"/>
                <a:gd name="connsiteY1178" fmla="*/ 1257715 h 1449582"/>
                <a:gd name="connsiteX1179" fmla="*/ 888676 w 3283645"/>
                <a:gd name="connsiteY1179" fmla="*/ 1267946 h 1449582"/>
                <a:gd name="connsiteX1180" fmla="*/ 883645 w 3283645"/>
                <a:gd name="connsiteY1180" fmla="*/ 1267946 h 1449582"/>
                <a:gd name="connsiteX1181" fmla="*/ 883645 w 3283645"/>
                <a:gd name="connsiteY1181" fmla="*/ 1273146 h 1449582"/>
                <a:gd name="connsiteX1182" fmla="*/ 883645 w 3283645"/>
                <a:gd name="connsiteY1182" fmla="*/ 1278513 h 1449582"/>
                <a:gd name="connsiteX1183" fmla="*/ 878446 w 3283645"/>
                <a:gd name="connsiteY1183" fmla="*/ 1283713 h 1449582"/>
                <a:gd name="connsiteX1184" fmla="*/ 878446 w 3283645"/>
                <a:gd name="connsiteY1184" fmla="*/ 1288744 h 1449582"/>
                <a:gd name="connsiteX1185" fmla="*/ 878446 w 3283645"/>
                <a:gd name="connsiteY1185" fmla="*/ 1293944 h 1449582"/>
                <a:gd name="connsiteX1186" fmla="*/ 878446 w 3283645"/>
                <a:gd name="connsiteY1186" fmla="*/ 1299311 h 1449582"/>
                <a:gd name="connsiteX1187" fmla="*/ 878446 w 3283645"/>
                <a:gd name="connsiteY1187" fmla="*/ 1304510 h 1449582"/>
                <a:gd name="connsiteX1188" fmla="*/ 878446 w 3283645"/>
                <a:gd name="connsiteY1188" fmla="*/ 1309542 h 1449582"/>
                <a:gd name="connsiteX1189" fmla="*/ 873248 w 3283645"/>
                <a:gd name="connsiteY1189" fmla="*/ 1314741 h 1449582"/>
                <a:gd name="connsiteX1190" fmla="*/ 873248 w 3283645"/>
                <a:gd name="connsiteY1190" fmla="*/ 1320109 h 1449582"/>
                <a:gd name="connsiteX1191" fmla="*/ 873248 w 3283645"/>
                <a:gd name="connsiteY1191" fmla="*/ 1325308 h 1449582"/>
                <a:gd name="connsiteX1192" fmla="*/ 867881 w 3283645"/>
                <a:gd name="connsiteY1192" fmla="*/ 1330340 h 1449582"/>
                <a:gd name="connsiteX1193" fmla="*/ 873248 w 3283645"/>
                <a:gd name="connsiteY1193" fmla="*/ 1340906 h 1449582"/>
                <a:gd name="connsiteX1194" fmla="*/ 867881 w 3283645"/>
                <a:gd name="connsiteY1194" fmla="*/ 1335539 h 1449582"/>
                <a:gd name="connsiteX1195" fmla="*/ 862850 w 3283645"/>
                <a:gd name="connsiteY1195" fmla="*/ 1335539 h 1449582"/>
                <a:gd name="connsiteX1196" fmla="*/ 857651 w 3283645"/>
                <a:gd name="connsiteY1196" fmla="*/ 1335539 h 1449582"/>
                <a:gd name="connsiteX1197" fmla="*/ 862850 w 3283645"/>
                <a:gd name="connsiteY1197" fmla="*/ 1325308 h 1449582"/>
                <a:gd name="connsiteX1198" fmla="*/ 862850 w 3283645"/>
                <a:gd name="connsiteY1198" fmla="*/ 1314741 h 1449582"/>
                <a:gd name="connsiteX1199" fmla="*/ 862850 w 3283645"/>
                <a:gd name="connsiteY1199" fmla="*/ 1309542 h 1449582"/>
                <a:gd name="connsiteX1200" fmla="*/ 862850 w 3283645"/>
                <a:gd name="connsiteY1200" fmla="*/ 1299311 h 1449582"/>
                <a:gd name="connsiteX1201" fmla="*/ 862850 w 3283645"/>
                <a:gd name="connsiteY1201" fmla="*/ 1293944 h 1449582"/>
                <a:gd name="connsiteX1202" fmla="*/ 867881 w 3283645"/>
                <a:gd name="connsiteY1202" fmla="*/ 1293944 h 1449582"/>
                <a:gd name="connsiteX1203" fmla="*/ 867881 w 3283645"/>
                <a:gd name="connsiteY1203" fmla="*/ 1288744 h 1449582"/>
                <a:gd name="connsiteX1204" fmla="*/ 867881 w 3283645"/>
                <a:gd name="connsiteY1204" fmla="*/ 1283713 h 1449582"/>
                <a:gd name="connsiteX1205" fmla="*/ 873248 w 3283645"/>
                <a:gd name="connsiteY1205" fmla="*/ 1278513 h 1449582"/>
                <a:gd name="connsiteX1206" fmla="*/ 878446 w 3283645"/>
                <a:gd name="connsiteY1206" fmla="*/ 1267946 h 1449582"/>
                <a:gd name="connsiteX1207" fmla="*/ 878446 w 3283645"/>
                <a:gd name="connsiteY1207" fmla="*/ 1262915 h 1449582"/>
                <a:gd name="connsiteX1208" fmla="*/ 878446 w 3283645"/>
                <a:gd name="connsiteY1208" fmla="*/ 1252348 h 1449582"/>
                <a:gd name="connsiteX1209" fmla="*/ 878446 w 3283645"/>
                <a:gd name="connsiteY1209" fmla="*/ 1247316 h 1449582"/>
                <a:gd name="connsiteX1210" fmla="*/ 878446 w 3283645"/>
                <a:gd name="connsiteY1210" fmla="*/ 1236918 h 1449582"/>
                <a:gd name="connsiteX1211" fmla="*/ 878446 w 3283645"/>
                <a:gd name="connsiteY1211" fmla="*/ 1231550 h 1449582"/>
                <a:gd name="connsiteX1212" fmla="*/ 878446 w 3283645"/>
                <a:gd name="connsiteY1212" fmla="*/ 1226519 h 1449582"/>
                <a:gd name="connsiteX1213" fmla="*/ 878446 w 3283645"/>
                <a:gd name="connsiteY1213" fmla="*/ 1221319 h 1449582"/>
                <a:gd name="connsiteX1214" fmla="*/ 883645 w 3283645"/>
                <a:gd name="connsiteY1214" fmla="*/ 1216120 h 1449582"/>
                <a:gd name="connsiteX1215" fmla="*/ 883645 w 3283645"/>
                <a:gd name="connsiteY1215" fmla="*/ 1210753 h 1449582"/>
                <a:gd name="connsiteX1216" fmla="*/ 883645 w 3283645"/>
                <a:gd name="connsiteY1216" fmla="*/ 1205721 h 1449582"/>
                <a:gd name="connsiteX1217" fmla="*/ 883645 w 3283645"/>
                <a:gd name="connsiteY1217" fmla="*/ 1200521 h 1449582"/>
                <a:gd name="connsiteX1218" fmla="*/ 883645 w 3283645"/>
                <a:gd name="connsiteY1218" fmla="*/ 1195322 h 1449582"/>
                <a:gd name="connsiteX1219" fmla="*/ 888676 w 3283645"/>
                <a:gd name="connsiteY1219" fmla="*/ 1189955 h 1449582"/>
                <a:gd name="connsiteX1220" fmla="*/ 888676 w 3283645"/>
                <a:gd name="connsiteY1220" fmla="*/ 1184923 h 1449582"/>
                <a:gd name="connsiteX1221" fmla="*/ 888676 w 3283645"/>
                <a:gd name="connsiteY1221" fmla="*/ 1179724 h 1449582"/>
                <a:gd name="connsiteX1222" fmla="*/ 888676 w 3283645"/>
                <a:gd name="connsiteY1222" fmla="*/ 1174524 h 1449582"/>
                <a:gd name="connsiteX1223" fmla="*/ 888676 w 3283645"/>
                <a:gd name="connsiteY1223" fmla="*/ 1164125 h 1449582"/>
                <a:gd name="connsiteX1224" fmla="*/ 888676 w 3283645"/>
                <a:gd name="connsiteY1224" fmla="*/ 1158926 h 1449582"/>
                <a:gd name="connsiteX1225" fmla="*/ 888676 w 3283645"/>
                <a:gd name="connsiteY1225" fmla="*/ 1148359 h 1449582"/>
                <a:gd name="connsiteX1226" fmla="*/ 888676 w 3283645"/>
                <a:gd name="connsiteY1226" fmla="*/ 1143328 h 1449582"/>
                <a:gd name="connsiteX1227" fmla="*/ 894041 w 3283645"/>
                <a:gd name="connsiteY1227" fmla="*/ 1138128 h 1449582"/>
                <a:gd name="connsiteX1228" fmla="*/ 894041 w 3283645"/>
                <a:gd name="connsiteY1228" fmla="*/ 1127561 h 1449582"/>
                <a:gd name="connsiteX1229" fmla="*/ 894041 w 3283645"/>
                <a:gd name="connsiteY1229" fmla="*/ 1117330 h 1449582"/>
                <a:gd name="connsiteX1230" fmla="*/ 894041 w 3283645"/>
                <a:gd name="connsiteY1230" fmla="*/ 1112131 h 1449582"/>
                <a:gd name="connsiteX1231" fmla="*/ 894041 w 3283645"/>
                <a:gd name="connsiteY1231" fmla="*/ 1106764 h 1449582"/>
                <a:gd name="connsiteX1232" fmla="*/ 888676 w 3283645"/>
                <a:gd name="connsiteY1232" fmla="*/ 1091333 h 1449582"/>
                <a:gd name="connsiteX1233" fmla="*/ 883645 w 3283645"/>
                <a:gd name="connsiteY1233" fmla="*/ 1080934 h 1449582"/>
                <a:gd name="connsiteX1234" fmla="*/ 878446 w 3283645"/>
                <a:gd name="connsiteY1234" fmla="*/ 1075735 h 1449582"/>
                <a:gd name="connsiteX1235" fmla="*/ 873248 w 3283645"/>
                <a:gd name="connsiteY1235" fmla="*/ 1070535 h 1449582"/>
                <a:gd name="connsiteX1236" fmla="*/ 867881 w 3283645"/>
                <a:gd name="connsiteY1236" fmla="*/ 1070535 h 1449582"/>
                <a:gd name="connsiteX1237" fmla="*/ 857651 w 3283645"/>
                <a:gd name="connsiteY1237" fmla="*/ 1065168 h 1449582"/>
                <a:gd name="connsiteX1238" fmla="*/ 852453 w 3283645"/>
                <a:gd name="connsiteY1238" fmla="*/ 1060136 h 1449582"/>
                <a:gd name="connsiteX1239" fmla="*/ 847087 w 3283645"/>
                <a:gd name="connsiteY1239" fmla="*/ 1054937 h 1449582"/>
                <a:gd name="connsiteX1240" fmla="*/ 842056 w 3283645"/>
                <a:gd name="connsiteY1240" fmla="*/ 1049737 h 1449582"/>
                <a:gd name="connsiteX1241" fmla="*/ 836858 w 3283645"/>
                <a:gd name="connsiteY1241" fmla="*/ 1044538 h 1449582"/>
                <a:gd name="connsiteX1242" fmla="*/ 836858 w 3283645"/>
                <a:gd name="connsiteY1242" fmla="*/ 1039338 h 1449582"/>
                <a:gd name="connsiteX1243" fmla="*/ 836858 w 3283645"/>
                <a:gd name="connsiteY1243" fmla="*/ 1028772 h 1449582"/>
                <a:gd name="connsiteX1244" fmla="*/ 831659 w 3283645"/>
                <a:gd name="connsiteY1244" fmla="*/ 1023740 h 1449582"/>
                <a:gd name="connsiteX1245" fmla="*/ 826461 w 3283645"/>
                <a:gd name="connsiteY1245" fmla="*/ 1018541 h 1449582"/>
                <a:gd name="connsiteX1246" fmla="*/ 826461 w 3283645"/>
                <a:gd name="connsiteY1246" fmla="*/ 1013341 h 1449582"/>
                <a:gd name="connsiteX1247" fmla="*/ 821262 w 3283645"/>
                <a:gd name="connsiteY1247" fmla="*/ 1002942 h 1449582"/>
                <a:gd name="connsiteX1248" fmla="*/ 816064 w 3283645"/>
                <a:gd name="connsiteY1248" fmla="*/ 997743 h 1449582"/>
                <a:gd name="connsiteX1249" fmla="*/ 816064 w 3283645"/>
                <a:gd name="connsiteY1249" fmla="*/ 992543 h 1449582"/>
                <a:gd name="connsiteX1250" fmla="*/ 816064 w 3283645"/>
                <a:gd name="connsiteY1250" fmla="*/ 982145 h 1449582"/>
                <a:gd name="connsiteX1251" fmla="*/ 810697 w 3283645"/>
                <a:gd name="connsiteY1251" fmla="*/ 982145 h 1449582"/>
                <a:gd name="connsiteX1252" fmla="*/ 810697 w 3283645"/>
                <a:gd name="connsiteY1252" fmla="*/ 976945 h 1449582"/>
                <a:gd name="connsiteX1253" fmla="*/ 805667 w 3283645"/>
                <a:gd name="connsiteY1253" fmla="*/ 976945 h 1449582"/>
                <a:gd name="connsiteX1254" fmla="*/ 805667 w 3283645"/>
                <a:gd name="connsiteY1254" fmla="*/ 966546 h 1449582"/>
                <a:gd name="connsiteX1255" fmla="*/ 795270 w 3283645"/>
                <a:gd name="connsiteY1255" fmla="*/ 956147 h 1449582"/>
                <a:gd name="connsiteX1256" fmla="*/ 795270 w 3283645"/>
                <a:gd name="connsiteY1256" fmla="*/ 950948 h 1449582"/>
                <a:gd name="connsiteX1257" fmla="*/ 795270 w 3283645"/>
                <a:gd name="connsiteY1257" fmla="*/ 945748 h 1449582"/>
                <a:gd name="connsiteX1258" fmla="*/ 800468 w 3283645"/>
                <a:gd name="connsiteY1258" fmla="*/ 945748 h 1449582"/>
                <a:gd name="connsiteX1259" fmla="*/ 805667 w 3283645"/>
                <a:gd name="connsiteY1259" fmla="*/ 956147 h 1449582"/>
                <a:gd name="connsiteX1260" fmla="*/ 810697 w 3283645"/>
                <a:gd name="connsiteY1260" fmla="*/ 956147 h 1449582"/>
                <a:gd name="connsiteX1261" fmla="*/ 810697 w 3283645"/>
                <a:gd name="connsiteY1261" fmla="*/ 950948 h 1449582"/>
                <a:gd name="connsiteX1262" fmla="*/ 816064 w 3283645"/>
                <a:gd name="connsiteY1262" fmla="*/ 950948 h 1449582"/>
                <a:gd name="connsiteX1263" fmla="*/ 816064 w 3283645"/>
                <a:gd name="connsiteY1263" fmla="*/ 945748 h 1449582"/>
                <a:gd name="connsiteX1264" fmla="*/ 821262 w 3283645"/>
                <a:gd name="connsiteY1264" fmla="*/ 930150 h 1449582"/>
                <a:gd name="connsiteX1265" fmla="*/ 826461 w 3283645"/>
                <a:gd name="connsiteY1265" fmla="*/ 924951 h 1449582"/>
                <a:gd name="connsiteX1266" fmla="*/ 842056 w 3283645"/>
                <a:gd name="connsiteY1266" fmla="*/ 914552 h 1449582"/>
                <a:gd name="connsiteX1267" fmla="*/ 842056 w 3283645"/>
                <a:gd name="connsiteY1267" fmla="*/ 909352 h 1449582"/>
                <a:gd name="connsiteX1268" fmla="*/ 847087 w 3283645"/>
                <a:gd name="connsiteY1268" fmla="*/ 909352 h 1449582"/>
                <a:gd name="connsiteX1269" fmla="*/ 810569 w 3283645"/>
                <a:gd name="connsiteY1269" fmla="*/ 882713 h 1449582"/>
                <a:gd name="connsiteX1270" fmla="*/ 810569 w 3283645"/>
                <a:gd name="connsiteY1270" fmla="*/ 887940 h 1449582"/>
                <a:gd name="connsiteX1271" fmla="*/ 815890 w 3283645"/>
                <a:gd name="connsiteY1271" fmla="*/ 887940 h 1449582"/>
                <a:gd name="connsiteX1272" fmla="*/ 821045 w 3283645"/>
                <a:gd name="connsiteY1272" fmla="*/ 893167 h 1449582"/>
                <a:gd name="connsiteX1273" fmla="*/ 826200 w 3283645"/>
                <a:gd name="connsiteY1273" fmla="*/ 893167 h 1449582"/>
                <a:gd name="connsiteX1274" fmla="*/ 831356 w 3283645"/>
                <a:gd name="connsiteY1274" fmla="*/ 898394 h 1449582"/>
                <a:gd name="connsiteX1275" fmla="*/ 836511 w 3283645"/>
                <a:gd name="connsiteY1275" fmla="*/ 893167 h 1449582"/>
                <a:gd name="connsiteX1276" fmla="*/ 836511 w 3283645"/>
                <a:gd name="connsiteY1276" fmla="*/ 898394 h 1449582"/>
                <a:gd name="connsiteX1277" fmla="*/ 841666 w 3283645"/>
                <a:gd name="connsiteY1277" fmla="*/ 898394 h 1449582"/>
                <a:gd name="connsiteX1278" fmla="*/ 841666 w 3283645"/>
                <a:gd name="connsiteY1278" fmla="*/ 903621 h 1449582"/>
                <a:gd name="connsiteX1279" fmla="*/ 836511 w 3283645"/>
                <a:gd name="connsiteY1279" fmla="*/ 903621 h 1449582"/>
                <a:gd name="connsiteX1280" fmla="*/ 836511 w 3283645"/>
                <a:gd name="connsiteY1280" fmla="*/ 908848 h 1449582"/>
                <a:gd name="connsiteX1281" fmla="*/ 826200 w 3283645"/>
                <a:gd name="connsiteY1281" fmla="*/ 914075 h 1449582"/>
                <a:gd name="connsiteX1282" fmla="*/ 815890 w 3283645"/>
                <a:gd name="connsiteY1282" fmla="*/ 924528 h 1449582"/>
                <a:gd name="connsiteX1283" fmla="*/ 810569 w 3283645"/>
                <a:gd name="connsiteY1283" fmla="*/ 940209 h 1449582"/>
                <a:gd name="connsiteX1284" fmla="*/ 805579 w 3283645"/>
                <a:gd name="connsiteY1284" fmla="*/ 940209 h 1449582"/>
                <a:gd name="connsiteX1285" fmla="*/ 800424 w 3283645"/>
                <a:gd name="connsiteY1285" fmla="*/ 934982 h 1449582"/>
                <a:gd name="connsiteX1286" fmla="*/ 800424 w 3283645"/>
                <a:gd name="connsiteY1286" fmla="*/ 929755 h 1449582"/>
                <a:gd name="connsiteX1287" fmla="*/ 805579 w 3283645"/>
                <a:gd name="connsiteY1287" fmla="*/ 924528 h 1449582"/>
                <a:gd name="connsiteX1288" fmla="*/ 805579 w 3283645"/>
                <a:gd name="connsiteY1288" fmla="*/ 914075 h 1449582"/>
                <a:gd name="connsiteX1289" fmla="*/ 800424 w 3283645"/>
                <a:gd name="connsiteY1289" fmla="*/ 914075 h 1449582"/>
                <a:gd name="connsiteX1290" fmla="*/ 795270 w 3283645"/>
                <a:gd name="connsiteY1290" fmla="*/ 914075 h 1449582"/>
                <a:gd name="connsiteX1291" fmla="*/ 795270 w 3283645"/>
                <a:gd name="connsiteY1291" fmla="*/ 908848 h 1449582"/>
                <a:gd name="connsiteX1292" fmla="*/ 800424 w 3283645"/>
                <a:gd name="connsiteY1292" fmla="*/ 898394 h 1449582"/>
                <a:gd name="connsiteX1293" fmla="*/ 800424 w 3283645"/>
                <a:gd name="connsiteY1293" fmla="*/ 893167 h 1449582"/>
                <a:gd name="connsiteX1294" fmla="*/ 800424 w 3283645"/>
                <a:gd name="connsiteY1294" fmla="*/ 887940 h 1449582"/>
                <a:gd name="connsiteX1295" fmla="*/ 805579 w 3283645"/>
                <a:gd name="connsiteY1295" fmla="*/ 887940 h 1449582"/>
                <a:gd name="connsiteX1296" fmla="*/ 810569 w 3283645"/>
                <a:gd name="connsiteY1296" fmla="*/ 882713 h 1449582"/>
                <a:gd name="connsiteX1297" fmla="*/ 1652454 w 3283645"/>
                <a:gd name="connsiteY1297" fmla="*/ 872363 h 1449582"/>
                <a:gd name="connsiteX1298" fmla="*/ 1657628 w 3283645"/>
                <a:gd name="connsiteY1298" fmla="*/ 872363 h 1449582"/>
                <a:gd name="connsiteX1299" fmla="*/ 1657628 w 3283645"/>
                <a:gd name="connsiteY1299" fmla="*/ 877590 h 1449582"/>
                <a:gd name="connsiteX1300" fmla="*/ 1657628 w 3283645"/>
                <a:gd name="connsiteY1300" fmla="*/ 882817 h 1449582"/>
                <a:gd name="connsiteX1301" fmla="*/ 1662802 w 3283645"/>
                <a:gd name="connsiteY1301" fmla="*/ 888044 h 1449582"/>
                <a:gd name="connsiteX1302" fmla="*/ 1662802 w 3283645"/>
                <a:gd name="connsiteY1302" fmla="*/ 882817 h 1449582"/>
                <a:gd name="connsiteX1303" fmla="*/ 1667975 w 3283645"/>
                <a:gd name="connsiteY1303" fmla="*/ 882817 h 1449582"/>
                <a:gd name="connsiteX1304" fmla="*/ 1667975 w 3283645"/>
                <a:gd name="connsiteY1304" fmla="*/ 888044 h 1449582"/>
                <a:gd name="connsiteX1305" fmla="*/ 1662802 w 3283645"/>
                <a:gd name="connsiteY1305" fmla="*/ 893271 h 1449582"/>
                <a:gd name="connsiteX1306" fmla="*/ 1667975 w 3283645"/>
                <a:gd name="connsiteY1306" fmla="*/ 898498 h 1449582"/>
                <a:gd name="connsiteX1307" fmla="*/ 1667975 w 3283645"/>
                <a:gd name="connsiteY1307" fmla="*/ 903725 h 1449582"/>
                <a:gd name="connsiteX1308" fmla="*/ 1673149 w 3283645"/>
                <a:gd name="connsiteY1308" fmla="*/ 908951 h 1449582"/>
                <a:gd name="connsiteX1309" fmla="*/ 1673149 w 3283645"/>
                <a:gd name="connsiteY1309" fmla="*/ 914178 h 1449582"/>
                <a:gd name="connsiteX1310" fmla="*/ 1667975 w 3283645"/>
                <a:gd name="connsiteY1310" fmla="*/ 914178 h 1449582"/>
                <a:gd name="connsiteX1311" fmla="*/ 1667975 w 3283645"/>
                <a:gd name="connsiteY1311" fmla="*/ 908951 h 1449582"/>
                <a:gd name="connsiteX1312" fmla="*/ 1662802 w 3283645"/>
                <a:gd name="connsiteY1312" fmla="*/ 914178 h 1449582"/>
                <a:gd name="connsiteX1313" fmla="*/ 1662802 w 3283645"/>
                <a:gd name="connsiteY1313" fmla="*/ 908951 h 1449582"/>
                <a:gd name="connsiteX1314" fmla="*/ 1652454 w 3283645"/>
                <a:gd name="connsiteY1314" fmla="*/ 908951 h 1449582"/>
                <a:gd name="connsiteX1315" fmla="*/ 1652454 w 3283645"/>
                <a:gd name="connsiteY1315" fmla="*/ 914178 h 1449582"/>
                <a:gd name="connsiteX1316" fmla="*/ 1642441 w 3283645"/>
                <a:gd name="connsiteY1316" fmla="*/ 914178 h 1449582"/>
                <a:gd name="connsiteX1317" fmla="*/ 1642441 w 3283645"/>
                <a:gd name="connsiteY1317" fmla="*/ 924632 h 1449582"/>
                <a:gd name="connsiteX1318" fmla="*/ 1647281 w 3283645"/>
                <a:gd name="connsiteY1318" fmla="*/ 929859 h 1449582"/>
                <a:gd name="connsiteX1319" fmla="*/ 1642441 w 3283645"/>
                <a:gd name="connsiteY1319" fmla="*/ 929859 h 1449582"/>
                <a:gd name="connsiteX1320" fmla="*/ 1631928 w 3283645"/>
                <a:gd name="connsiteY1320" fmla="*/ 914178 h 1449582"/>
                <a:gd name="connsiteX1321" fmla="*/ 1631928 w 3283645"/>
                <a:gd name="connsiteY1321" fmla="*/ 908951 h 1449582"/>
                <a:gd name="connsiteX1322" fmla="*/ 1626755 w 3283645"/>
                <a:gd name="connsiteY1322" fmla="*/ 908951 h 1449582"/>
                <a:gd name="connsiteX1323" fmla="*/ 1626755 w 3283645"/>
                <a:gd name="connsiteY1323" fmla="*/ 903725 h 1449582"/>
                <a:gd name="connsiteX1324" fmla="*/ 1626755 w 3283645"/>
                <a:gd name="connsiteY1324" fmla="*/ 898498 h 1449582"/>
                <a:gd name="connsiteX1325" fmla="*/ 1631928 w 3283645"/>
                <a:gd name="connsiteY1325" fmla="*/ 888044 h 1449582"/>
                <a:gd name="connsiteX1326" fmla="*/ 1652454 w 3283645"/>
                <a:gd name="connsiteY1326" fmla="*/ 888044 h 1449582"/>
                <a:gd name="connsiteX1327" fmla="*/ 1652454 w 3283645"/>
                <a:gd name="connsiteY1327" fmla="*/ 872363 h 1449582"/>
                <a:gd name="connsiteX1328" fmla="*/ 950683 w 3283645"/>
                <a:gd name="connsiteY1328" fmla="*/ 856892 h 1449582"/>
                <a:gd name="connsiteX1329" fmla="*/ 956045 w 3283645"/>
                <a:gd name="connsiteY1329" fmla="*/ 856892 h 1449582"/>
                <a:gd name="connsiteX1330" fmla="*/ 956045 w 3283645"/>
                <a:gd name="connsiteY1330" fmla="*/ 862094 h 1449582"/>
                <a:gd name="connsiteX1331" fmla="*/ 950683 w 3283645"/>
                <a:gd name="connsiteY1331" fmla="*/ 862094 h 1449582"/>
                <a:gd name="connsiteX1332" fmla="*/ 1828486 w 3283645"/>
                <a:gd name="connsiteY1332" fmla="*/ 856838 h 1449582"/>
                <a:gd name="connsiteX1333" fmla="*/ 1833639 w 3283645"/>
                <a:gd name="connsiteY1333" fmla="*/ 856838 h 1449582"/>
                <a:gd name="connsiteX1334" fmla="*/ 1838792 w 3283645"/>
                <a:gd name="connsiteY1334" fmla="*/ 856838 h 1449582"/>
                <a:gd name="connsiteX1335" fmla="*/ 1843945 w 3283645"/>
                <a:gd name="connsiteY1335" fmla="*/ 856838 h 1449582"/>
                <a:gd name="connsiteX1336" fmla="*/ 1849098 w 3283645"/>
                <a:gd name="connsiteY1336" fmla="*/ 856838 h 1449582"/>
                <a:gd name="connsiteX1337" fmla="*/ 1854251 w 3283645"/>
                <a:gd name="connsiteY1337" fmla="*/ 856838 h 1449582"/>
                <a:gd name="connsiteX1338" fmla="*/ 1859404 w 3283645"/>
                <a:gd name="connsiteY1338" fmla="*/ 867151 h 1449582"/>
                <a:gd name="connsiteX1339" fmla="*/ 1859404 w 3283645"/>
                <a:gd name="connsiteY1339" fmla="*/ 872308 h 1449582"/>
                <a:gd name="connsiteX1340" fmla="*/ 1859404 w 3283645"/>
                <a:gd name="connsiteY1340" fmla="*/ 877464 h 1449582"/>
                <a:gd name="connsiteX1341" fmla="*/ 1854251 w 3283645"/>
                <a:gd name="connsiteY1341" fmla="*/ 877464 h 1449582"/>
                <a:gd name="connsiteX1342" fmla="*/ 1849098 w 3283645"/>
                <a:gd name="connsiteY1342" fmla="*/ 887778 h 1449582"/>
                <a:gd name="connsiteX1343" fmla="*/ 1849098 w 3283645"/>
                <a:gd name="connsiteY1343" fmla="*/ 898091 h 1449582"/>
                <a:gd name="connsiteX1344" fmla="*/ 1823333 w 3283645"/>
                <a:gd name="connsiteY1344" fmla="*/ 898091 h 1449582"/>
                <a:gd name="connsiteX1345" fmla="*/ 1818180 w 3283645"/>
                <a:gd name="connsiteY1345" fmla="*/ 903248 h 1449582"/>
                <a:gd name="connsiteX1346" fmla="*/ 1818180 w 3283645"/>
                <a:gd name="connsiteY1346" fmla="*/ 898091 h 1449582"/>
                <a:gd name="connsiteX1347" fmla="*/ 1818180 w 3283645"/>
                <a:gd name="connsiteY1347" fmla="*/ 892934 h 1449582"/>
                <a:gd name="connsiteX1348" fmla="*/ 1823333 w 3283645"/>
                <a:gd name="connsiteY1348" fmla="*/ 887778 h 1449582"/>
                <a:gd name="connsiteX1349" fmla="*/ 1828486 w 3283645"/>
                <a:gd name="connsiteY1349" fmla="*/ 882621 h 1449582"/>
                <a:gd name="connsiteX1350" fmla="*/ 1833639 w 3283645"/>
                <a:gd name="connsiteY1350" fmla="*/ 872308 h 1449582"/>
                <a:gd name="connsiteX1351" fmla="*/ 1833639 w 3283645"/>
                <a:gd name="connsiteY1351" fmla="*/ 867151 h 1449582"/>
                <a:gd name="connsiteX1352" fmla="*/ 1828486 w 3283645"/>
                <a:gd name="connsiteY1352" fmla="*/ 861995 h 1449582"/>
                <a:gd name="connsiteX1353" fmla="*/ 1828486 w 3283645"/>
                <a:gd name="connsiteY1353" fmla="*/ 856838 h 1449582"/>
                <a:gd name="connsiteX1354" fmla="*/ 1698913 w 3283645"/>
                <a:gd name="connsiteY1354" fmla="*/ 856838 h 1449582"/>
                <a:gd name="connsiteX1355" fmla="*/ 1704139 w 3283645"/>
                <a:gd name="connsiteY1355" fmla="*/ 856838 h 1449582"/>
                <a:gd name="connsiteX1356" fmla="*/ 1709364 w 3283645"/>
                <a:gd name="connsiteY1356" fmla="*/ 862049 h 1449582"/>
                <a:gd name="connsiteX1357" fmla="*/ 1704139 w 3283645"/>
                <a:gd name="connsiteY1357" fmla="*/ 882892 h 1449582"/>
                <a:gd name="connsiteX1358" fmla="*/ 1698913 w 3283645"/>
                <a:gd name="connsiteY1358" fmla="*/ 893313 h 1449582"/>
                <a:gd name="connsiteX1359" fmla="*/ 1698913 w 3283645"/>
                <a:gd name="connsiteY1359" fmla="*/ 898524 h 1449582"/>
                <a:gd name="connsiteX1360" fmla="*/ 1693688 w 3283645"/>
                <a:gd name="connsiteY1360" fmla="*/ 903735 h 1449582"/>
                <a:gd name="connsiteX1361" fmla="*/ 1693688 w 3283645"/>
                <a:gd name="connsiteY1361" fmla="*/ 908945 h 1449582"/>
                <a:gd name="connsiteX1362" fmla="*/ 1688462 w 3283645"/>
                <a:gd name="connsiteY1362" fmla="*/ 908945 h 1449582"/>
                <a:gd name="connsiteX1363" fmla="*/ 1688462 w 3283645"/>
                <a:gd name="connsiteY1363" fmla="*/ 919367 h 1449582"/>
                <a:gd name="connsiteX1364" fmla="*/ 1688462 w 3283645"/>
                <a:gd name="connsiteY1364" fmla="*/ 924578 h 1449582"/>
                <a:gd name="connsiteX1365" fmla="*/ 1688462 w 3283645"/>
                <a:gd name="connsiteY1365" fmla="*/ 929788 h 1449582"/>
                <a:gd name="connsiteX1366" fmla="*/ 1683237 w 3283645"/>
                <a:gd name="connsiteY1366" fmla="*/ 929788 h 1449582"/>
                <a:gd name="connsiteX1367" fmla="*/ 1683237 w 3283645"/>
                <a:gd name="connsiteY1367" fmla="*/ 934999 h 1449582"/>
                <a:gd name="connsiteX1368" fmla="*/ 1678011 w 3283645"/>
                <a:gd name="connsiteY1368" fmla="*/ 934999 h 1449582"/>
                <a:gd name="connsiteX1369" fmla="*/ 1672785 w 3283645"/>
                <a:gd name="connsiteY1369" fmla="*/ 934999 h 1449582"/>
                <a:gd name="connsiteX1370" fmla="*/ 1667560 w 3283645"/>
                <a:gd name="connsiteY1370" fmla="*/ 934999 h 1449582"/>
                <a:gd name="connsiteX1371" fmla="*/ 1662334 w 3283645"/>
                <a:gd name="connsiteY1371" fmla="*/ 934999 h 1449582"/>
                <a:gd name="connsiteX1372" fmla="*/ 1657109 w 3283645"/>
                <a:gd name="connsiteY1372" fmla="*/ 940210 h 1449582"/>
                <a:gd name="connsiteX1373" fmla="*/ 1657109 w 3283645"/>
                <a:gd name="connsiteY1373" fmla="*/ 929788 h 1449582"/>
                <a:gd name="connsiteX1374" fmla="*/ 1651883 w 3283645"/>
                <a:gd name="connsiteY1374" fmla="*/ 924578 h 1449582"/>
                <a:gd name="connsiteX1375" fmla="*/ 1657109 w 3283645"/>
                <a:gd name="connsiteY1375" fmla="*/ 924578 h 1449582"/>
                <a:gd name="connsiteX1376" fmla="*/ 1662334 w 3283645"/>
                <a:gd name="connsiteY1376" fmla="*/ 924578 h 1449582"/>
                <a:gd name="connsiteX1377" fmla="*/ 1667560 w 3283645"/>
                <a:gd name="connsiteY1377" fmla="*/ 924578 h 1449582"/>
                <a:gd name="connsiteX1378" fmla="*/ 1672785 w 3283645"/>
                <a:gd name="connsiteY1378" fmla="*/ 924578 h 1449582"/>
                <a:gd name="connsiteX1379" fmla="*/ 1678011 w 3283645"/>
                <a:gd name="connsiteY1379" fmla="*/ 914156 h 1449582"/>
                <a:gd name="connsiteX1380" fmla="*/ 1678011 w 3283645"/>
                <a:gd name="connsiteY1380" fmla="*/ 908945 h 1449582"/>
                <a:gd name="connsiteX1381" fmla="*/ 1678011 w 3283645"/>
                <a:gd name="connsiteY1381" fmla="*/ 903735 h 1449582"/>
                <a:gd name="connsiteX1382" fmla="*/ 1678011 w 3283645"/>
                <a:gd name="connsiteY1382" fmla="*/ 898524 h 1449582"/>
                <a:gd name="connsiteX1383" fmla="*/ 1672785 w 3283645"/>
                <a:gd name="connsiteY1383" fmla="*/ 893313 h 1449582"/>
                <a:gd name="connsiteX1384" fmla="*/ 1678011 w 3283645"/>
                <a:gd name="connsiteY1384" fmla="*/ 888102 h 1449582"/>
                <a:gd name="connsiteX1385" fmla="*/ 1678011 w 3283645"/>
                <a:gd name="connsiteY1385" fmla="*/ 877681 h 1449582"/>
                <a:gd name="connsiteX1386" fmla="*/ 1683237 w 3283645"/>
                <a:gd name="connsiteY1386" fmla="*/ 877681 h 1449582"/>
                <a:gd name="connsiteX1387" fmla="*/ 1688462 w 3283645"/>
                <a:gd name="connsiteY1387" fmla="*/ 877681 h 1449582"/>
                <a:gd name="connsiteX1388" fmla="*/ 1683237 w 3283645"/>
                <a:gd name="connsiteY1388" fmla="*/ 888102 h 1449582"/>
                <a:gd name="connsiteX1389" fmla="*/ 1688462 w 3283645"/>
                <a:gd name="connsiteY1389" fmla="*/ 877681 h 1449582"/>
                <a:gd name="connsiteX1390" fmla="*/ 1693688 w 3283645"/>
                <a:gd name="connsiteY1390" fmla="*/ 877681 h 1449582"/>
                <a:gd name="connsiteX1391" fmla="*/ 1693688 w 3283645"/>
                <a:gd name="connsiteY1391" fmla="*/ 872470 h 1449582"/>
                <a:gd name="connsiteX1392" fmla="*/ 1693688 w 3283645"/>
                <a:gd name="connsiteY1392" fmla="*/ 867259 h 1449582"/>
                <a:gd name="connsiteX1393" fmla="*/ 1698913 w 3283645"/>
                <a:gd name="connsiteY1393" fmla="*/ 856838 h 1449582"/>
                <a:gd name="connsiteX1394" fmla="*/ 2613167 w 3283645"/>
                <a:gd name="connsiteY1394" fmla="*/ 851663 h 1449582"/>
                <a:gd name="connsiteX1395" fmla="*/ 2623590 w 3283645"/>
                <a:gd name="connsiteY1395" fmla="*/ 851663 h 1449582"/>
                <a:gd name="connsiteX1396" fmla="*/ 2623590 w 3283645"/>
                <a:gd name="connsiteY1396" fmla="*/ 856874 h 1449582"/>
                <a:gd name="connsiteX1397" fmla="*/ 2628802 w 3283645"/>
                <a:gd name="connsiteY1397" fmla="*/ 867295 h 1449582"/>
                <a:gd name="connsiteX1398" fmla="*/ 2628802 w 3283645"/>
                <a:gd name="connsiteY1398" fmla="*/ 872506 h 1449582"/>
                <a:gd name="connsiteX1399" fmla="*/ 2628802 w 3283645"/>
                <a:gd name="connsiteY1399" fmla="*/ 877717 h 1449582"/>
                <a:gd name="connsiteX1400" fmla="*/ 2628802 w 3283645"/>
                <a:gd name="connsiteY1400" fmla="*/ 882927 h 1449582"/>
                <a:gd name="connsiteX1401" fmla="*/ 2623590 w 3283645"/>
                <a:gd name="connsiteY1401" fmla="*/ 888138 h 1449582"/>
                <a:gd name="connsiteX1402" fmla="*/ 2623590 w 3283645"/>
                <a:gd name="connsiteY1402" fmla="*/ 898560 h 1449582"/>
                <a:gd name="connsiteX1403" fmla="*/ 2623590 w 3283645"/>
                <a:gd name="connsiteY1403" fmla="*/ 903770 h 1449582"/>
                <a:gd name="connsiteX1404" fmla="*/ 2613167 w 3283645"/>
                <a:gd name="connsiteY1404" fmla="*/ 919403 h 1449582"/>
                <a:gd name="connsiteX1405" fmla="*/ 2613167 w 3283645"/>
                <a:gd name="connsiteY1405" fmla="*/ 924613 h 1449582"/>
                <a:gd name="connsiteX1406" fmla="*/ 2613167 w 3283645"/>
                <a:gd name="connsiteY1406" fmla="*/ 929824 h 1449582"/>
                <a:gd name="connsiteX1407" fmla="*/ 2607955 w 3283645"/>
                <a:gd name="connsiteY1407" fmla="*/ 929824 h 1449582"/>
                <a:gd name="connsiteX1408" fmla="*/ 2602743 w 3283645"/>
                <a:gd name="connsiteY1408" fmla="*/ 935035 h 1449582"/>
                <a:gd name="connsiteX1409" fmla="*/ 2602743 w 3283645"/>
                <a:gd name="connsiteY1409" fmla="*/ 929824 h 1449582"/>
                <a:gd name="connsiteX1410" fmla="*/ 2597700 w 3283645"/>
                <a:gd name="connsiteY1410" fmla="*/ 924613 h 1449582"/>
                <a:gd name="connsiteX1411" fmla="*/ 2592320 w 3283645"/>
                <a:gd name="connsiteY1411" fmla="*/ 924613 h 1449582"/>
                <a:gd name="connsiteX1412" fmla="*/ 2587108 w 3283645"/>
                <a:gd name="connsiteY1412" fmla="*/ 924613 h 1449582"/>
                <a:gd name="connsiteX1413" fmla="*/ 2576853 w 3283645"/>
                <a:gd name="connsiteY1413" fmla="*/ 924613 h 1449582"/>
                <a:gd name="connsiteX1414" fmla="*/ 2571473 w 3283645"/>
                <a:gd name="connsiteY1414" fmla="*/ 919403 h 1449582"/>
                <a:gd name="connsiteX1415" fmla="*/ 2571473 w 3283645"/>
                <a:gd name="connsiteY1415" fmla="*/ 924613 h 1449582"/>
                <a:gd name="connsiteX1416" fmla="*/ 2566261 w 3283645"/>
                <a:gd name="connsiteY1416" fmla="*/ 924613 h 1449582"/>
                <a:gd name="connsiteX1417" fmla="*/ 2561050 w 3283645"/>
                <a:gd name="connsiteY1417" fmla="*/ 924613 h 1449582"/>
                <a:gd name="connsiteX1418" fmla="*/ 2561050 w 3283645"/>
                <a:gd name="connsiteY1418" fmla="*/ 919403 h 1449582"/>
                <a:gd name="connsiteX1419" fmla="*/ 2561050 w 3283645"/>
                <a:gd name="connsiteY1419" fmla="*/ 914192 h 1449582"/>
                <a:gd name="connsiteX1420" fmla="*/ 2561050 w 3283645"/>
                <a:gd name="connsiteY1420" fmla="*/ 908981 h 1449582"/>
                <a:gd name="connsiteX1421" fmla="*/ 2556006 w 3283645"/>
                <a:gd name="connsiteY1421" fmla="*/ 903770 h 1449582"/>
                <a:gd name="connsiteX1422" fmla="*/ 2556006 w 3283645"/>
                <a:gd name="connsiteY1422" fmla="*/ 898560 h 1449582"/>
                <a:gd name="connsiteX1423" fmla="*/ 2550626 w 3283645"/>
                <a:gd name="connsiteY1423" fmla="*/ 888138 h 1449582"/>
                <a:gd name="connsiteX1424" fmla="*/ 2550626 w 3283645"/>
                <a:gd name="connsiteY1424" fmla="*/ 882927 h 1449582"/>
                <a:gd name="connsiteX1425" fmla="*/ 2556006 w 3283645"/>
                <a:gd name="connsiteY1425" fmla="*/ 882927 h 1449582"/>
                <a:gd name="connsiteX1426" fmla="*/ 2556006 w 3283645"/>
                <a:gd name="connsiteY1426" fmla="*/ 888138 h 1449582"/>
                <a:gd name="connsiteX1427" fmla="*/ 2561050 w 3283645"/>
                <a:gd name="connsiteY1427" fmla="*/ 888138 h 1449582"/>
                <a:gd name="connsiteX1428" fmla="*/ 2566261 w 3283645"/>
                <a:gd name="connsiteY1428" fmla="*/ 888138 h 1449582"/>
                <a:gd name="connsiteX1429" fmla="*/ 2571473 w 3283645"/>
                <a:gd name="connsiteY1429" fmla="*/ 888138 h 1449582"/>
                <a:gd name="connsiteX1430" fmla="*/ 2576853 w 3283645"/>
                <a:gd name="connsiteY1430" fmla="*/ 888138 h 1449582"/>
                <a:gd name="connsiteX1431" fmla="*/ 2581896 w 3283645"/>
                <a:gd name="connsiteY1431" fmla="*/ 882927 h 1449582"/>
                <a:gd name="connsiteX1432" fmla="*/ 2592320 w 3283645"/>
                <a:gd name="connsiteY1432" fmla="*/ 888138 h 1449582"/>
                <a:gd name="connsiteX1433" fmla="*/ 2597700 w 3283645"/>
                <a:gd name="connsiteY1433" fmla="*/ 882927 h 1449582"/>
                <a:gd name="connsiteX1434" fmla="*/ 2602743 w 3283645"/>
                <a:gd name="connsiteY1434" fmla="*/ 882927 h 1449582"/>
                <a:gd name="connsiteX1435" fmla="*/ 2607955 w 3283645"/>
                <a:gd name="connsiteY1435" fmla="*/ 877717 h 1449582"/>
                <a:gd name="connsiteX1436" fmla="*/ 2607955 w 3283645"/>
                <a:gd name="connsiteY1436" fmla="*/ 872506 h 1449582"/>
                <a:gd name="connsiteX1437" fmla="*/ 2607955 w 3283645"/>
                <a:gd name="connsiteY1437" fmla="*/ 867295 h 1449582"/>
                <a:gd name="connsiteX1438" fmla="*/ 2613167 w 3283645"/>
                <a:gd name="connsiteY1438" fmla="*/ 867295 h 1449582"/>
                <a:gd name="connsiteX1439" fmla="*/ 2613167 w 3283645"/>
                <a:gd name="connsiteY1439" fmla="*/ 862084 h 1449582"/>
                <a:gd name="connsiteX1440" fmla="*/ 2613167 w 3283645"/>
                <a:gd name="connsiteY1440" fmla="*/ 856874 h 1449582"/>
                <a:gd name="connsiteX1441" fmla="*/ 2613167 w 3283645"/>
                <a:gd name="connsiteY1441" fmla="*/ 851663 h 1449582"/>
                <a:gd name="connsiteX1442" fmla="*/ 2608110 w 3283645"/>
                <a:gd name="connsiteY1442" fmla="*/ 851663 h 1449582"/>
                <a:gd name="connsiteX1443" fmla="*/ 2602960 w 3283645"/>
                <a:gd name="connsiteY1443" fmla="*/ 856805 h 1449582"/>
                <a:gd name="connsiteX1444" fmla="*/ 2608110 w 3283645"/>
                <a:gd name="connsiteY1444" fmla="*/ 851663 h 1449582"/>
                <a:gd name="connsiteX1445" fmla="*/ 2597976 w 3283645"/>
                <a:gd name="connsiteY1445" fmla="*/ 851663 h 1449582"/>
                <a:gd name="connsiteX1446" fmla="*/ 2597976 w 3283645"/>
                <a:gd name="connsiteY1446" fmla="*/ 856805 h 1449582"/>
                <a:gd name="connsiteX1447" fmla="*/ 2602960 w 3283645"/>
                <a:gd name="connsiteY1447" fmla="*/ 856805 h 1449582"/>
                <a:gd name="connsiteX1448" fmla="*/ 2602960 w 3283645"/>
                <a:gd name="connsiteY1448" fmla="*/ 861947 h 1449582"/>
                <a:gd name="connsiteX1449" fmla="*/ 2602960 w 3283645"/>
                <a:gd name="connsiteY1449" fmla="*/ 867088 h 1449582"/>
                <a:gd name="connsiteX1450" fmla="*/ 2597976 w 3283645"/>
                <a:gd name="connsiteY1450" fmla="*/ 867088 h 1449582"/>
                <a:gd name="connsiteX1451" fmla="*/ 2597976 w 3283645"/>
                <a:gd name="connsiteY1451" fmla="*/ 872230 h 1449582"/>
                <a:gd name="connsiteX1452" fmla="*/ 2592660 w 3283645"/>
                <a:gd name="connsiteY1452" fmla="*/ 877372 h 1449582"/>
                <a:gd name="connsiteX1453" fmla="*/ 2587510 w 3283645"/>
                <a:gd name="connsiteY1453" fmla="*/ 877372 h 1449582"/>
                <a:gd name="connsiteX1454" fmla="*/ 2582360 w 3283645"/>
                <a:gd name="connsiteY1454" fmla="*/ 872230 h 1449582"/>
                <a:gd name="connsiteX1455" fmla="*/ 2572060 w 3283645"/>
                <a:gd name="connsiteY1455" fmla="*/ 877372 h 1449582"/>
                <a:gd name="connsiteX1456" fmla="*/ 2577376 w 3283645"/>
                <a:gd name="connsiteY1456" fmla="*/ 867088 h 1449582"/>
                <a:gd name="connsiteX1457" fmla="*/ 2587510 w 3283645"/>
                <a:gd name="connsiteY1457" fmla="*/ 867088 h 1449582"/>
                <a:gd name="connsiteX1458" fmla="*/ 2587510 w 3283645"/>
                <a:gd name="connsiteY1458" fmla="*/ 861947 h 1449582"/>
                <a:gd name="connsiteX1459" fmla="*/ 2592660 w 3283645"/>
                <a:gd name="connsiteY1459" fmla="*/ 856805 h 1449582"/>
                <a:gd name="connsiteX1460" fmla="*/ 2597976 w 3283645"/>
                <a:gd name="connsiteY1460" fmla="*/ 851663 h 1449582"/>
                <a:gd name="connsiteX1461" fmla="*/ 1860308 w 3283645"/>
                <a:gd name="connsiteY1461" fmla="*/ 846488 h 1449582"/>
                <a:gd name="connsiteX1462" fmla="*/ 1865529 w 3283645"/>
                <a:gd name="connsiteY1462" fmla="*/ 846488 h 1449582"/>
                <a:gd name="connsiteX1463" fmla="*/ 1870751 w 3283645"/>
                <a:gd name="connsiteY1463" fmla="*/ 846488 h 1449582"/>
                <a:gd name="connsiteX1464" fmla="*/ 1875972 w 3283645"/>
                <a:gd name="connsiteY1464" fmla="*/ 856905 h 1449582"/>
                <a:gd name="connsiteX1465" fmla="*/ 1875972 w 3283645"/>
                <a:gd name="connsiteY1465" fmla="*/ 851697 h 1449582"/>
                <a:gd name="connsiteX1466" fmla="*/ 1881193 w 3283645"/>
                <a:gd name="connsiteY1466" fmla="*/ 851697 h 1449582"/>
                <a:gd name="connsiteX1467" fmla="*/ 1886415 w 3283645"/>
                <a:gd name="connsiteY1467" fmla="*/ 856905 h 1449582"/>
                <a:gd name="connsiteX1468" fmla="*/ 1891636 w 3283645"/>
                <a:gd name="connsiteY1468" fmla="*/ 862114 h 1449582"/>
                <a:gd name="connsiteX1469" fmla="*/ 1907300 w 3283645"/>
                <a:gd name="connsiteY1469" fmla="*/ 862114 h 1449582"/>
                <a:gd name="connsiteX1470" fmla="*/ 1912353 w 3283645"/>
                <a:gd name="connsiteY1470" fmla="*/ 862114 h 1449582"/>
                <a:gd name="connsiteX1471" fmla="*/ 1917742 w 3283645"/>
                <a:gd name="connsiteY1471" fmla="*/ 856905 h 1449582"/>
                <a:gd name="connsiteX1472" fmla="*/ 1917742 w 3283645"/>
                <a:gd name="connsiteY1472" fmla="*/ 851697 h 1449582"/>
                <a:gd name="connsiteX1473" fmla="*/ 1922964 w 3283645"/>
                <a:gd name="connsiteY1473" fmla="*/ 856905 h 1449582"/>
                <a:gd name="connsiteX1474" fmla="*/ 1917742 w 3283645"/>
                <a:gd name="connsiteY1474" fmla="*/ 867322 h 1449582"/>
                <a:gd name="connsiteX1475" fmla="*/ 1917742 w 3283645"/>
                <a:gd name="connsiteY1475" fmla="*/ 872531 h 1449582"/>
                <a:gd name="connsiteX1476" fmla="*/ 1917742 w 3283645"/>
                <a:gd name="connsiteY1476" fmla="*/ 903783 h 1449582"/>
                <a:gd name="connsiteX1477" fmla="*/ 1922964 w 3283645"/>
                <a:gd name="connsiteY1477" fmla="*/ 908992 h 1449582"/>
                <a:gd name="connsiteX1478" fmla="*/ 1922964 w 3283645"/>
                <a:gd name="connsiteY1478" fmla="*/ 914200 h 1449582"/>
                <a:gd name="connsiteX1479" fmla="*/ 1917742 w 3283645"/>
                <a:gd name="connsiteY1479" fmla="*/ 919409 h 1449582"/>
                <a:gd name="connsiteX1480" fmla="*/ 1912353 w 3283645"/>
                <a:gd name="connsiteY1480" fmla="*/ 924618 h 1449582"/>
                <a:gd name="connsiteX1481" fmla="*/ 1907300 w 3283645"/>
                <a:gd name="connsiteY1481" fmla="*/ 924618 h 1449582"/>
                <a:gd name="connsiteX1482" fmla="*/ 1907300 w 3283645"/>
                <a:gd name="connsiteY1482" fmla="*/ 935035 h 1449582"/>
                <a:gd name="connsiteX1483" fmla="*/ 1902079 w 3283645"/>
                <a:gd name="connsiteY1483" fmla="*/ 935035 h 1449582"/>
                <a:gd name="connsiteX1484" fmla="*/ 1896857 w 3283645"/>
                <a:gd name="connsiteY1484" fmla="*/ 929826 h 1449582"/>
                <a:gd name="connsiteX1485" fmla="*/ 1896857 w 3283645"/>
                <a:gd name="connsiteY1485" fmla="*/ 924618 h 1449582"/>
                <a:gd name="connsiteX1486" fmla="*/ 1860308 w 3283645"/>
                <a:gd name="connsiteY1486" fmla="*/ 903783 h 1449582"/>
                <a:gd name="connsiteX1487" fmla="*/ 1860308 w 3283645"/>
                <a:gd name="connsiteY1487" fmla="*/ 893366 h 1449582"/>
                <a:gd name="connsiteX1488" fmla="*/ 1865529 w 3283645"/>
                <a:gd name="connsiteY1488" fmla="*/ 888157 h 1449582"/>
                <a:gd name="connsiteX1489" fmla="*/ 1865529 w 3283645"/>
                <a:gd name="connsiteY1489" fmla="*/ 882948 h 1449582"/>
                <a:gd name="connsiteX1490" fmla="*/ 1870751 w 3283645"/>
                <a:gd name="connsiteY1490" fmla="*/ 877740 h 1449582"/>
                <a:gd name="connsiteX1491" fmla="*/ 1870751 w 3283645"/>
                <a:gd name="connsiteY1491" fmla="*/ 872531 h 1449582"/>
                <a:gd name="connsiteX1492" fmla="*/ 1865529 w 3283645"/>
                <a:gd name="connsiteY1492" fmla="*/ 862114 h 1449582"/>
                <a:gd name="connsiteX1493" fmla="*/ 1865529 w 3283645"/>
                <a:gd name="connsiteY1493" fmla="*/ 856905 h 1449582"/>
                <a:gd name="connsiteX1494" fmla="*/ 1865529 w 3283645"/>
                <a:gd name="connsiteY1494" fmla="*/ 851697 h 1449582"/>
                <a:gd name="connsiteX1495" fmla="*/ 1860308 w 3283645"/>
                <a:gd name="connsiteY1495" fmla="*/ 846488 h 1449582"/>
                <a:gd name="connsiteX1496" fmla="*/ 976827 w 3283645"/>
                <a:gd name="connsiteY1496" fmla="*/ 846488 h 1449582"/>
                <a:gd name="connsiteX1497" fmla="*/ 982022 w 3283645"/>
                <a:gd name="connsiteY1497" fmla="*/ 851690 h 1449582"/>
                <a:gd name="connsiteX1498" fmla="*/ 982022 w 3283645"/>
                <a:gd name="connsiteY1498" fmla="*/ 856892 h 1449582"/>
                <a:gd name="connsiteX1499" fmla="*/ 982022 w 3283645"/>
                <a:gd name="connsiteY1499" fmla="*/ 862094 h 1449582"/>
                <a:gd name="connsiteX1500" fmla="*/ 982022 w 3283645"/>
                <a:gd name="connsiteY1500" fmla="*/ 867296 h 1449582"/>
                <a:gd name="connsiteX1501" fmla="*/ 982022 w 3283645"/>
                <a:gd name="connsiteY1501" fmla="*/ 872498 h 1449582"/>
                <a:gd name="connsiteX1502" fmla="*/ 987218 w 3283645"/>
                <a:gd name="connsiteY1502" fmla="*/ 882902 h 1449582"/>
                <a:gd name="connsiteX1503" fmla="*/ 992245 w 3283645"/>
                <a:gd name="connsiteY1503" fmla="*/ 882902 h 1449582"/>
                <a:gd name="connsiteX1504" fmla="*/ 997608 w 3283645"/>
                <a:gd name="connsiteY1504" fmla="*/ 882902 h 1449582"/>
                <a:gd name="connsiteX1505" fmla="*/ 1002804 w 3283645"/>
                <a:gd name="connsiteY1505" fmla="*/ 882902 h 1449582"/>
                <a:gd name="connsiteX1506" fmla="*/ 1008000 w 3283645"/>
                <a:gd name="connsiteY1506" fmla="*/ 877700 h 1449582"/>
                <a:gd name="connsiteX1507" fmla="*/ 1013027 w 3283645"/>
                <a:gd name="connsiteY1507" fmla="*/ 877700 h 1449582"/>
                <a:gd name="connsiteX1508" fmla="*/ 1018389 w 3283645"/>
                <a:gd name="connsiteY1508" fmla="*/ 877700 h 1449582"/>
                <a:gd name="connsiteX1509" fmla="*/ 1023585 w 3283645"/>
                <a:gd name="connsiteY1509" fmla="*/ 877700 h 1449582"/>
                <a:gd name="connsiteX1510" fmla="*/ 1028780 w 3283645"/>
                <a:gd name="connsiteY1510" fmla="*/ 872498 h 1449582"/>
                <a:gd name="connsiteX1511" fmla="*/ 1033808 w 3283645"/>
                <a:gd name="connsiteY1511" fmla="*/ 872498 h 1449582"/>
                <a:gd name="connsiteX1512" fmla="*/ 1039171 w 3283645"/>
                <a:gd name="connsiteY1512" fmla="*/ 872498 h 1449582"/>
                <a:gd name="connsiteX1513" fmla="*/ 1044368 w 3283645"/>
                <a:gd name="connsiteY1513" fmla="*/ 872498 h 1449582"/>
                <a:gd name="connsiteX1514" fmla="*/ 1049563 w 3283645"/>
                <a:gd name="connsiteY1514" fmla="*/ 872498 h 1449582"/>
                <a:gd name="connsiteX1515" fmla="*/ 1054590 w 3283645"/>
                <a:gd name="connsiteY1515" fmla="*/ 872498 h 1449582"/>
                <a:gd name="connsiteX1516" fmla="*/ 1059953 w 3283645"/>
                <a:gd name="connsiteY1516" fmla="*/ 862094 h 1449582"/>
                <a:gd name="connsiteX1517" fmla="*/ 1059953 w 3283645"/>
                <a:gd name="connsiteY1517" fmla="*/ 856892 h 1449582"/>
                <a:gd name="connsiteX1518" fmla="*/ 1065148 w 3283645"/>
                <a:gd name="connsiteY1518" fmla="*/ 856892 h 1449582"/>
                <a:gd name="connsiteX1519" fmla="*/ 1065148 w 3283645"/>
                <a:gd name="connsiteY1519" fmla="*/ 867296 h 1449582"/>
                <a:gd name="connsiteX1520" fmla="*/ 1070344 w 3283645"/>
                <a:gd name="connsiteY1520" fmla="*/ 877700 h 1449582"/>
                <a:gd name="connsiteX1521" fmla="*/ 1075372 w 3283645"/>
                <a:gd name="connsiteY1521" fmla="*/ 882902 h 1449582"/>
                <a:gd name="connsiteX1522" fmla="*/ 1070344 w 3283645"/>
                <a:gd name="connsiteY1522" fmla="*/ 888104 h 1449582"/>
                <a:gd name="connsiteX1523" fmla="*/ 1065148 w 3283645"/>
                <a:gd name="connsiteY1523" fmla="*/ 893306 h 1449582"/>
                <a:gd name="connsiteX1524" fmla="*/ 1070344 w 3283645"/>
                <a:gd name="connsiteY1524" fmla="*/ 898508 h 1449582"/>
                <a:gd name="connsiteX1525" fmla="*/ 1075372 w 3283645"/>
                <a:gd name="connsiteY1525" fmla="*/ 898508 h 1449582"/>
                <a:gd name="connsiteX1526" fmla="*/ 1080567 w 3283645"/>
                <a:gd name="connsiteY1526" fmla="*/ 903710 h 1449582"/>
                <a:gd name="connsiteX1527" fmla="*/ 1085930 w 3283645"/>
                <a:gd name="connsiteY1527" fmla="*/ 898508 h 1449582"/>
                <a:gd name="connsiteX1528" fmla="*/ 1085930 w 3283645"/>
                <a:gd name="connsiteY1528" fmla="*/ 908912 h 1449582"/>
                <a:gd name="connsiteX1529" fmla="*/ 1096154 w 3283645"/>
                <a:gd name="connsiteY1529" fmla="*/ 908912 h 1449582"/>
                <a:gd name="connsiteX1530" fmla="*/ 1096154 w 3283645"/>
                <a:gd name="connsiteY1530" fmla="*/ 903710 h 1449582"/>
                <a:gd name="connsiteX1531" fmla="*/ 1101517 w 3283645"/>
                <a:gd name="connsiteY1531" fmla="*/ 903710 h 1449582"/>
                <a:gd name="connsiteX1532" fmla="*/ 1106713 w 3283645"/>
                <a:gd name="connsiteY1532" fmla="*/ 903710 h 1449582"/>
                <a:gd name="connsiteX1533" fmla="*/ 1106713 w 3283645"/>
                <a:gd name="connsiteY1533" fmla="*/ 908912 h 1449582"/>
                <a:gd name="connsiteX1534" fmla="*/ 1111740 w 3283645"/>
                <a:gd name="connsiteY1534" fmla="*/ 908912 h 1449582"/>
                <a:gd name="connsiteX1535" fmla="*/ 1116936 w 3283645"/>
                <a:gd name="connsiteY1535" fmla="*/ 914114 h 1449582"/>
                <a:gd name="connsiteX1536" fmla="*/ 1122299 w 3283645"/>
                <a:gd name="connsiteY1536" fmla="*/ 914114 h 1449582"/>
                <a:gd name="connsiteX1537" fmla="*/ 1122299 w 3283645"/>
                <a:gd name="connsiteY1537" fmla="*/ 919316 h 1449582"/>
                <a:gd name="connsiteX1538" fmla="*/ 1122299 w 3283645"/>
                <a:gd name="connsiteY1538" fmla="*/ 929720 h 1449582"/>
                <a:gd name="connsiteX1539" fmla="*/ 1116936 w 3283645"/>
                <a:gd name="connsiteY1539" fmla="*/ 945326 h 1449582"/>
                <a:gd name="connsiteX1540" fmla="*/ 1132522 w 3283645"/>
                <a:gd name="connsiteY1540" fmla="*/ 924518 h 1449582"/>
                <a:gd name="connsiteX1541" fmla="*/ 1137718 w 3283645"/>
                <a:gd name="connsiteY1541" fmla="*/ 924518 h 1449582"/>
                <a:gd name="connsiteX1542" fmla="*/ 1143080 w 3283645"/>
                <a:gd name="connsiteY1542" fmla="*/ 924518 h 1449582"/>
                <a:gd name="connsiteX1543" fmla="*/ 1148276 w 3283645"/>
                <a:gd name="connsiteY1543" fmla="*/ 929720 h 1449582"/>
                <a:gd name="connsiteX1544" fmla="*/ 1153304 w 3283645"/>
                <a:gd name="connsiteY1544" fmla="*/ 924518 h 1449582"/>
                <a:gd name="connsiteX1545" fmla="*/ 1153304 w 3283645"/>
                <a:gd name="connsiteY1545" fmla="*/ 929720 h 1449582"/>
                <a:gd name="connsiteX1546" fmla="*/ 1158500 w 3283645"/>
                <a:gd name="connsiteY1546" fmla="*/ 929720 h 1449582"/>
                <a:gd name="connsiteX1547" fmla="*/ 1163862 w 3283645"/>
                <a:gd name="connsiteY1547" fmla="*/ 929720 h 1449582"/>
                <a:gd name="connsiteX1548" fmla="*/ 1169058 w 3283645"/>
                <a:gd name="connsiteY1548" fmla="*/ 929720 h 1449582"/>
                <a:gd name="connsiteX1549" fmla="*/ 1174085 w 3283645"/>
                <a:gd name="connsiteY1549" fmla="*/ 934922 h 1449582"/>
                <a:gd name="connsiteX1550" fmla="*/ 1179280 w 3283645"/>
                <a:gd name="connsiteY1550" fmla="*/ 934922 h 1449582"/>
                <a:gd name="connsiteX1551" fmla="*/ 1184644 w 3283645"/>
                <a:gd name="connsiteY1551" fmla="*/ 940124 h 1449582"/>
                <a:gd name="connsiteX1552" fmla="*/ 1194867 w 3283645"/>
                <a:gd name="connsiteY1552" fmla="*/ 950528 h 1449582"/>
                <a:gd name="connsiteX1553" fmla="*/ 1205425 w 3283645"/>
                <a:gd name="connsiteY1553" fmla="*/ 955730 h 1449582"/>
                <a:gd name="connsiteX1554" fmla="*/ 1210620 w 3283645"/>
                <a:gd name="connsiteY1554" fmla="*/ 955730 h 1449582"/>
                <a:gd name="connsiteX1555" fmla="*/ 1210620 w 3283645"/>
                <a:gd name="connsiteY1555" fmla="*/ 960932 h 1449582"/>
                <a:gd name="connsiteX1556" fmla="*/ 1215648 w 3283645"/>
                <a:gd name="connsiteY1556" fmla="*/ 960932 h 1449582"/>
                <a:gd name="connsiteX1557" fmla="*/ 1215648 w 3283645"/>
                <a:gd name="connsiteY1557" fmla="*/ 966134 h 1449582"/>
                <a:gd name="connsiteX1558" fmla="*/ 1215648 w 3283645"/>
                <a:gd name="connsiteY1558" fmla="*/ 976538 h 1449582"/>
                <a:gd name="connsiteX1559" fmla="*/ 1215648 w 3283645"/>
                <a:gd name="connsiteY1559" fmla="*/ 981740 h 1449582"/>
                <a:gd name="connsiteX1560" fmla="*/ 1210620 w 3283645"/>
                <a:gd name="connsiteY1560" fmla="*/ 986942 h 1449582"/>
                <a:gd name="connsiteX1561" fmla="*/ 1210620 w 3283645"/>
                <a:gd name="connsiteY1561" fmla="*/ 992144 h 1449582"/>
                <a:gd name="connsiteX1562" fmla="*/ 1205425 w 3283645"/>
                <a:gd name="connsiteY1562" fmla="*/ 997346 h 1449582"/>
                <a:gd name="connsiteX1563" fmla="*/ 1200062 w 3283645"/>
                <a:gd name="connsiteY1563" fmla="*/ 1002548 h 1449582"/>
                <a:gd name="connsiteX1564" fmla="*/ 1189839 w 3283645"/>
                <a:gd name="connsiteY1564" fmla="*/ 1012952 h 1449582"/>
                <a:gd name="connsiteX1565" fmla="*/ 1189839 w 3283645"/>
                <a:gd name="connsiteY1565" fmla="*/ 1018154 h 1449582"/>
                <a:gd name="connsiteX1566" fmla="*/ 1189839 w 3283645"/>
                <a:gd name="connsiteY1566" fmla="*/ 1023356 h 1449582"/>
                <a:gd name="connsiteX1567" fmla="*/ 1184644 w 3283645"/>
                <a:gd name="connsiteY1567" fmla="*/ 1023356 h 1449582"/>
                <a:gd name="connsiteX1568" fmla="*/ 1184644 w 3283645"/>
                <a:gd name="connsiteY1568" fmla="*/ 1028391 h 1449582"/>
                <a:gd name="connsiteX1569" fmla="*/ 1179280 w 3283645"/>
                <a:gd name="connsiteY1569" fmla="*/ 1028391 h 1449582"/>
                <a:gd name="connsiteX1570" fmla="*/ 1174085 w 3283645"/>
                <a:gd name="connsiteY1570" fmla="*/ 1028391 h 1449582"/>
                <a:gd name="connsiteX1571" fmla="*/ 1174085 w 3283645"/>
                <a:gd name="connsiteY1571" fmla="*/ 1033760 h 1449582"/>
                <a:gd name="connsiteX1572" fmla="*/ 1174085 w 3283645"/>
                <a:gd name="connsiteY1572" fmla="*/ 1038962 h 1449582"/>
                <a:gd name="connsiteX1573" fmla="*/ 1174085 w 3283645"/>
                <a:gd name="connsiteY1573" fmla="*/ 1054568 h 1449582"/>
                <a:gd name="connsiteX1574" fmla="*/ 1179280 w 3283645"/>
                <a:gd name="connsiteY1574" fmla="*/ 1059771 h 1449582"/>
                <a:gd name="connsiteX1575" fmla="*/ 1174085 w 3283645"/>
                <a:gd name="connsiteY1575" fmla="*/ 1064805 h 1449582"/>
                <a:gd name="connsiteX1576" fmla="*/ 1174085 w 3283645"/>
                <a:gd name="connsiteY1576" fmla="*/ 1070175 h 1449582"/>
                <a:gd name="connsiteX1577" fmla="*/ 1174085 w 3283645"/>
                <a:gd name="connsiteY1577" fmla="*/ 1080579 h 1449582"/>
                <a:gd name="connsiteX1578" fmla="*/ 1169058 w 3283645"/>
                <a:gd name="connsiteY1578" fmla="*/ 1085613 h 1449582"/>
                <a:gd name="connsiteX1579" fmla="*/ 1169058 w 3283645"/>
                <a:gd name="connsiteY1579" fmla="*/ 1101387 h 1449582"/>
                <a:gd name="connsiteX1580" fmla="*/ 1163862 w 3283645"/>
                <a:gd name="connsiteY1580" fmla="*/ 1106421 h 1449582"/>
                <a:gd name="connsiteX1581" fmla="*/ 1163862 w 3283645"/>
                <a:gd name="connsiteY1581" fmla="*/ 1111791 h 1449582"/>
                <a:gd name="connsiteX1582" fmla="*/ 1158500 w 3283645"/>
                <a:gd name="connsiteY1582" fmla="*/ 1127229 h 1449582"/>
                <a:gd name="connsiteX1583" fmla="*/ 1153304 w 3283645"/>
                <a:gd name="connsiteY1583" fmla="*/ 1132599 h 1449582"/>
                <a:gd name="connsiteX1584" fmla="*/ 1148276 w 3283645"/>
                <a:gd name="connsiteY1584" fmla="*/ 1137801 h 1449582"/>
                <a:gd name="connsiteX1585" fmla="*/ 1143080 w 3283645"/>
                <a:gd name="connsiteY1585" fmla="*/ 1137801 h 1449582"/>
                <a:gd name="connsiteX1586" fmla="*/ 1143080 w 3283645"/>
                <a:gd name="connsiteY1586" fmla="*/ 1132599 h 1449582"/>
                <a:gd name="connsiteX1587" fmla="*/ 1137718 w 3283645"/>
                <a:gd name="connsiteY1587" fmla="*/ 1132599 h 1449582"/>
                <a:gd name="connsiteX1588" fmla="*/ 1132522 w 3283645"/>
                <a:gd name="connsiteY1588" fmla="*/ 1137801 h 1449582"/>
                <a:gd name="connsiteX1589" fmla="*/ 1122299 w 3283645"/>
                <a:gd name="connsiteY1589" fmla="*/ 1143003 h 1449582"/>
                <a:gd name="connsiteX1590" fmla="*/ 1116936 w 3283645"/>
                <a:gd name="connsiteY1590" fmla="*/ 1148037 h 1449582"/>
                <a:gd name="connsiteX1591" fmla="*/ 1111740 w 3283645"/>
                <a:gd name="connsiteY1591" fmla="*/ 1148037 h 1449582"/>
                <a:gd name="connsiteX1592" fmla="*/ 1101517 w 3283645"/>
                <a:gd name="connsiteY1592" fmla="*/ 1153407 h 1449582"/>
                <a:gd name="connsiteX1593" fmla="*/ 1096154 w 3283645"/>
                <a:gd name="connsiteY1593" fmla="*/ 1163811 h 1449582"/>
                <a:gd name="connsiteX1594" fmla="*/ 1091125 w 3283645"/>
                <a:gd name="connsiteY1594" fmla="*/ 1163811 h 1449582"/>
                <a:gd name="connsiteX1595" fmla="*/ 1085930 w 3283645"/>
                <a:gd name="connsiteY1595" fmla="*/ 1168845 h 1449582"/>
                <a:gd name="connsiteX1596" fmla="*/ 1085930 w 3283645"/>
                <a:gd name="connsiteY1596" fmla="*/ 1174215 h 1449582"/>
                <a:gd name="connsiteX1597" fmla="*/ 1085930 w 3283645"/>
                <a:gd name="connsiteY1597" fmla="*/ 1179417 h 1449582"/>
                <a:gd name="connsiteX1598" fmla="*/ 1085930 w 3283645"/>
                <a:gd name="connsiteY1598" fmla="*/ 1184619 h 1449582"/>
                <a:gd name="connsiteX1599" fmla="*/ 1091125 w 3283645"/>
                <a:gd name="connsiteY1599" fmla="*/ 1189653 h 1449582"/>
                <a:gd name="connsiteX1600" fmla="*/ 1085930 w 3283645"/>
                <a:gd name="connsiteY1600" fmla="*/ 1200225 h 1449582"/>
                <a:gd name="connsiteX1601" fmla="*/ 1080567 w 3283645"/>
                <a:gd name="connsiteY1601" fmla="*/ 1205427 h 1449582"/>
                <a:gd name="connsiteX1602" fmla="*/ 1070344 w 3283645"/>
                <a:gd name="connsiteY1602" fmla="*/ 1221033 h 1449582"/>
                <a:gd name="connsiteX1603" fmla="*/ 1059953 w 3283645"/>
                <a:gd name="connsiteY1603" fmla="*/ 1231269 h 1449582"/>
                <a:gd name="connsiteX1604" fmla="*/ 1049563 w 3283645"/>
                <a:gd name="connsiteY1604" fmla="*/ 1241841 h 1449582"/>
                <a:gd name="connsiteX1605" fmla="*/ 1044368 w 3283645"/>
                <a:gd name="connsiteY1605" fmla="*/ 1236639 h 1449582"/>
                <a:gd name="connsiteX1606" fmla="*/ 1039171 w 3283645"/>
                <a:gd name="connsiteY1606" fmla="*/ 1236639 h 1449582"/>
                <a:gd name="connsiteX1607" fmla="*/ 1039171 w 3283645"/>
                <a:gd name="connsiteY1607" fmla="*/ 1231269 h 1449582"/>
                <a:gd name="connsiteX1608" fmla="*/ 1028780 w 3283645"/>
                <a:gd name="connsiteY1608" fmla="*/ 1226235 h 1449582"/>
                <a:gd name="connsiteX1609" fmla="*/ 1023585 w 3283645"/>
                <a:gd name="connsiteY1609" fmla="*/ 1221033 h 1449582"/>
                <a:gd name="connsiteX1610" fmla="*/ 1018389 w 3283645"/>
                <a:gd name="connsiteY1610" fmla="*/ 1215831 h 1449582"/>
                <a:gd name="connsiteX1611" fmla="*/ 1018389 w 3283645"/>
                <a:gd name="connsiteY1611" fmla="*/ 1210461 h 1449582"/>
                <a:gd name="connsiteX1612" fmla="*/ 1023585 w 3283645"/>
                <a:gd name="connsiteY1612" fmla="*/ 1205427 h 1449582"/>
                <a:gd name="connsiteX1613" fmla="*/ 1028780 w 3283645"/>
                <a:gd name="connsiteY1613" fmla="*/ 1200225 h 1449582"/>
                <a:gd name="connsiteX1614" fmla="*/ 1033808 w 3283645"/>
                <a:gd name="connsiteY1614" fmla="*/ 1195023 h 1449582"/>
                <a:gd name="connsiteX1615" fmla="*/ 1039171 w 3283645"/>
                <a:gd name="connsiteY1615" fmla="*/ 1195023 h 1449582"/>
                <a:gd name="connsiteX1616" fmla="*/ 1044368 w 3283645"/>
                <a:gd name="connsiteY1616" fmla="*/ 1184619 h 1449582"/>
                <a:gd name="connsiteX1617" fmla="*/ 1049563 w 3283645"/>
                <a:gd name="connsiteY1617" fmla="*/ 1179417 h 1449582"/>
                <a:gd name="connsiteX1618" fmla="*/ 1044368 w 3283645"/>
                <a:gd name="connsiteY1618" fmla="*/ 1179417 h 1449582"/>
                <a:gd name="connsiteX1619" fmla="*/ 1044368 w 3283645"/>
                <a:gd name="connsiteY1619" fmla="*/ 1174215 h 1449582"/>
                <a:gd name="connsiteX1620" fmla="*/ 1044368 w 3283645"/>
                <a:gd name="connsiteY1620" fmla="*/ 1168845 h 1449582"/>
                <a:gd name="connsiteX1621" fmla="*/ 1039171 w 3283645"/>
                <a:gd name="connsiteY1621" fmla="*/ 1163811 h 1449582"/>
                <a:gd name="connsiteX1622" fmla="*/ 1039171 w 3283645"/>
                <a:gd name="connsiteY1622" fmla="*/ 1158609 h 1449582"/>
                <a:gd name="connsiteX1623" fmla="*/ 1044368 w 3283645"/>
                <a:gd name="connsiteY1623" fmla="*/ 1153407 h 1449582"/>
                <a:gd name="connsiteX1624" fmla="*/ 1033808 w 3283645"/>
                <a:gd name="connsiteY1624" fmla="*/ 1143003 h 1449582"/>
                <a:gd name="connsiteX1625" fmla="*/ 1028780 w 3283645"/>
                <a:gd name="connsiteY1625" fmla="*/ 1143003 h 1449582"/>
                <a:gd name="connsiteX1626" fmla="*/ 1028780 w 3283645"/>
                <a:gd name="connsiteY1626" fmla="*/ 1132599 h 1449582"/>
                <a:gd name="connsiteX1627" fmla="*/ 1023585 w 3283645"/>
                <a:gd name="connsiteY1627" fmla="*/ 1132599 h 1449582"/>
                <a:gd name="connsiteX1628" fmla="*/ 1023585 w 3283645"/>
                <a:gd name="connsiteY1628" fmla="*/ 1127229 h 1449582"/>
                <a:gd name="connsiteX1629" fmla="*/ 1018389 w 3283645"/>
                <a:gd name="connsiteY1629" fmla="*/ 1127229 h 1449582"/>
                <a:gd name="connsiteX1630" fmla="*/ 1013027 w 3283645"/>
                <a:gd name="connsiteY1630" fmla="*/ 1127229 h 1449582"/>
                <a:gd name="connsiteX1631" fmla="*/ 1008000 w 3283645"/>
                <a:gd name="connsiteY1631" fmla="*/ 1127229 h 1449582"/>
                <a:gd name="connsiteX1632" fmla="*/ 1008000 w 3283645"/>
                <a:gd name="connsiteY1632" fmla="*/ 1122195 h 1449582"/>
                <a:gd name="connsiteX1633" fmla="*/ 1008000 w 3283645"/>
                <a:gd name="connsiteY1633" fmla="*/ 1116993 h 1449582"/>
                <a:gd name="connsiteX1634" fmla="*/ 1008000 w 3283645"/>
                <a:gd name="connsiteY1634" fmla="*/ 1106421 h 1449582"/>
                <a:gd name="connsiteX1635" fmla="*/ 1008000 w 3283645"/>
                <a:gd name="connsiteY1635" fmla="*/ 1101387 h 1449582"/>
                <a:gd name="connsiteX1636" fmla="*/ 1008000 w 3283645"/>
                <a:gd name="connsiteY1636" fmla="*/ 1096185 h 1449582"/>
                <a:gd name="connsiteX1637" fmla="*/ 1013027 w 3283645"/>
                <a:gd name="connsiteY1637" fmla="*/ 1090983 h 1449582"/>
                <a:gd name="connsiteX1638" fmla="*/ 1008000 w 3283645"/>
                <a:gd name="connsiteY1638" fmla="*/ 1085613 h 1449582"/>
                <a:gd name="connsiteX1639" fmla="*/ 1008000 w 3283645"/>
                <a:gd name="connsiteY1639" fmla="*/ 1075377 h 1449582"/>
                <a:gd name="connsiteX1640" fmla="*/ 1002804 w 3283645"/>
                <a:gd name="connsiteY1640" fmla="*/ 1075377 h 1449582"/>
                <a:gd name="connsiteX1641" fmla="*/ 1002804 w 3283645"/>
                <a:gd name="connsiteY1641" fmla="*/ 1070175 h 1449582"/>
                <a:gd name="connsiteX1642" fmla="*/ 1002804 w 3283645"/>
                <a:gd name="connsiteY1642" fmla="*/ 1064805 h 1449582"/>
                <a:gd name="connsiteX1643" fmla="*/ 997608 w 3283645"/>
                <a:gd name="connsiteY1643" fmla="*/ 1064805 h 1449582"/>
                <a:gd name="connsiteX1644" fmla="*/ 992245 w 3283645"/>
                <a:gd name="connsiteY1644" fmla="*/ 1064805 h 1449582"/>
                <a:gd name="connsiteX1645" fmla="*/ 987218 w 3283645"/>
                <a:gd name="connsiteY1645" fmla="*/ 1064805 h 1449582"/>
                <a:gd name="connsiteX1646" fmla="*/ 987218 w 3283645"/>
                <a:gd name="connsiteY1646" fmla="*/ 1059771 h 1449582"/>
                <a:gd name="connsiteX1647" fmla="*/ 987218 w 3283645"/>
                <a:gd name="connsiteY1647" fmla="*/ 1054568 h 1449582"/>
                <a:gd name="connsiteX1648" fmla="*/ 982022 w 3283645"/>
                <a:gd name="connsiteY1648" fmla="*/ 1054568 h 1449582"/>
                <a:gd name="connsiteX1649" fmla="*/ 987218 w 3283645"/>
                <a:gd name="connsiteY1649" fmla="*/ 1049366 h 1449582"/>
                <a:gd name="connsiteX1650" fmla="*/ 982022 w 3283645"/>
                <a:gd name="connsiteY1650" fmla="*/ 1044164 h 1449582"/>
                <a:gd name="connsiteX1651" fmla="*/ 976827 w 3283645"/>
                <a:gd name="connsiteY1651" fmla="*/ 1033760 h 1449582"/>
                <a:gd name="connsiteX1652" fmla="*/ 971464 w 3283645"/>
                <a:gd name="connsiteY1652" fmla="*/ 1033760 h 1449582"/>
                <a:gd name="connsiteX1653" fmla="*/ 966436 w 3283645"/>
                <a:gd name="connsiteY1653" fmla="*/ 1028391 h 1449582"/>
                <a:gd name="connsiteX1654" fmla="*/ 961241 w 3283645"/>
                <a:gd name="connsiteY1654" fmla="*/ 1028391 h 1449582"/>
                <a:gd name="connsiteX1655" fmla="*/ 956045 w 3283645"/>
                <a:gd name="connsiteY1655" fmla="*/ 1028391 h 1449582"/>
                <a:gd name="connsiteX1656" fmla="*/ 950683 w 3283645"/>
                <a:gd name="connsiteY1656" fmla="*/ 1023356 h 1449582"/>
                <a:gd name="connsiteX1657" fmla="*/ 945654 w 3283645"/>
                <a:gd name="connsiteY1657" fmla="*/ 1023356 h 1449582"/>
                <a:gd name="connsiteX1658" fmla="*/ 945654 w 3283645"/>
                <a:gd name="connsiteY1658" fmla="*/ 1018154 h 1449582"/>
                <a:gd name="connsiteX1659" fmla="*/ 940459 w 3283645"/>
                <a:gd name="connsiteY1659" fmla="*/ 1018154 h 1449582"/>
                <a:gd name="connsiteX1660" fmla="*/ 940459 w 3283645"/>
                <a:gd name="connsiteY1660" fmla="*/ 1012952 h 1449582"/>
                <a:gd name="connsiteX1661" fmla="*/ 940459 w 3283645"/>
                <a:gd name="connsiteY1661" fmla="*/ 1007750 h 1449582"/>
                <a:gd name="connsiteX1662" fmla="*/ 940459 w 3283645"/>
                <a:gd name="connsiteY1662" fmla="*/ 1002548 h 1449582"/>
                <a:gd name="connsiteX1663" fmla="*/ 940459 w 3283645"/>
                <a:gd name="connsiteY1663" fmla="*/ 997346 h 1449582"/>
                <a:gd name="connsiteX1664" fmla="*/ 935264 w 3283645"/>
                <a:gd name="connsiteY1664" fmla="*/ 992144 h 1449582"/>
                <a:gd name="connsiteX1665" fmla="*/ 929901 w 3283645"/>
                <a:gd name="connsiteY1665" fmla="*/ 997346 h 1449582"/>
                <a:gd name="connsiteX1666" fmla="*/ 924874 w 3283645"/>
                <a:gd name="connsiteY1666" fmla="*/ 992144 h 1449582"/>
                <a:gd name="connsiteX1667" fmla="*/ 919678 w 3283645"/>
                <a:gd name="connsiteY1667" fmla="*/ 997346 h 1449582"/>
                <a:gd name="connsiteX1668" fmla="*/ 909120 w 3283645"/>
                <a:gd name="connsiteY1668" fmla="*/ 1002548 h 1449582"/>
                <a:gd name="connsiteX1669" fmla="*/ 904091 w 3283645"/>
                <a:gd name="connsiteY1669" fmla="*/ 1007750 h 1449582"/>
                <a:gd name="connsiteX1670" fmla="*/ 898895 w 3283645"/>
                <a:gd name="connsiteY1670" fmla="*/ 1007750 h 1449582"/>
                <a:gd name="connsiteX1671" fmla="*/ 893700 w 3283645"/>
                <a:gd name="connsiteY1671" fmla="*/ 1007750 h 1449582"/>
                <a:gd name="connsiteX1672" fmla="*/ 888337 w 3283645"/>
                <a:gd name="connsiteY1672" fmla="*/ 1007750 h 1449582"/>
                <a:gd name="connsiteX1673" fmla="*/ 888337 w 3283645"/>
                <a:gd name="connsiteY1673" fmla="*/ 997346 h 1449582"/>
                <a:gd name="connsiteX1674" fmla="*/ 888337 w 3283645"/>
                <a:gd name="connsiteY1674" fmla="*/ 976538 h 1449582"/>
                <a:gd name="connsiteX1675" fmla="*/ 883309 w 3283645"/>
                <a:gd name="connsiteY1675" fmla="*/ 992144 h 1449582"/>
                <a:gd name="connsiteX1676" fmla="*/ 878114 w 3283645"/>
                <a:gd name="connsiteY1676" fmla="*/ 997346 h 1449582"/>
                <a:gd name="connsiteX1677" fmla="*/ 872918 w 3283645"/>
                <a:gd name="connsiteY1677" fmla="*/ 997346 h 1449582"/>
                <a:gd name="connsiteX1678" fmla="*/ 872918 w 3283645"/>
                <a:gd name="connsiteY1678" fmla="*/ 992144 h 1449582"/>
                <a:gd name="connsiteX1679" fmla="*/ 867556 w 3283645"/>
                <a:gd name="connsiteY1679" fmla="*/ 992144 h 1449582"/>
                <a:gd name="connsiteX1680" fmla="*/ 862527 w 3283645"/>
                <a:gd name="connsiteY1680" fmla="*/ 981740 h 1449582"/>
                <a:gd name="connsiteX1681" fmla="*/ 862527 w 3283645"/>
                <a:gd name="connsiteY1681" fmla="*/ 976538 h 1449582"/>
                <a:gd name="connsiteX1682" fmla="*/ 862527 w 3283645"/>
                <a:gd name="connsiteY1682" fmla="*/ 971336 h 1449582"/>
                <a:gd name="connsiteX1683" fmla="*/ 867556 w 3283645"/>
                <a:gd name="connsiteY1683" fmla="*/ 960932 h 1449582"/>
                <a:gd name="connsiteX1684" fmla="*/ 867556 w 3283645"/>
                <a:gd name="connsiteY1684" fmla="*/ 955730 h 1449582"/>
                <a:gd name="connsiteX1685" fmla="*/ 867556 w 3283645"/>
                <a:gd name="connsiteY1685" fmla="*/ 950528 h 1449582"/>
                <a:gd name="connsiteX1686" fmla="*/ 872918 w 3283645"/>
                <a:gd name="connsiteY1686" fmla="*/ 945326 h 1449582"/>
                <a:gd name="connsiteX1687" fmla="*/ 878114 w 3283645"/>
                <a:gd name="connsiteY1687" fmla="*/ 945326 h 1449582"/>
                <a:gd name="connsiteX1688" fmla="*/ 888337 w 3283645"/>
                <a:gd name="connsiteY1688" fmla="*/ 945326 h 1449582"/>
                <a:gd name="connsiteX1689" fmla="*/ 893700 w 3283645"/>
                <a:gd name="connsiteY1689" fmla="*/ 945326 h 1449582"/>
                <a:gd name="connsiteX1690" fmla="*/ 893700 w 3283645"/>
                <a:gd name="connsiteY1690" fmla="*/ 940124 h 1449582"/>
                <a:gd name="connsiteX1691" fmla="*/ 894999 w 3283645"/>
                <a:gd name="connsiteY1691" fmla="*/ 940124 h 1449582"/>
                <a:gd name="connsiteX1692" fmla="*/ 898895 w 3283645"/>
                <a:gd name="connsiteY1692" fmla="*/ 940124 h 1449582"/>
                <a:gd name="connsiteX1693" fmla="*/ 898895 w 3283645"/>
                <a:gd name="connsiteY1693" fmla="*/ 934922 h 1449582"/>
                <a:gd name="connsiteX1694" fmla="*/ 898895 w 3283645"/>
                <a:gd name="connsiteY1694" fmla="*/ 903710 h 1449582"/>
                <a:gd name="connsiteX1695" fmla="*/ 893700 w 3283645"/>
                <a:gd name="connsiteY1695" fmla="*/ 893306 h 1449582"/>
                <a:gd name="connsiteX1696" fmla="*/ 898895 w 3283645"/>
                <a:gd name="connsiteY1696" fmla="*/ 888104 h 1449582"/>
                <a:gd name="connsiteX1697" fmla="*/ 904091 w 3283645"/>
                <a:gd name="connsiteY1697" fmla="*/ 888104 h 1449582"/>
                <a:gd name="connsiteX1698" fmla="*/ 904091 w 3283645"/>
                <a:gd name="connsiteY1698" fmla="*/ 882902 h 1449582"/>
                <a:gd name="connsiteX1699" fmla="*/ 904091 w 3283645"/>
                <a:gd name="connsiteY1699" fmla="*/ 877700 h 1449582"/>
                <a:gd name="connsiteX1700" fmla="*/ 909120 w 3283645"/>
                <a:gd name="connsiteY1700" fmla="*/ 877700 h 1449582"/>
                <a:gd name="connsiteX1701" fmla="*/ 914482 w 3283645"/>
                <a:gd name="connsiteY1701" fmla="*/ 877700 h 1449582"/>
                <a:gd name="connsiteX1702" fmla="*/ 914482 w 3283645"/>
                <a:gd name="connsiteY1702" fmla="*/ 882902 h 1449582"/>
                <a:gd name="connsiteX1703" fmla="*/ 919678 w 3283645"/>
                <a:gd name="connsiteY1703" fmla="*/ 888104 h 1449582"/>
                <a:gd name="connsiteX1704" fmla="*/ 924874 w 3283645"/>
                <a:gd name="connsiteY1704" fmla="*/ 888104 h 1449582"/>
                <a:gd name="connsiteX1705" fmla="*/ 929901 w 3283645"/>
                <a:gd name="connsiteY1705" fmla="*/ 888104 h 1449582"/>
                <a:gd name="connsiteX1706" fmla="*/ 935264 w 3283645"/>
                <a:gd name="connsiteY1706" fmla="*/ 888104 h 1449582"/>
                <a:gd name="connsiteX1707" fmla="*/ 940459 w 3283645"/>
                <a:gd name="connsiteY1707" fmla="*/ 888104 h 1449582"/>
                <a:gd name="connsiteX1708" fmla="*/ 945654 w 3283645"/>
                <a:gd name="connsiteY1708" fmla="*/ 882902 h 1449582"/>
                <a:gd name="connsiteX1709" fmla="*/ 950683 w 3283645"/>
                <a:gd name="connsiteY1709" fmla="*/ 882902 h 1449582"/>
                <a:gd name="connsiteX1710" fmla="*/ 950683 w 3283645"/>
                <a:gd name="connsiteY1710" fmla="*/ 877700 h 1449582"/>
                <a:gd name="connsiteX1711" fmla="*/ 950683 w 3283645"/>
                <a:gd name="connsiteY1711" fmla="*/ 872498 h 1449582"/>
                <a:gd name="connsiteX1712" fmla="*/ 956045 w 3283645"/>
                <a:gd name="connsiteY1712" fmla="*/ 872498 h 1449582"/>
                <a:gd name="connsiteX1713" fmla="*/ 961241 w 3283645"/>
                <a:gd name="connsiteY1713" fmla="*/ 867296 h 1449582"/>
                <a:gd name="connsiteX1714" fmla="*/ 956045 w 3283645"/>
                <a:gd name="connsiteY1714" fmla="*/ 862094 h 1449582"/>
                <a:gd name="connsiteX1715" fmla="*/ 961241 w 3283645"/>
                <a:gd name="connsiteY1715" fmla="*/ 862094 h 1449582"/>
                <a:gd name="connsiteX1716" fmla="*/ 961241 w 3283645"/>
                <a:gd name="connsiteY1716" fmla="*/ 856892 h 1449582"/>
                <a:gd name="connsiteX1717" fmla="*/ 966436 w 3283645"/>
                <a:gd name="connsiteY1717" fmla="*/ 856892 h 1449582"/>
                <a:gd name="connsiteX1718" fmla="*/ 971464 w 3283645"/>
                <a:gd name="connsiteY1718" fmla="*/ 851690 h 1449582"/>
                <a:gd name="connsiteX1719" fmla="*/ 976827 w 3283645"/>
                <a:gd name="connsiteY1719" fmla="*/ 851690 h 1449582"/>
                <a:gd name="connsiteX1720" fmla="*/ 976827 w 3283645"/>
                <a:gd name="connsiteY1720" fmla="*/ 846488 h 1449582"/>
                <a:gd name="connsiteX1721" fmla="*/ 2426458 w 3283645"/>
                <a:gd name="connsiteY1721" fmla="*/ 841313 h 1449582"/>
                <a:gd name="connsiteX1722" fmla="*/ 2431831 w 3283645"/>
                <a:gd name="connsiteY1722" fmla="*/ 841313 h 1449582"/>
                <a:gd name="connsiteX1723" fmla="*/ 2437037 w 3283645"/>
                <a:gd name="connsiteY1723" fmla="*/ 841313 h 1449582"/>
                <a:gd name="connsiteX1724" fmla="*/ 2442074 w 3283645"/>
                <a:gd name="connsiteY1724" fmla="*/ 841313 h 1449582"/>
                <a:gd name="connsiteX1725" fmla="*/ 2447280 w 3283645"/>
                <a:gd name="connsiteY1725" fmla="*/ 846514 h 1449582"/>
                <a:gd name="connsiteX1726" fmla="*/ 2452485 w 3283645"/>
                <a:gd name="connsiteY1726" fmla="*/ 851715 h 1449582"/>
                <a:gd name="connsiteX1727" fmla="*/ 2462896 w 3283645"/>
                <a:gd name="connsiteY1727" fmla="*/ 862117 h 1449582"/>
                <a:gd name="connsiteX1728" fmla="*/ 2462896 w 3283645"/>
                <a:gd name="connsiteY1728" fmla="*/ 872519 h 1449582"/>
                <a:gd name="connsiteX1729" fmla="*/ 2473475 w 3283645"/>
                <a:gd name="connsiteY1729" fmla="*/ 872519 h 1449582"/>
                <a:gd name="connsiteX1730" fmla="*/ 2478513 w 3283645"/>
                <a:gd name="connsiteY1730" fmla="*/ 872519 h 1449582"/>
                <a:gd name="connsiteX1731" fmla="*/ 2483718 w 3283645"/>
                <a:gd name="connsiteY1731" fmla="*/ 877720 h 1449582"/>
                <a:gd name="connsiteX1732" fmla="*/ 2483718 w 3283645"/>
                <a:gd name="connsiteY1732" fmla="*/ 882921 h 1449582"/>
                <a:gd name="connsiteX1733" fmla="*/ 2488924 w 3283645"/>
                <a:gd name="connsiteY1733" fmla="*/ 888122 h 1449582"/>
                <a:gd name="connsiteX1734" fmla="*/ 2494297 w 3283645"/>
                <a:gd name="connsiteY1734" fmla="*/ 888122 h 1449582"/>
                <a:gd name="connsiteX1735" fmla="*/ 2499334 w 3283645"/>
                <a:gd name="connsiteY1735" fmla="*/ 893323 h 1449582"/>
                <a:gd name="connsiteX1736" fmla="*/ 2499334 w 3283645"/>
                <a:gd name="connsiteY1736" fmla="*/ 898524 h 1449582"/>
                <a:gd name="connsiteX1737" fmla="*/ 2499334 w 3283645"/>
                <a:gd name="connsiteY1737" fmla="*/ 903725 h 1449582"/>
                <a:gd name="connsiteX1738" fmla="*/ 2504540 w 3283645"/>
                <a:gd name="connsiteY1738" fmla="*/ 908926 h 1449582"/>
                <a:gd name="connsiteX1739" fmla="*/ 2509745 w 3283645"/>
                <a:gd name="connsiteY1739" fmla="*/ 919328 h 1449582"/>
                <a:gd name="connsiteX1740" fmla="*/ 2515119 w 3283645"/>
                <a:gd name="connsiteY1740" fmla="*/ 924529 h 1449582"/>
                <a:gd name="connsiteX1741" fmla="*/ 2520156 w 3283645"/>
                <a:gd name="connsiteY1741" fmla="*/ 929730 h 1449582"/>
                <a:gd name="connsiteX1742" fmla="*/ 2515119 w 3283645"/>
                <a:gd name="connsiteY1742" fmla="*/ 929730 h 1449582"/>
                <a:gd name="connsiteX1743" fmla="*/ 2520156 w 3283645"/>
                <a:gd name="connsiteY1743" fmla="*/ 934931 h 1449582"/>
                <a:gd name="connsiteX1744" fmla="*/ 2520156 w 3283645"/>
                <a:gd name="connsiteY1744" fmla="*/ 940132 h 1449582"/>
                <a:gd name="connsiteX1745" fmla="*/ 2520156 w 3283645"/>
                <a:gd name="connsiteY1745" fmla="*/ 950534 h 1449582"/>
                <a:gd name="connsiteX1746" fmla="*/ 2515119 w 3283645"/>
                <a:gd name="connsiteY1746" fmla="*/ 950534 h 1449582"/>
                <a:gd name="connsiteX1747" fmla="*/ 2509745 w 3283645"/>
                <a:gd name="connsiteY1747" fmla="*/ 955735 h 1449582"/>
                <a:gd name="connsiteX1748" fmla="*/ 2509745 w 3283645"/>
                <a:gd name="connsiteY1748" fmla="*/ 950534 h 1449582"/>
                <a:gd name="connsiteX1749" fmla="*/ 2504540 w 3283645"/>
                <a:gd name="connsiteY1749" fmla="*/ 945333 h 1449582"/>
                <a:gd name="connsiteX1750" fmla="*/ 2499334 w 3283645"/>
                <a:gd name="connsiteY1750" fmla="*/ 940132 h 1449582"/>
                <a:gd name="connsiteX1751" fmla="*/ 2494297 w 3283645"/>
                <a:gd name="connsiteY1751" fmla="*/ 940132 h 1449582"/>
                <a:gd name="connsiteX1752" fmla="*/ 2488924 w 3283645"/>
                <a:gd name="connsiteY1752" fmla="*/ 929730 h 1449582"/>
                <a:gd name="connsiteX1753" fmla="*/ 2478513 w 3283645"/>
                <a:gd name="connsiteY1753" fmla="*/ 919328 h 1449582"/>
                <a:gd name="connsiteX1754" fmla="*/ 2478513 w 3283645"/>
                <a:gd name="connsiteY1754" fmla="*/ 908926 h 1449582"/>
                <a:gd name="connsiteX1755" fmla="*/ 2468102 w 3283645"/>
                <a:gd name="connsiteY1755" fmla="*/ 893323 h 1449582"/>
                <a:gd name="connsiteX1756" fmla="*/ 2462896 w 3283645"/>
                <a:gd name="connsiteY1756" fmla="*/ 888122 h 1449582"/>
                <a:gd name="connsiteX1757" fmla="*/ 2462896 w 3283645"/>
                <a:gd name="connsiteY1757" fmla="*/ 882921 h 1449582"/>
                <a:gd name="connsiteX1758" fmla="*/ 2457859 w 3283645"/>
                <a:gd name="connsiteY1758" fmla="*/ 872519 h 1449582"/>
                <a:gd name="connsiteX1759" fmla="*/ 2452485 w 3283645"/>
                <a:gd name="connsiteY1759" fmla="*/ 867318 h 1449582"/>
                <a:gd name="connsiteX1760" fmla="*/ 2447280 w 3283645"/>
                <a:gd name="connsiteY1760" fmla="*/ 867318 h 1449582"/>
                <a:gd name="connsiteX1761" fmla="*/ 2442074 w 3283645"/>
                <a:gd name="connsiteY1761" fmla="*/ 856916 h 1449582"/>
                <a:gd name="connsiteX1762" fmla="*/ 2442074 w 3283645"/>
                <a:gd name="connsiteY1762" fmla="*/ 851715 h 1449582"/>
                <a:gd name="connsiteX1763" fmla="*/ 2437037 w 3283645"/>
                <a:gd name="connsiteY1763" fmla="*/ 851715 h 1449582"/>
                <a:gd name="connsiteX1764" fmla="*/ 2431831 w 3283645"/>
                <a:gd name="connsiteY1764" fmla="*/ 846514 h 1449582"/>
                <a:gd name="connsiteX1765" fmla="*/ 2426458 w 3283645"/>
                <a:gd name="connsiteY1765" fmla="*/ 841313 h 1449582"/>
                <a:gd name="connsiteX1766" fmla="*/ 1719337 w 3283645"/>
                <a:gd name="connsiteY1766" fmla="*/ 841313 h 1449582"/>
                <a:gd name="connsiteX1767" fmla="*/ 1724528 w 3283645"/>
                <a:gd name="connsiteY1767" fmla="*/ 841313 h 1449582"/>
                <a:gd name="connsiteX1768" fmla="*/ 1724528 w 3283645"/>
                <a:gd name="connsiteY1768" fmla="*/ 846504 h 1449582"/>
                <a:gd name="connsiteX1769" fmla="*/ 1734912 w 3283645"/>
                <a:gd name="connsiteY1769" fmla="*/ 851696 h 1449582"/>
                <a:gd name="connsiteX1770" fmla="*/ 1740103 w 3283645"/>
                <a:gd name="connsiteY1770" fmla="*/ 851696 h 1449582"/>
                <a:gd name="connsiteX1771" fmla="*/ 1745295 w 3283645"/>
                <a:gd name="connsiteY1771" fmla="*/ 851696 h 1449582"/>
                <a:gd name="connsiteX1772" fmla="*/ 1750486 w 3283645"/>
                <a:gd name="connsiteY1772" fmla="*/ 851696 h 1449582"/>
                <a:gd name="connsiteX1773" fmla="*/ 1755678 w 3283645"/>
                <a:gd name="connsiteY1773" fmla="*/ 846504 h 1449582"/>
                <a:gd name="connsiteX1774" fmla="*/ 1765894 w 3283645"/>
                <a:gd name="connsiteY1774" fmla="*/ 846504 h 1449582"/>
                <a:gd name="connsiteX1775" fmla="*/ 1771253 w 3283645"/>
                <a:gd name="connsiteY1775" fmla="*/ 846504 h 1449582"/>
                <a:gd name="connsiteX1776" fmla="*/ 1776444 w 3283645"/>
                <a:gd name="connsiteY1776" fmla="*/ 841313 h 1449582"/>
                <a:gd name="connsiteX1777" fmla="*/ 1781636 w 3283645"/>
                <a:gd name="connsiteY1777" fmla="*/ 841313 h 1449582"/>
                <a:gd name="connsiteX1778" fmla="*/ 1786827 w 3283645"/>
                <a:gd name="connsiteY1778" fmla="*/ 841313 h 1449582"/>
                <a:gd name="connsiteX1779" fmla="*/ 1792019 w 3283645"/>
                <a:gd name="connsiteY1779" fmla="*/ 841313 h 1449582"/>
                <a:gd name="connsiteX1780" fmla="*/ 1797210 w 3283645"/>
                <a:gd name="connsiteY1780" fmla="*/ 846504 h 1449582"/>
                <a:gd name="connsiteX1781" fmla="*/ 1802402 w 3283645"/>
                <a:gd name="connsiteY1781" fmla="*/ 851696 h 1449582"/>
                <a:gd name="connsiteX1782" fmla="*/ 1807593 w 3283645"/>
                <a:gd name="connsiteY1782" fmla="*/ 851696 h 1449582"/>
                <a:gd name="connsiteX1783" fmla="*/ 1812785 w 3283645"/>
                <a:gd name="connsiteY1783" fmla="*/ 851696 h 1449582"/>
                <a:gd name="connsiteX1784" fmla="*/ 1817977 w 3283645"/>
                <a:gd name="connsiteY1784" fmla="*/ 851696 h 1449582"/>
                <a:gd name="connsiteX1785" fmla="*/ 1823168 w 3283645"/>
                <a:gd name="connsiteY1785" fmla="*/ 856887 h 1449582"/>
                <a:gd name="connsiteX1786" fmla="*/ 1823168 w 3283645"/>
                <a:gd name="connsiteY1786" fmla="*/ 862078 h 1449582"/>
                <a:gd name="connsiteX1787" fmla="*/ 1828360 w 3283645"/>
                <a:gd name="connsiteY1787" fmla="*/ 872461 h 1449582"/>
                <a:gd name="connsiteX1788" fmla="*/ 1823168 w 3283645"/>
                <a:gd name="connsiteY1788" fmla="*/ 872461 h 1449582"/>
                <a:gd name="connsiteX1789" fmla="*/ 1817977 w 3283645"/>
                <a:gd name="connsiteY1789" fmla="*/ 877653 h 1449582"/>
                <a:gd name="connsiteX1790" fmla="*/ 1812785 w 3283645"/>
                <a:gd name="connsiteY1790" fmla="*/ 893227 h 1449582"/>
                <a:gd name="connsiteX1791" fmla="*/ 1812785 w 3283645"/>
                <a:gd name="connsiteY1791" fmla="*/ 903610 h 1449582"/>
                <a:gd name="connsiteX1792" fmla="*/ 1807593 w 3283645"/>
                <a:gd name="connsiteY1792" fmla="*/ 908801 h 1449582"/>
                <a:gd name="connsiteX1793" fmla="*/ 1807593 w 3283645"/>
                <a:gd name="connsiteY1793" fmla="*/ 913992 h 1449582"/>
                <a:gd name="connsiteX1794" fmla="*/ 1802402 w 3283645"/>
                <a:gd name="connsiteY1794" fmla="*/ 919184 h 1449582"/>
                <a:gd name="connsiteX1795" fmla="*/ 1807593 w 3283645"/>
                <a:gd name="connsiteY1795" fmla="*/ 924375 h 1449582"/>
                <a:gd name="connsiteX1796" fmla="*/ 1807593 w 3283645"/>
                <a:gd name="connsiteY1796" fmla="*/ 929566 h 1449582"/>
                <a:gd name="connsiteX1797" fmla="*/ 1807593 w 3283645"/>
                <a:gd name="connsiteY1797" fmla="*/ 934758 h 1449582"/>
                <a:gd name="connsiteX1798" fmla="*/ 1807593 w 3283645"/>
                <a:gd name="connsiteY1798" fmla="*/ 939949 h 1449582"/>
                <a:gd name="connsiteX1799" fmla="*/ 1807593 w 3283645"/>
                <a:gd name="connsiteY1799" fmla="*/ 945141 h 1449582"/>
                <a:gd name="connsiteX1800" fmla="*/ 1807593 w 3283645"/>
                <a:gd name="connsiteY1800" fmla="*/ 950332 h 1449582"/>
                <a:gd name="connsiteX1801" fmla="*/ 1807593 w 3283645"/>
                <a:gd name="connsiteY1801" fmla="*/ 955523 h 1449582"/>
                <a:gd name="connsiteX1802" fmla="*/ 1807593 w 3283645"/>
                <a:gd name="connsiteY1802" fmla="*/ 960715 h 1449582"/>
                <a:gd name="connsiteX1803" fmla="*/ 1812785 w 3283645"/>
                <a:gd name="connsiteY1803" fmla="*/ 965906 h 1449582"/>
                <a:gd name="connsiteX1804" fmla="*/ 1812785 w 3283645"/>
                <a:gd name="connsiteY1804" fmla="*/ 971098 h 1449582"/>
                <a:gd name="connsiteX1805" fmla="*/ 1817977 w 3283645"/>
                <a:gd name="connsiteY1805" fmla="*/ 976289 h 1449582"/>
                <a:gd name="connsiteX1806" fmla="*/ 1812785 w 3283645"/>
                <a:gd name="connsiteY1806" fmla="*/ 981480 h 1449582"/>
                <a:gd name="connsiteX1807" fmla="*/ 1807593 w 3283645"/>
                <a:gd name="connsiteY1807" fmla="*/ 981480 h 1449582"/>
                <a:gd name="connsiteX1808" fmla="*/ 1802402 w 3283645"/>
                <a:gd name="connsiteY1808" fmla="*/ 986672 h 1449582"/>
                <a:gd name="connsiteX1809" fmla="*/ 1797210 w 3283645"/>
                <a:gd name="connsiteY1809" fmla="*/ 991863 h 1449582"/>
                <a:gd name="connsiteX1810" fmla="*/ 1802402 w 3283645"/>
                <a:gd name="connsiteY1810" fmla="*/ 997054 h 1449582"/>
                <a:gd name="connsiteX1811" fmla="*/ 1802402 w 3283645"/>
                <a:gd name="connsiteY1811" fmla="*/ 1002246 h 1449582"/>
                <a:gd name="connsiteX1812" fmla="*/ 1802402 w 3283645"/>
                <a:gd name="connsiteY1812" fmla="*/ 1007437 h 1449582"/>
                <a:gd name="connsiteX1813" fmla="*/ 1802402 w 3283645"/>
                <a:gd name="connsiteY1813" fmla="*/ 1012629 h 1449582"/>
                <a:gd name="connsiteX1814" fmla="*/ 1797210 w 3283645"/>
                <a:gd name="connsiteY1814" fmla="*/ 1017820 h 1449582"/>
                <a:gd name="connsiteX1815" fmla="*/ 1792019 w 3283645"/>
                <a:gd name="connsiteY1815" fmla="*/ 1012629 h 1449582"/>
                <a:gd name="connsiteX1816" fmla="*/ 1786827 w 3283645"/>
                <a:gd name="connsiteY1816" fmla="*/ 1017820 h 1449582"/>
                <a:gd name="connsiteX1817" fmla="*/ 1781636 w 3283645"/>
                <a:gd name="connsiteY1817" fmla="*/ 1017820 h 1449582"/>
                <a:gd name="connsiteX1818" fmla="*/ 1776444 w 3283645"/>
                <a:gd name="connsiteY1818" fmla="*/ 1012629 h 1449582"/>
                <a:gd name="connsiteX1819" fmla="*/ 1771253 w 3283645"/>
                <a:gd name="connsiteY1819" fmla="*/ 1007437 h 1449582"/>
                <a:gd name="connsiteX1820" fmla="*/ 1771253 w 3283645"/>
                <a:gd name="connsiteY1820" fmla="*/ 1012629 h 1449582"/>
                <a:gd name="connsiteX1821" fmla="*/ 1765894 w 3283645"/>
                <a:gd name="connsiteY1821" fmla="*/ 1007437 h 1449582"/>
                <a:gd name="connsiteX1822" fmla="*/ 1760870 w 3283645"/>
                <a:gd name="connsiteY1822" fmla="*/ 1007437 h 1449582"/>
                <a:gd name="connsiteX1823" fmla="*/ 1750486 w 3283645"/>
                <a:gd name="connsiteY1823" fmla="*/ 1007437 h 1449582"/>
                <a:gd name="connsiteX1824" fmla="*/ 1750486 w 3283645"/>
                <a:gd name="connsiteY1824" fmla="*/ 1002246 h 1449582"/>
                <a:gd name="connsiteX1825" fmla="*/ 1745295 w 3283645"/>
                <a:gd name="connsiteY1825" fmla="*/ 997054 h 1449582"/>
                <a:gd name="connsiteX1826" fmla="*/ 1745295 w 3283645"/>
                <a:gd name="connsiteY1826" fmla="*/ 986672 h 1449582"/>
                <a:gd name="connsiteX1827" fmla="*/ 1745295 w 3283645"/>
                <a:gd name="connsiteY1827" fmla="*/ 981480 h 1449582"/>
                <a:gd name="connsiteX1828" fmla="*/ 1745295 w 3283645"/>
                <a:gd name="connsiteY1828" fmla="*/ 976289 h 1449582"/>
                <a:gd name="connsiteX1829" fmla="*/ 1745295 w 3283645"/>
                <a:gd name="connsiteY1829" fmla="*/ 971098 h 1449582"/>
                <a:gd name="connsiteX1830" fmla="*/ 1750486 w 3283645"/>
                <a:gd name="connsiteY1830" fmla="*/ 965906 h 1449582"/>
                <a:gd name="connsiteX1831" fmla="*/ 1734912 w 3283645"/>
                <a:gd name="connsiteY1831" fmla="*/ 965906 h 1449582"/>
                <a:gd name="connsiteX1832" fmla="*/ 1714145 w 3283645"/>
                <a:gd name="connsiteY1832" fmla="*/ 965906 h 1449582"/>
                <a:gd name="connsiteX1833" fmla="*/ 1719337 w 3283645"/>
                <a:gd name="connsiteY1833" fmla="*/ 971098 h 1449582"/>
                <a:gd name="connsiteX1834" fmla="*/ 1714145 w 3283645"/>
                <a:gd name="connsiteY1834" fmla="*/ 976289 h 1449582"/>
                <a:gd name="connsiteX1835" fmla="*/ 1703762 w 3283645"/>
                <a:gd name="connsiteY1835" fmla="*/ 976289 h 1449582"/>
                <a:gd name="connsiteX1836" fmla="*/ 1703762 w 3283645"/>
                <a:gd name="connsiteY1836" fmla="*/ 971098 h 1449582"/>
                <a:gd name="connsiteX1837" fmla="*/ 1698571 w 3283645"/>
                <a:gd name="connsiteY1837" fmla="*/ 965906 h 1449582"/>
                <a:gd name="connsiteX1838" fmla="*/ 1698571 w 3283645"/>
                <a:gd name="connsiteY1838" fmla="*/ 960715 h 1449582"/>
                <a:gd name="connsiteX1839" fmla="*/ 1698571 w 3283645"/>
                <a:gd name="connsiteY1839" fmla="*/ 955523 h 1449582"/>
                <a:gd name="connsiteX1840" fmla="*/ 1698571 w 3283645"/>
                <a:gd name="connsiteY1840" fmla="*/ 950332 h 1449582"/>
                <a:gd name="connsiteX1841" fmla="*/ 1683240 w 3283645"/>
                <a:gd name="connsiteY1841" fmla="*/ 950332 h 1449582"/>
                <a:gd name="connsiteX1842" fmla="*/ 1677805 w 3283645"/>
                <a:gd name="connsiteY1842" fmla="*/ 950332 h 1449582"/>
                <a:gd name="connsiteX1843" fmla="*/ 1682996 w 3283645"/>
                <a:gd name="connsiteY1843" fmla="*/ 945141 h 1449582"/>
                <a:gd name="connsiteX1844" fmla="*/ 1693379 w 3283645"/>
                <a:gd name="connsiteY1844" fmla="*/ 934758 h 1449582"/>
                <a:gd name="connsiteX1845" fmla="*/ 1693379 w 3283645"/>
                <a:gd name="connsiteY1845" fmla="*/ 924375 h 1449582"/>
                <a:gd name="connsiteX1846" fmla="*/ 1693379 w 3283645"/>
                <a:gd name="connsiteY1846" fmla="*/ 919184 h 1449582"/>
                <a:gd name="connsiteX1847" fmla="*/ 1698571 w 3283645"/>
                <a:gd name="connsiteY1847" fmla="*/ 913992 h 1449582"/>
                <a:gd name="connsiteX1848" fmla="*/ 1698571 w 3283645"/>
                <a:gd name="connsiteY1848" fmla="*/ 908801 h 1449582"/>
                <a:gd name="connsiteX1849" fmla="*/ 1703762 w 3283645"/>
                <a:gd name="connsiteY1849" fmla="*/ 908801 h 1449582"/>
                <a:gd name="connsiteX1850" fmla="*/ 1703762 w 3283645"/>
                <a:gd name="connsiteY1850" fmla="*/ 903610 h 1449582"/>
                <a:gd name="connsiteX1851" fmla="*/ 1708954 w 3283645"/>
                <a:gd name="connsiteY1851" fmla="*/ 893227 h 1449582"/>
                <a:gd name="connsiteX1852" fmla="*/ 1708954 w 3283645"/>
                <a:gd name="connsiteY1852" fmla="*/ 882844 h 1449582"/>
                <a:gd name="connsiteX1853" fmla="*/ 1714145 w 3283645"/>
                <a:gd name="connsiteY1853" fmla="*/ 867270 h 1449582"/>
                <a:gd name="connsiteX1854" fmla="*/ 1719337 w 3283645"/>
                <a:gd name="connsiteY1854" fmla="*/ 851696 h 1449582"/>
                <a:gd name="connsiteX1855" fmla="*/ 1719337 w 3283645"/>
                <a:gd name="connsiteY1855" fmla="*/ 846504 h 1449582"/>
                <a:gd name="connsiteX1856" fmla="*/ 2473021 w 3283645"/>
                <a:gd name="connsiteY1856" fmla="*/ 836138 h 1449582"/>
                <a:gd name="connsiteX1857" fmla="*/ 2478028 w 3283645"/>
                <a:gd name="connsiteY1857" fmla="*/ 841289 h 1449582"/>
                <a:gd name="connsiteX1858" fmla="*/ 2483201 w 3283645"/>
                <a:gd name="connsiteY1858" fmla="*/ 836138 h 1449582"/>
                <a:gd name="connsiteX1859" fmla="*/ 2488375 w 3283645"/>
                <a:gd name="connsiteY1859" fmla="*/ 836138 h 1449582"/>
                <a:gd name="connsiteX1860" fmla="*/ 2493716 w 3283645"/>
                <a:gd name="connsiteY1860" fmla="*/ 841289 h 1449582"/>
                <a:gd name="connsiteX1861" fmla="*/ 2493716 w 3283645"/>
                <a:gd name="connsiteY1861" fmla="*/ 851592 h 1449582"/>
                <a:gd name="connsiteX1862" fmla="*/ 2493716 w 3283645"/>
                <a:gd name="connsiteY1862" fmla="*/ 861894 h 1449582"/>
                <a:gd name="connsiteX1863" fmla="*/ 2498722 w 3283645"/>
                <a:gd name="connsiteY1863" fmla="*/ 867045 h 1449582"/>
                <a:gd name="connsiteX1864" fmla="*/ 2498722 w 3283645"/>
                <a:gd name="connsiteY1864" fmla="*/ 872197 h 1449582"/>
                <a:gd name="connsiteX1865" fmla="*/ 2493716 w 3283645"/>
                <a:gd name="connsiteY1865" fmla="*/ 872197 h 1449582"/>
                <a:gd name="connsiteX1866" fmla="*/ 2488375 w 3283645"/>
                <a:gd name="connsiteY1866" fmla="*/ 867045 h 1449582"/>
                <a:gd name="connsiteX1867" fmla="*/ 2488375 w 3283645"/>
                <a:gd name="connsiteY1867" fmla="*/ 861894 h 1449582"/>
                <a:gd name="connsiteX1868" fmla="*/ 2483201 w 3283645"/>
                <a:gd name="connsiteY1868" fmla="*/ 861894 h 1449582"/>
                <a:gd name="connsiteX1869" fmla="*/ 2483201 w 3283645"/>
                <a:gd name="connsiteY1869" fmla="*/ 851592 h 1449582"/>
                <a:gd name="connsiteX1870" fmla="*/ 2478028 w 3283645"/>
                <a:gd name="connsiteY1870" fmla="*/ 846440 h 1449582"/>
                <a:gd name="connsiteX1871" fmla="*/ 2473021 w 3283645"/>
                <a:gd name="connsiteY1871" fmla="*/ 836138 h 1449582"/>
                <a:gd name="connsiteX1872" fmla="*/ 1013136 w 3283645"/>
                <a:gd name="connsiteY1872" fmla="*/ 836138 h 1449582"/>
                <a:gd name="connsiteX1873" fmla="*/ 1018476 w 3283645"/>
                <a:gd name="connsiteY1873" fmla="*/ 836138 h 1449582"/>
                <a:gd name="connsiteX1874" fmla="*/ 1023650 w 3283645"/>
                <a:gd name="connsiteY1874" fmla="*/ 836138 h 1449582"/>
                <a:gd name="connsiteX1875" fmla="*/ 1028824 w 3283645"/>
                <a:gd name="connsiteY1875" fmla="*/ 836138 h 1449582"/>
                <a:gd name="connsiteX1876" fmla="*/ 1033831 w 3283645"/>
                <a:gd name="connsiteY1876" fmla="*/ 841285 h 1449582"/>
                <a:gd name="connsiteX1877" fmla="*/ 1033831 w 3283645"/>
                <a:gd name="connsiteY1877" fmla="*/ 846433 h 1449582"/>
                <a:gd name="connsiteX1878" fmla="*/ 1044344 w 3283645"/>
                <a:gd name="connsiteY1878" fmla="*/ 841285 h 1449582"/>
                <a:gd name="connsiteX1879" fmla="*/ 1049518 w 3283645"/>
                <a:gd name="connsiteY1879" fmla="*/ 841285 h 1449582"/>
                <a:gd name="connsiteX1880" fmla="*/ 1054524 w 3283645"/>
                <a:gd name="connsiteY1880" fmla="*/ 841285 h 1449582"/>
                <a:gd name="connsiteX1881" fmla="*/ 1054524 w 3283645"/>
                <a:gd name="connsiteY1881" fmla="*/ 846433 h 1449582"/>
                <a:gd name="connsiteX1882" fmla="*/ 1054524 w 3283645"/>
                <a:gd name="connsiteY1882" fmla="*/ 851580 h 1449582"/>
                <a:gd name="connsiteX1883" fmla="*/ 1049518 w 3283645"/>
                <a:gd name="connsiteY1883" fmla="*/ 861875 h 1449582"/>
                <a:gd name="connsiteX1884" fmla="*/ 1049518 w 3283645"/>
                <a:gd name="connsiteY1884" fmla="*/ 867022 h 1449582"/>
                <a:gd name="connsiteX1885" fmla="*/ 1044344 w 3283645"/>
                <a:gd name="connsiteY1885" fmla="*/ 867022 h 1449582"/>
                <a:gd name="connsiteX1886" fmla="*/ 1039170 w 3283645"/>
                <a:gd name="connsiteY1886" fmla="*/ 867022 h 1449582"/>
                <a:gd name="connsiteX1887" fmla="*/ 1033831 w 3283645"/>
                <a:gd name="connsiteY1887" fmla="*/ 861875 h 1449582"/>
                <a:gd name="connsiteX1888" fmla="*/ 1028824 w 3283645"/>
                <a:gd name="connsiteY1888" fmla="*/ 861875 h 1449582"/>
                <a:gd name="connsiteX1889" fmla="*/ 1023650 w 3283645"/>
                <a:gd name="connsiteY1889" fmla="*/ 861875 h 1449582"/>
                <a:gd name="connsiteX1890" fmla="*/ 1018476 w 3283645"/>
                <a:gd name="connsiteY1890" fmla="*/ 861875 h 1449582"/>
                <a:gd name="connsiteX1891" fmla="*/ 1013136 w 3283645"/>
                <a:gd name="connsiteY1891" fmla="*/ 861875 h 1449582"/>
                <a:gd name="connsiteX1892" fmla="*/ 1013136 w 3283645"/>
                <a:gd name="connsiteY1892" fmla="*/ 851580 h 1449582"/>
                <a:gd name="connsiteX1893" fmla="*/ 1008129 w 3283645"/>
                <a:gd name="connsiteY1893" fmla="*/ 851580 h 1449582"/>
                <a:gd name="connsiteX1894" fmla="*/ 1008129 w 3283645"/>
                <a:gd name="connsiteY1894" fmla="*/ 846433 h 1449582"/>
                <a:gd name="connsiteX1895" fmla="*/ 1013136 w 3283645"/>
                <a:gd name="connsiteY1895" fmla="*/ 841285 h 1449582"/>
                <a:gd name="connsiteX1896" fmla="*/ 2623958 w 3283645"/>
                <a:gd name="connsiteY1896" fmla="*/ 825788 h 1449582"/>
                <a:gd name="connsiteX1897" fmla="*/ 2629212 w 3283645"/>
                <a:gd name="connsiteY1897" fmla="*/ 825788 h 1449582"/>
                <a:gd name="connsiteX1898" fmla="*/ 2629212 w 3283645"/>
                <a:gd name="connsiteY1898" fmla="*/ 830921 h 1449582"/>
                <a:gd name="connsiteX1899" fmla="*/ 2634465 w 3283645"/>
                <a:gd name="connsiteY1899" fmla="*/ 836055 h 1449582"/>
                <a:gd name="connsiteX1900" fmla="*/ 2639889 w 3283645"/>
                <a:gd name="connsiteY1900" fmla="*/ 836055 h 1449582"/>
                <a:gd name="connsiteX1901" fmla="*/ 2634465 w 3283645"/>
                <a:gd name="connsiteY1901" fmla="*/ 841189 h 1449582"/>
                <a:gd name="connsiteX1902" fmla="*/ 2629212 w 3283645"/>
                <a:gd name="connsiteY1902" fmla="*/ 841189 h 1449582"/>
                <a:gd name="connsiteX1903" fmla="*/ 2629212 w 3283645"/>
                <a:gd name="connsiteY1903" fmla="*/ 846322 h 1449582"/>
                <a:gd name="connsiteX1904" fmla="*/ 2613450 w 3283645"/>
                <a:gd name="connsiteY1904" fmla="*/ 841189 h 1449582"/>
                <a:gd name="connsiteX1905" fmla="*/ 2613450 w 3283645"/>
                <a:gd name="connsiteY1905" fmla="*/ 836055 h 1449582"/>
                <a:gd name="connsiteX1906" fmla="*/ 2623958 w 3283645"/>
                <a:gd name="connsiteY1906" fmla="*/ 825788 h 1449582"/>
                <a:gd name="connsiteX1907" fmla="*/ 982234 w 3283645"/>
                <a:gd name="connsiteY1907" fmla="*/ 810263 h 1449582"/>
                <a:gd name="connsiteX1908" fmla="*/ 987380 w 3283645"/>
                <a:gd name="connsiteY1908" fmla="*/ 810263 h 1449582"/>
                <a:gd name="connsiteX1909" fmla="*/ 992360 w 3283645"/>
                <a:gd name="connsiteY1909" fmla="*/ 815486 h 1449582"/>
                <a:gd name="connsiteX1910" fmla="*/ 997672 w 3283645"/>
                <a:gd name="connsiteY1910" fmla="*/ 825931 h 1449582"/>
                <a:gd name="connsiteX1911" fmla="*/ 1002817 w 3283645"/>
                <a:gd name="connsiteY1911" fmla="*/ 825931 h 1449582"/>
                <a:gd name="connsiteX1912" fmla="*/ 1007963 w 3283645"/>
                <a:gd name="connsiteY1912" fmla="*/ 831153 h 1449582"/>
                <a:gd name="connsiteX1913" fmla="*/ 1007963 w 3283645"/>
                <a:gd name="connsiteY1913" fmla="*/ 836376 h 1449582"/>
                <a:gd name="connsiteX1914" fmla="*/ 1002817 w 3283645"/>
                <a:gd name="connsiteY1914" fmla="*/ 836376 h 1449582"/>
                <a:gd name="connsiteX1915" fmla="*/ 997672 w 3283645"/>
                <a:gd name="connsiteY1915" fmla="*/ 841599 h 1449582"/>
                <a:gd name="connsiteX1916" fmla="*/ 997672 w 3283645"/>
                <a:gd name="connsiteY1916" fmla="*/ 846821 h 1449582"/>
                <a:gd name="connsiteX1917" fmla="*/ 997672 w 3283645"/>
                <a:gd name="connsiteY1917" fmla="*/ 852044 h 1449582"/>
                <a:gd name="connsiteX1918" fmla="*/ 1002817 w 3283645"/>
                <a:gd name="connsiteY1918" fmla="*/ 857267 h 1449582"/>
                <a:gd name="connsiteX1919" fmla="*/ 1002817 w 3283645"/>
                <a:gd name="connsiteY1919" fmla="*/ 862489 h 1449582"/>
                <a:gd name="connsiteX1920" fmla="*/ 1007963 w 3283645"/>
                <a:gd name="connsiteY1920" fmla="*/ 867712 h 1449582"/>
                <a:gd name="connsiteX1921" fmla="*/ 1002817 w 3283645"/>
                <a:gd name="connsiteY1921" fmla="*/ 872934 h 1449582"/>
                <a:gd name="connsiteX1922" fmla="*/ 997672 w 3283645"/>
                <a:gd name="connsiteY1922" fmla="*/ 872934 h 1449582"/>
                <a:gd name="connsiteX1923" fmla="*/ 992360 w 3283645"/>
                <a:gd name="connsiteY1923" fmla="*/ 872934 h 1449582"/>
                <a:gd name="connsiteX1924" fmla="*/ 987380 w 3283645"/>
                <a:gd name="connsiteY1924" fmla="*/ 867712 h 1449582"/>
                <a:gd name="connsiteX1925" fmla="*/ 992360 w 3283645"/>
                <a:gd name="connsiteY1925" fmla="*/ 862489 h 1449582"/>
                <a:gd name="connsiteX1926" fmla="*/ 987380 w 3283645"/>
                <a:gd name="connsiteY1926" fmla="*/ 857267 h 1449582"/>
                <a:gd name="connsiteX1927" fmla="*/ 992360 w 3283645"/>
                <a:gd name="connsiteY1927" fmla="*/ 852044 h 1449582"/>
                <a:gd name="connsiteX1928" fmla="*/ 987380 w 3283645"/>
                <a:gd name="connsiteY1928" fmla="*/ 841599 h 1449582"/>
                <a:gd name="connsiteX1929" fmla="*/ 992360 w 3283645"/>
                <a:gd name="connsiteY1929" fmla="*/ 841599 h 1449582"/>
                <a:gd name="connsiteX1930" fmla="*/ 992360 w 3283645"/>
                <a:gd name="connsiteY1930" fmla="*/ 836376 h 1449582"/>
                <a:gd name="connsiteX1931" fmla="*/ 987380 w 3283645"/>
                <a:gd name="connsiteY1931" fmla="*/ 836376 h 1449582"/>
                <a:gd name="connsiteX1932" fmla="*/ 982234 w 3283645"/>
                <a:gd name="connsiteY1932" fmla="*/ 831153 h 1449582"/>
                <a:gd name="connsiteX1933" fmla="*/ 977088 w 3283645"/>
                <a:gd name="connsiteY1933" fmla="*/ 831153 h 1449582"/>
                <a:gd name="connsiteX1934" fmla="*/ 977088 w 3283645"/>
                <a:gd name="connsiteY1934" fmla="*/ 825931 h 1449582"/>
                <a:gd name="connsiteX1935" fmla="*/ 982234 w 3283645"/>
                <a:gd name="connsiteY1935" fmla="*/ 825931 h 1449582"/>
                <a:gd name="connsiteX1936" fmla="*/ 987380 w 3283645"/>
                <a:gd name="connsiteY1936" fmla="*/ 820877 h 1449582"/>
                <a:gd name="connsiteX1937" fmla="*/ 982234 w 3283645"/>
                <a:gd name="connsiteY1937" fmla="*/ 810263 h 1449582"/>
                <a:gd name="connsiteX1938" fmla="*/ 1444169 w 3283645"/>
                <a:gd name="connsiteY1938" fmla="*/ 810239 h 1449582"/>
                <a:gd name="connsiteX1939" fmla="*/ 1449315 w 3283645"/>
                <a:gd name="connsiteY1939" fmla="*/ 810239 h 1449582"/>
                <a:gd name="connsiteX1940" fmla="*/ 1449315 w 3283645"/>
                <a:gd name="connsiteY1940" fmla="*/ 815390 h 1449582"/>
                <a:gd name="connsiteX1941" fmla="*/ 1454627 w 3283645"/>
                <a:gd name="connsiteY1941" fmla="*/ 820708 h 1449582"/>
                <a:gd name="connsiteX1942" fmla="*/ 1459607 w 3283645"/>
                <a:gd name="connsiteY1942" fmla="*/ 820708 h 1449582"/>
                <a:gd name="connsiteX1943" fmla="*/ 1459607 w 3283645"/>
                <a:gd name="connsiteY1943" fmla="*/ 825693 h 1449582"/>
                <a:gd name="connsiteX1944" fmla="*/ 1459607 w 3283645"/>
                <a:gd name="connsiteY1944" fmla="*/ 830844 h 1449582"/>
                <a:gd name="connsiteX1945" fmla="*/ 1464753 w 3283645"/>
                <a:gd name="connsiteY1945" fmla="*/ 830844 h 1449582"/>
                <a:gd name="connsiteX1946" fmla="*/ 1469899 w 3283645"/>
                <a:gd name="connsiteY1946" fmla="*/ 835995 h 1449582"/>
                <a:gd name="connsiteX1947" fmla="*/ 1464753 w 3283645"/>
                <a:gd name="connsiteY1947" fmla="*/ 835995 h 1449582"/>
                <a:gd name="connsiteX1948" fmla="*/ 1464753 w 3283645"/>
                <a:gd name="connsiteY1948" fmla="*/ 841147 h 1449582"/>
                <a:gd name="connsiteX1949" fmla="*/ 1459607 w 3283645"/>
                <a:gd name="connsiteY1949" fmla="*/ 835995 h 1449582"/>
                <a:gd name="connsiteX1950" fmla="*/ 1449315 w 3283645"/>
                <a:gd name="connsiteY1950" fmla="*/ 825693 h 1449582"/>
                <a:gd name="connsiteX1951" fmla="*/ 1439023 w 3283645"/>
                <a:gd name="connsiteY1951" fmla="*/ 820708 h 1449582"/>
                <a:gd name="connsiteX1952" fmla="*/ 1439023 w 3283645"/>
                <a:gd name="connsiteY1952" fmla="*/ 815390 h 1449582"/>
                <a:gd name="connsiteX1953" fmla="*/ 1444169 w 3283645"/>
                <a:gd name="connsiteY1953" fmla="*/ 810239 h 1449582"/>
                <a:gd name="connsiteX1954" fmla="*/ 1548410 w 3283645"/>
                <a:gd name="connsiteY1954" fmla="*/ 805288 h 1449582"/>
                <a:gd name="connsiteX1955" fmla="*/ 1553423 w 3283645"/>
                <a:gd name="connsiteY1955" fmla="*/ 805288 h 1449582"/>
                <a:gd name="connsiteX1956" fmla="*/ 1553423 w 3283645"/>
                <a:gd name="connsiteY1956" fmla="*/ 810530 h 1449582"/>
                <a:gd name="connsiteX1957" fmla="*/ 1553423 w 3283645"/>
                <a:gd name="connsiteY1957" fmla="*/ 815772 h 1449582"/>
                <a:gd name="connsiteX1958" fmla="*/ 1548410 w 3283645"/>
                <a:gd name="connsiteY1958" fmla="*/ 821183 h 1449582"/>
                <a:gd name="connsiteX1959" fmla="*/ 1548410 w 3283645"/>
                <a:gd name="connsiteY1959" fmla="*/ 815772 h 1449582"/>
                <a:gd name="connsiteX1960" fmla="*/ 1548410 w 3283645"/>
                <a:gd name="connsiteY1960" fmla="*/ 810530 h 1449582"/>
                <a:gd name="connsiteX1961" fmla="*/ 1548410 w 3283645"/>
                <a:gd name="connsiteY1961" fmla="*/ 805288 h 1449582"/>
                <a:gd name="connsiteX1962" fmla="*/ 2701457 w 3283645"/>
                <a:gd name="connsiteY1962" fmla="*/ 800051 h 1449582"/>
                <a:gd name="connsiteX1963" fmla="*/ 2706411 w 3283645"/>
                <a:gd name="connsiteY1963" fmla="*/ 800051 h 1449582"/>
                <a:gd name="connsiteX1964" fmla="*/ 2706411 w 3283645"/>
                <a:gd name="connsiteY1964" fmla="*/ 805033 h 1449582"/>
                <a:gd name="connsiteX1965" fmla="*/ 2706411 w 3283645"/>
                <a:gd name="connsiteY1965" fmla="*/ 810180 h 1449582"/>
                <a:gd name="connsiteX1966" fmla="*/ 2706411 w 3283645"/>
                <a:gd name="connsiteY1966" fmla="*/ 815327 h 1449582"/>
                <a:gd name="connsiteX1967" fmla="*/ 2701457 w 3283645"/>
                <a:gd name="connsiteY1967" fmla="*/ 815327 h 1449582"/>
                <a:gd name="connsiteX1968" fmla="*/ 2696174 w 3283645"/>
                <a:gd name="connsiteY1968" fmla="*/ 820641 h 1449582"/>
                <a:gd name="connsiteX1969" fmla="*/ 2701457 w 3283645"/>
                <a:gd name="connsiteY1969" fmla="*/ 825622 h 1449582"/>
                <a:gd name="connsiteX1970" fmla="*/ 2696174 w 3283645"/>
                <a:gd name="connsiteY1970" fmla="*/ 825622 h 1449582"/>
                <a:gd name="connsiteX1971" fmla="*/ 2691055 w 3283645"/>
                <a:gd name="connsiteY1971" fmla="*/ 825622 h 1449582"/>
                <a:gd name="connsiteX1972" fmla="*/ 2691055 w 3283645"/>
                <a:gd name="connsiteY1972" fmla="*/ 820641 h 1449582"/>
                <a:gd name="connsiteX1973" fmla="*/ 2691055 w 3283645"/>
                <a:gd name="connsiteY1973" fmla="*/ 810180 h 1449582"/>
                <a:gd name="connsiteX1974" fmla="*/ 2696174 w 3283645"/>
                <a:gd name="connsiteY1974" fmla="*/ 805033 h 1449582"/>
                <a:gd name="connsiteX1975" fmla="*/ 2701457 w 3283645"/>
                <a:gd name="connsiteY1975" fmla="*/ 800051 h 1449582"/>
                <a:gd name="connsiteX1976" fmla="*/ 779747 w 3283645"/>
                <a:gd name="connsiteY1976" fmla="*/ 799913 h 1449582"/>
                <a:gd name="connsiteX1977" fmla="*/ 784839 w 3283645"/>
                <a:gd name="connsiteY1977" fmla="*/ 799913 h 1449582"/>
                <a:gd name="connsiteX1978" fmla="*/ 789930 w 3283645"/>
                <a:gd name="connsiteY1978" fmla="*/ 804921 h 1449582"/>
                <a:gd name="connsiteX1979" fmla="*/ 784839 w 3283645"/>
                <a:gd name="connsiteY1979" fmla="*/ 804921 h 1449582"/>
                <a:gd name="connsiteX1980" fmla="*/ 779747 w 3283645"/>
                <a:gd name="connsiteY1980" fmla="*/ 804921 h 1449582"/>
                <a:gd name="connsiteX1981" fmla="*/ 779747 w 3283645"/>
                <a:gd name="connsiteY1981" fmla="*/ 799913 h 1449582"/>
                <a:gd name="connsiteX1982" fmla="*/ 1548410 w 3283645"/>
                <a:gd name="connsiteY1982" fmla="*/ 794805 h 1449582"/>
                <a:gd name="connsiteX1983" fmla="*/ 1553423 w 3283645"/>
                <a:gd name="connsiteY1983" fmla="*/ 800216 h 1449582"/>
                <a:gd name="connsiteX1984" fmla="*/ 1553423 w 3283645"/>
                <a:gd name="connsiteY1984" fmla="*/ 805288 h 1449582"/>
                <a:gd name="connsiteX1985" fmla="*/ 1548410 w 3283645"/>
                <a:gd name="connsiteY1985" fmla="*/ 800216 h 1449582"/>
                <a:gd name="connsiteX1986" fmla="*/ 1548410 w 3283645"/>
                <a:gd name="connsiteY1986" fmla="*/ 794805 h 1449582"/>
                <a:gd name="connsiteX1987" fmla="*/ 1662802 w 3283645"/>
                <a:gd name="connsiteY1987" fmla="*/ 794776 h 1449582"/>
                <a:gd name="connsiteX1988" fmla="*/ 1663448 w 3283645"/>
                <a:gd name="connsiteY1988" fmla="*/ 794776 h 1449582"/>
                <a:gd name="connsiteX1989" fmla="*/ 1667329 w 3283645"/>
                <a:gd name="connsiteY1989" fmla="*/ 794776 h 1449582"/>
                <a:gd name="connsiteX1990" fmla="*/ 1667975 w 3283645"/>
                <a:gd name="connsiteY1990" fmla="*/ 794776 h 1449582"/>
                <a:gd name="connsiteX1991" fmla="*/ 1673149 w 3283645"/>
                <a:gd name="connsiteY1991" fmla="*/ 800157 h 1449582"/>
                <a:gd name="connsiteX1992" fmla="*/ 1678323 w 3283645"/>
                <a:gd name="connsiteY1992" fmla="*/ 805202 h 1449582"/>
                <a:gd name="connsiteX1993" fmla="*/ 1678323 w 3283645"/>
                <a:gd name="connsiteY1993" fmla="*/ 810415 h 1449582"/>
                <a:gd name="connsiteX1994" fmla="*/ 1678323 w 3283645"/>
                <a:gd name="connsiteY1994" fmla="*/ 815628 h 1449582"/>
                <a:gd name="connsiteX1995" fmla="*/ 1673149 w 3283645"/>
                <a:gd name="connsiteY1995" fmla="*/ 821010 h 1449582"/>
                <a:gd name="connsiteX1996" fmla="*/ 1673149 w 3283645"/>
                <a:gd name="connsiteY1996" fmla="*/ 831268 h 1449582"/>
                <a:gd name="connsiteX1997" fmla="*/ 1673149 w 3283645"/>
                <a:gd name="connsiteY1997" fmla="*/ 836481 h 1449582"/>
                <a:gd name="connsiteX1998" fmla="*/ 1673149 w 3283645"/>
                <a:gd name="connsiteY1998" fmla="*/ 841694 h 1449582"/>
                <a:gd name="connsiteX1999" fmla="*/ 1673149 w 3283645"/>
                <a:gd name="connsiteY1999" fmla="*/ 846907 h 1449582"/>
                <a:gd name="connsiteX2000" fmla="*/ 1678323 w 3283645"/>
                <a:gd name="connsiteY2000" fmla="*/ 846907 h 1449582"/>
                <a:gd name="connsiteX2001" fmla="*/ 1678323 w 3283645"/>
                <a:gd name="connsiteY2001" fmla="*/ 852120 h 1449582"/>
                <a:gd name="connsiteX2002" fmla="*/ 1678323 w 3283645"/>
                <a:gd name="connsiteY2002" fmla="*/ 857333 h 1449582"/>
                <a:gd name="connsiteX2003" fmla="*/ 1683496 w 3283645"/>
                <a:gd name="connsiteY2003" fmla="*/ 862547 h 1449582"/>
                <a:gd name="connsiteX2004" fmla="*/ 1688670 w 3283645"/>
                <a:gd name="connsiteY2004" fmla="*/ 862547 h 1449582"/>
                <a:gd name="connsiteX2005" fmla="*/ 1688670 w 3283645"/>
                <a:gd name="connsiteY2005" fmla="*/ 867760 h 1449582"/>
                <a:gd name="connsiteX2006" fmla="*/ 1683496 w 3283645"/>
                <a:gd name="connsiteY2006" fmla="*/ 867760 h 1449582"/>
                <a:gd name="connsiteX2007" fmla="*/ 1662802 w 3283645"/>
                <a:gd name="connsiteY2007" fmla="*/ 867760 h 1449582"/>
                <a:gd name="connsiteX2008" fmla="*/ 1652454 w 3283645"/>
                <a:gd name="connsiteY2008" fmla="*/ 862547 h 1449582"/>
                <a:gd name="connsiteX2009" fmla="*/ 1647281 w 3283645"/>
                <a:gd name="connsiteY2009" fmla="*/ 862547 h 1449582"/>
                <a:gd name="connsiteX2010" fmla="*/ 1642441 w 3283645"/>
                <a:gd name="connsiteY2010" fmla="*/ 867760 h 1449582"/>
                <a:gd name="connsiteX2011" fmla="*/ 1637102 w 3283645"/>
                <a:gd name="connsiteY2011" fmla="*/ 867760 h 1449582"/>
                <a:gd name="connsiteX2012" fmla="*/ 1637102 w 3283645"/>
                <a:gd name="connsiteY2012" fmla="*/ 852120 h 1449582"/>
                <a:gd name="connsiteX2013" fmla="*/ 1631928 w 3283645"/>
                <a:gd name="connsiteY2013" fmla="*/ 841694 h 1449582"/>
                <a:gd name="connsiteX2014" fmla="*/ 1626755 w 3283645"/>
                <a:gd name="connsiteY2014" fmla="*/ 841694 h 1449582"/>
                <a:gd name="connsiteX2015" fmla="*/ 1626755 w 3283645"/>
                <a:gd name="connsiteY2015" fmla="*/ 836481 h 1449582"/>
                <a:gd name="connsiteX2016" fmla="*/ 1626755 w 3283645"/>
                <a:gd name="connsiteY2016" fmla="*/ 831268 h 1449582"/>
                <a:gd name="connsiteX2017" fmla="*/ 1637102 w 3283645"/>
                <a:gd name="connsiteY2017" fmla="*/ 826055 h 1449582"/>
                <a:gd name="connsiteX2018" fmla="*/ 1642441 w 3283645"/>
                <a:gd name="connsiteY2018" fmla="*/ 826055 h 1449582"/>
                <a:gd name="connsiteX2019" fmla="*/ 1647281 w 3283645"/>
                <a:gd name="connsiteY2019" fmla="*/ 826055 h 1449582"/>
                <a:gd name="connsiteX2020" fmla="*/ 1652454 w 3283645"/>
                <a:gd name="connsiteY2020" fmla="*/ 821010 h 1449582"/>
                <a:gd name="connsiteX2021" fmla="*/ 1657628 w 3283645"/>
                <a:gd name="connsiteY2021" fmla="*/ 810415 h 1449582"/>
                <a:gd name="connsiteX2022" fmla="*/ 1657628 w 3283645"/>
                <a:gd name="connsiteY2022" fmla="*/ 805202 h 1449582"/>
                <a:gd name="connsiteX2023" fmla="*/ 1662802 w 3283645"/>
                <a:gd name="connsiteY2023" fmla="*/ 805202 h 1449582"/>
                <a:gd name="connsiteX2024" fmla="*/ 1662802 w 3283645"/>
                <a:gd name="connsiteY2024" fmla="*/ 800157 h 1449582"/>
                <a:gd name="connsiteX2025" fmla="*/ 1662802 w 3283645"/>
                <a:gd name="connsiteY2025" fmla="*/ 794776 h 1449582"/>
                <a:gd name="connsiteX2026" fmla="*/ 1433905 w 3283645"/>
                <a:gd name="connsiteY2026" fmla="*/ 789563 h 1449582"/>
                <a:gd name="connsiteX2027" fmla="*/ 1438859 w 3283645"/>
                <a:gd name="connsiteY2027" fmla="*/ 800012 h 1449582"/>
                <a:gd name="connsiteX2028" fmla="*/ 1438859 w 3283645"/>
                <a:gd name="connsiteY2028" fmla="*/ 804988 h 1449582"/>
                <a:gd name="connsiteX2029" fmla="*/ 1438859 w 3283645"/>
                <a:gd name="connsiteY2029" fmla="*/ 810130 h 1449582"/>
                <a:gd name="connsiteX2030" fmla="*/ 1428622 w 3283645"/>
                <a:gd name="connsiteY2030" fmla="*/ 815272 h 1449582"/>
                <a:gd name="connsiteX2031" fmla="*/ 1428622 w 3283645"/>
                <a:gd name="connsiteY2031" fmla="*/ 810130 h 1449582"/>
                <a:gd name="connsiteX2032" fmla="*/ 1423503 w 3283645"/>
                <a:gd name="connsiteY2032" fmla="*/ 804988 h 1449582"/>
                <a:gd name="connsiteX2033" fmla="*/ 1423503 w 3283645"/>
                <a:gd name="connsiteY2033" fmla="*/ 800012 h 1449582"/>
                <a:gd name="connsiteX2034" fmla="*/ 1428622 w 3283645"/>
                <a:gd name="connsiteY2034" fmla="*/ 794705 h 1449582"/>
                <a:gd name="connsiteX2035" fmla="*/ 1433905 w 3283645"/>
                <a:gd name="connsiteY2035" fmla="*/ 789563 h 1449582"/>
                <a:gd name="connsiteX2036" fmla="*/ 1481097 w 3283645"/>
                <a:gd name="connsiteY2036" fmla="*/ 784388 h 1449582"/>
                <a:gd name="connsiteX2037" fmla="*/ 1486252 w 3283645"/>
                <a:gd name="connsiteY2037" fmla="*/ 789615 h 1449582"/>
                <a:gd name="connsiteX2038" fmla="*/ 1491407 w 3283645"/>
                <a:gd name="connsiteY2038" fmla="*/ 789615 h 1449582"/>
                <a:gd name="connsiteX2039" fmla="*/ 1496562 w 3283645"/>
                <a:gd name="connsiteY2039" fmla="*/ 794842 h 1449582"/>
                <a:gd name="connsiteX2040" fmla="*/ 1501717 w 3283645"/>
                <a:gd name="connsiteY2040" fmla="*/ 794842 h 1449582"/>
                <a:gd name="connsiteX2041" fmla="*/ 1506873 w 3283645"/>
                <a:gd name="connsiteY2041" fmla="*/ 794842 h 1449582"/>
                <a:gd name="connsiteX2042" fmla="*/ 1512028 w 3283645"/>
                <a:gd name="connsiteY2042" fmla="*/ 794842 h 1449582"/>
                <a:gd name="connsiteX2043" fmla="*/ 1512028 w 3283645"/>
                <a:gd name="connsiteY2043" fmla="*/ 800237 h 1449582"/>
                <a:gd name="connsiteX2044" fmla="*/ 1512028 w 3283645"/>
                <a:gd name="connsiteY2044" fmla="*/ 805296 h 1449582"/>
                <a:gd name="connsiteX2045" fmla="*/ 1512028 w 3283645"/>
                <a:gd name="connsiteY2045" fmla="*/ 810523 h 1449582"/>
                <a:gd name="connsiteX2046" fmla="*/ 1506873 w 3283645"/>
                <a:gd name="connsiteY2046" fmla="*/ 810523 h 1449582"/>
                <a:gd name="connsiteX2047" fmla="*/ 1506873 w 3283645"/>
                <a:gd name="connsiteY2047" fmla="*/ 815750 h 1449582"/>
                <a:gd name="connsiteX2048" fmla="*/ 1506873 w 3283645"/>
                <a:gd name="connsiteY2048" fmla="*/ 826203 h 1449582"/>
                <a:gd name="connsiteX2049" fmla="*/ 1506873 w 3283645"/>
                <a:gd name="connsiteY2049" fmla="*/ 831430 h 1449582"/>
                <a:gd name="connsiteX2050" fmla="*/ 1501717 w 3283645"/>
                <a:gd name="connsiteY2050" fmla="*/ 831430 h 1449582"/>
                <a:gd name="connsiteX2051" fmla="*/ 1496562 w 3283645"/>
                <a:gd name="connsiteY2051" fmla="*/ 831430 h 1449582"/>
                <a:gd name="connsiteX2052" fmla="*/ 1491407 w 3283645"/>
                <a:gd name="connsiteY2052" fmla="*/ 836657 h 1449582"/>
                <a:gd name="connsiteX2053" fmla="*/ 1476108 w 3283645"/>
                <a:gd name="connsiteY2053" fmla="*/ 841884 h 1449582"/>
                <a:gd name="connsiteX2054" fmla="*/ 1476108 w 3283645"/>
                <a:gd name="connsiteY2054" fmla="*/ 836657 h 1449582"/>
                <a:gd name="connsiteX2055" fmla="*/ 1476108 w 3283645"/>
                <a:gd name="connsiteY2055" fmla="*/ 831430 h 1449582"/>
                <a:gd name="connsiteX2056" fmla="*/ 1476108 w 3283645"/>
                <a:gd name="connsiteY2056" fmla="*/ 826203 h 1449582"/>
                <a:gd name="connsiteX2057" fmla="*/ 1470786 w 3283645"/>
                <a:gd name="connsiteY2057" fmla="*/ 826203 h 1449582"/>
                <a:gd name="connsiteX2058" fmla="*/ 1470786 w 3283645"/>
                <a:gd name="connsiteY2058" fmla="*/ 821145 h 1449582"/>
                <a:gd name="connsiteX2059" fmla="*/ 1465631 w 3283645"/>
                <a:gd name="connsiteY2059" fmla="*/ 821145 h 1449582"/>
                <a:gd name="connsiteX2060" fmla="*/ 1465631 w 3283645"/>
                <a:gd name="connsiteY2060" fmla="*/ 815750 h 1449582"/>
                <a:gd name="connsiteX2061" fmla="*/ 1470786 w 3283645"/>
                <a:gd name="connsiteY2061" fmla="*/ 815750 h 1449582"/>
                <a:gd name="connsiteX2062" fmla="*/ 1470786 w 3283645"/>
                <a:gd name="connsiteY2062" fmla="*/ 810523 h 1449582"/>
                <a:gd name="connsiteX2063" fmla="*/ 1470786 w 3283645"/>
                <a:gd name="connsiteY2063" fmla="*/ 805296 h 1449582"/>
                <a:gd name="connsiteX2064" fmla="*/ 1481097 w 3283645"/>
                <a:gd name="connsiteY2064" fmla="*/ 805296 h 1449582"/>
                <a:gd name="connsiteX2065" fmla="*/ 1476108 w 3283645"/>
                <a:gd name="connsiteY2065" fmla="*/ 800237 h 1449582"/>
                <a:gd name="connsiteX2066" fmla="*/ 1470786 w 3283645"/>
                <a:gd name="connsiteY2066" fmla="*/ 800237 h 1449582"/>
                <a:gd name="connsiteX2067" fmla="*/ 1476108 w 3283645"/>
                <a:gd name="connsiteY2067" fmla="*/ 794842 h 1449582"/>
                <a:gd name="connsiteX2068" fmla="*/ 1470786 w 3283645"/>
                <a:gd name="connsiteY2068" fmla="*/ 789615 h 1449582"/>
                <a:gd name="connsiteX2069" fmla="*/ 1476108 w 3283645"/>
                <a:gd name="connsiteY2069" fmla="*/ 789615 h 1449582"/>
                <a:gd name="connsiteX2070" fmla="*/ 1481097 w 3283645"/>
                <a:gd name="connsiteY2070" fmla="*/ 784388 h 1449582"/>
                <a:gd name="connsiteX2071" fmla="*/ 1751322 w 3283645"/>
                <a:gd name="connsiteY2071" fmla="*/ 779213 h 1449582"/>
                <a:gd name="connsiteX2072" fmla="*/ 1751322 w 3283645"/>
                <a:gd name="connsiteY2072" fmla="*/ 784221 h 1449582"/>
                <a:gd name="connsiteX2073" fmla="*/ 1756524 w 3283645"/>
                <a:gd name="connsiteY2073" fmla="*/ 784221 h 1449582"/>
                <a:gd name="connsiteX2074" fmla="*/ 1756524 w 3283645"/>
                <a:gd name="connsiteY2074" fmla="*/ 789396 h 1449582"/>
                <a:gd name="connsiteX2075" fmla="*/ 1756524 w 3283645"/>
                <a:gd name="connsiteY2075" fmla="*/ 794571 h 1449582"/>
                <a:gd name="connsiteX2076" fmla="*/ 1756524 w 3283645"/>
                <a:gd name="connsiteY2076" fmla="*/ 799913 h 1449582"/>
                <a:gd name="connsiteX2077" fmla="*/ 1756524 w 3283645"/>
                <a:gd name="connsiteY2077" fmla="*/ 804921 h 1449582"/>
                <a:gd name="connsiteX2078" fmla="*/ 1761726 w 3283645"/>
                <a:gd name="connsiteY2078" fmla="*/ 804921 h 1449582"/>
                <a:gd name="connsiteX2079" fmla="*/ 1766761 w 3283645"/>
                <a:gd name="connsiteY2079" fmla="*/ 810096 h 1449582"/>
                <a:gd name="connsiteX2080" fmla="*/ 1772131 w 3283645"/>
                <a:gd name="connsiteY2080" fmla="*/ 810096 h 1449582"/>
                <a:gd name="connsiteX2081" fmla="*/ 1772131 w 3283645"/>
                <a:gd name="connsiteY2081" fmla="*/ 820613 h 1449582"/>
                <a:gd name="connsiteX2082" fmla="*/ 1777333 w 3283645"/>
                <a:gd name="connsiteY2082" fmla="*/ 820613 h 1449582"/>
                <a:gd name="connsiteX2083" fmla="*/ 1782535 w 3283645"/>
                <a:gd name="connsiteY2083" fmla="*/ 820613 h 1449582"/>
                <a:gd name="connsiteX2084" fmla="*/ 1782535 w 3283645"/>
                <a:gd name="connsiteY2084" fmla="*/ 825621 h 1449582"/>
                <a:gd name="connsiteX2085" fmla="*/ 1782535 w 3283645"/>
                <a:gd name="connsiteY2085" fmla="*/ 830796 h 1449582"/>
                <a:gd name="connsiteX2086" fmla="*/ 1777333 w 3283645"/>
                <a:gd name="connsiteY2086" fmla="*/ 830796 h 1449582"/>
                <a:gd name="connsiteX2087" fmla="*/ 1772131 w 3283645"/>
                <a:gd name="connsiteY2087" fmla="*/ 835971 h 1449582"/>
                <a:gd name="connsiteX2088" fmla="*/ 1766761 w 3283645"/>
                <a:gd name="connsiteY2088" fmla="*/ 835971 h 1449582"/>
                <a:gd name="connsiteX2089" fmla="*/ 1761726 w 3283645"/>
                <a:gd name="connsiteY2089" fmla="*/ 835971 h 1449582"/>
                <a:gd name="connsiteX2090" fmla="*/ 1756524 w 3283645"/>
                <a:gd name="connsiteY2090" fmla="*/ 841146 h 1449582"/>
                <a:gd name="connsiteX2091" fmla="*/ 1756524 w 3283645"/>
                <a:gd name="connsiteY2091" fmla="*/ 835971 h 1449582"/>
                <a:gd name="connsiteX2092" fmla="*/ 1751322 w 3283645"/>
                <a:gd name="connsiteY2092" fmla="*/ 835971 h 1449582"/>
                <a:gd name="connsiteX2093" fmla="*/ 1746119 w 3283645"/>
                <a:gd name="connsiteY2093" fmla="*/ 841146 h 1449582"/>
                <a:gd name="connsiteX2094" fmla="*/ 1746119 w 3283645"/>
                <a:gd name="connsiteY2094" fmla="*/ 846321 h 1449582"/>
                <a:gd name="connsiteX2095" fmla="*/ 1740917 w 3283645"/>
                <a:gd name="connsiteY2095" fmla="*/ 841146 h 1449582"/>
                <a:gd name="connsiteX2096" fmla="*/ 1735715 w 3283645"/>
                <a:gd name="connsiteY2096" fmla="*/ 841146 h 1449582"/>
                <a:gd name="connsiteX2097" fmla="*/ 1725310 w 3283645"/>
                <a:gd name="connsiteY2097" fmla="*/ 830796 h 1449582"/>
                <a:gd name="connsiteX2098" fmla="*/ 1720108 w 3283645"/>
                <a:gd name="connsiteY2098" fmla="*/ 835971 h 1449582"/>
                <a:gd name="connsiteX2099" fmla="*/ 1714906 w 3283645"/>
                <a:gd name="connsiteY2099" fmla="*/ 835971 h 1449582"/>
                <a:gd name="connsiteX2100" fmla="*/ 1714906 w 3283645"/>
                <a:gd name="connsiteY2100" fmla="*/ 841146 h 1449582"/>
                <a:gd name="connsiteX2101" fmla="*/ 1709703 w 3283645"/>
                <a:gd name="connsiteY2101" fmla="*/ 851496 h 1449582"/>
                <a:gd name="connsiteX2102" fmla="*/ 1704501 w 3283645"/>
                <a:gd name="connsiteY2102" fmla="*/ 846321 h 1449582"/>
                <a:gd name="connsiteX2103" fmla="*/ 1694097 w 3283645"/>
                <a:gd name="connsiteY2103" fmla="*/ 851496 h 1449582"/>
                <a:gd name="connsiteX2104" fmla="*/ 1694097 w 3283645"/>
                <a:gd name="connsiteY2104" fmla="*/ 856671 h 1449582"/>
                <a:gd name="connsiteX2105" fmla="*/ 1688894 w 3283645"/>
                <a:gd name="connsiteY2105" fmla="*/ 856671 h 1449582"/>
                <a:gd name="connsiteX2106" fmla="*/ 1688894 w 3283645"/>
                <a:gd name="connsiteY2106" fmla="*/ 851496 h 1449582"/>
                <a:gd name="connsiteX2107" fmla="*/ 1683692 w 3283645"/>
                <a:gd name="connsiteY2107" fmla="*/ 851496 h 1449582"/>
                <a:gd name="connsiteX2108" fmla="*/ 1683692 w 3283645"/>
                <a:gd name="connsiteY2108" fmla="*/ 846321 h 1449582"/>
                <a:gd name="connsiteX2109" fmla="*/ 1678490 w 3283645"/>
                <a:gd name="connsiteY2109" fmla="*/ 835971 h 1449582"/>
                <a:gd name="connsiteX2110" fmla="*/ 1678490 w 3283645"/>
                <a:gd name="connsiteY2110" fmla="*/ 830796 h 1449582"/>
                <a:gd name="connsiteX2111" fmla="*/ 1678490 w 3283645"/>
                <a:gd name="connsiteY2111" fmla="*/ 825621 h 1449582"/>
                <a:gd name="connsiteX2112" fmla="*/ 1683692 w 3283645"/>
                <a:gd name="connsiteY2112" fmla="*/ 825621 h 1449582"/>
                <a:gd name="connsiteX2113" fmla="*/ 1683692 w 3283645"/>
                <a:gd name="connsiteY2113" fmla="*/ 820613 h 1449582"/>
                <a:gd name="connsiteX2114" fmla="*/ 1688894 w 3283645"/>
                <a:gd name="connsiteY2114" fmla="*/ 815271 h 1449582"/>
                <a:gd name="connsiteX2115" fmla="*/ 1694097 w 3283645"/>
                <a:gd name="connsiteY2115" fmla="*/ 815271 h 1449582"/>
                <a:gd name="connsiteX2116" fmla="*/ 1699299 w 3283645"/>
                <a:gd name="connsiteY2116" fmla="*/ 815271 h 1449582"/>
                <a:gd name="connsiteX2117" fmla="*/ 1704501 w 3283645"/>
                <a:gd name="connsiteY2117" fmla="*/ 810096 h 1449582"/>
                <a:gd name="connsiteX2118" fmla="*/ 1709703 w 3283645"/>
                <a:gd name="connsiteY2118" fmla="*/ 810096 h 1449582"/>
                <a:gd name="connsiteX2119" fmla="*/ 1714906 w 3283645"/>
                <a:gd name="connsiteY2119" fmla="*/ 810096 h 1449582"/>
                <a:gd name="connsiteX2120" fmla="*/ 1720108 w 3283645"/>
                <a:gd name="connsiteY2120" fmla="*/ 810096 h 1449582"/>
                <a:gd name="connsiteX2121" fmla="*/ 1720108 w 3283645"/>
                <a:gd name="connsiteY2121" fmla="*/ 799913 h 1449582"/>
                <a:gd name="connsiteX2122" fmla="*/ 1725310 w 3283645"/>
                <a:gd name="connsiteY2122" fmla="*/ 799913 h 1449582"/>
                <a:gd name="connsiteX2123" fmla="*/ 1730513 w 3283645"/>
                <a:gd name="connsiteY2123" fmla="*/ 799913 h 1449582"/>
                <a:gd name="connsiteX2124" fmla="*/ 1735715 w 3283645"/>
                <a:gd name="connsiteY2124" fmla="*/ 799913 h 1449582"/>
                <a:gd name="connsiteX2125" fmla="*/ 1740917 w 3283645"/>
                <a:gd name="connsiteY2125" fmla="*/ 789396 h 1449582"/>
                <a:gd name="connsiteX2126" fmla="*/ 1746119 w 3283645"/>
                <a:gd name="connsiteY2126" fmla="*/ 784221 h 1449582"/>
                <a:gd name="connsiteX2127" fmla="*/ 1751322 w 3283645"/>
                <a:gd name="connsiteY2127" fmla="*/ 779213 h 1449582"/>
                <a:gd name="connsiteX2128" fmla="*/ 1517506 w 3283645"/>
                <a:gd name="connsiteY2128" fmla="*/ 779213 h 1449582"/>
                <a:gd name="connsiteX2129" fmla="*/ 1522486 w 3283645"/>
                <a:gd name="connsiteY2129" fmla="*/ 779213 h 1449582"/>
                <a:gd name="connsiteX2130" fmla="*/ 1538090 w 3283645"/>
                <a:gd name="connsiteY2130" fmla="*/ 779213 h 1449582"/>
                <a:gd name="connsiteX2131" fmla="*/ 1538090 w 3283645"/>
                <a:gd name="connsiteY2131" fmla="*/ 784221 h 1449582"/>
                <a:gd name="connsiteX2132" fmla="*/ 1538090 w 3283645"/>
                <a:gd name="connsiteY2132" fmla="*/ 789396 h 1449582"/>
                <a:gd name="connsiteX2133" fmla="*/ 1538090 w 3283645"/>
                <a:gd name="connsiteY2133" fmla="*/ 794571 h 1449582"/>
                <a:gd name="connsiteX2134" fmla="*/ 1543070 w 3283645"/>
                <a:gd name="connsiteY2134" fmla="*/ 794571 h 1449582"/>
                <a:gd name="connsiteX2135" fmla="*/ 1543070 w 3283645"/>
                <a:gd name="connsiteY2135" fmla="*/ 804921 h 1449582"/>
                <a:gd name="connsiteX2136" fmla="*/ 1543070 w 3283645"/>
                <a:gd name="connsiteY2136" fmla="*/ 810096 h 1449582"/>
                <a:gd name="connsiteX2137" fmla="*/ 1543070 w 3283645"/>
                <a:gd name="connsiteY2137" fmla="*/ 815271 h 1449582"/>
                <a:gd name="connsiteX2138" fmla="*/ 1543070 w 3283645"/>
                <a:gd name="connsiteY2138" fmla="*/ 820613 h 1449582"/>
                <a:gd name="connsiteX2139" fmla="*/ 1543070 w 3283645"/>
                <a:gd name="connsiteY2139" fmla="*/ 825621 h 1449582"/>
                <a:gd name="connsiteX2140" fmla="*/ 1538090 w 3283645"/>
                <a:gd name="connsiteY2140" fmla="*/ 830796 h 1449582"/>
                <a:gd name="connsiteX2141" fmla="*/ 1522486 w 3283645"/>
                <a:gd name="connsiteY2141" fmla="*/ 835971 h 1449582"/>
                <a:gd name="connsiteX2142" fmla="*/ 1522486 w 3283645"/>
                <a:gd name="connsiteY2142" fmla="*/ 841146 h 1449582"/>
                <a:gd name="connsiteX2143" fmla="*/ 1517506 w 3283645"/>
                <a:gd name="connsiteY2143" fmla="*/ 835971 h 1449582"/>
                <a:gd name="connsiteX2144" fmla="*/ 1517506 w 3283645"/>
                <a:gd name="connsiteY2144" fmla="*/ 830796 h 1449582"/>
                <a:gd name="connsiteX2145" fmla="*/ 1517506 w 3283645"/>
                <a:gd name="connsiteY2145" fmla="*/ 825621 h 1449582"/>
                <a:gd name="connsiteX2146" fmla="*/ 1512194 w 3283645"/>
                <a:gd name="connsiteY2146" fmla="*/ 825621 h 1449582"/>
                <a:gd name="connsiteX2147" fmla="*/ 1517506 w 3283645"/>
                <a:gd name="connsiteY2147" fmla="*/ 815271 h 1449582"/>
                <a:gd name="connsiteX2148" fmla="*/ 1522486 w 3283645"/>
                <a:gd name="connsiteY2148" fmla="*/ 804921 h 1449582"/>
                <a:gd name="connsiteX2149" fmla="*/ 1522486 w 3283645"/>
                <a:gd name="connsiteY2149" fmla="*/ 799913 h 1449582"/>
                <a:gd name="connsiteX2150" fmla="*/ 1517506 w 3283645"/>
                <a:gd name="connsiteY2150" fmla="*/ 794571 h 1449582"/>
                <a:gd name="connsiteX2151" fmla="*/ 1517506 w 3283645"/>
                <a:gd name="connsiteY2151" fmla="*/ 789396 h 1449582"/>
                <a:gd name="connsiteX2152" fmla="*/ 1522486 w 3283645"/>
                <a:gd name="connsiteY2152" fmla="*/ 789396 h 1449582"/>
                <a:gd name="connsiteX2153" fmla="*/ 1522486 w 3283645"/>
                <a:gd name="connsiteY2153" fmla="*/ 784221 h 1449582"/>
                <a:gd name="connsiteX2154" fmla="*/ 1517506 w 3283645"/>
                <a:gd name="connsiteY2154" fmla="*/ 779213 h 1449582"/>
                <a:gd name="connsiteX2155" fmla="*/ 748704 w 3283645"/>
                <a:gd name="connsiteY2155" fmla="*/ 779213 h 1449582"/>
                <a:gd name="connsiteX2156" fmla="*/ 753837 w 3283645"/>
                <a:gd name="connsiteY2156" fmla="*/ 779213 h 1449582"/>
                <a:gd name="connsiteX2157" fmla="*/ 758969 w 3283645"/>
                <a:gd name="connsiteY2157" fmla="*/ 779213 h 1449582"/>
                <a:gd name="connsiteX2158" fmla="*/ 758969 w 3283645"/>
                <a:gd name="connsiteY2158" fmla="*/ 784181 h 1449582"/>
                <a:gd name="connsiteX2159" fmla="*/ 764101 w 3283645"/>
                <a:gd name="connsiteY2159" fmla="*/ 784181 h 1449582"/>
                <a:gd name="connsiteX2160" fmla="*/ 769234 w 3283645"/>
                <a:gd name="connsiteY2160" fmla="*/ 789314 h 1449582"/>
                <a:gd name="connsiteX2161" fmla="*/ 769234 w 3283645"/>
                <a:gd name="connsiteY2161" fmla="*/ 794448 h 1449582"/>
                <a:gd name="connsiteX2162" fmla="*/ 764101 w 3283645"/>
                <a:gd name="connsiteY2162" fmla="*/ 789314 h 1449582"/>
                <a:gd name="connsiteX2163" fmla="*/ 753837 w 3283645"/>
                <a:gd name="connsiteY2163" fmla="*/ 784181 h 1449582"/>
                <a:gd name="connsiteX2164" fmla="*/ 888313 w 3283645"/>
                <a:gd name="connsiteY2164" fmla="*/ 774037 h 1449582"/>
                <a:gd name="connsiteX2165" fmla="*/ 893683 w 3283645"/>
                <a:gd name="connsiteY2165" fmla="*/ 774037 h 1449582"/>
                <a:gd name="connsiteX2166" fmla="*/ 904088 w 3283645"/>
                <a:gd name="connsiteY2166" fmla="*/ 774037 h 1449582"/>
                <a:gd name="connsiteX2167" fmla="*/ 904088 w 3283645"/>
                <a:gd name="connsiteY2167" fmla="*/ 779408 h 1449582"/>
                <a:gd name="connsiteX2168" fmla="*/ 909123 w 3283645"/>
                <a:gd name="connsiteY2168" fmla="*/ 784444 h 1449582"/>
                <a:gd name="connsiteX2169" fmla="*/ 914493 w 3283645"/>
                <a:gd name="connsiteY2169" fmla="*/ 784444 h 1449582"/>
                <a:gd name="connsiteX2170" fmla="*/ 924898 w 3283645"/>
                <a:gd name="connsiteY2170" fmla="*/ 784444 h 1449582"/>
                <a:gd name="connsiteX2171" fmla="*/ 929932 w 3283645"/>
                <a:gd name="connsiteY2171" fmla="*/ 784444 h 1449582"/>
                <a:gd name="connsiteX2172" fmla="*/ 940504 w 3283645"/>
                <a:gd name="connsiteY2172" fmla="*/ 789648 h 1449582"/>
                <a:gd name="connsiteX2173" fmla="*/ 950741 w 3283645"/>
                <a:gd name="connsiteY2173" fmla="*/ 784444 h 1449582"/>
                <a:gd name="connsiteX2174" fmla="*/ 956111 w 3283645"/>
                <a:gd name="connsiteY2174" fmla="*/ 784444 h 1449582"/>
                <a:gd name="connsiteX2175" fmla="*/ 961313 w 3283645"/>
                <a:gd name="connsiteY2175" fmla="*/ 789648 h 1449582"/>
                <a:gd name="connsiteX2176" fmla="*/ 971550 w 3283645"/>
                <a:gd name="connsiteY2176" fmla="*/ 794851 h 1449582"/>
                <a:gd name="connsiteX2177" fmla="*/ 966515 w 3283645"/>
                <a:gd name="connsiteY2177" fmla="*/ 805259 h 1449582"/>
                <a:gd name="connsiteX2178" fmla="*/ 971550 w 3283645"/>
                <a:gd name="connsiteY2178" fmla="*/ 800223 h 1449582"/>
                <a:gd name="connsiteX2179" fmla="*/ 976920 w 3283645"/>
                <a:gd name="connsiteY2179" fmla="*/ 805259 h 1449582"/>
                <a:gd name="connsiteX2180" fmla="*/ 976920 w 3283645"/>
                <a:gd name="connsiteY2180" fmla="*/ 810462 h 1449582"/>
                <a:gd name="connsiteX2181" fmla="*/ 976920 w 3283645"/>
                <a:gd name="connsiteY2181" fmla="*/ 815666 h 1449582"/>
                <a:gd name="connsiteX2182" fmla="*/ 971550 w 3283645"/>
                <a:gd name="connsiteY2182" fmla="*/ 821037 h 1449582"/>
                <a:gd name="connsiteX2183" fmla="*/ 966515 w 3283645"/>
                <a:gd name="connsiteY2183" fmla="*/ 826073 h 1449582"/>
                <a:gd name="connsiteX2184" fmla="*/ 966515 w 3283645"/>
                <a:gd name="connsiteY2184" fmla="*/ 831277 h 1449582"/>
                <a:gd name="connsiteX2185" fmla="*/ 971550 w 3283645"/>
                <a:gd name="connsiteY2185" fmla="*/ 836480 h 1449582"/>
                <a:gd name="connsiteX2186" fmla="*/ 971550 w 3283645"/>
                <a:gd name="connsiteY2186" fmla="*/ 841684 h 1449582"/>
                <a:gd name="connsiteX2187" fmla="*/ 966515 w 3283645"/>
                <a:gd name="connsiteY2187" fmla="*/ 846887 h 1449582"/>
                <a:gd name="connsiteX2188" fmla="*/ 961313 w 3283645"/>
                <a:gd name="connsiteY2188" fmla="*/ 846887 h 1449582"/>
                <a:gd name="connsiteX2189" fmla="*/ 956111 w 3283645"/>
                <a:gd name="connsiteY2189" fmla="*/ 846887 h 1449582"/>
                <a:gd name="connsiteX2190" fmla="*/ 950741 w 3283645"/>
                <a:gd name="connsiteY2190" fmla="*/ 846887 h 1449582"/>
                <a:gd name="connsiteX2191" fmla="*/ 950741 w 3283645"/>
                <a:gd name="connsiteY2191" fmla="*/ 841684 h 1449582"/>
                <a:gd name="connsiteX2192" fmla="*/ 945706 w 3283645"/>
                <a:gd name="connsiteY2192" fmla="*/ 846887 h 1449582"/>
                <a:gd name="connsiteX2193" fmla="*/ 945706 w 3283645"/>
                <a:gd name="connsiteY2193" fmla="*/ 841684 h 1449582"/>
                <a:gd name="connsiteX2194" fmla="*/ 940504 w 3283645"/>
                <a:gd name="connsiteY2194" fmla="*/ 841684 h 1449582"/>
                <a:gd name="connsiteX2195" fmla="*/ 940504 w 3283645"/>
                <a:gd name="connsiteY2195" fmla="*/ 846887 h 1449582"/>
                <a:gd name="connsiteX2196" fmla="*/ 935302 w 3283645"/>
                <a:gd name="connsiteY2196" fmla="*/ 846887 h 1449582"/>
                <a:gd name="connsiteX2197" fmla="*/ 940504 w 3283645"/>
                <a:gd name="connsiteY2197" fmla="*/ 852091 h 1449582"/>
                <a:gd name="connsiteX2198" fmla="*/ 940504 w 3283645"/>
                <a:gd name="connsiteY2198" fmla="*/ 857295 h 1449582"/>
                <a:gd name="connsiteX2199" fmla="*/ 940504 w 3283645"/>
                <a:gd name="connsiteY2199" fmla="*/ 862498 h 1449582"/>
                <a:gd name="connsiteX2200" fmla="*/ 945706 w 3283645"/>
                <a:gd name="connsiteY2200" fmla="*/ 867702 h 1449582"/>
                <a:gd name="connsiteX2201" fmla="*/ 940504 w 3283645"/>
                <a:gd name="connsiteY2201" fmla="*/ 872905 h 1449582"/>
                <a:gd name="connsiteX2202" fmla="*/ 935302 w 3283645"/>
                <a:gd name="connsiteY2202" fmla="*/ 878109 h 1449582"/>
                <a:gd name="connsiteX2203" fmla="*/ 929932 w 3283645"/>
                <a:gd name="connsiteY2203" fmla="*/ 878109 h 1449582"/>
                <a:gd name="connsiteX2204" fmla="*/ 924898 w 3283645"/>
                <a:gd name="connsiteY2204" fmla="*/ 878109 h 1449582"/>
                <a:gd name="connsiteX2205" fmla="*/ 919695 w 3283645"/>
                <a:gd name="connsiteY2205" fmla="*/ 872905 h 1449582"/>
                <a:gd name="connsiteX2206" fmla="*/ 919695 w 3283645"/>
                <a:gd name="connsiteY2206" fmla="*/ 867702 h 1449582"/>
                <a:gd name="connsiteX2207" fmla="*/ 919695 w 3283645"/>
                <a:gd name="connsiteY2207" fmla="*/ 862498 h 1449582"/>
                <a:gd name="connsiteX2208" fmla="*/ 919695 w 3283645"/>
                <a:gd name="connsiteY2208" fmla="*/ 857295 h 1449582"/>
                <a:gd name="connsiteX2209" fmla="*/ 919695 w 3283645"/>
                <a:gd name="connsiteY2209" fmla="*/ 852091 h 1449582"/>
                <a:gd name="connsiteX2210" fmla="*/ 914493 w 3283645"/>
                <a:gd name="connsiteY2210" fmla="*/ 846887 h 1449582"/>
                <a:gd name="connsiteX2211" fmla="*/ 914493 w 3283645"/>
                <a:gd name="connsiteY2211" fmla="*/ 841684 h 1449582"/>
                <a:gd name="connsiteX2212" fmla="*/ 914493 w 3283645"/>
                <a:gd name="connsiteY2212" fmla="*/ 836480 h 1449582"/>
                <a:gd name="connsiteX2213" fmla="*/ 919695 w 3283645"/>
                <a:gd name="connsiteY2213" fmla="*/ 831277 h 1449582"/>
                <a:gd name="connsiteX2214" fmla="*/ 919695 w 3283645"/>
                <a:gd name="connsiteY2214" fmla="*/ 826073 h 1449582"/>
                <a:gd name="connsiteX2215" fmla="*/ 914493 w 3283645"/>
                <a:gd name="connsiteY2215" fmla="*/ 821037 h 1449582"/>
                <a:gd name="connsiteX2216" fmla="*/ 909123 w 3283645"/>
                <a:gd name="connsiteY2216" fmla="*/ 821037 h 1449582"/>
                <a:gd name="connsiteX2217" fmla="*/ 904088 w 3283645"/>
                <a:gd name="connsiteY2217" fmla="*/ 821037 h 1449582"/>
                <a:gd name="connsiteX2218" fmla="*/ 898886 w 3283645"/>
                <a:gd name="connsiteY2218" fmla="*/ 821037 h 1449582"/>
                <a:gd name="connsiteX2219" fmla="*/ 888313 w 3283645"/>
                <a:gd name="connsiteY2219" fmla="*/ 815666 h 1449582"/>
                <a:gd name="connsiteX2220" fmla="*/ 883279 w 3283645"/>
                <a:gd name="connsiteY2220" fmla="*/ 810462 h 1449582"/>
                <a:gd name="connsiteX2221" fmla="*/ 878076 w 3283645"/>
                <a:gd name="connsiteY2221" fmla="*/ 815666 h 1449582"/>
                <a:gd name="connsiteX2222" fmla="*/ 872874 w 3283645"/>
                <a:gd name="connsiteY2222" fmla="*/ 810462 h 1449582"/>
                <a:gd name="connsiteX2223" fmla="*/ 872874 w 3283645"/>
                <a:gd name="connsiteY2223" fmla="*/ 805259 h 1449582"/>
                <a:gd name="connsiteX2224" fmla="*/ 872874 w 3283645"/>
                <a:gd name="connsiteY2224" fmla="*/ 800223 h 1449582"/>
                <a:gd name="connsiteX2225" fmla="*/ 878076 w 3283645"/>
                <a:gd name="connsiteY2225" fmla="*/ 800223 h 1449582"/>
                <a:gd name="connsiteX2226" fmla="*/ 883279 w 3283645"/>
                <a:gd name="connsiteY2226" fmla="*/ 794851 h 1449582"/>
                <a:gd name="connsiteX2227" fmla="*/ 883279 w 3283645"/>
                <a:gd name="connsiteY2227" fmla="*/ 784444 h 1449582"/>
                <a:gd name="connsiteX2228" fmla="*/ 883279 w 3283645"/>
                <a:gd name="connsiteY2228" fmla="*/ 779408 h 1449582"/>
                <a:gd name="connsiteX2229" fmla="*/ 857682 w 3283645"/>
                <a:gd name="connsiteY2229" fmla="*/ 774037 h 1449582"/>
                <a:gd name="connsiteX2230" fmla="*/ 862897 w 3283645"/>
                <a:gd name="connsiteY2230" fmla="*/ 774037 h 1449582"/>
                <a:gd name="connsiteX2231" fmla="*/ 862897 w 3283645"/>
                <a:gd name="connsiteY2231" fmla="*/ 784428 h 1449582"/>
                <a:gd name="connsiteX2232" fmla="*/ 862897 w 3283645"/>
                <a:gd name="connsiteY2232" fmla="*/ 789623 h 1449582"/>
                <a:gd name="connsiteX2233" fmla="*/ 857682 w 3283645"/>
                <a:gd name="connsiteY2233" fmla="*/ 789623 h 1449582"/>
                <a:gd name="connsiteX2234" fmla="*/ 857682 w 3283645"/>
                <a:gd name="connsiteY2234" fmla="*/ 794819 h 1449582"/>
                <a:gd name="connsiteX2235" fmla="*/ 862897 w 3283645"/>
                <a:gd name="connsiteY2235" fmla="*/ 800182 h 1449582"/>
                <a:gd name="connsiteX2236" fmla="*/ 867943 w 3283645"/>
                <a:gd name="connsiteY2236" fmla="*/ 805210 h 1449582"/>
                <a:gd name="connsiteX2237" fmla="*/ 867943 w 3283645"/>
                <a:gd name="connsiteY2237" fmla="*/ 810405 h 1449582"/>
                <a:gd name="connsiteX2238" fmla="*/ 862897 w 3283645"/>
                <a:gd name="connsiteY2238" fmla="*/ 810405 h 1449582"/>
                <a:gd name="connsiteX2239" fmla="*/ 867943 w 3283645"/>
                <a:gd name="connsiteY2239" fmla="*/ 815601 h 1449582"/>
                <a:gd name="connsiteX2240" fmla="*/ 873325 w 3283645"/>
                <a:gd name="connsiteY2240" fmla="*/ 820964 h 1449582"/>
                <a:gd name="connsiteX2241" fmla="*/ 878541 w 3283645"/>
                <a:gd name="connsiteY2241" fmla="*/ 825992 h 1449582"/>
                <a:gd name="connsiteX2242" fmla="*/ 883757 w 3283645"/>
                <a:gd name="connsiteY2242" fmla="*/ 820964 h 1449582"/>
                <a:gd name="connsiteX2243" fmla="*/ 888803 w 3283645"/>
                <a:gd name="connsiteY2243" fmla="*/ 820964 h 1449582"/>
                <a:gd name="connsiteX2244" fmla="*/ 888803 w 3283645"/>
                <a:gd name="connsiteY2244" fmla="*/ 825992 h 1449582"/>
                <a:gd name="connsiteX2245" fmla="*/ 894186 w 3283645"/>
                <a:gd name="connsiteY2245" fmla="*/ 825992 h 1449582"/>
                <a:gd name="connsiteX2246" fmla="*/ 894186 w 3283645"/>
                <a:gd name="connsiteY2246" fmla="*/ 831187 h 1449582"/>
                <a:gd name="connsiteX2247" fmla="*/ 899400 w 3283645"/>
                <a:gd name="connsiteY2247" fmla="*/ 831187 h 1449582"/>
                <a:gd name="connsiteX2248" fmla="*/ 904615 w 3283645"/>
                <a:gd name="connsiteY2248" fmla="*/ 831187 h 1449582"/>
                <a:gd name="connsiteX2249" fmla="*/ 909662 w 3283645"/>
                <a:gd name="connsiteY2249" fmla="*/ 831187 h 1449582"/>
                <a:gd name="connsiteX2250" fmla="*/ 909662 w 3283645"/>
                <a:gd name="connsiteY2250" fmla="*/ 836383 h 1449582"/>
                <a:gd name="connsiteX2251" fmla="*/ 909662 w 3283645"/>
                <a:gd name="connsiteY2251" fmla="*/ 841578 h 1449582"/>
                <a:gd name="connsiteX2252" fmla="*/ 909662 w 3283645"/>
                <a:gd name="connsiteY2252" fmla="*/ 846774 h 1449582"/>
                <a:gd name="connsiteX2253" fmla="*/ 909662 w 3283645"/>
                <a:gd name="connsiteY2253" fmla="*/ 857165 h 1449582"/>
                <a:gd name="connsiteX2254" fmla="*/ 909662 w 3283645"/>
                <a:gd name="connsiteY2254" fmla="*/ 862360 h 1449582"/>
                <a:gd name="connsiteX2255" fmla="*/ 909662 w 3283645"/>
                <a:gd name="connsiteY2255" fmla="*/ 867555 h 1449582"/>
                <a:gd name="connsiteX2256" fmla="*/ 904615 w 3283645"/>
                <a:gd name="connsiteY2256" fmla="*/ 872751 h 1449582"/>
                <a:gd name="connsiteX2257" fmla="*/ 899400 w 3283645"/>
                <a:gd name="connsiteY2257" fmla="*/ 872751 h 1449582"/>
                <a:gd name="connsiteX2258" fmla="*/ 894186 w 3283645"/>
                <a:gd name="connsiteY2258" fmla="*/ 867555 h 1449582"/>
                <a:gd name="connsiteX2259" fmla="*/ 888803 w 3283645"/>
                <a:gd name="connsiteY2259" fmla="*/ 872751 h 1449582"/>
                <a:gd name="connsiteX2260" fmla="*/ 888803 w 3283645"/>
                <a:gd name="connsiteY2260" fmla="*/ 877946 h 1449582"/>
                <a:gd name="connsiteX2261" fmla="*/ 888803 w 3283645"/>
                <a:gd name="connsiteY2261" fmla="*/ 883142 h 1449582"/>
                <a:gd name="connsiteX2262" fmla="*/ 888803 w 3283645"/>
                <a:gd name="connsiteY2262" fmla="*/ 888337 h 1449582"/>
                <a:gd name="connsiteX2263" fmla="*/ 888803 w 3283645"/>
                <a:gd name="connsiteY2263" fmla="*/ 893533 h 1449582"/>
                <a:gd name="connsiteX2264" fmla="*/ 888803 w 3283645"/>
                <a:gd name="connsiteY2264" fmla="*/ 898728 h 1449582"/>
                <a:gd name="connsiteX2265" fmla="*/ 894186 w 3283645"/>
                <a:gd name="connsiteY2265" fmla="*/ 903924 h 1449582"/>
                <a:gd name="connsiteX2266" fmla="*/ 894186 w 3283645"/>
                <a:gd name="connsiteY2266" fmla="*/ 919510 h 1449582"/>
                <a:gd name="connsiteX2267" fmla="*/ 888803 w 3283645"/>
                <a:gd name="connsiteY2267" fmla="*/ 914315 h 1449582"/>
                <a:gd name="connsiteX2268" fmla="*/ 883757 w 3283645"/>
                <a:gd name="connsiteY2268" fmla="*/ 914315 h 1449582"/>
                <a:gd name="connsiteX2269" fmla="*/ 878541 w 3283645"/>
                <a:gd name="connsiteY2269" fmla="*/ 914315 h 1449582"/>
                <a:gd name="connsiteX2270" fmla="*/ 873325 w 3283645"/>
                <a:gd name="connsiteY2270" fmla="*/ 914315 h 1449582"/>
                <a:gd name="connsiteX2271" fmla="*/ 867943 w 3283645"/>
                <a:gd name="connsiteY2271" fmla="*/ 914315 h 1449582"/>
                <a:gd name="connsiteX2272" fmla="*/ 862897 w 3283645"/>
                <a:gd name="connsiteY2272" fmla="*/ 909119 h 1449582"/>
                <a:gd name="connsiteX2273" fmla="*/ 862897 w 3283645"/>
                <a:gd name="connsiteY2273" fmla="*/ 903924 h 1449582"/>
                <a:gd name="connsiteX2274" fmla="*/ 857682 w 3283645"/>
                <a:gd name="connsiteY2274" fmla="*/ 903924 h 1449582"/>
                <a:gd name="connsiteX2275" fmla="*/ 852467 w 3283645"/>
                <a:gd name="connsiteY2275" fmla="*/ 898728 h 1449582"/>
                <a:gd name="connsiteX2276" fmla="*/ 852467 w 3283645"/>
                <a:gd name="connsiteY2276" fmla="*/ 893533 h 1449582"/>
                <a:gd name="connsiteX2277" fmla="*/ 847085 w 3283645"/>
                <a:gd name="connsiteY2277" fmla="*/ 888337 h 1449582"/>
                <a:gd name="connsiteX2278" fmla="*/ 842038 w 3283645"/>
                <a:gd name="connsiteY2278" fmla="*/ 888337 h 1449582"/>
                <a:gd name="connsiteX2279" fmla="*/ 836823 w 3283645"/>
                <a:gd name="connsiteY2279" fmla="*/ 883142 h 1449582"/>
                <a:gd name="connsiteX2280" fmla="*/ 831608 w 3283645"/>
                <a:gd name="connsiteY2280" fmla="*/ 883142 h 1449582"/>
                <a:gd name="connsiteX2281" fmla="*/ 831608 w 3283645"/>
                <a:gd name="connsiteY2281" fmla="*/ 888337 h 1449582"/>
                <a:gd name="connsiteX2282" fmla="*/ 826393 w 3283645"/>
                <a:gd name="connsiteY2282" fmla="*/ 888337 h 1449582"/>
                <a:gd name="connsiteX2283" fmla="*/ 826393 w 3283645"/>
                <a:gd name="connsiteY2283" fmla="*/ 883142 h 1449582"/>
                <a:gd name="connsiteX2284" fmla="*/ 821179 w 3283645"/>
                <a:gd name="connsiteY2284" fmla="*/ 883142 h 1449582"/>
                <a:gd name="connsiteX2285" fmla="*/ 815964 w 3283645"/>
                <a:gd name="connsiteY2285" fmla="*/ 877946 h 1449582"/>
                <a:gd name="connsiteX2286" fmla="*/ 815964 w 3283645"/>
                <a:gd name="connsiteY2286" fmla="*/ 872751 h 1449582"/>
                <a:gd name="connsiteX2287" fmla="*/ 821179 w 3283645"/>
                <a:gd name="connsiteY2287" fmla="*/ 867555 h 1449582"/>
                <a:gd name="connsiteX2288" fmla="*/ 826393 w 3283645"/>
                <a:gd name="connsiteY2288" fmla="*/ 862360 h 1449582"/>
                <a:gd name="connsiteX2289" fmla="*/ 826393 w 3283645"/>
                <a:gd name="connsiteY2289" fmla="*/ 857165 h 1449582"/>
                <a:gd name="connsiteX2290" fmla="*/ 826393 w 3283645"/>
                <a:gd name="connsiteY2290" fmla="*/ 846774 h 1449582"/>
                <a:gd name="connsiteX2291" fmla="*/ 826393 w 3283645"/>
                <a:gd name="connsiteY2291" fmla="*/ 841578 h 1449582"/>
                <a:gd name="connsiteX2292" fmla="*/ 826393 w 3283645"/>
                <a:gd name="connsiteY2292" fmla="*/ 836383 h 1449582"/>
                <a:gd name="connsiteX2293" fmla="*/ 826393 w 3283645"/>
                <a:gd name="connsiteY2293" fmla="*/ 825992 h 1449582"/>
                <a:gd name="connsiteX2294" fmla="*/ 821179 w 3283645"/>
                <a:gd name="connsiteY2294" fmla="*/ 815601 h 1449582"/>
                <a:gd name="connsiteX2295" fmla="*/ 826393 w 3283645"/>
                <a:gd name="connsiteY2295" fmla="*/ 815601 h 1449582"/>
                <a:gd name="connsiteX2296" fmla="*/ 831608 w 3283645"/>
                <a:gd name="connsiteY2296" fmla="*/ 810405 h 1449582"/>
                <a:gd name="connsiteX2297" fmla="*/ 831608 w 3283645"/>
                <a:gd name="connsiteY2297" fmla="*/ 805210 h 1449582"/>
                <a:gd name="connsiteX2298" fmla="*/ 836823 w 3283645"/>
                <a:gd name="connsiteY2298" fmla="*/ 800182 h 1449582"/>
                <a:gd name="connsiteX2299" fmla="*/ 842038 w 3283645"/>
                <a:gd name="connsiteY2299" fmla="*/ 800182 h 1449582"/>
                <a:gd name="connsiteX2300" fmla="*/ 842038 w 3283645"/>
                <a:gd name="connsiteY2300" fmla="*/ 789623 h 1449582"/>
                <a:gd name="connsiteX2301" fmla="*/ 847085 w 3283645"/>
                <a:gd name="connsiteY2301" fmla="*/ 784428 h 1449582"/>
                <a:gd name="connsiteX2302" fmla="*/ 847085 w 3283645"/>
                <a:gd name="connsiteY2302" fmla="*/ 779400 h 1449582"/>
                <a:gd name="connsiteX2303" fmla="*/ 852467 w 3283645"/>
                <a:gd name="connsiteY2303" fmla="*/ 794819 h 1449582"/>
                <a:gd name="connsiteX2304" fmla="*/ 857682 w 3283645"/>
                <a:gd name="connsiteY2304" fmla="*/ 774037 h 1449582"/>
                <a:gd name="connsiteX2305" fmla="*/ 2010718 w 3283645"/>
                <a:gd name="connsiteY2305" fmla="*/ 768863 h 1449582"/>
                <a:gd name="connsiteX2306" fmla="*/ 2016091 w 3283645"/>
                <a:gd name="connsiteY2306" fmla="*/ 779425 h 1449582"/>
                <a:gd name="connsiteX2307" fmla="*/ 2010718 w 3283645"/>
                <a:gd name="connsiteY2307" fmla="*/ 789651 h 1449582"/>
                <a:gd name="connsiteX2308" fmla="*/ 2000475 w 3283645"/>
                <a:gd name="connsiteY2308" fmla="*/ 810439 h 1449582"/>
                <a:gd name="connsiteX2309" fmla="*/ 1989896 w 3283645"/>
                <a:gd name="connsiteY2309" fmla="*/ 836424 h 1449582"/>
                <a:gd name="connsiteX2310" fmla="*/ 1984859 w 3283645"/>
                <a:gd name="connsiteY2310" fmla="*/ 841621 h 1449582"/>
                <a:gd name="connsiteX2311" fmla="*/ 1974448 w 3283645"/>
                <a:gd name="connsiteY2311" fmla="*/ 852015 h 1449582"/>
                <a:gd name="connsiteX2312" fmla="*/ 1969074 w 3283645"/>
                <a:gd name="connsiteY2312" fmla="*/ 862409 h 1449582"/>
                <a:gd name="connsiteX2313" fmla="*/ 1948252 w 3283645"/>
                <a:gd name="connsiteY2313" fmla="*/ 872803 h 1449582"/>
                <a:gd name="connsiteX2314" fmla="*/ 1932804 w 3283645"/>
                <a:gd name="connsiteY2314" fmla="*/ 893591 h 1449582"/>
                <a:gd name="connsiteX2315" fmla="*/ 1927431 w 3283645"/>
                <a:gd name="connsiteY2315" fmla="*/ 898788 h 1449582"/>
                <a:gd name="connsiteX2316" fmla="*/ 1927431 w 3283645"/>
                <a:gd name="connsiteY2316" fmla="*/ 903985 h 1449582"/>
                <a:gd name="connsiteX2317" fmla="*/ 1922393 w 3283645"/>
                <a:gd name="connsiteY2317" fmla="*/ 898788 h 1449582"/>
                <a:gd name="connsiteX2318" fmla="*/ 1922393 w 3283645"/>
                <a:gd name="connsiteY2318" fmla="*/ 893591 h 1449582"/>
                <a:gd name="connsiteX2319" fmla="*/ 1922393 w 3283645"/>
                <a:gd name="connsiteY2319" fmla="*/ 872803 h 1449582"/>
                <a:gd name="connsiteX2320" fmla="*/ 1922393 w 3283645"/>
                <a:gd name="connsiteY2320" fmla="*/ 867606 h 1449582"/>
                <a:gd name="connsiteX2321" fmla="*/ 1927431 w 3283645"/>
                <a:gd name="connsiteY2321" fmla="*/ 867606 h 1449582"/>
                <a:gd name="connsiteX2322" fmla="*/ 1927431 w 3283645"/>
                <a:gd name="connsiteY2322" fmla="*/ 862409 h 1449582"/>
                <a:gd name="connsiteX2323" fmla="*/ 1932804 w 3283645"/>
                <a:gd name="connsiteY2323" fmla="*/ 852015 h 1449582"/>
                <a:gd name="connsiteX2324" fmla="*/ 1938009 w 3283645"/>
                <a:gd name="connsiteY2324" fmla="*/ 852015 h 1449582"/>
                <a:gd name="connsiteX2325" fmla="*/ 1943215 w 3283645"/>
                <a:gd name="connsiteY2325" fmla="*/ 846818 h 1449582"/>
                <a:gd name="connsiteX2326" fmla="*/ 1948252 w 3283645"/>
                <a:gd name="connsiteY2326" fmla="*/ 846818 h 1449582"/>
                <a:gd name="connsiteX2327" fmla="*/ 1958831 w 3283645"/>
                <a:gd name="connsiteY2327" fmla="*/ 846818 h 1449582"/>
                <a:gd name="connsiteX2328" fmla="*/ 1979653 w 3283645"/>
                <a:gd name="connsiteY2328" fmla="*/ 815636 h 1449582"/>
                <a:gd name="connsiteX2329" fmla="*/ 1984859 w 3283645"/>
                <a:gd name="connsiteY2329" fmla="*/ 815636 h 1449582"/>
                <a:gd name="connsiteX2330" fmla="*/ 1989896 w 3283645"/>
                <a:gd name="connsiteY2330" fmla="*/ 810439 h 1449582"/>
                <a:gd name="connsiteX2331" fmla="*/ 1989896 w 3283645"/>
                <a:gd name="connsiteY2331" fmla="*/ 805242 h 1449582"/>
                <a:gd name="connsiteX2332" fmla="*/ 1984859 w 3283645"/>
                <a:gd name="connsiteY2332" fmla="*/ 805242 h 1449582"/>
                <a:gd name="connsiteX2333" fmla="*/ 1979653 w 3283645"/>
                <a:gd name="connsiteY2333" fmla="*/ 805242 h 1449582"/>
                <a:gd name="connsiteX2334" fmla="*/ 1974448 w 3283645"/>
                <a:gd name="connsiteY2334" fmla="*/ 805242 h 1449582"/>
                <a:gd name="connsiteX2335" fmla="*/ 1969074 w 3283645"/>
                <a:gd name="connsiteY2335" fmla="*/ 800213 h 1449582"/>
                <a:gd name="connsiteX2336" fmla="*/ 1958831 w 3283645"/>
                <a:gd name="connsiteY2336" fmla="*/ 794848 h 1449582"/>
                <a:gd name="connsiteX2337" fmla="*/ 1953626 w 3283645"/>
                <a:gd name="connsiteY2337" fmla="*/ 794848 h 1449582"/>
                <a:gd name="connsiteX2338" fmla="*/ 1948252 w 3283645"/>
                <a:gd name="connsiteY2338" fmla="*/ 794848 h 1449582"/>
                <a:gd name="connsiteX2339" fmla="*/ 1943215 w 3283645"/>
                <a:gd name="connsiteY2339" fmla="*/ 784454 h 1449582"/>
                <a:gd name="connsiteX2340" fmla="*/ 1943215 w 3283645"/>
                <a:gd name="connsiteY2340" fmla="*/ 779425 h 1449582"/>
                <a:gd name="connsiteX2341" fmla="*/ 1953626 w 3283645"/>
                <a:gd name="connsiteY2341" fmla="*/ 784454 h 1449582"/>
                <a:gd name="connsiteX2342" fmla="*/ 1964037 w 3283645"/>
                <a:gd name="connsiteY2342" fmla="*/ 784454 h 1449582"/>
                <a:gd name="connsiteX2343" fmla="*/ 1969074 w 3283645"/>
                <a:gd name="connsiteY2343" fmla="*/ 784454 h 1449582"/>
                <a:gd name="connsiteX2344" fmla="*/ 1974448 w 3283645"/>
                <a:gd name="connsiteY2344" fmla="*/ 784454 h 1449582"/>
                <a:gd name="connsiteX2345" fmla="*/ 1974448 w 3283645"/>
                <a:gd name="connsiteY2345" fmla="*/ 779425 h 1449582"/>
                <a:gd name="connsiteX2346" fmla="*/ 1979653 w 3283645"/>
                <a:gd name="connsiteY2346" fmla="*/ 779425 h 1449582"/>
                <a:gd name="connsiteX2347" fmla="*/ 1989896 w 3283645"/>
                <a:gd name="connsiteY2347" fmla="*/ 779425 h 1449582"/>
                <a:gd name="connsiteX2348" fmla="*/ 1995269 w 3283645"/>
                <a:gd name="connsiteY2348" fmla="*/ 774060 h 1449582"/>
                <a:gd name="connsiteX2349" fmla="*/ 2005680 w 3283645"/>
                <a:gd name="connsiteY2349" fmla="*/ 774060 h 1449582"/>
                <a:gd name="connsiteX2350" fmla="*/ 2010718 w 3283645"/>
                <a:gd name="connsiteY2350" fmla="*/ 768863 h 1449582"/>
                <a:gd name="connsiteX2351" fmla="*/ 1563822 w 3283645"/>
                <a:gd name="connsiteY2351" fmla="*/ 768863 h 1449582"/>
                <a:gd name="connsiteX2352" fmla="*/ 1568940 w 3283645"/>
                <a:gd name="connsiteY2352" fmla="*/ 768863 h 1449582"/>
                <a:gd name="connsiteX2353" fmla="*/ 1568940 w 3283645"/>
                <a:gd name="connsiteY2353" fmla="*/ 774078 h 1449582"/>
                <a:gd name="connsiteX2354" fmla="*/ 1568940 w 3283645"/>
                <a:gd name="connsiteY2354" fmla="*/ 779462 h 1449582"/>
                <a:gd name="connsiteX2355" fmla="*/ 1568940 w 3283645"/>
                <a:gd name="connsiteY2355" fmla="*/ 784509 h 1449582"/>
                <a:gd name="connsiteX2356" fmla="*/ 1563822 w 3283645"/>
                <a:gd name="connsiteY2356" fmla="*/ 789724 h 1449582"/>
                <a:gd name="connsiteX2357" fmla="*/ 1563822 w 3283645"/>
                <a:gd name="connsiteY2357" fmla="*/ 794939 h 1449582"/>
                <a:gd name="connsiteX2358" fmla="*/ 1563822 w 3283645"/>
                <a:gd name="connsiteY2358" fmla="*/ 800323 h 1449582"/>
                <a:gd name="connsiteX2359" fmla="*/ 1563822 w 3283645"/>
                <a:gd name="connsiteY2359" fmla="*/ 805370 h 1449582"/>
                <a:gd name="connsiteX2360" fmla="*/ 1563822 w 3283645"/>
                <a:gd name="connsiteY2360" fmla="*/ 815800 h 1449582"/>
                <a:gd name="connsiteX2361" fmla="*/ 1563822 w 3283645"/>
                <a:gd name="connsiteY2361" fmla="*/ 821184 h 1449582"/>
                <a:gd name="connsiteX2362" fmla="*/ 1558868 w 3283645"/>
                <a:gd name="connsiteY2362" fmla="*/ 821184 h 1449582"/>
                <a:gd name="connsiteX2363" fmla="*/ 1558868 w 3283645"/>
                <a:gd name="connsiteY2363" fmla="*/ 810585 h 1449582"/>
                <a:gd name="connsiteX2364" fmla="*/ 1558868 w 3283645"/>
                <a:gd name="connsiteY2364" fmla="*/ 800323 h 1449582"/>
                <a:gd name="connsiteX2365" fmla="*/ 1558868 w 3283645"/>
                <a:gd name="connsiteY2365" fmla="*/ 789724 h 1449582"/>
                <a:gd name="connsiteX2366" fmla="*/ 1558868 w 3283645"/>
                <a:gd name="connsiteY2366" fmla="*/ 784509 h 1449582"/>
                <a:gd name="connsiteX2367" fmla="*/ 1553584 w 3283645"/>
                <a:gd name="connsiteY2367" fmla="*/ 784509 h 1449582"/>
                <a:gd name="connsiteX2368" fmla="*/ 1553584 w 3283645"/>
                <a:gd name="connsiteY2368" fmla="*/ 779462 h 1449582"/>
                <a:gd name="connsiteX2369" fmla="*/ 1553584 w 3283645"/>
                <a:gd name="connsiteY2369" fmla="*/ 774078 h 1449582"/>
                <a:gd name="connsiteX2370" fmla="*/ 1563822 w 3283645"/>
                <a:gd name="connsiteY2370" fmla="*/ 774078 h 1449582"/>
                <a:gd name="connsiteX2371" fmla="*/ 1563822 w 3283645"/>
                <a:gd name="connsiteY2371" fmla="*/ 768863 h 1449582"/>
                <a:gd name="connsiteX2372" fmla="*/ 1418432 w 3283645"/>
                <a:gd name="connsiteY2372" fmla="*/ 763687 h 1449582"/>
                <a:gd name="connsiteX2373" fmla="*/ 1423658 w 3283645"/>
                <a:gd name="connsiteY2373" fmla="*/ 763687 h 1449582"/>
                <a:gd name="connsiteX2374" fmla="*/ 1428883 w 3283645"/>
                <a:gd name="connsiteY2374" fmla="*/ 768844 h 1449582"/>
                <a:gd name="connsiteX2375" fmla="*/ 1434278 w 3283645"/>
                <a:gd name="connsiteY2375" fmla="*/ 768844 h 1449582"/>
                <a:gd name="connsiteX2376" fmla="*/ 1439335 w 3283645"/>
                <a:gd name="connsiteY2376" fmla="*/ 768844 h 1449582"/>
                <a:gd name="connsiteX2377" fmla="*/ 1444560 w 3283645"/>
                <a:gd name="connsiteY2377" fmla="*/ 768844 h 1449582"/>
                <a:gd name="connsiteX2378" fmla="*/ 1449785 w 3283645"/>
                <a:gd name="connsiteY2378" fmla="*/ 768844 h 1449582"/>
                <a:gd name="connsiteX2379" fmla="*/ 1455180 w 3283645"/>
                <a:gd name="connsiteY2379" fmla="*/ 768844 h 1449582"/>
                <a:gd name="connsiteX2380" fmla="*/ 1455180 w 3283645"/>
                <a:gd name="connsiteY2380" fmla="*/ 763687 h 1449582"/>
                <a:gd name="connsiteX2381" fmla="*/ 1460237 w 3283645"/>
                <a:gd name="connsiteY2381" fmla="*/ 774000 h 1449582"/>
                <a:gd name="connsiteX2382" fmla="*/ 1460237 w 3283645"/>
                <a:gd name="connsiteY2382" fmla="*/ 779323 h 1449582"/>
                <a:gd name="connsiteX2383" fmla="*/ 1460237 w 3283645"/>
                <a:gd name="connsiteY2383" fmla="*/ 784313 h 1449582"/>
                <a:gd name="connsiteX2384" fmla="*/ 1460237 w 3283645"/>
                <a:gd name="connsiteY2384" fmla="*/ 789470 h 1449582"/>
                <a:gd name="connsiteX2385" fmla="*/ 1465463 w 3283645"/>
                <a:gd name="connsiteY2385" fmla="*/ 794627 h 1449582"/>
                <a:gd name="connsiteX2386" fmla="*/ 1465463 w 3283645"/>
                <a:gd name="connsiteY2386" fmla="*/ 799950 h 1449582"/>
                <a:gd name="connsiteX2387" fmla="*/ 1460237 w 3283645"/>
                <a:gd name="connsiteY2387" fmla="*/ 799950 h 1449582"/>
                <a:gd name="connsiteX2388" fmla="*/ 1460237 w 3283645"/>
                <a:gd name="connsiteY2388" fmla="*/ 804940 h 1449582"/>
                <a:gd name="connsiteX2389" fmla="*/ 1455180 w 3283645"/>
                <a:gd name="connsiteY2389" fmla="*/ 810097 h 1449582"/>
                <a:gd name="connsiteX2390" fmla="*/ 1455180 w 3283645"/>
                <a:gd name="connsiteY2390" fmla="*/ 804940 h 1449582"/>
                <a:gd name="connsiteX2391" fmla="*/ 1455180 w 3283645"/>
                <a:gd name="connsiteY2391" fmla="*/ 799950 h 1449582"/>
                <a:gd name="connsiteX2392" fmla="*/ 1449785 w 3283645"/>
                <a:gd name="connsiteY2392" fmla="*/ 794627 h 1449582"/>
                <a:gd name="connsiteX2393" fmla="*/ 1444560 w 3283645"/>
                <a:gd name="connsiteY2393" fmla="*/ 799950 h 1449582"/>
                <a:gd name="connsiteX2394" fmla="*/ 1444560 w 3283645"/>
                <a:gd name="connsiteY2394" fmla="*/ 789470 h 1449582"/>
                <a:gd name="connsiteX2395" fmla="*/ 1444560 w 3283645"/>
                <a:gd name="connsiteY2395" fmla="*/ 784313 h 1449582"/>
                <a:gd name="connsiteX2396" fmla="*/ 1434278 w 3283645"/>
                <a:gd name="connsiteY2396" fmla="*/ 779323 h 1449582"/>
                <a:gd name="connsiteX2397" fmla="*/ 1428883 w 3283645"/>
                <a:gd name="connsiteY2397" fmla="*/ 779323 h 1449582"/>
                <a:gd name="connsiteX2398" fmla="*/ 1428883 w 3283645"/>
                <a:gd name="connsiteY2398" fmla="*/ 784313 h 1449582"/>
                <a:gd name="connsiteX2399" fmla="*/ 1423658 w 3283645"/>
                <a:gd name="connsiteY2399" fmla="*/ 784313 h 1449582"/>
                <a:gd name="connsiteX2400" fmla="*/ 1418432 w 3283645"/>
                <a:gd name="connsiteY2400" fmla="*/ 784313 h 1449582"/>
                <a:gd name="connsiteX2401" fmla="*/ 1407981 w 3283645"/>
                <a:gd name="connsiteY2401" fmla="*/ 774000 h 1449582"/>
                <a:gd name="connsiteX2402" fmla="*/ 1413375 w 3283645"/>
                <a:gd name="connsiteY2402" fmla="*/ 774000 h 1449582"/>
                <a:gd name="connsiteX2403" fmla="*/ 1418432 w 3283645"/>
                <a:gd name="connsiteY2403" fmla="*/ 768844 h 1449582"/>
                <a:gd name="connsiteX2404" fmla="*/ 1418432 w 3283645"/>
                <a:gd name="connsiteY2404" fmla="*/ 763687 h 1449582"/>
                <a:gd name="connsiteX2405" fmla="*/ 1397467 w 3283645"/>
                <a:gd name="connsiteY2405" fmla="*/ 763687 h 1449582"/>
                <a:gd name="connsiteX2406" fmla="*/ 1407814 w 3283645"/>
                <a:gd name="connsiteY2406" fmla="*/ 763687 h 1449582"/>
                <a:gd name="connsiteX2407" fmla="*/ 1402641 w 3283645"/>
                <a:gd name="connsiteY2407" fmla="*/ 768700 h 1449582"/>
                <a:gd name="connsiteX2408" fmla="*/ 1397467 w 3283645"/>
                <a:gd name="connsiteY2408" fmla="*/ 768700 h 1449582"/>
                <a:gd name="connsiteX2409" fmla="*/ 2462767 w 3283645"/>
                <a:gd name="connsiteY2409" fmla="*/ 752963 h 1449582"/>
                <a:gd name="connsiteX2410" fmla="*/ 2467972 w 3283645"/>
                <a:gd name="connsiteY2410" fmla="*/ 758345 h 1449582"/>
                <a:gd name="connsiteX2411" fmla="*/ 2462767 w 3283645"/>
                <a:gd name="connsiteY2411" fmla="*/ 758345 h 1449582"/>
                <a:gd name="connsiteX2412" fmla="*/ 2462767 w 3283645"/>
                <a:gd name="connsiteY2412" fmla="*/ 752963 h 1449582"/>
                <a:gd name="connsiteX2413" fmla="*/ 1589948 w 3283645"/>
                <a:gd name="connsiteY2413" fmla="*/ 748162 h 1449582"/>
                <a:gd name="connsiteX2414" fmla="*/ 1595159 w 3283645"/>
                <a:gd name="connsiteY2414" fmla="*/ 753369 h 1449582"/>
                <a:gd name="connsiteX2415" fmla="*/ 1600538 w 3283645"/>
                <a:gd name="connsiteY2415" fmla="*/ 758743 h 1449582"/>
                <a:gd name="connsiteX2416" fmla="*/ 1605580 w 3283645"/>
                <a:gd name="connsiteY2416" fmla="*/ 758743 h 1449582"/>
                <a:gd name="connsiteX2417" fmla="*/ 1610791 w 3283645"/>
                <a:gd name="connsiteY2417" fmla="*/ 758743 h 1449582"/>
                <a:gd name="connsiteX2418" fmla="*/ 1616001 w 3283645"/>
                <a:gd name="connsiteY2418" fmla="*/ 753369 h 1449582"/>
                <a:gd name="connsiteX2419" fmla="*/ 1616001 w 3283645"/>
                <a:gd name="connsiteY2419" fmla="*/ 758743 h 1449582"/>
                <a:gd name="connsiteX2420" fmla="*/ 1626423 w 3283645"/>
                <a:gd name="connsiteY2420" fmla="*/ 763782 h 1449582"/>
                <a:gd name="connsiteX2421" fmla="*/ 1631633 w 3283645"/>
                <a:gd name="connsiteY2421" fmla="*/ 763782 h 1449582"/>
                <a:gd name="connsiteX2422" fmla="*/ 1636844 w 3283645"/>
                <a:gd name="connsiteY2422" fmla="*/ 758743 h 1449582"/>
                <a:gd name="connsiteX2423" fmla="*/ 1636844 w 3283645"/>
                <a:gd name="connsiteY2423" fmla="*/ 753369 h 1449582"/>
                <a:gd name="connsiteX2424" fmla="*/ 1642221 w 3283645"/>
                <a:gd name="connsiteY2424" fmla="*/ 753369 h 1449582"/>
                <a:gd name="connsiteX2425" fmla="*/ 1647096 w 3283645"/>
                <a:gd name="connsiteY2425" fmla="*/ 753369 h 1449582"/>
                <a:gd name="connsiteX2426" fmla="*/ 1652306 w 3283645"/>
                <a:gd name="connsiteY2426" fmla="*/ 758743 h 1449582"/>
                <a:gd name="connsiteX2427" fmla="*/ 1662728 w 3283645"/>
                <a:gd name="connsiteY2427" fmla="*/ 753369 h 1449582"/>
                <a:gd name="connsiteX2428" fmla="*/ 1667938 w 3283645"/>
                <a:gd name="connsiteY2428" fmla="*/ 758743 h 1449582"/>
                <a:gd name="connsiteX2429" fmla="*/ 1673149 w 3283645"/>
                <a:gd name="connsiteY2429" fmla="*/ 763782 h 1449582"/>
                <a:gd name="connsiteX2430" fmla="*/ 1673149 w 3283645"/>
                <a:gd name="connsiteY2430" fmla="*/ 768989 h 1449582"/>
                <a:gd name="connsiteX2431" fmla="*/ 1662728 w 3283645"/>
                <a:gd name="connsiteY2431" fmla="*/ 768989 h 1449582"/>
                <a:gd name="connsiteX2432" fmla="*/ 1662728 w 3283645"/>
                <a:gd name="connsiteY2432" fmla="*/ 779571 h 1449582"/>
                <a:gd name="connsiteX2433" fmla="*/ 1662728 w 3283645"/>
                <a:gd name="connsiteY2433" fmla="*/ 784609 h 1449582"/>
                <a:gd name="connsiteX2434" fmla="*/ 1657517 w 3283645"/>
                <a:gd name="connsiteY2434" fmla="*/ 784609 h 1449582"/>
                <a:gd name="connsiteX2435" fmla="*/ 1657517 w 3283645"/>
                <a:gd name="connsiteY2435" fmla="*/ 795023 h 1449582"/>
                <a:gd name="connsiteX2436" fmla="*/ 1652306 w 3283645"/>
                <a:gd name="connsiteY2436" fmla="*/ 800398 h 1449582"/>
                <a:gd name="connsiteX2437" fmla="*/ 1647096 w 3283645"/>
                <a:gd name="connsiteY2437" fmla="*/ 810643 h 1449582"/>
                <a:gd name="connsiteX2438" fmla="*/ 1647096 w 3283645"/>
                <a:gd name="connsiteY2438" fmla="*/ 815850 h 1449582"/>
                <a:gd name="connsiteX2439" fmla="*/ 1642221 w 3283645"/>
                <a:gd name="connsiteY2439" fmla="*/ 815850 h 1449582"/>
                <a:gd name="connsiteX2440" fmla="*/ 1631633 w 3283645"/>
                <a:gd name="connsiteY2440" fmla="*/ 815850 h 1449582"/>
                <a:gd name="connsiteX2441" fmla="*/ 1621380 w 3283645"/>
                <a:gd name="connsiteY2441" fmla="*/ 826264 h 1449582"/>
                <a:gd name="connsiteX2442" fmla="*/ 1616001 w 3283645"/>
                <a:gd name="connsiteY2442" fmla="*/ 836677 h 1449582"/>
                <a:gd name="connsiteX2443" fmla="*/ 1616001 w 3283645"/>
                <a:gd name="connsiteY2443" fmla="*/ 841884 h 1449582"/>
                <a:gd name="connsiteX2444" fmla="*/ 1600538 w 3283645"/>
                <a:gd name="connsiteY2444" fmla="*/ 841884 h 1449582"/>
                <a:gd name="connsiteX2445" fmla="*/ 1595159 w 3283645"/>
                <a:gd name="connsiteY2445" fmla="*/ 841884 h 1449582"/>
                <a:gd name="connsiteX2446" fmla="*/ 1589948 w 3283645"/>
                <a:gd name="connsiteY2446" fmla="*/ 826264 h 1449582"/>
                <a:gd name="connsiteX2447" fmla="*/ 1579695 w 3283645"/>
                <a:gd name="connsiteY2447" fmla="*/ 821225 h 1449582"/>
                <a:gd name="connsiteX2448" fmla="*/ 1574316 w 3283645"/>
                <a:gd name="connsiteY2448" fmla="*/ 821225 h 1449582"/>
                <a:gd name="connsiteX2449" fmla="*/ 1569105 w 3283645"/>
                <a:gd name="connsiteY2449" fmla="*/ 821225 h 1449582"/>
                <a:gd name="connsiteX2450" fmla="*/ 1569105 w 3283645"/>
                <a:gd name="connsiteY2450" fmla="*/ 815850 h 1449582"/>
                <a:gd name="connsiteX2451" fmla="*/ 1569105 w 3283645"/>
                <a:gd name="connsiteY2451" fmla="*/ 805436 h 1449582"/>
                <a:gd name="connsiteX2452" fmla="*/ 1569105 w 3283645"/>
                <a:gd name="connsiteY2452" fmla="*/ 800398 h 1449582"/>
                <a:gd name="connsiteX2453" fmla="*/ 1574316 w 3283645"/>
                <a:gd name="connsiteY2453" fmla="*/ 795023 h 1449582"/>
                <a:gd name="connsiteX2454" fmla="*/ 1579695 w 3283645"/>
                <a:gd name="connsiteY2454" fmla="*/ 789816 h 1449582"/>
                <a:gd name="connsiteX2455" fmla="*/ 1579695 w 3283645"/>
                <a:gd name="connsiteY2455" fmla="*/ 784609 h 1449582"/>
                <a:gd name="connsiteX2456" fmla="*/ 1579695 w 3283645"/>
                <a:gd name="connsiteY2456" fmla="*/ 779571 h 1449582"/>
                <a:gd name="connsiteX2457" fmla="*/ 1579695 w 3283645"/>
                <a:gd name="connsiteY2457" fmla="*/ 774196 h 1449582"/>
                <a:gd name="connsiteX2458" fmla="*/ 1579695 w 3283645"/>
                <a:gd name="connsiteY2458" fmla="*/ 768989 h 1449582"/>
                <a:gd name="connsiteX2459" fmla="*/ 1579695 w 3283645"/>
                <a:gd name="connsiteY2459" fmla="*/ 763782 h 1449582"/>
                <a:gd name="connsiteX2460" fmla="*/ 1584738 w 3283645"/>
                <a:gd name="connsiteY2460" fmla="*/ 753369 h 1449582"/>
                <a:gd name="connsiteX2461" fmla="*/ 1589948 w 3283645"/>
                <a:gd name="connsiteY2461" fmla="*/ 753369 h 1449582"/>
                <a:gd name="connsiteX2462" fmla="*/ 1589948 w 3283645"/>
                <a:gd name="connsiteY2462" fmla="*/ 748162 h 1449582"/>
                <a:gd name="connsiteX2463" fmla="*/ 2498703 w 3283645"/>
                <a:gd name="connsiteY2463" fmla="*/ 742987 h 1449582"/>
                <a:gd name="connsiteX2464" fmla="*/ 2503856 w 3283645"/>
                <a:gd name="connsiteY2464" fmla="*/ 742987 h 1449582"/>
                <a:gd name="connsiteX2465" fmla="*/ 2509009 w 3283645"/>
                <a:gd name="connsiteY2465" fmla="*/ 742987 h 1449582"/>
                <a:gd name="connsiteX2466" fmla="*/ 2514328 w 3283645"/>
                <a:gd name="connsiteY2466" fmla="*/ 742987 h 1449582"/>
                <a:gd name="connsiteX2467" fmla="*/ 2514328 w 3283645"/>
                <a:gd name="connsiteY2467" fmla="*/ 748219 h 1449582"/>
                <a:gd name="connsiteX2468" fmla="*/ 2519315 w 3283645"/>
                <a:gd name="connsiteY2468" fmla="*/ 748219 h 1449582"/>
                <a:gd name="connsiteX2469" fmla="*/ 2524468 w 3283645"/>
                <a:gd name="connsiteY2469" fmla="*/ 748219 h 1449582"/>
                <a:gd name="connsiteX2470" fmla="*/ 2524468 w 3283645"/>
                <a:gd name="connsiteY2470" fmla="*/ 742987 h 1449582"/>
                <a:gd name="connsiteX2471" fmla="*/ 2529621 w 3283645"/>
                <a:gd name="connsiteY2471" fmla="*/ 742987 h 1449582"/>
                <a:gd name="connsiteX2472" fmla="*/ 2534940 w 3283645"/>
                <a:gd name="connsiteY2472" fmla="*/ 742987 h 1449582"/>
                <a:gd name="connsiteX2473" fmla="*/ 2534940 w 3283645"/>
                <a:gd name="connsiteY2473" fmla="*/ 748219 h 1449582"/>
                <a:gd name="connsiteX2474" fmla="*/ 2534940 w 3283645"/>
                <a:gd name="connsiteY2474" fmla="*/ 753452 h 1449582"/>
                <a:gd name="connsiteX2475" fmla="*/ 2534940 w 3283645"/>
                <a:gd name="connsiteY2475" fmla="*/ 758853 h 1449582"/>
                <a:gd name="connsiteX2476" fmla="*/ 2529621 w 3283645"/>
                <a:gd name="connsiteY2476" fmla="*/ 763917 h 1449582"/>
                <a:gd name="connsiteX2477" fmla="*/ 2524468 w 3283645"/>
                <a:gd name="connsiteY2477" fmla="*/ 763917 h 1449582"/>
                <a:gd name="connsiteX2478" fmla="*/ 2519315 w 3283645"/>
                <a:gd name="connsiteY2478" fmla="*/ 763917 h 1449582"/>
                <a:gd name="connsiteX2479" fmla="*/ 2519315 w 3283645"/>
                <a:gd name="connsiteY2479" fmla="*/ 769149 h 1449582"/>
                <a:gd name="connsiteX2480" fmla="*/ 2514328 w 3283645"/>
                <a:gd name="connsiteY2480" fmla="*/ 774382 h 1449582"/>
                <a:gd name="connsiteX2481" fmla="*/ 2509009 w 3283645"/>
                <a:gd name="connsiteY2481" fmla="*/ 774382 h 1449582"/>
                <a:gd name="connsiteX2482" fmla="*/ 2509009 w 3283645"/>
                <a:gd name="connsiteY2482" fmla="*/ 779783 h 1449582"/>
                <a:gd name="connsiteX2483" fmla="*/ 2503856 w 3283645"/>
                <a:gd name="connsiteY2483" fmla="*/ 774382 h 1449582"/>
                <a:gd name="connsiteX2484" fmla="*/ 2498703 w 3283645"/>
                <a:gd name="connsiteY2484" fmla="*/ 769149 h 1449582"/>
                <a:gd name="connsiteX2485" fmla="*/ 2498703 w 3283645"/>
                <a:gd name="connsiteY2485" fmla="*/ 763917 h 1449582"/>
                <a:gd name="connsiteX2486" fmla="*/ 2493716 w 3283645"/>
                <a:gd name="connsiteY2486" fmla="*/ 753452 h 1449582"/>
                <a:gd name="connsiteX2487" fmla="*/ 2493716 w 3283645"/>
                <a:gd name="connsiteY2487" fmla="*/ 748219 h 1449582"/>
                <a:gd name="connsiteX2488" fmla="*/ 2498703 w 3283645"/>
                <a:gd name="connsiteY2488" fmla="*/ 742987 h 1449582"/>
                <a:gd name="connsiteX2489" fmla="*/ 1881128 w 3283645"/>
                <a:gd name="connsiteY2489" fmla="*/ 742987 h 1449582"/>
                <a:gd name="connsiteX2490" fmla="*/ 1886326 w 3283645"/>
                <a:gd name="connsiteY2490" fmla="*/ 742987 h 1449582"/>
                <a:gd name="connsiteX2491" fmla="*/ 1891525 w 3283645"/>
                <a:gd name="connsiteY2491" fmla="*/ 748189 h 1449582"/>
                <a:gd name="connsiteX2492" fmla="*/ 1891525 w 3283645"/>
                <a:gd name="connsiteY2492" fmla="*/ 742987 h 1449582"/>
                <a:gd name="connsiteX2493" fmla="*/ 1896723 w 3283645"/>
                <a:gd name="connsiteY2493" fmla="*/ 742987 h 1449582"/>
                <a:gd name="connsiteX2494" fmla="*/ 1901922 w 3283645"/>
                <a:gd name="connsiteY2494" fmla="*/ 742987 h 1449582"/>
                <a:gd name="connsiteX2495" fmla="*/ 1907120 w 3283645"/>
                <a:gd name="connsiteY2495" fmla="*/ 742987 h 1449582"/>
                <a:gd name="connsiteX2496" fmla="*/ 1917518 w 3283645"/>
                <a:gd name="connsiteY2496" fmla="*/ 748189 h 1449582"/>
                <a:gd name="connsiteX2497" fmla="*/ 1922716 w 3283645"/>
                <a:gd name="connsiteY2497" fmla="*/ 753391 h 1449582"/>
                <a:gd name="connsiteX2498" fmla="*/ 1927747 w 3283645"/>
                <a:gd name="connsiteY2498" fmla="*/ 758761 h 1449582"/>
                <a:gd name="connsiteX2499" fmla="*/ 1922716 w 3283645"/>
                <a:gd name="connsiteY2499" fmla="*/ 763796 h 1449582"/>
                <a:gd name="connsiteX2500" fmla="*/ 1922716 w 3283645"/>
                <a:gd name="connsiteY2500" fmla="*/ 768998 h 1449582"/>
                <a:gd name="connsiteX2501" fmla="*/ 1922716 w 3283645"/>
                <a:gd name="connsiteY2501" fmla="*/ 774200 h 1449582"/>
                <a:gd name="connsiteX2502" fmla="*/ 1927747 w 3283645"/>
                <a:gd name="connsiteY2502" fmla="*/ 779570 h 1449582"/>
                <a:gd name="connsiteX2503" fmla="*/ 1933113 w 3283645"/>
                <a:gd name="connsiteY2503" fmla="*/ 779570 h 1449582"/>
                <a:gd name="connsiteX2504" fmla="*/ 1943510 w 3283645"/>
                <a:gd name="connsiteY2504" fmla="*/ 800379 h 1449582"/>
                <a:gd name="connsiteX2505" fmla="*/ 1953907 w 3283645"/>
                <a:gd name="connsiteY2505" fmla="*/ 805414 h 1449582"/>
                <a:gd name="connsiteX2506" fmla="*/ 1959106 w 3283645"/>
                <a:gd name="connsiteY2506" fmla="*/ 805414 h 1449582"/>
                <a:gd name="connsiteX2507" fmla="*/ 1969335 w 3283645"/>
                <a:gd name="connsiteY2507" fmla="*/ 810616 h 1449582"/>
                <a:gd name="connsiteX2508" fmla="*/ 1974701 w 3283645"/>
                <a:gd name="connsiteY2508" fmla="*/ 810616 h 1449582"/>
                <a:gd name="connsiteX2509" fmla="*/ 1959106 w 3283645"/>
                <a:gd name="connsiteY2509" fmla="*/ 836627 h 1449582"/>
                <a:gd name="connsiteX2510" fmla="*/ 1948541 w 3283645"/>
                <a:gd name="connsiteY2510" fmla="*/ 836627 h 1449582"/>
                <a:gd name="connsiteX2511" fmla="*/ 1938312 w 3283645"/>
                <a:gd name="connsiteY2511" fmla="*/ 841830 h 1449582"/>
                <a:gd name="connsiteX2512" fmla="*/ 1933113 w 3283645"/>
                <a:gd name="connsiteY2512" fmla="*/ 841830 h 1449582"/>
                <a:gd name="connsiteX2513" fmla="*/ 1927747 w 3283645"/>
                <a:gd name="connsiteY2513" fmla="*/ 841830 h 1449582"/>
                <a:gd name="connsiteX2514" fmla="*/ 1927747 w 3283645"/>
                <a:gd name="connsiteY2514" fmla="*/ 847032 h 1449582"/>
                <a:gd name="connsiteX2515" fmla="*/ 1922716 w 3283645"/>
                <a:gd name="connsiteY2515" fmla="*/ 847032 h 1449582"/>
                <a:gd name="connsiteX2516" fmla="*/ 1917518 w 3283645"/>
                <a:gd name="connsiteY2516" fmla="*/ 841830 h 1449582"/>
                <a:gd name="connsiteX2517" fmla="*/ 1912151 w 3283645"/>
                <a:gd name="connsiteY2517" fmla="*/ 847032 h 1449582"/>
                <a:gd name="connsiteX2518" fmla="*/ 1907120 w 3283645"/>
                <a:gd name="connsiteY2518" fmla="*/ 852234 h 1449582"/>
                <a:gd name="connsiteX2519" fmla="*/ 1901922 w 3283645"/>
                <a:gd name="connsiteY2519" fmla="*/ 852234 h 1449582"/>
                <a:gd name="connsiteX2520" fmla="*/ 1896723 w 3283645"/>
                <a:gd name="connsiteY2520" fmla="*/ 852234 h 1449582"/>
                <a:gd name="connsiteX2521" fmla="*/ 1891525 w 3283645"/>
                <a:gd name="connsiteY2521" fmla="*/ 847032 h 1449582"/>
                <a:gd name="connsiteX2522" fmla="*/ 1886326 w 3283645"/>
                <a:gd name="connsiteY2522" fmla="*/ 841830 h 1449582"/>
                <a:gd name="connsiteX2523" fmla="*/ 1875929 w 3283645"/>
                <a:gd name="connsiteY2523" fmla="*/ 841830 h 1449582"/>
                <a:gd name="connsiteX2524" fmla="*/ 1875929 w 3283645"/>
                <a:gd name="connsiteY2524" fmla="*/ 836627 h 1449582"/>
                <a:gd name="connsiteX2525" fmla="*/ 1870731 w 3283645"/>
                <a:gd name="connsiteY2525" fmla="*/ 831425 h 1449582"/>
                <a:gd name="connsiteX2526" fmla="*/ 1865532 w 3283645"/>
                <a:gd name="connsiteY2526" fmla="*/ 826223 h 1449582"/>
                <a:gd name="connsiteX2527" fmla="*/ 1865532 w 3283645"/>
                <a:gd name="connsiteY2527" fmla="*/ 815818 h 1449582"/>
                <a:gd name="connsiteX2528" fmla="*/ 1860334 w 3283645"/>
                <a:gd name="connsiteY2528" fmla="*/ 810616 h 1449582"/>
                <a:gd name="connsiteX2529" fmla="*/ 1855135 w 3283645"/>
                <a:gd name="connsiteY2529" fmla="*/ 810616 h 1449582"/>
                <a:gd name="connsiteX2530" fmla="*/ 1855135 w 3283645"/>
                <a:gd name="connsiteY2530" fmla="*/ 805414 h 1449582"/>
                <a:gd name="connsiteX2531" fmla="*/ 1860334 w 3283645"/>
                <a:gd name="connsiteY2531" fmla="*/ 805414 h 1449582"/>
                <a:gd name="connsiteX2532" fmla="*/ 1860334 w 3283645"/>
                <a:gd name="connsiteY2532" fmla="*/ 800379 h 1449582"/>
                <a:gd name="connsiteX2533" fmla="*/ 1860334 w 3283645"/>
                <a:gd name="connsiteY2533" fmla="*/ 795009 h 1449582"/>
                <a:gd name="connsiteX2534" fmla="*/ 1860334 w 3283645"/>
                <a:gd name="connsiteY2534" fmla="*/ 789807 h 1449582"/>
                <a:gd name="connsiteX2535" fmla="*/ 1865532 w 3283645"/>
                <a:gd name="connsiteY2535" fmla="*/ 784605 h 1449582"/>
                <a:gd name="connsiteX2536" fmla="*/ 1870731 w 3283645"/>
                <a:gd name="connsiteY2536" fmla="*/ 779570 h 1449582"/>
                <a:gd name="connsiteX2537" fmla="*/ 1870731 w 3283645"/>
                <a:gd name="connsiteY2537" fmla="*/ 768998 h 1449582"/>
                <a:gd name="connsiteX2538" fmla="*/ 1870731 w 3283645"/>
                <a:gd name="connsiteY2538" fmla="*/ 763796 h 1449582"/>
                <a:gd name="connsiteX2539" fmla="*/ 1875929 w 3283645"/>
                <a:gd name="connsiteY2539" fmla="*/ 763796 h 1449582"/>
                <a:gd name="connsiteX2540" fmla="*/ 1881128 w 3283645"/>
                <a:gd name="connsiteY2540" fmla="*/ 758761 h 1449582"/>
                <a:gd name="connsiteX2541" fmla="*/ 1881128 w 3283645"/>
                <a:gd name="connsiteY2541" fmla="*/ 753391 h 1449582"/>
                <a:gd name="connsiteX2542" fmla="*/ 1881128 w 3283645"/>
                <a:gd name="connsiteY2542" fmla="*/ 748189 h 1449582"/>
                <a:gd name="connsiteX2543" fmla="*/ 753779 w 3283645"/>
                <a:gd name="connsiteY2543" fmla="*/ 742987 h 1449582"/>
                <a:gd name="connsiteX2544" fmla="*/ 758920 w 3283645"/>
                <a:gd name="connsiteY2544" fmla="*/ 742987 h 1449582"/>
                <a:gd name="connsiteX2545" fmla="*/ 764060 w 3283645"/>
                <a:gd name="connsiteY2545" fmla="*/ 742987 h 1449582"/>
                <a:gd name="connsiteX2546" fmla="*/ 764060 w 3283645"/>
                <a:gd name="connsiteY2546" fmla="*/ 753282 h 1449582"/>
                <a:gd name="connsiteX2547" fmla="*/ 764060 w 3283645"/>
                <a:gd name="connsiteY2547" fmla="*/ 768724 h 1449582"/>
                <a:gd name="connsiteX2548" fmla="*/ 764060 w 3283645"/>
                <a:gd name="connsiteY2548" fmla="*/ 773871 h 1449582"/>
                <a:gd name="connsiteX2549" fmla="*/ 758920 w 3283645"/>
                <a:gd name="connsiteY2549" fmla="*/ 768724 h 1449582"/>
                <a:gd name="connsiteX2550" fmla="*/ 753779 w 3283645"/>
                <a:gd name="connsiteY2550" fmla="*/ 768724 h 1449582"/>
                <a:gd name="connsiteX2551" fmla="*/ 748638 w 3283645"/>
                <a:gd name="connsiteY2551" fmla="*/ 768724 h 1449582"/>
                <a:gd name="connsiteX2552" fmla="*/ 743498 w 3283645"/>
                <a:gd name="connsiteY2552" fmla="*/ 768724 h 1449582"/>
                <a:gd name="connsiteX2553" fmla="*/ 738357 w 3283645"/>
                <a:gd name="connsiteY2553" fmla="*/ 763576 h 1449582"/>
                <a:gd name="connsiteX2554" fmla="*/ 738357 w 3283645"/>
                <a:gd name="connsiteY2554" fmla="*/ 758595 h 1449582"/>
                <a:gd name="connsiteX2555" fmla="*/ 743498 w 3283645"/>
                <a:gd name="connsiteY2555" fmla="*/ 748134 h 1449582"/>
                <a:gd name="connsiteX2556" fmla="*/ 753779 w 3283645"/>
                <a:gd name="connsiteY2556" fmla="*/ 742987 h 1449582"/>
                <a:gd name="connsiteX2557" fmla="*/ 1527933 w 3283645"/>
                <a:gd name="connsiteY2557" fmla="*/ 737812 h 1449582"/>
                <a:gd name="connsiteX2558" fmla="*/ 1538511 w 3283645"/>
                <a:gd name="connsiteY2558" fmla="*/ 737812 h 1449582"/>
                <a:gd name="connsiteX2559" fmla="*/ 1543547 w 3283645"/>
                <a:gd name="connsiteY2559" fmla="*/ 742820 h 1449582"/>
                <a:gd name="connsiteX2560" fmla="*/ 1548752 w 3283645"/>
                <a:gd name="connsiteY2560" fmla="*/ 753170 h 1449582"/>
                <a:gd name="connsiteX2561" fmla="*/ 1548752 w 3283645"/>
                <a:gd name="connsiteY2561" fmla="*/ 758512 h 1449582"/>
                <a:gd name="connsiteX2562" fmla="*/ 1553957 w 3283645"/>
                <a:gd name="connsiteY2562" fmla="*/ 758512 h 1449582"/>
                <a:gd name="connsiteX2563" fmla="*/ 1553957 w 3283645"/>
                <a:gd name="connsiteY2563" fmla="*/ 763520 h 1449582"/>
                <a:gd name="connsiteX2564" fmla="*/ 1559329 w 3283645"/>
                <a:gd name="connsiteY2564" fmla="*/ 763520 h 1449582"/>
                <a:gd name="connsiteX2565" fmla="*/ 1548752 w 3283645"/>
                <a:gd name="connsiteY2565" fmla="*/ 768695 h 1449582"/>
                <a:gd name="connsiteX2566" fmla="*/ 1543547 w 3283645"/>
                <a:gd name="connsiteY2566" fmla="*/ 768695 h 1449582"/>
                <a:gd name="connsiteX2567" fmla="*/ 1538511 w 3283645"/>
                <a:gd name="connsiteY2567" fmla="*/ 768695 h 1449582"/>
                <a:gd name="connsiteX2568" fmla="*/ 1533138 w 3283645"/>
                <a:gd name="connsiteY2568" fmla="*/ 768695 h 1449582"/>
                <a:gd name="connsiteX2569" fmla="*/ 1522729 w 3283645"/>
                <a:gd name="connsiteY2569" fmla="*/ 768695 h 1449582"/>
                <a:gd name="connsiteX2570" fmla="*/ 1517692 w 3283645"/>
                <a:gd name="connsiteY2570" fmla="*/ 768695 h 1449582"/>
                <a:gd name="connsiteX2571" fmla="*/ 1512319 w 3283645"/>
                <a:gd name="connsiteY2571" fmla="*/ 773870 h 1449582"/>
                <a:gd name="connsiteX2572" fmla="*/ 1507114 w 3283645"/>
                <a:gd name="connsiteY2572" fmla="*/ 779212 h 1449582"/>
                <a:gd name="connsiteX2573" fmla="*/ 1512319 w 3283645"/>
                <a:gd name="connsiteY2573" fmla="*/ 784220 h 1449582"/>
                <a:gd name="connsiteX2574" fmla="*/ 1507114 w 3283645"/>
                <a:gd name="connsiteY2574" fmla="*/ 784220 h 1449582"/>
                <a:gd name="connsiteX2575" fmla="*/ 1501910 w 3283645"/>
                <a:gd name="connsiteY2575" fmla="*/ 784220 h 1449582"/>
                <a:gd name="connsiteX2576" fmla="*/ 1496705 w 3283645"/>
                <a:gd name="connsiteY2576" fmla="*/ 784220 h 1449582"/>
                <a:gd name="connsiteX2577" fmla="*/ 1491500 w 3283645"/>
                <a:gd name="connsiteY2577" fmla="*/ 779212 h 1449582"/>
                <a:gd name="connsiteX2578" fmla="*/ 1496705 w 3283645"/>
                <a:gd name="connsiteY2578" fmla="*/ 773870 h 1449582"/>
                <a:gd name="connsiteX2579" fmla="*/ 1496705 w 3283645"/>
                <a:gd name="connsiteY2579" fmla="*/ 768695 h 1449582"/>
                <a:gd name="connsiteX2580" fmla="*/ 1501910 w 3283645"/>
                <a:gd name="connsiteY2580" fmla="*/ 763520 h 1449582"/>
                <a:gd name="connsiteX2581" fmla="*/ 1501910 w 3283645"/>
                <a:gd name="connsiteY2581" fmla="*/ 758512 h 1449582"/>
                <a:gd name="connsiteX2582" fmla="*/ 1507114 w 3283645"/>
                <a:gd name="connsiteY2582" fmla="*/ 758512 h 1449582"/>
                <a:gd name="connsiteX2583" fmla="*/ 1517692 w 3283645"/>
                <a:gd name="connsiteY2583" fmla="*/ 753170 h 1449582"/>
                <a:gd name="connsiteX2584" fmla="*/ 1517692 w 3283645"/>
                <a:gd name="connsiteY2584" fmla="*/ 747995 h 1449582"/>
                <a:gd name="connsiteX2585" fmla="*/ 1522729 w 3283645"/>
                <a:gd name="connsiteY2585" fmla="*/ 747995 h 1449582"/>
                <a:gd name="connsiteX2586" fmla="*/ 1527933 w 3283645"/>
                <a:gd name="connsiteY2586" fmla="*/ 747995 h 1449582"/>
                <a:gd name="connsiteX2587" fmla="*/ 1527933 w 3283645"/>
                <a:gd name="connsiteY2587" fmla="*/ 742820 h 1449582"/>
                <a:gd name="connsiteX2588" fmla="*/ 1527933 w 3283645"/>
                <a:gd name="connsiteY2588" fmla="*/ 737812 h 1449582"/>
                <a:gd name="connsiteX2589" fmla="*/ 2540179 w 3283645"/>
                <a:gd name="connsiteY2589" fmla="*/ 727462 h 1449582"/>
                <a:gd name="connsiteX2590" fmla="*/ 2545320 w 3283645"/>
                <a:gd name="connsiteY2590" fmla="*/ 727462 h 1449582"/>
                <a:gd name="connsiteX2591" fmla="*/ 2550460 w 3283645"/>
                <a:gd name="connsiteY2591" fmla="*/ 742820 h 1449582"/>
                <a:gd name="connsiteX2592" fmla="*/ 2550460 w 3283645"/>
                <a:gd name="connsiteY2592" fmla="*/ 747995 h 1449582"/>
                <a:gd name="connsiteX2593" fmla="*/ 2550460 w 3283645"/>
                <a:gd name="connsiteY2593" fmla="*/ 753170 h 1449582"/>
                <a:gd name="connsiteX2594" fmla="*/ 2550460 w 3283645"/>
                <a:gd name="connsiteY2594" fmla="*/ 758512 h 1449582"/>
                <a:gd name="connsiteX2595" fmla="*/ 2550460 w 3283645"/>
                <a:gd name="connsiteY2595" fmla="*/ 763520 h 1449582"/>
                <a:gd name="connsiteX2596" fmla="*/ 2540179 w 3283645"/>
                <a:gd name="connsiteY2596" fmla="*/ 773870 h 1449582"/>
                <a:gd name="connsiteX2597" fmla="*/ 2540179 w 3283645"/>
                <a:gd name="connsiteY2597" fmla="*/ 779212 h 1449582"/>
                <a:gd name="connsiteX2598" fmla="*/ 2529899 w 3283645"/>
                <a:gd name="connsiteY2598" fmla="*/ 784220 h 1449582"/>
                <a:gd name="connsiteX2599" fmla="*/ 2524758 w 3283645"/>
                <a:gd name="connsiteY2599" fmla="*/ 779212 h 1449582"/>
                <a:gd name="connsiteX2600" fmla="*/ 2529899 w 3283645"/>
                <a:gd name="connsiteY2600" fmla="*/ 773870 h 1449582"/>
                <a:gd name="connsiteX2601" fmla="*/ 2535205 w 3283645"/>
                <a:gd name="connsiteY2601" fmla="*/ 768695 h 1449582"/>
                <a:gd name="connsiteX2602" fmla="*/ 2540179 w 3283645"/>
                <a:gd name="connsiteY2602" fmla="*/ 768695 h 1449582"/>
                <a:gd name="connsiteX2603" fmla="*/ 2540179 w 3283645"/>
                <a:gd name="connsiteY2603" fmla="*/ 763520 h 1449582"/>
                <a:gd name="connsiteX2604" fmla="*/ 2540179 w 3283645"/>
                <a:gd name="connsiteY2604" fmla="*/ 758512 h 1449582"/>
                <a:gd name="connsiteX2605" fmla="*/ 2540179 w 3283645"/>
                <a:gd name="connsiteY2605" fmla="*/ 753170 h 1449582"/>
                <a:gd name="connsiteX2606" fmla="*/ 2540179 w 3283645"/>
                <a:gd name="connsiteY2606" fmla="*/ 747995 h 1449582"/>
                <a:gd name="connsiteX2607" fmla="*/ 2540179 w 3283645"/>
                <a:gd name="connsiteY2607" fmla="*/ 742820 h 1449582"/>
                <a:gd name="connsiteX2608" fmla="*/ 2540179 w 3283645"/>
                <a:gd name="connsiteY2608" fmla="*/ 737812 h 1449582"/>
                <a:gd name="connsiteX2609" fmla="*/ 2540179 w 3283645"/>
                <a:gd name="connsiteY2609" fmla="*/ 732470 h 1449582"/>
                <a:gd name="connsiteX2610" fmla="*/ 722080 w 3283645"/>
                <a:gd name="connsiteY2610" fmla="*/ 727462 h 1449582"/>
                <a:gd name="connsiteX2611" fmla="*/ 727234 w 3283645"/>
                <a:gd name="connsiteY2611" fmla="*/ 727462 h 1449582"/>
                <a:gd name="connsiteX2612" fmla="*/ 737545 w 3283645"/>
                <a:gd name="connsiteY2612" fmla="*/ 727462 h 1449582"/>
                <a:gd name="connsiteX2613" fmla="*/ 742700 w 3283645"/>
                <a:gd name="connsiteY2613" fmla="*/ 727462 h 1449582"/>
                <a:gd name="connsiteX2614" fmla="*/ 747855 w 3283645"/>
                <a:gd name="connsiteY2614" fmla="*/ 727462 h 1449582"/>
                <a:gd name="connsiteX2615" fmla="*/ 753010 w 3283645"/>
                <a:gd name="connsiteY2615" fmla="*/ 727462 h 1449582"/>
                <a:gd name="connsiteX2616" fmla="*/ 763321 w 3283645"/>
                <a:gd name="connsiteY2616" fmla="*/ 732470 h 1449582"/>
                <a:gd name="connsiteX2617" fmla="*/ 758166 w 3283645"/>
                <a:gd name="connsiteY2617" fmla="*/ 732470 h 1449582"/>
                <a:gd name="connsiteX2618" fmla="*/ 753010 w 3283645"/>
                <a:gd name="connsiteY2618" fmla="*/ 732470 h 1449582"/>
                <a:gd name="connsiteX2619" fmla="*/ 747855 w 3283645"/>
                <a:gd name="connsiteY2619" fmla="*/ 732470 h 1449582"/>
                <a:gd name="connsiteX2620" fmla="*/ 747855 w 3283645"/>
                <a:gd name="connsiteY2620" fmla="*/ 737812 h 1449582"/>
                <a:gd name="connsiteX2621" fmla="*/ 742700 w 3283645"/>
                <a:gd name="connsiteY2621" fmla="*/ 737812 h 1449582"/>
                <a:gd name="connsiteX2622" fmla="*/ 737545 w 3283645"/>
                <a:gd name="connsiteY2622" fmla="*/ 737812 h 1449582"/>
                <a:gd name="connsiteX2623" fmla="*/ 737545 w 3283645"/>
                <a:gd name="connsiteY2623" fmla="*/ 742820 h 1449582"/>
                <a:gd name="connsiteX2624" fmla="*/ 732390 w 3283645"/>
                <a:gd name="connsiteY2624" fmla="*/ 742820 h 1449582"/>
                <a:gd name="connsiteX2625" fmla="*/ 732390 w 3283645"/>
                <a:gd name="connsiteY2625" fmla="*/ 747995 h 1449582"/>
                <a:gd name="connsiteX2626" fmla="*/ 727234 w 3283645"/>
                <a:gd name="connsiteY2626" fmla="*/ 737812 h 1449582"/>
                <a:gd name="connsiteX2627" fmla="*/ 722080 w 3283645"/>
                <a:gd name="connsiteY2627" fmla="*/ 737812 h 1449582"/>
                <a:gd name="connsiteX2628" fmla="*/ 716924 w 3283645"/>
                <a:gd name="connsiteY2628" fmla="*/ 737812 h 1449582"/>
                <a:gd name="connsiteX2629" fmla="*/ 722080 w 3283645"/>
                <a:gd name="connsiteY2629" fmla="*/ 732470 h 1449582"/>
                <a:gd name="connsiteX2630" fmla="*/ 722080 w 3283645"/>
                <a:gd name="connsiteY2630" fmla="*/ 727462 h 1449582"/>
                <a:gd name="connsiteX2631" fmla="*/ 1402969 w 3283645"/>
                <a:gd name="connsiteY2631" fmla="*/ 717112 h 1449582"/>
                <a:gd name="connsiteX2632" fmla="*/ 1408183 w 3283645"/>
                <a:gd name="connsiteY2632" fmla="*/ 722120 h 1449582"/>
                <a:gd name="connsiteX2633" fmla="*/ 1413565 w 3283645"/>
                <a:gd name="connsiteY2633" fmla="*/ 727295 h 1449582"/>
                <a:gd name="connsiteX2634" fmla="*/ 1418610 w 3283645"/>
                <a:gd name="connsiteY2634" fmla="*/ 732303 h 1449582"/>
                <a:gd name="connsiteX2635" fmla="*/ 1423825 w 3283645"/>
                <a:gd name="connsiteY2635" fmla="*/ 737645 h 1449582"/>
                <a:gd name="connsiteX2636" fmla="*/ 1423825 w 3283645"/>
                <a:gd name="connsiteY2636" fmla="*/ 742653 h 1449582"/>
                <a:gd name="connsiteX2637" fmla="*/ 1423825 w 3283645"/>
                <a:gd name="connsiteY2637" fmla="*/ 747828 h 1449582"/>
                <a:gd name="connsiteX2638" fmla="*/ 1429039 w 3283645"/>
                <a:gd name="connsiteY2638" fmla="*/ 753003 h 1449582"/>
                <a:gd name="connsiteX2639" fmla="*/ 1434421 w 3283645"/>
                <a:gd name="connsiteY2639" fmla="*/ 758345 h 1449582"/>
                <a:gd name="connsiteX2640" fmla="*/ 1429039 w 3283645"/>
                <a:gd name="connsiteY2640" fmla="*/ 758345 h 1449582"/>
                <a:gd name="connsiteX2641" fmla="*/ 1423825 w 3283645"/>
                <a:gd name="connsiteY2641" fmla="*/ 758345 h 1449582"/>
                <a:gd name="connsiteX2642" fmla="*/ 1423825 w 3283645"/>
                <a:gd name="connsiteY2642" fmla="*/ 753003 h 1449582"/>
                <a:gd name="connsiteX2643" fmla="*/ 1413565 w 3283645"/>
                <a:gd name="connsiteY2643" fmla="*/ 753003 h 1449582"/>
                <a:gd name="connsiteX2644" fmla="*/ 1418610 w 3283645"/>
                <a:gd name="connsiteY2644" fmla="*/ 747828 h 1449582"/>
                <a:gd name="connsiteX2645" fmla="*/ 1413565 w 3283645"/>
                <a:gd name="connsiteY2645" fmla="*/ 742653 h 1449582"/>
                <a:gd name="connsiteX2646" fmla="*/ 1408183 w 3283645"/>
                <a:gd name="connsiteY2646" fmla="*/ 742653 h 1449582"/>
                <a:gd name="connsiteX2647" fmla="*/ 1402969 w 3283645"/>
                <a:gd name="connsiteY2647" fmla="*/ 737645 h 1449582"/>
                <a:gd name="connsiteX2648" fmla="*/ 1397755 w 3283645"/>
                <a:gd name="connsiteY2648" fmla="*/ 737645 h 1449582"/>
                <a:gd name="connsiteX2649" fmla="*/ 1392709 w 3283645"/>
                <a:gd name="connsiteY2649" fmla="*/ 742653 h 1449582"/>
                <a:gd name="connsiteX2650" fmla="*/ 1387327 w 3283645"/>
                <a:gd name="connsiteY2650" fmla="*/ 737645 h 1449582"/>
                <a:gd name="connsiteX2651" fmla="*/ 1382113 w 3283645"/>
                <a:gd name="connsiteY2651" fmla="*/ 737645 h 1449582"/>
                <a:gd name="connsiteX2652" fmla="*/ 1387327 w 3283645"/>
                <a:gd name="connsiteY2652" fmla="*/ 727295 h 1449582"/>
                <a:gd name="connsiteX2653" fmla="*/ 1392709 w 3283645"/>
                <a:gd name="connsiteY2653" fmla="*/ 722120 h 1449582"/>
                <a:gd name="connsiteX2654" fmla="*/ 1402969 w 3283645"/>
                <a:gd name="connsiteY2654" fmla="*/ 722120 h 1449582"/>
                <a:gd name="connsiteX2655" fmla="*/ 1402969 w 3283645"/>
                <a:gd name="connsiteY2655" fmla="*/ 717112 h 1449582"/>
                <a:gd name="connsiteX2656" fmla="*/ 701321 w 3283645"/>
                <a:gd name="connsiteY2656" fmla="*/ 706762 h 1449582"/>
                <a:gd name="connsiteX2657" fmla="*/ 711586 w 3283645"/>
                <a:gd name="connsiteY2657" fmla="*/ 706762 h 1449582"/>
                <a:gd name="connsiteX2658" fmla="*/ 711586 w 3283645"/>
                <a:gd name="connsiteY2658" fmla="*/ 711937 h 1449582"/>
                <a:gd name="connsiteX2659" fmla="*/ 711586 w 3283645"/>
                <a:gd name="connsiteY2659" fmla="*/ 722287 h 1449582"/>
                <a:gd name="connsiteX2660" fmla="*/ 711586 w 3283645"/>
                <a:gd name="connsiteY2660" fmla="*/ 727462 h 1449582"/>
                <a:gd name="connsiteX2661" fmla="*/ 711586 w 3283645"/>
                <a:gd name="connsiteY2661" fmla="*/ 732470 h 1449582"/>
                <a:gd name="connsiteX2662" fmla="*/ 711586 w 3283645"/>
                <a:gd name="connsiteY2662" fmla="*/ 737812 h 1449582"/>
                <a:gd name="connsiteX2663" fmla="*/ 706453 w 3283645"/>
                <a:gd name="connsiteY2663" fmla="*/ 737812 h 1449582"/>
                <a:gd name="connsiteX2664" fmla="*/ 701321 w 3283645"/>
                <a:gd name="connsiteY2664" fmla="*/ 742820 h 1449582"/>
                <a:gd name="connsiteX2665" fmla="*/ 691056 w 3283645"/>
                <a:gd name="connsiteY2665" fmla="*/ 732470 h 1449582"/>
                <a:gd name="connsiteX2666" fmla="*/ 691056 w 3283645"/>
                <a:gd name="connsiteY2666" fmla="*/ 727462 h 1449582"/>
                <a:gd name="connsiteX2667" fmla="*/ 696188 w 3283645"/>
                <a:gd name="connsiteY2667" fmla="*/ 727462 h 1449582"/>
                <a:gd name="connsiteX2668" fmla="*/ 701321 w 3283645"/>
                <a:gd name="connsiteY2668" fmla="*/ 727462 h 1449582"/>
                <a:gd name="connsiteX2669" fmla="*/ 706453 w 3283645"/>
                <a:gd name="connsiteY2669" fmla="*/ 722287 h 1449582"/>
                <a:gd name="connsiteX2670" fmla="*/ 706453 w 3283645"/>
                <a:gd name="connsiteY2670" fmla="*/ 717279 h 1449582"/>
                <a:gd name="connsiteX2671" fmla="*/ 706453 w 3283645"/>
                <a:gd name="connsiteY2671" fmla="*/ 711937 h 1449582"/>
                <a:gd name="connsiteX2672" fmla="*/ 701321 w 3283645"/>
                <a:gd name="connsiteY2672" fmla="*/ 706762 h 1449582"/>
                <a:gd name="connsiteX2673" fmla="*/ 2514411 w 3283645"/>
                <a:gd name="connsiteY2673" fmla="*/ 701587 h 1449582"/>
                <a:gd name="connsiteX2674" fmla="*/ 2519378 w 3283645"/>
                <a:gd name="connsiteY2674" fmla="*/ 711937 h 1449582"/>
                <a:gd name="connsiteX2675" fmla="*/ 2524510 w 3283645"/>
                <a:gd name="connsiteY2675" fmla="*/ 717279 h 1449582"/>
                <a:gd name="connsiteX2676" fmla="*/ 2529643 w 3283645"/>
                <a:gd name="connsiteY2676" fmla="*/ 722287 h 1449582"/>
                <a:gd name="connsiteX2677" fmla="*/ 2529643 w 3283645"/>
                <a:gd name="connsiteY2677" fmla="*/ 727462 h 1449582"/>
                <a:gd name="connsiteX2678" fmla="*/ 2534941 w 3283645"/>
                <a:gd name="connsiteY2678" fmla="*/ 732470 h 1449582"/>
                <a:gd name="connsiteX2679" fmla="*/ 2529643 w 3283645"/>
                <a:gd name="connsiteY2679" fmla="*/ 732470 h 1449582"/>
                <a:gd name="connsiteX2680" fmla="*/ 2524510 w 3283645"/>
                <a:gd name="connsiteY2680" fmla="*/ 732470 h 1449582"/>
                <a:gd name="connsiteX2681" fmla="*/ 2524510 w 3283645"/>
                <a:gd name="connsiteY2681" fmla="*/ 727462 h 1449582"/>
                <a:gd name="connsiteX2682" fmla="*/ 2524510 w 3283645"/>
                <a:gd name="connsiteY2682" fmla="*/ 722287 h 1449582"/>
                <a:gd name="connsiteX2683" fmla="*/ 2519378 w 3283645"/>
                <a:gd name="connsiteY2683" fmla="*/ 717279 h 1449582"/>
                <a:gd name="connsiteX2684" fmla="*/ 2514411 w 3283645"/>
                <a:gd name="connsiteY2684" fmla="*/ 717279 h 1449582"/>
                <a:gd name="connsiteX2685" fmla="*/ 2514411 w 3283645"/>
                <a:gd name="connsiteY2685" fmla="*/ 711937 h 1449582"/>
                <a:gd name="connsiteX2686" fmla="*/ 2010641 w 3283645"/>
                <a:gd name="connsiteY2686" fmla="*/ 696412 h 1449582"/>
                <a:gd name="connsiteX2687" fmla="*/ 2016018 w 3283645"/>
                <a:gd name="connsiteY2687" fmla="*/ 696412 h 1449582"/>
                <a:gd name="connsiteX2688" fmla="*/ 2021228 w 3283645"/>
                <a:gd name="connsiteY2688" fmla="*/ 696412 h 1449582"/>
                <a:gd name="connsiteX2689" fmla="*/ 2021228 w 3283645"/>
                <a:gd name="connsiteY2689" fmla="*/ 701435 h 1449582"/>
                <a:gd name="connsiteX2690" fmla="*/ 2021228 w 3283645"/>
                <a:gd name="connsiteY2690" fmla="*/ 706625 h 1449582"/>
                <a:gd name="connsiteX2691" fmla="*/ 2026437 w 3283645"/>
                <a:gd name="connsiteY2691" fmla="*/ 706625 h 1449582"/>
                <a:gd name="connsiteX2692" fmla="*/ 2026437 w 3283645"/>
                <a:gd name="connsiteY2692" fmla="*/ 711815 h 1449582"/>
                <a:gd name="connsiteX2693" fmla="*/ 2021228 w 3283645"/>
                <a:gd name="connsiteY2693" fmla="*/ 717173 h 1449582"/>
                <a:gd name="connsiteX2694" fmla="*/ 2021228 w 3283645"/>
                <a:gd name="connsiteY2694" fmla="*/ 722196 h 1449582"/>
                <a:gd name="connsiteX2695" fmla="*/ 2010641 w 3283645"/>
                <a:gd name="connsiteY2695" fmla="*/ 727386 h 1449582"/>
                <a:gd name="connsiteX2696" fmla="*/ 2005600 w 3283645"/>
                <a:gd name="connsiteY2696" fmla="*/ 727386 h 1449582"/>
                <a:gd name="connsiteX2697" fmla="*/ 2000390 w 3283645"/>
                <a:gd name="connsiteY2697" fmla="*/ 732409 h 1449582"/>
                <a:gd name="connsiteX2698" fmla="*/ 1989803 w 3283645"/>
                <a:gd name="connsiteY2698" fmla="*/ 737766 h 1449582"/>
                <a:gd name="connsiteX2699" fmla="*/ 1984762 w 3283645"/>
                <a:gd name="connsiteY2699" fmla="*/ 737766 h 1449582"/>
                <a:gd name="connsiteX2700" fmla="*/ 1979553 w 3283645"/>
                <a:gd name="connsiteY2700" fmla="*/ 742789 h 1449582"/>
                <a:gd name="connsiteX2701" fmla="*/ 1968966 w 3283645"/>
                <a:gd name="connsiteY2701" fmla="*/ 742789 h 1449582"/>
                <a:gd name="connsiteX2702" fmla="*/ 1963925 w 3283645"/>
                <a:gd name="connsiteY2702" fmla="*/ 747979 h 1449582"/>
                <a:gd name="connsiteX2703" fmla="*/ 1963925 w 3283645"/>
                <a:gd name="connsiteY2703" fmla="*/ 742789 h 1449582"/>
                <a:gd name="connsiteX2704" fmla="*/ 1958715 w 3283645"/>
                <a:gd name="connsiteY2704" fmla="*/ 747979 h 1449582"/>
                <a:gd name="connsiteX2705" fmla="*/ 1958715 w 3283645"/>
                <a:gd name="connsiteY2705" fmla="*/ 753169 h 1449582"/>
                <a:gd name="connsiteX2706" fmla="*/ 1948128 w 3283645"/>
                <a:gd name="connsiteY2706" fmla="*/ 753169 h 1449582"/>
                <a:gd name="connsiteX2707" fmla="*/ 1943087 w 3283645"/>
                <a:gd name="connsiteY2707" fmla="*/ 753169 h 1449582"/>
                <a:gd name="connsiteX2708" fmla="*/ 1943087 w 3283645"/>
                <a:gd name="connsiteY2708" fmla="*/ 747979 h 1449582"/>
                <a:gd name="connsiteX2709" fmla="*/ 1943087 w 3283645"/>
                <a:gd name="connsiteY2709" fmla="*/ 732409 h 1449582"/>
                <a:gd name="connsiteX2710" fmla="*/ 1943087 w 3283645"/>
                <a:gd name="connsiteY2710" fmla="*/ 727386 h 1449582"/>
                <a:gd name="connsiteX2711" fmla="*/ 1943087 w 3283645"/>
                <a:gd name="connsiteY2711" fmla="*/ 722196 h 1449582"/>
                <a:gd name="connsiteX2712" fmla="*/ 1943087 w 3283645"/>
                <a:gd name="connsiteY2712" fmla="*/ 717173 h 1449582"/>
                <a:gd name="connsiteX2713" fmla="*/ 1943087 w 3283645"/>
                <a:gd name="connsiteY2713" fmla="*/ 711815 h 1449582"/>
                <a:gd name="connsiteX2714" fmla="*/ 1948128 w 3283645"/>
                <a:gd name="connsiteY2714" fmla="*/ 711815 h 1449582"/>
                <a:gd name="connsiteX2715" fmla="*/ 1953506 w 3283645"/>
                <a:gd name="connsiteY2715" fmla="*/ 711815 h 1449582"/>
                <a:gd name="connsiteX2716" fmla="*/ 1958715 w 3283645"/>
                <a:gd name="connsiteY2716" fmla="*/ 711815 h 1449582"/>
                <a:gd name="connsiteX2717" fmla="*/ 1963925 w 3283645"/>
                <a:gd name="connsiteY2717" fmla="*/ 717173 h 1449582"/>
                <a:gd name="connsiteX2718" fmla="*/ 1968966 w 3283645"/>
                <a:gd name="connsiteY2718" fmla="*/ 722196 h 1449582"/>
                <a:gd name="connsiteX2719" fmla="*/ 1974343 w 3283645"/>
                <a:gd name="connsiteY2719" fmla="*/ 722196 h 1449582"/>
                <a:gd name="connsiteX2720" fmla="*/ 1979553 w 3283645"/>
                <a:gd name="connsiteY2720" fmla="*/ 717173 h 1449582"/>
                <a:gd name="connsiteX2721" fmla="*/ 1984762 w 3283645"/>
                <a:gd name="connsiteY2721" fmla="*/ 717173 h 1449582"/>
                <a:gd name="connsiteX2722" fmla="*/ 1984762 w 3283645"/>
                <a:gd name="connsiteY2722" fmla="*/ 711815 h 1449582"/>
                <a:gd name="connsiteX2723" fmla="*/ 1984762 w 3283645"/>
                <a:gd name="connsiteY2723" fmla="*/ 706625 h 1449582"/>
                <a:gd name="connsiteX2724" fmla="*/ 1995181 w 3283645"/>
                <a:gd name="connsiteY2724" fmla="*/ 701435 h 1449582"/>
                <a:gd name="connsiteX2725" fmla="*/ 2000390 w 3283645"/>
                <a:gd name="connsiteY2725" fmla="*/ 701435 h 1449582"/>
                <a:gd name="connsiteX2726" fmla="*/ 2010641 w 3283645"/>
                <a:gd name="connsiteY2726" fmla="*/ 696412 h 1449582"/>
                <a:gd name="connsiteX2727" fmla="*/ 883167 w 3283645"/>
                <a:gd name="connsiteY2727" fmla="*/ 686062 h 1449582"/>
                <a:gd name="connsiteX2728" fmla="*/ 888121 w 3283645"/>
                <a:gd name="connsiteY2728" fmla="*/ 686062 h 1449582"/>
                <a:gd name="connsiteX2729" fmla="*/ 888121 w 3283645"/>
                <a:gd name="connsiteY2729" fmla="*/ 691433 h 1449582"/>
                <a:gd name="connsiteX2730" fmla="*/ 893404 w 3283645"/>
                <a:gd name="connsiteY2730" fmla="*/ 691433 h 1449582"/>
                <a:gd name="connsiteX2731" fmla="*/ 888121 w 3283645"/>
                <a:gd name="connsiteY2731" fmla="*/ 696978 h 1449582"/>
                <a:gd name="connsiteX2732" fmla="*/ 883167 w 3283645"/>
                <a:gd name="connsiteY2732" fmla="*/ 691433 h 1449582"/>
                <a:gd name="connsiteX2733" fmla="*/ 878048 w 3283645"/>
                <a:gd name="connsiteY2733" fmla="*/ 691433 h 1449582"/>
                <a:gd name="connsiteX2734" fmla="*/ 883167 w 3283645"/>
                <a:gd name="connsiteY2734" fmla="*/ 686062 h 1449582"/>
                <a:gd name="connsiteX2735" fmla="*/ 2462767 w 3283645"/>
                <a:gd name="connsiteY2735" fmla="*/ 680148 h 1449582"/>
                <a:gd name="connsiteX2736" fmla="*/ 2467972 w 3283645"/>
                <a:gd name="connsiteY2736" fmla="*/ 680148 h 1449582"/>
                <a:gd name="connsiteX2737" fmla="*/ 2467972 w 3283645"/>
                <a:gd name="connsiteY2737" fmla="*/ 685361 h 1449582"/>
                <a:gd name="connsiteX2738" fmla="*/ 2473345 w 3283645"/>
                <a:gd name="connsiteY2738" fmla="*/ 685361 h 1449582"/>
                <a:gd name="connsiteX2739" fmla="*/ 2473345 w 3283645"/>
                <a:gd name="connsiteY2739" fmla="*/ 690574 h 1449582"/>
                <a:gd name="connsiteX2740" fmla="*/ 2473345 w 3283645"/>
                <a:gd name="connsiteY2740" fmla="*/ 695955 h 1449582"/>
                <a:gd name="connsiteX2741" fmla="*/ 2473345 w 3283645"/>
                <a:gd name="connsiteY2741" fmla="*/ 701000 h 1449582"/>
                <a:gd name="connsiteX2742" fmla="*/ 2473345 w 3283645"/>
                <a:gd name="connsiteY2742" fmla="*/ 706213 h 1449582"/>
                <a:gd name="connsiteX2743" fmla="*/ 2478381 w 3283645"/>
                <a:gd name="connsiteY2743" fmla="*/ 711427 h 1449582"/>
                <a:gd name="connsiteX2744" fmla="*/ 2483586 w 3283645"/>
                <a:gd name="connsiteY2744" fmla="*/ 706213 h 1449582"/>
                <a:gd name="connsiteX2745" fmla="*/ 2483586 w 3283645"/>
                <a:gd name="connsiteY2745" fmla="*/ 701000 h 1449582"/>
                <a:gd name="connsiteX2746" fmla="*/ 2488791 w 3283645"/>
                <a:gd name="connsiteY2746" fmla="*/ 701000 h 1449582"/>
                <a:gd name="connsiteX2747" fmla="*/ 2494163 w 3283645"/>
                <a:gd name="connsiteY2747" fmla="*/ 706213 h 1449582"/>
                <a:gd name="connsiteX2748" fmla="*/ 2499200 w 3283645"/>
                <a:gd name="connsiteY2748" fmla="*/ 701000 h 1449582"/>
                <a:gd name="connsiteX2749" fmla="*/ 2504405 w 3283645"/>
                <a:gd name="connsiteY2749" fmla="*/ 701000 h 1449582"/>
                <a:gd name="connsiteX2750" fmla="*/ 2504405 w 3283645"/>
                <a:gd name="connsiteY2750" fmla="*/ 706213 h 1449582"/>
                <a:gd name="connsiteX2751" fmla="*/ 2509610 w 3283645"/>
                <a:gd name="connsiteY2751" fmla="*/ 706213 h 1449582"/>
                <a:gd name="connsiteX2752" fmla="*/ 2509610 w 3283645"/>
                <a:gd name="connsiteY2752" fmla="*/ 711427 h 1449582"/>
                <a:gd name="connsiteX2753" fmla="*/ 2509610 w 3283645"/>
                <a:gd name="connsiteY2753" fmla="*/ 716808 h 1449582"/>
                <a:gd name="connsiteX2754" fmla="*/ 2514982 w 3283645"/>
                <a:gd name="connsiteY2754" fmla="*/ 721853 h 1449582"/>
                <a:gd name="connsiteX2755" fmla="*/ 2514982 w 3283645"/>
                <a:gd name="connsiteY2755" fmla="*/ 727066 h 1449582"/>
                <a:gd name="connsiteX2756" fmla="*/ 2514982 w 3283645"/>
                <a:gd name="connsiteY2756" fmla="*/ 732111 h 1449582"/>
                <a:gd name="connsiteX2757" fmla="*/ 2514982 w 3283645"/>
                <a:gd name="connsiteY2757" fmla="*/ 737492 h 1449582"/>
                <a:gd name="connsiteX2758" fmla="*/ 2509610 w 3283645"/>
                <a:gd name="connsiteY2758" fmla="*/ 732111 h 1449582"/>
                <a:gd name="connsiteX2759" fmla="*/ 2504405 w 3283645"/>
                <a:gd name="connsiteY2759" fmla="*/ 737492 h 1449582"/>
                <a:gd name="connsiteX2760" fmla="*/ 2504405 w 3283645"/>
                <a:gd name="connsiteY2760" fmla="*/ 732111 h 1449582"/>
                <a:gd name="connsiteX2761" fmla="*/ 2499200 w 3283645"/>
                <a:gd name="connsiteY2761" fmla="*/ 732111 h 1449582"/>
                <a:gd name="connsiteX2762" fmla="*/ 2494163 w 3283645"/>
                <a:gd name="connsiteY2762" fmla="*/ 737492 h 1449582"/>
                <a:gd name="connsiteX2763" fmla="*/ 2488791 w 3283645"/>
                <a:gd name="connsiteY2763" fmla="*/ 747750 h 1449582"/>
                <a:gd name="connsiteX2764" fmla="*/ 2488791 w 3283645"/>
                <a:gd name="connsiteY2764" fmla="*/ 752963 h 1449582"/>
                <a:gd name="connsiteX2765" fmla="*/ 2483586 w 3283645"/>
                <a:gd name="connsiteY2765" fmla="*/ 752963 h 1449582"/>
                <a:gd name="connsiteX2766" fmla="*/ 2478381 w 3283645"/>
                <a:gd name="connsiteY2766" fmla="*/ 752963 h 1449582"/>
                <a:gd name="connsiteX2767" fmla="*/ 2478381 w 3283645"/>
                <a:gd name="connsiteY2767" fmla="*/ 747750 h 1449582"/>
                <a:gd name="connsiteX2768" fmla="*/ 2473345 w 3283645"/>
                <a:gd name="connsiteY2768" fmla="*/ 742537 h 1449582"/>
                <a:gd name="connsiteX2769" fmla="*/ 2462767 w 3283645"/>
                <a:gd name="connsiteY2769" fmla="*/ 752963 h 1449582"/>
                <a:gd name="connsiteX2770" fmla="*/ 2457730 w 3283645"/>
                <a:gd name="connsiteY2770" fmla="*/ 737492 h 1449582"/>
                <a:gd name="connsiteX2771" fmla="*/ 2457730 w 3283645"/>
                <a:gd name="connsiteY2771" fmla="*/ 732111 h 1449582"/>
                <a:gd name="connsiteX2772" fmla="*/ 2457730 w 3283645"/>
                <a:gd name="connsiteY2772" fmla="*/ 727066 h 1449582"/>
                <a:gd name="connsiteX2773" fmla="*/ 2457730 w 3283645"/>
                <a:gd name="connsiteY2773" fmla="*/ 721853 h 1449582"/>
                <a:gd name="connsiteX2774" fmla="*/ 2462767 w 3283645"/>
                <a:gd name="connsiteY2774" fmla="*/ 721853 h 1449582"/>
                <a:gd name="connsiteX2775" fmla="*/ 2457730 w 3283645"/>
                <a:gd name="connsiteY2775" fmla="*/ 716808 h 1449582"/>
                <a:gd name="connsiteX2776" fmla="*/ 2457730 w 3283645"/>
                <a:gd name="connsiteY2776" fmla="*/ 711427 h 1449582"/>
                <a:gd name="connsiteX2777" fmla="*/ 2452358 w 3283645"/>
                <a:gd name="connsiteY2777" fmla="*/ 706213 h 1449582"/>
                <a:gd name="connsiteX2778" fmla="*/ 2452358 w 3283645"/>
                <a:gd name="connsiteY2778" fmla="*/ 701000 h 1449582"/>
                <a:gd name="connsiteX2779" fmla="*/ 2447153 w 3283645"/>
                <a:gd name="connsiteY2779" fmla="*/ 701000 h 1449582"/>
                <a:gd name="connsiteX2780" fmla="*/ 2447153 w 3283645"/>
                <a:gd name="connsiteY2780" fmla="*/ 695955 h 1449582"/>
                <a:gd name="connsiteX2781" fmla="*/ 2452358 w 3283645"/>
                <a:gd name="connsiteY2781" fmla="*/ 690574 h 1449582"/>
                <a:gd name="connsiteX2782" fmla="*/ 2452358 w 3283645"/>
                <a:gd name="connsiteY2782" fmla="*/ 685361 h 1449582"/>
                <a:gd name="connsiteX2783" fmla="*/ 2457730 w 3283645"/>
                <a:gd name="connsiteY2783" fmla="*/ 685361 h 1449582"/>
                <a:gd name="connsiteX2784" fmla="*/ 2462767 w 3283645"/>
                <a:gd name="connsiteY2784" fmla="*/ 680148 h 1449582"/>
                <a:gd name="connsiteX2785" fmla="*/ 2514328 w 3283645"/>
                <a:gd name="connsiteY2785" fmla="*/ 680004 h 1449582"/>
                <a:gd name="connsiteX2786" fmla="*/ 2519315 w 3283645"/>
                <a:gd name="connsiteY2786" fmla="*/ 680004 h 1449582"/>
                <a:gd name="connsiteX2787" fmla="*/ 2514328 w 3283645"/>
                <a:gd name="connsiteY2787" fmla="*/ 685156 h 1449582"/>
                <a:gd name="connsiteX2788" fmla="*/ 831362 w 3283645"/>
                <a:gd name="connsiteY2788" fmla="*/ 670062 h 1449582"/>
                <a:gd name="connsiteX2789" fmla="*/ 836494 w 3283645"/>
                <a:gd name="connsiteY2789" fmla="*/ 670062 h 1449582"/>
                <a:gd name="connsiteX2790" fmla="*/ 836494 w 3283645"/>
                <a:gd name="connsiteY2790" fmla="*/ 675541 h 1449582"/>
                <a:gd name="connsiteX2791" fmla="*/ 831362 w 3283645"/>
                <a:gd name="connsiteY2791" fmla="*/ 675541 h 1449582"/>
                <a:gd name="connsiteX2792" fmla="*/ 831362 w 3283645"/>
                <a:gd name="connsiteY2792" fmla="*/ 670062 h 1449582"/>
                <a:gd name="connsiteX2793" fmla="*/ 717410 w 3283645"/>
                <a:gd name="connsiteY2793" fmla="*/ 664926 h 1449582"/>
                <a:gd name="connsiteX2794" fmla="*/ 722612 w 3283645"/>
                <a:gd name="connsiteY2794" fmla="*/ 664926 h 1449582"/>
                <a:gd name="connsiteX2795" fmla="*/ 727814 w 3283645"/>
                <a:gd name="connsiteY2795" fmla="*/ 664926 h 1449582"/>
                <a:gd name="connsiteX2796" fmla="*/ 733016 w 3283645"/>
                <a:gd name="connsiteY2796" fmla="*/ 664926 h 1449582"/>
                <a:gd name="connsiteX2797" fmla="*/ 733016 w 3283645"/>
                <a:gd name="connsiteY2797" fmla="*/ 670123 h 1449582"/>
                <a:gd name="connsiteX2798" fmla="*/ 727814 w 3283645"/>
                <a:gd name="connsiteY2798" fmla="*/ 670123 h 1449582"/>
                <a:gd name="connsiteX2799" fmla="*/ 722612 w 3283645"/>
                <a:gd name="connsiteY2799" fmla="*/ 680518 h 1449582"/>
                <a:gd name="connsiteX2800" fmla="*/ 727814 w 3283645"/>
                <a:gd name="connsiteY2800" fmla="*/ 685716 h 1449582"/>
                <a:gd name="connsiteX2801" fmla="*/ 722612 w 3283645"/>
                <a:gd name="connsiteY2801" fmla="*/ 685716 h 1449582"/>
                <a:gd name="connsiteX2802" fmla="*/ 722612 w 3283645"/>
                <a:gd name="connsiteY2802" fmla="*/ 690913 h 1449582"/>
                <a:gd name="connsiteX2803" fmla="*/ 717410 w 3283645"/>
                <a:gd name="connsiteY2803" fmla="*/ 696278 h 1449582"/>
                <a:gd name="connsiteX2804" fmla="*/ 712208 w 3283645"/>
                <a:gd name="connsiteY2804" fmla="*/ 685716 h 1449582"/>
                <a:gd name="connsiteX2805" fmla="*/ 712208 w 3283645"/>
                <a:gd name="connsiteY2805" fmla="*/ 696278 h 1449582"/>
                <a:gd name="connsiteX2806" fmla="*/ 709606 w 3283645"/>
                <a:gd name="connsiteY2806" fmla="*/ 696278 h 1449582"/>
                <a:gd name="connsiteX2807" fmla="*/ 696601 w 3283645"/>
                <a:gd name="connsiteY2807" fmla="*/ 696278 h 1449582"/>
                <a:gd name="connsiteX2808" fmla="*/ 701803 w 3283645"/>
                <a:gd name="connsiteY2808" fmla="*/ 685716 h 1449582"/>
                <a:gd name="connsiteX2809" fmla="*/ 707005 w 3283645"/>
                <a:gd name="connsiteY2809" fmla="*/ 675488 h 1449582"/>
                <a:gd name="connsiteX2810" fmla="*/ 707005 w 3283645"/>
                <a:gd name="connsiteY2810" fmla="*/ 670123 h 1449582"/>
                <a:gd name="connsiteX2811" fmla="*/ 717410 w 3283645"/>
                <a:gd name="connsiteY2811" fmla="*/ 664926 h 1449582"/>
                <a:gd name="connsiteX2812" fmla="*/ 2488487 w 3283645"/>
                <a:gd name="connsiteY2812" fmla="*/ 664680 h 1449582"/>
                <a:gd name="connsiteX2813" fmla="*/ 2488487 w 3283645"/>
                <a:gd name="connsiteY2813" fmla="*/ 669913 h 1449582"/>
                <a:gd name="connsiteX2814" fmla="*/ 2498779 w 3283645"/>
                <a:gd name="connsiteY2814" fmla="*/ 675314 h 1449582"/>
                <a:gd name="connsiteX2815" fmla="*/ 2503925 w 3283645"/>
                <a:gd name="connsiteY2815" fmla="*/ 675314 h 1449582"/>
                <a:gd name="connsiteX2816" fmla="*/ 2503925 w 3283645"/>
                <a:gd name="connsiteY2816" fmla="*/ 680378 h 1449582"/>
                <a:gd name="connsiteX2817" fmla="*/ 2498779 w 3283645"/>
                <a:gd name="connsiteY2817" fmla="*/ 680378 h 1449582"/>
                <a:gd name="connsiteX2818" fmla="*/ 2498779 w 3283645"/>
                <a:gd name="connsiteY2818" fmla="*/ 685610 h 1449582"/>
                <a:gd name="connsiteX2819" fmla="*/ 2503925 w 3283645"/>
                <a:gd name="connsiteY2819" fmla="*/ 690843 h 1449582"/>
                <a:gd name="connsiteX2820" fmla="*/ 2498779 w 3283645"/>
                <a:gd name="connsiteY2820" fmla="*/ 690843 h 1449582"/>
                <a:gd name="connsiteX2821" fmla="*/ 2493799 w 3283645"/>
                <a:gd name="connsiteY2821" fmla="*/ 690843 h 1449582"/>
                <a:gd name="connsiteX2822" fmla="*/ 2493799 w 3283645"/>
                <a:gd name="connsiteY2822" fmla="*/ 696244 h 1449582"/>
                <a:gd name="connsiteX2823" fmla="*/ 2488487 w 3283645"/>
                <a:gd name="connsiteY2823" fmla="*/ 690843 h 1449582"/>
                <a:gd name="connsiteX2824" fmla="*/ 2483341 w 3283645"/>
                <a:gd name="connsiteY2824" fmla="*/ 696244 h 1449582"/>
                <a:gd name="connsiteX2825" fmla="*/ 2483341 w 3283645"/>
                <a:gd name="connsiteY2825" fmla="*/ 690843 h 1449582"/>
                <a:gd name="connsiteX2826" fmla="*/ 2483341 w 3283645"/>
                <a:gd name="connsiteY2826" fmla="*/ 685610 h 1449582"/>
                <a:gd name="connsiteX2827" fmla="*/ 2483341 w 3283645"/>
                <a:gd name="connsiteY2827" fmla="*/ 680378 h 1449582"/>
                <a:gd name="connsiteX2828" fmla="*/ 2478195 w 3283645"/>
                <a:gd name="connsiteY2828" fmla="*/ 675314 h 1449582"/>
                <a:gd name="connsiteX2829" fmla="*/ 2478195 w 3283645"/>
                <a:gd name="connsiteY2829" fmla="*/ 669913 h 1449582"/>
                <a:gd name="connsiteX2830" fmla="*/ 2483341 w 3283645"/>
                <a:gd name="connsiteY2830" fmla="*/ 669913 h 1449582"/>
                <a:gd name="connsiteX2831" fmla="*/ 2488487 w 3283645"/>
                <a:gd name="connsiteY2831" fmla="*/ 664680 h 1449582"/>
                <a:gd name="connsiteX2832" fmla="*/ 815964 w 3283645"/>
                <a:gd name="connsiteY2832" fmla="*/ 659448 h 1449582"/>
                <a:gd name="connsiteX2833" fmla="*/ 821097 w 3283645"/>
                <a:gd name="connsiteY2833" fmla="*/ 659448 h 1449582"/>
                <a:gd name="connsiteX2834" fmla="*/ 826229 w 3283645"/>
                <a:gd name="connsiteY2834" fmla="*/ 670062 h 1449582"/>
                <a:gd name="connsiteX2835" fmla="*/ 815964 w 3283645"/>
                <a:gd name="connsiteY2835" fmla="*/ 664755 h 1449582"/>
                <a:gd name="connsiteX2836" fmla="*/ 815964 w 3283645"/>
                <a:gd name="connsiteY2836" fmla="*/ 659448 h 1449582"/>
                <a:gd name="connsiteX2837" fmla="*/ 1865209 w 3283645"/>
                <a:gd name="connsiteY2837" fmla="*/ 655012 h 1449582"/>
                <a:gd name="connsiteX2838" fmla="*/ 1870404 w 3283645"/>
                <a:gd name="connsiteY2838" fmla="*/ 655012 h 1449582"/>
                <a:gd name="connsiteX2839" fmla="*/ 1875599 w 3283645"/>
                <a:gd name="connsiteY2839" fmla="*/ 660043 h 1449582"/>
                <a:gd name="connsiteX2840" fmla="*/ 1880794 w 3283645"/>
                <a:gd name="connsiteY2840" fmla="*/ 660043 h 1449582"/>
                <a:gd name="connsiteX2841" fmla="*/ 1880794 w 3283645"/>
                <a:gd name="connsiteY2841" fmla="*/ 665242 h 1449582"/>
                <a:gd name="connsiteX2842" fmla="*/ 1880794 w 3283645"/>
                <a:gd name="connsiteY2842" fmla="*/ 670441 h 1449582"/>
                <a:gd name="connsiteX2843" fmla="*/ 1880794 w 3283645"/>
                <a:gd name="connsiteY2843" fmla="*/ 675807 h 1449582"/>
                <a:gd name="connsiteX2844" fmla="*/ 1885989 w 3283645"/>
                <a:gd name="connsiteY2844" fmla="*/ 696603 h 1449582"/>
                <a:gd name="connsiteX2845" fmla="*/ 1891184 w 3283645"/>
                <a:gd name="connsiteY2845" fmla="*/ 701634 h 1449582"/>
                <a:gd name="connsiteX2846" fmla="*/ 1885989 w 3283645"/>
                <a:gd name="connsiteY2846" fmla="*/ 706833 h 1449582"/>
                <a:gd name="connsiteX2847" fmla="*/ 1880794 w 3283645"/>
                <a:gd name="connsiteY2847" fmla="*/ 712032 h 1449582"/>
                <a:gd name="connsiteX2848" fmla="*/ 1880794 w 3283645"/>
                <a:gd name="connsiteY2848" fmla="*/ 717399 h 1449582"/>
                <a:gd name="connsiteX2849" fmla="*/ 1875599 w 3283645"/>
                <a:gd name="connsiteY2849" fmla="*/ 722430 h 1449582"/>
                <a:gd name="connsiteX2850" fmla="*/ 1875599 w 3283645"/>
                <a:gd name="connsiteY2850" fmla="*/ 732660 h 1449582"/>
                <a:gd name="connsiteX2851" fmla="*/ 1875599 w 3283645"/>
                <a:gd name="connsiteY2851" fmla="*/ 738026 h 1449582"/>
                <a:gd name="connsiteX2852" fmla="*/ 1875599 w 3283645"/>
                <a:gd name="connsiteY2852" fmla="*/ 743058 h 1449582"/>
                <a:gd name="connsiteX2853" fmla="*/ 1870404 w 3283645"/>
                <a:gd name="connsiteY2853" fmla="*/ 748256 h 1449582"/>
                <a:gd name="connsiteX2854" fmla="*/ 1870404 w 3283645"/>
                <a:gd name="connsiteY2854" fmla="*/ 753455 h 1449582"/>
                <a:gd name="connsiteX2855" fmla="*/ 1865209 w 3283645"/>
                <a:gd name="connsiteY2855" fmla="*/ 758822 h 1449582"/>
                <a:gd name="connsiteX2856" fmla="*/ 1860014 w 3283645"/>
                <a:gd name="connsiteY2856" fmla="*/ 763853 h 1449582"/>
                <a:gd name="connsiteX2857" fmla="*/ 1860014 w 3283645"/>
                <a:gd name="connsiteY2857" fmla="*/ 774251 h 1449582"/>
                <a:gd name="connsiteX2858" fmla="*/ 1854819 w 3283645"/>
                <a:gd name="connsiteY2858" fmla="*/ 779617 h 1449582"/>
                <a:gd name="connsiteX2859" fmla="*/ 1854819 w 3283645"/>
                <a:gd name="connsiteY2859" fmla="*/ 784649 h 1449582"/>
                <a:gd name="connsiteX2860" fmla="*/ 1854819 w 3283645"/>
                <a:gd name="connsiteY2860" fmla="*/ 789848 h 1449582"/>
                <a:gd name="connsiteX2861" fmla="*/ 1854819 w 3283645"/>
                <a:gd name="connsiteY2861" fmla="*/ 795046 h 1449582"/>
                <a:gd name="connsiteX2862" fmla="*/ 1854819 w 3283645"/>
                <a:gd name="connsiteY2862" fmla="*/ 800413 h 1449582"/>
                <a:gd name="connsiteX2863" fmla="*/ 1849625 w 3283645"/>
                <a:gd name="connsiteY2863" fmla="*/ 795046 h 1449582"/>
                <a:gd name="connsiteX2864" fmla="*/ 1844430 w 3283645"/>
                <a:gd name="connsiteY2864" fmla="*/ 800413 h 1449582"/>
                <a:gd name="connsiteX2865" fmla="*/ 1844430 w 3283645"/>
                <a:gd name="connsiteY2865" fmla="*/ 805444 h 1449582"/>
                <a:gd name="connsiteX2866" fmla="*/ 1844430 w 3283645"/>
                <a:gd name="connsiteY2866" fmla="*/ 810643 h 1449582"/>
                <a:gd name="connsiteX2867" fmla="*/ 1849625 w 3283645"/>
                <a:gd name="connsiteY2867" fmla="*/ 815842 h 1449582"/>
                <a:gd name="connsiteX2868" fmla="*/ 1854819 w 3283645"/>
                <a:gd name="connsiteY2868" fmla="*/ 815842 h 1449582"/>
                <a:gd name="connsiteX2869" fmla="*/ 1854819 w 3283645"/>
                <a:gd name="connsiteY2869" fmla="*/ 821209 h 1449582"/>
                <a:gd name="connsiteX2870" fmla="*/ 1860014 w 3283645"/>
                <a:gd name="connsiteY2870" fmla="*/ 821209 h 1449582"/>
                <a:gd name="connsiteX2871" fmla="*/ 1860014 w 3283645"/>
                <a:gd name="connsiteY2871" fmla="*/ 826240 h 1449582"/>
                <a:gd name="connsiteX2872" fmla="*/ 1860014 w 3283645"/>
                <a:gd name="connsiteY2872" fmla="*/ 831439 h 1449582"/>
                <a:gd name="connsiteX2873" fmla="*/ 1865209 w 3283645"/>
                <a:gd name="connsiteY2873" fmla="*/ 831439 h 1449582"/>
                <a:gd name="connsiteX2874" fmla="*/ 1865209 w 3283645"/>
                <a:gd name="connsiteY2874" fmla="*/ 836638 h 1449582"/>
                <a:gd name="connsiteX2875" fmla="*/ 1860014 w 3283645"/>
                <a:gd name="connsiteY2875" fmla="*/ 836638 h 1449582"/>
                <a:gd name="connsiteX2876" fmla="*/ 1854819 w 3283645"/>
                <a:gd name="connsiteY2876" fmla="*/ 841836 h 1449582"/>
                <a:gd name="connsiteX2877" fmla="*/ 1854819 w 3283645"/>
                <a:gd name="connsiteY2877" fmla="*/ 847035 h 1449582"/>
                <a:gd name="connsiteX2878" fmla="*/ 1849625 w 3283645"/>
                <a:gd name="connsiteY2878" fmla="*/ 847035 h 1449582"/>
                <a:gd name="connsiteX2879" fmla="*/ 1844430 w 3283645"/>
                <a:gd name="connsiteY2879" fmla="*/ 847035 h 1449582"/>
                <a:gd name="connsiteX2880" fmla="*/ 1839235 w 3283645"/>
                <a:gd name="connsiteY2880" fmla="*/ 847035 h 1449582"/>
                <a:gd name="connsiteX2881" fmla="*/ 1834040 w 3283645"/>
                <a:gd name="connsiteY2881" fmla="*/ 847035 h 1449582"/>
                <a:gd name="connsiteX2882" fmla="*/ 1828845 w 3283645"/>
                <a:gd name="connsiteY2882" fmla="*/ 847035 h 1449582"/>
                <a:gd name="connsiteX2883" fmla="*/ 1828845 w 3283645"/>
                <a:gd name="connsiteY2883" fmla="*/ 852234 h 1449582"/>
                <a:gd name="connsiteX2884" fmla="*/ 1823650 w 3283645"/>
                <a:gd name="connsiteY2884" fmla="*/ 847035 h 1449582"/>
                <a:gd name="connsiteX2885" fmla="*/ 1818455 w 3283645"/>
                <a:gd name="connsiteY2885" fmla="*/ 841836 h 1449582"/>
                <a:gd name="connsiteX2886" fmla="*/ 1818455 w 3283645"/>
                <a:gd name="connsiteY2886" fmla="*/ 836638 h 1449582"/>
                <a:gd name="connsiteX2887" fmla="*/ 1813261 w 3283645"/>
                <a:gd name="connsiteY2887" fmla="*/ 841836 h 1449582"/>
                <a:gd name="connsiteX2888" fmla="*/ 1808066 w 3283645"/>
                <a:gd name="connsiteY2888" fmla="*/ 841836 h 1449582"/>
                <a:gd name="connsiteX2889" fmla="*/ 1802871 w 3283645"/>
                <a:gd name="connsiteY2889" fmla="*/ 841836 h 1449582"/>
                <a:gd name="connsiteX2890" fmla="*/ 1797676 w 3283645"/>
                <a:gd name="connsiteY2890" fmla="*/ 841836 h 1449582"/>
                <a:gd name="connsiteX2891" fmla="*/ 1797676 w 3283645"/>
                <a:gd name="connsiteY2891" fmla="*/ 836638 h 1449582"/>
                <a:gd name="connsiteX2892" fmla="*/ 1797676 w 3283645"/>
                <a:gd name="connsiteY2892" fmla="*/ 831439 h 1449582"/>
                <a:gd name="connsiteX2893" fmla="*/ 1797676 w 3283645"/>
                <a:gd name="connsiteY2893" fmla="*/ 826240 h 1449582"/>
                <a:gd name="connsiteX2894" fmla="*/ 1792481 w 3283645"/>
                <a:gd name="connsiteY2894" fmla="*/ 826240 h 1449582"/>
                <a:gd name="connsiteX2895" fmla="*/ 1787286 w 3283645"/>
                <a:gd name="connsiteY2895" fmla="*/ 815842 h 1449582"/>
                <a:gd name="connsiteX2896" fmla="*/ 1782091 w 3283645"/>
                <a:gd name="connsiteY2896" fmla="*/ 810643 h 1449582"/>
                <a:gd name="connsiteX2897" fmla="*/ 1776896 w 3283645"/>
                <a:gd name="connsiteY2897" fmla="*/ 810643 h 1449582"/>
                <a:gd name="connsiteX2898" fmla="*/ 1776896 w 3283645"/>
                <a:gd name="connsiteY2898" fmla="*/ 805444 h 1449582"/>
                <a:gd name="connsiteX2899" fmla="*/ 1771702 w 3283645"/>
                <a:gd name="connsiteY2899" fmla="*/ 805444 h 1449582"/>
                <a:gd name="connsiteX2900" fmla="*/ 1771702 w 3283645"/>
                <a:gd name="connsiteY2900" fmla="*/ 800413 h 1449582"/>
                <a:gd name="connsiteX2901" fmla="*/ 1766339 w 3283645"/>
                <a:gd name="connsiteY2901" fmla="*/ 800413 h 1449582"/>
                <a:gd name="connsiteX2902" fmla="*/ 1766339 w 3283645"/>
                <a:gd name="connsiteY2902" fmla="*/ 795046 h 1449582"/>
                <a:gd name="connsiteX2903" fmla="*/ 1761312 w 3283645"/>
                <a:gd name="connsiteY2903" fmla="*/ 795046 h 1449582"/>
                <a:gd name="connsiteX2904" fmla="*/ 1766339 w 3283645"/>
                <a:gd name="connsiteY2904" fmla="*/ 789848 h 1449582"/>
                <a:gd name="connsiteX2905" fmla="*/ 1761312 w 3283645"/>
                <a:gd name="connsiteY2905" fmla="*/ 779617 h 1449582"/>
                <a:gd name="connsiteX2906" fmla="*/ 1756117 w 3283645"/>
                <a:gd name="connsiteY2906" fmla="*/ 774251 h 1449582"/>
                <a:gd name="connsiteX2907" fmla="*/ 1756117 w 3283645"/>
                <a:gd name="connsiteY2907" fmla="*/ 769052 h 1449582"/>
                <a:gd name="connsiteX2908" fmla="*/ 1756117 w 3283645"/>
                <a:gd name="connsiteY2908" fmla="*/ 763853 h 1449582"/>
                <a:gd name="connsiteX2909" fmla="*/ 1750922 w 3283645"/>
                <a:gd name="connsiteY2909" fmla="*/ 758822 h 1449582"/>
                <a:gd name="connsiteX2910" fmla="*/ 1750922 w 3283645"/>
                <a:gd name="connsiteY2910" fmla="*/ 753455 h 1449582"/>
                <a:gd name="connsiteX2911" fmla="*/ 1750922 w 3283645"/>
                <a:gd name="connsiteY2911" fmla="*/ 748256 h 1449582"/>
                <a:gd name="connsiteX2912" fmla="*/ 1750922 w 3283645"/>
                <a:gd name="connsiteY2912" fmla="*/ 743058 h 1449582"/>
                <a:gd name="connsiteX2913" fmla="*/ 1756117 w 3283645"/>
                <a:gd name="connsiteY2913" fmla="*/ 738026 h 1449582"/>
                <a:gd name="connsiteX2914" fmla="*/ 1756117 w 3283645"/>
                <a:gd name="connsiteY2914" fmla="*/ 732660 h 1449582"/>
                <a:gd name="connsiteX2915" fmla="*/ 1756117 w 3283645"/>
                <a:gd name="connsiteY2915" fmla="*/ 727629 h 1449582"/>
                <a:gd name="connsiteX2916" fmla="*/ 1766339 w 3283645"/>
                <a:gd name="connsiteY2916" fmla="*/ 727629 h 1449582"/>
                <a:gd name="connsiteX2917" fmla="*/ 1766339 w 3283645"/>
                <a:gd name="connsiteY2917" fmla="*/ 686037 h 1449582"/>
                <a:gd name="connsiteX2918" fmla="*/ 1776896 w 3283645"/>
                <a:gd name="connsiteY2918" fmla="*/ 686037 h 1449582"/>
                <a:gd name="connsiteX2919" fmla="*/ 1776896 w 3283645"/>
                <a:gd name="connsiteY2919" fmla="*/ 675807 h 1449582"/>
                <a:gd name="connsiteX2920" fmla="*/ 1776896 w 3283645"/>
                <a:gd name="connsiteY2920" fmla="*/ 665242 h 1449582"/>
                <a:gd name="connsiteX2921" fmla="*/ 1834040 w 3283645"/>
                <a:gd name="connsiteY2921" fmla="*/ 665242 h 1449582"/>
                <a:gd name="connsiteX2922" fmla="*/ 1849625 w 3283645"/>
                <a:gd name="connsiteY2922" fmla="*/ 665242 h 1449582"/>
                <a:gd name="connsiteX2923" fmla="*/ 1854819 w 3283645"/>
                <a:gd name="connsiteY2923" fmla="*/ 665242 h 1449582"/>
                <a:gd name="connsiteX2924" fmla="*/ 1860014 w 3283645"/>
                <a:gd name="connsiteY2924" fmla="*/ 665242 h 1449582"/>
                <a:gd name="connsiteX2925" fmla="*/ 1860014 w 3283645"/>
                <a:gd name="connsiteY2925" fmla="*/ 660043 h 1449582"/>
                <a:gd name="connsiteX2926" fmla="*/ 1865209 w 3283645"/>
                <a:gd name="connsiteY2926" fmla="*/ 655012 h 1449582"/>
                <a:gd name="connsiteX2927" fmla="*/ 800402 w 3283645"/>
                <a:gd name="connsiteY2927" fmla="*/ 654354 h 1449582"/>
                <a:gd name="connsiteX2928" fmla="*/ 805534 w 3283645"/>
                <a:gd name="connsiteY2928" fmla="*/ 654354 h 1449582"/>
                <a:gd name="connsiteX2929" fmla="*/ 810501 w 3283645"/>
                <a:gd name="connsiteY2929" fmla="*/ 654354 h 1449582"/>
                <a:gd name="connsiteX2930" fmla="*/ 815799 w 3283645"/>
                <a:gd name="connsiteY2930" fmla="*/ 659283 h 1449582"/>
                <a:gd name="connsiteX2931" fmla="*/ 810501 w 3283645"/>
                <a:gd name="connsiteY2931" fmla="*/ 659283 h 1449582"/>
                <a:gd name="connsiteX2932" fmla="*/ 800402 w 3283645"/>
                <a:gd name="connsiteY2932" fmla="*/ 654354 h 1449582"/>
                <a:gd name="connsiteX2933" fmla="*/ 2514328 w 3283645"/>
                <a:gd name="connsiteY2933" fmla="*/ 649097 h 1449582"/>
                <a:gd name="connsiteX2934" fmla="*/ 2519315 w 3283645"/>
                <a:gd name="connsiteY2934" fmla="*/ 654414 h 1449582"/>
                <a:gd name="connsiteX2935" fmla="*/ 2524468 w 3283645"/>
                <a:gd name="connsiteY2935" fmla="*/ 654414 h 1449582"/>
                <a:gd name="connsiteX2936" fmla="*/ 2524468 w 3283645"/>
                <a:gd name="connsiteY2936" fmla="*/ 659399 h 1449582"/>
                <a:gd name="connsiteX2937" fmla="*/ 2529621 w 3283645"/>
                <a:gd name="connsiteY2937" fmla="*/ 664551 h 1449582"/>
                <a:gd name="connsiteX2938" fmla="*/ 2534940 w 3283645"/>
                <a:gd name="connsiteY2938" fmla="*/ 664551 h 1449582"/>
                <a:gd name="connsiteX2939" fmla="*/ 2529621 w 3283645"/>
                <a:gd name="connsiteY2939" fmla="*/ 669702 h 1449582"/>
                <a:gd name="connsiteX2940" fmla="*/ 2529621 w 3283645"/>
                <a:gd name="connsiteY2940" fmla="*/ 675019 h 1449582"/>
                <a:gd name="connsiteX2941" fmla="*/ 2524468 w 3283645"/>
                <a:gd name="connsiteY2941" fmla="*/ 675019 h 1449582"/>
                <a:gd name="connsiteX2942" fmla="*/ 2519315 w 3283645"/>
                <a:gd name="connsiteY2942" fmla="*/ 680004 h 1449582"/>
                <a:gd name="connsiteX2943" fmla="*/ 2514328 w 3283645"/>
                <a:gd name="connsiteY2943" fmla="*/ 675019 h 1449582"/>
                <a:gd name="connsiteX2944" fmla="*/ 2514328 w 3283645"/>
                <a:gd name="connsiteY2944" fmla="*/ 664551 h 1449582"/>
                <a:gd name="connsiteX2945" fmla="*/ 2509009 w 3283645"/>
                <a:gd name="connsiteY2945" fmla="*/ 664551 h 1449582"/>
                <a:gd name="connsiteX2946" fmla="*/ 2503856 w 3283645"/>
                <a:gd name="connsiteY2946" fmla="*/ 659399 h 1449582"/>
                <a:gd name="connsiteX2947" fmla="*/ 2503856 w 3283645"/>
                <a:gd name="connsiteY2947" fmla="*/ 664551 h 1449582"/>
                <a:gd name="connsiteX2948" fmla="*/ 2498703 w 3283645"/>
                <a:gd name="connsiteY2948" fmla="*/ 664551 h 1449582"/>
                <a:gd name="connsiteX2949" fmla="*/ 2498703 w 3283645"/>
                <a:gd name="connsiteY2949" fmla="*/ 654414 h 1449582"/>
                <a:gd name="connsiteX2950" fmla="*/ 2503856 w 3283645"/>
                <a:gd name="connsiteY2950" fmla="*/ 654414 h 1449582"/>
                <a:gd name="connsiteX2951" fmla="*/ 2509009 w 3283645"/>
                <a:gd name="connsiteY2951" fmla="*/ 654414 h 1449582"/>
                <a:gd name="connsiteX2952" fmla="*/ 2514328 w 3283645"/>
                <a:gd name="connsiteY2952" fmla="*/ 654414 h 1449582"/>
                <a:gd name="connsiteX2953" fmla="*/ 2514328 w 3283645"/>
                <a:gd name="connsiteY2953" fmla="*/ 649097 h 1449582"/>
                <a:gd name="connsiteX2954" fmla="*/ 795270 w 3283645"/>
                <a:gd name="connsiteY2954" fmla="*/ 649097 h 1449582"/>
                <a:gd name="connsiteX2955" fmla="*/ 800402 w 3283645"/>
                <a:gd name="connsiteY2955" fmla="*/ 654354 h 1449582"/>
                <a:gd name="connsiteX2956" fmla="*/ 795270 w 3283645"/>
                <a:gd name="connsiteY2956" fmla="*/ 654354 h 1449582"/>
                <a:gd name="connsiteX2957" fmla="*/ 795270 w 3283645"/>
                <a:gd name="connsiteY2957" fmla="*/ 649097 h 1449582"/>
                <a:gd name="connsiteX2958" fmla="*/ 1688972 w 3283645"/>
                <a:gd name="connsiteY2958" fmla="*/ 643922 h 1449582"/>
                <a:gd name="connsiteX2959" fmla="*/ 1756667 w 3283645"/>
                <a:gd name="connsiteY2959" fmla="*/ 685513 h 1449582"/>
                <a:gd name="connsiteX2960" fmla="*/ 1756667 w 3283645"/>
                <a:gd name="connsiteY2960" fmla="*/ 721905 h 1449582"/>
                <a:gd name="connsiteX2961" fmla="*/ 1751460 w 3283645"/>
                <a:gd name="connsiteY2961" fmla="*/ 721905 h 1449582"/>
                <a:gd name="connsiteX2962" fmla="*/ 1751460 w 3283645"/>
                <a:gd name="connsiteY2962" fmla="*/ 727104 h 1449582"/>
                <a:gd name="connsiteX2963" fmla="*/ 1751460 w 3283645"/>
                <a:gd name="connsiteY2963" fmla="*/ 732135 h 1449582"/>
                <a:gd name="connsiteX2964" fmla="*/ 1746253 w 3283645"/>
                <a:gd name="connsiteY2964" fmla="*/ 737502 h 1449582"/>
                <a:gd name="connsiteX2965" fmla="*/ 1741045 w 3283645"/>
                <a:gd name="connsiteY2965" fmla="*/ 742533 h 1449582"/>
                <a:gd name="connsiteX2966" fmla="*/ 1741045 w 3283645"/>
                <a:gd name="connsiteY2966" fmla="*/ 747732 h 1449582"/>
                <a:gd name="connsiteX2967" fmla="*/ 1741045 w 3283645"/>
                <a:gd name="connsiteY2967" fmla="*/ 752930 h 1449582"/>
                <a:gd name="connsiteX2968" fmla="*/ 1741045 w 3283645"/>
                <a:gd name="connsiteY2968" fmla="*/ 758297 h 1449582"/>
                <a:gd name="connsiteX2969" fmla="*/ 1746253 w 3283645"/>
                <a:gd name="connsiteY2969" fmla="*/ 763328 h 1449582"/>
                <a:gd name="connsiteX2970" fmla="*/ 1746253 w 3283645"/>
                <a:gd name="connsiteY2970" fmla="*/ 768527 h 1449582"/>
                <a:gd name="connsiteX2971" fmla="*/ 1741045 w 3283645"/>
                <a:gd name="connsiteY2971" fmla="*/ 773726 h 1449582"/>
                <a:gd name="connsiteX2972" fmla="*/ 1741045 w 3283645"/>
                <a:gd name="connsiteY2972" fmla="*/ 779093 h 1449582"/>
                <a:gd name="connsiteX2973" fmla="*/ 1735838 w 3283645"/>
                <a:gd name="connsiteY2973" fmla="*/ 779093 h 1449582"/>
                <a:gd name="connsiteX2974" fmla="*/ 1735838 w 3283645"/>
                <a:gd name="connsiteY2974" fmla="*/ 784124 h 1449582"/>
                <a:gd name="connsiteX2975" fmla="*/ 1730631 w 3283645"/>
                <a:gd name="connsiteY2975" fmla="*/ 789323 h 1449582"/>
                <a:gd name="connsiteX2976" fmla="*/ 1725423 w 3283645"/>
                <a:gd name="connsiteY2976" fmla="*/ 789323 h 1449582"/>
                <a:gd name="connsiteX2977" fmla="*/ 1720216 w 3283645"/>
                <a:gd name="connsiteY2977" fmla="*/ 789323 h 1449582"/>
                <a:gd name="connsiteX2978" fmla="*/ 1715009 w 3283645"/>
                <a:gd name="connsiteY2978" fmla="*/ 794521 h 1449582"/>
                <a:gd name="connsiteX2979" fmla="*/ 1715009 w 3283645"/>
                <a:gd name="connsiteY2979" fmla="*/ 799888 h 1449582"/>
                <a:gd name="connsiteX2980" fmla="*/ 1709801 w 3283645"/>
                <a:gd name="connsiteY2980" fmla="*/ 799888 h 1449582"/>
                <a:gd name="connsiteX2981" fmla="*/ 1704594 w 3283645"/>
                <a:gd name="connsiteY2981" fmla="*/ 799888 h 1449582"/>
                <a:gd name="connsiteX2982" fmla="*/ 1699387 w 3283645"/>
                <a:gd name="connsiteY2982" fmla="*/ 804919 h 1449582"/>
                <a:gd name="connsiteX2983" fmla="*/ 1694179 w 3283645"/>
                <a:gd name="connsiteY2983" fmla="*/ 804919 h 1449582"/>
                <a:gd name="connsiteX2984" fmla="*/ 1688972 w 3283645"/>
                <a:gd name="connsiteY2984" fmla="*/ 804919 h 1449582"/>
                <a:gd name="connsiteX2985" fmla="*/ 1683765 w 3283645"/>
                <a:gd name="connsiteY2985" fmla="*/ 794521 h 1449582"/>
                <a:gd name="connsiteX2986" fmla="*/ 1688972 w 3283645"/>
                <a:gd name="connsiteY2986" fmla="*/ 789323 h 1449582"/>
                <a:gd name="connsiteX2987" fmla="*/ 1688972 w 3283645"/>
                <a:gd name="connsiteY2987" fmla="*/ 784124 h 1449582"/>
                <a:gd name="connsiteX2988" fmla="*/ 1683765 w 3283645"/>
                <a:gd name="connsiteY2988" fmla="*/ 779093 h 1449582"/>
                <a:gd name="connsiteX2989" fmla="*/ 1683765 w 3283645"/>
                <a:gd name="connsiteY2989" fmla="*/ 763328 h 1449582"/>
                <a:gd name="connsiteX2990" fmla="*/ 1683765 w 3283645"/>
                <a:gd name="connsiteY2990" fmla="*/ 752930 h 1449582"/>
                <a:gd name="connsiteX2991" fmla="*/ 1678558 w 3283645"/>
                <a:gd name="connsiteY2991" fmla="*/ 752930 h 1449582"/>
                <a:gd name="connsiteX2992" fmla="*/ 1678558 w 3283645"/>
                <a:gd name="connsiteY2992" fmla="*/ 747732 h 1449582"/>
                <a:gd name="connsiteX2993" fmla="*/ 1673350 w 3283645"/>
                <a:gd name="connsiteY2993" fmla="*/ 747732 h 1449582"/>
                <a:gd name="connsiteX2994" fmla="*/ 1673350 w 3283645"/>
                <a:gd name="connsiteY2994" fmla="*/ 742533 h 1449582"/>
                <a:gd name="connsiteX2995" fmla="*/ 1668143 w 3283645"/>
                <a:gd name="connsiteY2995" fmla="*/ 742533 h 1449582"/>
                <a:gd name="connsiteX2996" fmla="*/ 1673350 w 3283645"/>
                <a:gd name="connsiteY2996" fmla="*/ 732135 h 1449582"/>
                <a:gd name="connsiteX2997" fmla="*/ 1678558 w 3283645"/>
                <a:gd name="connsiteY2997" fmla="*/ 727104 h 1449582"/>
                <a:gd name="connsiteX2998" fmla="*/ 1683765 w 3283645"/>
                <a:gd name="connsiteY2998" fmla="*/ 721905 h 1449582"/>
                <a:gd name="connsiteX2999" fmla="*/ 1683765 w 3283645"/>
                <a:gd name="connsiteY2999" fmla="*/ 716874 h 1449582"/>
                <a:gd name="connsiteX3000" fmla="*/ 1688972 w 3283645"/>
                <a:gd name="connsiteY3000" fmla="*/ 716874 h 1449582"/>
                <a:gd name="connsiteX3001" fmla="*/ 1688972 w 3283645"/>
                <a:gd name="connsiteY3001" fmla="*/ 706308 h 1449582"/>
                <a:gd name="connsiteX3002" fmla="*/ 1688972 w 3283645"/>
                <a:gd name="connsiteY3002" fmla="*/ 685513 h 1449582"/>
                <a:gd name="connsiteX3003" fmla="*/ 1694179 w 3283645"/>
                <a:gd name="connsiteY3003" fmla="*/ 675283 h 1449582"/>
                <a:gd name="connsiteX3004" fmla="*/ 1694179 w 3283645"/>
                <a:gd name="connsiteY3004" fmla="*/ 669916 h 1449582"/>
                <a:gd name="connsiteX3005" fmla="*/ 1688972 w 3283645"/>
                <a:gd name="connsiteY3005" fmla="*/ 669916 h 1449582"/>
                <a:gd name="connsiteX3006" fmla="*/ 1688972 w 3283645"/>
                <a:gd name="connsiteY3006" fmla="*/ 659518 h 1449582"/>
                <a:gd name="connsiteX3007" fmla="*/ 1683765 w 3283645"/>
                <a:gd name="connsiteY3007" fmla="*/ 659518 h 1449582"/>
                <a:gd name="connsiteX3008" fmla="*/ 1683765 w 3283645"/>
                <a:gd name="connsiteY3008" fmla="*/ 649121 h 1449582"/>
                <a:gd name="connsiteX3009" fmla="*/ 1688972 w 3283645"/>
                <a:gd name="connsiteY3009" fmla="*/ 643922 h 1449582"/>
                <a:gd name="connsiteX3010" fmla="*/ 1652283 w 3283645"/>
                <a:gd name="connsiteY3010" fmla="*/ 643922 h 1449582"/>
                <a:gd name="connsiteX3011" fmla="*/ 1657486 w 3283645"/>
                <a:gd name="connsiteY3011" fmla="*/ 643922 h 1449582"/>
                <a:gd name="connsiteX3012" fmla="*/ 1662688 w 3283645"/>
                <a:gd name="connsiteY3012" fmla="*/ 649123 h 1449582"/>
                <a:gd name="connsiteX3013" fmla="*/ 1667890 w 3283645"/>
                <a:gd name="connsiteY3013" fmla="*/ 654492 h 1449582"/>
                <a:gd name="connsiteX3014" fmla="*/ 1673092 w 3283645"/>
                <a:gd name="connsiteY3014" fmla="*/ 654492 h 1449582"/>
                <a:gd name="connsiteX3015" fmla="*/ 1678294 w 3283645"/>
                <a:gd name="connsiteY3015" fmla="*/ 654492 h 1449582"/>
                <a:gd name="connsiteX3016" fmla="*/ 1678294 w 3283645"/>
                <a:gd name="connsiteY3016" fmla="*/ 659525 h 1449582"/>
                <a:gd name="connsiteX3017" fmla="*/ 1678294 w 3283645"/>
                <a:gd name="connsiteY3017" fmla="*/ 669927 h 1449582"/>
                <a:gd name="connsiteX3018" fmla="*/ 1683496 w 3283645"/>
                <a:gd name="connsiteY3018" fmla="*/ 675296 h 1449582"/>
                <a:gd name="connsiteX3019" fmla="*/ 1683496 w 3283645"/>
                <a:gd name="connsiteY3019" fmla="*/ 685530 h 1449582"/>
                <a:gd name="connsiteX3020" fmla="*/ 1683496 w 3283645"/>
                <a:gd name="connsiteY3020" fmla="*/ 706334 h 1449582"/>
                <a:gd name="connsiteX3021" fmla="*/ 1678294 w 3283645"/>
                <a:gd name="connsiteY3021" fmla="*/ 711535 h 1449582"/>
                <a:gd name="connsiteX3022" fmla="*/ 1678294 w 3283645"/>
                <a:gd name="connsiteY3022" fmla="*/ 716904 h 1449582"/>
                <a:gd name="connsiteX3023" fmla="*/ 1673092 w 3283645"/>
                <a:gd name="connsiteY3023" fmla="*/ 721937 h 1449582"/>
                <a:gd name="connsiteX3024" fmla="*/ 1662688 w 3283645"/>
                <a:gd name="connsiteY3024" fmla="*/ 732171 h 1449582"/>
                <a:gd name="connsiteX3025" fmla="*/ 1662688 w 3283645"/>
                <a:gd name="connsiteY3025" fmla="*/ 737540 h 1449582"/>
                <a:gd name="connsiteX3026" fmla="*/ 1662688 w 3283645"/>
                <a:gd name="connsiteY3026" fmla="*/ 742573 h 1449582"/>
                <a:gd name="connsiteX3027" fmla="*/ 1657486 w 3283645"/>
                <a:gd name="connsiteY3027" fmla="*/ 742573 h 1449582"/>
                <a:gd name="connsiteX3028" fmla="*/ 1652283 w 3283645"/>
                <a:gd name="connsiteY3028" fmla="*/ 747774 h 1449582"/>
                <a:gd name="connsiteX3029" fmla="*/ 1647081 w 3283645"/>
                <a:gd name="connsiteY3029" fmla="*/ 742573 h 1449582"/>
                <a:gd name="connsiteX3030" fmla="*/ 1636847 w 3283645"/>
                <a:gd name="connsiteY3030" fmla="*/ 742573 h 1449582"/>
                <a:gd name="connsiteX3031" fmla="*/ 1636847 w 3283645"/>
                <a:gd name="connsiteY3031" fmla="*/ 747774 h 1449582"/>
                <a:gd name="connsiteX3032" fmla="*/ 1631644 w 3283645"/>
                <a:gd name="connsiteY3032" fmla="*/ 747774 h 1449582"/>
                <a:gd name="connsiteX3033" fmla="*/ 1626442 w 3283645"/>
                <a:gd name="connsiteY3033" fmla="*/ 752975 h 1449582"/>
                <a:gd name="connsiteX3034" fmla="*/ 1621408 w 3283645"/>
                <a:gd name="connsiteY3034" fmla="*/ 747774 h 1449582"/>
                <a:gd name="connsiteX3035" fmla="*/ 1616038 w 3283645"/>
                <a:gd name="connsiteY3035" fmla="*/ 747774 h 1449582"/>
                <a:gd name="connsiteX3036" fmla="*/ 1605634 w 3283645"/>
                <a:gd name="connsiteY3036" fmla="*/ 747774 h 1449582"/>
                <a:gd name="connsiteX3037" fmla="*/ 1605634 w 3283645"/>
                <a:gd name="connsiteY3037" fmla="*/ 742573 h 1449582"/>
                <a:gd name="connsiteX3038" fmla="*/ 1600600 w 3283645"/>
                <a:gd name="connsiteY3038" fmla="*/ 742573 h 1449582"/>
                <a:gd name="connsiteX3039" fmla="*/ 1595229 w 3283645"/>
                <a:gd name="connsiteY3039" fmla="*/ 742573 h 1449582"/>
                <a:gd name="connsiteX3040" fmla="*/ 1590027 w 3283645"/>
                <a:gd name="connsiteY3040" fmla="*/ 742573 h 1449582"/>
                <a:gd name="connsiteX3041" fmla="*/ 1579791 w 3283645"/>
                <a:gd name="connsiteY3041" fmla="*/ 742573 h 1449582"/>
                <a:gd name="connsiteX3042" fmla="*/ 1574421 w 3283645"/>
                <a:gd name="connsiteY3042" fmla="*/ 752975 h 1449582"/>
                <a:gd name="connsiteX3043" fmla="*/ 1569219 w 3283645"/>
                <a:gd name="connsiteY3043" fmla="*/ 758344 h 1449582"/>
                <a:gd name="connsiteX3044" fmla="*/ 1569219 w 3283645"/>
                <a:gd name="connsiteY3044" fmla="*/ 752975 h 1449582"/>
                <a:gd name="connsiteX3045" fmla="*/ 1564017 w 3283645"/>
                <a:gd name="connsiteY3045" fmla="*/ 758344 h 1449582"/>
                <a:gd name="connsiteX3046" fmla="*/ 1564017 w 3283645"/>
                <a:gd name="connsiteY3046" fmla="*/ 752975 h 1449582"/>
                <a:gd name="connsiteX3047" fmla="*/ 1558982 w 3283645"/>
                <a:gd name="connsiteY3047" fmla="*/ 752975 h 1449582"/>
                <a:gd name="connsiteX3048" fmla="*/ 1553613 w 3283645"/>
                <a:gd name="connsiteY3048" fmla="*/ 752975 h 1449582"/>
                <a:gd name="connsiteX3049" fmla="*/ 1553613 w 3283645"/>
                <a:gd name="connsiteY3049" fmla="*/ 747774 h 1449582"/>
                <a:gd name="connsiteX3050" fmla="*/ 1553613 w 3283645"/>
                <a:gd name="connsiteY3050" fmla="*/ 742573 h 1449582"/>
                <a:gd name="connsiteX3051" fmla="*/ 1548410 w 3283645"/>
                <a:gd name="connsiteY3051" fmla="*/ 742573 h 1449582"/>
                <a:gd name="connsiteX3052" fmla="*/ 1548410 w 3283645"/>
                <a:gd name="connsiteY3052" fmla="*/ 737540 h 1449582"/>
                <a:gd name="connsiteX3053" fmla="*/ 1553613 w 3283645"/>
                <a:gd name="connsiteY3053" fmla="*/ 737540 h 1449582"/>
                <a:gd name="connsiteX3054" fmla="*/ 1553613 w 3283645"/>
                <a:gd name="connsiteY3054" fmla="*/ 732171 h 1449582"/>
                <a:gd name="connsiteX3055" fmla="*/ 1558982 w 3283645"/>
                <a:gd name="connsiteY3055" fmla="*/ 732171 h 1449582"/>
                <a:gd name="connsiteX3056" fmla="*/ 1564017 w 3283645"/>
                <a:gd name="connsiteY3056" fmla="*/ 732171 h 1449582"/>
                <a:gd name="connsiteX3057" fmla="*/ 1569219 w 3283645"/>
                <a:gd name="connsiteY3057" fmla="*/ 732171 h 1449582"/>
                <a:gd name="connsiteX3058" fmla="*/ 1579791 w 3283645"/>
                <a:gd name="connsiteY3058" fmla="*/ 727138 h 1449582"/>
                <a:gd name="connsiteX3059" fmla="*/ 1584825 w 3283645"/>
                <a:gd name="connsiteY3059" fmla="*/ 711535 h 1449582"/>
                <a:gd name="connsiteX3060" fmla="*/ 1584825 w 3283645"/>
                <a:gd name="connsiteY3060" fmla="*/ 706334 h 1449582"/>
                <a:gd name="connsiteX3061" fmla="*/ 1584825 w 3283645"/>
                <a:gd name="connsiteY3061" fmla="*/ 690731 h 1449582"/>
                <a:gd name="connsiteX3062" fmla="*/ 1595229 w 3283645"/>
                <a:gd name="connsiteY3062" fmla="*/ 690731 h 1449582"/>
                <a:gd name="connsiteX3063" fmla="*/ 1605634 w 3283645"/>
                <a:gd name="connsiteY3063" fmla="*/ 680329 h 1449582"/>
                <a:gd name="connsiteX3064" fmla="*/ 1616038 w 3283645"/>
                <a:gd name="connsiteY3064" fmla="*/ 669927 h 1449582"/>
                <a:gd name="connsiteX3065" fmla="*/ 1642215 w 3283645"/>
                <a:gd name="connsiteY3065" fmla="*/ 654492 h 1449582"/>
                <a:gd name="connsiteX3066" fmla="*/ 1652283 w 3283645"/>
                <a:gd name="connsiteY3066" fmla="*/ 643922 h 1449582"/>
                <a:gd name="connsiteX3067" fmla="*/ 2057933 w 3283645"/>
                <a:gd name="connsiteY3067" fmla="*/ 638580 h 1449582"/>
                <a:gd name="connsiteX3068" fmla="*/ 2063155 w 3283645"/>
                <a:gd name="connsiteY3068" fmla="*/ 638580 h 1449582"/>
                <a:gd name="connsiteX3069" fmla="*/ 2068376 w 3283645"/>
                <a:gd name="connsiteY3069" fmla="*/ 638580 h 1449582"/>
                <a:gd name="connsiteX3070" fmla="*/ 2078818 w 3283645"/>
                <a:gd name="connsiteY3070" fmla="*/ 643755 h 1449582"/>
                <a:gd name="connsiteX3071" fmla="*/ 2084039 w 3283645"/>
                <a:gd name="connsiteY3071" fmla="*/ 643755 h 1449582"/>
                <a:gd name="connsiteX3072" fmla="*/ 2089261 w 3283645"/>
                <a:gd name="connsiteY3072" fmla="*/ 648930 h 1449582"/>
                <a:gd name="connsiteX3073" fmla="*/ 2089261 w 3283645"/>
                <a:gd name="connsiteY3073" fmla="*/ 654272 h 1449582"/>
                <a:gd name="connsiteX3074" fmla="*/ 2084039 w 3283645"/>
                <a:gd name="connsiteY3074" fmla="*/ 664455 h 1449582"/>
                <a:gd name="connsiteX3075" fmla="*/ 2084039 w 3283645"/>
                <a:gd name="connsiteY3075" fmla="*/ 669630 h 1449582"/>
                <a:gd name="connsiteX3076" fmla="*/ 2078818 w 3283645"/>
                <a:gd name="connsiteY3076" fmla="*/ 669630 h 1449582"/>
                <a:gd name="connsiteX3077" fmla="*/ 2073429 w 3283645"/>
                <a:gd name="connsiteY3077" fmla="*/ 674972 h 1449582"/>
                <a:gd name="connsiteX3078" fmla="*/ 2073429 w 3283645"/>
                <a:gd name="connsiteY3078" fmla="*/ 685156 h 1449582"/>
                <a:gd name="connsiteX3079" fmla="*/ 2068376 w 3283645"/>
                <a:gd name="connsiteY3079" fmla="*/ 685156 h 1449582"/>
                <a:gd name="connsiteX3080" fmla="*/ 2063155 w 3283645"/>
                <a:gd name="connsiteY3080" fmla="*/ 695673 h 1449582"/>
                <a:gd name="connsiteX3081" fmla="*/ 2057933 w 3283645"/>
                <a:gd name="connsiteY3081" fmla="*/ 695673 h 1449582"/>
                <a:gd name="connsiteX3082" fmla="*/ 2047491 w 3283645"/>
                <a:gd name="connsiteY3082" fmla="*/ 705856 h 1449582"/>
                <a:gd name="connsiteX3083" fmla="*/ 2031659 w 3283645"/>
                <a:gd name="connsiteY3083" fmla="*/ 705856 h 1449582"/>
                <a:gd name="connsiteX3084" fmla="*/ 2026606 w 3283645"/>
                <a:gd name="connsiteY3084" fmla="*/ 695673 h 1449582"/>
                <a:gd name="connsiteX3085" fmla="*/ 2031659 w 3283645"/>
                <a:gd name="connsiteY3085" fmla="*/ 690331 h 1449582"/>
                <a:gd name="connsiteX3086" fmla="*/ 2037049 w 3283645"/>
                <a:gd name="connsiteY3086" fmla="*/ 685156 h 1449582"/>
                <a:gd name="connsiteX3087" fmla="*/ 2047491 w 3283645"/>
                <a:gd name="connsiteY3087" fmla="*/ 685156 h 1449582"/>
                <a:gd name="connsiteX3088" fmla="*/ 2052544 w 3283645"/>
                <a:gd name="connsiteY3088" fmla="*/ 685156 h 1449582"/>
                <a:gd name="connsiteX3089" fmla="*/ 2052544 w 3283645"/>
                <a:gd name="connsiteY3089" fmla="*/ 679981 h 1449582"/>
                <a:gd name="connsiteX3090" fmla="*/ 2063155 w 3283645"/>
                <a:gd name="connsiteY3090" fmla="*/ 648930 h 1449582"/>
                <a:gd name="connsiteX3091" fmla="*/ 2057933 w 3283645"/>
                <a:gd name="connsiteY3091" fmla="*/ 648930 h 1449582"/>
                <a:gd name="connsiteX3092" fmla="*/ 2057933 w 3283645"/>
                <a:gd name="connsiteY3092" fmla="*/ 643755 h 1449582"/>
                <a:gd name="connsiteX3093" fmla="*/ 1486432 w 3283645"/>
                <a:gd name="connsiteY3093" fmla="*/ 628397 h 1449582"/>
                <a:gd name="connsiteX3094" fmla="*/ 1491633 w 3283645"/>
                <a:gd name="connsiteY3094" fmla="*/ 628397 h 1449582"/>
                <a:gd name="connsiteX3095" fmla="*/ 1548845 w 3283645"/>
                <a:gd name="connsiteY3095" fmla="*/ 669955 h 1449582"/>
                <a:gd name="connsiteX3096" fmla="*/ 1559415 w 3283645"/>
                <a:gd name="connsiteY3096" fmla="*/ 680344 h 1449582"/>
                <a:gd name="connsiteX3097" fmla="*/ 1564449 w 3283645"/>
                <a:gd name="connsiteY3097" fmla="*/ 685539 h 1449582"/>
                <a:gd name="connsiteX3098" fmla="*/ 1564449 w 3283645"/>
                <a:gd name="connsiteY3098" fmla="*/ 690734 h 1449582"/>
                <a:gd name="connsiteX3099" fmla="*/ 1569650 w 3283645"/>
                <a:gd name="connsiteY3099" fmla="*/ 696096 h 1449582"/>
                <a:gd name="connsiteX3100" fmla="*/ 1574851 w 3283645"/>
                <a:gd name="connsiteY3100" fmla="*/ 696096 h 1449582"/>
                <a:gd name="connsiteX3101" fmla="*/ 1574851 w 3283645"/>
                <a:gd name="connsiteY3101" fmla="*/ 706318 h 1449582"/>
                <a:gd name="connsiteX3102" fmla="*/ 1574851 w 3283645"/>
                <a:gd name="connsiteY3102" fmla="*/ 711513 h 1449582"/>
                <a:gd name="connsiteX3103" fmla="*/ 1574851 w 3283645"/>
                <a:gd name="connsiteY3103" fmla="*/ 721902 h 1449582"/>
                <a:gd name="connsiteX3104" fmla="*/ 1569650 w 3283645"/>
                <a:gd name="connsiteY3104" fmla="*/ 721902 h 1449582"/>
                <a:gd name="connsiteX3105" fmla="*/ 1564449 w 3283645"/>
                <a:gd name="connsiteY3105" fmla="*/ 721902 h 1449582"/>
                <a:gd name="connsiteX3106" fmla="*/ 1559415 w 3283645"/>
                <a:gd name="connsiteY3106" fmla="*/ 721902 h 1449582"/>
                <a:gd name="connsiteX3107" fmla="*/ 1554046 w 3283645"/>
                <a:gd name="connsiteY3107" fmla="*/ 721902 h 1449582"/>
                <a:gd name="connsiteX3108" fmla="*/ 1548845 w 3283645"/>
                <a:gd name="connsiteY3108" fmla="*/ 727097 h 1449582"/>
                <a:gd name="connsiteX3109" fmla="*/ 1543644 w 3283645"/>
                <a:gd name="connsiteY3109" fmla="*/ 727097 h 1449582"/>
                <a:gd name="connsiteX3110" fmla="*/ 1538611 w 3283645"/>
                <a:gd name="connsiteY3110" fmla="*/ 727097 h 1449582"/>
                <a:gd name="connsiteX3111" fmla="*/ 1528041 w 3283645"/>
                <a:gd name="connsiteY3111" fmla="*/ 732124 h 1449582"/>
                <a:gd name="connsiteX3112" fmla="*/ 1522840 w 3283645"/>
                <a:gd name="connsiteY3112" fmla="*/ 732124 h 1449582"/>
                <a:gd name="connsiteX3113" fmla="*/ 1517807 w 3283645"/>
                <a:gd name="connsiteY3113" fmla="*/ 732124 h 1449582"/>
                <a:gd name="connsiteX3114" fmla="*/ 1517807 w 3283645"/>
                <a:gd name="connsiteY3114" fmla="*/ 737486 h 1449582"/>
                <a:gd name="connsiteX3115" fmla="*/ 1512438 w 3283645"/>
                <a:gd name="connsiteY3115" fmla="*/ 737486 h 1449582"/>
                <a:gd name="connsiteX3116" fmla="*/ 1512438 w 3283645"/>
                <a:gd name="connsiteY3116" fmla="*/ 742514 h 1449582"/>
                <a:gd name="connsiteX3117" fmla="*/ 1507236 w 3283645"/>
                <a:gd name="connsiteY3117" fmla="*/ 747708 h 1449582"/>
                <a:gd name="connsiteX3118" fmla="*/ 1502036 w 3283645"/>
                <a:gd name="connsiteY3118" fmla="*/ 742514 h 1449582"/>
                <a:gd name="connsiteX3119" fmla="*/ 1502036 w 3283645"/>
                <a:gd name="connsiteY3119" fmla="*/ 747708 h 1449582"/>
                <a:gd name="connsiteX3120" fmla="*/ 1496834 w 3283645"/>
                <a:gd name="connsiteY3120" fmla="*/ 752903 h 1449582"/>
                <a:gd name="connsiteX3121" fmla="*/ 1496834 w 3283645"/>
                <a:gd name="connsiteY3121" fmla="*/ 758265 h 1449582"/>
                <a:gd name="connsiteX3122" fmla="*/ 1491633 w 3283645"/>
                <a:gd name="connsiteY3122" fmla="*/ 758265 h 1449582"/>
                <a:gd name="connsiteX3123" fmla="*/ 1486432 w 3283645"/>
                <a:gd name="connsiteY3123" fmla="*/ 768487 h 1449582"/>
                <a:gd name="connsiteX3124" fmla="*/ 1486432 w 3283645"/>
                <a:gd name="connsiteY3124" fmla="*/ 773682 h 1449582"/>
                <a:gd name="connsiteX3125" fmla="*/ 1481231 w 3283645"/>
                <a:gd name="connsiteY3125" fmla="*/ 773682 h 1449582"/>
                <a:gd name="connsiteX3126" fmla="*/ 1476198 w 3283645"/>
                <a:gd name="connsiteY3126" fmla="*/ 773682 h 1449582"/>
                <a:gd name="connsiteX3127" fmla="*/ 1476198 w 3283645"/>
                <a:gd name="connsiteY3127" fmla="*/ 779044 h 1449582"/>
                <a:gd name="connsiteX3128" fmla="*/ 1470829 w 3283645"/>
                <a:gd name="connsiteY3128" fmla="*/ 779044 h 1449582"/>
                <a:gd name="connsiteX3129" fmla="*/ 1465628 w 3283645"/>
                <a:gd name="connsiteY3129" fmla="*/ 779044 h 1449582"/>
                <a:gd name="connsiteX3130" fmla="*/ 1465628 w 3283645"/>
                <a:gd name="connsiteY3130" fmla="*/ 773682 h 1449582"/>
                <a:gd name="connsiteX3131" fmla="*/ 1465628 w 3283645"/>
                <a:gd name="connsiteY3131" fmla="*/ 768487 h 1449582"/>
                <a:gd name="connsiteX3132" fmla="*/ 1465628 w 3283645"/>
                <a:gd name="connsiteY3132" fmla="*/ 763293 h 1449582"/>
                <a:gd name="connsiteX3133" fmla="*/ 1460427 w 3283645"/>
                <a:gd name="connsiteY3133" fmla="*/ 763293 h 1449582"/>
                <a:gd name="connsiteX3134" fmla="*/ 1460427 w 3283645"/>
                <a:gd name="connsiteY3134" fmla="*/ 758265 h 1449582"/>
                <a:gd name="connsiteX3135" fmla="*/ 1455393 w 3283645"/>
                <a:gd name="connsiteY3135" fmla="*/ 752903 h 1449582"/>
                <a:gd name="connsiteX3136" fmla="*/ 1455393 w 3283645"/>
                <a:gd name="connsiteY3136" fmla="*/ 758265 h 1449582"/>
                <a:gd name="connsiteX3137" fmla="*/ 1450025 w 3283645"/>
                <a:gd name="connsiteY3137" fmla="*/ 758265 h 1449582"/>
                <a:gd name="connsiteX3138" fmla="*/ 1444823 w 3283645"/>
                <a:gd name="connsiteY3138" fmla="*/ 758265 h 1449582"/>
                <a:gd name="connsiteX3139" fmla="*/ 1439622 w 3283645"/>
                <a:gd name="connsiteY3139" fmla="*/ 758265 h 1449582"/>
                <a:gd name="connsiteX3140" fmla="*/ 1439622 w 3283645"/>
                <a:gd name="connsiteY3140" fmla="*/ 752903 h 1449582"/>
                <a:gd name="connsiteX3141" fmla="*/ 1434589 w 3283645"/>
                <a:gd name="connsiteY3141" fmla="*/ 747708 h 1449582"/>
                <a:gd name="connsiteX3142" fmla="*/ 1434589 w 3283645"/>
                <a:gd name="connsiteY3142" fmla="*/ 742514 h 1449582"/>
                <a:gd name="connsiteX3143" fmla="*/ 1434589 w 3283645"/>
                <a:gd name="connsiteY3143" fmla="*/ 737486 h 1449582"/>
                <a:gd name="connsiteX3144" fmla="*/ 1434589 w 3283645"/>
                <a:gd name="connsiteY3144" fmla="*/ 732124 h 1449582"/>
                <a:gd name="connsiteX3145" fmla="*/ 1439622 w 3283645"/>
                <a:gd name="connsiteY3145" fmla="*/ 737486 h 1449582"/>
                <a:gd name="connsiteX3146" fmla="*/ 1444823 w 3283645"/>
                <a:gd name="connsiteY3146" fmla="*/ 732124 h 1449582"/>
                <a:gd name="connsiteX3147" fmla="*/ 1450025 w 3283645"/>
                <a:gd name="connsiteY3147" fmla="*/ 732124 h 1449582"/>
                <a:gd name="connsiteX3148" fmla="*/ 1455393 w 3283645"/>
                <a:gd name="connsiteY3148" fmla="*/ 732124 h 1449582"/>
                <a:gd name="connsiteX3149" fmla="*/ 1460427 w 3283645"/>
                <a:gd name="connsiteY3149" fmla="*/ 732124 h 1449582"/>
                <a:gd name="connsiteX3150" fmla="*/ 1491633 w 3283645"/>
                <a:gd name="connsiteY3150" fmla="*/ 732124 h 1449582"/>
                <a:gd name="connsiteX3151" fmla="*/ 1496834 w 3283645"/>
                <a:gd name="connsiteY3151" fmla="*/ 716875 h 1449582"/>
                <a:gd name="connsiteX3152" fmla="*/ 1491633 w 3283645"/>
                <a:gd name="connsiteY3152" fmla="*/ 711513 h 1449582"/>
                <a:gd name="connsiteX3153" fmla="*/ 1486432 w 3283645"/>
                <a:gd name="connsiteY3153" fmla="*/ 628397 h 1449582"/>
                <a:gd name="connsiteX3154" fmla="*/ 2369058 w 3283645"/>
                <a:gd name="connsiteY3154" fmla="*/ 623222 h 1449582"/>
                <a:gd name="connsiteX3155" fmla="*/ 2379397 w 3283645"/>
                <a:gd name="connsiteY3155" fmla="*/ 628464 h 1449582"/>
                <a:gd name="connsiteX3156" fmla="*/ 2390074 w 3283645"/>
                <a:gd name="connsiteY3156" fmla="*/ 628464 h 1449582"/>
                <a:gd name="connsiteX3157" fmla="*/ 2384650 w 3283645"/>
                <a:gd name="connsiteY3157" fmla="*/ 633875 h 1449582"/>
                <a:gd name="connsiteX3158" fmla="*/ 2379397 w 3283645"/>
                <a:gd name="connsiteY3158" fmla="*/ 638948 h 1449582"/>
                <a:gd name="connsiteX3159" fmla="*/ 2379397 w 3283645"/>
                <a:gd name="connsiteY3159" fmla="*/ 644190 h 1449582"/>
                <a:gd name="connsiteX3160" fmla="*/ 2379397 w 3283645"/>
                <a:gd name="connsiteY3160" fmla="*/ 649432 h 1449582"/>
                <a:gd name="connsiteX3161" fmla="*/ 2379397 w 3283645"/>
                <a:gd name="connsiteY3161" fmla="*/ 654843 h 1449582"/>
                <a:gd name="connsiteX3162" fmla="*/ 2369058 w 3283645"/>
                <a:gd name="connsiteY3162" fmla="*/ 654843 h 1449582"/>
                <a:gd name="connsiteX3163" fmla="*/ 2369058 w 3283645"/>
                <a:gd name="connsiteY3163" fmla="*/ 649432 h 1449582"/>
                <a:gd name="connsiteX3164" fmla="*/ 2369058 w 3283645"/>
                <a:gd name="connsiteY3164" fmla="*/ 644190 h 1449582"/>
                <a:gd name="connsiteX3165" fmla="*/ 2363635 w 3283645"/>
                <a:gd name="connsiteY3165" fmla="*/ 638948 h 1449582"/>
                <a:gd name="connsiteX3166" fmla="*/ 2369058 w 3283645"/>
                <a:gd name="connsiteY3166" fmla="*/ 633875 h 1449582"/>
                <a:gd name="connsiteX3167" fmla="*/ 2363635 w 3283645"/>
                <a:gd name="connsiteY3167" fmla="*/ 628464 h 1449582"/>
                <a:gd name="connsiteX3168" fmla="*/ 2369058 w 3283645"/>
                <a:gd name="connsiteY3168" fmla="*/ 623222 h 1449582"/>
                <a:gd name="connsiteX3169" fmla="*/ 2057482 w 3283645"/>
                <a:gd name="connsiteY3169" fmla="*/ 623222 h 1449582"/>
                <a:gd name="connsiteX3170" fmla="*/ 2057482 w 3283645"/>
                <a:gd name="connsiteY3170" fmla="*/ 628355 h 1449582"/>
                <a:gd name="connsiteX3171" fmla="*/ 2052170 w 3283645"/>
                <a:gd name="connsiteY3171" fmla="*/ 633655 h 1449582"/>
                <a:gd name="connsiteX3172" fmla="*/ 2052170 w 3283645"/>
                <a:gd name="connsiteY3172" fmla="*/ 638623 h 1449582"/>
                <a:gd name="connsiteX3173" fmla="*/ 2047190 w 3283645"/>
                <a:gd name="connsiteY3173" fmla="*/ 643756 h 1449582"/>
                <a:gd name="connsiteX3174" fmla="*/ 2042044 w 3283645"/>
                <a:gd name="connsiteY3174" fmla="*/ 643756 h 1449582"/>
                <a:gd name="connsiteX3175" fmla="*/ 2036898 w 3283645"/>
                <a:gd name="connsiteY3175" fmla="*/ 643756 h 1449582"/>
                <a:gd name="connsiteX3176" fmla="*/ 2026606 w 3283645"/>
                <a:gd name="connsiteY3176" fmla="*/ 643756 h 1449582"/>
                <a:gd name="connsiteX3177" fmla="*/ 2026606 w 3283645"/>
                <a:gd name="connsiteY3177" fmla="*/ 638623 h 1449582"/>
                <a:gd name="connsiteX3178" fmla="*/ 2031586 w 3283645"/>
                <a:gd name="connsiteY3178" fmla="*/ 638623 h 1449582"/>
                <a:gd name="connsiteX3179" fmla="*/ 2036898 w 3283645"/>
                <a:gd name="connsiteY3179" fmla="*/ 638623 h 1449582"/>
                <a:gd name="connsiteX3180" fmla="*/ 2042044 w 3283645"/>
                <a:gd name="connsiteY3180" fmla="*/ 638623 h 1449582"/>
                <a:gd name="connsiteX3181" fmla="*/ 2042044 w 3283645"/>
                <a:gd name="connsiteY3181" fmla="*/ 633655 h 1449582"/>
                <a:gd name="connsiteX3182" fmla="*/ 2047190 w 3283645"/>
                <a:gd name="connsiteY3182" fmla="*/ 638623 h 1449582"/>
                <a:gd name="connsiteX3183" fmla="*/ 2052170 w 3283645"/>
                <a:gd name="connsiteY3183" fmla="*/ 628355 h 1449582"/>
                <a:gd name="connsiteX3184" fmla="*/ 2057482 w 3283645"/>
                <a:gd name="connsiteY3184" fmla="*/ 623222 h 1449582"/>
                <a:gd name="connsiteX3185" fmla="*/ 1465342 w 3283645"/>
                <a:gd name="connsiteY3185" fmla="*/ 607697 h 1449582"/>
                <a:gd name="connsiteX3186" fmla="*/ 1480954 w 3283645"/>
                <a:gd name="connsiteY3186" fmla="*/ 618264 h 1449582"/>
                <a:gd name="connsiteX3187" fmla="*/ 1475918 w 3283645"/>
                <a:gd name="connsiteY3187" fmla="*/ 618264 h 1449582"/>
                <a:gd name="connsiteX3188" fmla="*/ 1486157 w 3283645"/>
                <a:gd name="connsiteY3188" fmla="*/ 717062 h 1449582"/>
                <a:gd name="connsiteX3189" fmla="*/ 1486157 w 3283645"/>
                <a:gd name="connsiteY3189" fmla="*/ 722094 h 1449582"/>
                <a:gd name="connsiteX3190" fmla="*/ 1460138 w 3283645"/>
                <a:gd name="connsiteY3190" fmla="*/ 722094 h 1449582"/>
                <a:gd name="connsiteX3191" fmla="*/ 1455103 w 3283645"/>
                <a:gd name="connsiteY3191" fmla="*/ 722094 h 1449582"/>
                <a:gd name="connsiteX3192" fmla="*/ 1449731 w 3283645"/>
                <a:gd name="connsiteY3192" fmla="*/ 722094 h 1449582"/>
                <a:gd name="connsiteX3193" fmla="*/ 1444527 w 3283645"/>
                <a:gd name="connsiteY3193" fmla="*/ 722094 h 1449582"/>
                <a:gd name="connsiteX3194" fmla="*/ 1439323 w 3283645"/>
                <a:gd name="connsiteY3194" fmla="*/ 722094 h 1449582"/>
                <a:gd name="connsiteX3195" fmla="*/ 1434288 w 3283645"/>
                <a:gd name="connsiteY3195" fmla="*/ 722094 h 1449582"/>
                <a:gd name="connsiteX3196" fmla="*/ 1428916 w 3283645"/>
                <a:gd name="connsiteY3196" fmla="*/ 722094 h 1449582"/>
                <a:gd name="connsiteX3197" fmla="*/ 1428916 w 3283645"/>
                <a:gd name="connsiteY3197" fmla="*/ 727294 h 1449582"/>
                <a:gd name="connsiteX3198" fmla="*/ 1418509 w 3283645"/>
                <a:gd name="connsiteY3198" fmla="*/ 722094 h 1449582"/>
                <a:gd name="connsiteX3199" fmla="*/ 1413472 w 3283645"/>
                <a:gd name="connsiteY3199" fmla="*/ 717062 h 1449582"/>
                <a:gd name="connsiteX3200" fmla="*/ 1413472 w 3283645"/>
                <a:gd name="connsiteY3200" fmla="*/ 711694 h 1449582"/>
                <a:gd name="connsiteX3201" fmla="*/ 1402897 w 3283645"/>
                <a:gd name="connsiteY3201" fmla="*/ 711694 h 1449582"/>
                <a:gd name="connsiteX3202" fmla="*/ 1397693 w 3283645"/>
                <a:gd name="connsiteY3202" fmla="*/ 711694 h 1449582"/>
                <a:gd name="connsiteX3203" fmla="*/ 1392658 w 3283645"/>
                <a:gd name="connsiteY3203" fmla="*/ 711694 h 1449582"/>
                <a:gd name="connsiteX3204" fmla="*/ 1397693 w 3283645"/>
                <a:gd name="connsiteY3204" fmla="*/ 696263 h 1449582"/>
                <a:gd name="connsiteX3205" fmla="*/ 1392658 w 3283645"/>
                <a:gd name="connsiteY3205" fmla="*/ 690895 h 1449582"/>
                <a:gd name="connsiteX3206" fmla="*/ 1392658 w 3283645"/>
                <a:gd name="connsiteY3206" fmla="*/ 680495 h 1449582"/>
                <a:gd name="connsiteX3207" fmla="*/ 1392658 w 3283645"/>
                <a:gd name="connsiteY3207" fmla="*/ 675463 h 1449582"/>
                <a:gd name="connsiteX3208" fmla="*/ 1387286 w 3283645"/>
                <a:gd name="connsiteY3208" fmla="*/ 670095 h 1449582"/>
                <a:gd name="connsiteX3209" fmla="*/ 1423713 w 3283645"/>
                <a:gd name="connsiteY3209" fmla="*/ 670095 h 1449582"/>
                <a:gd name="connsiteX3210" fmla="*/ 1423713 w 3283645"/>
                <a:gd name="connsiteY3210" fmla="*/ 664896 h 1449582"/>
                <a:gd name="connsiteX3211" fmla="*/ 1423713 w 3283645"/>
                <a:gd name="connsiteY3211" fmla="*/ 659696 h 1449582"/>
                <a:gd name="connsiteX3212" fmla="*/ 1423713 w 3283645"/>
                <a:gd name="connsiteY3212" fmla="*/ 654664 h 1449582"/>
                <a:gd name="connsiteX3213" fmla="*/ 1423713 w 3283645"/>
                <a:gd name="connsiteY3213" fmla="*/ 649296 h 1449582"/>
                <a:gd name="connsiteX3214" fmla="*/ 1428916 w 3283645"/>
                <a:gd name="connsiteY3214" fmla="*/ 649296 h 1449582"/>
                <a:gd name="connsiteX3215" fmla="*/ 1428916 w 3283645"/>
                <a:gd name="connsiteY3215" fmla="*/ 644096 h 1449582"/>
                <a:gd name="connsiteX3216" fmla="*/ 1434288 w 3283645"/>
                <a:gd name="connsiteY3216" fmla="*/ 644096 h 1449582"/>
                <a:gd name="connsiteX3217" fmla="*/ 1434288 w 3283645"/>
                <a:gd name="connsiteY3217" fmla="*/ 618264 h 1449582"/>
                <a:gd name="connsiteX3218" fmla="*/ 1465342 w 3283645"/>
                <a:gd name="connsiteY3218" fmla="*/ 618264 h 1449582"/>
                <a:gd name="connsiteX3219" fmla="*/ 1465342 w 3283645"/>
                <a:gd name="connsiteY3219" fmla="*/ 607697 h 1449582"/>
                <a:gd name="connsiteX3220" fmla="*/ 1423719 w 3283645"/>
                <a:gd name="connsiteY3220" fmla="*/ 602522 h 1449582"/>
                <a:gd name="connsiteX3221" fmla="*/ 1455115 w 3283645"/>
                <a:gd name="connsiteY3221" fmla="*/ 602522 h 1449582"/>
                <a:gd name="connsiteX3222" fmla="*/ 1455115 w 3283645"/>
                <a:gd name="connsiteY3222" fmla="*/ 607749 h 1449582"/>
                <a:gd name="connsiteX3223" fmla="*/ 1423719 w 3283645"/>
                <a:gd name="connsiteY3223" fmla="*/ 607749 h 1449582"/>
                <a:gd name="connsiteX3224" fmla="*/ 1423719 w 3283645"/>
                <a:gd name="connsiteY3224" fmla="*/ 639110 h 1449582"/>
                <a:gd name="connsiteX3225" fmla="*/ 1418514 w 3283645"/>
                <a:gd name="connsiteY3225" fmla="*/ 644337 h 1449582"/>
                <a:gd name="connsiteX3226" fmla="*/ 1413478 w 3283645"/>
                <a:gd name="connsiteY3226" fmla="*/ 654960 h 1449582"/>
                <a:gd name="connsiteX3227" fmla="*/ 1413478 w 3283645"/>
                <a:gd name="connsiteY3227" fmla="*/ 660018 h 1449582"/>
                <a:gd name="connsiteX3228" fmla="*/ 1387286 w 3283645"/>
                <a:gd name="connsiteY3228" fmla="*/ 660018 h 1449582"/>
                <a:gd name="connsiteX3229" fmla="*/ 1387286 w 3283645"/>
                <a:gd name="connsiteY3229" fmla="*/ 654960 h 1449582"/>
                <a:gd name="connsiteX3230" fmla="*/ 1392658 w 3283645"/>
                <a:gd name="connsiteY3230" fmla="*/ 654960 h 1449582"/>
                <a:gd name="connsiteX3231" fmla="*/ 1392658 w 3283645"/>
                <a:gd name="connsiteY3231" fmla="*/ 644337 h 1449582"/>
                <a:gd name="connsiteX3232" fmla="*/ 1397695 w 3283645"/>
                <a:gd name="connsiteY3232" fmla="*/ 639110 h 1449582"/>
                <a:gd name="connsiteX3233" fmla="*/ 1402900 w 3283645"/>
                <a:gd name="connsiteY3233" fmla="*/ 634052 h 1449582"/>
                <a:gd name="connsiteX3234" fmla="*/ 1408105 w 3283645"/>
                <a:gd name="connsiteY3234" fmla="*/ 628657 h 1449582"/>
                <a:gd name="connsiteX3235" fmla="*/ 1408105 w 3283645"/>
                <a:gd name="connsiteY3235" fmla="*/ 618371 h 1449582"/>
                <a:gd name="connsiteX3236" fmla="*/ 1413478 w 3283645"/>
                <a:gd name="connsiteY3236" fmla="*/ 613144 h 1449582"/>
                <a:gd name="connsiteX3237" fmla="*/ 1418514 w 3283645"/>
                <a:gd name="connsiteY3237" fmla="*/ 607749 h 1449582"/>
                <a:gd name="connsiteX3238" fmla="*/ 1423719 w 3283645"/>
                <a:gd name="connsiteY3238" fmla="*/ 602522 h 1449582"/>
                <a:gd name="connsiteX3239" fmla="*/ 2379729 w 3283645"/>
                <a:gd name="connsiteY3239" fmla="*/ 597347 h 1449582"/>
                <a:gd name="connsiteX3240" fmla="*/ 2384902 w 3283645"/>
                <a:gd name="connsiteY3240" fmla="*/ 597347 h 1449582"/>
                <a:gd name="connsiteX3241" fmla="*/ 2384902 w 3283645"/>
                <a:gd name="connsiteY3241" fmla="*/ 602355 h 1449582"/>
                <a:gd name="connsiteX3242" fmla="*/ 2379729 w 3283645"/>
                <a:gd name="connsiteY3242" fmla="*/ 602355 h 1449582"/>
                <a:gd name="connsiteX3243" fmla="*/ 2405722 w 3283645"/>
                <a:gd name="connsiteY3243" fmla="*/ 592607 h 1449582"/>
                <a:gd name="connsiteX3244" fmla="*/ 2411020 w 3283645"/>
                <a:gd name="connsiteY3244" fmla="*/ 592607 h 1449582"/>
                <a:gd name="connsiteX3245" fmla="*/ 2411020 w 3283645"/>
                <a:gd name="connsiteY3245" fmla="*/ 597915 h 1449582"/>
                <a:gd name="connsiteX3246" fmla="*/ 2405722 w 3283645"/>
                <a:gd name="connsiteY3246" fmla="*/ 597915 h 1449582"/>
                <a:gd name="connsiteX3247" fmla="*/ 2400590 w 3283645"/>
                <a:gd name="connsiteY3247" fmla="*/ 597915 h 1449582"/>
                <a:gd name="connsiteX3248" fmla="*/ 2405722 w 3283645"/>
                <a:gd name="connsiteY3248" fmla="*/ 592607 h 1449582"/>
                <a:gd name="connsiteX3249" fmla="*/ 2442331 w 3283645"/>
                <a:gd name="connsiteY3249" fmla="*/ 592172 h 1449582"/>
                <a:gd name="connsiteX3250" fmla="*/ 2447548 w 3283645"/>
                <a:gd name="connsiteY3250" fmla="*/ 592172 h 1449582"/>
                <a:gd name="connsiteX3251" fmla="*/ 2447548 w 3283645"/>
                <a:gd name="connsiteY3251" fmla="*/ 597371 h 1449582"/>
                <a:gd name="connsiteX3252" fmla="*/ 2452766 w 3283645"/>
                <a:gd name="connsiteY3252" fmla="*/ 597371 h 1449582"/>
                <a:gd name="connsiteX3253" fmla="*/ 2452766 w 3283645"/>
                <a:gd name="connsiteY3253" fmla="*/ 602402 h 1449582"/>
                <a:gd name="connsiteX3254" fmla="*/ 2452766 w 3283645"/>
                <a:gd name="connsiteY3254" fmla="*/ 607601 h 1449582"/>
                <a:gd name="connsiteX3255" fmla="*/ 2452766 w 3283645"/>
                <a:gd name="connsiteY3255" fmla="*/ 612967 h 1449582"/>
                <a:gd name="connsiteX3256" fmla="*/ 2447548 w 3283645"/>
                <a:gd name="connsiteY3256" fmla="*/ 618166 h 1449582"/>
                <a:gd name="connsiteX3257" fmla="*/ 2442331 w 3283645"/>
                <a:gd name="connsiteY3257" fmla="*/ 618166 h 1449582"/>
                <a:gd name="connsiteX3258" fmla="*/ 2442331 w 3283645"/>
                <a:gd name="connsiteY3258" fmla="*/ 623197 h 1449582"/>
                <a:gd name="connsiteX3259" fmla="*/ 2442331 w 3283645"/>
                <a:gd name="connsiteY3259" fmla="*/ 628396 h 1449582"/>
                <a:gd name="connsiteX3260" fmla="*/ 2442331 w 3283645"/>
                <a:gd name="connsiteY3260" fmla="*/ 633763 h 1449582"/>
                <a:gd name="connsiteX3261" fmla="*/ 2442331 w 3283645"/>
                <a:gd name="connsiteY3261" fmla="*/ 638794 h 1449582"/>
                <a:gd name="connsiteX3262" fmla="*/ 2447548 w 3283645"/>
                <a:gd name="connsiteY3262" fmla="*/ 643993 h 1449582"/>
                <a:gd name="connsiteX3263" fmla="*/ 2447548 w 3283645"/>
                <a:gd name="connsiteY3263" fmla="*/ 638794 h 1449582"/>
                <a:gd name="connsiteX3264" fmla="*/ 2452766 w 3283645"/>
                <a:gd name="connsiteY3264" fmla="*/ 638794 h 1449582"/>
                <a:gd name="connsiteX3265" fmla="*/ 2452766 w 3283645"/>
                <a:gd name="connsiteY3265" fmla="*/ 643993 h 1449582"/>
                <a:gd name="connsiteX3266" fmla="*/ 2458152 w 3283645"/>
                <a:gd name="connsiteY3266" fmla="*/ 649191 h 1449582"/>
                <a:gd name="connsiteX3267" fmla="*/ 2458152 w 3283645"/>
                <a:gd name="connsiteY3267" fmla="*/ 654558 h 1449582"/>
                <a:gd name="connsiteX3268" fmla="*/ 2463201 w 3283645"/>
                <a:gd name="connsiteY3268" fmla="*/ 659589 h 1449582"/>
                <a:gd name="connsiteX3269" fmla="*/ 2468419 w 3283645"/>
                <a:gd name="connsiteY3269" fmla="*/ 664788 h 1449582"/>
                <a:gd name="connsiteX3270" fmla="*/ 2468419 w 3283645"/>
                <a:gd name="connsiteY3270" fmla="*/ 669987 h 1449582"/>
                <a:gd name="connsiteX3271" fmla="*/ 2458152 w 3283645"/>
                <a:gd name="connsiteY3271" fmla="*/ 675353 h 1449582"/>
                <a:gd name="connsiteX3272" fmla="*/ 2452766 w 3283645"/>
                <a:gd name="connsiteY3272" fmla="*/ 675353 h 1449582"/>
                <a:gd name="connsiteX3273" fmla="*/ 2447548 w 3283645"/>
                <a:gd name="connsiteY3273" fmla="*/ 675353 h 1449582"/>
                <a:gd name="connsiteX3274" fmla="*/ 2447548 w 3283645"/>
                <a:gd name="connsiteY3274" fmla="*/ 680385 h 1449582"/>
                <a:gd name="connsiteX3275" fmla="*/ 2442331 w 3283645"/>
                <a:gd name="connsiteY3275" fmla="*/ 680385 h 1449582"/>
                <a:gd name="connsiteX3276" fmla="*/ 2442331 w 3283645"/>
                <a:gd name="connsiteY3276" fmla="*/ 685583 h 1449582"/>
                <a:gd name="connsiteX3277" fmla="*/ 2442331 w 3283645"/>
                <a:gd name="connsiteY3277" fmla="*/ 690782 h 1449582"/>
                <a:gd name="connsiteX3278" fmla="*/ 2437282 w 3283645"/>
                <a:gd name="connsiteY3278" fmla="*/ 696149 h 1449582"/>
                <a:gd name="connsiteX3279" fmla="*/ 2442331 w 3283645"/>
                <a:gd name="connsiteY3279" fmla="*/ 696149 h 1449582"/>
                <a:gd name="connsiteX3280" fmla="*/ 2442331 w 3283645"/>
                <a:gd name="connsiteY3280" fmla="*/ 701180 h 1449582"/>
                <a:gd name="connsiteX3281" fmla="*/ 2437282 w 3283645"/>
                <a:gd name="connsiteY3281" fmla="*/ 701180 h 1449582"/>
                <a:gd name="connsiteX3282" fmla="*/ 2437282 w 3283645"/>
                <a:gd name="connsiteY3282" fmla="*/ 711578 h 1449582"/>
                <a:gd name="connsiteX3283" fmla="*/ 2432064 w 3283645"/>
                <a:gd name="connsiteY3283" fmla="*/ 716944 h 1449582"/>
                <a:gd name="connsiteX3284" fmla="*/ 2426678 w 3283645"/>
                <a:gd name="connsiteY3284" fmla="*/ 716944 h 1449582"/>
                <a:gd name="connsiteX3285" fmla="*/ 2421460 w 3283645"/>
                <a:gd name="connsiteY3285" fmla="*/ 716944 h 1449582"/>
                <a:gd name="connsiteX3286" fmla="*/ 2416411 w 3283645"/>
                <a:gd name="connsiteY3286" fmla="*/ 716944 h 1449582"/>
                <a:gd name="connsiteX3287" fmla="*/ 2416411 w 3283645"/>
                <a:gd name="connsiteY3287" fmla="*/ 711578 h 1449582"/>
                <a:gd name="connsiteX3288" fmla="*/ 2421460 w 3283645"/>
                <a:gd name="connsiteY3288" fmla="*/ 696149 h 1449582"/>
                <a:gd name="connsiteX3289" fmla="*/ 2416411 w 3283645"/>
                <a:gd name="connsiteY3289" fmla="*/ 690782 h 1449582"/>
                <a:gd name="connsiteX3290" fmla="*/ 2416411 w 3283645"/>
                <a:gd name="connsiteY3290" fmla="*/ 685583 h 1449582"/>
                <a:gd name="connsiteX3291" fmla="*/ 2416411 w 3283645"/>
                <a:gd name="connsiteY3291" fmla="*/ 680385 h 1449582"/>
                <a:gd name="connsiteX3292" fmla="*/ 2411194 w 3283645"/>
                <a:gd name="connsiteY3292" fmla="*/ 675353 h 1449582"/>
                <a:gd name="connsiteX3293" fmla="*/ 2405808 w 3283645"/>
                <a:gd name="connsiteY3293" fmla="*/ 669987 h 1449582"/>
                <a:gd name="connsiteX3294" fmla="*/ 2400590 w 3283645"/>
                <a:gd name="connsiteY3294" fmla="*/ 669987 h 1449582"/>
                <a:gd name="connsiteX3295" fmla="*/ 2400590 w 3283645"/>
                <a:gd name="connsiteY3295" fmla="*/ 664788 h 1449582"/>
                <a:gd name="connsiteX3296" fmla="*/ 2405808 w 3283645"/>
                <a:gd name="connsiteY3296" fmla="*/ 664788 h 1449582"/>
                <a:gd name="connsiteX3297" fmla="*/ 2405808 w 3283645"/>
                <a:gd name="connsiteY3297" fmla="*/ 659589 h 1449582"/>
                <a:gd name="connsiteX3298" fmla="*/ 2411194 w 3283645"/>
                <a:gd name="connsiteY3298" fmla="*/ 659589 h 1449582"/>
                <a:gd name="connsiteX3299" fmla="*/ 2411194 w 3283645"/>
                <a:gd name="connsiteY3299" fmla="*/ 654558 h 1449582"/>
                <a:gd name="connsiteX3300" fmla="*/ 2411194 w 3283645"/>
                <a:gd name="connsiteY3300" fmla="*/ 649191 h 1449582"/>
                <a:gd name="connsiteX3301" fmla="*/ 2411194 w 3283645"/>
                <a:gd name="connsiteY3301" fmla="*/ 643993 h 1449582"/>
                <a:gd name="connsiteX3302" fmla="*/ 2411194 w 3283645"/>
                <a:gd name="connsiteY3302" fmla="*/ 638794 h 1449582"/>
                <a:gd name="connsiteX3303" fmla="*/ 2416411 w 3283645"/>
                <a:gd name="connsiteY3303" fmla="*/ 643993 h 1449582"/>
                <a:gd name="connsiteX3304" fmla="*/ 2421460 w 3283645"/>
                <a:gd name="connsiteY3304" fmla="*/ 638794 h 1449582"/>
                <a:gd name="connsiteX3305" fmla="*/ 2421460 w 3283645"/>
                <a:gd name="connsiteY3305" fmla="*/ 628396 h 1449582"/>
                <a:gd name="connsiteX3306" fmla="*/ 2421460 w 3283645"/>
                <a:gd name="connsiteY3306" fmla="*/ 623197 h 1449582"/>
                <a:gd name="connsiteX3307" fmla="*/ 2426678 w 3283645"/>
                <a:gd name="connsiteY3307" fmla="*/ 618166 h 1449582"/>
                <a:gd name="connsiteX3308" fmla="*/ 2426678 w 3283645"/>
                <a:gd name="connsiteY3308" fmla="*/ 612967 h 1449582"/>
                <a:gd name="connsiteX3309" fmla="*/ 2432064 w 3283645"/>
                <a:gd name="connsiteY3309" fmla="*/ 607601 h 1449582"/>
                <a:gd name="connsiteX3310" fmla="*/ 2437282 w 3283645"/>
                <a:gd name="connsiteY3310" fmla="*/ 607601 h 1449582"/>
                <a:gd name="connsiteX3311" fmla="*/ 2442331 w 3283645"/>
                <a:gd name="connsiteY3311" fmla="*/ 607601 h 1449582"/>
                <a:gd name="connsiteX3312" fmla="*/ 2447548 w 3283645"/>
                <a:gd name="connsiteY3312" fmla="*/ 602402 h 1449582"/>
                <a:gd name="connsiteX3313" fmla="*/ 2442331 w 3283645"/>
                <a:gd name="connsiteY3313" fmla="*/ 597371 h 1449582"/>
                <a:gd name="connsiteX3314" fmla="*/ 2426808 w 3283645"/>
                <a:gd name="connsiteY3314" fmla="*/ 592172 h 1449582"/>
                <a:gd name="connsiteX3315" fmla="*/ 2432203 w 3283645"/>
                <a:gd name="connsiteY3315" fmla="*/ 597347 h 1449582"/>
                <a:gd name="connsiteX3316" fmla="*/ 2426808 w 3283645"/>
                <a:gd name="connsiteY3316" fmla="*/ 602355 h 1449582"/>
                <a:gd name="connsiteX3317" fmla="*/ 2421583 w 3283645"/>
                <a:gd name="connsiteY3317" fmla="*/ 607530 h 1449582"/>
                <a:gd name="connsiteX3318" fmla="*/ 2416526 w 3283645"/>
                <a:gd name="connsiteY3318" fmla="*/ 607530 h 1449582"/>
                <a:gd name="connsiteX3319" fmla="*/ 2416526 w 3283645"/>
                <a:gd name="connsiteY3319" fmla="*/ 612872 h 1449582"/>
                <a:gd name="connsiteX3320" fmla="*/ 2416526 w 3283645"/>
                <a:gd name="connsiteY3320" fmla="*/ 618047 h 1449582"/>
                <a:gd name="connsiteX3321" fmla="*/ 2416526 w 3283645"/>
                <a:gd name="connsiteY3321" fmla="*/ 623055 h 1449582"/>
                <a:gd name="connsiteX3322" fmla="*/ 2416526 w 3283645"/>
                <a:gd name="connsiteY3322" fmla="*/ 628230 h 1449582"/>
                <a:gd name="connsiteX3323" fmla="*/ 2411300 w 3283645"/>
                <a:gd name="connsiteY3323" fmla="*/ 633572 h 1449582"/>
                <a:gd name="connsiteX3324" fmla="*/ 2405906 w 3283645"/>
                <a:gd name="connsiteY3324" fmla="*/ 628230 h 1449582"/>
                <a:gd name="connsiteX3325" fmla="*/ 2405906 w 3283645"/>
                <a:gd name="connsiteY3325" fmla="*/ 633572 h 1449582"/>
                <a:gd name="connsiteX3326" fmla="*/ 2400680 w 3283645"/>
                <a:gd name="connsiteY3326" fmla="*/ 638581 h 1449582"/>
                <a:gd name="connsiteX3327" fmla="*/ 2400680 w 3283645"/>
                <a:gd name="connsiteY3327" fmla="*/ 643756 h 1449582"/>
                <a:gd name="connsiteX3328" fmla="*/ 2400680 w 3283645"/>
                <a:gd name="connsiteY3328" fmla="*/ 648931 h 1449582"/>
                <a:gd name="connsiteX3329" fmla="*/ 2400680 w 3283645"/>
                <a:gd name="connsiteY3329" fmla="*/ 654273 h 1449582"/>
                <a:gd name="connsiteX3330" fmla="*/ 2395623 w 3283645"/>
                <a:gd name="connsiteY3330" fmla="*/ 654273 h 1449582"/>
                <a:gd name="connsiteX3331" fmla="*/ 2395623 w 3283645"/>
                <a:gd name="connsiteY3331" fmla="*/ 648931 h 1449582"/>
                <a:gd name="connsiteX3332" fmla="*/ 2390398 w 3283645"/>
                <a:gd name="connsiteY3332" fmla="*/ 648931 h 1449582"/>
                <a:gd name="connsiteX3333" fmla="*/ 2390398 w 3283645"/>
                <a:gd name="connsiteY3333" fmla="*/ 643756 h 1449582"/>
                <a:gd name="connsiteX3334" fmla="*/ 2390398 w 3283645"/>
                <a:gd name="connsiteY3334" fmla="*/ 638581 h 1449582"/>
                <a:gd name="connsiteX3335" fmla="*/ 2395623 w 3283645"/>
                <a:gd name="connsiteY3335" fmla="*/ 638581 h 1449582"/>
                <a:gd name="connsiteX3336" fmla="*/ 2400680 w 3283645"/>
                <a:gd name="connsiteY3336" fmla="*/ 628230 h 1449582"/>
                <a:gd name="connsiteX3337" fmla="*/ 2400680 w 3283645"/>
                <a:gd name="connsiteY3337" fmla="*/ 623055 h 1449582"/>
                <a:gd name="connsiteX3338" fmla="*/ 2395623 w 3283645"/>
                <a:gd name="connsiteY3338" fmla="*/ 618047 h 1449582"/>
                <a:gd name="connsiteX3339" fmla="*/ 2390398 w 3283645"/>
                <a:gd name="connsiteY3339" fmla="*/ 618047 h 1449582"/>
                <a:gd name="connsiteX3340" fmla="*/ 2379778 w 3283645"/>
                <a:gd name="connsiteY3340" fmla="*/ 618047 h 1449582"/>
                <a:gd name="connsiteX3341" fmla="*/ 2379778 w 3283645"/>
                <a:gd name="connsiteY3341" fmla="*/ 612872 h 1449582"/>
                <a:gd name="connsiteX3342" fmla="*/ 2374721 w 3283645"/>
                <a:gd name="connsiteY3342" fmla="*/ 607530 h 1449582"/>
                <a:gd name="connsiteX3343" fmla="*/ 2379778 w 3283645"/>
                <a:gd name="connsiteY3343" fmla="*/ 607530 h 1449582"/>
                <a:gd name="connsiteX3344" fmla="*/ 2385004 w 3283645"/>
                <a:gd name="connsiteY3344" fmla="*/ 612872 h 1449582"/>
                <a:gd name="connsiteX3345" fmla="*/ 2390398 w 3283645"/>
                <a:gd name="connsiteY3345" fmla="*/ 612872 h 1449582"/>
                <a:gd name="connsiteX3346" fmla="*/ 2395623 w 3283645"/>
                <a:gd name="connsiteY3346" fmla="*/ 607530 h 1449582"/>
                <a:gd name="connsiteX3347" fmla="*/ 2400680 w 3283645"/>
                <a:gd name="connsiteY3347" fmla="*/ 607530 h 1449582"/>
                <a:gd name="connsiteX3348" fmla="*/ 2405906 w 3283645"/>
                <a:gd name="connsiteY3348" fmla="*/ 607530 h 1449582"/>
                <a:gd name="connsiteX3349" fmla="*/ 2416526 w 3283645"/>
                <a:gd name="connsiteY3349" fmla="*/ 602355 h 1449582"/>
                <a:gd name="connsiteX3350" fmla="*/ 2416526 w 3283645"/>
                <a:gd name="connsiteY3350" fmla="*/ 597347 h 1449582"/>
                <a:gd name="connsiteX3351" fmla="*/ 2426808 w 3283645"/>
                <a:gd name="connsiteY3351" fmla="*/ 597347 h 1449582"/>
                <a:gd name="connsiteX3352" fmla="*/ 2426808 w 3283645"/>
                <a:gd name="connsiteY3352" fmla="*/ 592172 h 1449582"/>
                <a:gd name="connsiteX3353" fmla="*/ 2374722 w 3283645"/>
                <a:gd name="connsiteY3353" fmla="*/ 592172 h 1449582"/>
                <a:gd name="connsiteX3354" fmla="*/ 2379729 w 3283645"/>
                <a:gd name="connsiteY3354" fmla="*/ 597347 h 1449582"/>
                <a:gd name="connsiteX3355" fmla="*/ 2374722 w 3283645"/>
                <a:gd name="connsiteY3355" fmla="*/ 597347 h 1449582"/>
                <a:gd name="connsiteX3356" fmla="*/ 2369548 w 3283645"/>
                <a:gd name="connsiteY3356" fmla="*/ 597347 h 1449582"/>
                <a:gd name="connsiteX3357" fmla="*/ 2374722 w 3283645"/>
                <a:gd name="connsiteY3357" fmla="*/ 592172 h 1449582"/>
                <a:gd name="connsiteX3358" fmla="*/ 488439 w 3283645"/>
                <a:gd name="connsiteY3358" fmla="*/ 587378 h 1449582"/>
                <a:gd name="connsiteX3359" fmla="*/ 488439 w 3283645"/>
                <a:gd name="connsiteY3359" fmla="*/ 592769 h 1449582"/>
                <a:gd name="connsiteX3360" fmla="*/ 498911 w 3283645"/>
                <a:gd name="connsiteY3360" fmla="*/ 603046 h 1449582"/>
                <a:gd name="connsiteX3361" fmla="*/ 498911 w 3283645"/>
                <a:gd name="connsiteY3361" fmla="*/ 608268 h 1449582"/>
                <a:gd name="connsiteX3362" fmla="*/ 493592 w 3283645"/>
                <a:gd name="connsiteY3362" fmla="*/ 603046 h 1449582"/>
                <a:gd name="connsiteX3363" fmla="*/ 488439 w 3283645"/>
                <a:gd name="connsiteY3363" fmla="*/ 603046 h 1449582"/>
                <a:gd name="connsiteX3364" fmla="*/ 488439 w 3283645"/>
                <a:gd name="connsiteY3364" fmla="*/ 597992 h 1449582"/>
                <a:gd name="connsiteX3365" fmla="*/ 483286 w 3283645"/>
                <a:gd name="connsiteY3365" fmla="*/ 597992 h 1449582"/>
                <a:gd name="connsiteX3366" fmla="*/ 478299 w 3283645"/>
                <a:gd name="connsiteY3366" fmla="*/ 597992 h 1449582"/>
                <a:gd name="connsiteX3367" fmla="*/ 483286 w 3283645"/>
                <a:gd name="connsiteY3367" fmla="*/ 592769 h 1449582"/>
                <a:gd name="connsiteX3368" fmla="*/ 488439 w 3283645"/>
                <a:gd name="connsiteY3368" fmla="*/ 587378 h 1449582"/>
                <a:gd name="connsiteX3369" fmla="*/ 2416153 w 3283645"/>
                <a:gd name="connsiteY3369" fmla="*/ 587129 h 1449582"/>
                <a:gd name="connsiteX3370" fmla="*/ 2416153 w 3283645"/>
                <a:gd name="connsiteY3370" fmla="*/ 592607 h 1449582"/>
                <a:gd name="connsiteX3371" fmla="*/ 2411020 w 3283645"/>
                <a:gd name="connsiteY3371" fmla="*/ 592607 h 1449582"/>
                <a:gd name="connsiteX3372" fmla="*/ 2416153 w 3283645"/>
                <a:gd name="connsiteY3372" fmla="*/ 587129 h 1449582"/>
                <a:gd name="connsiteX3373" fmla="*/ 2416153 w 3283645"/>
                <a:gd name="connsiteY3373" fmla="*/ 581822 h 1449582"/>
                <a:gd name="connsiteX3374" fmla="*/ 2421120 w 3283645"/>
                <a:gd name="connsiteY3374" fmla="*/ 587129 h 1449582"/>
                <a:gd name="connsiteX3375" fmla="*/ 2416153 w 3283645"/>
                <a:gd name="connsiteY3375" fmla="*/ 587129 h 1449582"/>
                <a:gd name="connsiteX3376" fmla="*/ 2416153 w 3283645"/>
                <a:gd name="connsiteY3376" fmla="*/ 581822 h 1449582"/>
                <a:gd name="connsiteX3377" fmla="*/ 2291203 w 3283645"/>
                <a:gd name="connsiteY3377" fmla="*/ 571472 h 1449582"/>
                <a:gd name="connsiteX3378" fmla="*/ 2296256 w 3283645"/>
                <a:gd name="connsiteY3378" fmla="*/ 571472 h 1449582"/>
                <a:gd name="connsiteX3379" fmla="*/ 2301477 w 3283645"/>
                <a:gd name="connsiteY3379" fmla="*/ 571472 h 1449582"/>
                <a:gd name="connsiteX3380" fmla="*/ 2306867 w 3283645"/>
                <a:gd name="connsiteY3380" fmla="*/ 576647 h 1449582"/>
                <a:gd name="connsiteX3381" fmla="*/ 2312088 w 3283645"/>
                <a:gd name="connsiteY3381" fmla="*/ 581655 h 1449582"/>
                <a:gd name="connsiteX3382" fmla="*/ 2317141 w 3283645"/>
                <a:gd name="connsiteY3382" fmla="*/ 586830 h 1449582"/>
                <a:gd name="connsiteX3383" fmla="*/ 2317141 w 3283645"/>
                <a:gd name="connsiteY3383" fmla="*/ 581655 h 1449582"/>
                <a:gd name="connsiteX3384" fmla="*/ 2322362 w 3283645"/>
                <a:gd name="connsiteY3384" fmla="*/ 586830 h 1449582"/>
                <a:gd name="connsiteX3385" fmla="*/ 2327752 w 3283645"/>
                <a:gd name="connsiteY3385" fmla="*/ 592172 h 1449582"/>
                <a:gd name="connsiteX3386" fmla="*/ 2332973 w 3283645"/>
                <a:gd name="connsiteY3386" fmla="*/ 592172 h 1449582"/>
                <a:gd name="connsiteX3387" fmla="*/ 2338026 w 3283645"/>
                <a:gd name="connsiteY3387" fmla="*/ 597347 h 1449582"/>
                <a:gd name="connsiteX3388" fmla="*/ 2343247 w 3283645"/>
                <a:gd name="connsiteY3388" fmla="*/ 597347 h 1449582"/>
                <a:gd name="connsiteX3389" fmla="*/ 2348636 w 3283645"/>
                <a:gd name="connsiteY3389" fmla="*/ 597347 h 1449582"/>
                <a:gd name="connsiteX3390" fmla="*/ 2353858 w 3283645"/>
                <a:gd name="connsiteY3390" fmla="*/ 597347 h 1449582"/>
                <a:gd name="connsiteX3391" fmla="*/ 2353858 w 3283645"/>
                <a:gd name="connsiteY3391" fmla="*/ 602355 h 1449582"/>
                <a:gd name="connsiteX3392" fmla="*/ 2348636 w 3283645"/>
                <a:gd name="connsiteY3392" fmla="*/ 607530 h 1449582"/>
                <a:gd name="connsiteX3393" fmla="*/ 2348636 w 3283645"/>
                <a:gd name="connsiteY3393" fmla="*/ 602355 h 1449582"/>
                <a:gd name="connsiteX3394" fmla="*/ 2343247 w 3283645"/>
                <a:gd name="connsiteY3394" fmla="*/ 602355 h 1449582"/>
                <a:gd name="connsiteX3395" fmla="*/ 2338026 w 3283645"/>
                <a:gd name="connsiteY3395" fmla="*/ 602355 h 1449582"/>
                <a:gd name="connsiteX3396" fmla="*/ 2332973 w 3283645"/>
                <a:gd name="connsiteY3396" fmla="*/ 602355 h 1449582"/>
                <a:gd name="connsiteX3397" fmla="*/ 2327752 w 3283645"/>
                <a:gd name="connsiteY3397" fmla="*/ 602355 h 1449582"/>
                <a:gd name="connsiteX3398" fmla="*/ 2327752 w 3283645"/>
                <a:gd name="connsiteY3398" fmla="*/ 597347 h 1449582"/>
                <a:gd name="connsiteX3399" fmla="*/ 2322362 w 3283645"/>
                <a:gd name="connsiteY3399" fmla="*/ 592172 h 1449582"/>
                <a:gd name="connsiteX3400" fmla="*/ 2317141 w 3283645"/>
                <a:gd name="connsiteY3400" fmla="*/ 592172 h 1449582"/>
                <a:gd name="connsiteX3401" fmla="*/ 2312088 w 3283645"/>
                <a:gd name="connsiteY3401" fmla="*/ 592172 h 1449582"/>
                <a:gd name="connsiteX3402" fmla="*/ 2306867 w 3283645"/>
                <a:gd name="connsiteY3402" fmla="*/ 592172 h 1449582"/>
                <a:gd name="connsiteX3403" fmla="*/ 2306867 w 3283645"/>
                <a:gd name="connsiteY3403" fmla="*/ 586830 h 1449582"/>
                <a:gd name="connsiteX3404" fmla="*/ 2301477 w 3283645"/>
                <a:gd name="connsiteY3404" fmla="*/ 586830 h 1449582"/>
                <a:gd name="connsiteX3405" fmla="*/ 2296256 w 3283645"/>
                <a:gd name="connsiteY3405" fmla="*/ 586830 h 1449582"/>
                <a:gd name="connsiteX3406" fmla="*/ 2291203 w 3283645"/>
                <a:gd name="connsiteY3406" fmla="*/ 581655 h 1449582"/>
                <a:gd name="connsiteX3407" fmla="*/ 2291203 w 3283645"/>
                <a:gd name="connsiteY3407" fmla="*/ 576647 h 1449582"/>
                <a:gd name="connsiteX3408" fmla="*/ 2291203 w 3283645"/>
                <a:gd name="connsiteY3408" fmla="*/ 571472 h 1449582"/>
                <a:gd name="connsiteX3409" fmla="*/ 472980 w 3283645"/>
                <a:gd name="connsiteY3409" fmla="*/ 566487 h 1449582"/>
                <a:gd name="connsiteX3410" fmla="*/ 478299 w 3283645"/>
                <a:gd name="connsiteY3410" fmla="*/ 577101 h 1449582"/>
                <a:gd name="connsiteX3411" fmla="*/ 488439 w 3283645"/>
                <a:gd name="connsiteY3411" fmla="*/ 577101 h 1449582"/>
                <a:gd name="connsiteX3412" fmla="*/ 488439 w 3283645"/>
                <a:gd name="connsiteY3412" fmla="*/ 582155 h 1449582"/>
                <a:gd name="connsiteX3413" fmla="*/ 488439 w 3283645"/>
                <a:gd name="connsiteY3413" fmla="*/ 585441 h 1449582"/>
                <a:gd name="connsiteX3414" fmla="*/ 488439 w 3283645"/>
                <a:gd name="connsiteY3414" fmla="*/ 587378 h 1449582"/>
                <a:gd name="connsiteX3415" fmla="*/ 483286 w 3283645"/>
                <a:gd name="connsiteY3415" fmla="*/ 582155 h 1449582"/>
                <a:gd name="connsiteX3416" fmla="*/ 472980 w 3283645"/>
                <a:gd name="connsiteY3416" fmla="*/ 571878 h 1449582"/>
                <a:gd name="connsiteX3417" fmla="*/ 1839288 w 3283645"/>
                <a:gd name="connsiteY3417" fmla="*/ 560984 h 1449582"/>
                <a:gd name="connsiteX3418" fmla="*/ 1849699 w 3283645"/>
                <a:gd name="connsiteY3418" fmla="*/ 560984 h 1449582"/>
                <a:gd name="connsiteX3419" fmla="*/ 1854904 w 3283645"/>
                <a:gd name="connsiteY3419" fmla="*/ 560984 h 1449582"/>
                <a:gd name="connsiteX3420" fmla="*/ 1854904 w 3283645"/>
                <a:gd name="connsiteY3420" fmla="*/ 566189 h 1449582"/>
                <a:gd name="connsiteX3421" fmla="*/ 1860110 w 3283645"/>
                <a:gd name="connsiteY3421" fmla="*/ 571562 h 1449582"/>
                <a:gd name="connsiteX3422" fmla="*/ 1860110 w 3283645"/>
                <a:gd name="connsiteY3422" fmla="*/ 576767 h 1449582"/>
                <a:gd name="connsiteX3423" fmla="*/ 1860110 w 3283645"/>
                <a:gd name="connsiteY3423" fmla="*/ 587010 h 1449582"/>
                <a:gd name="connsiteX3424" fmla="*/ 1854904 w 3283645"/>
                <a:gd name="connsiteY3424" fmla="*/ 587010 h 1449582"/>
                <a:gd name="connsiteX3425" fmla="*/ 1849699 w 3283645"/>
                <a:gd name="connsiteY3425" fmla="*/ 581805 h 1449582"/>
                <a:gd name="connsiteX3426" fmla="*/ 1844493 w 3283645"/>
                <a:gd name="connsiteY3426" fmla="*/ 571562 h 1449582"/>
                <a:gd name="connsiteX3427" fmla="*/ 1891453 w 3283645"/>
                <a:gd name="connsiteY3427" fmla="*/ 555947 h 1449582"/>
                <a:gd name="connsiteX3428" fmla="*/ 1896647 w 3283645"/>
                <a:gd name="connsiteY3428" fmla="*/ 555947 h 1449582"/>
                <a:gd name="connsiteX3429" fmla="*/ 1901842 w 3283645"/>
                <a:gd name="connsiteY3429" fmla="*/ 555947 h 1449582"/>
                <a:gd name="connsiteX3430" fmla="*/ 1907036 w 3283645"/>
                <a:gd name="connsiteY3430" fmla="*/ 555947 h 1449582"/>
                <a:gd name="connsiteX3431" fmla="*/ 1912063 w 3283645"/>
                <a:gd name="connsiteY3431" fmla="*/ 555947 h 1449582"/>
                <a:gd name="connsiteX3432" fmla="*/ 1917424 w 3283645"/>
                <a:gd name="connsiteY3432" fmla="*/ 555947 h 1449582"/>
                <a:gd name="connsiteX3433" fmla="*/ 1917424 w 3283645"/>
                <a:gd name="connsiteY3433" fmla="*/ 560979 h 1449582"/>
                <a:gd name="connsiteX3434" fmla="*/ 1922619 w 3283645"/>
                <a:gd name="connsiteY3434" fmla="*/ 560979 h 1449582"/>
                <a:gd name="connsiteX3435" fmla="*/ 1927645 w 3283645"/>
                <a:gd name="connsiteY3435" fmla="*/ 560979 h 1449582"/>
                <a:gd name="connsiteX3436" fmla="*/ 1933007 w 3283645"/>
                <a:gd name="connsiteY3436" fmla="*/ 566178 h 1449582"/>
                <a:gd name="connsiteX3437" fmla="*/ 1938201 w 3283645"/>
                <a:gd name="connsiteY3437" fmla="*/ 571546 h 1449582"/>
                <a:gd name="connsiteX3438" fmla="*/ 1943395 w 3283645"/>
                <a:gd name="connsiteY3438" fmla="*/ 571546 h 1449582"/>
                <a:gd name="connsiteX3439" fmla="*/ 1953784 w 3283645"/>
                <a:gd name="connsiteY3439" fmla="*/ 586977 h 1449582"/>
                <a:gd name="connsiteX3440" fmla="*/ 1969199 w 3283645"/>
                <a:gd name="connsiteY3440" fmla="*/ 586977 h 1449582"/>
                <a:gd name="connsiteX3441" fmla="*/ 1974561 w 3283645"/>
                <a:gd name="connsiteY3441" fmla="*/ 586977 h 1449582"/>
                <a:gd name="connsiteX3442" fmla="*/ 1979755 w 3283645"/>
                <a:gd name="connsiteY3442" fmla="*/ 586977 h 1449582"/>
                <a:gd name="connsiteX3443" fmla="*/ 1984949 w 3283645"/>
                <a:gd name="connsiteY3443" fmla="*/ 592345 h 1449582"/>
                <a:gd name="connsiteX3444" fmla="*/ 1989976 w 3283645"/>
                <a:gd name="connsiteY3444" fmla="*/ 592345 h 1449582"/>
                <a:gd name="connsiteX3445" fmla="*/ 1995338 w 3283645"/>
                <a:gd name="connsiteY3445" fmla="*/ 602576 h 1449582"/>
                <a:gd name="connsiteX3446" fmla="*/ 2000532 w 3283645"/>
                <a:gd name="connsiteY3446" fmla="*/ 607776 h 1449582"/>
                <a:gd name="connsiteX3447" fmla="*/ 2000532 w 3283645"/>
                <a:gd name="connsiteY3447" fmla="*/ 613143 h 1449582"/>
                <a:gd name="connsiteX3448" fmla="*/ 2000532 w 3283645"/>
                <a:gd name="connsiteY3448" fmla="*/ 618343 h 1449582"/>
                <a:gd name="connsiteX3449" fmla="*/ 2005726 w 3283645"/>
                <a:gd name="connsiteY3449" fmla="*/ 623375 h 1449582"/>
                <a:gd name="connsiteX3450" fmla="*/ 2010753 w 3283645"/>
                <a:gd name="connsiteY3450" fmla="*/ 633942 h 1449582"/>
                <a:gd name="connsiteX3451" fmla="*/ 2016115 w 3283645"/>
                <a:gd name="connsiteY3451" fmla="*/ 628574 h 1449582"/>
                <a:gd name="connsiteX3452" fmla="*/ 2016115 w 3283645"/>
                <a:gd name="connsiteY3452" fmla="*/ 633942 h 1449582"/>
                <a:gd name="connsiteX3453" fmla="*/ 2016115 w 3283645"/>
                <a:gd name="connsiteY3453" fmla="*/ 638974 h 1449582"/>
                <a:gd name="connsiteX3454" fmla="*/ 2016115 w 3283645"/>
                <a:gd name="connsiteY3454" fmla="*/ 644173 h 1449582"/>
                <a:gd name="connsiteX3455" fmla="*/ 2026503 w 3283645"/>
                <a:gd name="connsiteY3455" fmla="*/ 654741 h 1449582"/>
                <a:gd name="connsiteX3456" fmla="*/ 2036891 w 3283645"/>
                <a:gd name="connsiteY3456" fmla="*/ 654741 h 1449582"/>
                <a:gd name="connsiteX3457" fmla="*/ 2047280 w 3283645"/>
                <a:gd name="connsiteY3457" fmla="*/ 654741 h 1449582"/>
                <a:gd name="connsiteX3458" fmla="*/ 2052307 w 3283645"/>
                <a:gd name="connsiteY3458" fmla="*/ 654741 h 1449582"/>
                <a:gd name="connsiteX3459" fmla="*/ 2047280 w 3283645"/>
                <a:gd name="connsiteY3459" fmla="*/ 675539 h 1449582"/>
                <a:gd name="connsiteX3460" fmla="*/ 2036891 w 3283645"/>
                <a:gd name="connsiteY3460" fmla="*/ 680571 h 1449582"/>
                <a:gd name="connsiteX3461" fmla="*/ 2026503 w 3283645"/>
                <a:gd name="connsiteY3461" fmla="*/ 680571 h 1449582"/>
                <a:gd name="connsiteX3462" fmla="*/ 2021309 w 3283645"/>
                <a:gd name="connsiteY3462" fmla="*/ 685771 h 1449582"/>
                <a:gd name="connsiteX3463" fmla="*/ 2010753 w 3283645"/>
                <a:gd name="connsiteY3463" fmla="*/ 685771 h 1449582"/>
                <a:gd name="connsiteX3464" fmla="*/ 2005726 w 3283645"/>
                <a:gd name="connsiteY3464" fmla="*/ 690970 h 1449582"/>
                <a:gd name="connsiteX3465" fmla="*/ 2000532 w 3283645"/>
                <a:gd name="connsiteY3465" fmla="*/ 690970 h 1449582"/>
                <a:gd name="connsiteX3466" fmla="*/ 1995338 w 3283645"/>
                <a:gd name="connsiteY3466" fmla="*/ 690970 h 1449582"/>
                <a:gd name="connsiteX3467" fmla="*/ 1989976 w 3283645"/>
                <a:gd name="connsiteY3467" fmla="*/ 696338 h 1449582"/>
                <a:gd name="connsiteX3468" fmla="*/ 1984949 w 3283645"/>
                <a:gd name="connsiteY3468" fmla="*/ 701370 h 1449582"/>
                <a:gd name="connsiteX3469" fmla="*/ 1974561 w 3283645"/>
                <a:gd name="connsiteY3469" fmla="*/ 706569 h 1449582"/>
                <a:gd name="connsiteX3470" fmla="*/ 1974561 w 3283645"/>
                <a:gd name="connsiteY3470" fmla="*/ 711769 h 1449582"/>
                <a:gd name="connsiteX3471" fmla="*/ 1964172 w 3283645"/>
                <a:gd name="connsiteY3471" fmla="*/ 706569 h 1449582"/>
                <a:gd name="connsiteX3472" fmla="*/ 1958978 w 3283645"/>
                <a:gd name="connsiteY3472" fmla="*/ 706569 h 1449582"/>
                <a:gd name="connsiteX3473" fmla="*/ 1953784 w 3283645"/>
                <a:gd name="connsiteY3473" fmla="*/ 701370 h 1449582"/>
                <a:gd name="connsiteX3474" fmla="*/ 1948422 w 3283645"/>
                <a:gd name="connsiteY3474" fmla="*/ 701370 h 1449582"/>
                <a:gd name="connsiteX3475" fmla="*/ 1943395 w 3283645"/>
                <a:gd name="connsiteY3475" fmla="*/ 701370 h 1449582"/>
                <a:gd name="connsiteX3476" fmla="*/ 1938201 w 3283645"/>
                <a:gd name="connsiteY3476" fmla="*/ 706569 h 1449582"/>
                <a:gd name="connsiteX3477" fmla="*/ 1933007 w 3283645"/>
                <a:gd name="connsiteY3477" fmla="*/ 701370 h 1449582"/>
                <a:gd name="connsiteX3478" fmla="*/ 1927645 w 3283645"/>
                <a:gd name="connsiteY3478" fmla="*/ 690970 h 1449582"/>
                <a:gd name="connsiteX3479" fmla="*/ 1917424 w 3283645"/>
                <a:gd name="connsiteY3479" fmla="*/ 675539 h 1449582"/>
                <a:gd name="connsiteX3480" fmla="*/ 1907036 w 3283645"/>
                <a:gd name="connsiteY3480" fmla="*/ 664972 h 1449582"/>
                <a:gd name="connsiteX3481" fmla="*/ 1907036 w 3283645"/>
                <a:gd name="connsiteY3481" fmla="*/ 654741 h 1449582"/>
                <a:gd name="connsiteX3482" fmla="*/ 1907036 w 3283645"/>
                <a:gd name="connsiteY3482" fmla="*/ 644173 h 1449582"/>
                <a:gd name="connsiteX3483" fmla="*/ 1901842 w 3283645"/>
                <a:gd name="connsiteY3483" fmla="*/ 644173 h 1449582"/>
                <a:gd name="connsiteX3484" fmla="*/ 1901842 w 3283645"/>
                <a:gd name="connsiteY3484" fmla="*/ 638974 h 1449582"/>
                <a:gd name="connsiteX3485" fmla="*/ 1896647 w 3283645"/>
                <a:gd name="connsiteY3485" fmla="*/ 633942 h 1449582"/>
                <a:gd name="connsiteX3486" fmla="*/ 1891453 w 3283645"/>
                <a:gd name="connsiteY3486" fmla="*/ 633942 h 1449582"/>
                <a:gd name="connsiteX3487" fmla="*/ 1891453 w 3283645"/>
                <a:gd name="connsiteY3487" fmla="*/ 628574 h 1449582"/>
                <a:gd name="connsiteX3488" fmla="*/ 1886259 w 3283645"/>
                <a:gd name="connsiteY3488" fmla="*/ 618343 h 1449582"/>
                <a:gd name="connsiteX3489" fmla="*/ 1881065 w 3283645"/>
                <a:gd name="connsiteY3489" fmla="*/ 613143 h 1449582"/>
                <a:gd name="connsiteX3490" fmla="*/ 1881065 w 3283645"/>
                <a:gd name="connsiteY3490" fmla="*/ 607776 h 1449582"/>
                <a:gd name="connsiteX3491" fmla="*/ 1870676 w 3283645"/>
                <a:gd name="connsiteY3491" fmla="*/ 592345 h 1449582"/>
                <a:gd name="connsiteX3492" fmla="*/ 1865482 w 3283645"/>
                <a:gd name="connsiteY3492" fmla="*/ 586977 h 1449582"/>
                <a:gd name="connsiteX3493" fmla="*/ 1865482 w 3283645"/>
                <a:gd name="connsiteY3493" fmla="*/ 581777 h 1449582"/>
                <a:gd name="connsiteX3494" fmla="*/ 1870676 w 3283645"/>
                <a:gd name="connsiteY3494" fmla="*/ 581777 h 1449582"/>
                <a:gd name="connsiteX3495" fmla="*/ 1870676 w 3283645"/>
                <a:gd name="connsiteY3495" fmla="*/ 586977 h 1449582"/>
                <a:gd name="connsiteX3496" fmla="*/ 1875871 w 3283645"/>
                <a:gd name="connsiteY3496" fmla="*/ 581777 h 1449582"/>
                <a:gd name="connsiteX3497" fmla="*/ 1881065 w 3283645"/>
                <a:gd name="connsiteY3497" fmla="*/ 576746 h 1449582"/>
                <a:gd name="connsiteX3498" fmla="*/ 1886259 w 3283645"/>
                <a:gd name="connsiteY3498" fmla="*/ 576746 h 1449582"/>
                <a:gd name="connsiteX3499" fmla="*/ 1891453 w 3283645"/>
                <a:gd name="connsiteY3499" fmla="*/ 571546 h 1449582"/>
                <a:gd name="connsiteX3500" fmla="*/ 1896647 w 3283645"/>
                <a:gd name="connsiteY3500" fmla="*/ 560979 h 1449582"/>
                <a:gd name="connsiteX3501" fmla="*/ 1891453 w 3283645"/>
                <a:gd name="connsiteY3501" fmla="*/ 555947 h 1449582"/>
                <a:gd name="connsiteX3502" fmla="*/ 1828877 w 3283645"/>
                <a:gd name="connsiteY3502" fmla="*/ 555947 h 1449582"/>
                <a:gd name="connsiteX3503" fmla="*/ 1834083 w 3283645"/>
                <a:gd name="connsiteY3503" fmla="*/ 560984 h 1449582"/>
                <a:gd name="connsiteX3504" fmla="*/ 1839288 w 3283645"/>
                <a:gd name="connsiteY3504" fmla="*/ 560984 h 1449582"/>
                <a:gd name="connsiteX3505" fmla="*/ 1834083 w 3283645"/>
                <a:gd name="connsiteY3505" fmla="*/ 581805 h 1449582"/>
                <a:gd name="connsiteX3506" fmla="*/ 1839288 w 3283645"/>
                <a:gd name="connsiteY3506" fmla="*/ 581805 h 1449582"/>
                <a:gd name="connsiteX3507" fmla="*/ 1849699 w 3283645"/>
                <a:gd name="connsiteY3507" fmla="*/ 592383 h 1449582"/>
                <a:gd name="connsiteX3508" fmla="*/ 1849699 w 3283645"/>
                <a:gd name="connsiteY3508" fmla="*/ 607830 h 1449582"/>
                <a:gd name="connsiteX3509" fmla="*/ 1854904 w 3283645"/>
                <a:gd name="connsiteY3509" fmla="*/ 618408 h 1449582"/>
                <a:gd name="connsiteX3510" fmla="*/ 1865315 w 3283645"/>
                <a:gd name="connsiteY3510" fmla="*/ 644266 h 1449582"/>
                <a:gd name="connsiteX3511" fmla="*/ 1860110 w 3283645"/>
                <a:gd name="connsiteY3511" fmla="*/ 644266 h 1449582"/>
                <a:gd name="connsiteX3512" fmla="*/ 1860110 w 3283645"/>
                <a:gd name="connsiteY3512" fmla="*/ 649471 h 1449582"/>
                <a:gd name="connsiteX3513" fmla="*/ 1854904 w 3283645"/>
                <a:gd name="connsiteY3513" fmla="*/ 654844 h 1449582"/>
                <a:gd name="connsiteX3514" fmla="*/ 1839288 w 3283645"/>
                <a:gd name="connsiteY3514" fmla="*/ 654844 h 1449582"/>
                <a:gd name="connsiteX3515" fmla="*/ 1834083 w 3283645"/>
                <a:gd name="connsiteY3515" fmla="*/ 649471 h 1449582"/>
                <a:gd name="connsiteX3516" fmla="*/ 1828877 w 3283645"/>
                <a:gd name="connsiteY3516" fmla="*/ 654844 h 1449582"/>
                <a:gd name="connsiteX3517" fmla="*/ 1776823 w 3283645"/>
                <a:gd name="connsiteY3517" fmla="*/ 654844 h 1449582"/>
                <a:gd name="connsiteX3518" fmla="*/ 1776823 w 3283645"/>
                <a:gd name="connsiteY3518" fmla="*/ 613203 h 1449582"/>
                <a:gd name="connsiteX3519" fmla="*/ 1776823 w 3283645"/>
                <a:gd name="connsiteY3519" fmla="*/ 587010 h 1449582"/>
                <a:gd name="connsiteX3520" fmla="*/ 1776823 w 3283645"/>
                <a:gd name="connsiteY3520" fmla="*/ 576767 h 1449582"/>
                <a:gd name="connsiteX3521" fmla="*/ 1771617 w 3283645"/>
                <a:gd name="connsiteY3521" fmla="*/ 571562 h 1449582"/>
                <a:gd name="connsiteX3522" fmla="*/ 1776823 w 3283645"/>
                <a:gd name="connsiteY3522" fmla="*/ 571562 h 1449582"/>
                <a:gd name="connsiteX3523" fmla="*/ 1776823 w 3283645"/>
                <a:gd name="connsiteY3523" fmla="*/ 560984 h 1449582"/>
                <a:gd name="connsiteX3524" fmla="*/ 1782028 w 3283645"/>
                <a:gd name="connsiteY3524" fmla="*/ 560984 h 1449582"/>
                <a:gd name="connsiteX3525" fmla="*/ 1808055 w 3283645"/>
                <a:gd name="connsiteY3525" fmla="*/ 566189 h 1449582"/>
                <a:gd name="connsiteX3526" fmla="*/ 1823672 w 3283645"/>
                <a:gd name="connsiteY3526" fmla="*/ 560984 h 1449582"/>
                <a:gd name="connsiteX3527" fmla="*/ 1828877 w 3283645"/>
                <a:gd name="connsiteY3527" fmla="*/ 555947 h 1449582"/>
                <a:gd name="connsiteX3528" fmla="*/ 493716 w 3283645"/>
                <a:gd name="connsiteY3528" fmla="*/ 555947 h 1449582"/>
                <a:gd name="connsiteX3529" fmla="*/ 509323 w 3283645"/>
                <a:gd name="connsiteY3529" fmla="*/ 560977 h 1449582"/>
                <a:gd name="connsiteX3530" fmla="*/ 519895 w 3283645"/>
                <a:gd name="connsiteY3530" fmla="*/ 560977 h 1449582"/>
                <a:gd name="connsiteX3531" fmla="*/ 535334 w 3283645"/>
                <a:gd name="connsiteY3531" fmla="*/ 560977 h 1449582"/>
                <a:gd name="connsiteX3532" fmla="*/ 540704 w 3283645"/>
                <a:gd name="connsiteY3532" fmla="*/ 560977 h 1449582"/>
                <a:gd name="connsiteX3533" fmla="*/ 540704 w 3283645"/>
                <a:gd name="connsiteY3533" fmla="*/ 555947 h 1449582"/>
                <a:gd name="connsiteX3534" fmla="*/ 545738 w 3283645"/>
                <a:gd name="connsiteY3534" fmla="*/ 555947 h 1449582"/>
                <a:gd name="connsiteX3535" fmla="*/ 550940 w 3283645"/>
                <a:gd name="connsiteY3535" fmla="*/ 555947 h 1449582"/>
                <a:gd name="connsiteX3536" fmla="*/ 561344 w 3283645"/>
                <a:gd name="connsiteY3536" fmla="*/ 566174 h 1449582"/>
                <a:gd name="connsiteX3537" fmla="*/ 566547 w 3283645"/>
                <a:gd name="connsiteY3537" fmla="*/ 571539 h 1449582"/>
                <a:gd name="connsiteX3538" fmla="*/ 576951 w 3283645"/>
                <a:gd name="connsiteY3538" fmla="*/ 586964 h 1449582"/>
                <a:gd name="connsiteX3539" fmla="*/ 582153 w 3283645"/>
                <a:gd name="connsiteY3539" fmla="*/ 586964 h 1449582"/>
                <a:gd name="connsiteX3540" fmla="*/ 592557 w 3283645"/>
                <a:gd name="connsiteY3540" fmla="*/ 581766 h 1449582"/>
                <a:gd name="connsiteX3541" fmla="*/ 592557 w 3283645"/>
                <a:gd name="connsiteY3541" fmla="*/ 576737 h 1449582"/>
                <a:gd name="connsiteX3542" fmla="*/ 597760 w 3283645"/>
                <a:gd name="connsiteY3542" fmla="*/ 576737 h 1449582"/>
                <a:gd name="connsiteX3543" fmla="*/ 608164 w 3283645"/>
                <a:gd name="connsiteY3543" fmla="*/ 592329 h 1449582"/>
                <a:gd name="connsiteX3544" fmla="*/ 613366 w 3283645"/>
                <a:gd name="connsiteY3544" fmla="*/ 602556 h 1449582"/>
                <a:gd name="connsiteX3545" fmla="*/ 613366 w 3283645"/>
                <a:gd name="connsiteY3545" fmla="*/ 607754 h 1449582"/>
                <a:gd name="connsiteX3546" fmla="*/ 618568 w 3283645"/>
                <a:gd name="connsiteY3546" fmla="*/ 613119 h 1449582"/>
                <a:gd name="connsiteX3547" fmla="*/ 623771 w 3283645"/>
                <a:gd name="connsiteY3547" fmla="*/ 613119 h 1449582"/>
                <a:gd name="connsiteX3548" fmla="*/ 628973 w 3283645"/>
                <a:gd name="connsiteY3548" fmla="*/ 618316 h 1449582"/>
                <a:gd name="connsiteX3549" fmla="*/ 634175 w 3283645"/>
                <a:gd name="connsiteY3549" fmla="*/ 618316 h 1449582"/>
                <a:gd name="connsiteX3550" fmla="*/ 628973 w 3283645"/>
                <a:gd name="connsiteY3550" fmla="*/ 638938 h 1449582"/>
                <a:gd name="connsiteX3551" fmla="*/ 628973 w 3283645"/>
                <a:gd name="connsiteY3551" fmla="*/ 644136 h 1449582"/>
                <a:gd name="connsiteX3552" fmla="*/ 628973 w 3283645"/>
                <a:gd name="connsiteY3552" fmla="*/ 654699 h 1449582"/>
                <a:gd name="connsiteX3553" fmla="*/ 639377 w 3283645"/>
                <a:gd name="connsiteY3553" fmla="*/ 675488 h 1449582"/>
                <a:gd name="connsiteX3554" fmla="*/ 639377 w 3283645"/>
                <a:gd name="connsiteY3554" fmla="*/ 680518 h 1449582"/>
                <a:gd name="connsiteX3555" fmla="*/ 644579 w 3283645"/>
                <a:gd name="connsiteY3555" fmla="*/ 685716 h 1449582"/>
                <a:gd name="connsiteX3556" fmla="*/ 644579 w 3283645"/>
                <a:gd name="connsiteY3556" fmla="*/ 690913 h 1449582"/>
                <a:gd name="connsiteX3557" fmla="*/ 649781 w 3283645"/>
                <a:gd name="connsiteY3557" fmla="*/ 690913 h 1449582"/>
                <a:gd name="connsiteX3558" fmla="*/ 654984 w 3283645"/>
                <a:gd name="connsiteY3558" fmla="*/ 696278 h 1449582"/>
                <a:gd name="connsiteX3559" fmla="*/ 660186 w 3283645"/>
                <a:gd name="connsiteY3559" fmla="*/ 701308 h 1449582"/>
                <a:gd name="connsiteX3560" fmla="*/ 665388 w 3283645"/>
                <a:gd name="connsiteY3560" fmla="*/ 701308 h 1449582"/>
                <a:gd name="connsiteX3561" fmla="*/ 680994 w 3283645"/>
                <a:gd name="connsiteY3561" fmla="*/ 701308 h 1449582"/>
                <a:gd name="connsiteX3562" fmla="*/ 686197 w 3283645"/>
                <a:gd name="connsiteY3562" fmla="*/ 696278 h 1449582"/>
                <a:gd name="connsiteX3563" fmla="*/ 691399 w 3283645"/>
                <a:gd name="connsiteY3563" fmla="*/ 696278 h 1449582"/>
                <a:gd name="connsiteX3564" fmla="*/ 691399 w 3283645"/>
                <a:gd name="connsiteY3564" fmla="*/ 701308 h 1449582"/>
                <a:gd name="connsiteX3565" fmla="*/ 686197 w 3283645"/>
                <a:gd name="connsiteY3565" fmla="*/ 706505 h 1449582"/>
                <a:gd name="connsiteX3566" fmla="*/ 691399 w 3283645"/>
                <a:gd name="connsiteY3566" fmla="*/ 711703 h 1449582"/>
                <a:gd name="connsiteX3567" fmla="*/ 696601 w 3283645"/>
                <a:gd name="connsiteY3567" fmla="*/ 717068 h 1449582"/>
                <a:gd name="connsiteX3568" fmla="*/ 691399 w 3283645"/>
                <a:gd name="connsiteY3568" fmla="*/ 717068 h 1449582"/>
                <a:gd name="connsiteX3569" fmla="*/ 686197 w 3283645"/>
                <a:gd name="connsiteY3569" fmla="*/ 722098 h 1449582"/>
                <a:gd name="connsiteX3570" fmla="*/ 680994 w 3283645"/>
                <a:gd name="connsiteY3570" fmla="*/ 727295 h 1449582"/>
                <a:gd name="connsiteX3571" fmla="*/ 675792 w 3283645"/>
                <a:gd name="connsiteY3571" fmla="*/ 722098 h 1449582"/>
                <a:gd name="connsiteX3572" fmla="*/ 665388 w 3283645"/>
                <a:gd name="connsiteY3572" fmla="*/ 717068 h 1449582"/>
                <a:gd name="connsiteX3573" fmla="*/ 660186 w 3283645"/>
                <a:gd name="connsiteY3573" fmla="*/ 711703 h 1449582"/>
                <a:gd name="connsiteX3574" fmla="*/ 654984 w 3283645"/>
                <a:gd name="connsiteY3574" fmla="*/ 717068 h 1449582"/>
                <a:gd name="connsiteX3575" fmla="*/ 649781 w 3283645"/>
                <a:gd name="connsiteY3575" fmla="*/ 722098 h 1449582"/>
                <a:gd name="connsiteX3576" fmla="*/ 644579 w 3283645"/>
                <a:gd name="connsiteY3576" fmla="*/ 722098 h 1449582"/>
                <a:gd name="connsiteX3577" fmla="*/ 639377 w 3283645"/>
                <a:gd name="connsiteY3577" fmla="*/ 717068 h 1449582"/>
                <a:gd name="connsiteX3578" fmla="*/ 634175 w 3283645"/>
                <a:gd name="connsiteY3578" fmla="*/ 717068 h 1449582"/>
                <a:gd name="connsiteX3579" fmla="*/ 628973 w 3283645"/>
                <a:gd name="connsiteY3579" fmla="*/ 711703 h 1449582"/>
                <a:gd name="connsiteX3580" fmla="*/ 618568 w 3283645"/>
                <a:gd name="connsiteY3580" fmla="*/ 711703 h 1449582"/>
                <a:gd name="connsiteX3581" fmla="*/ 608164 w 3283645"/>
                <a:gd name="connsiteY3581" fmla="*/ 706505 h 1449582"/>
                <a:gd name="connsiteX3582" fmla="*/ 602962 w 3283645"/>
                <a:gd name="connsiteY3582" fmla="*/ 701308 h 1449582"/>
                <a:gd name="connsiteX3583" fmla="*/ 597760 w 3283645"/>
                <a:gd name="connsiteY3583" fmla="*/ 696278 h 1449582"/>
                <a:gd name="connsiteX3584" fmla="*/ 592557 w 3283645"/>
                <a:gd name="connsiteY3584" fmla="*/ 696278 h 1449582"/>
                <a:gd name="connsiteX3585" fmla="*/ 587355 w 3283645"/>
                <a:gd name="connsiteY3585" fmla="*/ 696278 h 1449582"/>
                <a:gd name="connsiteX3586" fmla="*/ 576951 w 3283645"/>
                <a:gd name="connsiteY3586" fmla="*/ 685716 h 1449582"/>
                <a:gd name="connsiteX3587" fmla="*/ 571749 w 3283645"/>
                <a:gd name="connsiteY3587" fmla="*/ 685716 h 1449582"/>
                <a:gd name="connsiteX3588" fmla="*/ 571749 w 3283645"/>
                <a:gd name="connsiteY3588" fmla="*/ 680518 h 1449582"/>
                <a:gd name="connsiteX3589" fmla="*/ 566547 w 3283645"/>
                <a:gd name="connsiteY3589" fmla="*/ 675488 h 1449582"/>
                <a:gd name="connsiteX3590" fmla="*/ 566547 w 3283645"/>
                <a:gd name="connsiteY3590" fmla="*/ 670123 h 1449582"/>
                <a:gd name="connsiteX3591" fmla="*/ 566547 w 3283645"/>
                <a:gd name="connsiteY3591" fmla="*/ 654699 h 1449582"/>
                <a:gd name="connsiteX3592" fmla="*/ 550940 w 3283645"/>
                <a:gd name="connsiteY3592" fmla="*/ 633909 h 1449582"/>
                <a:gd name="connsiteX3593" fmla="*/ 545738 w 3283645"/>
                <a:gd name="connsiteY3593" fmla="*/ 628544 h 1449582"/>
                <a:gd name="connsiteX3594" fmla="*/ 535334 w 3283645"/>
                <a:gd name="connsiteY3594" fmla="*/ 618316 h 1449582"/>
                <a:gd name="connsiteX3595" fmla="*/ 530131 w 3283645"/>
                <a:gd name="connsiteY3595" fmla="*/ 618316 h 1449582"/>
                <a:gd name="connsiteX3596" fmla="*/ 535334 w 3283645"/>
                <a:gd name="connsiteY3596" fmla="*/ 607754 h 1449582"/>
                <a:gd name="connsiteX3597" fmla="*/ 530131 w 3283645"/>
                <a:gd name="connsiteY3597" fmla="*/ 602556 h 1449582"/>
                <a:gd name="connsiteX3598" fmla="*/ 524929 w 3283645"/>
                <a:gd name="connsiteY3598" fmla="*/ 602556 h 1449582"/>
                <a:gd name="connsiteX3599" fmla="*/ 519895 w 3283645"/>
                <a:gd name="connsiteY3599" fmla="*/ 602556 h 1449582"/>
                <a:gd name="connsiteX3600" fmla="*/ 519895 w 3283645"/>
                <a:gd name="connsiteY3600" fmla="*/ 597527 h 1449582"/>
                <a:gd name="connsiteX3601" fmla="*/ 519895 w 3283645"/>
                <a:gd name="connsiteY3601" fmla="*/ 592329 h 1449582"/>
                <a:gd name="connsiteX3602" fmla="*/ 514525 w 3283645"/>
                <a:gd name="connsiteY3602" fmla="*/ 586964 h 1449582"/>
                <a:gd name="connsiteX3603" fmla="*/ 509323 w 3283645"/>
                <a:gd name="connsiteY3603" fmla="*/ 586964 h 1449582"/>
                <a:gd name="connsiteX3604" fmla="*/ 499086 w 3283645"/>
                <a:gd name="connsiteY3604" fmla="*/ 576737 h 1449582"/>
                <a:gd name="connsiteX3605" fmla="*/ 499086 w 3283645"/>
                <a:gd name="connsiteY3605" fmla="*/ 571539 h 1449582"/>
                <a:gd name="connsiteX3606" fmla="*/ 499086 w 3283645"/>
                <a:gd name="connsiteY3606" fmla="*/ 566174 h 1449582"/>
                <a:gd name="connsiteX3607" fmla="*/ 493716 w 3283645"/>
                <a:gd name="connsiteY3607" fmla="*/ 555947 h 1449582"/>
                <a:gd name="connsiteX3608" fmla="*/ 1875775 w 3283645"/>
                <a:gd name="connsiteY3608" fmla="*/ 550772 h 1449582"/>
                <a:gd name="connsiteX3609" fmla="*/ 1880893 w 3283645"/>
                <a:gd name="connsiteY3609" fmla="*/ 550772 h 1449582"/>
                <a:gd name="connsiteX3610" fmla="*/ 1880893 w 3283645"/>
                <a:gd name="connsiteY3610" fmla="*/ 555914 h 1449582"/>
                <a:gd name="connsiteX3611" fmla="*/ 1886012 w 3283645"/>
                <a:gd name="connsiteY3611" fmla="*/ 560890 h 1449582"/>
                <a:gd name="connsiteX3612" fmla="*/ 1886012 w 3283645"/>
                <a:gd name="connsiteY3612" fmla="*/ 566031 h 1449582"/>
                <a:gd name="connsiteX3613" fmla="*/ 1875775 w 3283645"/>
                <a:gd name="connsiteY3613" fmla="*/ 571339 h 1449582"/>
                <a:gd name="connsiteX3614" fmla="*/ 1875775 w 3283645"/>
                <a:gd name="connsiteY3614" fmla="*/ 576481 h 1449582"/>
                <a:gd name="connsiteX3615" fmla="*/ 1870656 w 3283645"/>
                <a:gd name="connsiteY3615" fmla="*/ 576481 h 1449582"/>
                <a:gd name="connsiteX3616" fmla="*/ 1870656 w 3283645"/>
                <a:gd name="connsiteY3616" fmla="*/ 571339 h 1449582"/>
                <a:gd name="connsiteX3617" fmla="*/ 1870656 w 3283645"/>
                <a:gd name="connsiteY3617" fmla="*/ 566031 h 1449582"/>
                <a:gd name="connsiteX3618" fmla="*/ 1870656 w 3283645"/>
                <a:gd name="connsiteY3618" fmla="*/ 560890 h 1449582"/>
                <a:gd name="connsiteX3619" fmla="*/ 1870656 w 3283645"/>
                <a:gd name="connsiteY3619" fmla="*/ 555914 h 1449582"/>
                <a:gd name="connsiteX3620" fmla="*/ 1875775 w 3283645"/>
                <a:gd name="connsiteY3620" fmla="*/ 550772 h 1449582"/>
                <a:gd name="connsiteX3621" fmla="*/ 1652593 w 3283645"/>
                <a:gd name="connsiteY3621" fmla="*/ 545597 h 1449582"/>
                <a:gd name="connsiteX3622" fmla="*/ 1657802 w 3283645"/>
                <a:gd name="connsiteY3622" fmla="*/ 545597 h 1449582"/>
                <a:gd name="connsiteX3623" fmla="*/ 1663011 w 3283645"/>
                <a:gd name="connsiteY3623" fmla="*/ 545597 h 1449582"/>
                <a:gd name="connsiteX3624" fmla="*/ 1668219 w 3283645"/>
                <a:gd name="connsiteY3624" fmla="*/ 545597 h 1449582"/>
                <a:gd name="connsiteX3625" fmla="*/ 1673428 w 3283645"/>
                <a:gd name="connsiteY3625" fmla="*/ 545597 h 1449582"/>
                <a:gd name="connsiteX3626" fmla="*/ 1678636 w 3283645"/>
                <a:gd name="connsiteY3626" fmla="*/ 550956 h 1449582"/>
                <a:gd name="connsiteX3627" fmla="*/ 1683845 w 3283645"/>
                <a:gd name="connsiteY3627" fmla="*/ 556147 h 1449582"/>
                <a:gd name="connsiteX3628" fmla="*/ 1694262 w 3283645"/>
                <a:gd name="connsiteY3628" fmla="*/ 561170 h 1449582"/>
                <a:gd name="connsiteX3629" fmla="*/ 1704679 w 3283645"/>
                <a:gd name="connsiteY3629" fmla="*/ 566362 h 1449582"/>
                <a:gd name="connsiteX3630" fmla="*/ 1715096 w 3283645"/>
                <a:gd name="connsiteY3630" fmla="*/ 571720 h 1449582"/>
                <a:gd name="connsiteX3631" fmla="*/ 1720305 w 3283645"/>
                <a:gd name="connsiteY3631" fmla="*/ 571720 h 1449582"/>
                <a:gd name="connsiteX3632" fmla="*/ 1730722 w 3283645"/>
                <a:gd name="connsiteY3632" fmla="*/ 556147 h 1449582"/>
                <a:gd name="connsiteX3633" fmla="*/ 1730722 w 3283645"/>
                <a:gd name="connsiteY3633" fmla="*/ 550956 h 1449582"/>
                <a:gd name="connsiteX3634" fmla="*/ 1741139 w 3283645"/>
                <a:gd name="connsiteY3634" fmla="*/ 545597 h 1449582"/>
                <a:gd name="connsiteX3635" fmla="*/ 1746348 w 3283645"/>
                <a:gd name="connsiteY3635" fmla="*/ 545597 h 1449582"/>
                <a:gd name="connsiteX3636" fmla="*/ 1751556 w 3283645"/>
                <a:gd name="connsiteY3636" fmla="*/ 545597 h 1449582"/>
                <a:gd name="connsiteX3637" fmla="*/ 1756765 w 3283645"/>
                <a:gd name="connsiteY3637" fmla="*/ 550956 h 1449582"/>
                <a:gd name="connsiteX3638" fmla="*/ 1761974 w 3283645"/>
                <a:gd name="connsiteY3638" fmla="*/ 550956 h 1449582"/>
                <a:gd name="connsiteX3639" fmla="*/ 1767014 w 3283645"/>
                <a:gd name="connsiteY3639" fmla="*/ 556147 h 1449582"/>
                <a:gd name="connsiteX3640" fmla="*/ 1767014 w 3283645"/>
                <a:gd name="connsiteY3640" fmla="*/ 561170 h 1449582"/>
                <a:gd name="connsiteX3641" fmla="*/ 1767014 w 3283645"/>
                <a:gd name="connsiteY3641" fmla="*/ 566362 h 1449582"/>
                <a:gd name="connsiteX3642" fmla="*/ 1767014 w 3283645"/>
                <a:gd name="connsiteY3642" fmla="*/ 571720 h 1449582"/>
                <a:gd name="connsiteX3643" fmla="*/ 1767014 w 3283645"/>
                <a:gd name="connsiteY3643" fmla="*/ 576912 h 1449582"/>
                <a:gd name="connsiteX3644" fmla="*/ 1767014 w 3283645"/>
                <a:gd name="connsiteY3644" fmla="*/ 581935 h 1449582"/>
                <a:gd name="connsiteX3645" fmla="*/ 1767014 w 3283645"/>
                <a:gd name="connsiteY3645" fmla="*/ 587126 h 1449582"/>
                <a:gd name="connsiteX3646" fmla="*/ 1767014 w 3283645"/>
                <a:gd name="connsiteY3646" fmla="*/ 613250 h 1449582"/>
                <a:gd name="connsiteX3647" fmla="*/ 1767014 w 3283645"/>
                <a:gd name="connsiteY3647" fmla="*/ 659803 h 1449582"/>
                <a:gd name="connsiteX3648" fmla="*/ 1767014 w 3283645"/>
                <a:gd name="connsiteY3648" fmla="*/ 675544 h 1449582"/>
                <a:gd name="connsiteX3649" fmla="*/ 1756765 w 3283645"/>
                <a:gd name="connsiteY3649" fmla="*/ 675544 h 1449582"/>
                <a:gd name="connsiteX3650" fmla="*/ 1689053 w 3283645"/>
                <a:gd name="connsiteY3650" fmla="*/ 634015 h 1449582"/>
                <a:gd name="connsiteX3651" fmla="*/ 1689053 w 3283645"/>
                <a:gd name="connsiteY3651" fmla="*/ 639039 h 1449582"/>
                <a:gd name="connsiteX3652" fmla="*/ 1683845 w 3283645"/>
                <a:gd name="connsiteY3652" fmla="*/ 639039 h 1449582"/>
                <a:gd name="connsiteX3653" fmla="*/ 1678636 w 3283645"/>
                <a:gd name="connsiteY3653" fmla="*/ 644230 h 1449582"/>
                <a:gd name="connsiteX3654" fmla="*/ 1673428 w 3283645"/>
                <a:gd name="connsiteY3654" fmla="*/ 644230 h 1449582"/>
                <a:gd name="connsiteX3655" fmla="*/ 1668219 w 3283645"/>
                <a:gd name="connsiteY3655" fmla="*/ 639039 h 1449582"/>
                <a:gd name="connsiteX3656" fmla="*/ 1657802 w 3283645"/>
                <a:gd name="connsiteY3656" fmla="*/ 639039 h 1449582"/>
                <a:gd name="connsiteX3657" fmla="*/ 1652593 w 3283645"/>
                <a:gd name="connsiteY3657" fmla="*/ 628656 h 1449582"/>
                <a:gd name="connsiteX3658" fmla="*/ 1642512 w 3283645"/>
                <a:gd name="connsiteY3658" fmla="*/ 623465 h 1449582"/>
                <a:gd name="connsiteX3659" fmla="*/ 1637137 w 3283645"/>
                <a:gd name="connsiteY3659" fmla="*/ 623465 h 1449582"/>
                <a:gd name="connsiteX3660" fmla="*/ 1637137 w 3283645"/>
                <a:gd name="connsiteY3660" fmla="*/ 618441 h 1449582"/>
                <a:gd name="connsiteX3661" fmla="*/ 1631929 w 3283645"/>
                <a:gd name="connsiteY3661" fmla="*/ 613250 h 1449582"/>
                <a:gd name="connsiteX3662" fmla="*/ 1637137 w 3283645"/>
                <a:gd name="connsiteY3662" fmla="*/ 607891 h 1449582"/>
                <a:gd name="connsiteX3663" fmla="*/ 1637137 w 3283645"/>
                <a:gd name="connsiteY3663" fmla="*/ 602700 h 1449582"/>
                <a:gd name="connsiteX3664" fmla="*/ 1637137 w 3283645"/>
                <a:gd name="connsiteY3664" fmla="*/ 597676 h 1449582"/>
                <a:gd name="connsiteX3665" fmla="*/ 1637137 w 3283645"/>
                <a:gd name="connsiteY3665" fmla="*/ 592485 h 1449582"/>
                <a:gd name="connsiteX3666" fmla="*/ 1637137 w 3283645"/>
                <a:gd name="connsiteY3666" fmla="*/ 587126 h 1449582"/>
                <a:gd name="connsiteX3667" fmla="*/ 1637137 w 3283645"/>
                <a:gd name="connsiteY3667" fmla="*/ 581935 h 1449582"/>
                <a:gd name="connsiteX3668" fmla="*/ 1637137 w 3283645"/>
                <a:gd name="connsiteY3668" fmla="*/ 576912 h 1449582"/>
                <a:gd name="connsiteX3669" fmla="*/ 1631929 w 3283645"/>
                <a:gd name="connsiteY3669" fmla="*/ 571720 h 1449582"/>
                <a:gd name="connsiteX3670" fmla="*/ 1637137 w 3283645"/>
                <a:gd name="connsiteY3670" fmla="*/ 566362 h 1449582"/>
                <a:gd name="connsiteX3671" fmla="*/ 1637137 w 3283645"/>
                <a:gd name="connsiteY3671" fmla="*/ 561170 h 1449582"/>
                <a:gd name="connsiteX3672" fmla="*/ 1637137 w 3283645"/>
                <a:gd name="connsiteY3672" fmla="*/ 556147 h 1449582"/>
                <a:gd name="connsiteX3673" fmla="*/ 1647385 w 3283645"/>
                <a:gd name="connsiteY3673" fmla="*/ 550956 h 1449582"/>
                <a:gd name="connsiteX3674" fmla="*/ 1652593 w 3283645"/>
                <a:gd name="connsiteY3674" fmla="*/ 545597 h 1449582"/>
                <a:gd name="connsiteX3675" fmla="*/ 462674 w 3283645"/>
                <a:gd name="connsiteY3675" fmla="*/ 545597 h 1449582"/>
                <a:gd name="connsiteX3676" fmla="*/ 467827 w 3283645"/>
                <a:gd name="connsiteY3676" fmla="*/ 550988 h 1449582"/>
                <a:gd name="connsiteX3677" fmla="*/ 472980 w 3283645"/>
                <a:gd name="connsiteY3677" fmla="*/ 545597 h 1449582"/>
                <a:gd name="connsiteX3678" fmla="*/ 472980 w 3283645"/>
                <a:gd name="connsiteY3678" fmla="*/ 550988 h 1449582"/>
                <a:gd name="connsiteX3679" fmla="*/ 472980 w 3283645"/>
                <a:gd name="connsiteY3679" fmla="*/ 556211 h 1449582"/>
                <a:gd name="connsiteX3680" fmla="*/ 472980 w 3283645"/>
                <a:gd name="connsiteY3680" fmla="*/ 566487 h 1449582"/>
                <a:gd name="connsiteX3681" fmla="*/ 467827 w 3283645"/>
                <a:gd name="connsiteY3681" fmla="*/ 566487 h 1449582"/>
                <a:gd name="connsiteX3682" fmla="*/ 467827 w 3283645"/>
                <a:gd name="connsiteY3682" fmla="*/ 561265 h 1449582"/>
                <a:gd name="connsiteX3683" fmla="*/ 462674 w 3283645"/>
                <a:gd name="connsiteY3683" fmla="*/ 556211 h 1449582"/>
                <a:gd name="connsiteX3684" fmla="*/ 462674 w 3283645"/>
                <a:gd name="connsiteY3684" fmla="*/ 550988 h 1449582"/>
                <a:gd name="connsiteX3685" fmla="*/ 462674 w 3283645"/>
                <a:gd name="connsiteY3685" fmla="*/ 545597 h 1449582"/>
                <a:gd name="connsiteX3686" fmla="*/ 2743531 w 3283645"/>
                <a:gd name="connsiteY3686" fmla="*/ 535213 h 1449582"/>
                <a:gd name="connsiteX3687" fmla="*/ 2748538 w 3283645"/>
                <a:gd name="connsiteY3687" fmla="*/ 535213 h 1449582"/>
                <a:gd name="connsiteX3688" fmla="*/ 2753712 w 3283645"/>
                <a:gd name="connsiteY3688" fmla="*/ 535213 h 1449582"/>
                <a:gd name="connsiteX3689" fmla="*/ 2758885 w 3283645"/>
                <a:gd name="connsiteY3689" fmla="*/ 535213 h 1449582"/>
                <a:gd name="connsiteX3690" fmla="*/ 2758885 w 3283645"/>
                <a:gd name="connsiteY3690" fmla="*/ 540189 h 1449582"/>
                <a:gd name="connsiteX3691" fmla="*/ 2758885 w 3283645"/>
                <a:gd name="connsiteY3691" fmla="*/ 545330 h 1449582"/>
                <a:gd name="connsiteX3692" fmla="*/ 2758885 w 3283645"/>
                <a:gd name="connsiteY3692" fmla="*/ 550638 h 1449582"/>
                <a:gd name="connsiteX3693" fmla="*/ 2753712 w 3283645"/>
                <a:gd name="connsiteY3693" fmla="*/ 550638 h 1449582"/>
                <a:gd name="connsiteX3694" fmla="*/ 2748538 w 3283645"/>
                <a:gd name="connsiteY3694" fmla="*/ 550638 h 1449582"/>
                <a:gd name="connsiteX3695" fmla="*/ 2748538 w 3283645"/>
                <a:gd name="connsiteY3695" fmla="*/ 545330 h 1449582"/>
                <a:gd name="connsiteX3696" fmla="*/ 2743531 w 3283645"/>
                <a:gd name="connsiteY3696" fmla="*/ 540189 h 1449582"/>
                <a:gd name="connsiteX3697" fmla="*/ 2743531 w 3283645"/>
                <a:gd name="connsiteY3697" fmla="*/ 535213 h 1449582"/>
                <a:gd name="connsiteX3698" fmla="*/ 2233733 w 3283645"/>
                <a:gd name="connsiteY3698" fmla="*/ 524807 h 1449582"/>
                <a:gd name="connsiteX3699" fmla="*/ 2238923 w 3283645"/>
                <a:gd name="connsiteY3699" fmla="*/ 530177 h 1449582"/>
                <a:gd name="connsiteX3700" fmla="*/ 2233733 w 3283645"/>
                <a:gd name="connsiteY3700" fmla="*/ 535378 h 1449582"/>
                <a:gd name="connsiteX3701" fmla="*/ 2233733 w 3283645"/>
                <a:gd name="connsiteY3701" fmla="*/ 530177 h 1449582"/>
                <a:gd name="connsiteX3702" fmla="*/ 2233733 w 3283645"/>
                <a:gd name="connsiteY3702" fmla="*/ 524807 h 1449582"/>
                <a:gd name="connsiteX3703" fmla="*/ 1485908 w 3283645"/>
                <a:gd name="connsiteY3703" fmla="*/ 514547 h 1449582"/>
                <a:gd name="connsiteX3704" fmla="*/ 1491117 w 3283645"/>
                <a:gd name="connsiteY3704" fmla="*/ 514547 h 1449582"/>
                <a:gd name="connsiteX3705" fmla="*/ 1496326 w 3283645"/>
                <a:gd name="connsiteY3705" fmla="*/ 519592 h 1449582"/>
                <a:gd name="connsiteX3706" fmla="*/ 1506745 w 3283645"/>
                <a:gd name="connsiteY3706" fmla="*/ 519592 h 1449582"/>
                <a:gd name="connsiteX3707" fmla="*/ 1511955 w 3283645"/>
                <a:gd name="connsiteY3707" fmla="*/ 519592 h 1449582"/>
                <a:gd name="connsiteX3708" fmla="*/ 1517332 w 3283645"/>
                <a:gd name="connsiteY3708" fmla="*/ 519592 h 1449582"/>
                <a:gd name="connsiteX3709" fmla="*/ 1522373 w 3283645"/>
                <a:gd name="connsiteY3709" fmla="*/ 530186 h 1449582"/>
                <a:gd name="connsiteX3710" fmla="*/ 1522373 w 3283645"/>
                <a:gd name="connsiteY3710" fmla="*/ 545657 h 1449582"/>
                <a:gd name="connsiteX3711" fmla="*/ 1517332 w 3283645"/>
                <a:gd name="connsiteY3711" fmla="*/ 545657 h 1449582"/>
                <a:gd name="connsiteX3712" fmla="*/ 1511955 w 3283645"/>
                <a:gd name="connsiteY3712" fmla="*/ 545657 h 1449582"/>
                <a:gd name="connsiteX3713" fmla="*/ 1511955 w 3283645"/>
                <a:gd name="connsiteY3713" fmla="*/ 551039 h 1449582"/>
                <a:gd name="connsiteX3714" fmla="*/ 1506745 w 3283645"/>
                <a:gd name="connsiteY3714" fmla="*/ 545657 h 1449582"/>
                <a:gd name="connsiteX3715" fmla="*/ 1501536 w 3283645"/>
                <a:gd name="connsiteY3715" fmla="*/ 551039 h 1449582"/>
                <a:gd name="connsiteX3716" fmla="*/ 1501536 w 3283645"/>
                <a:gd name="connsiteY3716" fmla="*/ 556252 h 1449582"/>
                <a:gd name="connsiteX3717" fmla="*/ 1501536 w 3283645"/>
                <a:gd name="connsiteY3717" fmla="*/ 561297 h 1449582"/>
                <a:gd name="connsiteX3718" fmla="*/ 1496326 w 3283645"/>
                <a:gd name="connsiteY3718" fmla="*/ 561297 h 1449582"/>
                <a:gd name="connsiteX3719" fmla="*/ 1491117 w 3283645"/>
                <a:gd name="connsiteY3719" fmla="*/ 566510 h 1449582"/>
                <a:gd name="connsiteX3720" fmla="*/ 1485908 w 3283645"/>
                <a:gd name="connsiteY3720" fmla="*/ 566510 h 1449582"/>
                <a:gd name="connsiteX3721" fmla="*/ 1480698 w 3283645"/>
                <a:gd name="connsiteY3721" fmla="*/ 571891 h 1449582"/>
                <a:gd name="connsiteX3722" fmla="*/ 1475657 w 3283645"/>
                <a:gd name="connsiteY3722" fmla="*/ 571891 h 1449582"/>
                <a:gd name="connsiteX3723" fmla="*/ 1470279 w 3283645"/>
                <a:gd name="connsiteY3723" fmla="*/ 571891 h 1449582"/>
                <a:gd name="connsiteX3724" fmla="*/ 1465070 w 3283645"/>
                <a:gd name="connsiteY3724" fmla="*/ 577104 h 1449582"/>
                <a:gd name="connsiteX3725" fmla="*/ 1454819 w 3283645"/>
                <a:gd name="connsiteY3725" fmla="*/ 582149 h 1449582"/>
                <a:gd name="connsiteX3726" fmla="*/ 1454819 w 3283645"/>
                <a:gd name="connsiteY3726" fmla="*/ 592744 h 1449582"/>
                <a:gd name="connsiteX3727" fmla="*/ 1439023 w 3283645"/>
                <a:gd name="connsiteY3727" fmla="*/ 592744 h 1449582"/>
                <a:gd name="connsiteX3728" fmla="*/ 1449442 w 3283645"/>
                <a:gd name="connsiteY3728" fmla="*/ 582149 h 1449582"/>
                <a:gd name="connsiteX3729" fmla="*/ 1454819 w 3283645"/>
                <a:gd name="connsiteY3729" fmla="*/ 571891 h 1449582"/>
                <a:gd name="connsiteX3730" fmla="*/ 1454819 w 3283645"/>
                <a:gd name="connsiteY3730" fmla="*/ 561297 h 1449582"/>
                <a:gd name="connsiteX3731" fmla="*/ 1454819 w 3283645"/>
                <a:gd name="connsiteY3731" fmla="*/ 556252 h 1449582"/>
                <a:gd name="connsiteX3732" fmla="*/ 1454819 w 3283645"/>
                <a:gd name="connsiteY3732" fmla="*/ 545657 h 1449582"/>
                <a:gd name="connsiteX3733" fmla="*/ 1465070 w 3283645"/>
                <a:gd name="connsiteY3733" fmla="*/ 540444 h 1449582"/>
                <a:gd name="connsiteX3734" fmla="*/ 1480698 w 3283645"/>
                <a:gd name="connsiteY3734" fmla="*/ 530186 h 1449582"/>
                <a:gd name="connsiteX3735" fmla="*/ 1485908 w 3283645"/>
                <a:gd name="connsiteY3735" fmla="*/ 519592 h 1449582"/>
                <a:gd name="connsiteX3736" fmla="*/ 1485908 w 3283645"/>
                <a:gd name="connsiteY3736" fmla="*/ 514547 h 1449582"/>
                <a:gd name="connsiteX3737" fmla="*/ 2774641 w 3283645"/>
                <a:gd name="connsiteY3737" fmla="*/ 514292 h 1449582"/>
                <a:gd name="connsiteX3738" fmla="*/ 2779848 w 3283645"/>
                <a:gd name="connsiteY3738" fmla="*/ 514292 h 1449582"/>
                <a:gd name="connsiteX3739" fmla="*/ 2785055 w 3283645"/>
                <a:gd name="connsiteY3739" fmla="*/ 514292 h 1449582"/>
                <a:gd name="connsiteX3740" fmla="*/ 2779848 w 3283645"/>
                <a:gd name="connsiteY3740" fmla="*/ 519328 h 1449582"/>
                <a:gd name="connsiteX3741" fmla="*/ 2774641 w 3283645"/>
                <a:gd name="connsiteY3741" fmla="*/ 524532 h 1449582"/>
                <a:gd name="connsiteX3742" fmla="*/ 2769433 w 3283645"/>
                <a:gd name="connsiteY3742" fmla="*/ 524532 h 1449582"/>
                <a:gd name="connsiteX3743" fmla="*/ 2764226 w 3283645"/>
                <a:gd name="connsiteY3743" fmla="*/ 524532 h 1449582"/>
                <a:gd name="connsiteX3744" fmla="*/ 2764226 w 3283645"/>
                <a:gd name="connsiteY3744" fmla="*/ 519328 h 1449582"/>
                <a:gd name="connsiteX3745" fmla="*/ 2774641 w 3283645"/>
                <a:gd name="connsiteY3745" fmla="*/ 514292 h 1449582"/>
                <a:gd name="connsiteX3746" fmla="*/ 2275253 w 3283645"/>
                <a:gd name="connsiteY3746" fmla="*/ 509371 h 1449582"/>
                <a:gd name="connsiteX3747" fmla="*/ 2280443 w 3283645"/>
                <a:gd name="connsiteY3747" fmla="*/ 514572 h 1449582"/>
                <a:gd name="connsiteX3748" fmla="*/ 2280443 w 3283645"/>
                <a:gd name="connsiteY3748" fmla="*/ 519606 h 1449582"/>
                <a:gd name="connsiteX3749" fmla="*/ 2275253 w 3283645"/>
                <a:gd name="connsiteY3749" fmla="*/ 524807 h 1449582"/>
                <a:gd name="connsiteX3750" fmla="*/ 2270231 w 3283645"/>
                <a:gd name="connsiteY3750" fmla="*/ 524807 h 1449582"/>
                <a:gd name="connsiteX3751" fmla="*/ 2265041 w 3283645"/>
                <a:gd name="connsiteY3751" fmla="*/ 530177 h 1449582"/>
                <a:gd name="connsiteX3752" fmla="*/ 2270231 w 3283645"/>
                <a:gd name="connsiteY3752" fmla="*/ 535378 h 1449582"/>
                <a:gd name="connsiteX3753" fmla="*/ 2270231 w 3283645"/>
                <a:gd name="connsiteY3753" fmla="*/ 540412 h 1449582"/>
                <a:gd name="connsiteX3754" fmla="*/ 2265041 w 3283645"/>
                <a:gd name="connsiteY3754" fmla="*/ 545613 h 1449582"/>
                <a:gd name="connsiteX3755" fmla="*/ 2265041 w 3283645"/>
                <a:gd name="connsiteY3755" fmla="*/ 550982 h 1449582"/>
                <a:gd name="connsiteX3756" fmla="*/ 2265041 w 3283645"/>
                <a:gd name="connsiteY3756" fmla="*/ 556184 h 1449582"/>
                <a:gd name="connsiteX3757" fmla="*/ 2265041 w 3283645"/>
                <a:gd name="connsiteY3757" fmla="*/ 561218 h 1449582"/>
                <a:gd name="connsiteX3758" fmla="*/ 2270231 w 3283645"/>
                <a:gd name="connsiteY3758" fmla="*/ 561218 h 1449582"/>
                <a:gd name="connsiteX3759" fmla="*/ 2275253 w 3283645"/>
                <a:gd name="connsiteY3759" fmla="*/ 561218 h 1449582"/>
                <a:gd name="connsiteX3760" fmla="*/ 2275253 w 3283645"/>
                <a:gd name="connsiteY3760" fmla="*/ 566419 h 1449582"/>
                <a:gd name="connsiteX3761" fmla="*/ 2280443 w 3283645"/>
                <a:gd name="connsiteY3761" fmla="*/ 566419 h 1449582"/>
                <a:gd name="connsiteX3762" fmla="*/ 2280443 w 3283645"/>
                <a:gd name="connsiteY3762" fmla="*/ 571788 h 1449582"/>
                <a:gd name="connsiteX3763" fmla="*/ 2280443 w 3283645"/>
                <a:gd name="connsiteY3763" fmla="*/ 576990 h 1449582"/>
                <a:gd name="connsiteX3764" fmla="*/ 2280443 w 3283645"/>
                <a:gd name="connsiteY3764" fmla="*/ 582023 h 1449582"/>
                <a:gd name="connsiteX3765" fmla="*/ 2280443 w 3283645"/>
                <a:gd name="connsiteY3765" fmla="*/ 587225 h 1449582"/>
                <a:gd name="connsiteX3766" fmla="*/ 2280443 w 3283645"/>
                <a:gd name="connsiteY3766" fmla="*/ 592594 h 1449582"/>
                <a:gd name="connsiteX3767" fmla="*/ 2285801 w 3283645"/>
                <a:gd name="connsiteY3767" fmla="*/ 592594 h 1449582"/>
                <a:gd name="connsiteX3768" fmla="*/ 2290991 w 3283645"/>
                <a:gd name="connsiteY3768" fmla="*/ 592594 h 1449582"/>
                <a:gd name="connsiteX3769" fmla="*/ 2296014 w 3283645"/>
                <a:gd name="connsiteY3769" fmla="*/ 597795 h 1449582"/>
                <a:gd name="connsiteX3770" fmla="*/ 2301204 w 3283645"/>
                <a:gd name="connsiteY3770" fmla="*/ 597795 h 1449582"/>
                <a:gd name="connsiteX3771" fmla="*/ 2306561 w 3283645"/>
                <a:gd name="connsiteY3771" fmla="*/ 602829 h 1449582"/>
                <a:gd name="connsiteX3772" fmla="*/ 2311751 w 3283645"/>
                <a:gd name="connsiteY3772" fmla="*/ 602829 h 1449582"/>
                <a:gd name="connsiteX3773" fmla="*/ 2316774 w 3283645"/>
                <a:gd name="connsiteY3773" fmla="*/ 602829 h 1449582"/>
                <a:gd name="connsiteX3774" fmla="*/ 2321964 w 3283645"/>
                <a:gd name="connsiteY3774" fmla="*/ 602829 h 1449582"/>
                <a:gd name="connsiteX3775" fmla="*/ 2332511 w 3283645"/>
                <a:gd name="connsiteY3775" fmla="*/ 608031 h 1449582"/>
                <a:gd name="connsiteX3776" fmla="*/ 2332511 w 3283645"/>
                <a:gd name="connsiteY3776" fmla="*/ 613400 h 1449582"/>
                <a:gd name="connsiteX3777" fmla="*/ 2337534 w 3283645"/>
                <a:gd name="connsiteY3777" fmla="*/ 613400 h 1449582"/>
                <a:gd name="connsiteX3778" fmla="*/ 2342724 w 3283645"/>
                <a:gd name="connsiteY3778" fmla="*/ 613400 h 1449582"/>
                <a:gd name="connsiteX3779" fmla="*/ 2348081 w 3283645"/>
                <a:gd name="connsiteY3779" fmla="*/ 613400 h 1449582"/>
                <a:gd name="connsiteX3780" fmla="*/ 2353271 w 3283645"/>
                <a:gd name="connsiteY3780" fmla="*/ 613400 h 1449582"/>
                <a:gd name="connsiteX3781" fmla="*/ 2353271 w 3283645"/>
                <a:gd name="connsiteY3781" fmla="*/ 623635 h 1449582"/>
                <a:gd name="connsiteX3782" fmla="*/ 2358294 w 3283645"/>
                <a:gd name="connsiteY3782" fmla="*/ 623635 h 1449582"/>
                <a:gd name="connsiteX3783" fmla="*/ 2353271 w 3283645"/>
                <a:gd name="connsiteY3783" fmla="*/ 628836 h 1449582"/>
                <a:gd name="connsiteX3784" fmla="*/ 2358294 w 3283645"/>
                <a:gd name="connsiteY3784" fmla="*/ 634206 h 1449582"/>
                <a:gd name="connsiteX3785" fmla="*/ 2358294 w 3283645"/>
                <a:gd name="connsiteY3785" fmla="*/ 639239 h 1449582"/>
                <a:gd name="connsiteX3786" fmla="*/ 2358294 w 3283645"/>
                <a:gd name="connsiteY3786" fmla="*/ 644441 h 1449582"/>
                <a:gd name="connsiteX3787" fmla="*/ 2358294 w 3283645"/>
                <a:gd name="connsiteY3787" fmla="*/ 649642 h 1449582"/>
                <a:gd name="connsiteX3788" fmla="*/ 2353271 w 3283645"/>
                <a:gd name="connsiteY3788" fmla="*/ 649642 h 1449582"/>
                <a:gd name="connsiteX3789" fmla="*/ 2353271 w 3283645"/>
                <a:gd name="connsiteY3789" fmla="*/ 655011 h 1449582"/>
                <a:gd name="connsiteX3790" fmla="*/ 2348081 w 3283645"/>
                <a:gd name="connsiteY3790" fmla="*/ 655011 h 1449582"/>
                <a:gd name="connsiteX3791" fmla="*/ 2342724 w 3283645"/>
                <a:gd name="connsiteY3791" fmla="*/ 660045 h 1449582"/>
                <a:gd name="connsiteX3792" fmla="*/ 2342724 w 3283645"/>
                <a:gd name="connsiteY3792" fmla="*/ 670448 h 1449582"/>
                <a:gd name="connsiteX3793" fmla="*/ 2337534 w 3283645"/>
                <a:gd name="connsiteY3793" fmla="*/ 675817 h 1449582"/>
                <a:gd name="connsiteX3794" fmla="*/ 2332511 w 3283645"/>
                <a:gd name="connsiteY3794" fmla="*/ 675817 h 1449582"/>
                <a:gd name="connsiteX3795" fmla="*/ 2327321 w 3283645"/>
                <a:gd name="connsiteY3795" fmla="*/ 680851 h 1449582"/>
                <a:gd name="connsiteX3796" fmla="*/ 2321964 w 3283645"/>
                <a:gd name="connsiteY3796" fmla="*/ 691254 h 1449582"/>
                <a:gd name="connsiteX3797" fmla="*/ 2311751 w 3283645"/>
                <a:gd name="connsiteY3797" fmla="*/ 696623 h 1449582"/>
                <a:gd name="connsiteX3798" fmla="*/ 2306561 w 3283645"/>
                <a:gd name="connsiteY3798" fmla="*/ 701657 h 1449582"/>
                <a:gd name="connsiteX3799" fmla="*/ 2301204 w 3283645"/>
                <a:gd name="connsiteY3799" fmla="*/ 712059 h 1449582"/>
                <a:gd name="connsiteX3800" fmla="*/ 2296014 w 3283645"/>
                <a:gd name="connsiteY3800" fmla="*/ 712059 h 1449582"/>
                <a:gd name="connsiteX3801" fmla="*/ 2290991 w 3283645"/>
                <a:gd name="connsiteY3801" fmla="*/ 717429 h 1449582"/>
                <a:gd name="connsiteX3802" fmla="*/ 2280443 w 3283645"/>
                <a:gd name="connsiteY3802" fmla="*/ 727664 h 1449582"/>
                <a:gd name="connsiteX3803" fmla="*/ 2280443 w 3283645"/>
                <a:gd name="connsiteY3803" fmla="*/ 743100 h 1449582"/>
                <a:gd name="connsiteX3804" fmla="*/ 2280443 w 3283645"/>
                <a:gd name="connsiteY3804" fmla="*/ 748302 h 1449582"/>
                <a:gd name="connsiteX3805" fmla="*/ 2280443 w 3283645"/>
                <a:gd name="connsiteY3805" fmla="*/ 753503 h 1449582"/>
                <a:gd name="connsiteX3806" fmla="*/ 2275253 w 3283645"/>
                <a:gd name="connsiteY3806" fmla="*/ 763906 h 1449582"/>
                <a:gd name="connsiteX3807" fmla="*/ 2275253 w 3283645"/>
                <a:gd name="connsiteY3807" fmla="*/ 774309 h 1449582"/>
                <a:gd name="connsiteX3808" fmla="*/ 2275253 w 3283645"/>
                <a:gd name="connsiteY3808" fmla="*/ 779678 h 1449582"/>
                <a:gd name="connsiteX3809" fmla="*/ 2275253 w 3283645"/>
                <a:gd name="connsiteY3809" fmla="*/ 784712 h 1449582"/>
                <a:gd name="connsiteX3810" fmla="*/ 2275253 w 3283645"/>
                <a:gd name="connsiteY3810" fmla="*/ 789913 h 1449582"/>
                <a:gd name="connsiteX3811" fmla="*/ 2270231 w 3283645"/>
                <a:gd name="connsiteY3811" fmla="*/ 789913 h 1449582"/>
                <a:gd name="connsiteX3812" fmla="*/ 2265041 w 3283645"/>
                <a:gd name="connsiteY3812" fmla="*/ 800484 h 1449582"/>
                <a:gd name="connsiteX3813" fmla="*/ 2259683 w 3283645"/>
                <a:gd name="connsiteY3813" fmla="*/ 800484 h 1449582"/>
                <a:gd name="connsiteX3814" fmla="*/ 2254493 w 3283645"/>
                <a:gd name="connsiteY3814" fmla="*/ 800484 h 1449582"/>
                <a:gd name="connsiteX3815" fmla="*/ 2254493 w 3283645"/>
                <a:gd name="connsiteY3815" fmla="*/ 795115 h 1449582"/>
                <a:gd name="connsiteX3816" fmla="*/ 2249471 w 3283645"/>
                <a:gd name="connsiteY3816" fmla="*/ 789913 h 1449582"/>
                <a:gd name="connsiteX3817" fmla="*/ 2249471 w 3283645"/>
                <a:gd name="connsiteY3817" fmla="*/ 779678 h 1449582"/>
                <a:gd name="connsiteX3818" fmla="*/ 2249471 w 3283645"/>
                <a:gd name="connsiteY3818" fmla="*/ 774309 h 1449582"/>
                <a:gd name="connsiteX3819" fmla="*/ 2244281 w 3283645"/>
                <a:gd name="connsiteY3819" fmla="*/ 769108 h 1449582"/>
                <a:gd name="connsiteX3820" fmla="*/ 2244281 w 3283645"/>
                <a:gd name="connsiteY3820" fmla="*/ 763906 h 1449582"/>
                <a:gd name="connsiteX3821" fmla="*/ 2238923 w 3283645"/>
                <a:gd name="connsiteY3821" fmla="*/ 758873 h 1449582"/>
                <a:gd name="connsiteX3822" fmla="*/ 2233733 w 3283645"/>
                <a:gd name="connsiteY3822" fmla="*/ 748302 h 1449582"/>
                <a:gd name="connsiteX3823" fmla="*/ 2233733 w 3283645"/>
                <a:gd name="connsiteY3823" fmla="*/ 732697 h 1449582"/>
                <a:gd name="connsiteX3824" fmla="*/ 2228711 w 3283645"/>
                <a:gd name="connsiteY3824" fmla="*/ 727664 h 1449582"/>
                <a:gd name="connsiteX3825" fmla="*/ 2223521 w 3283645"/>
                <a:gd name="connsiteY3825" fmla="*/ 712059 h 1449582"/>
                <a:gd name="connsiteX3826" fmla="*/ 2223521 w 3283645"/>
                <a:gd name="connsiteY3826" fmla="*/ 701657 h 1449582"/>
                <a:gd name="connsiteX3827" fmla="*/ 2218163 w 3283645"/>
                <a:gd name="connsiteY3827" fmla="*/ 696623 h 1449582"/>
                <a:gd name="connsiteX3828" fmla="*/ 2218163 w 3283645"/>
                <a:gd name="connsiteY3828" fmla="*/ 686052 h 1449582"/>
                <a:gd name="connsiteX3829" fmla="*/ 2218163 w 3283645"/>
                <a:gd name="connsiteY3829" fmla="*/ 680851 h 1449582"/>
                <a:gd name="connsiteX3830" fmla="*/ 2218163 w 3283645"/>
                <a:gd name="connsiteY3830" fmla="*/ 675817 h 1449582"/>
                <a:gd name="connsiteX3831" fmla="*/ 2218163 w 3283645"/>
                <a:gd name="connsiteY3831" fmla="*/ 665246 h 1449582"/>
                <a:gd name="connsiteX3832" fmla="*/ 2218163 w 3283645"/>
                <a:gd name="connsiteY3832" fmla="*/ 660045 h 1449582"/>
                <a:gd name="connsiteX3833" fmla="*/ 2218163 w 3283645"/>
                <a:gd name="connsiteY3833" fmla="*/ 655011 h 1449582"/>
                <a:gd name="connsiteX3834" fmla="*/ 2223521 w 3283645"/>
                <a:gd name="connsiteY3834" fmla="*/ 623635 h 1449582"/>
                <a:gd name="connsiteX3835" fmla="*/ 2212973 w 3283645"/>
                <a:gd name="connsiteY3835" fmla="*/ 655011 h 1449582"/>
                <a:gd name="connsiteX3836" fmla="*/ 2207951 w 3283645"/>
                <a:gd name="connsiteY3836" fmla="*/ 660045 h 1449582"/>
                <a:gd name="connsiteX3837" fmla="*/ 2207951 w 3283645"/>
                <a:gd name="connsiteY3837" fmla="*/ 665246 h 1449582"/>
                <a:gd name="connsiteX3838" fmla="*/ 2202761 w 3283645"/>
                <a:gd name="connsiteY3838" fmla="*/ 665246 h 1449582"/>
                <a:gd name="connsiteX3839" fmla="*/ 2197403 w 3283645"/>
                <a:gd name="connsiteY3839" fmla="*/ 665246 h 1449582"/>
                <a:gd name="connsiteX3840" fmla="*/ 2192381 w 3283645"/>
                <a:gd name="connsiteY3840" fmla="*/ 665246 h 1449582"/>
                <a:gd name="connsiteX3841" fmla="*/ 2187191 w 3283645"/>
                <a:gd name="connsiteY3841" fmla="*/ 660045 h 1449582"/>
                <a:gd name="connsiteX3842" fmla="*/ 2192381 w 3283645"/>
                <a:gd name="connsiteY3842" fmla="*/ 655011 h 1449582"/>
                <a:gd name="connsiteX3843" fmla="*/ 2197403 w 3283645"/>
                <a:gd name="connsiteY3843" fmla="*/ 655011 h 1449582"/>
                <a:gd name="connsiteX3844" fmla="*/ 2197403 w 3283645"/>
                <a:gd name="connsiteY3844" fmla="*/ 644441 h 1449582"/>
                <a:gd name="connsiteX3845" fmla="*/ 2192381 w 3283645"/>
                <a:gd name="connsiteY3845" fmla="*/ 644441 h 1449582"/>
                <a:gd name="connsiteX3846" fmla="*/ 2187191 w 3283645"/>
                <a:gd name="connsiteY3846" fmla="*/ 644441 h 1449582"/>
                <a:gd name="connsiteX3847" fmla="*/ 2181833 w 3283645"/>
                <a:gd name="connsiteY3847" fmla="*/ 644441 h 1449582"/>
                <a:gd name="connsiteX3848" fmla="*/ 2176643 w 3283645"/>
                <a:gd name="connsiteY3848" fmla="*/ 639239 h 1449582"/>
                <a:gd name="connsiteX3849" fmla="*/ 2181833 w 3283645"/>
                <a:gd name="connsiteY3849" fmla="*/ 639239 h 1449582"/>
                <a:gd name="connsiteX3850" fmla="*/ 2192381 w 3283645"/>
                <a:gd name="connsiteY3850" fmla="*/ 639239 h 1449582"/>
                <a:gd name="connsiteX3851" fmla="*/ 2197403 w 3283645"/>
                <a:gd name="connsiteY3851" fmla="*/ 639239 h 1449582"/>
                <a:gd name="connsiteX3852" fmla="*/ 2202761 w 3283645"/>
                <a:gd name="connsiteY3852" fmla="*/ 634206 h 1449582"/>
                <a:gd name="connsiteX3853" fmla="*/ 2202761 w 3283645"/>
                <a:gd name="connsiteY3853" fmla="*/ 628836 h 1449582"/>
                <a:gd name="connsiteX3854" fmla="*/ 2202761 w 3283645"/>
                <a:gd name="connsiteY3854" fmla="*/ 623635 h 1449582"/>
                <a:gd name="connsiteX3855" fmla="*/ 2197403 w 3283645"/>
                <a:gd name="connsiteY3855" fmla="*/ 618601 h 1449582"/>
                <a:gd name="connsiteX3856" fmla="*/ 2192381 w 3283645"/>
                <a:gd name="connsiteY3856" fmla="*/ 613400 h 1449582"/>
                <a:gd name="connsiteX3857" fmla="*/ 2192381 w 3283645"/>
                <a:gd name="connsiteY3857" fmla="*/ 608031 h 1449582"/>
                <a:gd name="connsiteX3858" fmla="*/ 2192381 w 3283645"/>
                <a:gd name="connsiteY3858" fmla="*/ 602829 h 1449582"/>
                <a:gd name="connsiteX3859" fmla="*/ 2192381 w 3283645"/>
                <a:gd name="connsiteY3859" fmla="*/ 597795 h 1449582"/>
                <a:gd name="connsiteX3860" fmla="*/ 2197403 w 3283645"/>
                <a:gd name="connsiteY3860" fmla="*/ 602829 h 1449582"/>
                <a:gd name="connsiteX3861" fmla="*/ 2202761 w 3283645"/>
                <a:gd name="connsiteY3861" fmla="*/ 597795 h 1449582"/>
                <a:gd name="connsiteX3862" fmla="*/ 2207951 w 3283645"/>
                <a:gd name="connsiteY3862" fmla="*/ 597795 h 1449582"/>
                <a:gd name="connsiteX3863" fmla="*/ 2212973 w 3283645"/>
                <a:gd name="connsiteY3863" fmla="*/ 592594 h 1449582"/>
                <a:gd name="connsiteX3864" fmla="*/ 2212973 w 3283645"/>
                <a:gd name="connsiteY3864" fmla="*/ 587225 h 1449582"/>
                <a:gd name="connsiteX3865" fmla="*/ 2223521 w 3283645"/>
                <a:gd name="connsiteY3865" fmla="*/ 576990 h 1449582"/>
                <a:gd name="connsiteX3866" fmla="*/ 2228711 w 3283645"/>
                <a:gd name="connsiteY3866" fmla="*/ 571788 h 1449582"/>
                <a:gd name="connsiteX3867" fmla="*/ 2233733 w 3283645"/>
                <a:gd name="connsiteY3867" fmla="*/ 566419 h 1449582"/>
                <a:gd name="connsiteX3868" fmla="*/ 2233733 w 3283645"/>
                <a:gd name="connsiteY3868" fmla="*/ 561218 h 1449582"/>
                <a:gd name="connsiteX3869" fmla="*/ 2233733 w 3283645"/>
                <a:gd name="connsiteY3869" fmla="*/ 556184 h 1449582"/>
                <a:gd name="connsiteX3870" fmla="*/ 2238923 w 3283645"/>
                <a:gd name="connsiteY3870" fmla="*/ 556184 h 1449582"/>
                <a:gd name="connsiteX3871" fmla="*/ 2244281 w 3283645"/>
                <a:gd name="connsiteY3871" fmla="*/ 550982 h 1449582"/>
                <a:gd name="connsiteX3872" fmla="*/ 2238923 w 3283645"/>
                <a:gd name="connsiteY3872" fmla="*/ 545613 h 1449582"/>
                <a:gd name="connsiteX3873" fmla="*/ 2238923 w 3283645"/>
                <a:gd name="connsiteY3873" fmla="*/ 540412 h 1449582"/>
                <a:gd name="connsiteX3874" fmla="*/ 2238923 w 3283645"/>
                <a:gd name="connsiteY3874" fmla="*/ 535378 h 1449582"/>
                <a:gd name="connsiteX3875" fmla="*/ 2238923 w 3283645"/>
                <a:gd name="connsiteY3875" fmla="*/ 530177 h 1449582"/>
                <a:gd name="connsiteX3876" fmla="*/ 2244281 w 3283645"/>
                <a:gd name="connsiteY3876" fmla="*/ 524807 h 1449582"/>
                <a:gd name="connsiteX3877" fmla="*/ 2249471 w 3283645"/>
                <a:gd name="connsiteY3877" fmla="*/ 524807 h 1449582"/>
                <a:gd name="connsiteX3878" fmla="*/ 2259683 w 3283645"/>
                <a:gd name="connsiteY3878" fmla="*/ 519606 h 1449582"/>
                <a:gd name="connsiteX3879" fmla="*/ 2265041 w 3283645"/>
                <a:gd name="connsiteY3879" fmla="*/ 514572 h 1449582"/>
                <a:gd name="connsiteX3880" fmla="*/ 2270231 w 3283645"/>
                <a:gd name="connsiteY3880" fmla="*/ 514572 h 1449582"/>
                <a:gd name="connsiteX3881" fmla="*/ 2275253 w 3283645"/>
                <a:gd name="connsiteY3881" fmla="*/ 509371 h 1449582"/>
                <a:gd name="connsiteX3882" fmla="*/ 2223700 w 3283645"/>
                <a:gd name="connsiteY3882" fmla="*/ 498282 h 1449582"/>
                <a:gd name="connsiteX3883" fmla="*/ 2228889 w 3283645"/>
                <a:gd name="connsiteY3883" fmla="*/ 498282 h 1449582"/>
                <a:gd name="connsiteX3884" fmla="*/ 2233911 w 3283645"/>
                <a:gd name="connsiteY3884" fmla="*/ 498282 h 1449582"/>
                <a:gd name="connsiteX3885" fmla="*/ 2239100 w 3283645"/>
                <a:gd name="connsiteY3885" fmla="*/ 503472 h 1449582"/>
                <a:gd name="connsiteX3886" fmla="*/ 2239100 w 3283645"/>
                <a:gd name="connsiteY3886" fmla="*/ 508830 h 1449582"/>
                <a:gd name="connsiteX3887" fmla="*/ 2244456 w 3283645"/>
                <a:gd name="connsiteY3887" fmla="*/ 508830 h 1449582"/>
                <a:gd name="connsiteX3888" fmla="*/ 2244456 w 3283645"/>
                <a:gd name="connsiteY3888" fmla="*/ 514021 h 1449582"/>
                <a:gd name="connsiteX3889" fmla="*/ 2239100 w 3283645"/>
                <a:gd name="connsiteY3889" fmla="*/ 519044 h 1449582"/>
                <a:gd name="connsiteX3890" fmla="*/ 2228889 w 3283645"/>
                <a:gd name="connsiteY3890" fmla="*/ 514021 h 1449582"/>
                <a:gd name="connsiteX3891" fmla="*/ 2223700 w 3283645"/>
                <a:gd name="connsiteY3891" fmla="*/ 514021 h 1449582"/>
                <a:gd name="connsiteX3892" fmla="*/ 2223700 w 3283645"/>
                <a:gd name="connsiteY3892" fmla="*/ 519044 h 1449582"/>
                <a:gd name="connsiteX3893" fmla="*/ 2223700 w 3283645"/>
                <a:gd name="connsiteY3893" fmla="*/ 524235 h 1449582"/>
                <a:gd name="connsiteX3894" fmla="*/ 2223700 w 3283645"/>
                <a:gd name="connsiteY3894" fmla="*/ 529593 h 1449582"/>
                <a:gd name="connsiteX3895" fmla="*/ 2223700 w 3283645"/>
                <a:gd name="connsiteY3895" fmla="*/ 534783 h 1449582"/>
                <a:gd name="connsiteX3896" fmla="*/ 2223700 w 3283645"/>
                <a:gd name="connsiteY3896" fmla="*/ 539807 h 1449582"/>
                <a:gd name="connsiteX3897" fmla="*/ 2223700 w 3283645"/>
                <a:gd name="connsiteY3897" fmla="*/ 544997 h 1449582"/>
                <a:gd name="connsiteX3898" fmla="*/ 2228889 w 3283645"/>
                <a:gd name="connsiteY3898" fmla="*/ 544997 h 1449582"/>
                <a:gd name="connsiteX3899" fmla="*/ 2228889 w 3283645"/>
                <a:gd name="connsiteY3899" fmla="*/ 550355 h 1449582"/>
                <a:gd name="connsiteX3900" fmla="*/ 2228889 w 3283645"/>
                <a:gd name="connsiteY3900" fmla="*/ 555546 h 1449582"/>
                <a:gd name="connsiteX3901" fmla="*/ 2228889 w 3283645"/>
                <a:gd name="connsiteY3901" fmla="*/ 560569 h 1449582"/>
                <a:gd name="connsiteX3902" fmla="*/ 2223700 w 3283645"/>
                <a:gd name="connsiteY3902" fmla="*/ 565759 h 1449582"/>
                <a:gd name="connsiteX3903" fmla="*/ 2218343 w 3283645"/>
                <a:gd name="connsiteY3903" fmla="*/ 571117 h 1449582"/>
                <a:gd name="connsiteX3904" fmla="*/ 2213154 w 3283645"/>
                <a:gd name="connsiteY3904" fmla="*/ 576308 h 1449582"/>
                <a:gd name="connsiteX3905" fmla="*/ 2208132 w 3283645"/>
                <a:gd name="connsiteY3905" fmla="*/ 576308 h 1449582"/>
                <a:gd name="connsiteX3906" fmla="*/ 2208132 w 3283645"/>
                <a:gd name="connsiteY3906" fmla="*/ 581331 h 1449582"/>
                <a:gd name="connsiteX3907" fmla="*/ 2202943 w 3283645"/>
                <a:gd name="connsiteY3907" fmla="*/ 586522 h 1449582"/>
                <a:gd name="connsiteX3908" fmla="*/ 2197586 w 3283645"/>
                <a:gd name="connsiteY3908" fmla="*/ 591880 h 1449582"/>
                <a:gd name="connsiteX3909" fmla="*/ 2192564 w 3283645"/>
                <a:gd name="connsiteY3909" fmla="*/ 586522 h 1449582"/>
                <a:gd name="connsiteX3910" fmla="*/ 2187375 w 3283645"/>
                <a:gd name="connsiteY3910" fmla="*/ 591880 h 1449582"/>
                <a:gd name="connsiteX3911" fmla="*/ 2182018 w 3283645"/>
                <a:gd name="connsiteY3911" fmla="*/ 597070 h 1449582"/>
                <a:gd name="connsiteX3912" fmla="*/ 2182018 w 3283645"/>
                <a:gd name="connsiteY3912" fmla="*/ 602094 h 1449582"/>
                <a:gd name="connsiteX3913" fmla="*/ 2182018 w 3283645"/>
                <a:gd name="connsiteY3913" fmla="*/ 612642 h 1449582"/>
                <a:gd name="connsiteX3914" fmla="*/ 2187375 w 3283645"/>
                <a:gd name="connsiteY3914" fmla="*/ 612642 h 1449582"/>
                <a:gd name="connsiteX3915" fmla="*/ 2187375 w 3283645"/>
                <a:gd name="connsiteY3915" fmla="*/ 617833 h 1449582"/>
                <a:gd name="connsiteX3916" fmla="*/ 2192564 w 3283645"/>
                <a:gd name="connsiteY3916" fmla="*/ 622856 h 1449582"/>
                <a:gd name="connsiteX3917" fmla="*/ 2192564 w 3283645"/>
                <a:gd name="connsiteY3917" fmla="*/ 628046 h 1449582"/>
                <a:gd name="connsiteX3918" fmla="*/ 2187375 w 3283645"/>
                <a:gd name="connsiteY3918" fmla="*/ 628046 h 1449582"/>
                <a:gd name="connsiteX3919" fmla="*/ 2182018 w 3283645"/>
                <a:gd name="connsiteY3919" fmla="*/ 628046 h 1449582"/>
                <a:gd name="connsiteX3920" fmla="*/ 2176829 w 3283645"/>
                <a:gd name="connsiteY3920" fmla="*/ 628046 h 1449582"/>
                <a:gd name="connsiteX3921" fmla="*/ 2171807 w 3283645"/>
                <a:gd name="connsiteY3921" fmla="*/ 633404 h 1449582"/>
                <a:gd name="connsiteX3922" fmla="*/ 2166618 w 3283645"/>
                <a:gd name="connsiteY3922" fmla="*/ 628046 h 1449582"/>
                <a:gd name="connsiteX3923" fmla="*/ 2161429 w 3283645"/>
                <a:gd name="connsiteY3923" fmla="*/ 617833 h 1449582"/>
                <a:gd name="connsiteX3924" fmla="*/ 2156072 w 3283645"/>
                <a:gd name="connsiteY3924" fmla="*/ 612642 h 1449582"/>
                <a:gd name="connsiteX3925" fmla="*/ 2151050 w 3283645"/>
                <a:gd name="connsiteY3925" fmla="*/ 612642 h 1449582"/>
                <a:gd name="connsiteX3926" fmla="*/ 2145861 w 3283645"/>
                <a:gd name="connsiteY3926" fmla="*/ 617833 h 1449582"/>
                <a:gd name="connsiteX3927" fmla="*/ 2140672 w 3283645"/>
                <a:gd name="connsiteY3927" fmla="*/ 617833 h 1449582"/>
                <a:gd name="connsiteX3928" fmla="*/ 2135315 w 3283645"/>
                <a:gd name="connsiteY3928" fmla="*/ 612642 h 1449582"/>
                <a:gd name="connsiteX3929" fmla="*/ 2119915 w 3283645"/>
                <a:gd name="connsiteY3929" fmla="*/ 617833 h 1449582"/>
                <a:gd name="connsiteX3930" fmla="*/ 2114558 w 3283645"/>
                <a:gd name="connsiteY3930" fmla="*/ 617833 h 1449582"/>
                <a:gd name="connsiteX3931" fmla="*/ 2119915 w 3283645"/>
                <a:gd name="connsiteY3931" fmla="*/ 612642 h 1449582"/>
                <a:gd name="connsiteX3932" fmla="*/ 2125104 w 3283645"/>
                <a:gd name="connsiteY3932" fmla="*/ 612642 h 1449582"/>
                <a:gd name="connsiteX3933" fmla="*/ 2130293 w 3283645"/>
                <a:gd name="connsiteY3933" fmla="*/ 607284 h 1449582"/>
                <a:gd name="connsiteX3934" fmla="*/ 2130293 w 3283645"/>
                <a:gd name="connsiteY3934" fmla="*/ 602094 h 1449582"/>
                <a:gd name="connsiteX3935" fmla="*/ 2130293 w 3283645"/>
                <a:gd name="connsiteY3935" fmla="*/ 597070 h 1449582"/>
                <a:gd name="connsiteX3936" fmla="*/ 2125104 w 3283645"/>
                <a:gd name="connsiteY3936" fmla="*/ 597070 h 1449582"/>
                <a:gd name="connsiteX3937" fmla="*/ 2125104 w 3283645"/>
                <a:gd name="connsiteY3937" fmla="*/ 591880 h 1449582"/>
                <a:gd name="connsiteX3938" fmla="*/ 2125104 w 3283645"/>
                <a:gd name="connsiteY3938" fmla="*/ 586522 h 1449582"/>
                <a:gd name="connsiteX3939" fmla="*/ 2119915 w 3283645"/>
                <a:gd name="connsiteY3939" fmla="*/ 581331 h 1449582"/>
                <a:gd name="connsiteX3940" fmla="*/ 2130293 w 3283645"/>
                <a:gd name="connsiteY3940" fmla="*/ 581331 h 1449582"/>
                <a:gd name="connsiteX3941" fmla="*/ 2135315 w 3283645"/>
                <a:gd name="connsiteY3941" fmla="*/ 581331 h 1449582"/>
                <a:gd name="connsiteX3942" fmla="*/ 2140672 w 3283645"/>
                <a:gd name="connsiteY3942" fmla="*/ 581331 h 1449582"/>
                <a:gd name="connsiteX3943" fmla="*/ 2145861 w 3283645"/>
                <a:gd name="connsiteY3943" fmla="*/ 581331 h 1449582"/>
                <a:gd name="connsiteX3944" fmla="*/ 2151050 w 3283645"/>
                <a:gd name="connsiteY3944" fmla="*/ 581331 h 1449582"/>
                <a:gd name="connsiteX3945" fmla="*/ 2151050 w 3283645"/>
                <a:gd name="connsiteY3945" fmla="*/ 576308 h 1449582"/>
                <a:gd name="connsiteX3946" fmla="*/ 2156072 w 3283645"/>
                <a:gd name="connsiteY3946" fmla="*/ 576308 h 1449582"/>
                <a:gd name="connsiteX3947" fmla="*/ 2161429 w 3283645"/>
                <a:gd name="connsiteY3947" fmla="*/ 571117 h 1449582"/>
                <a:gd name="connsiteX3948" fmla="*/ 2161429 w 3283645"/>
                <a:gd name="connsiteY3948" fmla="*/ 565759 h 1449582"/>
                <a:gd name="connsiteX3949" fmla="*/ 2161429 w 3283645"/>
                <a:gd name="connsiteY3949" fmla="*/ 560569 h 1449582"/>
                <a:gd name="connsiteX3950" fmla="*/ 2166618 w 3283645"/>
                <a:gd name="connsiteY3950" fmla="*/ 565759 h 1449582"/>
                <a:gd name="connsiteX3951" fmla="*/ 2171807 w 3283645"/>
                <a:gd name="connsiteY3951" fmla="*/ 560569 h 1449582"/>
                <a:gd name="connsiteX3952" fmla="*/ 2171807 w 3283645"/>
                <a:gd name="connsiteY3952" fmla="*/ 555546 h 1449582"/>
                <a:gd name="connsiteX3953" fmla="*/ 2176829 w 3283645"/>
                <a:gd name="connsiteY3953" fmla="*/ 560569 h 1449582"/>
                <a:gd name="connsiteX3954" fmla="*/ 2182018 w 3283645"/>
                <a:gd name="connsiteY3954" fmla="*/ 555546 h 1449582"/>
                <a:gd name="connsiteX3955" fmla="*/ 2187375 w 3283645"/>
                <a:gd name="connsiteY3955" fmla="*/ 555546 h 1449582"/>
                <a:gd name="connsiteX3956" fmla="*/ 2187375 w 3283645"/>
                <a:gd name="connsiteY3956" fmla="*/ 550355 h 1449582"/>
                <a:gd name="connsiteX3957" fmla="*/ 2187375 w 3283645"/>
                <a:gd name="connsiteY3957" fmla="*/ 544997 h 1449582"/>
                <a:gd name="connsiteX3958" fmla="*/ 2192564 w 3283645"/>
                <a:gd name="connsiteY3958" fmla="*/ 539807 h 1449582"/>
                <a:gd name="connsiteX3959" fmla="*/ 2197586 w 3283645"/>
                <a:gd name="connsiteY3959" fmla="*/ 534783 h 1449582"/>
                <a:gd name="connsiteX3960" fmla="*/ 2202943 w 3283645"/>
                <a:gd name="connsiteY3960" fmla="*/ 524235 h 1449582"/>
                <a:gd name="connsiteX3961" fmla="*/ 2208132 w 3283645"/>
                <a:gd name="connsiteY3961" fmla="*/ 514021 h 1449582"/>
                <a:gd name="connsiteX3962" fmla="*/ 2208132 w 3283645"/>
                <a:gd name="connsiteY3962" fmla="*/ 508830 h 1449582"/>
                <a:gd name="connsiteX3963" fmla="*/ 2208132 w 3283645"/>
                <a:gd name="connsiteY3963" fmla="*/ 503472 h 1449582"/>
                <a:gd name="connsiteX3964" fmla="*/ 2213154 w 3283645"/>
                <a:gd name="connsiteY3964" fmla="*/ 503472 h 1449582"/>
                <a:gd name="connsiteX3965" fmla="*/ 2218343 w 3283645"/>
                <a:gd name="connsiteY3965" fmla="*/ 503472 h 1449582"/>
                <a:gd name="connsiteX3966" fmla="*/ 2223700 w 3283645"/>
                <a:gd name="connsiteY3966" fmla="*/ 498282 h 1449582"/>
                <a:gd name="connsiteX3967" fmla="*/ 1938142 w 3283645"/>
                <a:gd name="connsiteY3967" fmla="*/ 498282 h 1449582"/>
                <a:gd name="connsiteX3968" fmla="*/ 1943354 w 3283645"/>
                <a:gd name="connsiteY3968" fmla="*/ 498282 h 1449582"/>
                <a:gd name="connsiteX3969" fmla="*/ 1948398 w 3283645"/>
                <a:gd name="connsiteY3969" fmla="*/ 498282 h 1449582"/>
                <a:gd name="connsiteX3970" fmla="*/ 1953778 w 3283645"/>
                <a:gd name="connsiteY3970" fmla="*/ 498282 h 1449582"/>
                <a:gd name="connsiteX3971" fmla="*/ 1953778 w 3283645"/>
                <a:gd name="connsiteY3971" fmla="*/ 503484 h 1449582"/>
                <a:gd name="connsiteX3972" fmla="*/ 1958989 w 3283645"/>
                <a:gd name="connsiteY3972" fmla="*/ 508854 h 1449582"/>
                <a:gd name="connsiteX3973" fmla="*/ 1964201 w 3283645"/>
                <a:gd name="connsiteY3973" fmla="*/ 514056 h 1449582"/>
                <a:gd name="connsiteX3974" fmla="*/ 1958989 w 3283645"/>
                <a:gd name="connsiteY3974" fmla="*/ 519090 h 1449582"/>
                <a:gd name="connsiteX3975" fmla="*/ 1958989 w 3283645"/>
                <a:gd name="connsiteY3975" fmla="*/ 524292 h 1449582"/>
                <a:gd name="connsiteX3976" fmla="*/ 1958989 w 3283645"/>
                <a:gd name="connsiteY3976" fmla="*/ 529661 h 1449582"/>
                <a:gd name="connsiteX3977" fmla="*/ 1958989 w 3283645"/>
                <a:gd name="connsiteY3977" fmla="*/ 534863 h 1449582"/>
                <a:gd name="connsiteX3978" fmla="*/ 1964201 w 3283645"/>
                <a:gd name="connsiteY3978" fmla="*/ 534863 h 1449582"/>
                <a:gd name="connsiteX3979" fmla="*/ 1958989 w 3283645"/>
                <a:gd name="connsiteY3979" fmla="*/ 539898 h 1449582"/>
                <a:gd name="connsiteX3980" fmla="*/ 1969245 w 3283645"/>
                <a:gd name="connsiteY3980" fmla="*/ 545100 h 1449582"/>
                <a:gd name="connsiteX3981" fmla="*/ 1979836 w 3283645"/>
                <a:gd name="connsiteY3981" fmla="*/ 550469 h 1449582"/>
                <a:gd name="connsiteX3982" fmla="*/ 1979836 w 3283645"/>
                <a:gd name="connsiteY3982" fmla="*/ 555671 h 1449582"/>
                <a:gd name="connsiteX3983" fmla="*/ 1979836 w 3283645"/>
                <a:gd name="connsiteY3983" fmla="*/ 560705 h 1449582"/>
                <a:gd name="connsiteX3984" fmla="*/ 1985048 w 3283645"/>
                <a:gd name="connsiteY3984" fmla="*/ 565907 h 1449582"/>
                <a:gd name="connsiteX3985" fmla="*/ 1974625 w 3283645"/>
                <a:gd name="connsiteY3985" fmla="*/ 565907 h 1449582"/>
                <a:gd name="connsiteX3986" fmla="*/ 1974625 w 3283645"/>
                <a:gd name="connsiteY3986" fmla="*/ 571277 h 1449582"/>
                <a:gd name="connsiteX3987" fmla="*/ 1969245 w 3283645"/>
                <a:gd name="connsiteY3987" fmla="*/ 576479 h 1449582"/>
                <a:gd name="connsiteX3988" fmla="*/ 1953778 w 3283645"/>
                <a:gd name="connsiteY3988" fmla="*/ 576479 h 1449582"/>
                <a:gd name="connsiteX3989" fmla="*/ 1948398 w 3283645"/>
                <a:gd name="connsiteY3989" fmla="*/ 565907 h 1449582"/>
                <a:gd name="connsiteX3990" fmla="*/ 1938142 w 3283645"/>
                <a:gd name="connsiteY3990" fmla="*/ 555671 h 1449582"/>
                <a:gd name="connsiteX3991" fmla="*/ 1932931 w 3283645"/>
                <a:gd name="connsiteY3991" fmla="*/ 555671 h 1449582"/>
                <a:gd name="connsiteX3992" fmla="*/ 1927551 w 3283645"/>
                <a:gd name="connsiteY3992" fmla="*/ 550469 h 1449582"/>
                <a:gd name="connsiteX3993" fmla="*/ 1922507 w 3283645"/>
                <a:gd name="connsiteY3993" fmla="*/ 550469 h 1449582"/>
                <a:gd name="connsiteX3994" fmla="*/ 1917296 w 3283645"/>
                <a:gd name="connsiteY3994" fmla="*/ 550469 h 1449582"/>
                <a:gd name="connsiteX3995" fmla="*/ 1911916 w 3283645"/>
                <a:gd name="connsiteY3995" fmla="*/ 545100 h 1449582"/>
                <a:gd name="connsiteX3996" fmla="*/ 1906872 w 3283645"/>
                <a:gd name="connsiteY3996" fmla="*/ 545100 h 1449582"/>
                <a:gd name="connsiteX3997" fmla="*/ 1906872 w 3283645"/>
                <a:gd name="connsiteY3997" fmla="*/ 539898 h 1449582"/>
                <a:gd name="connsiteX3998" fmla="*/ 1906872 w 3283645"/>
                <a:gd name="connsiteY3998" fmla="*/ 534863 h 1449582"/>
                <a:gd name="connsiteX3999" fmla="*/ 1917296 w 3283645"/>
                <a:gd name="connsiteY3999" fmla="*/ 529661 h 1449582"/>
                <a:gd name="connsiteX4000" fmla="*/ 1927551 w 3283645"/>
                <a:gd name="connsiteY4000" fmla="*/ 519090 h 1449582"/>
                <a:gd name="connsiteX4001" fmla="*/ 1927551 w 3283645"/>
                <a:gd name="connsiteY4001" fmla="*/ 514056 h 1449582"/>
                <a:gd name="connsiteX4002" fmla="*/ 1927551 w 3283645"/>
                <a:gd name="connsiteY4002" fmla="*/ 508854 h 1449582"/>
                <a:gd name="connsiteX4003" fmla="*/ 1927551 w 3283645"/>
                <a:gd name="connsiteY4003" fmla="*/ 503484 h 1449582"/>
                <a:gd name="connsiteX4004" fmla="*/ 1932931 w 3283645"/>
                <a:gd name="connsiteY4004" fmla="*/ 503484 h 1449582"/>
                <a:gd name="connsiteX4005" fmla="*/ 1938142 w 3283645"/>
                <a:gd name="connsiteY4005" fmla="*/ 498282 h 1449582"/>
                <a:gd name="connsiteX4006" fmla="*/ 1917072 w 3283645"/>
                <a:gd name="connsiteY4006" fmla="*/ 498282 h 1449582"/>
                <a:gd name="connsiteX4007" fmla="*/ 1917072 w 3283645"/>
                <a:gd name="connsiteY4007" fmla="*/ 503436 h 1449582"/>
                <a:gd name="connsiteX4008" fmla="*/ 1917072 w 3283645"/>
                <a:gd name="connsiteY4008" fmla="*/ 508757 h 1449582"/>
                <a:gd name="connsiteX4009" fmla="*/ 1922227 w 3283645"/>
                <a:gd name="connsiteY4009" fmla="*/ 513911 h 1449582"/>
                <a:gd name="connsiteX4010" fmla="*/ 1917072 w 3283645"/>
                <a:gd name="connsiteY4010" fmla="*/ 513911 h 1449582"/>
                <a:gd name="connsiteX4011" fmla="*/ 1911750 w 3283645"/>
                <a:gd name="connsiteY4011" fmla="*/ 524053 h 1449582"/>
                <a:gd name="connsiteX4012" fmla="*/ 1896451 w 3283645"/>
                <a:gd name="connsiteY4012" fmla="*/ 529373 h 1449582"/>
                <a:gd name="connsiteX4013" fmla="*/ 1896451 w 3283645"/>
                <a:gd name="connsiteY4013" fmla="*/ 534528 h 1449582"/>
                <a:gd name="connsiteX4014" fmla="*/ 1886141 w 3283645"/>
                <a:gd name="connsiteY4014" fmla="*/ 539516 h 1449582"/>
                <a:gd name="connsiteX4015" fmla="*/ 1880985 w 3283645"/>
                <a:gd name="connsiteY4015" fmla="*/ 539516 h 1449582"/>
                <a:gd name="connsiteX4016" fmla="*/ 1875830 w 3283645"/>
                <a:gd name="connsiteY4016" fmla="*/ 539516 h 1449582"/>
                <a:gd name="connsiteX4017" fmla="*/ 1880985 w 3283645"/>
                <a:gd name="connsiteY4017" fmla="*/ 534528 h 1449582"/>
                <a:gd name="connsiteX4018" fmla="*/ 1880985 w 3283645"/>
                <a:gd name="connsiteY4018" fmla="*/ 529373 h 1449582"/>
                <a:gd name="connsiteX4019" fmla="*/ 1886141 w 3283645"/>
                <a:gd name="connsiteY4019" fmla="*/ 529373 h 1449582"/>
                <a:gd name="connsiteX4020" fmla="*/ 1886141 w 3283645"/>
                <a:gd name="connsiteY4020" fmla="*/ 524053 h 1449582"/>
                <a:gd name="connsiteX4021" fmla="*/ 1880985 w 3283645"/>
                <a:gd name="connsiteY4021" fmla="*/ 518899 h 1449582"/>
                <a:gd name="connsiteX4022" fmla="*/ 1880985 w 3283645"/>
                <a:gd name="connsiteY4022" fmla="*/ 513911 h 1449582"/>
                <a:gd name="connsiteX4023" fmla="*/ 1875830 w 3283645"/>
                <a:gd name="connsiteY4023" fmla="*/ 513911 h 1449582"/>
                <a:gd name="connsiteX4024" fmla="*/ 1875830 w 3283645"/>
                <a:gd name="connsiteY4024" fmla="*/ 508757 h 1449582"/>
                <a:gd name="connsiteX4025" fmla="*/ 1880985 w 3283645"/>
                <a:gd name="connsiteY4025" fmla="*/ 508757 h 1449582"/>
                <a:gd name="connsiteX4026" fmla="*/ 1886141 w 3283645"/>
                <a:gd name="connsiteY4026" fmla="*/ 503436 h 1449582"/>
                <a:gd name="connsiteX4027" fmla="*/ 1891296 w 3283645"/>
                <a:gd name="connsiteY4027" fmla="*/ 503436 h 1449582"/>
                <a:gd name="connsiteX4028" fmla="*/ 1896451 w 3283645"/>
                <a:gd name="connsiteY4028" fmla="*/ 503436 h 1449582"/>
                <a:gd name="connsiteX4029" fmla="*/ 1901606 w 3283645"/>
                <a:gd name="connsiteY4029" fmla="*/ 503436 h 1449582"/>
                <a:gd name="connsiteX4030" fmla="*/ 1906761 w 3283645"/>
                <a:gd name="connsiteY4030" fmla="*/ 503436 h 1449582"/>
                <a:gd name="connsiteX4031" fmla="*/ 1911750 w 3283645"/>
                <a:gd name="connsiteY4031" fmla="*/ 503436 h 1449582"/>
                <a:gd name="connsiteX4032" fmla="*/ 1917072 w 3283645"/>
                <a:gd name="connsiteY4032" fmla="*/ 498282 h 1449582"/>
                <a:gd name="connsiteX4033" fmla="*/ 1621092 w 3283645"/>
                <a:gd name="connsiteY4033" fmla="*/ 498282 h 1449582"/>
                <a:gd name="connsiteX4034" fmla="*/ 1626176 w 3283645"/>
                <a:gd name="connsiteY4034" fmla="*/ 498282 h 1449582"/>
                <a:gd name="connsiteX4035" fmla="*/ 1631430 w 3283645"/>
                <a:gd name="connsiteY4035" fmla="*/ 498282 h 1449582"/>
                <a:gd name="connsiteX4036" fmla="*/ 1636684 w 3283645"/>
                <a:gd name="connsiteY4036" fmla="*/ 503494 h 1449582"/>
                <a:gd name="connsiteX4037" fmla="*/ 1636684 w 3283645"/>
                <a:gd name="connsiteY4037" fmla="*/ 508873 h 1449582"/>
                <a:gd name="connsiteX4038" fmla="*/ 1642105 w 3283645"/>
                <a:gd name="connsiteY4038" fmla="*/ 514085 h 1449582"/>
                <a:gd name="connsiteX4039" fmla="*/ 1636684 w 3283645"/>
                <a:gd name="connsiteY4039" fmla="*/ 514085 h 1449582"/>
                <a:gd name="connsiteX4040" fmla="*/ 1631430 w 3283645"/>
                <a:gd name="connsiteY4040" fmla="*/ 529720 h 1449582"/>
                <a:gd name="connsiteX4041" fmla="*/ 1636684 w 3283645"/>
                <a:gd name="connsiteY4041" fmla="*/ 534932 h 1449582"/>
                <a:gd name="connsiteX4042" fmla="*/ 1642105 w 3283645"/>
                <a:gd name="connsiteY4042" fmla="*/ 534932 h 1449582"/>
                <a:gd name="connsiteX4043" fmla="*/ 1642105 w 3283645"/>
                <a:gd name="connsiteY4043" fmla="*/ 539976 h 1449582"/>
                <a:gd name="connsiteX4044" fmla="*/ 1642105 w 3283645"/>
                <a:gd name="connsiteY4044" fmla="*/ 545187 h 1449582"/>
                <a:gd name="connsiteX4045" fmla="*/ 1631430 w 3283645"/>
                <a:gd name="connsiteY4045" fmla="*/ 550567 h 1449582"/>
                <a:gd name="connsiteX4046" fmla="*/ 1631430 w 3283645"/>
                <a:gd name="connsiteY4046" fmla="*/ 555779 h 1449582"/>
                <a:gd name="connsiteX4047" fmla="*/ 1626176 w 3283645"/>
                <a:gd name="connsiteY4047" fmla="*/ 545187 h 1449582"/>
                <a:gd name="connsiteX4048" fmla="*/ 1621092 w 3283645"/>
                <a:gd name="connsiteY4048" fmla="*/ 545187 h 1449582"/>
                <a:gd name="connsiteX4049" fmla="*/ 1621092 w 3283645"/>
                <a:gd name="connsiteY4049" fmla="*/ 539976 h 1449582"/>
                <a:gd name="connsiteX4050" fmla="*/ 1615669 w 3283645"/>
                <a:gd name="connsiteY4050" fmla="*/ 534932 h 1449582"/>
                <a:gd name="connsiteX4051" fmla="*/ 1615669 w 3283645"/>
                <a:gd name="connsiteY4051" fmla="*/ 529720 h 1449582"/>
                <a:gd name="connsiteX4052" fmla="*/ 1621092 w 3283645"/>
                <a:gd name="connsiteY4052" fmla="*/ 514085 h 1449582"/>
                <a:gd name="connsiteX4053" fmla="*/ 1621092 w 3283645"/>
                <a:gd name="connsiteY4053" fmla="*/ 508873 h 1449582"/>
                <a:gd name="connsiteX4054" fmla="*/ 1621092 w 3283645"/>
                <a:gd name="connsiteY4054" fmla="*/ 503494 h 1449582"/>
                <a:gd name="connsiteX4055" fmla="*/ 1574722 w 3283645"/>
                <a:gd name="connsiteY4055" fmla="*/ 498282 h 1449582"/>
                <a:gd name="connsiteX4056" fmla="*/ 1580084 w 3283645"/>
                <a:gd name="connsiteY4056" fmla="*/ 498282 h 1449582"/>
                <a:gd name="connsiteX4057" fmla="*/ 1585112 w 3283645"/>
                <a:gd name="connsiteY4057" fmla="*/ 498282 h 1449582"/>
                <a:gd name="connsiteX4058" fmla="*/ 1585112 w 3283645"/>
                <a:gd name="connsiteY4058" fmla="*/ 503473 h 1449582"/>
                <a:gd name="connsiteX4059" fmla="*/ 1590307 w 3283645"/>
                <a:gd name="connsiteY4059" fmla="*/ 503473 h 1449582"/>
                <a:gd name="connsiteX4060" fmla="*/ 1595501 w 3283645"/>
                <a:gd name="connsiteY4060" fmla="*/ 503473 h 1449582"/>
                <a:gd name="connsiteX4061" fmla="*/ 1600864 w 3283645"/>
                <a:gd name="connsiteY4061" fmla="*/ 498282 h 1449582"/>
                <a:gd name="connsiteX4062" fmla="*/ 1611086 w 3283645"/>
                <a:gd name="connsiteY4062" fmla="*/ 498282 h 1449582"/>
                <a:gd name="connsiteX4063" fmla="*/ 1616281 w 3283645"/>
                <a:gd name="connsiteY4063" fmla="*/ 498282 h 1449582"/>
                <a:gd name="connsiteX4064" fmla="*/ 1616281 w 3283645"/>
                <a:gd name="connsiteY4064" fmla="*/ 503473 h 1449582"/>
                <a:gd name="connsiteX4065" fmla="*/ 1616281 w 3283645"/>
                <a:gd name="connsiteY4065" fmla="*/ 508831 h 1449582"/>
                <a:gd name="connsiteX4066" fmla="*/ 1616281 w 3283645"/>
                <a:gd name="connsiteY4066" fmla="*/ 514022 h 1449582"/>
                <a:gd name="connsiteX4067" fmla="*/ 1611086 w 3283645"/>
                <a:gd name="connsiteY4067" fmla="*/ 519045 h 1449582"/>
                <a:gd name="connsiteX4068" fmla="*/ 1605891 w 3283645"/>
                <a:gd name="connsiteY4068" fmla="*/ 529595 h 1449582"/>
                <a:gd name="connsiteX4069" fmla="*/ 1605891 w 3283645"/>
                <a:gd name="connsiteY4069" fmla="*/ 534786 h 1449582"/>
                <a:gd name="connsiteX4070" fmla="*/ 1616281 w 3283645"/>
                <a:gd name="connsiteY4070" fmla="*/ 545000 h 1449582"/>
                <a:gd name="connsiteX4071" fmla="*/ 1616281 w 3283645"/>
                <a:gd name="connsiteY4071" fmla="*/ 550358 h 1449582"/>
                <a:gd name="connsiteX4072" fmla="*/ 1621643 w 3283645"/>
                <a:gd name="connsiteY4072" fmla="*/ 550358 h 1449582"/>
                <a:gd name="connsiteX4073" fmla="*/ 1621643 w 3283645"/>
                <a:gd name="connsiteY4073" fmla="*/ 555549 h 1449582"/>
                <a:gd name="connsiteX4074" fmla="*/ 1621643 w 3283645"/>
                <a:gd name="connsiteY4074" fmla="*/ 560573 h 1449582"/>
                <a:gd name="connsiteX4075" fmla="*/ 1626670 w 3283645"/>
                <a:gd name="connsiteY4075" fmla="*/ 565764 h 1449582"/>
                <a:gd name="connsiteX4076" fmla="*/ 1621643 w 3283645"/>
                <a:gd name="connsiteY4076" fmla="*/ 571122 h 1449582"/>
                <a:gd name="connsiteX4077" fmla="*/ 1626670 w 3283645"/>
                <a:gd name="connsiteY4077" fmla="*/ 576313 h 1449582"/>
                <a:gd name="connsiteX4078" fmla="*/ 1626670 w 3283645"/>
                <a:gd name="connsiteY4078" fmla="*/ 581336 h 1449582"/>
                <a:gd name="connsiteX4079" fmla="*/ 1626670 w 3283645"/>
                <a:gd name="connsiteY4079" fmla="*/ 586527 h 1449582"/>
                <a:gd name="connsiteX4080" fmla="*/ 1626670 w 3283645"/>
                <a:gd name="connsiteY4080" fmla="*/ 591886 h 1449582"/>
                <a:gd name="connsiteX4081" fmla="*/ 1626670 w 3283645"/>
                <a:gd name="connsiteY4081" fmla="*/ 597076 h 1449582"/>
                <a:gd name="connsiteX4082" fmla="*/ 1626670 w 3283645"/>
                <a:gd name="connsiteY4082" fmla="*/ 602100 h 1449582"/>
                <a:gd name="connsiteX4083" fmla="*/ 1626670 w 3283645"/>
                <a:gd name="connsiteY4083" fmla="*/ 607291 h 1449582"/>
                <a:gd name="connsiteX4084" fmla="*/ 1621643 w 3283645"/>
                <a:gd name="connsiteY4084" fmla="*/ 612649 h 1449582"/>
                <a:gd name="connsiteX4085" fmla="*/ 1626670 w 3283645"/>
                <a:gd name="connsiteY4085" fmla="*/ 617840 h 1449582"/>
                <a:gd name="connsiteX4086" fmla="*/ 1631865 w 3283645"/>
                <a:gd name="connsiteY4086" fmla="*/ 622864 h 1449582"/>
                <a:gd name="connsiteX4087" fmla="*/ 1631865 w 3283645"/>
                <a:gd name="connsiteY4087" fmla="*/ 628054 h 1449582"/>
                <a:gd name="connsiteX4088" fmla="*/ 1637060 w 3283645"/>
                <a:gd name="connsiteY4088" fmla="*/ 633413 h 1449582"/>
                <a:gd name="connsiteX4089" fmla="*/ 1642421 w 3283645"/>
                <a:gd name="connsiteY4089" fmla="*/ 633413 h 1449582"/>
                <a:gd name="connsiteX4090" fmla="*/ 1647280 w 3283645"/>
                <a:gd name="connsiteY4090" fmla="*/ 638436 h 1449582"/>
                <a:gd name="connsiteX4091" fmla="*/ 1642421 w 3283645"/>
                <a:gd name="connsiteY4091" fmla="*/ 643627 h 1449582"/>
                <a:gd name="connsiteX4092" fmla="*/ 1637060 w 3283645"/>
                <a:gd name="connsiteY4092" fmla="*/ 643627 h 1449582"/>
                <a:gd name="connsiteX4093" fmla="*/ 1611086 w 3283645"/>
                <a:gd name="connsiteY4093" fmla="*/ 664391 h 1449582"/>
                <a:gd name="connsiteX4094" fmla="*/ 1600864 w 3283645"/>
                <a:gd name="connsiteY4094" fmla="*/ 674940 h 1449582"/>
                <a:gd name="connsiteX4095" fmla="*/ 1590307 w 3283645"/>
                <a:gd name="connsiteY4095" fmla="*/ 679964 h 1449582"/>
                <a:gd name="connsiteX4096" fmla="*/ 1585112 w 3283645"/>
                <a:gd name="connsiteY4096" fmla="*/ 679964 h 1449582"/>
                <a:gd name="connsiteX4097" fmla="*/ 1580084 w 3283645"/>
                <a:gd name="connsiteY4097" fmla="*/ 679964 h 1449582"/>
                <a:gd name="connsiteX4098" fmla="*/ 1574722 w 3283645"/>
                <a:gd name="connsiteY4098" fmla="*/ 679964 h 1449582"/>
                <a:gd name="connsiteX4099" fmla="*/ 1569527 w 3283645"/>
                <a:gd name="connsiteY4099" fmla="*/ 674940 h 1449582"/>
                <a:gd name="connsiteX4100" fmla="*/ 1564333 w 3283645"/>
                <a:gd name="connsiteY4100" fmla="*/ 674940 h 1449582"/>
                <a:gd name="connsiteX4101" fmla="*/ 1559306 w 3283645"/>
                <a:gd name="connsiteY4101" fmla="*/ 669582 h 1449582"/>
                <a:gd name="connsiteX4102" fmla="*/ 1553943 w 3283645"/>
                <a:gd name="connsiteY4102" fmla="*/ 664391 h 1449582"/>
                <a:gd name="connsiteX4103" fmla="*/ 1465631 w 3283645"/>
                <a:gd name="connsiteY4103" fmla="*/ 597076 h 1449582"/>
                <a:gd name="connsiteX4104" fmla="*/ 1465631 w 3283645"/>
                <a:gd name="connsiteY4104" fmla="*/ 591886 h 1449582"/>
                <a:gd name="connsiteX4105" fmla="*/ 1465631 w 3283645"/>
                <a:gd name="connsiteY4105" fmla="*/ 586527 h 1449582"/>
                <a:gd name="connsiteX4106" fmla="*/ 1470826 w 3283645"/>
                <a:gd name="connsiteY4106" fmla="*/ 581336 h 1449582"/>
                <a:gd name="connsiteX4107" fmla="*/ 1476188 w 3283645"/>
                <a:gd name="connsiteY4107" fmla="*/ 581336 h 1449582"/>
                <a:gd name="connsiteX4108" fmla="*/ 1481216 w 3283645"/>
                <a:gd name="connsiteY4108" fmla="*/ 581336 h 1449582"/>
                <a:gd name="connsiteX4109" fmla="*/ 1486410 w 3283645"/>
                <a:gd name="connsiteY4109" fmla="*/ 576313 h 1449582"/>
                <a:gd name="connsiteX4110" fmla="*/ 1491605 w 3283645"/>
                <a:gd name="connsiteY4110" fmla="*/ 576313 h 1449582"/>
                <a:gd name="connsiteX4111" fmla="*/ 1496800 w 3283645"/>
                <a:gd name="connsiteY4111" fmla="*/ 571122 h 1449582"/>
                <a:gd name="connsiteX4112" fmla="*/ 1501995 w 3283645"/>
                <a:gd name="connsiteY4112" fmla="*/ 571122 h 1449582"/>
                <a:gd name="connsiteX4113" fmla="*/ 1507190 w 3283645"/>
                <a:gd name="connsiteY4113" fmla="*/ 565764 h 1449582"/>
                <a:gd name="connsiteX4114" fmla="*/ 1507190 w 3283645"/>
                <a:gd name="connsiteY4114" fmla="*/ 560573 h 1449582"/>
                <a:gd name="connsiteX4115" fmla="*/ 1512385 w 3283645"/>
                <a:gd name="connsiteY4115" fmla="*/ 560573 h 1449582"/>
                <a:gd name="connsiteX4116" fmla="*/ 1517747 w 3283645"/>
                <a:gd name="connsiteY4116" fmla="*/ 555549 h 1449582"/>
                <a:gd name="connsiteX4117" fmla="*/ 1522774 w 3283645"/>
                <a:gd name="connsiteY4117" fmla="*/ 555549 h 1449582"/>
                <a:gd name="connsiteX4118" fmla="*/ 1527969 w 3283645"/>
                <a:gd name="connsiteY4118" fmla="*/ 555549 h 1449582"/>
                <a:gd name="connsiteX4119" fmla="*/ 1533164 w 3283645"/>
                <a:gd name="connsiteY4119" fmla="*/ 550358 h 1449582"/>
                <a:gd name="connsiteX4120" fmla="*/ 1533164 w 3283645"/>
                <a:gd name="connsiteY4120" fmla="*/ 545000 h 1449582"/>
                <a:gd name="connsiteX4121" fmla="*/ 1533164 w 3283645"/>
                <a:gd name="connsiteY4121" fmla="*/ 534786 h 1449582"/>
                <a:gd name="connsiteX4122" fmla="*/ 1527969 w 3283645"/>
                <a:gd name="connsiteY4122" fmla="*/ 529595 h 1449582"/>
                <a:gd name="connsiteX4123" fmla="*/ 1527969 w 3283645"/>
                <a:gd name="connsiteY4123" fmla="*/ 519045 h 1449582"/>
                <a:gd name="connsiteX4124" fmla="*/ 1533164 w 3283645"/>
                <a:gd name="connsiteY4124" fmla="*/ 514022 h 1449582"/>
                <a:gd name="connsiteX4125" fmla="*/ 1543553 w 3283645"/>
                <a:gd name="connsiteY4125" fmla="*/ 508831 h 1449582"/>
                <a:gd name="connsiteX4126" fmla="*/ 1548748 w 3283645"/>
                <a:gd name="connsiteY4126" fmla="*/ 508831 h 1449582"/>
                <a:gd name="connsiteX4127" fmla="*/ 1553943 w 3283645"/>
                <a:gd name="connsiteY4127" fmla="*/ 503473 h 1449582"/>
                <a:gd name="connsiteX4128" fmla="*/ 1559306 w 3283645"/>
                <a:gd name="connsiteY4128" fmla="*/ 503473 h 1449582"/>
                <a:gd name="connsiteX4129" fmla="*/ 1569527 w 3283645"/>
                <a:gd name="connsiteY4129" fmla="*/ 503473 h 1449582"/>
                <a:gd name="connsiteX4130" fmla="*/ 2716891 w 3283645"/>
                <a:gd name="connsiteY4130" fmla="*/ 488671 h 1449582"/>
                <a:gd name="connsiteX4131" fmla="*/ 2722031 w 3283645"/>
                <a:gd name="connsiteY4131" fmla="*/ 488671 h 1449582"/>
                <a:gd name="connsiteX4132" fmla="*/ 2727172 w 3283645"/>
                <a:gd name="connsiteY4132" fmla="*/ 488671 h 1449582"/>
                <a:gd name="connsiteX4133" fmla="*/ 2732313 w 3283645"/>
                <a:gd name="connsiteY4133" fmla="*/ 488671 h 1449582"/>
                <a:gd name="connsiteX4134" fmla="*/ 2737453 w 3283645"/>
                <a:gd name="connsiteY4134" fmla="*/ 498854 h 1449582"/>
                <a:gd name="connsiteX4135" fmla="*/ 2737453 w 3283645"/>
                <a:gd name="connsiteY4135" fmla="*/ 509371 h 1449582"/>
                <a:gd name="connsiteX4136" fmla="*/ 2732313 w 3283645"/>
                <a:gd name="connsiteY4136" fmla="*/ 509371 h 1449582"/>
                <a:gd name="connsiteX4137" fmla="*/ 2727172 w 3283645"/>
                <a:gd name="connsiteY4137" fmla="*/ 509371 h 1449582"/>
                <a:gd name="connsiteX4138" fmla="*/ 2722031 w 3283645"/>
                <a:gd name="connsiteY4138" fmla="*/ 514546 h 1449582"/>
                <a:gd name="connsiteX4139" fmla="*/ 2716891 w 3283645"/>
                <a:gd name="connsiteY4139" fmla="*/ 519554 h 1449582"/>
                <a:gd name="connsiteX4140" fmla="*/ 2711750 w 3283645"/>
                <a:gd name="connsiteY4140" fmla="*/ 519554 h 1449582"/>
                <a:gd name="connsiteX4141" fmla="*/ 2716891 w 3283645"/>
                <a:gd name="connsiteY4141" fmla="*/ 514546 h 1449582"/>
                <a:gd name="connsiteX4142" fmla="*/ 2716891 w 3283645"/>
                <a:gd name="connsiteY4142" fmla="*/ 504029 h 1449582"/>
                <a:gd name="connsiteX4143" fmla="*/ 2722031 w 3283645"/>
                <a:gd name="connsiteY4143" fmla="*/ 504029 h 1449582"/>
                <a:gd name="connsiteX4144" fmla="*/ 2722031 w 3283645"/>
                <a:gd name="connsiteY4144" fmla="*/ 493846 h 1449582"/>
                <a:gd name="connsiteX4145" fmla="*/ 2716891 w 3283645"/>
                <a:gd name="connsiteY4145" fmla="*/ 488671 h 1449582"/>
                <a:gd name="connsiteX4146" fmla="*/ 2197711 w 3283645"/>
                <a:gd name="connsiteY4146" fmla="*/ 488123 h 1449582"/>
                <a:gd name="connsiteX4147" fmla="*/ 2197711 w 3283645"/>
                <a:gd name="connsiteY4147" fmla="*/ 493322 h 1449582"/>
                <a:gd name="connsiteX4148" fmla="*/ 2197711 w 3283645"/>
                <a:gd name="connsiteY4148" fmla="*/ 498353 h 1449582"/>
                <a:gd name="connsiteX4149" fmla="*/ 2197711 w 3283645"/>
                <a:gd name="connsiteY4149" fmla="*/ 503552 h 1449582"/>
                <a:gd name="connsiteX4150" fmla="*/ 2197711 w 3283645"/>
                <a:gd name="connsiteY4150" fmla="*/ 508919 h 1449582"/>
                <a:gd name="connsiteX4151" fmla="*/ 2197711 w 3283645"/>
                <a:gd name="connsiteY4151" fmla="*/ 514117 h 1449582"/>
                <a:gd name="connsiteX4152" fmla="*/ 2192675 w 3283645"/>
                <a:gd name="connsiteY4152" fmla="*/ 519148 h 1449582"/>
                <a:gd name="connsiteX4153" fmla="*/ 2192675 w 3283645"/>
                <a:gd name="connsiteY4153" fmla="*/ 524347 h 1449582"/>
                <a:gd name="connsiteX4154" fmla="*/ 2187471 w 3283645"/>
                <a:gd name="connsiteY4154" fmla="*/ 524347 h 1449582"/>
                <a:gd name="connsiteX4155" fmla="*/ 2187471 w 3283645"/>
                <a:gd name="connsiteY4155" fmla="*/ 529714 h 1449582"/>
                <a:gd name="connsiteX4156" fmla="*/ 2187471 w 3283645"/>
                <a:gd name="connsiteY4156" fmla="*/ 534913 h 1449582"/>
                <a:gd name="connsiteX4157" fmla="*/ 2182099 w 3283645"/>
                <a:gd name="connsiteY4157" fmla="*/ 539944 h 1449582"/>
                <a:gd name="connsiteX4158" fmla="*/ 2176896 w 3283645"/>
                <a:gd name="connsiteY4158" fmla="*/ 545142 h 1449582"/>
                <a:gd name="connsiteX4159" fmla="*/ 2182099 w 3283645"/>
                <a:gd name="connsiteY4159" fmla="*/ 545142 h 1449582"/>
                <a:gd name="connsiteX4160" fmla="*/ 2182099 w 3283645"/>
                <a:gd name="connsiteY4160" fmla="*/ 550509 h 1449582"/>
                <a:gd name="connsiteX4161" fmla="*/ 2176896 w 3283645"/>
                <a:gd name="connsiteY4161" fmla="*/ 550509 h 1449582"/>
                <a:gd name="connsiteX4162" fmla="*/ 2171860 w 3283645"/>
                <a:gd name="connsiteY4162" fmla="*/ 545142 h 1449582"/>
                <a:gd name="connsiteX4163" fmla="*/ 2166656 w 3283645"/>
                <a:gd name="connsiteY4163" fmla="*/ 550509 h 1449582"/>
                <a:gd name="connsiteX4164" fmla="*/ 2166656 w 3283645"/>
                <a:gd name="connsiteY4164" fmla="*/ 555708 h 1449582"/>
                <a:gd name="connsiteX4165" fmla="*/ 2161452 w 3283645"/>
                <a:gd name="connsiteY4165" fmla="*/ 555708 h 1449582"/>
                <a:gd name="connsiteX4166" fmla="*/ 2156081 w 3283645"/>
                <a:gd name="connsiteY4166" fmla="*/ 555708 h 1449582"/>
                <a:gd name="connsiteX4167" fmla="*/ 2151045 w 3283645"/>
                <a:gd name="connsiteY4167" fmla="*/ 565938 h 1449582"/>
                <a:gd name="connsiteX4168" fmla="*/ 2151045 w 3283645"/>
                <a:gd name="connsiteY4168" fmla="*/ 571304 h 1449582"/>
                <a:gd name="connsiteX4169" fmla="*/ 2145841 w 3283645"/>
                <a:gd name="connsiteY4169" fmla="*/ 571304 h 1449582"/>
                <a:gd name="connsiteX4170" fmla="*/ 2140637 w 3283645"/>
                <a:gd name="connsiteY4170" fmla="*/ 571304 h 1449582"/>
                <a:gd name="connsiteX4171" fmla="*/ 2135266 w 3283645"/>
                <a:gd name="connsiteY4171" fmla="*/ 571304 h 1449582"/>
                <a:gd name="connsiteX4172" fmla="*/ 2130230 w 3283645"/>
                <a:gd name="connsiteY4172" fmla="*/ 571304 h 1449582"/>
                <a:gd name="connsiteX4173" fmla="*/ 2119822 w 3283645"/>
                <a:gd name="connsiteY4173" fmla="*/ 571304 h 1449582"/>
                <a:gd name="connsiteX4174" fmla="*/ 2114451 w 3283645"/>
                <a:gd name="connsiteY4174" fmla="*/ 571304 h 1449582"/>
                <a:gd name="connsiteX4175" fmla="*/ 2109415 w 3283645"/>
                <a:gd name="connsiteY4175" fmla="*/ 571304 h 1449582"/>
                <a:gd name="connsiteX4176" fmla="*/ 2114451 w 3283645"/>
                <a:gd name="connsiteY4176" fmla="*/ 565938 h 1449582"/>
                <a:gd name="connsiteX4177" fmla="*/ 2119822 w 3283645"/>
                <a:gd name="connsiteY4177" fmla="*/ 560739 h 1449582"/>
                <a:gd name="connsiteX4178" fmla="*/ 2114451 w 3283645"/>
                <a:gd name="connsiteY4178" fmla="*/ 555708 h 1449582"/>
                <a:gd name="connsiteX4179" fmla="*/ 2109415 w 3283645"/>
                <a:gd name="connsiteY4179" fmla="*/ 550509 h 1449582"/>
                <a:gd name="connsiteX4180" fmla="*/ 2109415 w 3283645"/>
                <a:gd name="connsiteY4180" fmla="*/ 545142 h 1449582"/>
                <a:gd name="connsiteX4181" fmla="*/ 2104211 w 3283645"/>
                <a:gd name="connsiteY4181" fmla="*/ 539944 h 1449582"/>
                <a:gd name="connsiteX4182" fmla="*/ 2109415 w 3283645"/>
                <a:gd name="connsiteY4182" fmla="*/ 534913 h 1449582"/>
                <a:gd name="connsiteX4183" fmla="*/ 2109415 w 3283645"/>
                <a:gd name="connsiteY4183" fmla="*/ 529714 h 1449582"/>
                <a:gd name="connsiteX4184" fmla="*/ 2109415 w 3283645"/>
                <a:gd name="connsiteY4184" fmla="*/ 519148 h 1449582"/>
                <a:gd name="connsiteX4185" fmla="*/ 2109415 w 3283645"/>
                <a:gd name="connsiteY4185" fmla="*/ 514117 h 1449582"/>
                <a:gd name="connsiteX4186" fmla="*/ 2114451 w 3283645"/>
                <a:gd name="connsiteY4186" fmla="*/ 514117 h 1449582"/>
                <a:gd name="connsiteX4187" fmla="*/ 2119822 w 3283645"/>
                <a:gd name="connsiteY4187" fmla="*/ 519148 h 1449582"/>
                <a:gd name="connsiteX4188" fmla="*/ 2125026 w 3283645"/>
                <a:gd name="connsiteY4188" fmla="*/ 519148 h 1449582"/>
                <a:gd name="connsiteX4189" fmla="*/ 2130230 w 3283645"/>
                <a:gd name="connsiteY4189" fmla="*/ 514117 h 1449582"/>
                <a:gd name="connsiteX4190" fmla="*/ 2135266 w 3283645"/>
                <a:gd name="connsiteY4190" fmla="*/ 508919 h 1449582"/>
                <a:gd name="connsiteX4191" fmla="*/ 2140637 w 3283645"/>
                <a:gd name="connsiteY4191" fmla="*/ 508919 h 1449582"/>
                <a:gd name="connsiteX4192" fmla="*/ 2145841 w 3283645"/>
                <a:gd name="connsiteY4192" fmla="*/ 503552 h 1449582"/>
                <a:gd name="connsiteX4193" fmla="*/ 2145841 w 3283645"/>
                <a:gd name="connsiteY4193" fmla="*/ 498353 h 1449582"/>
                <a:gd name="connsiteX4194" fmla="*/ 2151045 w 3283645"/>
                <a:gd name="connsiteY4194" fmla="*/ 498353 h 1449582"/>
                <a:gd name="connsiteX4195" fmla="*/ 2151045 w 3283645"/>
                <a:gd name="connsiteY4195" fmla="*/ 493322 h 1449582"/>
                <a:gd name="connsiteX4196" fmla="*/ 2156081 w 3283645"/>
                <a:gd name="connsiteY4196" fmla="*/ 498353 h 1449582"/>
                <a:gd name="connsiteX4197" fmla="*/ 2161452 w 3283645"/>
                <a:gd name="connsiteY4197" fmla="*/ 498353 h 1449582"/>
                <a:gd name="connsiteX4198" fmla="*/ 2166656 w 3283645"/>
                <a:gd name="connsiteY4198" fmla="*/ 498353 h 1449582"/>
                <a:gd name="connsiteX4199" fmla="*/ 2171860 w 3283645"/>
                <a:gd name="connsiteY4199" fmla="*/ 503552 h 1449582"/>
                <a:gd name="connsiteX4200" fmla="*/ 2176896 w 3283645"/>
                <a:gd name="connsiteY4200" fmla="*/ 498353 h 1449582"/>
                <a:gd name="connsiteX4201" fmla="*/ 2182099 w 3283645"/>
                <a:gd name="connsiteY4201" fmla="*/ 498353 h 1449582"/>
                <a:gd name="connsiteX4202" fmla="*/ 2187471 w 3283645"/>
                <a:gd name="connsiteY4202" fmla="*/ 498353 h 1449582"/>
                <a:gd name="connsiteX4203" fmla="*/ 2187471 w 3283645"/>
                <a:gd name="connsiteY4203" fmla="*/ 493322 h 1449582"/>
                <a:gd name="connsiteX4204" fmla="*/ 2192675 w 3283645"/>
                <a:gd name="connsiteY4204" fmla="*/ 493322 h 1449582"/>
                <a:gd name="connsiteX4205" fmla="*/ 2213431 w 3283645"/>
                <a:gd name="connsiteY4205" fmla="*/ 473146 h 1449582"/>
                <a:gd name="connsiteX4206" fmla="*/ 2218604 w 3283645"/>
                <a:gd name="connsiteY4206" fmla="*/ 478114 h 1449582"/>
                <a:gd name="connsiteX4207" fmla="*/ 2223945 w 3283645"/>
                <a:gd name="connsiteY4207" fmla="*/ 478114 h 1449582"/>
                <a:gd name="connsiteX4208" fmla="*/ 2229119 w 3283645"/>
                <a:gd name="connsiteY4208" fmla="*/ 483247 h 1449582"/>
                <a:gd name="connsiteX4209" fmla="*/ 2234125 w 3283645"/>
                <a:gd name="connsiteY4209" fmla="*/ 483247 h 1449582"/>
                <a:gd name="connsiteX4210" fmla="*/ 2234125 w 3283645"/>
                <a:gd name="connsiteY4210" fmla="*/ 488547 h 1449582"/>
                <a:gd name="connsiteX4211" fmla="*/ 2229119 w 3283645"/>
                <a:gd name="connsiteY4211" fmla="*/ 488547 h 1449582"/>
                <a:gd name="connsiteX4212" fmla="*/ 2229119 w 3283645"/>
                <a:gd name="connsiteY4212" fmla="*/ 493680 h 1449582"/>
                <a:gd name="connsiteX4213" fmla="*/ 2223945 w 3283645"/>
                <a:gd name="connsiteY4213" fmla="*/ 493680 h 1449582"/>
                <a:gd name="connsiteX4214" fmla="*/ 2218604 w 3283645"/>
                <a:gd name="connsiteY4214" fmla="*/ 493680 h 1449582"/>
                <a:gd name="connsiteX4215" fmla="*/ 2213431 w 3283645"/>
                <a:gd name="connsiteY4215" fmla="*/ 493680 h 1449582"/>
                <a:gd name="connsiteX4216" fmla="*/ 2208424 w 3283645"/>
                <a:gd name="connsiteY4216" fmla="*/ 493680 h 1449582"/>
                <a:gd name="connsiteX4217" fmla="*/ 2208424 w 3283645"/>
                <a:gd name="connsiteY4217" fmla="*/ 488547 h 1449582"/>
                <a:gd name="connsiteX4218" fmla="*/ 2208424 w 3283645"/>
                <a:gd name="connsiteY4218" fmla="*/ 483247 h 1449582"/>
                <a:gd name="connsiteX4219" fmla="*/ 2208424 w 3283645"/>
                <a:gd name="connsiteY4219" fmla="*/ 478114 h 1449582"/>
                <a:gd name="connsiteX4220" fmla="*/ 2213431 w 3283645"/>
                <a:gd name="connsiteY4220" fmla="*/ 473146 h 1449582"/>
                <a:gd name="connsiteX4221" fmla="*/ 1953435 w 3283645"/>
                <a:gd name="connsiteY4221" fmla="*/ 473146 h 1449582"/>
                <a:gd name="connsiteX4222" fmla="*/ 1958627 w 3283645"/>
                <a:gd name="connsiteY4222" fmla="*/ 478174 h 1449582"/>
                <a:gd name="connsiteX4223" fmla="*/ 1968842 w 3283645"/>
                <a:gd name="connsiteY4223" fmla="*/ 483369 h 1449582"/>
                <a:gd name="connsiteX4224" fmla="*/ 1974201 w 3283645"/>
                <a:gd name="connsiteY4224" fmla="*/ 483369 h 1449582"/>
                <a:gd name="connsiteX4225" fmla="*/ 1974201 w 3283645"/>
                <a:gd name="connsiteY4225" fmla="*/ 478174 h 1449582"/>
                <a:gd name="connsiteX4226" fmla="*/ 1979393 w 3283645"/>
                <a:gd name="connsiteY4226" fmla="*/ 478174 h 1449582"/>
                <a:gd name="connsiteX4227" fmla="*/ 1984584 w 3283645"/>
                <a:gd name="connsiteY4227" fmla="*/ 483369 h 1449582"/>
                <a:gd name="connsiteX4228" fmla="*/ 1989608 w 3283645"/>
                <a:gd name="connsiteY4228" fmla="*/ 483369 h 1449582"/>
                <a:gd name="connsiteX4229" fmla="*/ 1989608 w 3283645"/>
                <a:gd name="connsiteY4229" fmla="*/ 488732 h 1449582"/>
                <a:gd name="connsiteX4230" fmla="*/ 2000159 w 3283645"/>
                <a:gd name="connsiteY4230" fmla="*/ 493928 h 1449582"/>
                <a:gd name="connsiteX4231" fmla="*/ 2005351 w 3283645"/>
                <a:gd name="connsiteY4231" fmla="*/ 493928 h 1449582"/>
                <a:gd name="connsiteX4232" fmla="*/ 2010375 w 3283645"/>
                <a:gd name="connsiteY4232" fmla="*/ 498955 h 1449582"/>
                <a:gd name="connsiteX4233" fmla="*/ 2015734 w 3283645"/>
                <a:gd name="connsiteY4233" fmla="*/ 504151 h 1449582"/>
                <a:gd name="connsiteX4234" fmla="*/ 2020925 w 3283645"/>
                <a:gd name="connsiteY4234" fmla="*/ 504151 h 1449582"/>
                <a:gd name="connsiteX4235" fmla="*/ 2026117 w 3283645"/>
                <a:gd name="connsiteY4235" fmla="*/ 504151 h 1449582"/>
                <a:gd name="connsiteX4236" fmla="*/ 2036500 w 3283645"/>
                <a:gd name="connsiteY4236" fmla="*/ 504151 h 1449582"/>
                <a:gd name="connsiteX4237" fmla="*/ 2046883 w 3283645"/>
                <a:gd name="connsiteY4237" fmla="*/ 498955 h 1449582"/>
                <a:gd name="connsiteX4238" fmla="*/ 2057266 w 3283645"/>
                <a:gd name="connsiteY4238" fmla="*/ 488732 h 1449582"/>
                <a:gd name="connsiteX4239" fmla="*/ 2062458 w 3283645"/>
                <a:gd name="connsiteY4239" fmla="*/ 488732 h 1449582"/>
                <a:gd name="connsiteX4240" fmla="*/ 2067649 w 3283645"/>
                <a:gd name="connsiteY4240" fmla="*/ 488732 h 1449582"/>
                <a:gd name="connsiteX4241" fmla="*/ 2078032 w 3283645"/>
                <a:gd name="connsiteY4241" fmla="*/ 493928 h 1449582"/>
                <a:gd name="connsiteX4242" fmla="*/ 2083224 w 3283645"/>
                <a:gd name="connsiteY4242" fmla="*/ 493928 h 1449582"/>
                <a:gd name="connsiteX4243" fmla="*/ 2088415 w 3283645"/>
                <a:gd name="connsiteY4243" fmla="*/ 493928 h 1449582"/>
                <a:gd name="connsiteX4244" fmla="*/ 2088415 w 3283645"/>
                <a:gd name="connsiteY4244" fmla="*/ 498955 h 1449582"/>
                <a:gd name="connsiteX4245" fmla="*/ 2093439 w 3283645"/>
                <a:gd name="connsiteY4245" fmla="*/ 498955 h 1449582"/>
                <a:gd name="connsiteX4246" fmla="*/ 2098798 w 3283645"/>
                <a:gd name="connsiteY4246" fmla="*/ 504151 h 1449582"/>
                <a:gd name="connsiteX4247" fmla="*/ 2103990 w 3283645"/>
                <a:gd name="connsiteY4247" fmla="*/ 504151 h 1449582"/>
                <a:gd name="connsiteX4248" fmla="*/ 2103990 w 3283645"/>
                <a:gd name="connsiteY4248" fmla="*/ 509514 h 1449582"/>
                <a:gd name="connsiteX4249" fmla="*/ 2103990 w 3283645"/>
                <a:gd name="connsiteY4249" fmla="*/ 514709 h 1449582"/>
                <a:gd name="connsiteX4250" fmla="*/ 2098798 w 3283645"/>
                <a:gd name="connsiteY4250" fmla="*/ 519737 h 1449582"/>
                <a:gd name="connsiteX4251" fmla="*/ 2098798 w 3283645"/>
                <a:gd name="connsiteY4251" fmla="*/ 524933 h 1449582"/>
                <a:gd name="connsiteX4252" fmla="*/ 2098798 w 3283645"/>
                <a:gd name="connsiteY4252" fmla="*/ 530296 h 1449582"/>
                <a:gd name="connsiteX4253" fmla="*/ 2098798 w 3283645"/>
                <a:gd name="connsiteY4253" fmla="*/ 535491 h 1449582"/>
                <a:gd name="connsiteX4254" fmla="*/ 2098798 w 3283645"/>
                <a:gd name="connsiteY4254" fmla="*/ 540519 h 1449582"/>
                <a:gd name="connsiteX4255" fmla="*/ 2098798 w 3283645"/>
                <a:gd name="connsiteY4255" fmla="*/ 545714 h 1449582"/>
                <a:gd name="connsiteX4256" fmla="*/ 2098798 w 3283645"/>
                <a:gd name="connsiteY4256" fmla="*/ 551078 h 1449582"/>
                <a:gd name="connsiteX4257" fmla="*/ 2103990 w 3283645"/>
                <a:gd name="connsiteY4257" fmla="*/ 556273 h 1449582"/>
                <a:gd name="connsiteX4258" fmla="*/ 2103990 w 3283645"/>
                <a:gd name="connsiteY4258" fmla="*/ 561301 h 1449582"/>
                <a:gd name="connsiteX4259" fmla="*/ 2109182 w 3283645"/>
                <a:gd name="connsiteY4259" fmla="*/ 561301 h 1449582"/>
                <a:gd name="connsiteX4260" fmla="*/ 2103990 w 3283645"/>
                <a:gd name="connsiteY4260" fmla="*/ 566496 h 1449582"/>
                <a:gd name="connsiteX4261" fmla="*/ 2098798 w 3283645"/>
                <a:gd name="connsiteY4261" fmla="*/ 571859 h 1449582"/>
                <a:gd name="connsiteX4262" fmla="*/ 2103990 w 3283645"/>
                <a:gd name="connsiteY4262" fmla="*/ 577055 h 1449582"/>
                <a:gd name="connsiteX4263" fmla="*/ 2103990 w 3283645"/>
                <a:gd name="connsiteY4263" fmla="*/ 582083 h 1449582"/>
                <a:gd name="connsiteX4264" fmla="*/ 2114206 w 3283645"/>
                <a:gd name="connsiteY4264" fmla="*/ 592641 h 1449582"/>
                <a:gd name="connsiteX4265" fmla="*/ 2119565 w 3283645"/>
                <a:gd name="connsiteY4265" fmla="*/ 592641 h 1449582"/>
                <a:gd name="connsiteX4266" fmla="*/ 2119565 w 3283645"/>
                <a:gd name="connsiteY4266" fmla="*/ 597837 h 1449582"/>
                <a:gd name="connsiteX4267" fmla="*/ 2119565 w 3283645"/>
                <a:gd name="connsiteY4267" fmla="*/ 602864 h 1449582"/>
                <a:gd name="connsiteX4268" fmla="*/ 2114206 w 3283645"/>
                <a:gd name="connsiteY4268" fmla="*/ 608060 h 1449582"/>
                <a:gd name="connsiteX4269" fmla="*/ 2109182 w 3283645"/>
                <a:gd name="connsiteY4269" fmla="*/ 618618 h 1449582"/>
                <a:gd name="connsiteX4270" fmla="*/ 2103990 w 3283645"/>
                <a:gd name="connsiteY4270" fmla="*/ 613423 h 1449582"/>
                <a:gd name="connsiteX4271" fmla="*/ 2098798 w 3283645"/>
                <a:gd name="connsiteY4271" fmla="*/ 613423 h 1449582"/>
                <a:gd name="connsiteX4272" fmla="*/ 2088415 w 3283645"/>
                <a:gd name="connsiteY4272" fmla="*/ 618618 h 1449582"/>
                <a:gd name="connsiteX4273" fmla="*/ 2078032 w 3283645"/>
                <a:gd name="connsiteY4273" fmla="*/ 613423 h 1449582"/>
                <a:gd name="connsiteX4274" fmla="*/ 2072673 w 3283645"/>
                <a:gd name="connsiteY4274" fmla="*/ 613423 h 1449582"/>
                <a:gd name="connsiteX4275" fmla="*/ 2072673 w 3283645"/>
                <a:gd name="connsiteY4275" fmla="*/ 608060 h 1449582"/>
                <a:gd name="connsiteX4276" fmla="*/ 2067649 w 3283645"/>
                <a:gd name="connsiteY4276" fmla="*/ 597837 h 1449582"/>
                <a:gd name="connsiteX4277" fmla="*/ 2062458 w 3283645"/>
                <a:gd name="connsiteY4277" fmla="*/ 597837 h 1449582"/>
                <a:gd name="connsiteX4278" fmla="*/ 2057266 w 3283645"/>
                <a:gd name="connsiteY4278" fmla="*/ 597837 h 1449582"/>
                <a:gd name="connsiteX4279" fmla="*/ 2051907 w 3283645"/>
                <a:gd name="connsiteY4279" fmla="*/ 602864 h 1449582"/>
                <a:gd name="connsiteX4280" fmla="*/ 2046883 w 3283645"/>
                <a:gd name="connsiteY4280" fmla="*/ 602864 h 1449582"/>
                <a:gd name="connsiteX4281" fmla="*/ 2036500 w 3283645"/>
                <a:gd name="connsiteY4281" fmla="*/ 597837 h 1449582"/>
                <a:gd name="connsiteX4282" fmla="*/ 2020925 w 3283645"/>
                <a:gd name="connsiteY4282" fmla="*/ 592641 h 1449582"/>
                <a:gd name="connsiteX4283" fmla="*/ 2015734 w 3283645"/>
                <a:gd name="connsiteY4283" fmla="*/ 587278 h 1449582"/>
                <a:gd name="connsiteX4284" fmla="*/ 2015734 w 3283645"/>
                <a:gd name="connsiteY4284" fmla="*/ 582083 h 1449582"/>
                <a:gd name="connsiteX4285" fmla="*/ 2010375 w 3283645"/>
                <a:gd name="connsiteY4285" fmla="*/ 571859 h 1449582"/>
                <a:gd name="connsiteX4286" fmla="*/ 2000159 w 3283645"/>
                <a:gd name="connsiteY4286" fmla="*/ 566496 h 1449582"/>
                <a:gd name="connsiteX4287" fmla="*/ 1994968 w 3283645"/>
                <a:gd name="connsiteY4287" fmla="*/ 566496 h 1449582"/>
                <a:gd name="connsiteX4288" fmla="*/ 1989608 w 3283645"/>
                <a:gd name="connsiteY4288" fmla="*/ 561301 h 1449582"/>
                <a:gd name="connsiteX4289" fmla="*/ 1989608 w 3283645"/>
                <a:gd name="connsiteY4289" fmla="*/ 556273 h 1449582"/>
                <a:gd name="connsiteX4290" fmla="*/ 1989608 w 3283645"/>
                <a:gd name="connsiteY4290" fmla="*/ 551078 h 1449582"/>
                <a:gd name="connsiteX4291" fmla="*/ 1984584 w 3283645"/>
                <a:gd name="connsiteY4291" fmla="*/ 545714 h 1449582"/>
                <a:gd name="connsiteX4292" fmla="*/ 1979393 w 3283645"/>
                <a:gd name="connsiteY4292" fmla="*/ 540519 h 1449582"/>
                <a:gd name="connsiteX4293" fmla="*/ 1974201 w 3283645"/>
                <a:gd name="connsiteY4293" fmla="*/ 535491 h 1449582"/>
                <a:gd name="connsiteX4294" fmla="*/ 1968842 w 3283645"/>
                <a:gd name="connsiteY4294" fmla="*/ 530296 h 1449582"/>
                <a:gd name="connsiteX4295" fmla="*/ 1968842 w 3283645"/>
                <a:gd name="connsiteY4295" fmla="*/ 524933 h 1449582"/>
                <a:gd name="connsiteX4296" fmla="*/ 1974201 w 3283645"/>
                <a:gd name="connsiteY4296" fmla="*/ 514709 h 1449582"/>
                <a:gd name="connsiteX4297" fmla="*/ 1974201 w 3283645"/>
                <a:gd name="connsiteY4297" fmla="*/ 509514 h 1449582"/>
                <a:gd name="connsiteX4298" fmla="*/ 1968842 w 3283645"/>
                <a:gd name="connsiteY4298" fmla="*/ 504151 h 1449582"/>
                <a:gd name="connsiteX4299" fmla="*/ 1963818 w 3283645"/>
                <a:gd name="connsiteY4299" fmla="*/ 498955 h 1449582"/>
                <a:gd name="connsiteX4300" fmla="*/ 1958627 w 3283645"/>
                <a:gd name="connsiteY4300" fmla="*/ 493928 h 1449582"/>
                <a:gd name="connsiteX4301" fmla="*/ 1958627 w 3283645"/>
                <a:gd name="connsiteY4301" fmla="*/ 483369 h 1449582"/>
                <a:gd name="connsiteX4302" fmla="*/ 1953435 w 3283645"/>
                <a:gd name="connsiteY4302" fmla="*/ 478174 h 1449582"/>
                <a:gd name="connsiteX4303" fmla="*/ 1953435 w 3283645"/>
                <a:gd name="connsiteY4303" fmla="*/ 473146 h 1449582"/>
                <a:gd name="connsiteX4304" fmla="*/ 2176643 w 3283645"/>
                <a:gd name="connsiteY4304" fmla="*/ 467232 h 1449582"/>
                <a:gd name="connsiteX4305" fmla="*/ 2181775 w 3283645"/>
                <a:gd name="connsiteY4305" fmla="*/ 472365 h 1449582"/>
                <a:gd name="connsiteX4306" fmla="*/ 2187073 w 3283645"/>
                <a:gd name="connsiteY4306" fmla="*/ 472365 h 1449582"/>
                <a:gd name="connsiteX4307" fmla="*/ 2192206 w 3283645"/>
                <a:gd name="connsiteY4307" fmla="*/ 472365 h 1449582"/>
                <a:gd name="connsiteX4308" fmla="*/ 2197173 w 3283645"/>
                <a:gd name="connsiteY4308" fmla="*/ 477333 h 1449582"/>
                <a:gd name="connsiteX4309" fmla="*/ 2192206 w 3283645"/>
                <a:gd name="connsiteY4309" fmla="*/ 477333 h 1449582"/>
                <a:gd name="connsiteX4310" fmla="*/ 2187073 w 3283645"/>
                <a:gd name="connsiteY4310" fmla="*/ 482467 h 1449582"/>
                <a:gd name="connsiteX4311" fmla="*/ 2181775 w 3283645"/>
                <a:gd name="connsiteY4311" fmla="*/ 482467 h 1449582"/>
                <a:gd name="connsiteX4312" fmla="*/ 2181775 w 3283645"/>
                <a:gd name="connsiteY4312" fmla="*/ 487766 h 1449582"/>
                <a:gd name="connsiteX4313" fmla="*/ 2176643 w 3283645"/>
                <a:gd name="connsiteY4313" fmla="*/ 487766 h 1449582"/>
                <a:gd name="connsiteX4314" fmla="*/ 2176643 w 3283645"/>
                <a:gd name="connsiteY4314" fmla="*/ 482467 h 1449582"/>
                <a:gd name="connsiteX4315" fmla="*/ 2176643 w 3283645"/>
                <a:gd name="connsiteY4315" fmla="*/ 477333 h 1449582"/>
                <a:gd name="connsiteX4316" fmla="*/ 2176643 w 3283645"/>
                <a:gd name="connsiteY4316" fmla="*/ 472365 h 1449582"/>
                <a:gd name="connsiteX4317" fmla="*/ 2176643 w 3283645"/>
                <a:gd name="connsiteY4317" fmla="*/ 467232 h 1449582"/>
                <a:gd name="connsiteX4318" fmla="*/ 2212972 w 3283645"/>
                <a:gd name="connsiteY4318" fmla="*/ 462391 h 1449582"/>
                <a:gd name="connsiteX4319" fmla="*/ 2212972 w 3283645"/>
                <a:gd name="connsiteY4319" fmla="*/ 467802 h 1449582"/>
                <a:gd name="connsiteX4320" fmla="*/ 2207929 w 3283645"/>
                <a:gd name="connsiteY4320" fmla="*/ 467802 h 1449582"/>
                <a:gd name="connsiteX4321" fmla="*/ 2212972 w 3283645"/>
                <a:gd name="connsiteY4321" fmla="*/ 462391 h 1449582"/>
                <a:gd name="connsiteX4322" fmla="*/ 2842336 w 3283645"/>
                <a:gd name="connsiteY4322" fmla="*/ 456882 h 1449582"/>
                <a:gd name="connsiteX4323" fmla="*/ 2847543 w 3283645"/>
                <a:gd name="connsiteY4323" fmla="*/ 456882 h 1449582"/>
                <a:gd name="connsiteX4324" fmla="*/ 2852750 w 3283645"/>
                <a:gd name="connsiteY4324" fmla="*/ 456882 h 1449582"/>
                <a:gd name="connsiteX4325" fmla="*/ 2852750 w 3283645"/>
                <a:gd name="connsiteY4325" fmla="*/ 462086 h 1449582"/>
                <a:gd name="connsiteX4326" fmla="*/ 2852750 w 3283645"/>
                <a:gd name="connsiteY4326" fmla="*/ 467457 h 1449582"/>
                <a:gd name="connsiteX4327" fmla="*/ 2852750 w 3283645"/>
                <a:gd name="connsiteY4327" fmla="*/ 472661 h 1449582"/>
                <a:gd name="connsiteX4328" fmla="*/ 2847543 w 3283645"/>
                <a:gd name="connsiteY4328" fmla="*/ 477697 h 1449582"/>
                <a:gd name="connsiteX4329" fmla="*/ 2842336 w 3283645"/>
                <a:gd name="connsiteY4329" fmla="*/ 482901 h 1449582"/>
                <a:gd name="connsiteX4330" fmla="*/ 2842336 w 3283645"/>
                <a:gd name="connsiteY4330" fmla="*/ 488273 h 1449582"/>
                <a:gd name="connsiteX4331" fmla="*/ 2847543 w 3283645"/>
                <a:gd name="connsiteY4331" fmla="*/ 493477 h 1449582"/>
                <a:gd name="connsiteX4332" fmla="*/ 2842336 w 3283645"/>
                <a:gd name="connsiteY4332" fmla="*/ 493477 h 1449582"/>
                <a:gd name="connsiteX4333" fmla="*/ 2842336 w 3283645"/>
                <a:gd name="connsiteY4333" fmla="*/ 498513 h 1449582"/>
                <a:gd name="connsiteX4334" fmla="*/ 2842336 w 3283645"/>
                <a:gd name="connsiteY4334" fmla="*/ 509089 h 1449582"/>
                <a:gd name="connsiteX4335" fmla="*/ 2837128 w 3283645"/>
                <a:gd name="connsiteY4335" fmla="*/ 509089 h 1449582"/>
                <a:gd name="connsiteX4336" fmla="*/ 2831921 w 3283645"/>
                <a:gd name="connsiteY4336" fmla="*/ 509089 h 1449582"/>
                <a:gd name="connsiteX4337" fmla="*/ 2826714 w 3283645"/>
                <a:gd name="connsiteY4337" fmla="*/ 514292 h 1449582"/>
                <a:gd name="connsiteX4338" fmla="*/ 2821506 w 3283645"/>
                <a:gd name="connsiteY4338" fmla="*/ 514292 h 1449582"/>
                <a:gd name="connsiteX4339" fmla="*/ 2816299 w 3283645"/>
                <a:gd name="connsiteY4339" fmla="*/ 519328 h 1449582"/>
                <a:gd name="connsiteX4340" fmla="*/ 2805884 w 3283645"/>
                <a:gd name="connsiteY4340" fmla="*/ 514292 h 1449582"/>
                <a:gd name="connsiteX4341" fmla="*/ 2805884 w 3283645"/>
                <a:gd name="connsiteY4341" fmla="*/ 519328 h 1449582"/>
                <a:gd name="connsiteX4342" fmla="*/ 2805884 w 3283645"/>
                <a:gd name="connsiteY4342" fmla="*/ 524532 h 1449582"/>
                <a:gd name="connsiteX4343" fmla="*/ 2800677 w 3283645"/>
                <a:gd name="connsiteY4343" fmla="*/ 524532 h 1449582"/>
                <a:gd name="connsiteX4344" fmla="*/ 2800677 w 3283645"/>
                <a:gd name="connsiteY4344" fmla="*/ 529904 h 1449582"/>
                <a:gd name="connsiteX4345" fmla="*/ 2795470 w 3283645"/>
                <a:gd name="connsiteY4345" fmla="*/ 524532 h 1449582"/>
                <a:gd name="connsiteX4346" fmla="*/ 2800677 w 3283645"/>
                <a:gd name="connsiteY4346" fmla="*/ 519328 h 1449582"/>
                <a:gd name="connsiteX4347" fmla="*/ 2795470 w 3283645"/>
                <a:gd name="connsiteY4347" fmla="*/ 514292 h 1449582"/>
                <a:gd name="connsiteX4348" fmla="*/ 2800677 w 3283645"/>
                <a:gd name="connsiteY4348" fmla="*/ 514292 h 1449582"/>
                <a:gd name="connsiteX4349" fmla="*/ 2805884 w 3283645"/>
                <a:gd name="connsiteY4349" fmla="*/ 503717 h 1449582"/>
                <a:gd name="connsiteX4350" fmla="*/ 2811092 w 3283645"/>
                <a:gd name="connsiteY4350" fmla="*/ 498513 h 1449582"/>
                <a:gd name="connsiteX4351" fmla="*/ 2811092 w 3283645"/>
                <a:gd name="connsiteY4351" fmla="*/ 503717 h 1449582"/>
                <a:gd name="connsiteX4352" fmla="*/ 2821506 w 3283645"/>
                <a:gd name="connsiteY4352" fmla="*/ 498513 h 1449582"/>
                <a:gd name="connsiteX4353" fmla="*/ 2826714 w 3283645"/>
                <a:gd name="connsiteY4353" fmla="*/ 493477 h 1449582"/>
                <a:gd name="connsiteX4354" fmla="*/ 2831921 w 3283645"/>
                <a:gd name="connsiteY4354" fmla="*/ 488273 h 1449582"/>
                <a:gd name="connsiteX4355" fmla="*/ 2837128 w 3283645"/>
                <a:gd name="connsiteY4355" fmla="*/ 488273 h 1449582"/>
                <a:gd name="connsiteX4356" fmla="*/ 2842336 w 3283645"/>
                <a:gd name="connsiteY4356" fmla="*/ 477697 h 1449582"/>
                <a:gd name="connsiteX4357" fmla="*/ 2842336 w 3283645"/>
                <a:gd name="connsiteY4357" fmla="*/ 472661 h 1449582"/>
                <a:gd name="connsiteX4358" fmla="*/ 2842336 w 3283645"/>
                <a:gd name="connsiteY4358" fmla="*/ 467457 h 1449582"/>
                <a:gd name="connsiteX4359" fmla="*/ 2842336 w 3283645"/>
                <a:gd name="connsiteY4359" fmla="*/ 462086 h 1449582"/>
                <a:gd name="connsiteX4360" fmla="*/ 1740520 w 3283645"/>
                <a:gd name="connsiteY4360" fmla="*/ 456882 h 1449582"/>
                <a:gd name="connsiteX4361" fmla="*/ 1745638 w 3283645"/>
                <a:gd name="connsiteY4361" fmla="*/ 456882 h 1449582"/>
                <a:gd name="connsiteX4362" fmla="*/ 1750757 w 3283645"/>
                <a:gd name="connsiteY4362" fmla="*/ 467315 h 1449582"/>
                <a:gd name="connsiteX4363" fmla="*/ 1745638 w 3283645"/>
                <a:gd name="connsiteY4363" fmla="*/ 472448 h 1449582"/>
                <a:gd name="connsiteX4364" fmla="*/ 1745638 w 3283645"/>
                <a:gd name="connsiteY4364" fmla="*/ 477416 h 1449582"/>
                <a:gd name="connsiteX4365" fmla="*/ 1740520 w 3283645"/>
                <a:gd name="connsiteY4365" fmla="*/ 477416 h 1449582"/>
                <a:gd name="connsiteX4366" fmla="*/ 1735401 w 3283645"/>
                <a:gd name="connsiteY4366" fmla="*/ 477416 h 1449582"/>
                <a:gd name="connsiteX4367" fmla="*/ 1735401 w 3283645"/>
                <a:gd name="connsiteY4367" fmla="*/ 467315 h 1449582"/>
                <a:gd name="connsiteX4368" fmla="*/ 1735401 w 3283645"/>
                <a:gd name="connsiteY4368" fmla="*/ 462015 h 1449582"/>
                <a:gd name="connsiteX4369" fmla="*/ 1740520 w 3283645"/>
                <a:gd name="connsiteY4369" fmla="*/ 456882 h 1449582"/>
                <a:gd name="connsiteX4370" fmla="*/ 2203140 w 3283645"/>
                <a:gd name="connsiteY4370" fmla="*/ 451707 h 1449582"/>
                <a:gd name="connsiteX4371" fmla="*/ 2208259 w 3283645"/>
                <a:gd name="connsiteY4371" fmla="*/ 456715 h 1449582"/>
                <a:gd name="connsiteX4372" fmla="*/ 2203140 w 3283645"/>
                <a:gd name="connsiteY4372" fmla="*/ 456715 h 1449582"/>
                <a:gd name="connsiteX4373" fmla="*/ 2203140 w 3283645"/>
                <a:gd name="connsiteY4373" fmla="*/ 451707 h 1449582"/>
                <a:gd name="connsiteX4374" fmla="*/ 2181817 w 3283645"/>
                <a:gd name="connsiteY4374" fmla="*/ 451707 h 1449582"/>
                <a:gd name="connsiteX4375" fmla="*/ 2192730 w 3283645"/>
                <a:gd name="connsiteY4375" fmla="*/ 451707 h 1449582"/>
                <a:gd name="connsiteX4376" fmla="*/ 2192730 w 3283645"/>
                <a:gd name="connsiteY4376" fmla="*/ 456715 h 1449582"/>
                <a:gd name="connsiteX4377" fmla="*/ 2187360 w 3283645"/>
                <a:gd name="connsiteY4377" fmla="*/ 456715 h 1449582"/>
                <a:gd name="connsiteX4378" fmla="*/ 2181817 w 3283645"/>
                <a:gd name="connsiteY4378" fmla="*/ 456715 h 1449582"/>
                <a:gd name="connsiteX4379" fmla="*/ 2181817 w 3283645"/>
                <a:gd name="connsiteY4379" fmla="*/ 451707 h 1449582"/>
                <a:gd name="connsiteX4380" fmla="*/ 2732278 w 3283645"/>
                <a:gd name="connsiteY4380" fmla="*/ 446532 h 1449582"/>
                <a:gd name="connsiteX4381" fmla="*/ 2737451 w 3283645"/>
                <a:gd name="connsiteY4381" fmla="*/ 446532 h 1449582"/>
                <a:gd name="connsiteX4382" fmla="*/ 2737451 w 3283645"/>
                <a:gd name="connsiteY4382" fmla="*/ 451707 h 1449582"/>
                <a:gd name="connsiteX4383" fmla="*/ 2732278 w 3283645"/>
                <a:gd name="connsiteY4383" fmla="*/ 456715 h 1449582"/>
                <a:gd name="connsiteX4384" fmla="*/ 2727104 w 3283645"/>
                <a:gd name="connsiteY4384" fmla="*/ 461890 h 1449582"/>
                <a:gd name="connsiteX4385" fmla="*/ 2721930 w 3283645"/>
                <a:gd name="connsiteY4385" fmla="*/ 467232 h 1449582"/>
                <a:gd name="connsiteX4386" fmla="*/ 2721930 w 3283645"/>
                <a:gd name="connsiteY4386" fmla="*/ 472407 h 1449582"/>
                <a:gd name="connsiteX4387" fmla="*/ 2727104 w 3283645"/>
                <a:gd name="connsiteY4387" fmla="*/ 477415 h 1449582"/>
                <a:gd name="connsiteX4388" fmla="*/ 2721930 w 3283645"/>
                <a:gd name="connsiteY4388" fmla="*/ 477415 h 1449582"/>
                <a:gd name="connsiteX4389" fmla="*/ 2716756 w 3283645"/>
                <a:gd name="connsiteY4389" fmla="*/ 477415 h 1449582"/>
                <a:gd name="connsiteX4390" fmla="*/ 2711583 w 3283645"/>
                <a:gd name="connsiteY4390" fmla="*/ 482590 h 1449582"/>
                <a:gd name="connsiteX4391" fmla="*/ 2706409 w 3283645"/>
                <a:gd name="connsiteY4391" fmla="*/ 482590 h 1449582"/>
                <a:gd name="connsiteX4392" fmla="*/ 2706409 w 3283645"/>
                <a:gd name="connsiteY4392" fmla="*/ 477415 h 1449582"/>
                <a:gd name="connsiteX4393" fmla="*/ 2706409 w 3283645"/>
                <a:gd name="connsiteY4393" fmla="*/ 472407 h 1449582"/>
                <a:gd name="connsiteX4394" fmla="*/ 2701402 w 3283645"/>
                <a:gd name="connsiteY4394" fmla="*/ 461890 h 1449582"/>
                <a:gd name="connsiteX4395" fmla="*/ 2706409 w 3283645"/>
                <a:gd name="connsiteY4395" fmla="*/ 461890 h 1449582"/>
                <a:gd name="connsiteX4396" fmla="*/ 2711583 w 3283645"/>
                <a:gd name="connsiteY4396" fmla="*/ 456715 h 1449582"/>
                <a:gd name="connsiteX4397" fmla="*/ 2716756 w 3283645"/>
                <a:gd name="connsiteY4397" fmla="*/ 451707 h 1449582"/>
                <a:gd name="connsiteX4398" fmla="*/ 2727104 w 3283645"/>
                <a:gd name="connsiteY4398" fmla="*/ 456715 h 1449582"/>
                <a:gd name="connsiteX4399" fmla="*/ 2732278 w 3283645"/>
                <a:gd name="connsiteY4399" fmla="*/ 451707 h 1449582"/>
                <a:gd name="connsiteX4400" fmla="*/ 1792336 w 3283645"/>
                <a:gd name="connsiteY4400" fmla="*/ 446532 h 1449582"/>
                <a:gd name="connsiteX4401" fmla="*/ 1797533 w 3283645"/>
                <a:gd name="connsiteY4401" fmla="*/ 446532 h 1449582"/>
                <a:gd name="connsiteX4402" fmla="*/ 1802731 w 3283645"/>
                <a:gd name="connsiteY4402" fmla="*/ 451707 h 1449582"/>
                <a:gd name="connsiteX4403" fmla="*/ 1813126 w 3283645"/>
                <a:gd name="connsiteY4403" fmla="*/ 456715 h 1449582"/>
                <a:gd name="connsiteX4404" fmla="*/ 1823521 w 3283645"/>
                <a:gd name="connsiteY4404" fmla="*/ 456715 h 1449582"/>
                <a:gd name="connsiteX4405" fmla="*/ 1828718 w 3283645"/>
                <a:gd name="connsiteY4405" fmla="*/ 451707 h 1449582"/>
                <a:gd name="connsiteX4406" fmla="*/ 1833916 w 3283645"/>
                <a:gd name="connsiteY4406" fmla="*/ 451707 h 1449582"/>
                <a:gd name="connsiteX4407" fmla="*/ 1844311 w 3283645"/>
                <a:gd name="connsiteY4407" fmla="*/ 446532 h 1449582"/>
                <a:gd name="connsiteX4408" fmla="*/ 1854706 w 3283645"/>
                <a:gd name="connsiteY4408" fmla="*/ 446532 h 1449582"/>
                <a:gd name="connsiteX4409" fmla="*/ 1865101 w 3283645"/>
                <a:gd name="connsiteY4409" fmla="*/ 446532 h 1449582"/>
                <a:gd name="connsiteX4410" fmla="*/ 1870298 w 3283645"/>
                <a:gd name="connsiteY4410" fmla="*/ 451707 h 1449582"/>
                <a:gd name="connsiteX4411" fmla="*/ 1870298 w 3283645"/>
                <a:gd name="connsiteY4411" fmla="*/ 446532 h 1449582"/>
                <a:gd name="connsiteX4412" fmla="*/ 1875496 w 3283645"/>
                <a:gd name="connsiteY4412" fmla="*/ 451707 h 1449582"/>
                <a:gd name="connsiteX4413" fmla="*/ 1880693 w 3283645"/>
                <a:gd name="connsiteY4413" fmla="*/ 451707 h 1449582"/>
                <a:gd name="connsiteX4414" fmla="*/ 1896286 w 3283645"/>
                <a:gd name="connsiteY4414" fmla="*/ 456715 h 1449582"/>
                <a:gd name="connsiteX4415" fmla="*/ 1901483 w 3283645"/>
                <a:gd name="connsiteY4415" fmla="*/ 456715 h 1449582"/>
                <a:gd name="connsiteX4416" fmla="*/ 1906681 w 3283645"/>
                <a:gd name="connsiteY4416" fmla="*/ 456715 h 1449582"/>
                <a:gd name="connsiteX4417" fmla="*/ 1911711 w 3283645"/>
                <a:gd name="connsiteY4417" fmla="*/ 456715 h 1449582"/>
                <a:gd name="connsiteX4418" fmla="*/ 1917076 w 3283645"/>
                <a:gd name="connsiteY4418" fmla="*/ 456715 h 1449582"/>
                <a:gd name="connsiteX4419" fmla="*/ 1922274 w 3283645"/>
                <a:gd name="connsiteY4419" fmla="*/ 456715 h 1449582"/>
                <a:gd name="connsiteX4420" fmla="*/ 1927303 w 3283645"/>
                <a:gd name="connsiteY4420" fmla="*/ 451707 h 1449582"/>
                <a:gd name="connsiteX4421" fmla="*/ 1932669 w 3283645"/>
                <a:gd name="connsiteY4421" fmla="*/ 451707 h 1449582"/>
                <a:gd name="connsiteX4422" fmla="*/ 1937866 w 3283645"/>
                <a:gd name="connsiteY4422" fmla="*/ 451707 h 1449582"/>
                <a:gd name="connsiteX4423" fmla="*/ 1937866 w 3283645"/>
                <a:gd name="connsiteY4423" fmla="*/ 456715 h 1449582"/>
                <a:gd name="connsiteX4424" fmla="*/ 1943064 w 3283645"/>
                <a:gd name="connsiteY4424" fmla="*/ 461890 h 1449582"/>
                <a:gd name="connsiteX4425" fmla="*/ 1948093 w 3283645"/>
                <a:gd name="connsiteY4425" fmla="*/ 467232 h 1449582"/>
                <a:gd name="connsiteX4426" fmla="*/ 1943064 w 3283645"/>
                <a:gd name="connsiteY4426" fmla="*/ 472407 h 1449582"/>
                <a:gd name="connsiteX4427" fmla="*/ 1948093 w 3283645"/>
                <a:gd name="connsiteY4427" fmla="*/ 472407 h 1449582"/>
                <a:gd name="connsiteX4428" fmla="*/ 1948093 w 3283645"/>
                <a:gd name="connsiteY4428" fmla="*/ 477415 h 1449582"/>
                <a:gd name="connsiteX4429" fmla="*/ 1948093 w 3283645"/>
                <a:gd name="connsiteY4429" fmla="*/ 482590 h 1449582"/>
                <a:gd name="connsiteX4430" fmla="*/ 1948093 w 3283645"/>
                <a:gd name="connsiteY4430" fmla="*/ 487932 h 1449582"/>
                <a:gd name="connsiteX4431" fmla="*/ 1943064 w 3283645"/>
                <a:gd name="connsiteY4431" fmla="*/ 487932 h 1449582"/>
                <a:gd name="connsiteX4432" fmla="*/ 1937866 w 3283645"/>
                <a:gd name="connsiteY4432" fmla="*/ 487932 h 1449582"/>
                <a:gd name="connsiteX4433" fmla="*/ 1932669 w 3283645"/>
                <a:gd name="connsiteY4433" fmla="*/ 487932 h 1449582"/>
                <a:gd name="connsiteX4434" fmla="*/ 1927303 w 3283645"/>
                <a:gd name="connsiteY4434" fmla="*/ 487932 h 1449582"/>
                <a:gd name="connsiteX4435" fmla="*/ 1922274 w 3283645"/>
                <a:gd name="connsiteY4435" fmla="*/ 487932 h 1449582"/>
                <a:gd name="connsiteX4436" fmla="*/ 1917076 w 3283645"/>
                <a:gd name="connsiteY4436" fmla="*/ 487932 h 1449582"/>
                <a:gd name="connsiteX4437" fmla="*/ 1911711 w 3283645"/>
                <a:gd name="connsiteY4437" fmla="*/ 493107 h 1449582"/>
                <a:gd name="connsiteX4438" fmla="*/ 1906681 w 3283645"/>
                <a:gd name="connsiteY4438" fmla="*/ 493107 h 1449582"/>
                <a:gd name="connsiteX4439" fmla="*/ 1901483 w 3283645"/>
                <a:gd name="connsiteY4439" fmla="*/ 493107 h 1449582"/>
                <a:gd name="connsiteX4440" fmla="*/ 1896286 w 3283645"/>
                <a:gd name="connsiteY4440" fmla="*/ 493107 h 1449582"/>
                <a:gd name="connsiteX4441" fmla="*/ 1891088 w 3283645"/>
                <a:gd name="connsiteY4441" fmla="*/ 493107 h 1449582"/>
                <a:gd name="connsiteX4442" fmla="*/ 1885891 w 3283645"/>
                <a:gd name="connsiteY4442" fmla="*/ 493107 h 1449582"/>
                <a:gd name="connsiteX4443" fmla="*/ 1880693 w 3283645"/>
                <a:gd name="connsiteY4443" fmla="*/ 493107 h 1449582"/>
                <a:gd name="connsiteX4444" fmla="*/ 1875496 w 3283645"/>
                <a:gd name="connsiteY4444" fmla="*/ 493107 h 1449582"/>
                <a:gd name="connsiteX4445" fmla="*/ 1870298 w 3283645"/>
                <a:gd name="connsiteY4445" fmla="*/ 493107 h 1449582"/>
                <a:gd name="connsiteX4446" fmla="*/ 1865101 w 3283645"/>
                <a:gd name="connsiteY4446" fmla="*/ 493107 h 1449582"/>
                <a:gd name="connsiteX4447" fmla="*/ 1859903 w 3283645"/>
                <a:gd name="connsiteY4447" fmla="*/ 493107 h 1449582"/>
                <a:gd name="connsiteX4448" fmla="*/ 1854706 w 3283645"/>
                <a:gd name="connsiteY4448" fmla="*/ 498115 h 1449582"/>
                <a:gd name="connsiteX4449" fmla="*/ 1849508 w 3283645"/>
                <a:gd name="connsiteY4449" fmla="*/ 498115 h 1449582"/>
                <a:gd name="connsiteX4450" fmla="*/ 1844311 w 3283645"/>
                <a:gd name="connsiteY4450" fmla="*/ 503290 h 1449582"/>
                <a:gd name="connsiteX4451" fmla="*/ 1839113 w 3283645"/>
                <a:gd name="connsiteY4451" fmla="*/ 498115 h 1449582"/>
                <a:gd name="connsiteX4452" fmla="*/ 1828718 w 3283645"/>
                <a:gd name="connsiteY4452" fmla="*/ 493107 h 1449582"/>
                <a:gd name="connsiteX4453" fmla="*/ 1818323 w 3283645"/>
                <a:gd name="connsiteY4453" fmla="*/ 498115 h 1449582"/>
                <a:gd name="connsiteX4454" fmla="*/ 1813126 w 3283645"/>
                <a:gd name="connsiteY4454" fmla="*/ 498115 h 1449582"/>
                <a:gd name="connsiteX4455" fmla="*/ 1802731 w 3283645"/>
                <a:gd name="connsiteY4455" fmla="*/ 493107 h 1449582"/>
                <a:gd name="connsiteX4456" fmla="*/ 1797533 w 3283645"/>
                <a:gd name="connsiteY4456" fmla="*/ 498115 h 1449582"/>
                <a:gd name="connsiteX4457" fmla="*/ 1797533 w 3283645"/>
                <a:gd name="connsiteY4457" fmla="*/ 487932 h 1449582"/>
                <a:gd name="connsiteX4458" fmla="*/ 1792336 w 3283645"/>
                <a:gd name="connsiteY4458" fmla="*/ 482590 h 1449582"/>
                <a:gd name="connsiteX4459" fmla="*/ 1792336 w 3283645"/>
                <a:gd name="connsiteY4459" fmla="*/ 477415 h 1449582"/>
                <a:gd name="connsiteX4460" fmla="*/ 1792336 w 3283645"/>
                <a:gd name="connsiteY4460" fmla="*/ 472407 h 1449582"/>
                <a:gd name="connsiteX4461" fmla="*/ 1792336 w 3283645"/>
                <a:gd name="connsiteY4461" fmla="*/ 467232 h 1449582"/>
                <a:gd name="connsiteX4462" fmla="*/ 1787138 w 3283645"/>
                <a:gd name="connsiteY4462" fmla="*/ 461890 h 1449582"/>
                <a:gd name="connsiteX4463" fmla="*/ 1792336 w 3283645"/>
                <a:gd name="connsiteY4463" fmla="*/ 456715 h 1449582"/>
                <a:gd name="connsiteX4464" fmla="*/ 1787138 w 3283645"/>
                <a:gd name="connsiteY4464" fmla="*/ 456715 h 1449582"/>
                <a:gd name="connsiteX4465" fmla="*/ 1787138 w 3283645"/>
                <a:gd name="connsiteY4465" fmla="*/ 451707 h 1449582"/>
                <a:gd name="connsiteX4466" fmla="*/ 1792336 w 3283645"/>
                <a:gd name="connsiteY4466" fmla="*/ 446532 h 1449582"/>
                <a:gd name="connsiteX4467" fmla="*/ 1465383 w 3283645"/>
                <a:gd name="connsiteY4467" fmla="*/ 446532 h 1449582"/>
                <a:gd name="connsiteX4468" fmla="*/ 1470516 w 3283645"/>
                <a:gd name="connsiteY4468" fmla="*/ 446532 h 1449582"/>
                <a:gd name="connsiteX4469" fmla="*/ 1475814 w 3283645"/>
                <a:gd name="connsiteY4469" fmla="*/ 446532 h 1449582"/>
                <a:gd name="connsiteX4470" fmla="*/ 1470516 w 3283645"/>
                <a:gd name="connsiteY4470" fmla="*/ 456679 h 1449582"/>
                <a:gd name="connsiteX4471" fmla="*/ 1470516 w 3283645"/>
                <a:gd name="connsiteY4471" fmla="*/ 461835 h 1449582"/>
                <a:gd name="connsiteX4472" fmla="*/ 1470516 w 3283645"/>
                <a:gd name="connsiteY4472" fmla="*/ 467158 h 1449582"/>
                <a:gd name="connsiteX4473" fmla="*/ 1465383 w 3283645"/>
                <a:gd name="connsiteY4473" fmla="*/ 467158 h 1449582"/>
                <a:gd name="connsiteX4474" fmla="*/ 1470516 w 3283645"/>
                <a:gd name="connsiteY4474" fmla="*/ 472314 h 1449582"/>
                <a:gd name="connsiteX4475" fmla="*/ 1470516 w 3283645"/>
                <a:gd name="connsiteY4475" fmla="*/ 477305 h 1449582"/>
                <a:gd name="connsiteX4476" fmla="*/ 1470516 w 3283645"/>
                <a:gd name="connsiteY4476" fmla="*/ 482461 h 1449582"/>
                <a:gd name="connsiteX4477" fmla="*/ 1470516 w 3283645"/>
                <a:gd name="connsiteY4477" fmla="*/ 487784 h 1449582"/>
                <a:gd name="connsiteX4478" fmla="*/ 1465383 w 3283645"/>
                <a:gd name="connsiteY4478" fmla="*/ 487784 h 1449582"/>
                <a:gd name="connsiteX4479" fmla="*/ 1465383 w 3283645"/>
                <a:gd name="connsiteY4479" fmla="*/ 482461 h 1449582"/>
                <a:gd name="connsiteX4480" fmla="*/ 1460251 w 3283645"/>
                <a:gd name="connsiteY4480" fmla="*/ 477305 h 1449582"/>
                <a:gd name="connsiteX4481" fmla="*/ 1460251 w 3283645"/>
                <a:gd name="connsiteY4481" fmla="*/ 472314 h 1449582"/>
                <a:gd name="connsiteX4482" fmla="*/ 1465383 w 3283645"/>
                <a:gd name="connsiteY4482" fmla="*/ 461835 h 1449582"/>
                <a:gd name="connsiteX4483" fmla="*/ 1465383 w 3283645"/>
                <a:gd name="connsiteY4483" fmla="*/ 451688 h 1449582"/>
                <a:gd name="connsiteX4484" fmla="*/ 1465383 w 3283645"/>
                <a:gd name="connsiteY4484" fmla="*/ 446532 h 1449582"/>
                <a:gd name="connsiteX4485" fmla="*/ 2078560 w 3283645"/>
                <a:gd name="connsiteY4485" fmla="*/ 441356 h 1449582"/>
                <a:gd name="connsiteX4486" fmla="*/ 2083761 w 3283645"/>
                <a:gd name="connsiteY4486" fmla="*/ 441356 h 1449582"/>
                <a:gd name="connsiteX4487" fmla="*/ 2088962 w 3283645"/>
                <a:gd name="connsiteY4487" fmla="*/ 441356 h 1449582"/>
                <a:gd name="connsiteX4488" fmla="*/ 2093995 w 3283645"/>
                <a:gd name="connsiteY4488" fmla="*/ 441356 h 1449582"/>
                <a:gd name="connsiteX4489" fmla="*/ 2093995 w 3283645"/>
                <a:gd name="connsiteY4489" fmla="*/ 446730 h 1449582"/>
                <a:gd name="connsiteX4490" fmla="*/ 2093995 w 3283645"/>
                <a:gd name="connsiteY4490" fmla="*/ 451936 h 1449582"/>
                <a:gd name="connsiteX4491" fmla="*/ 2099364 w 3283645"/>
                <a:gd name="connsiteY4491" fmla="*/ 456974 h 1449582"/>
                <a:gd name="connsiteX4492" fmla="*/ 2104565 w 3283645"/>
                <a:gd name="connsiteY4492" fmla="*/ 456974 h 1449582"/>
                <a:gd name="connsiteX4493" fmla="*/ 2109766 w 3283645"/>
                <a:gd name="connsiteY4493" fmla="*/ 456974 h 1449582"/>
                <a:gd name="connsiteX4494" fmla="*/ 2114799 w 3283645"/>
                <a:gd name="connsiteY4494" fmla="*/ 462180 h 1449582"/>
                <a:gd name="connsiteX4495" fmla="*/ 2120168 w 3283645"/>
                <a:gd name="connsiteY4495" fmla="*/ 467554 h 1449582"/>
                <a:gd name="connsiteX4496" fmla="*/ 2120168 w 3283645"/>
                <a:gd name="connsiteY4496" fmla="*/ 472760 h 1449582"/>
                <a:gd name="connsiteX4497" fmla="*/ 2125369 w 3283645"/>
                <a:gd name="connsiteY4497" fmla="*/ 472760 h 1449582"/>
                <a:gd name="connsiteX4498" fmla="*/ 2130570 w 3283645"/>
                <a:gd name="connsiteY4498" fmla="*/ 477798 h 1449582"/>
                <a:gd name="connsiteX4499" fmla="*/ 2135603 w 3283645"/>
                <a:gd name="connsiteY4499" fmla="*/ 483005 h 1449582"/>
                <a:gd name="connsiteX4500" fmla="*/ 2140971 w 3283645"/>
                <a:gd name="connsiteY4500" fmla="*/ 483005 h 1449582"/>
                <a:gd name="connsiteX4501" fmla="*/ 2146172 w 3283645"/>
                <a:gd name="connsiteY4501" fmla="*/ 488379 h 1449582"/>
                <a:gd name="connsiteX4502" fmla="*/ 2135603 w 3283645"/>
                <a:gd name="connsiteY4502" fmla="*/ 493585 h 1449582"/>
                <a:gd name="connsiteX4503" fmla="*/ 2135603 w 3283645"/>
                <a:gd name="connsiteY4503" fmla="*/ 498623 h 1449582"/>
                <a:gd name="connsiteX4504" fmla="*/ 2135603 w 3283645"/>
                <a:gd name="connsiteY4504" fmla="*/ 503829 h 1449582"/>
                <a:gd name="connsiteX4505" fmla="*/ 2130570 w 3283645"/>
                <a:gd name="connsiteY4505" fmla="*/ 503829 h 1449582"/>
                <a:gd name="connsiteX4506" fmla="*/ 2125369 w 3283645"/>
                <a:gd name="connsiteY4506" fmla="*/ 503829 h 1449582"/>
                <a:gd name="connsiteX4507" fmla="*/ 2120168 w 3283645"/>
                <a:gd name="connsiteY4507" fmla="*/ 509203 h 1449582"/>
                <a:gd name="connsiteX4508" fmla="*/ 2114799 w 3283645"/>
                <a:gd name="connsiteY4508" fmla="*/ 509203 h 1449582"/>
                <a:gd name="connsiteX4509" fmla="*/ 2114799 w 3283645"/>
                <a:gd name="connsiteY4509" fmla="*/ 503829 h 1449582"/>
                <a:gd name="connsiteX4510" fmla="*/ 2109766 w 3283645"/>
                <a:gd name="connsiteY4510" fmla="*/ 503829 h 1449582"/>
                <a:gd name="connsiteX4511" fmla="*/ 2109766 w 3283645"/>
                <a:gd name="connsiteY4511" fmla="*/ 498623 h 1449582"/>
                <a:gd name="connsiteX4512" fmla="*/ 2104565 w 3283645"/>
                <a:gd name="connsiteY4512" fmla="*/ 493585 h 1449582"/>
                <a:gd name="connsiteX4513" fmla="*/ 2099364 w 3283645"/>
                <a:gd name="connsiteY4513" fmla="*/ 493585 h 1449582"/>
                <a:gd name="connsiteX4514" fmla="*/ 2093995 w 3283645"/>
                <a:gd name="connsiteY4514" fmla="*/ 488379 h 1449582"/>
                <a:gd name="connsiteX4515" fmla="*/ 2088962 w 3283645"/>
                <a:gd name="connsiteY4515" fmla="*/ 488379 h 1449582"/>
                <a:gd name="connsiteX4516" fmla="*/ 2088962 w 3283645"/>
                <a:gd name="connsiteY4516" fmla="*/ 483005 h 1449582"/>
                <a:gd name="connsiteX4517" fmla="*/ 2083761 w 3283645"/>
                <a:gd name="connsiteY4517" fmla="*/ 483005 h 1449582"/>
                <a:gd name="connsiteX4518" fmla="*/ 2078560 w 3283645"/>
                <a:gd name="connsiteY4518" fmla="*/ 483005 h 1449582"/>
                <a:gd name="connsiteX4519" fmla="*/ 2073192 w 3283645"/>
                <a:gd name="connsiteY4519" fmla="*/ 477798 h 1449582"/>
                <a:gd name="connsiteX4520" fmla="*/ 2068159 w 3283645"/>
                <a:gd name="connsiteY4520" fmla="*/ 477798 h 1449582"/>
                <a:gd name="connsiteX4521" fmla="*/ 2062958 w 3283645"/>
                <a:gd name="connsiteY4521" fmla="*/ 477798 h 1449582"/>
                <a:gd name="connsiteX4522" fmla="*/ 2057757 w 3283645"/>
                <a:gd name="connsiteY4522" fmla="*/ 483005 h 1449582"/>
                <a:gd name="connsiteX4523" fmla="*/ 2057757 w 3283645"/>
                <a:gd name="connsiteY4523" fmla="*/ 477798 h 1449582"/>
                <a:gd name="connsiteX4524" fmla="*/ 2052388 w 3283645"/>
                <a:gd name="connsiteY4524" fmla="*/ 477798 h 1449582"/>
                <a:gd name="connsiteX4525" fmla="*/ 2047355 w 3283645"/>
                <a:gd name="connsiteY4525" fmla="*/ 483005 h 1449582"/>
                <a:gd name="connsiteX4526" fmla="*/ 2047355 w 3283645"/>
                <a:gd name="connsiteY4526" fmla="*/ 477798 h 1449582"/>
                <a:gd name="connsiteX4527" fmla="*/ 2042154 w 3283645"/>
                <a:gd name="connsiteY4527" fmla="*/ 467554 h 1449582"/>
                <a:gd name="connsiteX4528" fmla="*/ 2036953 w 3283645"/>
                <a:gd name="connsiteY4528" fmla="*/ 462180 h 1449582"/>
                <a:gd name="connsiteX4529" fmla="*/ 2042154 w 3283645"/>
                <a:gd name="connsiteY4529" fmla="*/ 462180 h 1449582"/>
                <a:gd name="connsiteX4530" fmla="*/ 2047355 w 3283645"/>
                <a:gd name="connsiteY4530" fmla="*/ 456974 h 1449582"/>
                <a:gd name="connsiteX4531" fmla="*/ 2052388 w 3283645"/>
                <a:gd name="connsiteY4531" fmla="*/ 451936 h 1449582"/>
                <a:gd name="connsiteX4532" fmla="*/ 2057757 w 3283645"/>
                <a:gd name="connsiteY4532" fmla="*/ 456974 h 1449582"/>
                <a:gd name="connsiteX4533" fmla="*/ 2062958 w 3283645"/>
                <a:gd name="connsiteY4533" fmla="*/ 456974 h 1449582"/>
                <a:gd name="connsiteX4534" fmla="*/ 2068159 w 3283645"/>
                <a:gd name="connsiteY4534" fmla="*/ 456974 h 1449582"/>
                <a:gd name="connsiteX4535" fmla="*/ 2073192 w 3283645"/>
                <a:gd name="connsiteY4535" fmla="*/ 456974 h 1449582"/>
                <a:gd name="connsiteX4536" fmla="*/ 2073192 w 3283645"/>
                <a:gd name="connsiteY4536" fmla="*/ 446730 h 1449582"/>
                <a:gd name="connsiteX4537" fmla="*/ 2078560 w 3283645"/>
                <a:gd name="connsiteY4537" fmla="*/ 446730 h 1449582"/>
                <a:gd name="connsiteX4538" fmla="*/ 2078560 w 3283645"/>
                <a:gd name="connsiteY4538" fmla="*/ 441356 h 1449582"/>
                <a:gd name="connsiteX4539" fmla="*/ 2207929 w 3283645"/>
                <a:gd name="connsiteY4539" fmla="*/ 436182 h 1449582"/>
                <a:gd name="connsiteX4540" fmla="*/ 2212972 w 3283645"/>
                <a:gd name="connsiteY4540" fmla="*/ 441424 h 1449582"/>
                <a:gd name="connsiteX4541" fmla="*/ 2218184 w 3283645"/>
                <a:gd name="connsiteY4541" fmla="*/ 441424 h 1449582"/>
                <a:gd name="connsiteX4542" fmla="*/ 2223564 w 3283645"/>
                <a:gd name="connsiteY4542" fmla="*/ 441424 h 1449582"/>
                <a:gd name="connsiteX4543" fmla="*/ 2228776 w 3283645"/>
                <a:gd name="connsiteY4543" fmla="*/ 436182 h 1449582"/>
                <a:gd name="connsiteX4544" fmla="*/ 2233819 w 3283645"/>
                <a:gd name="connsiteY4544" fmla="*/ 436182 h 1449582"/>
                <a:gd name="connsiteX4545" fmla="*/ 2239031 w 3283645"/>
                <a:gd name="connsiteY4545" fmla="*/ 436182 h 1449582"/>
                <a:gd name="connsiteX4546" fmla="*/ 2244411 w 3283645"/>
                <a:gd name="connsiteY4546" fmla="*/ 436182 h 1449582"/>
                <a:gd name="connsiteX4547" fmla="*/ 2249623 w 3283645"/>
                <a:gd name="connsiteY4547" fmla="*/ 436182 h 1449582"/>
                <a:gd name="connsiteX4548" fmla="*/ 2254666 w 3283645"/>
                <a:gd name="connsiteY4548" fmla="*/ 436182 h 1449582"/>
                <a:gd name="connsiteX4549" fmla="*/ 2259878 w 3283645"/>
                <a:gd name="connsiteY4549" fmla="*/ 436182 h 1449582"/>
                <a:gd name="connsiteX4550" fmla="*/ 2265258 w 3283645"/>
                <a:gd name="connsiteY4550" fmla="*/ 436182 h 1449582"/>
                <a:gd name="connsiteX4551" fmla="*/ 2270469 w 3283645"/>
                <a:gd name="connsiteY4551" fmla="*/ 436182 h 1449582"/>
                <a:gd name="connsiteX4552" fmla="*/ 2275513 w 3283645"/>
                <a:gd name="connsiteY4552" fmla="*/ 441424 h 1449582"/>
                <a:gd name="connsiteX4553" fmla="*/ 2270469 w 3283645"/>
                <a:gd name="connsiteY4553" fmla="*/ 441424 h 1449582"/>
                <a:gd name="connsiteX4554" fmla="*/ 2265258 w 3283645"/>
                <a:gd name="connsiteY4554" fmla="*/ 446835 h 1449582"/>
                <a:gd name="connsiteX4555" fmla="*/ 2254666 w 3283645"/>
                <a:gd name="connsiteY4555" fmla="*/ 446835 h 1449582"/>
                <a:gd name="connsiteX4556" fmla="*/ 2249623 w 3283645"/>
                <a:gd name="connsiteY4556" fmla="*/ 446835 h 1449582"/>
                <a:gd name="connsiteX4557" fmla="*/ 2249623 w 3283645"/>
                <a:gd name="connsiteY4557" fmla="*/ 452076 h 1449582"/>
                <a:gd name="connsiteX4558" fmla="*/ 2244411 w 3283645"/>
                <a:gd name="connsiteY4558" fmla="*/ 457149 h 1449582"/>
                <a:gd name="connsiteX4559" fmla="*/ 2239031 w 3283645"/>
                <a:gd name="connsiteY4559" fmla="*/ 452076 h 1449582"/>
                <a:gd name="connsiteX4560" fmla="*/ 2233819 w 3283645"/>
                <a:gd name="connsiteY4560" fmla="*/ 452076 h 1449582"/>
                <a:gd name="connsiteX4561" fmla="*/ 2228776 w 3283645"/>
                <a:gd name="connsiteY4561" fmla="*/ 452076 h 1449582"/>
                <a:gd name="connsiteX4562" fmla="*/ 2228776 w 3283645"/>
                <a:gd name="connsiteY4562" fmla="*/ 457149 h 1449582"/>
                <a:gd name="connsiteX4563" fmla="*/ 2223564 w 3283645"/>
                <a:gd name="connsiteY4563" fmla="*/ 457149 h 1449582"/>
                <a:gd name="connsiteX4564" fmla="*/ 2223564 w 3283645"/>
                <a:gd name="connsiteY4564" fmla="*/ 462391 h 1449582"/>
                <a:gd name="connsiteX4565" fmla="*/ 2218184 w 3283645"/>
                <a:gd name="connsiteY4565" fmla="*/ 467802 h 1449582"/>
                <a:gd name="connsiteX4566" fmla="*/ 2212972 w 3283645"/>
                <a:gd name="connsiteY4566" fmla="*/ 462391 h 1449582"/>
                <a:gd name="connsiteX4567" fmla="*/ 2218184 w 3283645"/>
                <a:gd name="connsiteY4567" fmla="*/ 457149 h 1449582"/>
                <a:gd name="connsiteX4568" fmla="*/ 2212972 w 3283645"/>
                <a:gd name="connsiteY4568" fmla="*/ 446835 h 1449582"/>
                <a:gd name="connsiteX4569" fmla="*/ 2202717 w 3283645"/>
                <a:gd name="connsiteY4569" fmla="*/ 446835 h 1449582"/>
                <a:gd name="connsiteX4570" fmla="*/ 2197337 w 3283645"/>
                <a:gd name="connsiteY4570" fmla="*/ 446835 h 1449582"/>
                <a:gd name="connsiteX4571" fmla="*/ 2202717 w 3283645"/>
                <a:gd name="connsiteY4571" fmla="*/ 441424 h 1449582"/>
                <a:gd name="connsiteX4572" fmla="*/ 2207929 w 3283645"/>
                <a:gd name="connsiteY4572" fmla="*/ 436182 h 1449582"/>
                <a:gd name="connsiteX4573" fmla="*/ 1714706 w 3283645"/>
                <a:gd name="connsiteY4573" fmla="*/ 431030 h 1449582"/>
                <a:gd name="connsiteX4574" fmla="*/ 1719852 w 3283645"/>
                <a:gd name="connsiteY4574" fmla="*/ 431030 h 1449582"/>
                <a:gd name="connsiteX4575" fmla="*/ 1719852 w 3283645"/>
                <a:gd name="connsiteY4575" fmla="*/ 436015 h 1449582"/>
                <a:gd name="connsiteX4576" fmla="*/ 1714706 w 3283645"/>
                <a:gd name="connsiteY4576" fmla="*/ 431030 h 1449582"/>
                <a:gd name="connsiteX4577" fmla="*/ 1756077 w 3283645"/>
                <a:gd name="connsiteY4577" fmla="*/ 425832 h 1449582"/>
                <a:gd name="connsiteX4578" fmla="*/ 1766221 w 3283645"/>
                <a:gd name="connsiteY4578" fmla="*/ 430966 h 1449582"/>
                <a:gd name="connsiteX4579" fmla="*/ 1771543 w 3283645"/>
                <a:gd name="connsiteY4579" fmla="*/ 430966 h 1449582"/>
                <a:gd name="connsiteX4580" fmla="*/ 1776698 w 3283645"/>
                <a:gd name="connsiteY4580" fmla="*/ 430966 h 1449582"/>
                <a:gd name="connsiteX4581" fmla="*/ 1781853 w 3283645"/>
                <a:gd name="connsiteY4581" fmla="*/ 425832 h 1449582"/>
                <a:gd name="connsiteX4582" fmla="*/ 1792164 w 3283645"/>
                <a:gd name="connsiteY4582" fmla="*/ 425832 h 1449582"/>
                <a:gd name="connsiteX4583" fmla="*/ 1797319 w 3283645"/>
                <a:gd name="connsiteY4583" fmla="*/ 425832 h 1449582"/>
                <a:gd name="connsiteX4584" fmla="*/ 1797319 w 3283645"/>
                <a:gd name="connsiteY4584" fmla="*/ 430966 h 1449582"/>
                <a:gd name="connsiteX4585" fmla="*/ 1792164 w 3283645"/>
                <a:gd name="connsiteY4585" fmla="*/ 435934 h 1449582"/>
                <a:gd name="connsiteX4586" fmla="*/ 1787008 w 3283645"/>
                <a:gd name="connsiteY4586" fmla="*/ 435934 h 1449582"/>
                <a:gd name="connsiteX4587" fmla="*/ 1781853 w 3283645"/>
                <a:gd name="connsiteY4587" fmla="*/ 430966 h 1449582"/>
                <a:gd name="connsiteX4588" fmla="*/ 1781853 w 3283645"/>
                <a:gd name="connsiteY4588" fmla="*/ 446366 h 1449582"/>
                <a:gd name="connsiteX4589" fmla="*/ 1776698 w 3283645"/>
                <a:gd name="connsiteY4589" fmla="*/ 446366 h 1449582"/>
                <a:gd name="connsiteX4590" fmla="*/ 1771543 w 3283645"/>
                <a:gd name="connsiteY4590" fmla="*/ 441067 h 1449582"/>
                <a:gd name="connsiteX4591" fmla="*/ 1766221 w 3283645"/>
                <a:gd name="connsiteY4591" fmla="*/ 441067 h 1449582"/>
                <a:gd name="connsiteX4592" fmla="*/ 1756077 w 3283645"/>
                <a:gd name="connsiteY4592" fmla="*/ 441067 h 1449582"/>
                <a:gd name="connsiteX4593" fmla="*/ 1750922 w 3283645"/>
                <a:gd name="connsiteY4593" fmla="*/ 435934 h 1449582"/>
                <a:gd name="connsiteX4594" fmla="*/ 1756077 w 3283645"/>
                <a:gd name="connsiteY4594" fmla="*/ 430966 h 1449582"/>
                <a:gd name="connsiteX4595" fmla="*/ 1756077 w 3283645"/>
                <a:gd name="connsiteY4595" fmla="*/ 425832 h 1449582"/>
                <a:gd name="connsiteX4596" fmla="*/ 1465659 w 3283645"/>
                <a:gd name="connsiteY4596" fmla="*/ 425832 h 1449582"/>
                <a:gd name="connsiteX4597" fmla="*/ 1476232 w 3283645"/>
                <a:gd name="connsiteY4597" fmla="*/ 431007 h 1449582"/>
                <a:gd name="connsiteX4598" fmla="*/ 1481266 w 3283645"/>
                <a:gd name="connsiteY4598" fmla="*/ 431007 h 1449582"/>
                <a:gd name="connsiteX4599" fmla="*/ 1491671 w 3283645"/>
                <a:gd name="connsiteY4599" fmla="*/ 425832 h 1449582"/>
                <a:gd name="connsiteX4600" fmla="*/ 1491671 w 3283645"/>
                <a:gd name="connsiteY4600" fmla="*/ 431007 h 1449582"/>
                <a:gd name="connsiteX4601" fmla="*/ 1496873 w 3283645"/>
                <a:gd name="connsiteY4601" fmla="*/ 431007 h 1449582"/>
                <a:gd name="connsiteX4602" fmla="*/ 1502075 w 3283645"/>
                <a:gd name="connsiteY4602" fmla="*/ 431007 h 1449582"/>
                <a:gd name="connsiteX4603" fmla="*/ 1507278 w 3283645"/>
                <a:gd name="connsiteY4603" fmla="*/ 431007 h 1449582"/>
                <a:gd name="connsiteX4604" fmla="*/ 1517850 w 3283645"/>
                <a:gd name="connsiteY4604" fmla="*/ 431007 h 1449582"/>
                <a:gd name="connsiteX4605" fmla="*/ 1522884 w 3283645"/>
                <a:gd name="connsiteY4605" fmla="*/ 431007 h 1449582"/>
                <a:gd name="connsiteX4606" fmla="*/ 1528087 w 3283645"/>
                <a:gd name="connsiteY4606" fmla="*/ 431007 h 1449582"/>
                <a:gd name="connsiteX4607" fmla="*/ 1528087 w 3283645"/>
                <a:gd name="connsiteY4607" fmla="*/ 436015 h 1449582"/>
                <a:gd name="connsiteX4608" fmla="*/ 1533289 w 3283645"/>
                <a:gd name="connsiteY4608" fmla="*/ 436015 h 1449582"/>
                <a:gd name="connsiteX4609" fmla="*/ 1538659 w 3283645"/>
                <a:gd name="connsiteY4609" fmla="*/ 436015 h 1449582"/>
                <a:gd name="connsiteX4610" fmla="*/ 1543693 w 3283645"/>
                <a:gd name="connsiteY4610" fmla="*/ 441190 h 1449582"/>
                <a:gd name="connsiteX4611" fmla="*/ 1554098 w 3283645"/>
                <a:gd name="connsiteY4611" fmla="*/ 436015 h 1449582"/>
                <a:gd name="connsiteX4612" fmla="*/ 1559468 w 3283645"/>
                <a:gd name="connsiteY4612" fmla="*/ 441190 h 1449582"/>
                <a:gd name="connsiteX4613" fmla="*/ 1564503 w 3283645"/>
                <a:gd name="connsiteY4613" fmla="*/ 441190 h 1449582"/>
                <a:gd name="connsiteX4614" fmla="*/ 1559468 w 3283645"/>
                <a:gd name="connsiteY4614" fmla="*/ 446532 h 1449582"/>
                <a:gd name="connsiteX4615" fmla="*/ 1554098 w 3283645"/>
                <a:gd name="connsiteY4615" fmla="*/ 446532 h 1449582"/>
                <a:gd name="connsiteX4616" fmla="*/ 1543693 w 3283645"/>
                <a:gd name="connsiteY4616" fmla="*/ 451707 h 1449582"/>
                <a:gd name="connsiteX4617" fmla="*/ 1538659 w 3283645"/>
                <a:gd name="connsiteY4617" fmla="*/ 461890 h 1449582"/>
                <a:gd name="connsiteX4618" fmla="*/ 1538659 w 3283645"/>
                <a:gd name="connsiteY4618" fmla="*/ 472408 h 1449582"/>
                <a:gd name="connsiteX4619" fmla="*/ 1538659 w 3283645"/>
                <a:gd name="connsiteY4619" fmla="*/ 477416 h 1449582"/>
                <a:gd name="connsiteX4620" fmla="*/ 1533289 w 3283645"/>
                <a:gd name="connsiteY4620" fmla="*/ 477416 h 1449582"/>
                <a:gd name="connsiteX4621" fmla="*/ 1528087 w 3283645"/>
                <a:gd name="connsiteY4621" fmla="*/ 487933 h 1449582"/>
                <a:gd name="connsiteX4622" fmla="*/ 1517850 w 3283645"/>
                <a:gd name="connsiteY4622" fmla="*/ 493108 h 1449582"/>
                <a:gd name="connsiteX4623" fmla="*/ 1507278 w 3283645"/>
                <a:gd name="connsiteY4623" fmla="*/ 493108 h 1449582"/>
                <a:gd name="connsiteX4624" fmla="*/ 1496873 w 3283645"/>
                <a:gd name="connsiteY4624" fmla="*/ 493108 h 1449582"/>
                <a:gd name="connsiteX4625" fmla="*/ 1491671 w 3283645"/>
                <a:gd name="connsiteY4625" fmla="*/ 498116 h 1449582"/>
                <a:gd name="connsiteX4626" fmla="*/ 1486468 w 3283645"/>
                <a:gd name="connsiteY4626" fmla="*/ 498116 h 1449582"/>
                <a:gd name="connsiteX4627" fmla="*/ 1476232 w 3283645"/>
                <a:gd name="connsiteY4627" fmla="*/ 487933 h 1449582"/>
                <a:gd name="connsiteX4628" fmla="*/ 1481266 w 3283645"/>
                <a:gd name="connsiteY4628" fmla="*/ 482591 h 1449582"/>
                <a:gd name="connsiteX4629" fmla="*/ 1476232 w 3283645"/>
                <a:gd name="connsiteY4629" fmla="*/ 477416 h 1449582"/>
                <a:gd name="connsiteX4630" fmla="*/ 1481266 w 3283645"/>
                <a:gd name="connsiteY4630" fmla="*/ 477416 h 1449582"/>
                <a:gd name="connsiteX4631" fmla="*/ 1481266 w 3283645"/>
                <a:gd name="connsiteY4631" fmla="*/ 472408 h 1449582"/>
                <a:gd name="connsiteX4632" fmla="*/ 1476232 w 3283645"/>
                <a:gd name="connsiteY4632" fmla="*/ 467232 h 1449582"/>
                <a:gd name="connsiteX4633" fmla="*/ 1481266 w 3283645"/>
                <a:gd name="connsiteY4633" fmla="*/ 467232 h 1449582"/>
                <a:gd name="connsiteX4634" fmla="*/ 1481266 w 3283645"/>
                <a:gd name="connsiteY4634" fmla="*/ 456715 h 1449582"/>
                <a:gd name="connsiteX4635" fmla="*/ 1481266 w 3283645"/>
                <a:gd name="connsiteY4635" fmla="*/ 451707 h 1449582"/>
                <a:gd name="connsiteX4636" fmla="*/ 1486468 w 3283645"/>
                <a:gd name="connsiteY4636" fmla="*/ 446532 h 1449582"/>
                <a:gd name="connsiteX4637" fmla="*/ 1481266 w 3283645"/>
                <a:gd name="connsiteY4637" fmla="*/ 441190 h 1449582"/>
                <a:gd name="connsiteX4638" fmla="*/ 1481266 w 3283645"/>
                <a:gd name="connsiteY4638" fmla="*/ 436015 h 1449582"/>
                <a:gd name="connsiteX4639" fmla="*/ 1476232 w 3283645"/>
                <a:gd name="connsiteY4639" fmla="*/ 436015 h 1449582"/>
                <a:gd name="connsiteX4640" fmla="*/ 1470862 w 3283645"/>
                <a:gd name="connsiteY4640" fmla="*/ 436015 h 1449582"/>
                <a:gd name="connsiteX4641" fmla="*/ 1470862 w 3283645"/>
                <a:gd name="connsiteY4641" fmla="*/ 441190 h 1449582"/>
                <a:gd name="connsiteX4642" fmla="*/ 1465659 w 3283645"/>
                <a:gd name="connsiteY4642" fmla="*/ 436015 h 1449582"/>
                <a:gd name="connsiteX4643" fmla="*/ 1460457 w 3283645"/>
                <a:gd name="connsiteY4643" fmla="*/ 431007 h 1449582"/>
                <a:gd name="connsiteX4644" fmla="*/ 1465659 w 3283645"/>
                <a:gd name="connsiteY4644" fmla="*/ 431007 h 1449582"/>
                <a:gd name="connsiteX4645" fmla="*/ 1465659 w 3283645"/>
                <a:gd name="connsiteY4645" fmla="*/ 425832 h 1449582"/>
                <a:gd name="connsiteX4646" fmla="*/ 2857305 w 3283645"/>
                <a:gd name="connsiteY4646" fmla="*/ 415482 h 1449582"/>
                <a:gd name="connsiteX4647" fmla="*/ 2862455 w 3283645"/>
                <a:gd name="connsiteY4647" fmla="*/ 415482 h 1449582"/>
                <a:gd name="connsiteX4648" fmla="*/ 2872755 w 3283645"/>
                <a:gd name="connsiteY4648" fmla="*/ 420490 h 1449582"/>
                <a:gd name="connsiteX4649" fmla="*/ 2877905 w 3283645"/>
                <a:gd name="connsiteY4649" fmla="*/ 420490 h 1449582"/>
                <a:gd name="connsiteX4650" fmla="*/ 2883055 w 3283645"/>
                <a:gd name="connsiteY4650" fmla="*/ 425832 h 1449582"/>
                <a:gd name="connsiteX4651" fmla="*/ 2877905 w 3283645"/>
                <a:gd name="connsiteY4651" fmla="*/ 425832 h 1449582"/>
                <a:gd name="connsiteX4652" fmla="*/ 2872755 w 3283645"/>
                <a:gd name="connsiteY4652" fmla="*/ 431007 h 1449582"/>
                <a:gd name="connsiteX4653" fmla="*/ 2867605 w 3283645"/>
                <a:gd name="connsiteY4653" fmla="*/ 436015 h 1449582"/>
                <a:gd name="connsiteX4654" fmla="*/ 2862455 w 3283645"/>
                <a:gd name="connsiteY4654" fmla="*/ 436015 h 1449582"/>
                <a:gd name="connsiteX4655" fmla="*/ 2857305 w 3283645"/>
                <a:gd name="connsiteY4655" fmla="*/ 431007 h 1449582"/>
                <a:gd name="connsiteX4656" fmla="*/ 2852155 w 3283645"/>
                <a:gd name="connsiteY4656" fmla="*/ 431007 h 1449582"/>
                <a:gd name="connsiteX4657" fmla="*/ 2857305 w 3283645"/>
                <a:gd name="connsiteY4657" fmla="*/ 425832 h 1449582"/>
                <a:gd name="connsiteX4658" fmla="*/ 2857305 w 3283645"/>
                <a:gd name="connsiteY4658" fmla="*/ 420490 h 1449582"/>
                <a:gd name="connsiteX4659" fmla="*/ 909473 w 3283645"/>
                <a:gd name="connsiteY4659" fmla="*/ 410501 h 1449582"/>
                <a:gd name="connsiteX4660" fmla="*/ 914835 w 3283645"/>
                <a:gd name="connsiteY4660" fmla="*/ 410501 h 1449582"/>
                <a:gd name="connsiteX4661" fmla="*/ 909473 w 3283645"/>
                <a:gd name="connsiteY4661" fmla="*/ 415704 h 1449582"/>
                <a:gd name="connsiteX4662" fmla="*/ 2083625 w 3283645"/>
                <a:gd name="connsiteY4662" fmla="*/ 410306 h 1449582"/>
                <a:gd name="connsiteX4663" fmla="*/ 2088826 w 3283645"/>
                <a:gd name="connsiteY4663" fmla="*/ 420489 h 1449582"/>
                <a:gd name="connsiteX4664" fmla="*/ 2093859 w 3283645"/>
                <a:gd name="connsiteY4664" fmla="*/ 425831 h 1449582"/>
                <a:gd name="connsiteX4665" fmla="*/ 2099228 w 3283645"/>
                <a:gd name="connsiteY4665" fmla="*/ 425831 h 1449582"/>
                <a:gd name="connsiteX4666" fmla="*/ 2104428 w 3283645"/>
                <a:gd name="connsiteY4666" fmla="*/ 420489 h 1449582"/>
                <a:gd name="connsiteX4667" fmla="*/ 2104428 w 3283645"/>
                <a:gd name="connsiteY4667" fmla="*/ 425831 h 1449582"/>
                <a:gd name="connsiteX4668" fmla="*/ 2114663 w 3283645"/>
                <a:gd name="connsiteY4668" fmla="*/ 431006 h 1449582"/>
                <a:gd name="connsiteX4669" fmla="*/ 2120031 w 3283645"/>
                <a:gd name="connsiteY4669" fmla="*/ 431006 h 1449582"/>
                <a:gd name="connsiteX4670" fmla="*/ 2125232 w 3283645"/>
                <a:gd name="connsiteY4670" fmla="*/ 431006 h 1449582"/>
                <a:gd name="connsiteX4671" fmla="*/ 2135466 w 3283645"/>
                <a:gd name="connsiteY4671" fmla="*/ 431006 h 1449582"/>
                <a:gd name="connsiteX4672" fmla="*/ 2140835 w 3283645"/>
                <a:gd name="connsiteY4672" fmla="*/ 431006 h 1449582"/>
                <a:gd name="connsiteX4673" fmla="*/ 2146036 w 3283645"/>
                <a:gd name="connsiteY4673" fmla="*/ 431006 h 1449582"/>
                <a:gd name="connsiteX4674" fmla="*/ 2146036 w 3283645"/>
                <a:gd name="connsiteY4674" fmla="*/ 436014 h 1449582"/>
                <a:gd name="connsiteX4675" fmla="*/ 2156270 w 3283645"/>
                <a:gd name="connsiteY4675" fmla="*/ 446531 h 1449582"/>
                <a:gd name="connsiteX4676" fmla="*/ 2156270 w 3283645"/>
                <a:gd name="connsiteY4676" fmla="*/ 451706 h 1449582"/>
                <a:gd name="connsiteX4677" fmla="*/ 2161639 w 3283645"/>
                <a:gd name="connsiteY4677" fmla="*/ 456715 h 1449582"/>
                <a:gd name="connsiteX4678" fmla="*/ 2166839 w 3283645"/>
                <a:gd name="connsiteY4678" fmla="*/ 456715 h 1449582"/>
                <a:gd name="connsiteX4679" fmla="*/ 2172040 w 3283645"/>
                <a:gd name="connsiteY4679" fmla="*/ 461890 h 1449582"/>
                <a:gd name="connsiteX4680" fmla="*/ 2166839 w 3283645"/>
                <a:gd name="connsiteY4680" fmla="*/ 461890 h 1449582"/>
                <a:gd name="connsiteX4681" fmla="*/ 2161639 w 3283645"/>
                <a:gd name="connsiteY4681" fmla="*/ 467232 h 1449582"/>
                <a:gd name="connsiteX4682" fmla="*/ 2161639 w 3283645"/>
                <a:gd name="connsiteY4682" fmla="*/ 472407 h 1449582"/>
                <a:gd name="connsiteX4683" fmla="*/ 2161639 w 3283645"/>
                <a:gd name="connsiteY4683" fmla="*/ 477415 h 1449582"/>
                <a:gd name="connsiteX4684" fmla="*/ 2151237 w 3283645"/>
                <a:gd name="connsiteY4684" fmla="*/ 477415 h 1449582"/>
                <a:gd name="connsiteX4685" fmla="*/ 2146036 w 3283645"/>
                <a:gd name="connsiteY4685" fmla="*/ 472407 h 1449582"/>
                <a:gd name="connsiteX4686" fmla="*/ 2140835 w 3283645"/>
                <a:gd name="connsiteY4686" fmla="*/ 472407 h 1449582"/>
                <a:gd name="connsiteX4687" fmla="*/ 2135466 w 3283645"/>
                <a:gd name="connsiteY4687" fmla="*/ 472407 h 1449582"/>
                <a:gd name="connsiteX4688" fmla="*/ 2135466 w 3283645"/>
                <a:gd name="connsiteY4688" fmla="*/ 467232 h 1449582"/>
                <a:gd name="connsiteX4689" fmla="*/ 2130433 w 3283645"/>
                <a:gd name="connsiteY4689" fmla="*/ 461890 h 1449582"/>
                <a:gd name="connsiteX4690" fmla="*/ 2125232 w 3283645"/>
                <a:gd name="connsiteY4690" fmla="*/ 461890 h 1449582"/>
                <a:gd name="connsiteX4691" fmla="*/ 2120031 w 3283645"/>
                <a:gd name="connsiteY4691" fmla="*/ 456715 h 1449582"/>
                <a:gd name="connsiteX4692" fmla="*/ 2120031 w 3283645"/>
                <a:gd name="connsiteY4692" fmla="*/ 451706 h 1449582"/>
                <a:gd name="connsiteX4693" fmla="*/ 2114663 w 3283645"/>
                <a:gd name="connsiteY4693" fmla="*/ 446531 h 1449582"/>
                <a:gd name="connsiteX4694" fmla="*/ 2109629 w 3283645"/>
                <a:gd name="connsiteY4694" fmla="*/ 446531 h 1449582"/>
                <a:gd name="connsiteX4695" fmla="*/ 2104428 w 3283645"/>
                <a:gd name="connsiteY4695" fmla="*/ 446531 h 1449582"/>
                <a:gd name="connsiteX4696" fmla="*/ 2104428 w 3283645"/>
                <a:gd name="connsiteY4696" fmla="*/ 441189 h 1449582"/>
                <a:gd name="connsiteX4697" fmla="*/ 2099228 w 3283645"/>
                <a:gd name="connsiteY4697" fmla="*/ 436014 h 1449582"/>
                <a:gd name="connsiteX4698" fmla="*/ 2093859 w 3283645"/>
                <a:gd name="connsiteY4698" fmla="*/ 436014 h 1449582"/>
                <a:gd name="connsiteX4699" fmla="*/ 2093859 w 3283645"/>
                <a:gd name="connsiteY4699" fmla="*/ 431006 h 1449582"/>
                <a:gd name="connsiteX4700" fmla="*/ 2088826 w 3283645"/>
                <a:gd name="connsiteY4700" fmla="*/ 431006 h 1449582"/>
                <a:gd name="connsiteX4701" fmla="*/ 2083625 w 3283645"/>
                <a:gd name="connsiteY4701" fmla="*/ 431006 h 1449582"/>
                <a:gd name="connsiteX4702" fmla="*/ 2073055 w 3283645"/>
                <a:gd name="connsiteY4702" fmla="*/ 436014 h 1449582"/>
                <a:gd name="connsiteX4703" fmla="*/ 2068022 w 3283645"/>
                <a:gd name="connsiteY4703" fmla="*/ 441189 h 1449582"/>
                <a:gd name="connsiteX4704" fmla="*/ 2068022 w 3283645"/>
                <a:gd name="connsiteY4704" fmla="*/ 446531 h 1449582"/>
                <a:gd name="connsiteX4705" fmla="*/ 2062821 w 3283645"/>
                <a:gd name="connsiteY4705" fmla="*/ 446531 h 1449582"/>
                <a:gd name="connsiteX4706" fmla="*/ 2062821 w 3283645"/>
                <a:gd name="connsiteY4706" fmla="*/ 415481 h 1449582"/>
                <a:gd name="connsiteX4707" fmla="*/ 2083625 w 3283645"/>
                <a:gd name="connsiteY4707" fmla="*/ 410306 h 1449582"/>
                <a:gd name="connsiteX4708" fmla="*/ 1694012 w 3283645"/>
                <a:gd name="connsiteY4708" fmla="*/ 410306 h 1449582"/>
                <a:gd name="connsiteX4709" fmla="*/ 1709409 w 3283645"/>
                <a:gd name="connsiteY4709" fmla="*/ 415440 h 1449582"/>
                <a:gd name="connsiteX4710" fmla="*/ 1714541 w 3283645"/>
                <a:gd name="connsiteY4710" fmla="*/ 415440 h 1449582"/>
                <a:gd name="connsiteX4711" fmla="*/ 1714541 w 3283645"/>
                <a:gd name="connsiteY4711" fmla="*/ 420408 h 1449582"/>
                <a:gd name="connsiteX4712" fmla="*/ 1714541 w 3283645"/>
                <a:gd name="connsiteY4712" fmla="*/ 425707 h 1449582"/>
                <a:gd name="connsiteX4713" fmla="*/ 1709409 w 3283645"/>
                <a:gd name="connsiteY4713" fmla="*/ 430840 h 1449582"/>
                <a:gd name="connsiteX4714" fmla="*/ 1704277 w 3283645"/>
                <a:gd name="connsiteY4714" fmla="*/ 425707 h 1449582"/>
                <a:gd name="connsiteX4715" fmla="*/ 1704277 w 3283645"/>
                <a:gd name="connsiteY4715" fmla="*/ 420408 h 1449582"/>
                <a:gd name="connsiteX4716" fmla="*/ 1699144 w 3283645"/>
                <a:gd name="connsiteY4716" fmla="*/ 415440 h 1449582"/>
                <a:gd name="connsiteX4717" fmla="*/ 1694012 w 3283645"/>
                <a:gd name="connsiteY4717" fmla="*/ 415440 h 1449582"/>
                <a:gd name="connsiteX4718" fmla="*/ 1694012 w 3283645"/>
                <a:gd name="connsiteY4718" fmla="*/ 410306 h 1449582"/>
                <a:gd name="connsiteX4719" fmla="*/ 1683664 w 3283645"/>
                <a:gd name="connsiteY4719" fmla="*/ 410306 h 1449582"/>
                <a:gd name="connsiteX4720" fmla="*/ 1688675 w 3283645"/>
                <a:gd name="connsiteY4720" fmla="*/ 415481 h 1449582"/>
                <a:gd name="connsiteX4721" fmla="*/ 1688675 w 3283645"/>
                <a:gd name="connsiteY4721" fmla="*/ 420489 h 1449582"/>
                <a:gd name="connsiteX4722" fmla="*/ 1683664 w 3283645"/>
                <a:gd name="connsiteY4722" fmla="*/ 415481 h 1449582"/>
                <a:gd name="connsiteX4723" fmla="*/ 940434 w 3283645"/>
                <a:gd name="connsiteY4723" fmla="*/ 410306 h 1449582"/>
                <a:gd name="connsiteX4724" fmla="*/ 945674 w 3283645"/>
                <a:gd name="connsiteY4724" fmla="*/ 410306 h 1449582"/>
                <a:gd name="connsiteX4725" fmla="*/ 940434 w 3283645"/>
                <a:gd name="connsiteY4725" fmla="*/ 420489 h 1449582"/>
                <a:gd name="connsiteX4726" fmla="*/ 935193 w 3283645"/>
                <a:gd name="connsiteY4726" fmla="*/ 420489 h 1449582"/>
                <a:gd name="connsiteX4727" fmla="*/ 929784 w 3283645"/>
                <a:gd name="connsiteY4727" fmla="*/ 415481 h 1449582"/>
                <a:gd name="connsiteX4728" fmla="*/ 935193 w 3283645"/>
                <a:gd name="connsiteY4728" fmla="*/ 415481 h 1449582"/>
                <a:gd name="connsiteX4729" fmla="*/ 950746 w 3283645"/>
                <a:gd name="connsiteY4729" fmla="*/ 405131 h 1449582"/>
                <a:gd name="connsiteX4730" fmla="*/ 956155 w 3283645"/>
                <a:gd name="connsiteY4730" fmla="*/ 405131 h 1449582"/>
                <a:gd name="connsiteX4731" fmla="*/ 961396 w 3283645"/>
                <a:gd name="connsiteY4731" fmla="*/ 405131 h 1449582"/>
                <a:gd name="connsiteX4732" fmla="*/ 956155 w 3283645"/>
                <a:gd name="connsiteY4732" fmla="*/ 410306 h 1449582"/>
                <a:gd name="connsiteX4733" fmla="*/ 950746 w 3283645"/>
                <a:gd name="connsiteY4733" fmla="*/ 410306 h 1449582"/>
                <a:gd name="connsiteX4734" fmla="*/ 950746 w 3283645"/>
                <a:gd name="connsiteY4734" fmla="*/ 405131 h 1449582"/>
                <a:gd name="connsiteX4735" fmla="*/ 1724998 w 3283645"/>
                <a:gd name="connsiteY4735" fmla="*/ 399956 h 1449582"/>
                <a:gd name="connsiteX4736" fmla="*/ 1730144 w 3283645"/>
                <a:gd name="connsiteY4736" fmla="*/ 405273 h 1449582"/>
                <a:gd name="connsiteX4737" fmla="*/ 1735290 w 3283645"/>
                <a:gd name="connsiteY4737" fmla="*/ 410425 h 1449582"/>
                <a:gd name="connsiteX4738" fmla="*/ 1740436 w 3283645"/>
                <a:gd name="connsiteY4738" fmla="*/ 420561 h 1449582"/>
                <a:gd name="connsiteX4739" fmla="*/ 1745582 w 3283645"/>
                <a:gd name="connsiteY4739" fmla="*/ 420561 h 1449582"/>
                <a:gd name="connsiteX4740" fmla="*/ 1745582 w 3283645"/>
                <a:gd name="connsiteY4740" fmla="*/ 425878 h 1449582"/>
                <a:gd name="connsiteX4741" fmla="*/ 1745582 w 3283645"/>
                <a:gd name="connsiteY4741" fmla="*/ 431030 h 1449582"/>
                <a:gd name="connsiteX4742" fmla="*/ 1740436 w 3283645"/>
                <a:gd name="connsiteY4742" fmla="*/ 436015 h 1449582"/>
                <a:gd name="connsiteX4743" fmla="*/ 1735290 w 3283645"/>
                <a:gd name="connsiteY4743" fmla="*/ 436015 h 1449582"/>
                <a:gd name="connsiteX4744" fmla="*/ 1730144 w 3283645"/>
                <a:gd name="connsiteY4744" fmla="*/ 436015 h 1449582"/>
                <a:gd name="connsiteX4745" fmla="*/ 1724998 w 3283645"/>
                <a:gd name="connsiteY4745" fmla="*/ 431030 h 1449582"/>
                <a:gd name="connsiteX4746" fmla="*/ 1719852 w 3283645"/>
                <a:gd name="connsiteY4746" fmla="*/ 431030 h 1449582"/>
                <a:gd name="connsiteX4747" fmla="*/ 1724998 w 3283645"/>
                <a:gd name="connsiteY4747" fmla="*/ 420561 h 1449582"/>
                <a:gd name="connsiteX4748" fmla="*/ 1724998 w 3283645"/>
                <a:gd name="connsiteY4748" fmla="*/ 415576 h 1449582"/>
                <a:gd name="connsiteX4749" fmla="*/ 1724998 w 3283645"/>
                <a:gd name="connsiteY4749" fmla="*/ 410425 h 1449582"/>
                <a:gd name="connsiteX4750" fmla="*/ 1724998 w 3283645"/>
                <a:gd name="connsiteY4750" fmla="*/ 405273 h 1449582"/>
                <a:gd name="connsiteX4751" fmla="*/ 1724998 w 3283645"/>
                <a:gd name="connsiteY4751" fmla="*/ 399956 h 1449582"/>
                <a:gd name="connsiteX4752" fmla="*/ 1688838 w 3283645"/>
                <a:gd name="connsiteY4752" fmla="*/ 399956 h 1449582"/>
                <a:gd name="connsiteX4753" fmla="*/ 1693929 w 3283645"/>
                <a:gd name="connsiteY4753" fmla="*/ 399956 h 1449582"/>
                <a:gd name="connsiteX4754" fmla="*/ 1699021 w 3283645"/>
                <a:gd name="connsiteY4754" fmla="*/ 399956 h 1449582"/>
                <a:gd name="connsiteX4755" fmla="*/ 1699021 w 3283645"/>
                <a:gd name="connsiteY4755" fmla="*/ 404974 h 1449582"/>
                <a:gd name="connsiteX4756" fmla="*/ 1693929 w 3283645"/>
                <a:gd name="connsiteY4756" fmla="*/ 404974 h 1449582"/>
                <a:gd name="connsiteX4757" fmla="*/ 1688838 w 3283645"/>
                <a:gd name="connsiteY4757" fmla="*/ 404974 h 1449582"/>
                <a:gd name="connsiteX4758" fmla="*/ 1688838 w 3283645"/>
                <a:gd name="connsiteY4758" fmla="*/ 399956 h 1449582"/>
                <a:gd name="connsiteX4759" fmla="*/ 1673317 w 3283645"/>
                <a:gd name="connsiteY4759" fmla="*/ 399710 h 1449582"/>
                <a:gd name="connsiteX4760" fmla="*/ 1678408 w 3283645"/>
                <a:gd name="connsiteY4760" fmla="*/ 399710 h 1449582"/>
                <a:gd name="connsiteX4761" fmla="*/ 1673317 w 3283645"/>
                <a:gd name="connsiteY4761" fmla="*/ 404967 h 1449582"/>
                <a:gd name="connsiteX4762" fmla="*/ 1673317 w 3283645"/>
                <a:gd name="connsiteY4762" fmla="*/ 399710 h 1449582"/>
                <a:gd name="connsiteX4763" fmla="*/ 1859970 w 3283645"/>
                <a:gd name="connsiteY4763" fmla="*/ 395266 h 1449582"/>
                <a:gd name="connsiteX4764" fmla="*/ 1859970 w 3283645"/>
                <a:gd name="connsiteY4764" fmla="*/ 400302 h 1449582"/>
                <a:gd name="connsiteX4765" fmla="*/ 1865163 w 3283645"/>
                <a:gd name="connsiteY4765" fmla="*/ 405674 h 1449582"/>
                <a:gd name="connsiteX4766" fmla="*/ 1865163 w 3283645"/>
                <a:gd name="connsiteY4766" fmla="*/ 410878 h 1449582"/>
                <a:gd name="connsiteX4767" fmla="*/ 1859970 w 3283645"/>
                <a:gd name="connsiteY4767" fmla="*/ 410878 h 1449582"/>
                <a:gd name="connsiteX4768" fmla="*/ 1854777 w 3283645"/>
                <a:gd name="connsiteY4768" fmla="*/ 410878 h 1449582"/>
                <a:gd name="connsiteX4769" fmla="*/ 1854777 w 3283645"/>
                <a:gd name="connsiteY4769" fmla="*/ 405674 h 1449582"/>
                <a:gd name="connsiteX4770" fmla="*/ 1859970 w 3283645"/>
                <a:gd name="connsiteY4770" fmla="*/ 395266 h 1449582"/>
                <a:gd name="connsiteX4771" fmla="*/ 1678408 w 3283645"/>
                <a:gd name="connsiteY4771" fmla="*/ 394781 h 1449582"/>
                <a:gd name="connsiteX4772" fmla="*/ 1683500 w 3283645"/>
                <a:gd name="connsiteY4772" fmla="*/ 394781 h 1449582"/>
                <a:gd name="connsiteX4773" fmla="*/ 1683500 w 3283645"/>
                <a:gd name="connsiteY4773" fmla="*/ 399710 h 1449582"/>
                <a:gd name="connsiteX4774" fmla="*/ 1678408 w 3283645"/>
                <a:gd name="connsiteY4774" fmla="*/ 399710 h 1449582"/>
                <a:gd name="connsiteX4775" fmla="*/ 1678408 w 3283645"/>
                <a:gd name="connsiteY4775" fmla="*/ 394781 h 1449582"/>
                <a:gd name="connsiteX4776" fmla="*/ 1636625 w 3283645"/>
                <a:gd name="connsiteY4776" fmla="*/ 394781 h 1449582"/>
                <a:gd name="connsiteX4777" fmla="*/ 1642008 w 3283645"/>
                <a:gd name="connsiteY4777" fmla="*/ 394781 h 1449582"/>
                <a:gd name="connsiteX4778" fmla="*/ 1646889 w 3283645"/>
                <a:gd name="connsiteY4778" fmla="*/ 394781 h 1449582"/>
                <a:gd name="connsiteX4779" fmla="*/ 1652106 w 3283645"/>
                <a:gd name="connsiteY4779" fmla="*/ 394781 h 1449582"/>
                <a:gd name="connsiteX4780" fmla="*/ 1657323 w 3283645"/>
                <a:gd name="connsiteY4780" fmla="*/ 394781 h 1449582"/>
                <a:gd name="connsiteX4781" fmla="*/ 1662541 w 3283645"/>
                <a:gd name="connsiteY4781" fmla="*/ 394781 h 1449582"/>
                <a:gd name="connsiteX4782" fmla="*/ 1662541 w 3283645"/>
                <a:gd name="connsiteY4782" fmla="*/ 399789 h 1449582"/>
                <a:gd name="connsiteX4783" fmla="*/ 1657323 w 3283645"/>
                <a:gd name="connsiteY4783" fmla="*/ 399789 h 1449582"/>
                <a:gd name="connsiteX4784" fmla="*/ 1652106 w 3283645"/>
                <a:gd name="connsiteY4784" fmla="*/ 405131 h 1449582"/>
                <a:gd name="connsiteX4785" fmla="*/ 1652106 w 3283645"/>
                <a:gd name="connsiteY4785" fmla="*/ 410306 h 1449582"/>
                <a:gd name="connsiteX4786" fmla="*/ 1652106 w 3283645"/>
                <a:gd name="connsiteY4786" fmla="*/ 415481 h 1449582"/>
                <a:gd name="connsiteX4787" fmla="*/ 1652106 w 3283645"/>
                <a:gd name="connsiteY4787" fmla="*/ 420489 h 1449582"/>
                <a:gd name="connsiteX4788" fmla="*/ 1657323 w 3283645"/>
                <a:gd name="connsiteY4788" fmla="*/ 425831 h 1449582"/>
                <a:gd name="connsiteX4789" fmla="*/ 1662541 w 3283645"/>
                <a:gd name="connsiteY4789" fmla="*/ 431006 h 1449582"/>
                <a:gd name="connsiteX4790" fmla="*/ 1667758 w 3283645"/>
                <a:gd name="connsiteY4790" fmla="*/ 431006 h 1449582"/>
                <a:gd name="connsiteX4791" fmla="*/ 1667758 w 3283645"/>
                <a:gd name="connsiteY4791" fmla="*/ 436014 h 1449582"/>
                <a:gd name="connsiteX4792" fmla="*/ 1672975 w 3283645"/>
                <a:gd name="connsiteY4792" fmla="*/ 441189 h 1449582"/>
                <a:gd name="connsiteX4793" fmla="*/ 1678192 w 3283645"/>
                <a:gd name="connsiteY4793" fmla="*/ 446531 h 1449582"/>
                <a:gd name="connsiteX4794" fmla="*/ 1683409 w 3283645"/>
                <a:gd name="connsiteY4794" fmla="*/ 446531 h 1449582"/>
                <a:gd name="connsiteX4795" fmla="*/ 1688626 w 3283645"/>
                <a:gd name="connsiteY4795" fmla="*/ 451706 h 1449582"/>
                <a:gd name="connsiteX4796" fmla="*/ 1693844 w 3283645"/>
                <a:gd name="connsiteY4796" fmla="*/ 456714 h 1449582"/>
                <a:gd name="connsiteX4797" fmla="*/ 1688626 w 3283645"/>
                <a:gd name="connsiteY4797" fmla="*/ 461889 h 1449582"/>
                <a:gd name="connsiteX4798" fmla="*/ 1683409 w 3283645"/>
                <a:gd name="connsiteY4798" fmla="*/ 456714 h 1449582"/>
                <a:gd name="connsiteX4799" fmla="*/ 1678192 w 3283645"/>
                <a:gd name="connsiteY4799" fmla="*/ 451706 h 1449582"/>
                <a:gd name="connsiteX4800" fmla="*/ 1672975 w 3283645"/>
                <a:gd name="connsiteY4800" fmla="*/ 451706 h 1449582"/>
                <a:gd name="connsiteX4801" fmla="*/ 1672975 w 3283645"/>
                <a:gd name="connsiteY4801" fmla="*/ 446531 h 1449582"/>
                <a:gd name="connsiteX4802" fmla="*/ 1662541 w 3283645"/>
                <a:gd name="connsiteY4802" fmla="*/ 446531 h 1449582"/>
                <a:gd name="connsiteX4803" fmla="*/ 1657323 w 3283645"/>
                <a:gd name="connsiteY4803" fmla="*/ 441189 h 1449582"/>
                <a:gd name="connsiteX4804" fmla="*/ 1652106 w 3283645"/>
                <a:gd name="connsiteY4804" fmla="*/ 436014 h 1449582"/>
                <a:gd name="connsiteX4805" fmla="*/ 1646889 w 3283645"/>
                <a:gd name="connsiteY4805" fmla="*/ 431006 h 1449582"/>
                <a:gd name="connsiteX4806" fmla="*/ 1642008 w 3283645"/>
                <a:gd name="connsiteY4806" fmla="*/ 431006 h 1449582"/>
                <a:gd name="connsiteX4807" fmla="*/ 1642008 w 3283645"/>
                <a:gd name="connsiteY4807" fmla="*/ 425831 h 1449582"/>
                <a:gd name="connsiteX4808" fmla="*/ 1631407 w 3283645"/>
                <a:gd name="connsiteY4808" fmla="*/ 415481 h 1449582"/>
                <a:gd name="connsiteX4809" fmla="*/ 1626190 w 3283645"/>
                <a:gd name="connsiteY4809" fmla="*/ 410306 h 1449582"/>
                <a:gd name="connsiteX4810" fmla="*/ 1621141 w 3283645"/>
                <a:gd name="connsiteY4810" fmla="*/ 410306 h 1449582"/>
                <a:gd name="connsiteX4811" fmla="*/ 1615756 w 3283645"/>
                <a:gd name="connsiteY4811" fmla="*/ 415481 h 1449582"/>
                <a:gd name="connsiteX4812" fmla="*/ 1610539 w 3283645"/>
                <a:gd name="connsiteY4812" fmla="*/ 415481 h 1449582"/>
                <a:gd name="connsiteX4813" fmla="*/ 1605322 w 3283645"/>
                <a:gd name="connsiteY4813" fmla="*/ 410306 h 1449582"/>
                <a:gd name="connsiteX4814" fmla="*/ 1610539 w 3283645"/>
                <a:gd name="connsiteY4814" fmla="*/ 405131 h 1449582"/>
                <a:gd name="connsiteX4815" fmla="*/ 1615756 w 3283645"/>
                <a:gd name="connsiteY4815" fmla="*/ 399789 h 1449582"/>
                <a:gd name="connsiteX4816" fmla="*/ 1621141 w 3283645"/>
                <a:gd name="connsiteY4816" fmla="*/ 405131 h 1449582"/>
                <a:gd name="connsiteX4817" fmla="*/ 1626190 w 3283645"/>
                <a:gd name="connsiteY4817" fmla="*/ 405131 h 1449582"/>
                <a:gd name="connsiteX4818" fmla="*/ 1631407 w 3283645"/>
                <a:gd name="connsiteY4818" fmla="*/ 399789 h 1449582"/>
                <a:gd name="connsiteX4819" fmla="*/ 1636625 w 3283645"/>
                <a:gd name="connsiteY4819" fmla="*/ 399789 h 1449582"/>
                <a:gd name="connsiteX4820" fmla="*/ 1636625 w 3283645"/>
                <a:gd name="connsiteY4820" fmla="*/ 394781 h 1449582"/>
                <a:gd name="connsiteX4821" fmla="*/ 1605322 w 3283645"/>
                <a:gd name="connsiteY4821" fmla="*/ 389524 h 1449582"/>
                <a:gd name="connsiteX4822" fmla="*/ 1610454 w 3283645"/>
                <a:gd name="connsiteY4822" fmla="*/ 389524 h 1449582"/>
                <a:gd name="connsiteX4823" fmla="*/ 1615586 w 3283645"/>
                <a:gd name="connsiteY4823" fmla="*/ 389524 h 1449582"/>
                <a:gd name="connsiteX4824" fmla="*/ 1615586 w 3283645"/>
                <a:gd name="connsiteY4824" fmla="*/ 394617 h 1449582"/>
                <a:gd name="connsiteX4825" fmla="*/ 1610454 w 3283645"/>
                <a:gd name="connsiteY4825" fmla="*/ 394617 h 1449582"/>
                <a:gd name="connsiteX4826" fmla="*/ 1605322 w 3283645"/>
                <a:gd name="connsiteY4826" fmla="*/ 394617 h 1449582"/>
                <a:gd name="connsiteX4827" fmla="*/ 1620884 w 3283645"/>
                <a:gd name="connsiteY4827" fmla="*/ 384431 h 1449582"/>
                <a:gd name="connsiteX4828" fmla="*/ 1625851 w 3283645"/>
                <a:gd name="connsiteY4828" fmla="*/ 384431 h 1449582"/>
                <a:gd name="connsiteX4829" fmla="*/ 1625851 w 3283645"/>
                <a:gd name="connsiteY4829" fmla="*/ 389524 h 1449582"/>
                <a:gd name="connsiteX4830" fmla="*/ 1620884 w 3283645"/>
                <a:gd name="connsiteY4830" fmla="*/ 394617 h 1449582"/>
                <a:gd name="connsiteX4831" fmla="*/ 1620884 w 3283645"/>
                <a:gd name="connsiteY4831" fmla="*/ 389524 h 1449582"/>
                <a:gd name="connsiteX4832" fmla="*/ 1615586 w 3283645"/>
                <a:gd name="connsiteY4832" fmla="*/ 389524 h 1449582"/>
                <a:gd name="connsiteX4833" fmla="*/ 1756259 w 3283645"/>
                <a:gd name="connsiteY4833" fmla="*/ 379256 h 1449582"/>
                <a:gd name="connsiteX4834" fmla="*/ 1761474 w 3283645"/>
                <a:gd name="connsiteY4834" fmla="*/ 384576 h 1449582"/>
                <a:gd name="connsiteX4835" fmla="*/ 1766520 w 3283645"/>
                <a:gd name="connsiteY4835" fmla="*/ 384576 h 1449582"/>
                <a:gd name="connsiteX4836" fmla="*/ 1771903 w 3283645"/>
                <a:gd name="connsiteY4836" fmla="*/ 384576 h 1449582"/>
                <a:gd name="connsiteX4837" fmla="*/ 1777117 w 3283645"/>
                <a:gd name="connsiteY4837" fmla="*/ 384576 h 1449582"/>
                <a:gd name="connsiteX4838" fmla="*/ 1782331 w 3283645"/>
                <a:gd name="connsiteY4838" fmla="*/ 384576 h 1449582"/>
                <a:gd name="connsiteX4839" fmla="*/ 1787546 w 3283645"/>
                <a:gd name="connsiteY4839" fmla="*/ 379256 h 1449582"/>
                <a:gd name="connsiteX4840" fmla="*/ 1792760 w 3283645"/>
                <a:gd name="connsiteY4840" fmla="*/ 384576 h 1449582"/>
                <a:gd name="connsiteX4841" fmla="*/ 1797975 w 3283645"/>
                <a:gd name="connsiteY4841" fmla="*/ 389731 h 1449582"/>
                <a:gd name="connsiteX4842" fmla="*/ 1797975 w 3283645"/>
                <a:gd name="connsiteY4842" fmla="*/ 394885 h 1449582"/>
                <a:gd name="connsiteX4843" fmla="*/ 1797975 w 3283645"/>
                <a:gd name="connsiteY4843" fmla="*/ 399873 h 1449582"/>
                <a:gd name="connsiteX4844" fmla="*/ 1797975 w 3283645"/>
                <a:gd name="connsiteY4844" fmla="*/ 405193 h 1449582"/>
                <a:gd name="connsiteX4845" fmla="*/ 1803189 w 3283645"/>
                <a:gd name="connsiteY4845" fmla="*/ 410348 h 1449582"/>
                <a:gd name="connsiteX4846" fmla="*/ 1808404 w 3283645"/>
                <a:gd name="connsiteY4846" fmla="*/ 410348 h 1449582"/>
                <a:gd name="connsiteX4847" fmla="*/ 1808404 w 3283645"/>
                <a:gd name="connsiteY4847" fmla="*/ 415502 h 1449582"/>
                <a:gd name="connsiteX4848" fmla="*/ 1803189 w 3283645"/>
                <a:gd name="connsiteY4848" fmla="*/ 420490 h 1449582"/>
                <a:gd name="connsiteX4849" fmla="*/ 1803189 w 3283645"/>
                <a:gd name="connsiteY4849" fmla="*/ 415502 h 1449582"/>
                <a:gd name="connsiteX4850" fmla="*/ 1792760 w 3283645"/>
                <a:gd name="connsiteY4850" fmla="*/ 415502 h 1449582"/>
                <a:gd name="connsiteX4851" fmla="*/ 1782331 w 3283645"/>
                <a:gd name="connsiteY4851" fmla="*/ 415502 h 1449582"/>
                <a:gd name="connsiteX4852" fmla="*/ 1777117 w 3283645"/>
                <a:gd name="connsiteY4852" fmla="*/ 415502 h 1449582"/>
                <a:gd name="connsiteX4853" fmla="*/ 1777117 w 3283645"/>
                <a:gd name="connsiteY4853" fmla="*/ 420490 h 1449582"/>
                <a:gd name="connsiteX4854" fmla="*/ 1771903 w 3283645"/>
                <a:gd name="connsiteY4854" fmla="*/ 420490 h 1449582"/>
                <a:gd name="connsiteX4855" fmla="*/ 1766520 w 3283645"/>
                <a:gd name="connsiteY4855" fmla="*/ 420490 h 1449582"/>
                <a:gd name="connsiteX4856" fmla="*/ 1761474 w 3283645"/>
                <a:gd name="connsiteY4856" fmla="*/ 420490 h 1449582"/>
                <a:gd name="connsiteX4857" fmla="*/ 1756259 w 3283645"/>
                <a:gd name="connsiteY4857" fmla="*/ 420490 h 1449582"/>
                <a:gd name="connsiteX4858" fmla="*/ 1756259 w 3283645"/>
                <a:gd name="connsiteY4858" fmla="*/ 415502 h 1449582"/>
                <a:gd name="connsiteX4859" fmla="*/ 1756259 w 3283645"/>
                <a:gd name="connsiteY4859" fmla="*/ 410348 h 1449582"/>
                <a:gd name="connsiteX4860" fmla="*/ 1751045 w 3283645"/>
                <a:gd name="connsiteY4860" fmla="*/ 410348 h 1449582"/>
                <a:gd name="connsiteX4861" fmla="*/ 1745830 w 3283645"/>
                <a:gd name="connsiteY4861" fmla="*/ 399873 h 1449582"/>
                <a:gd name="connsiteX4862" fmla="*/ 1745830 w 3283645"/>
                <a:gd name="connsiteY4862" fmla="*/ 410348 h 1449582"/>
                <a:gd name="connsiteX4863" fmla="*/ 1740616 w 3283645"/>
                <a:gd name="connsiteY4863" fmla="*/ 405193 h 1449582"/>
                <a:gd name="connsiteX4864" fmla="*/ 1735401 w 3283645"/>
                <a:gd name="connsiteY4864" fmla="*/ 399873 h 1449582"/>
                <a:gd name="connsiteX4865" fmla="*/ 1745830 w 3283645"/>
                <a:gd name="connsiteY4865" fmla="*/ 389731 h 1449582"/>
                <a:gd name="connsiteX4866" fmla="*/ 1751045 w 3283645"/>
                <a:gd name="connsiteY4866" fmla="*/ 384576 h 1449582"/>
                <a:gd name="connsiteX4867" fmla="*/ 1756259 w 3283645"/>
                <a:gd name="connsiteY4867" fmla="*/ 379256 h 1449582"/>
                <a:gd name="connsiteX4868" fmla="*/ 1735271 w 3283645"/>
                <a:gd name="connsiteY4868" fmla="*/ 374081 h 1449582"/>
                <a:gd name="connsiteX4869" fmla="*/ 1740427 w 3283645"/>
                <a:gd name="connsiteY4869" fmla="*/ 374081 h 1449582"/>
                <a:gd name="connsiteX4870" fmla="*/ 1745582 w 3283645"/>
                <a:gd name="connsiteY4870" fmla="*/ 379049 h 1449582"/>
                <a:gd name="connsiteX4871" fmla="*/ 1740427 w 3283645"/>
                <a:gd name="connsiteY4871" fmla="*/ 379049 h 1449582"/>
                <a:gd name="connsiteX4872" fmla="*/ 1735271 w 3283645"/>
                <a:gd name="connsiteY4872" fmla="*/ 389482 h 1449582"/>
                <a:gd name="connsiteX4873" fmla="*/ 1730116 w 3283645"/>
                <a:gd name="connsiteY4873" fmla="*/ 389482 h 1449582"/>
                <a:gd name="connsiteX4874" fmla="*/ 1730116 w 3283645"/>
                <a:gd name="connsiteY4874" fmla="*/ 394615 h 1449582"/>
                <a:gd name="connsiteX4875" fmla="*/ 1724961 w 3283645"/>
                <a:gd name="connsiteY4875" fmla="*/ 394615 h 1449582"/>
                <a:gd name="connsiteX4876" fmla="*/ 1719806 w 3283645"/>
                <a:gd name="connsiteY4876" fmla="*/ 394615 h 1449582"/>
                <a:gd name="connsiteX4877" fmla="*/ 1714650 w 3283645"/>
                <a:gd name="connsiteY4877" fmla="*/ 394615 h 1449582"/>
                <a:gd name="connsiteX4878" fmla="*/ 1709495 w 3283645"/>
                <a:gd name="connsiteY4878" fmla="*/ 394615 h 1449582"/>
                <a:gd name="connsiteX4879" fmla="*/ 1704340 w 3283645"/>
                <a:gd name="connsiteY4879" fmla="*/ 394615 h 1449582"/>
                <a:gd name="connsiteX4880" fmla="*/ 1699185 w 3283645"/>
                <a:gd name="connsiteY4880" fmla="*/ 394615 h 1449582"/>
                <a:gd name="connsiteX4881" fmla="*/ 1699185 w 3283645"/>
                <a:gd name="connsiteY4881" fmla="*/ 389482 h 1449582"/>
                <a:gd name="connsiteX4882" fmla="*/ 1699185 w 3283645"/>
                <a:gd name="connsiteY4882" fmla="*/ 384348 h 1449582"/>
                <a:gd name="connsiteX4883" fmla="*/ 1704340 w 3283645"/>
                <a:gd name="connsiteY4883" fmla="*/ 384348 h 1449582"/>
                <a:gd name="connsiteX4884" fmla="*/ 1709495 w 3283645"/>
                <a:gd name="connsiteY4884" fmla="*/ 384348 h 1449582"/>
                <a:gd name="connsiteX4885" fmla="*/ 1714650 w 3283645"/>
                <a:gd name="connsiteY4885" fmla="*/ 384348 h 1449582"/>
                <a:gd name="connsiteX4886" fmla="*/ 1719806 w 3283645"/>
                <a:gd name="connsiteY4886" fmla="*/ 379049 h 1449582"/>
                <a:gd name="connsiteX4887" fmla="*/ 1719806 w 3283645"/>
                <a:gd name="connsiteY4887" fmla="*/ 384348 h 1449582"/>
                <a:gd name="connsiteX4888" fmla="*/ 1724961 w 3283645"/>
                <a:gd name="connsiteY4888" fmla="*/ 379049 h 1449582"/>
                <a:gd name="connsiteX4889" fmla="*/ 1730116 w 3283645"/>
                <a:gd name="connsiteY4889" fmla="*/ 379049 h 1449582"/>
                <a:gd name="connsiteX4890" fmla="*/ 1735271 w 3283645"/>
                <a:gd name="connsiteY4890" fmla="*/ 379049 h 1449582"/>
                <a:gd name="connsiteX4891" fmla="*/ 1735271 w 3283645"/>
                <a:gd name="connsiteY4891" fmla="*/ 374081 h 1449582"/>
                <a:gd name="connsiteX4892" fmla="*/ 1667357 w 3283645"/>
                <a:gd name="connsiteY4892" fmla="*/ 374081 h 1449582"/>
                <a:gd name="connsiteX4893" fmla="*/ 1672507 w 3283645"/>
                <a:gd name="connsiteY4893" fmla="*/ 374081 h 1449582"/>
                <a:gd name="connsiteX4894" fmla="*/ 1682807 w 3283645"/>
                <a:gd name="connsiteY4894" fmla="*/ 374081 h 1449582"/>
                <a:gd name="connsiteX4895" fmla="*/ 1687957 w 3283645"/>
                <a:gd name="connsiteY4895" fmla="*/ 374081 h 1449582"/>
                <a:gd name="connsiteX4896" fmla="*/ 1693107 w 3283645"/>
                <a:gd name="connsiteY4896" fmla="*/ 374081 h 1449582"/>
                <a:gd name="connsiteX4897" fmla="*/ 1693107 w 3283645"/>
                <a:gd name="connsiteY4897" fmla="*/ 379036 h 1449582"/>
                <a:gd name="connsiteX4898" fmla="*/ 1687957 w 3283645"/>
                <a:gd name="connsiteY4898" fmla="*/ 379036 h 1449582"/>
                <a:gd name="connsiteX4899" fmla="*/ 1687957 w 3283645"/>
                <a:gd name="connsiteY4899" fmla="*/ 384321 h 1449582"/>
                <a:gd name="connsiteX4900" fmla="*/ 1682807 w 3283645"/>
                <a:gd name="connsiteY4900" fmla="*/ 384321 h 1449582"/>
                <a:gd name="connsiteX4901" fmla="*/ 1682807 w 3283645"/>
                <a:gd name="connsiteY4901" fmla="*/ 389441 h 1449582"/>
                <a:gd name="connsiteX4902" fmla="*/ 1677657 w 3283645"/>
                <a:gd name="connsiteY4902" fmla="*/ 389441 h 1449582"/>
                <a:gd name="connsiteX4903" fmla="*/ 1677657 w 3283645"/>
                <a:gd name="connsiteY4903" fmla="*/ 384321 h 1449582"/>
                <a:gd name="connsiteX4904" fmla="*/ 1672507 w 3283645"/>
                <a:gd name="connsiteY4904" fmla="*/ 389441 h 1449582"/>
                <a:gd name="connsiteX4905" fmla="*/ 1667357 w 3283645"/>
                <a:gd name="connsiteY4905" fmla="*/ 389441 h 1449582"/>
                <a:gd name="connsiteX4906" fmla="*/ 1667357 w 3283645"/>
                <a:gd name="connsiteY4906" fmla="*/ 384321 h 1449582"/>
                <a:gd name="connsiteX4907" fmla="*/ 1662207 w 3283645"/>
                <a:gd name="connsiteY4907" fmla="*/ 389441 h 1449582"/>
                <a:gd name="connsiteX4908" fmla="*/ 1657057 w 3283645"/>
                <a:gd name="connsiteY4908" fmla="*/ 389441 h 1449582"/>
                <a:gd name="connsiteX4909" fmla="*/ 1657057 w 3283645"/>
                <a:gd name="connsiteY4909" fmla="*/ 384321 h 1449582"/>
                <a:gd name="connsiteX4910" fmla="*/ 1662207 w 3283645"/>
                <a:gd name="connsiteY4910" fmla="*/ 384321 h 1449582"/>
                <a:gd name="connsiteX4911" fmla="*/ 1662207 w 3283645"/>
                <a:gd name="connsiteY4911" fmla="*/ 379036 h 1449582"/>
                <a:gd name="connsiteX4912" fmla="*/ 1667357 w 3283645"/>
                <a:gd name="connsiteY4912" fmla="*/ 379036 h 1449582"/>
                <a:gd name="connsiteX4913" fmla="*/ 411018 w 3283645"/>
                <a:gd name="connsiteY4913" fmla="*/ 374081 h 1449582"/>
                <a:gd name="connsiteX4914" fmla="*/ 655135 w 3283645"/>
                <a:gd name="connsiteY4914" fmla="*/ 374081 h 1449582"/>
                <a:gd name="connsiteX4915" fmla="*/ 660329 w 3283645"/>
                <a:gd name="connsiteY4915" fmla="*/ 374081 h 1449582"/>
                <a:gd name="connsiteX4916" fmla="*/ 670718 w 3283645"/>
                <a:gd name="connsiteY4916" fmla="*/ 379116 h 1449582"/>
                <a:gd name="connsiteX4917" fmla="*/ 675911 w 3283645"/>
                <a:gd name="connsiteY4917" fmla="*/ 379116 h 1449582"/>
                <a:gd name="connsiteX4918" fmla="*/ 681105 w 3283645"/>
                <a:gd name="connsiteY4918" fmla="*/ 374081 h 1449582"/>
                <a:gd name="connsiteX4919" fmla="*/ 691493 w 3283645"/>
                <a:gd name="connsiteY4919" fmla="*/ 379116 h 1449582"/>
                <a:gd name="connsiteX4920" fmla="*/ 696687 w 3283645"/>
                <a:gd name="connsiteY4920" fmla="*/ 384487 h 1449582"/>
                <a:gd name="connsiteX4921" fmla="*/ 696687 w 3283645"/>
                <a:gd name="connsiteY4921" fmla="*/ 379116 h 1449582"/>
                <a:gd name="connsiteX4922" fmla="*/ 701881 w 3283645"/>
                <a:gd name="connsiteY4922" fmla="*/ 384487 h 1449582"/>
                <a:gd name="connsiteX4923" fmla="*/ 691493 w 3283645"/>
                <a:gd name="connsiteY4923" fmla="*/ 389690 h 1449582"/>
                <a:gd name="connsiteX4924" fmla="*/ 681105 w 3283645"/>
                <a:gd name="connsiteY4924" fmla="*/ 394893 h 1449582"/>
                <a:gd name="connsiteX4925" fmla="*/ 691493 w 3283645"/>
                <a:gd name="connsiteY4925" fmla="*/ 399928 h 1449582"/>
                <a:gd name="connsiteX4926" fmla="*/ 701881 w 3283645"/>
                <a:gd name="connsiteY4926" fmla="*/ 399928 h 1449582"/>
                <a:gd name="connsiteX4927" fmla="*/ 701881 w 3283645"/>
                <a:gd name="connsiteY4927" fmla="*/ 405298 h 1449582"/>
                <a:gd name="connsiteX4928" fmla="*/ 707075 w 3283645"/>
                <a:gd name="connsiteY4928" fmla="*/ 405298 h 1449582"/>
                <a:gd name="connsiteX4929" fmla="*/ 712269 w 3283645"/>
                <a:gd name="connsiteY4929" fmla="*/ 399928 h 1449582"/>
                <a:gd name="connsiteX4930" fmla="*/ 722657 w 3283645"/>
                <a:gd name="connsiteY4930" fmla="*/ 394893 h 1449582"/>
                <a:gd name="connsiteX4931" fmla="*/ 727851 w 3283645"/>
                <a:gd name="connsiteY4931" fmla="*/ 394893 h 1449582"/>
                <a:gd name="connsiteX4932" fmla="*/ 733045 w 3283645"/>
                <a:gd name="connsiteY4932" fmla="*/ 399928 h 1449582"/>
                <a:gd name="connsiteX4933" fmla="*/ 738239 w 3283645"/>
                <a:gd name="connsiteY4933" fmla="*/ 399928 h 1449582"/>
                <a:gd name="connsiteX4934" fmla="*/ 743433 w 3283645"/>
                <a:gd name="connsiteY4934" fmla="*/ 399928 h 1449582"/>
                <a:gd name="connsiteX4935" fmla="*/ 727851 w 3283645"/>
                <a:gd name="connsiteY4935" fmla="*/ 410501 h 1449582"/>
                <a:gd name="connsiteX4936" fmla="*/ 727851 w 3283645"/>
                <a:gd name="connsiteY4936" fmla="*/ 431313 h 1449582"/>
                <a:gd name="connsiteX4937" fmla="*/ 733045 w 3283645"/>
                <a:gd name="connsiteY4937" fmla="*/ 436348 h 1449582"/>
                <a:gd name="connsiteX4938" fmla="*/ 738239 w 3283645"/>
                <a:gd name="connsiteY4938" fmla="*/ 431313 h 1449582"/>
                <a:gd name="connsiteX4939" fmla="*/ 743433 w 3283645"/>
                <a:gd name="connsiteY4939" fmla="*/ 431313 h 1449582"/>
                <a:gd name="connsiteX4940" fmla="*/ 748627 w 3283645"/>
                <a:gd name="connsiteY4940" fmla="*/ 426110 h 1449582"/>
                <a:gd name="connsiteX4941" fmla="*/ 748627 w 3283645"/>
                <a:gd name="connsiteY4941" fmla="*/ 420739 h 1449582"/>
                <a:gd name="connsiteX4942" fmla="*/ 748627 w 3283645"/>
                <a:gd name="connsiteY4942" fmla="*/ 415704 h 1449582"/>
                <a:gd name="connsiteX4943" fmla="*/ 753821 w 3283645"/>
                <a:gd name="connsiteY4943" fmla="*/ 415704 h 1449582"/>
                <a:gd name="connsiteX4944" fmla="*/ 753821 w 3283645"/>
                <a:gd name="connsiteY4944" fmla="*/ 410501 h 1449582"/>
                <a:gd name="connsiteX4945" fmla="*/ 759015 w 3283645"/>
                <a:gd name="connsiteY4945" fmla="*/ 405298 h 1449582"/>
                <a:gd name="connsiteX4946" fmla="*/ 764209 w 3283645"/>
                <a:gd name="connsiteY4946" fmla="*/ 410501 h 1449582"/>
                <a:gd name="connsiteX4947" fmla="*/ 764209 w 3283645"/>
                <a:gd name="connsiteY4947" fmla="*/ 415704 h 1449582"/>
                <a:gd name="connsiteX4948" fmla="*/ 764209 w 3283645"/>
                <a:gd name="connsiteY4948" fmla="*/ 420739 h 1449582"/>
                <a:gd name="connsiteX4949" fmla="*/ 764209 w 3283645"/>
                <a:gd name="connsiteY4949" fmla="*/ 431313 h 1449582"/>
                <a:gd name="connsiteX4950" fmla="*/ 769403 w 3283645"/>
                <a:gd name="connsiteY4950" fmla="*/ 431313 h 1449582"/>
                <a:gd name="connsiteX4951" fmla="*/ 764209 w 3283645"/>
                <a:gd name="connsiteY4951" fmla="*/ 436348 h 1449582"/>
                <a:gd name="connsiteX4952" fmla="*/ 764209 w 3283645"/>
                <a:gd name="connsiteY4952" fmla="*/ 441551 h 1449582"/>
                <a:gd name="connsiteX4953" fmla="*/ 774597 w 3283645"/>
                <a:gd name="connsiteY4953" fmla="*/ 452125 h 1449582"/>
                <a:gd name="connsiteX4954" fmla="*/ 779791 w 3283645"/>
                <a:gd name="connsiteY4954" fmla="*/ 457160 h 1449582"/>
                <a:gd name="connsiteX4955" fmla="*/ 805761 w 3283645"/>
                <a:gd name="connsiteY4955" fmla="*/ 446922 h 1449582"/>
                <a:gd name="connsiteX4956" fmla="*/ 810787 w 3283645"/>
                <a:gd name="connsiteY4956" fmla="*/ 436348 h 1449582"/>
                <a:gd name="connsiteX4957" fmla="*/ 816149 w 3283645"/>
                <a:gd name="connsiteY4957" fmla="*/ 436348 h 1449582"/>
                <a:gd name="connsiteX4958" fmla="*/ 821343 w 3283645"/>
                <a:gd name="connsiteY4958" fmla="*/ 436348 h 1449582"/>
                <a:gd name="connsiteX4959" fmla="*/ 826537 w 3283645"/>
                <a:gd name="connsiteY4959" fmla="*/ 436348 h 1449582"/>
                <a:gd name="connsiteX4960" fmla="*/ 831731 w 3283645"/>
                <a:gd name="connsiteY4960" fmla="*/ 431313 h 1449582"/>
                <a:gd name="connsiteX4961" fmla="*/ 836925 w 3283645"/>
                <a:gd name="connsiteY4961" fmla="*/ 420739 h 1449582"/>
                <a:gd name="connsiteX4962" fmla="*/ 847145 w 3283645"/>
                <a:gd name="connsiteY4962" fmla="*/ 415704 h 1449582"/>
                <a:gd name="connsiteX4963" fmla="*/ 857701 w 3283645"/>
                <a:gd name="connsiteY4963" fmla="*/ 415704 h 1449582"/>
                <a:gd name="connsiteX4964" fmla="*/ 873283 w 3283645"/>
                <a:gd name="connsiteY4964" fmla="*/ 415704 h 1449582"/>
                <a:gd name="connsiteX4965" fmla="*/ 878477 w 3283645"/>
                <a:gd name="connsiteY4965" fmla="*/ 410501 h 1449582"/>
                <a:gd name="connsiteX4966" fmla="*/ 883671 w 3283645"/>
                <a:gd name="connsiteY4966" fmla="*/ 410501 h 1449582"/>
                <a:gd name="connsiteX4967" fmla="*/ 888697 w 3283645"/>
                <a:gd name="connsiteY4967" fmla="*/ 410501 h 1449582"/>
                <a:gd name="connsiteX4968" fmla="*/ 894058 w 3283645"/>
                <a:gd name="connsiteY4968" fmla="*/ 399928 h 1449582"/>
                <a:gd name="connsiteX4969" fmla="*/ 894058 w 3283645"/>
                <a:gd name="connsiteY4969" fmla="*/ 394893 h 1449582"/>
                <a:gd name="connsiteX4970" fmla="*/ 899253 w 3283645"/>
                <a:gd name="connsiteY4970" fmla="*/ 389690 h 1449582"/>
                <a:gd name="connsiteX4971" fmla="*/ 904447 w 3283645"/>
                <a:gd name="connsiteY4971" fmla="*/ 389690 h 1449582"/>
                <a:gd name="connsiteX4972" fmla="*/ 909473 w 3283645"/>
                <a:gd name="connsiteY4972" fmla="*/ 389690 h 1449582"/>
                <a:gd name="connsiteX4973" fmla="*/ 909473 w 3283645"/>
                <a:gd name="connsiteY4973" fmla="*/ 394893 h 1449582"/>
                <a:gd name="connsiteX4974" fmla="*/ 909473 w 3283645"/>
                <a:gd name="connsiteY4974" fmla="*/ 399928 h 1449582"/>
                <a:gd name="connsiteX4975" fmla="*/ 909473 w 3283645"/>
                <a:gd name="connsiteY4975" fmla="*/ 405298 h 1449582"/>
                <a:gd name="connsiteX4976" fmla="*/ 909473 w 3283645"/>
                <a:gd name="connsiteY4976" fmla="*/ 410501 h 1449582"/>
                <a:gd name="connsiteX4977" fmla="*/ 904447 w 3283645"/>
                <a:gd name="connsiteY4977" fmla="*/ 410501 h 1449582"/>
                <a:gd name="connsiteX4978" fmla="*/ 899253 w 3283645"/>
                <a:gd name="connsiteY4978" fmla="*/ 415704 h 1449582"/>
                <a:gd name="connsiteX4979" fmla="*/ 894058 w 3283645"/>
                <a:gd name="connsiteY4979" fmla="*/ 420739 h 1449582"/>
                <a:gd name="connsiteX4980" fmla="*/ 888697 w 3283645"/>
                <a:gd name="connsiteY4980" fmla="*/ 420739 h 1449582"/>
                <a:gd name="connsiteX4981" fmla="*/ 878477 w 3283645"/>
                <a:gd name="connsiteY4981" fmla="*/ 431313 h 1449582"/>
                <a:gd name="connsiteX4982" fmla="*/ 878477 w 3283645"/>
                <a:gd name="connsiteY4982" fmla="*/ 436348 h 1449582"/>
                <a:gd name="connsiteX4983" fmla="*/ 878477 w 3283645"/>
                <a:gd name="connsiteY4983" fmla="*/ 441551 h 1449582"/>
                <a:gd name="connsiteX4984" fmla="*/ 878477 w 3283645"/>
                <a:gd name="connsiteY4984" fmla="*/ 446922 h 1449582"/>
                <a:gd name="connsiteX4985" fmla="*/ 873283 w 3283645"/>
                <a:gd name="connsiteY4985" fmla="*/ 446922 h 1449582"/>
                <a:gd name="connsiteX4986" fmla="*/ 857701 w 3283645"/>
                <a:gd name="connsiteY4986" fmla="*/ 446922 h 1449582"/>
                <a:gd name="connsiteX4987" fmla="*/ 857701 w 3283645"/>
                <a:gd name="connsiteY4987" fmla="*/ 452125 h 1449582"/>
                <a:gd name="connsiteX4988" fmla="*/ 852507 w 3283645"/>
                <a:gd name="connsiteY4988" fmla="*/ 452125 h 1449582"/>
                <a:gd name="connsiteX4989" fmla="*/ 852507 w 3283645"/>
                <a:gd name="connsiteY4989" fmla="*/ 457160 h 1449582"/>
                <a:gd name="connsiteX4990" fmla="*/ 852507 w 3283645"/>
                <a:gd name="connsiteY4990" fmla="*/ 462363 h 1449582"/>
                <a:gd name="connsiteX4991" fmla="*/ 847145 w 3283645"/>
                <a:gd name="connsiteY4991" fmla="*/ 462363 h 1449582"/>
                <a:gd name="connsiteX4992" fmla="*/ 847145 w 3283645"/>
                <a:gd name="connsiteY4992" fmla="*/ 457160 h 1449582"/>
                <a:gd name="connsiteX4993" fmla="*/ 836925 w 3283645"/>
                <a:gd name="connsiteY4993" fmla="*/ 462363 h 1449582"/>
                <a:gd name="connsiteX4994" fmla="*/ 831731 w 3283645"/>
                <a:gd name="connsiteY4994" fmla="*/ 467733 h 1449582"/>
                <a:gd name="connsiteX4995" fmla="*/ 826537 w 3283645"/>
                <a:gd name="connsiteY4995" fmla="*/ 472936 h 1449582"/>
                <a:gd name="connsiteX4996" fmla="*/ 821343 w 3283645"/>
                <a:gd name="connsiteY4996" fmla="*/ 477971 h 1449582"/>
                <a:gd name="connsiteX4997" fmla="*/ 826537 w 3283645"/>
                <a:gd name="connsiteY4997" fmla="*/ 488545 h 1449582"/>
                <a:gd name="connsiteX4998" fmla="*/ 821343 w 3283645"/>
                <a:gd name="connsiteY4998" fmla="*/ 493748 h 1449582"/>
                <a:gd name="connsiteX4999" fmla="*/ 826537 w 3283645"/>
                <a:gd name="connsiteY4999" fmla="*/ 498783 h 1449582"/>
                <a:gd name="connsiteX5000" fmla="*/ 831731 w 3283645"/>
                <a:gd name="connsiteY5000" fmla="*/ 498783 h 1449582"/>
                <a:gd name="connsiteX5001" fmla="*/ 826537 w 3283645"/>
                <a:gd name="connsiteY5001" fmla="*/ 509357 h 1449582"/>
                <a:gd name="connsiteX5002" fmla="*/ 826537 w 3283645"/>
                <a:gd name="connsiteY5002" fmla="*/ 514560 h 1449582"/>
                <a:gd name="connsiteX5003" fmla="*/ 826537 w 3283645"/>
                <a:gd name="connsiteY5003" fmla="*/ 519595 h 1449582"/>
                <a:gd name="connsiteX5004" fmla="*/ 816149 w 3283645"/>
                <a:gd name="connsiteY5004" fmla="*/ 524798 h 1449582"/>
                <a:gd name="connsiteX5005" fmla="*/ 810787 w 3283645"/>
                <a:gd name="connsiteY5005" fmla="*/ 530168 h 1449582"/>
                <a:gd name="connsiteX5006" fmla="*/ 800567 w 3283645"/>
                <a:gd name="connsiteY5006" fmla="*/ 535371 h 1449582"/>
                <a:gd name="connsiteX5007" fmla="*/ 784985 w 3283645"/>
                <a:gd name="connsiteY5007" fmla="*/ 550980 h 1449582"/>
                <a:gd name="connsiteX5008" fmla="*/ 784985 w 3283645"/>
                <a:gd name="connsiteY5008" fmla="*/ 571792 h 1449582"/>
                <a:gd name="connsiteX5009" fmla="*/ 790179 w 3283645"/>
                <a:gd name="connsiteY5009" fmla="*/ 582030 h 1449582"/>
                <a:gd name="connsiteX5010" fmla="*/ 790179 w 3283645"/>
                <a:gd name="connsiteY5010" fmla="*/ 592603 h 1449582"/>
                <a:gd name="connsiteX5011" fmla="*/ 795373 w 3283645"/>
                <a:gd name="connsiteY5011" fmla="*/ 602841 h 1449582"/>
                <a:gd name="connsiteX5012" fmla="*/ 795373 w 3283645"/>
                <a:gd name="connsiteY5012" fmla="*/ 608044 h 1449582"/>
                <a:gd name="connsiteX5013" fmla="*/ 795373 w 3283645"/>
                <a:gd name="connsiteY5013" fmla="*/ 618618 h 1449582"/>
                <a:gd name="connsiteX5014" fmla="*/ 790179 w 3283645"/>
                <a:gd name="connsiteY5014" fmla="*/ 618618 h 1449582"/>
                <a:gd name="connsiteX5015" fmla="*/ 784985 w 3283645"/>
                <a:gd name="connsiteY5015" fmla="*/ 608044 h 1449582"/>
                <a:gd name="connsiteX5016" fmla="*/ 784985 w 3283645"/>
                <a:gd name="connsiteY5016" fmla="*/ 602841 h 1449582"/>
                <a:gd name="connsiteX5017" fmla="*/ 779791 w 3283645"/>
                <a:gd name="connsiteY5017" fmla="*/ 597806 h 1449582"/>
                <a:gd name="connsiteX5018" fmla="*/ 779791 w 3283645"/>
                <a:gd name="connsiteY5018" fmla="*/ 592603 h 1449582"/>
                <a:gd name="connsiteX5019" fmla="*/ 774597 w 3283645"/>
                <a:gd name="connsiteY5019" fmla="*/ 576995 h 1449582"/>
                <a:gd name="connsiteX5020" fmla="*/ 764209 w 3283645"/>
                <a:gd name="connsiteY5020" fmla="*/ 566421 h 1449582"/>
                <a:gd name="connsiteX5021" fmla="*/ 759015 w 3283645"/>
                <a:gd name="connsiteY5021" fmla="*/ 566421 h 1449582"/>
                <a:gd name="connsiteX5022" fmla="*/ 753821 w 3283645"/>
                <a:gd name="connsiteY5022" fmla="*/ 571792 h 1449582"/>
                <a:gd name="connsiteX5023" fmla="*/ 748627 w 3283645"/>
                <a:gd name="connsiteY5023" fmla="*/ 566421 h 1449582"/>
                <a:gd name="connsiteX5024" fmla="*/ 743433 w 3283645"/>
                <a:gd name="connsiteY5024" fmla="*/ 566421 h 1449582"/>
                <a:gd name="connsiteX5025" fmla="*/ 738239 w 3283645"/>
                <a:gd name="connsiteY5025" fmla="*/ 566421 h 1449582"/>
                <a:gd name="connsiteX5026" fmla="*/ 738239 w 3283645"/>
                <a:gd name="connsiteY5026" fmla="*/ 561218 h 1449582"/>
                <a:gd name="connsiteX5027" fmla="*/ 733045 w 3283645"/>
                <a:gd name="connsiteY5027" fmla="*/ 566421 h 1449582"/>
                <a:gd name="connsiteX5028" fmla="*/ 727851 w 3283645"/>
                <a:gd name="connsiteY5028" fmla="*/ 566421 h 1449582"/>
                <a:gd name="connsiteX5029" fmla="*/ 722657 w 3283645"/>
                <a:gd name="connsiteY5029" fmla="*/ 561218 h 1449582"/>
                <a:gd name="connsiteX5030" fmla="*/ 707075 w 3283645"/>
                <a:gd name="connsiteY5030" fmla="*/ 566421 h 1449582"/>
                <a:gd name="connsiteX5031" fmla="*/ 675911 w 3283645"/>
                <a:gd name="connsiteY5031" fmla="*/ 571792 h 1449582"/>
                <a:gd name="connsiteX5032" fmla="*/ 670718 w 3283645"/>
                <a:gd name="connsiteY5032" fmla="*/ 566421 h 1449582"/>
                <a:gd name="connsiteX5033" fmla="*/ 670718 w 3283645"/>
                <a:gd name="connsiteY5033" fmla="*/ 571792 h 1449582"/>
                <a:gd name="connsiteX5034" fmla="*/ 655135 w 3283645"/>
                <a:gd name="connsiteY5034" fmla="*/ 582030 h 1449582"/>
                <a:gd name="connsiteX5035" fmla="*/ 644747 w 3283645"/>
                <a:gd name="connsiteY5035" fmla="*/ 587233 h 1449582"/>
                <a:gd name="connsiteX5036" fmla="*/ 639553 w 3283645"/>
                <a:gd name="connsiteY5036" fmla="*/ 592603 h 1449582"/>
                <a:gd name="connsiteX5037" fmla="*/ 634360 w 3283645"/>
                <a:gd name="connsiteY5037" fmla="*/ 608044 h 1449582"/>
                <a:gd name="connsiteX5038" fmla="*/ 629166 w 3283645"/>
                <a:gd name="connsiteY5038" fmla="*/ 608044 h 1449582"/>
                <a:gd name="connsiteX5039" fmla="*/ 623972 w 3283645"/>
                <a:gd name="connsiteY5039" fmla="*/ 608044 h 1449582"/>
                <a:gd name="connsiteX5040" fmla="*/ 623972 w 3283645"/>
                <a:gd name="connsiteY5040" fmla="*/ 602841 h 1449582"/>
                <a:gd name="connsiteX5041" fmla="*/ 618778 w 3283645"/>
                <a:gd name="connsiteY5041" fmla="*/ 592603 h 1449582"/>
                <a:gd name="connsiteX5042" fmla="*/ 613584 w 3283645"/>
                <a:gd name="connsiteY5042" fmla="*/ 587233 h 1449582"/>
                <a:gd name="connsiteX5043" fmla="*/ 603196 w 3283645"/>
                <a:gd name="connsiteY5043" fmla="*/ 571792 h 1449582"/>
                <a:gd name="connsiteX5044" fmla="*/ 598002 w 3283645"/>
                <a:gd name="connsiteY5044" fmla="*/ 571792 h 1449582"/>
                <a:gd name="connsiteX5045" fmla="*/ 592808 w 3283645"/>
                <a:gd name="connsiteY5045" fmla="*/ 566421 h 1449582"/>
                <a:gd name="connsiteX5046" fmla="*/ 582420 w 3283645"/>
                <a:gd name="connsiteY5046" fmla="*/ 576995 h 1449582"/>
                <a:gd name="connsiteX5047" fmla="*/ 577226 w 3283645"/>
                <a:gd name="connsiteY5047" fmla="*/ 571792 h 1449582"/>
                <a:gd name="connsiteX5048" fmla="*/ 566838 w 3283645"/>
                <a:gd name="connsiteY5048" fmla="*/ 556183 h 1449582"/>
                <a:gd name="connsiteX5049" fmla="*/ 556450 w 3283645"/>
                <a:gd name="connsiteY5049" fmla="*/ 550980 h 1449582"/>
                <a:gd name="connsiteX5050" fmla="*/ 551256 w 3283645"/>
                <a:gd name="connsiteY5050" fmla="*/ 545609 h 1449582"/>
                <a:gd name="connsiteX5051" fmla="*/ 546062 w 3283645"/>
                <a:gd name="connsiteY5051" fmla="*/ 545609 h 1449582"/>
                <a:gd name="connsiteX5052" fmla="*/ 535674 w 3283645"/>
                <a:gd name="connsiteY5052" fmla="*/ 545609 h 1449582"/>
                <a:gd name="connsiteX5053" fmla="*/ 530480 w 3283645"/>
                <a:gd name="connsiteY5053" fmla="*/ 545609 h 1449582"/>
                <a:gd name="connsiteX5054" fmla="*/ 535674 w 3283645"/>
                <a:gd name="connsiteY5054" fmla="*/ 556183 h 1449582"/>
                <a:gd name="connsiteX5055" fmla="*/ 530480 w 3283645"/>
                <a:gd name="connsiteY5055" fmla="*/ 556183 h 1449582"/>
                <a:gd name="connsiteX5056" fmla="*/ 520259 w 3283645"/>
                <a:gd name="connsiteY5056" fmla="*/ 556183 h 1449582"/>
                <a:gd name="connsiteX5057" fmla="*/ 514898 w 3283645"/>
                <a:gd name="connsiteY5057" fmla="*/ 550980 h 1449582"/>
                <a:gd name="connsiteX5058" fmla="*/ 499483 w 3283645"/>
                <a:gd name="connsiteY5058" fmla="*/ 545609 h 1449582"/>
                <a:gd name="connsiteX5059" fmla="*/ 488928 w 3283645"/>
                <a:gd name="connsiteY5059" fmla="*/ 540406 h 1449582"/>
                <a:gd name="connsiteX5060" fmla="*/ 483734 w 3283645"/>
                <a:gd name="connsiteY5060" fmla="*/ 540406 h 1449582"/>
                <a:gd name="connsiteX5061" fmla="*/ 478708 w 3283645"/>
                <a:gd name="connsiteY5061" fmla="*/ 540406 h 1449582"/>
                <a:gd name="connsiteX5062" fmla="*/ 473346 w 3283645"/>
                <a:gd name="connsiteY5062" fmla="*/ 535371 h 1449582"/>
                <a:gd name="connsiteX5063" fmla="*/ 468152 w 3283645"/>
                <a:gd name="connsiteY5063" fmla="*/ 540406 h 1449582"/>
                <a:gd name="connsiteX5064" fmla="*/ 457932 w 3283645"/>
                <a:gd name="connsiteY5064" fmla="*/ 540406 h 1449582"/>
                <a:gd name="connsiteX5065" fmla="*/ 457932 w 3283645"/>
                <a:gd name="connsiteY5065" fmla="*/ 535371 h 1449582"/>
                <a:gd name="connsiteX5066" fmla="*/ 452570 w 3283645"/>
                <a:gd name="connsiteY5066" fmla="*/ 530168 h 1449582"/>
                <a:gd name="connsiteX5067" fmla="*/ 442182 w 3283645"/>
                <a:gd name="connsiteY5067" fmla="*/ 524798 h 1449582"/>
                <a:gd name="connsiteX5068" fmla="*/ 437156 w 3283645"/>
                <a:gd name="connsiteY5068" fmla="*/ 519595 h 1449582"/>
                <a:gd name="connsiteX5069" fmla="*/ 426600 w 3283645"/>
                <a:gd name="connsiteY5069" fmla="*/ 519595 h 1449582"/>
                <a:gd name="connsiteX5070" fmla="*/ 421406 w 3283645"/>
                <a:gd name="connsiteY5070" fmla="*/ 509357 h 1449582"/>
                <a:gd name="connsiteX5071" fmla="*/ 416380 w 3283645"/>
                <a:gd name="connsiteY5071" fmla="*/ 503986 h 1449582"/>
                <a:gd name="connsiteX5072" fmla="*/ 416380 w 3283645"/>
                <a:gd name="connsiteY5072" fmla="*/ 498783 h 1449582"/>
                <a:gd name="connsiteX5073" fmla="*/ 416380 w 3283645"/>
                <a:gd name="connsiteY5073" fmla="*/ 493748 h 1449582"/>
                <a:gd name="connsiteX5074" fmla="*/ 421406 w 3283645"/>
                <a:gd name="connsiteY5074" fmla="*/ 483174 h 1449582"/>
                <a:gd name="connsiteX5075" fmla="*/ 416380 w 3283645"/>
                <a:gd name="connsiteY5075" fmla="*/ 483174 h 1449582"/>
                <a:gd name="connsiteX5076" fmla="*/ 411018 w 3283645"/>
                <a:gd name="connsiteY5076" fmla="*/ 483174 h 1449582"/>
                <a:gd name="connsiteX5077" fmla="*/ 405824 w 3283645"/>
                <a:gd name="connsiteY5077" fmla="*/ 483174 h 1449582"/>
                <a:gd name="connsiteX5078" fmla="*/ 400630 w 3283645"/>
                <a:gd name="connsiteY5078" fmla="*/ 477971 h 1449582"/>
                <a:gd name="connsiteX5079" fmla="*/ 400630 w 3283645"/>
                <a:gd name="connsiteY5079" fmla="*/ 472936 h 1449582"/>
                <a:gd name="connsiteX5080" fmla="*/ 395604 w 3283645"/>
                <a:gd name="connsiteY5080" fmla="*/ 467733 h 1449582"/>
                <a:gd name="connsiteX5081" fmla="*/ 395604 w 3283645"/>
                <a:gd name="connsiteY5081" fmla="*/ 462363 h 1449582"/>
                <a:gd name="connsiteX5082" fmla="*/ 390242 w 3283645"/>
                <a:gd name="connsiteY5082" fmla="*/ 457160 h 1449582"/>
                <a:gd name="connsiteX5083" fmla="*/ 395604 w 3283645"/>
                <a:gd name="connsiteY5083" fmla="*/ 452125 h 1449582"/>
                <a:gd name="connsiteX5084" fmla="*/ 390242 w 3283645"/>
                <a:gd name="connsiteY5084" fmla="*/ 441551 h 1449582"/>
                <a:gd name="connsiteX5085" fmla="*/ 390242 w 3283645"/>
                <a:gd name="connsiteY5085" fmla="*/ 436348 h 1449582"/>
                <a:gd name="connsiteX5086" fmla="*/ 395604 w 3283645"/>
                <a:gd name="connsiteY5086" fmla="*/ 426110 h 1449582"/>
                <a:gd name="connsiteX5087" fmla="*/ 395604 w 3283645"/>
                <a:gd name="connsiteY5087" fmla="*/ 415704 h 1449582"/>
                <a:gd name="connsiteX5088" fmla="*/ 395604 w 3283645"/>
                <a:gd name="connsiteY5088" fmla="*/ 394893 h 1449582"/>
                <a:gd name="connsiteX5089" fmla="*/ 400630 w 3283645"/>
                <a:gd name="connsiteY5089" fmla="*/ 389690 h 1449582"/>
                <a:gd name="connsiteX5090" fmla="*/ 395604 w 3283645"/>
                <a:gd name="connsiteY5090" fmla="*/ 389690 h 1449582"/>
                <a:gd name="connsiteX5091" fmla="*/ 395604 w 3283645"/>
                <a:gd name="connsiteY5091" fmla="*/ 384487 h 1449582"/>
                <a:gd name="connsiteX5092" fmla="*/ 390242 w 3283645"/>
                <a:gd name="connsiteY5092" fmla="*/ 379116 h 1449582"/>
                <a:gd name="connsiteX5093" fmla="*/ 395604 w 3283645"/>
                <a:gd name="connsiteY5093" fmla="*/ 379116 h 1449582"/>
                <a:gd name="connsiteX5094" fmla="*/ 400630 w 3283645"/>
                <a:gd name="connsiteY5094" fmla="*/ 384487 h 1449582"/>
                <a:gd name="connsiteX5095" fmla="*/ 405824 w 3283645"/>
                <a:gd name="connsiteY5095" fmla="*/ 389690 h 1449582"/>
                <a:gd name="connsiteX5096" fmla="*/ 411018 w 3283645"/>
                <a:gd name="connsiteY5096" fmla="*/ 384487 h 1449582"/>
                <a:gd name="connsiteX5097" fmla="*/ 411018 w 3283645"/>
                <a:gd name="connsiteY5097" fmla="*/ 379116 h 1449582"/>
                <a:gd name="connsiteX5098" fmla="*/ 411018 w 3283645"/>
                <a:gd name="connsiteY5098" fmla="*/ 374081 h 1449582"/>
                <a:gd name="connsiteX5099" fmla="*/ 930220 w 3283645"/>
                <a:gd name="connsiteY5099" fmla="*/ 368906 h 1449582"/>
                <a:gd name="connsiteX5100" fmla="*/ 935532 w 3283645"/>
                <a:gd name="connsiteY5100" fmla="*/ 368906 h 1449582"/>
                <a:gd name="connsiteX5101" fmla="*/ 935532 w 3283645"/>
                <a:gd name="connsiteY5101" fmla="*/ 374057 h 1449582"/>
                <a:gd name="connsiteX5102" fmla="*/ 925240 w 3283645"/>
                <a:gd name="connsiteY5102" fmla="*/ 368906 h 1449582"/>
                <a:gd name="connsiteX5103" fmla="*/ 925240 w 3283645"/>
                <a:gd name="connsiteY5103" fmla="*/ 379042 h 1449582"/>
                <a:gd name="connsiteX5104" fmla="*/ 930220 w 3283645"/>
                <a:gd name="connsiteY5104" fmla="*/ 384360 h 1449582"/>
                <a:gd name="connsiteX5105" fmla="*/ 935532 w 3283645"/>
                <a:gd name="connsiteY5105" fmla="*/ 389511 h 1449582"/>
                <a:gd name="connsiteX5106" fmla="*/ 935532 w 3283645"/>
                <a:gd name="connsiteY5106" fmla="*/ 394662 h 1449582"/>
                <a:gd name="connsiteX5107" fmla="*/ 935532 w 3283645"/>
                <a:gd name="connsiteY5107" fmla="*/ 399647 h 1449582"/>
                <a:gd name="connsiteX5108" fmla="*/ 930220 w 3283645"/>
                <a:gd name="connsiteY5108" fmla="*/ 399647 h 1449582"/>
                <a:gd name="connsiteX5109" fmla="*/ 925240 w 3283645"/>
                <a:gd name="connsiteY5109" fmla="*/ 404965 h 1449582"/>
                <a:gd name="connsiteX5110" fmla="*/ 920093 w 3283645"/>
                <a:gd name="connsiteY5110" fmla="*/ 404965 h 1449582"/>
                <a:gd name="connsiteX5111" fmla="*/ 914948 w 3283645"/>
                <a:gd name="connsiteY5111" fmla="*/ 399647 h 1449582"/>
                <a:gd name="connsiteX5112" fmla="*/ 914948 w 3283645"/>
                <a:gd name="connsiteY5112" fmla="*/ 394662 h 1449582"/>
                <a:gd name="connsiteX5113" fmla="*/ 914948 w 3283645"/>
                <a:gd name="connsiteY5113" fmla="*/ 389511 h 1449582"/>
                <a:gd name="connsiteX5114" fmla="*/ 914948 w 3283645"/>
                <a:gd name="connsiteY5114" fmla="*/ 384360 h 1449582"/>
                <a:gd name="connsiteX5115" fmla="*/ 909636 w 3283645"/>
                <a:gd name="connsiteY5115" fmla="*/ 379042 h 1449582"/>
                <a:gd name="connsiteX5116" fmla="*/ 904655 w 3283645"/>
                <a:gd name="connsiteY5116" fmla="*/ 379042 h 1449582"/>
                <a:gd name="connsiteX5117" fmla="*/ 914948 w 3283645"/>
                <a:gd name="connsiteY5117" fmla="*/ 374057 h 1449582"/>
                <a:gd name="connsiteX5118" fmla="*/ 925240 w 3283645"/>
                <a:gd name="connsiteY5118" fmla="*/ 368906 h 1449582"/>
                <a:gd name="connsiteX5119" fmla="*/ 1719780 w 3283645"/>
                <a:gd name="connsiteY5119" fmla="*/ 368824 h 1449582"/>
                <a:gd name="connsiteX5120" fmla="*/ 1724921 w 3283645"/>
                <a:gd name="connsiteY5120" fmla="*/ 368824 h 1449582"/>
                <a:gd name="connsiteX5121" fmla="*/ 1719780 w 3283645"/>
                <a:gd name="connsiteY5121" fmla="*/ 373917 h 1449582"/>
                <a:gd name="connsiteX5122" fmla="*/ 1719780 w 3283645"/>
                <a:gd name="connsiteY5122" fmla="*/ 368824 h 1449582"/>
                <a:gd name="connsiteX5123" fmla="*/ 1714640 w 3283645"/>
                <a:gd name="connsiteY5123" fmla="*/ 363731 h 1449582"/>
                <a:gd name="connsiteX5124" fmla="*/ 1719780 w 3283645"/>
                <a:gd name="connsiteY5124" fmla="*/ 363731 h 1449582"/>
                <a:gd name="connsiteX5125" fmla="*/ 1719780 w 3283645"/>
                <a:gd name="connsiteY5125" fmla="*/ 368824 h 1449582"/>
                <a:gd name="connsiteX5126" fmla="*/ 1709499 w 3283645"/>
                <a:gd name="connsiteY5126" fmla="*/ 373917 h 1449582"/>
                <a:gd name="connsiteX5127" fmla="*/ 1704359 w 3283645"/>
                <a:gd name="connsiteY5127" fmla="*/ 373917 h 1449582"/>
                <a:gd name="connsiteX5128" fmla="*/ 1709499 w 3283645"/>
                <a:gd name="connsiteY5128" fmla="*/ 368824 h 1449582"/>
                <a:gd name="connsiteX5129" fmla="*/ 1714640 w 3283645"/>
                <a:gd name="connsiteY5129" fmla="*/ 368824 h 1449582"/>
                <a:gd name="connsiteX5130" fmla="*/ 1714640 w 3283645"/>
                <a:gd name="connsiteY5130" fmla="*/ 363731 h 1449582"/>
                <a:gd name="connsiteX5131" fmla="*/ 1018476 w 3283645"/>
                <a:gd name="connsiteY5131" fmla="*/ 363731 h 1449582"/>
                <a:gd name="connsiteX5132" fmla="*/ 1023650 w 3283645"/>
                <a:gd name="connsiteY5132" fmla="*/ 368865 h 1449582"/>
                <a:gd name="connsiteX5133" fmla="*/ 1028824 w 3283645"/>
                <a:gd name="connsiteY5133" fmla="*/ 368865 h 1449582"/>
                <a:gd name="connsiteX5134" fmla="*/ 1033830 w 3283645"/>
                <a:gd name="connsiteY5134" fmla="*/ 363731 h 1449582"/>
                <a:gd name="connsiteX5135" fmla="*/ 1033830 w 3283645"/>
                <a:gd name="connsiteY5135" fmla="*/ 368865 h 1449582"/>
                <a:gd name="connsiteX5136" fmla="*/ 1033830 w 3283645"/>
                <a:gd name="connsiteY5136" fmla="*/ 373998 h 1449582"/>
                <a:gd name="connsiteX5137" fmla="*/ 1033830 w 3283645"/>
                <a:gd name="connsiteY5137" fmla="*/ 378966 h 1449582"/>
                <a:gd name="connsiteX5138" fmla="*/ 1033830 w 3283645"/>
                <a:gd name="connsiteY5138" fmla="*/ 384265 h 1449582"/>
                <a:gd name="connsiteX5139" fmla="*/ 1028824 w 3283645"/>
                <a:gd name="connsiteY5139" fmla="*/ 384265 h 1449582"/>
                <a:gd name="connsiteX5140" fmla="*/ 1028824 w 3283645"/>
                <a:gd name="connsiteY5140" fmla="*/ 378966 h 1449582"/>
                <a:gd name="connsiteX5141" fmla="*/ 1028824 w 3283645"/>
                <a:gd name="connsiteY5141" fmla="*/ 373998 h 1449582"/>
                <a:gd name="connsiteX5142" fmla="*/ 1023650 w 3283645"/>
                <a:gd name="connsiteY5142" fmla="*/ 373998 h 1449582"/>
                <a:gd name="connsiteX5143" fmla="*/ 1018476 w 3283645"/>
                <a:gd name="connsiteY5143" fmla="*/ 373998 h 1449582"/>
                <a:gd name="connsiteX5144" fmla="*/ 1013136 w 3283645"/>
                <a:gd name="connsiteY5144" fmla="*/ 378966 h 1449582"/>
                <a:gd name="connsiteX5145" fmla="*/ 1008129 w 3283645"/>
                <a:gd name="connsiteY5145" fmla="*/ 378966 h 1449582"/>
                <a:gd name="connsiteX5146" fmla="*/ 1002955 w 3283645"/>
                <a:gd name="connsiteY5146" fmla="*/ 378966 h 1449582"/>
                <a:gd name="connsiteX5147" fmla="*/ 1008129 w 3283645"/>
                <a:gd name="connsiteY5147" fmla="*/ 368865 h 1449582"/>
                <a:gd name="connsiteX5148" fmla="*/ 1018476 w 3283645"/>
                <a:gd name="connsiteY5148" fmla="*/ 363731 h 1449582"/>
                <a:gd name="connsiteX5149" fmla="*/ 1662230 w 3283645"/>
                <a:gd name="connsiteY5149" fmla="*/ 353381 h 1449582"/>
                <a:gd name="connsiteX5150" fmla="*/ 1667385 w 3283645"/>
                <a:gd name="connsiteY5150" fmla="*/ 353381 h 1449582"/>
                <a:gd name="connsiteX5151" fmla="*/ 1672540 w 3283645"/>
                <a:gd name="connsiteY5151" fmla="*/ 353381 h 1449582"/>
                <a:gd name="connsiteX5152" fmla="*/ 1677696 w 3283645"/>
                <a:gd name="connsiteY5152" fmla="*/ 353381 h 1449582"/>
                <a:gd name="connsiteX5153" fmla="*/ 1682851 w 3283645"/>
                <a:gd name="connsiteY5153" fmla="*/ 353381 h 1449582"/>
                <a:gd name="connsiteX5154" fmla="*/ 1688006 w 3283645"/>
                <a:gd name="connsiteY5154" fmla="*/ 353381 h 1449582"/>
                <a:gd name="connsiteX5155" fmla="*/ 1693161 w 3283645"/>
                <a:gd name="connsiteY5155" fmla="*/ 358310 h 1449582"/>
                <a:gd name="connsiteX5156" fmla="*/ 1698316 w 3283645"/>
                <a:gd name="connsiteY5156" fmla="*/ 358310 h 1449582"/>
                <a:gd name="connsiteX5157" fmla="*/ 1703471 w 3283645"/>
                <a:gd name="connsiteY5157" fmla="*/ 358310 h 1449582"/>
                <a:gd name="connsiteX5158" fmla="*/ 1708627 w 3283645"/>
                <a:gd name="connsiteY5158" fmla="*/ 358310 h 1449582"/>
                <a:gd name="connsiteX5159" fmla="*/ 1703471 w 3283645"/>
                <a:gd name="connsiteY5159" fmla="*/ 363567 h 1449582"/>
                <a:gd name="connsiteX5160" fmla="*/ 1698316 w 3283645"/>
                <a:gd name="connsiteY5160" fmla="*/ 363567 h 1449582"/>
                <a:gd name="connsiteX5161" fmla="*/ 1693161 w 3283645"/>
                <a:gd name="connsiteY5161" fmla="*/ 363567 h 1449582"/>
                <a:gd name="connsiteX5162" fmla="*/ 1682851 w 3283645"/>
                <a:gd name="connsiteY5162" fmla="*/ 363567 h 1449582"/>
                <a:gd name="connsiteX5163" fmla="*/ 1677696 w 3283645"/>
                <a:gd name="connsiteY5163" fmla="*/ 363567 h 1449582"/>
                <a:gd name="connsiteX5164" fmla="*/ 1672540 w 3283645"/>
                <a:gd name="connsiteY5164" fmla="*/ 363567 h 1449582"/>
                <a:gd name="connsiteX5165" fmla="*/ 1667385 w 3283645"/>
                <a:gd name="connsiteY5165" fmla="*/ 363567 h 1449582"/>
                <a:gd name="connsiteX5166" fmla="*/ 1662230 w 3283645"/>
                <a:gd name="connsiteY5166" fmla="*/ 358310 h 1449582"/>
                <a:gd name="connsiteX5167" fmla="*/ 1559225 w 3283645"/>
                <a:gd name="connsiteY5167" fmla="*/ 348206 h 1449582"/>
                <a:gd name="connsiteX5168" fmla="*/ 1564259 w 3283645"/>
                <a:gd name="connsiteY5168" fmla="*/ 348206 h 1449582"/>
                <a:gd name="connsiteX5169" fmla="*/ 1569459 w 3283645"/>
                <a:gd name="connsiteY5169" fmla="*/ 353417 h 1449582"/>
                <a:gd name="connsiteX5170" fmla="*/ 1574660 w 3283645"/>
                <a:gd name="connsiteY5170" fmla="*/ 358459 h 1449582"/>
                <a:gd name="connsiteX5171" fmla="*/ 1580029 w 3283645"/>
                <a:gd name="connsiteY5171" fmla="*/ 363838 h 1449582"/>
                <a:gd name="connsiteX5172" fmla="*/ 1585062 w 3283645"/>
                <a:gd name="connsiteY5172" fmla="*/ 363838 h 1449582"/>
                <a:gd name="connsiteX5173" fmla="*/ 1590263 w 3283645"/>
                <a:gd name="connsiteY5173" fmla="*/ 363838 h 1449582"/>
                <a:gd name="connsiteX5174" fmla="*/ 1595464 w 3283645"/>
                <a:gd name="connsiteY5174" fmla="*/ 369049 h 1449582"/>
                <a:gd name="connsiteX5175" fmla="*/ 1600833 w 3283645"/>
                <a:gd name="connsiteY5175" fmla="*/ 369049 h 1449582"/>
                <a:gd name="connsiteX5176" fmla="*/ 1605866 w 3283645"/>
                <a:gd name="connsiteY5176" fmla="*/ 369049 h 1449582"/>
                <a:gd name="connsiteX5177" fmla="*/ 1611067 w 3283645"/>
                <a:gd name="connsiteY5177" fmla="*/ 369049 h 1449582"/>
                <a:gd name="connsiteX5178" fmla="*/ 1605866 w 3283645"/>
                <a:gd name="connsiteY5178" fmla="*/ 379302 h 1449582"/>
                <a:gd name="connsiteX5179" fmla="*/ 1600833 w 3283645"/>
                <a:gd name="connsiteY5179" fmla="*/ 379302 h 1449582"/>
                <a:gd name="connsiteX5180" fmla="*/ 1600833 w 3283645"/>
                <a:gd name="connsiteY5180" fmla="*/ 384681 h 1449582"/>
                <a:gd name="connsiteX5181" fmla="*/ 1595464 w 3283645"/>
                <a:gd name="connsiteY5181" fmla="*/ 389892 h 1449582"/>
                <a:gd name="connsiteX5182" fmla="*/ 1590263 w 3283645"/>
                <a:gd name="connsiteY5182" fmla="*/ 395103 h 1449582"/>
                <a:gd name="connsiteX5183" fmla="*/ 1595464 w 3283645"/>
                <a:gd name="connsiteY5183" fmla="*/ 400145 h 1449582"/>
                <a:gd name="connsiteX5184" fmla="*/ 1600833 w 3283645"/>
                <a:gd name="connsiteY5184" fmla="*/ 405524 h 1449582"/>
                <a:gd name="connsiteX5185" fmla="*/ 1600833 w 3283645"/>
                <a:gd name="connsiteY5185" fmla="*/ 410735 h 1449582"/>
                <a:gd name="connsiteX5186" fmla="*/ 1600833 w 3283645"/>
                <a:gd name="connsiteY5186" fmla="*/ 415946 h 1449582"/>
                <a:gd name="connsiteX5187" fmla="*/ 1605866 w 3283645"/>
                <a:gd name="connsiteY5187" fmla="*/ 420988 h 1449582"/>
                <a:gd name="connsiteX5188" fmla="*/ 1600833 w 3283645"/>
                <a:gd name="connsiteY5188" fmla="*/ 426367 h 1449582"/>
                <a:gd name="connsiteX5189" fmla="*/ 1595464 w 3283645"/>
                <a:gd name="connsiteY5189" fmla="*/ 426367 h 1449582"/>
                <a:gd name="connsiteX5190" fmla="*/ 1590263 w 3283645"/>
                <a:gd name="connsiteY5190" fmla="*/ 426367 h 1449582"/>
                <a:gd name="connsiteX5191" fmla="*/ 1580029 w 3283645"/>
                <a:gd name="connsiteY5191" fmla="*/ 420988 h 1449582"/>
                <a:gd name="connsiteX5192" fmla="*/ 1574660 w 3283645"/>
                <a:gd name="connsiteY5192" fmla="*/ 420988 h 1449582"/>
                <a:gd name="connsiteX5193" fmla="*/ 1569459 w 3283645"/>
                <a:gd name="connsiteY5193" fmla="*/ 426367 h 1449582"/>
                <a:gd name="connsiteX5194" fmla="*/ 1564259 w 3283645"/>
                <a:gd name="connsiteY5194" fmla="*/ 431578 h 1449582"/>
                <a:gd name="connsiteX5195" fmla="*/ 1559225 w 3283645"/>
                <a:gd name="connsiteY5195" fmla="*/ 431578 h 1449582"/>
                <a:gd name="connsiteX5196" fmla="*/ 1553857 w 3283645"/>
                <a:gd name="connsiteY5196" fmla="*/ 431578 h 1449582"/>
                <a:gd name="connsiteX5197" fmla="*/ 1548656 w 3283645"/>
                <a:gd name="connsiteY5197" fmla="*/ 431578 h 1449582"/>
                <a:gd name="connsiteX5198" fmla="*/ 1543455 w 3283645"/>
                <a:gd name="connsiteY5198" fmla="*/ 431578 h 1449582"/>
                <a:gd name="connsiteX5199" fmla="*/ 1538422 w 3283645"/>
                <a:gd name="connsiteY5199" fmla="*/ 426367 h 1449582"/>
                <a:gd name="connsiteX5200" fmla="*/ 1533053 w 3283645"/>
                <a:gd name="connsiteY5200" fmla="*/ 426367 h 1449582"/>
                <a:gd name="connsiteX5201" fmla="*/ 1533053 w 3283645"/>
                <a:gd name="connsiteY5201" fmla="*/ 420988 h 1449582"/>
                <a:gd name="connsiteX5202" fmla="*/ 1533053 w 3283645"/>
                <a:gd name="connsiteY5202" fmla="*/ 415946 h 1449582"/>
                <a:gd name="connsiteX5203" fmla="*/ 1533053 w 3283645"/>
                <a:gd name="connsiteY5203" fmla="*/ 395103 h 1449582"/>
                <a:gd name="connsiteX5204" fmla="*/ 1527852 w 3283645"/>
                <a:gd name="connsiteY5204" fmla="*/ 389892 h 1449582"/>
                <a:gd name="connsiteX5205" fmla="*/ 1522651 w 3283645"/>
                <a:gd name="connsiteY5205" fmla="*/ 389892 h 1449582"/>
                <a:gd name="connsiteX5206" fmla="*/ 1522651 w 3283645"/>
                <a:gd name="connsiteY5206" fmla="*/ 384681 h 1449582"/>
                <a:gd name="connsiteX5207" fmla="*/ 1517618 w 3283645"/>
                <a:gd name="connsiteY5207" fmla="*/ 379302 h 1449582"/>
                <a:gd name="connsiteX5208" fmla="*/ 1512249 w 3283645"/>
                <a:gd name="connsiteY5208" fmla="*/ 379302 h 1449582"/>
                <a:gd name="connsiteX5209" fmla="*/ 1512249 w 3283645"/>
                <a:gd name="connsiteY5209" fmla="*/ 374260 h 1449582"/>
                <a:gd name="connsiteX5210" fmla="*/ 1507048 w 3283645"/>
                <a:gd name="connsiteY5210" fmla="*/ 374260 h 1449582"/>
                <a:gd name="connsiteX5211" fmla="*/ 1501847 w 3283645"/>
                <a:gd name="connsiteY5211" fmla="*/ 374260 h 1449582"/>
                <a:gd name="connsiteX5212" fmla="*/ 1512249 w 3283645"/>
                <a:gd name="connsiteY5212" fmla="*/ 369049 h 1449582"/>
                <a:gd name="connsiteX5213" fmla="*/ 1517618 w 3283645"/>
                <a:gd name="connsiteY5213" fmla="*/ 374260 h 1449582"/>
                <a:gd name="connsiteX5214" fmla="*/ 1522651 w 3283645"/>
                <a:gd name="connsiteY5214" fmla="*/ 374260 h 1449582"/>
                <a:gd name="connsiteX5215" fmla="*/ 1527852 w 3283645"/>
                <a:gd name="connsiteY5215" fmla="*/ 374260 h 1449582"/>
                <a:gd name="connsiteX5216" fmla="*/ 1527852 w 3283645"/>
                <a:gd name="connsiteY5216" fmla="*/ 363838 h 1449582"/>
                <a:gd name="connsiteX5217" fmla="*/ 1538422 w 3283645"/>
                <a:gd name="connsiteY5217" fmla="*/ 369049 h 1449582"/>
                <a:gd name="connsiteX5218" fmla="*/ 1553857 w 3283645"/>
                <a:gd name="connsiteY5218" fmla="*/ 358459 h 1449582"/>
                <a:gd name="connsiteX5219" fmla="*/ 1559225 w 3283645"/>
                <a:gd name="connsiteY5219" fmla="*/ 358459 h 1449582"/>
                <a:gd name="connsiteX5220" fmla="*/ 1569459 w 3283645"/>
                <a:gd name="connsiteY5220" fmla="*/ 358459 h 1449582"/>
                <a:gd name="connsiteX5221" fmla="*/ 1559225 w 3283645"/>
                <a:gd name="connsiteY5221" fmla="*/ 348206 h 1449582"/>
                <a:gd name="connsiteX5222" fmla="*/ 2457382 w 3283645"/>
                <a:gd name="connsiteY5222" fmla="*/ 337856 h 1449582"/>
                <a:gd name="connsiteX5223" fmla="*/ 2467609 w 3283645"/>
                <a:gd name="connsiteY5223" fmla="*/ 343227 h 1449582"/>
                <a:gd name="connsiteX5224" fmla="*/ 2478004 w 3283645"/>
                <a:gd name="connsiteY5224" fmla="*/ 343227 h 1449582"/>
                <a:gd name="connsiteX5225" fmla="*/ 2483201 w 3283645"/>
                <a:gd name="connsiteY5225" fmla="*/ 348431 h 1449582"/>
                <a:gd name="connsiteX5226" fmla="*/ 2483201 w 3283645"/>
                <a:gd name="connsiteY5226" fmla="*/ 353635 h 1449582"/>
                <a:gd name="connsiteX5227" fmla="*/ 2488399 w 3283645"/>
                <a:gd name="connsiteY5227" fmla="*/ 353635 h 1449582"/>
                <a:gd name="connsiteX5228" fmla="*/ 2488399 w 3283645"/>
                <a:gd name="connsiteY5228" fmla="*/ 358670 h 1449582"/>
                <a:gd name="connsiteX5229" fmla="*/ 2493764 w 3283645"/>
                <a:gd name="connsiteY5229" fmla="*/ 358670 h 1449582"/>
                <a:gd name="connsiteX5230" fmla="*/ 2498794 w 3283645"/>
                <a:gd name="connsiteY5230" fmla="*/ 358670 h 1449582"/>
                <a:gd name="connsiteX5231" fmla="*/ 2503992 w 3283645"/>
                <a:gd name="connsiteY5231" fmla="*/ 358670 h 1449582"/>
                <a:gd name="connsiteX5232" fmla="*/ 2509189 w 3283645"/>
                <a:gd name="connsiteY5232" fmla="*/ 358670 h 1449582"/>
                <a:gd name="connsiteX5233" fmla="*/ 2514554 w 3283645"/>
                <a:gd name="connsiteY5233" fmla="*/ 358670 h 1449582"/>
                <a:gd name="connsiteX5234" fmla="*/ 2519584 w 3283645"/>
                <a:gd name="connsiteY5234" fmla="*/ 358670 h 1449582"/>
                <a:gd name="connsiteX5235" fmla="*/ 2535344 w 3283645"/>
                <a:gd name="connsiteY5235" fmla="*/ 358670 h 1449582"/>
                <a:gd name="connsiteX5236" fmla="*/ 2540374 w 3283645"/>
                <a:gd name="connsiteY5236" fmla="*/ 364042 h 1449582"/>
                <a:gd name="connsiteX5237" fmla="*/ 2550769 w 3283645"/>
                <a:gd name="connsiteY5237" fmla="*/ 369245 h 1449582"/>
                <a:gd name="connsiteX5238" fmla="*/ 2556134 w 3283645"/>
                <a:gd name="connsiteY5238" fmla="*/ 369245 h 1449582"/>
                <a:gd name="connsiteX5239" fmla="*/ 2561164 w 3283645"/>
                <a:gd name="connsiteY5239" fmla="*/ 369245 h 1449582"/>
                <a:gd name="connsiteX5240" fmla="*/ 2566362 w 3283645"/>
                <a:gd name="connsiteY5240" fmla="*/ 369245 h 1449582"/>
                <a:gd name="connsiteX5241" fmla="*/ 2571559 w 3283645"/>
                <a:gd name="connsiteY5241" fmla="*/ 369245 h 1449582"/>
                <a:gd name="connsiteX5242" fmla="*/ 2576924 w 3283645"/>
                <a:gd name="connsiteY5242" fmla="*/ 369245 h 1449582"/>
                <a:gd name="connsiteX5243" fmla="*/ 2581954 w 3283645"/>
                <a:gd name="connsiteY5243" fmla="*/ 369245 h 1449582"/>
                <a:gd name="connsiteX5244" fmla="*/ 2587152 w 3283645"/>
                <a:gd name="connsiteY5244" fmla="*/ 364042 h 1449582"/>
                <a:gd name="connsiteX5245" fmla="*/ 2592349 w 3283645"/>
                <a:gd name="connsiteY5245" fmla="*/ 358670 h 1449582"/>
                <a:gd name="connsiteX5246" fmla="*/ 2597714 w 3283645"/>
                <a:gd name="connsiteY5246" fmla="*/ 358670 h 1449582"/>
                <a:gd name="connsiteX5247" fmla="*/ 2602744 w 3283645"/>
                <a:gd name="connsiteY5247" fmla="*/ 358670 h 1449582"/>
                <a:gd name="connsiteX5248" fmla="*/ 2607942 w 3283645"/>
                <a:gd name="connsiteY5248" fmla="*/ 358670 h 1449582"/>
                <a:gd name="connsiteX5249" fmla="*/ 2613139 w 3283645"/>
                <a:gd name="connsiteY5249" fmla="*/ 364042 h 1449582"/>
                <a:gd name="connsiteX5250" fmla="*/ 2613139 w 3283645"/>
                <a:gd name="connsiteY5250" fmla="*/ 369245 h 1449582"/>
                <a:gd name="connsiteX5251" fmla="*/ 2607942 w 3283645"/>
                <a:gd name="connsiteY5251" fmla="*/ 369245 h 1449582"/>
                <a:gd name="connsiteX5252" fmla="*/ 2607942 w 3283645"/>
                <a:gd name="connsiteY5252" fmla="*/ 374449 h 1449582"/>
                <a:gd name="connsiteX5253" fmla="*/ 2607942 w 3283645"/>
                <a:gd name="connsiteY5253" fmla="*/ 379485 h 1449582"/>
                <a:gd name="connsiteX5254" fmla="*/ 2618505 w 3283645"/>
                <a:gd name="connsiteY5254" fmla="*/ 384856 h 1449582"/>
                <a:gd name="connsiteX5255" fmla="*/ 2623534 w 3283645"/>
                <a:gd name="connsiteY5255" fmla="*/ 384856 h 1449582"/>
                <a:gd name="connsiteX5256" fmla="*/ 2628732 w 3283645"/>
                <a:gd name="connsiteY5256" fmla="*/ 384856 h 1449582"/>
                <a:gd name="connsiteX5257" fmla="*/ 2633929 w 3283645"/>
                <a:gd name="connsiteY5257" fmla="*/ 384856 h 1449582"/>
                <a:gd name="connsiteX5258" fmla="*/ 2628732 w 3283645"/>
                <a:gd name="connsiteY5258" fmla="*/ 390060 h 1449582"/>
                <a:gd name="connsiteX5259" fmla="*/ 2623534 w 3283645"/>
                <a:gd name="connsiteY5259" fmla="*/ 390060 h 1449582"/>
                <a:gd name="connsiteX5260" fmla="*/ 2618505 w 3283645"/>
                <a:gd name="connsiteY5260" fmla="*/ 395263 h 1449582"/>
                <a:gd name="connsiteX5261" fmla="*/ 2618505 w 3283645"/>
                <a:gd name="connsiteY5261" fmla="*/ 400299 h 1449582"/>
                <a:gd name="connsiteX5262" fmla="*/ 2613139 w 3283645"/>
                <a:gd name="connsiteY5262" fmla="*/ 400299 h 1449582"/>
                <a:gd name="connsiteX5263" fmla="*/ 2607942 w 3283645"/>
                <a:gd name="connsiteY5263" fmla="*/ 400299 h 1449582"/>
                <a:gd name="connsiteX5264" fmla="*/ 2597714 w 3283645"/>
                <a:gd name="connsiteY5264" fmla="*/ 405671 h 1449582"/>
                <a:gd name="connsiteX5265" fmla="*/ 2592349 w 3283645"/>
                <a:gd name="connsiteY5265" fmla="*/ 405671 h 1449582"/>
                <a:gd name="connsiteX5266" fmla="*/ 2587152 w 3283645"/>
                <a:gd name="connsiteY5266" fmla="*/ 405671 h 1449582"/>
                <a:gd name="connsiteX5267" fmla="*/ 2576924 w 3283645"/>
                <a:gd name="connsiteY5267" fmla="*/ 405671 h 1449582"/>
                <a:gd name="connsiteX5268" fmla="*/ 2571559 w 3283645"/>
                <a:gd name="connsiteY5268" fmla="*/ 410874 h 1449582"/>
                <a:gd name="connsiteX5269" fmla="*/ 2571559 w 3283645"/>
                <a:gd name="connsiteY5269" fmla="*/ 416078 h 1449582"/>
                <a:gd name="connsiteX5270" fmla="*/ 2571559 w 3283645"/>
                <a:gd name="connsiteY5270" fmla="*/ 421114 h 1449582"/>
                <a:gd name="connsiteX5271" fmla="*/ 2566362 w 3283645"/>
                <a:gd name="connsiteY5271" fmla="*/ 421114 h 1449582"/>
                <a:gd name="connsiteX5272" fmla="*/ 2566362 w 3283645"/>
                <a:gd name="connsiteY5272" fmla="*/ 426485 h 1449582"/>
                <a:gd name="connsiteX5273" fmla="*/ 2561164 w 3283645"/>
                <a:gd name="connsiteY5273" fmla="*/ 431689 h 1449582"/>
                <a:gd name="connsiteX5274" fmla="*/ 2550769 w 3283645"/>
                <a:gd name="connsiteY5274" fmla="*/ 431689 h 1449582"/>
                <a:gd name="connsiteX5275" fmla="*/ 2540374 w 3283645"/>
                <a:gd name="connsiteY5275" fmla="*/ 431689 h 1449582"/>
                <a:gd name="connsiteX5276" fmla="*/ 2535344 w 3283645"/>
                <a:gd name="connsiteY5276" fmla="*/ 431689 h 1449582"/>
                <a:gd name="connsiteX5277" fmla="*/ 2524782 w 3283645"/>
                <a:gd name="connsiteY5277" fmla="*/ 436724 h 1449582"/>
                <a:gd name="connsiteX5278" fmla="*/ 2514554 w 3283645"/>
                <a:gd name="connsiteY5278" fmla="*/ 441928 h 1449582"/>
                <a:gd name="connsiteX5279" fmla="*/ 2509189 w 3283645"/>
                <a:gd name="connsiteY5279" fmla="*/ 441928 h 1449582"/>
                <a:gd name="connsiteX5280" fmla="*/ 2509189 w 3283645"/>
                <a:gd name="connsiteY5280" fmla="*/ 436724 h 1449582"/>
                <a:gd name="connsiteX5281" fmla="*/ 2503992 w 3283645"/>
                <a:gd name="connsiteY5281" fmla="*/ 436724 h 1449582"/>
                <a:gd name="connsiteX5282" fmla="*/ 2498794 w 3283645"/>
                <a:gd name="connsiteY5282" fmla="*/ 441928 h 1449582"/>
                <a:gd name="connsiteX5283" fmla="*/ 2498794 w 3283645"/>
                <a:gd name="connsiteY5283" fmla="*/ 436724 h 1449582"/>
                <a:gd name="connsiteX5284" fmla="*/ 2493764 w 3283645"/>
                <a:gd name="connsiteY5284" fmla="*/ 436724 h 1449582"/>
                <a:gd name="connsiteX5285" fmla="*/ 2488399 w 3283645"/>
                <a:gd name="connsiteY5285" fmla="*/ 436724 h 1449582"/>
                <a:gd name="connsiteX5286" fmla="*/ 2483201 w 3283645"/>
                <a:gd name="connsiteY5286" fmla="*/ 431689 h 1449582"/>
                <a:gd name="connsiteX5287" fmla="*/ 2478004 w 3283645"/>
                <a:gd name="connsiteY5287" fmla="*/ 431689 h 1449582"/>
                <a:gd name="connsiteX5288" fmla="*/ 2472974 w 3283645"/>
                <a:gd name="connsiteY5288" fmla="*/ 431689 h 1449582"/>
                <a:gd name="connsiteX5289" fmla="*/ 2467609 w 3283645"/>
                <a:gd name="connsiteY5289" fmla="*/ 431689 h 1449582"/>
                <a:gd name="connsiteX5290" fmla="*/ 2462411 w 3283645"/>
                <a:gd name="connsiteY5290" fmla="*/ 431689 h 1449582"/>
                <a:gd name="connsiteX5291" fmla="*/ 2452016 w 3283645"/>
                <a:gd name="connsiteY5291" fmla="*/ 431689 h 1449582"/>
                <a:gd name="connsiteX5292" fmla="*/ 2436592 w 3283645"/>
                <a:gd name="connsiteY5292" fmla="*/ 431689 h 1449582"/>
                <a:gd name="connsiteX5293" fmla="*/ 2431394 w 3283645"/>
                <a:gd name="connsiteY5293" fmla="*/ 426485 h 1449582"/>
                <a:gd name="connsiteX5294" fmla="*/ 2431394 w 3283645"/>
                <a:gd name="connsiteY5294" fmla="*/ 421114 h 1449582"/>
                <a:gd name="connsiteX5295" fmla="*/ 2431394 w 3283645"/>
                <a:gd name="connsiteY5295" fmla="*/ 416078 h 1449582"/>
                <a:gd name="connsiteX5296" fmla="*/ 2426029 w 3283645"/>
                <a:gd name="connsiteY5296" fmla="*/ 410874 h 1449582"/>
                <a:gd name="connsiteX5297" fmla="*/ 2420831 w 3283645"/>
                <a:gd name="connsiteY5297" fmla="*/ 410874 h 1449582"/>
                <a:gd name="connsiteX5298" fmla="*/ 2415801 w 3283645"/>
                <a:gd name="connsiteY5298" fmla="*/ 410874 h 1449582"/>
                <a:gd name="connsiteX5299" fmla="*/ 2415801 w 3283645"/>
                <a:gd name="connsiteY5299" fmla="*/ 405671 h 1449582"/>
                <a:gd name="connsiteX5300" fmla="*/ 2410604 w 3283645"/>
                <a:gd name="connsiteY5300" fmla="*/ 405671 h 1449582"/>
                <a:gd name="connsiteX5301" fmla="*/ 2405239 w 3283645"/>
                <a:gd name="connsiteY5301" fmla="*/ 405671 h 1449582"/>
                <a:gd name="connsiteX5302" fmla="*/ 2395011 w 3283645"/>
                <a:gd name="connsiteY5302" fmla="*/ 405671 h 1449582"/>
                <a:gd name="connsiteX5303" fmla="*/ 2384449 w 3283645"/>
                <a:gd name="connsiteY5303" fmla="*/ 405671 h 1449582"/>
                <a:gd name="connsiteX5304" fmla="*/ 2384449 w 3283645"/>
                <a:gd name="connsiteY5304" fmla="*/ 400299 h 1449582"/>
                <a:gd name="connsiteX5305" fmla="*/ 2389814 w 3283645"/>
                <a:gd name="connsiteY5305" fmla="*/ 395263 h 1449582"/>
                <a:gd name="connsiteX5306" fmla="*/ 2389814 w 3283645"/>
                <a:gd name="connsiteY5306" fmla="*/ 390060 h 1449582"/>
                <a:gd name="connsiteX5307" fmla="*/ 2384449 w 3283645"/>
                <a:gd name="connsiteY5307" fmla="*/ 384856 h 1449582"/>
                <a:gd name="connsiteX5308" fmla="*/ 2379251 w 3283645"/>
                <a:gd name="connsiteY5308" fmla="*/ 384856 h 1449582"/>
                <a:gd name="connsiteX5309" fmla="*/ 2379251 w 3283645"/>
                <a:gd name="connsiteY5309" fmla="*/ 379485 h 1449582"/>
                <a:gd name="connsiteX5310" fmla="*/ 2374221 w 3283645"/>
                <a:gd name="connsiteY5310" fmla="*/ 374449 h 1449582"/>
                <a:gd name="connsiteX5311" fmla="*/ 2369024 w 3283645"/>
                <a:gd name="connsiteY5311" fmla="*/ 374449 h 1449582"/>
                <a:gd name="connsiteX5312" fmla="*/ 2363659 w 3283645"/>
                <a:gd name="connsiteY5312" fmla="*/ 374449 h 1449582"/>
                <a:gd name="connsiteX5313" fmla="*/ 2358461 w 3283645"/>
                <a:gd name="connsiteY5313" fmla="*/ 369245 h 1449582"/>
                <a:gd name="connsiteX5314" fmla="*/ 2363659 w 3283645"/>
                <a:gd name="connsiteY5314" fmla="*/ 369245 h 1449582"/>
                <a:gd name="connsiteX5315" fmla="*/ 2369024 w 3283645"/>
                <a:gd name="connsiteY5315" fmla="*/ 369245 h 1449582"/>
                <a:gd name="connsiteX5316" fmla="*/ 2374221 w 3283645"/>
                <a:gd name="connsiteY5316" fmla="*/ 364042 h 1449582"/>
                <a:gd name="connsiteX5317" fmla="*/ 2374221 w 3283645"/>
                <a:gd name="connsiteY5317" fmla="*/ 358670 h 1449582"/>
                <a:gd name="connsiteX5318" fmla="*/ 2384449 w 3283645"/>
                <a:gd name="connsiteY5318" fmla="*/ 358670 h 1449582"/>
                <a:gd name="connsiteX5319" fmla="*/ 2384449 w 3283645"/>
                <a:gd name="connsiteY5319" fmla="*/ 353635 h 1449582"/>
                <a:gd name="connsiteX5320" fmla="*/ 2389814 w 3283645"/>
                <a:gd name="connsiteY5320" fmla="*/ 353635 h 1449582"/>
                <a:gd name="connsiteX5321" fmla="*/ 2395011 w 3283645"/>
                <a:gd name="connsiteY5321" fmla="*/ 353635 h 1449582"/>
                <a:gd name="connsiteX5322" fmla="*/ 2400041 w 3283645"/>
                <a:gd name="connsiteY5322" fmla="*/ 353635 h 1449582"/>
                <a:gd name="connsiteX5323" fmla="*/ 2410604 w 3283645"/>
                <a:gd name="connsiteY5323" fmla="*/ 353635 h 1449582"/>
                <a:gd name="connsiteX5324" fmla="*/ 2415801 w 3283645"/>
                <a:gd name="connsiteY5324" fmla="*/ 358670 h 1449582"/>
                <a:gd name="connsiteX5325" fmla="*/ 2420831 w 3283645"/>
                <a:gd name="connsiteY5325" fmla="*/ 364042 h 1449582"/>
                <a:gd name="connsiteX5326" fmla="*/ 2426029 w 3283645"/>
                <a:gd name="connsiteY5326" fmla="*/ 364042 h 1449582"/>
                <a:gd name="connsiteX5327" fmla="*/ 2431394 w 3283645"/>
                <a:gd name="connsiteY5327" fmla="*/ 364042 h 1449582"/>
                <a:gd name="connsiteX5328" fmla="*/ 2436592 w 3283645"/>
                <a:gd name="connsiteY5328" fmla="*/ 364042 h 1449582"/>
                <a:gd name="connsiteX5329" fmla="*/ 2441621 w 3283645"/>
                <a:gd name="connsiteY5329" fmla="*/ 364042 h 1449582"/>
                <a:gd name="connsiteX5330" fmla="*/ 2452016 w 3283645"/>
                <a:gd name="connsiteY5330" fmla="*/ 358670 h 1449582"/>
                <a:gd name="connsiteX5331" fmla="*/ 2457382 w 3283645"/>
                <a:gd name="connsiteY5331" fmla="*/ 353635 h 1449582"/>
                <a:gd name="connsiteX5332" fmla="*/ 2452016 w 3283645"/>
                <a:gd name="connsiteY5332" fmla="*/ 348431 h 1449582"/>
                <a:gd name="connsiteX5333" fmla="*/ 2452016 w 3283645"/>
                <a:gd name="connsiteY5333" fmla="*/ 343227 h 1449582"/>
                <a:gd name="connsiteX5334" fmla="*/ 2457382 w 3283645"/>
                <a:gd name="connsiteY5334" fmla="*/ 337856 h 1449582"/>
                <a:gd name="connsiteX5335" fmla="*/ 1776886 w 3283645"/>
                <a:gd name="connsiteY5335" fmla="*/ 337856 h 1449582"/>
                <a:gd name="connsiteX5336" fmla="*/ 1782079 w 3283645"/>
                <a:gd name="connsiteY5336" fmla="*/ 337856 h 1449582"/>
                <a:gd name="connsiteX5337" fmla="*/ 1792464 w 3283645"/>
                <a:gd name="connsiteY5337" fmla="*/ 343228 h 1449582"/>
                <a:gd name="connsiteX5338" fmla="*/ 1797657 w 3283645"/>
                <a:gd name="connsiteY5338" fmla="*/ 343228 h 1449582"/>
                <a:gd name="connsiteX5339" fmla="*/ 1802850 w 3283645"/>
                <a:gd name="connsiteY5339" fmla="*/ 343228 h 1449582"/>
                <a:gd name="connsiteX5340" fmla="*/ 1808042 w 3283645"/>
                <a:gd name="connsiteY5340" fmla="*/ 343228 h 1449582"/>
                <a:gd name="connsiteX5341" fmla="*/ 1813235 w 3283645"/>
                <a:gd name="connsiteY5341" fmla="*/ 343228 h 1449582"/>
                <a:gd name="connsiteX5342" fmla="*/ 1813235 w 3283645"/>
                <a:gd name="connsiteY5342" fmla="*/ 348432 h 1449582"/>
                <a:gd name="connsiteX5343" fmla="*/ 1818428 w 3283645"/>
                <a:gd name="connsiteY5343" fmla="*/ 343228 h 1449582"/>
                <a:gd name="connsiteX5344" fmla="*/ 1823621 w 3283645"/>
                <a:gd name="connsiteY5344" fmla="*/ 348432 h 1449582"/>
                <a:gd name="connsiteX5345" fmla="*/ 1828813 w 3283645"/>
                <a:gd name="connsiteY5345" fmla="*/ 343228 h 1449582"/>
                <a:gd name="connsiteX5346" fmla="*/ 1828813 w 3283645"/>
                <a:gd name="connsiteY5346" fmla="*/ 337856 h 1449582"/>
                <a:gd name="connsiteX5347" fmla="*/ 1834006 w 3283645"/>
                <a:gd name="connsiteY5347" fmla="*/ 337856 h 1449582"/>
                <a:gd name="connsiteX5348" fmla="*/ 1839199 w 3283645"/>
                <a:gd name="connsiteY5348" fmla="*/ 337856 h 1449582"/>
                <a:gd name="connsiteX5349" fmla="*/ 1844392 w 3283645"/>
                <a:gd name="connsiteY5349" fmla="*/ 337856 h 1449582"/>
                <a:gd name="connsiteX5350" fmla="*/ 1849584 w 3283645"/>
                <a:gd name="connsiteY5350" fmla="*/ 337856 h 1449582"/>
                <a:gd name="connsiteX5351" fmla="*/ 1854777 w 3283645"/>
                <a:gd name="connsiteY5351" fmla="*/ 337856 h 1449582"/>
                <a:gd name="connsiteX5352" fmla="*/ 1854777 w 3283645"/>
                <a:gd name="connsiteY5352" fmla="*/ 343228 h 1449582"/>
                <a:gd name="connsiteX5353" fmla="*/ 1854777 w 3283645"/>
                <a:gd name="connsiteY5353" fmla="*/ 348432 h 1449582"/>
                <a:gd name="connsiteX5354" fmla="*/ 1859970 w 3283645"/>
                <a:gd name="connsiteY5354" fmla="*/ 348432 h 1449582"/>
                <a:gd name="connsiteX5355" fmla="*/ 1865163 w 3283645"/>
                <a:gd name="connsiteY5355" fmla="*/ 348432 h 1449582"/>
                <a:gd name="connsiteX5356" fmla="*/ 1865163 w 3283645"/>
                <a:gd name="connsiteY5356" fmla="*/ 353635 h 1449582"/>
                <a:gd name="connsiteX5357" fmla="*/ 1870355 w 3283645"/>
                <a:gd name="connsiteY5357" fmla="*/ 358671 h 1449582"/>
                <a:gd name="connsiteX5358" fmla="*/ 1875548 w 3283645"/>
                <a:gd name="connsiteY5358" fmla="*/ 358671 h 1449582"/>
                <a:gd name="connsiteX5359" fmla="*/ 1880741 w 3283645"/>
                <a:gd name="connsiteY5359" fmla="*/ 358671 h 1449582"/>
                <a:gd name="connsiteX5360" fmla="*/ 1885934 w 3283645"/>
                <a:gd name="connsiteY5360" fmla="*/ 358671 h 1449582"/>
                <a:gd name="connsiteX5361" fmla="*/ 1891126 w 3283645"/>
                <a:gd name="connsiteY5361" fmla="*/ 358671 h 1449582"/>
                <a:gd name="connsiteX5362" fmla="*/ 1896319 w 3283645"/>
                <a:gd name="connsiteY5362" fmla="*/ 358671 h 1449582"/>
                <a:gd name="connsiteX5363" fmla="*/ 1901512 w 3283645"/>
                <a:gd name="connsiteY5363" fmla="*/ 358671 h 1449582"/>
                <a:gd name="connsiteX5364" fmla="*/ 1906705 w 3283645"/>
                <a:gd name="connsiteY5364" fmla="*/ 364043 h 1449582"/>
                <a:gd name="connsiteX5365" fmla="*/ 1906705 w 3283645"/>
                <a:gd name="connsiteY5365" fmla="*/ 369247 h 1449582"/>
                <a:gd name="connsiteX5366" fmla="*/ 1906705 w 3283645"/>
                <a:gd name="connsiteY5366" fmla="*/ 374451 h 1449582"/>
                <a:gd name="connsiteX5367" fmla="*/ 1901512 w 3283645"/>
                <a:gd name="connsiteY5367" fmla="*/ 374451 h 1449582"/>
                <a:gd name="connsiteX5368" fmla="*/ 1896319 w 3283645"/>
                <a:gd name="connsiteY5368" fmla="*/ 374451 h 1449582"/>
                <a:gd name="connsiteX5369" fmla="*/ 1891126 w 3283645"/>
                <a:gd name="connsiteY5369" fmla="*/ 384859 h 1449582"/>
                <a:gd name="connsiteX5370" fmla="*/ 1885934 w 3283645"/>
                <a:gd name="connsiteY5370" fmla="*/ 384859 h 1449582"/>
                <a:gd name="connsiteX5371" fmla="*/ 1880741 w 3283645"/>
                <a:gd name="connsiteY5371" fmla="*/ 384859 h 1449582"/>
                <a:gd name="connsiteX5372" fmla="*/ 1880741 w 3283645"/>
                <a:gd name="connsiteY5372" fmla="*/ 390063 h 1449582"/>
                <a:gd name="connsiteX5373" fmla="*/ 1875548 w 3283645"/>
                <a:gd name="connsiteY5373" fmla="*/ 390063 h 1449582"/>
                <a:gd name="connsiteX5374" fmla="*/ 1870355 w 3283645"/>
                <a:gd name="connsiteY5374" fmla="*/ 390063 h 1449582"/>
                <a:gd name="connsiteX5375" fmla="*/ 1859970 w 3283645"/>
                <a:gd name="connsiteY5375" fmla="*/ 390063 h 1449582"/>
                <a:gd name="connsiteX5376" fmla="*/ 1859970 w 3283645"/>
                <a:gd name="connsiteY5376" fmla="*/ 395266 h 1449582"/>
                <a:gd name="connsiteX5377" fmla="*/ 1854777 w 3283645"/>
                <a:gd name="connsiteY5377" fmla="*/ 395266 h 1449582"/>
                <a:gd name="connsiteX5378" fmla="*/ 1849584 w 3283645"/>
                <a:gd name="connsiteY5378" fmla="*/ 390063 h 1449582"/>
                <a:gd name="connsiteX5379" fmla="*/ 1844392 w 3283645"/>
                <a:gd name="connsiteY5379" fmla="*/ 390063 h 1449582"/>
                <a:gd name="connsiteX5380" fmla="*/ 1839199 w 3283645"/>
                <a:gd name="connsiteY5380" fmla="*/ 395266 h 1449582"/>
                <a:gd name="connsiteX5381" fmla="*/ 1839199 w 3283645"/>
                <a:gd name="connsiteY5381" fmla="*/ 390063 h 1449582"/>
                <a:gd name="connsiteX5382" fmla="*/ 1834006 w 3283645"/>
                <a:gd name="connsiteY5382" fmla="*/ 384859 h 1449582"/>
                <a:gd name="connsiteX5383" fmla="*/ 1823621 w 3283645"/>
                <a:gd name="connsiteY5383" fmla="*/ 390063 h 1449582"/>
                <a:gd name="connsiteX5384" fmla="*/ 1818428 w 3283645"/>
                <a:gd name="connsiteY5384" fmla="*/ 384859 h 1449582"/>
                <a:gd name="connsiteX5385" fmla="*/ 1818428 w 3283645"/>
                <a:gd name="connsiteY5385" fmla="*/ 379487 h 1449582"/>
                <a:gd name="connsiteX5386" fmla="*/ 1808042 w 3283645"/>
                <a:gd name="connsiteY5386" fmla="*/ 374451 h 1449582"/>
                <a:gd name="connsiteX5387" fmla="*/ 1802850 w 3283645"/>
                <a:gd name="connsiteY5387" fmla="*/ 369247 h 1449582"/>
                <a:gd name="connsiteX5388" fmla="*/ 1797657 w 3283645"/>
                <a:gd name="connsiteY5388" fmla="*/ 369247 h 1449582"/>
                <a:gd name="connsiteX5389" fmla="*/ 1792464 w 3283645"/>
                <a:gd name="connsiteY5389" fmla="*/ 369247 h 1449582"/>
                <a:gd name="connsiteX5390" fmla="*/ 1787271 w 3283645"/>
                <a:gd name="connsiteY5390" fmla="*/ 369247 h 1449582"/>
                <a:gd name="connsiteX5391" fmla="*/ 1787271 w 3283645"/>
                <a:gd name="connsiteY5391" fmla="*/ 374451 h 1449582"/>
                <a:gd name="connsiteX5392" fmla="*/ 1782079 w 3283645"/>
                <a:gd name="connsiteY5392" fmla="*/ 374451 h 1449582"/>
                <a:gd name="connsiteX5393" fmla="*/ 1776886 w 3283645"/>
                <a:gd name="connsiteY5393" fmla="*/ 374451 h 1449582"/>
                <a:gd name="connsiteX5394" fmla="*/ 1771693 w 3283645"/>
                <a:gd name="connsiteY5394" fmla="*/ 374451 h 1449582"/>
                <a:gd name="connsiteX5395" fmla="*/ 1766333 w 3283645"/>
                <a:gd name="connsiteY5395" fmla="*/ 374451 h 1449582"/>
                <a:gd name="connsiteX5396" fmla="*/ 1761308 w 3283645"/>
                <a:gd name="connsiteY5396" fmla="*/ 374451 h 1449582"/>
                <a:gd name="connsiteX5397" fmla="*/ 1756115 w 3283645"/>
                <a:gd name="connsiteY5397" fmla="*/ 374451 h 1449582"/>
                <a:gd name="connsiteX5398" fmla="*/ 1750922 w 3283645"/>
                <a:gd name="connsiteY5398" fmla="*/ 374451 h 1449582"/>
                <a:gd name="connsiteX5399" fmla="*/ 1750922 w 3283645"/>
                <a:gd name="connsiteY5399" fmla="*/ 369247 h 1449582"/>
                <a:gd name="connsiteX5400" fmla="*/ 1756115 w 3283645"/>
                <a:gd name="connsiteY5400" fmla="*/ 369247 h 1449582"/>
                <a:gd name="connsiteX5401" fmla="*/ 1756115 w 3283645"/>
                <a:gd name="connsiteY5401" fmla="*/ 364043 h 1449582"/>
                <a:gd name="connsiteX5402" fmla="*/ 1756115 w 3283645"/>
                <a:gd name="connsiteY5402" fmla="*/ 358671 h 1449582"/>
                <a:gd name="connsiteX5403" fmla="*/ 1761308 w 3283645"/>
                <a:gd name="connsiteY5403" fmla="*/ 358671 h 1449582"/>
                <a:gd name="connsiteX5404" fmla="*/ 1766333 w 3283645"/>
                <a:gd name="connsiteY5404" fmla="*/ 348432 h 1449582"/>
                <a:gd name="connsiteX5405" fmla="*/ 1766333 w 3283645"/>
                <a:gd name="connsiteY5405" fmla="*/ 343228 h 1449582"/>
                <a:gd name="connsiteX5406" fmla="*/ 1771693 w 3283645"/>
                <a:gd name="connsiteY5406" fmla="*/ 343228 h 1449582"/>
                <a:gd name="connsiteX5407" fmla="*/ 1776886 w 3283645"/>
                <a:gd name="connsiteY5407" fmla="*/ 337856 h 1449582"/>
                <a:gd name="connsiteX5408" fmla="*/ 2862471 w 3283645"/>
                <a:gd name="connsiteY5408" fmla="*/ 337634 h 1449582"/>
                <a:gd name="connsiteX5409" fmla="*/ 2867589 w 3283645"/>
                <a:gd name="connsiteY5409" fmla="*/ 342957 h 1449582"/>
                <a:gd name="connsiteX5410" fmla="*/ 2867589 w 3283645"/>
                <a:gd name="connsiteY5410" fmla="*/ 348114 h 1449582"/>
                <a:gd name="connsiteX5411" fmla="*/ 2872708 w 3283645"/>
                <a:gd name="connsiteY5411" fmla="*/ 353270 h 1449582"/>
                <a:gd name="connsiteX5412" fmla="*/ 2872708 w 3283645"/>
                <a:gd name="connsiteY5412" fmla="*/ 358260 h 1449582"/>
                <a:gd name="connsiteX5413" fmla="*/ 2867589 w 3283645"/>
                <a:gd name="connsiteY5413" fmla="*/ 358260 h 1449582"/>
                <a:gd name="connsiteX5414" fmla="*/ 2862471 w 3283645"/>
                <a:gd name="connsiteY5414" fmla="*/ 358260 h 1449582"/>
                <a:gd name="connsiteX5415" fmla="*/ 2862471 w 3283645"/>
                <a:gd name="connsiteY5415" fmla="*/ 348114 h 1449582"/>
                <a:gd name="connsiteX5416" fmla="*/ 2862471 w 3283645"/>
                <a:gd name="connsiteY5416" fmla="*/ 342957 h 1449582"/>
                <a:gd name="connsiteX5417" fmla="*/ 2862471 w 3283645"/>
                <a:gd name="connsiteY5417" fmla="*/ 322331 h 1449582"/>
                <a:gd name="connsiteX5418" fmla="*/ 2867589 w 3283645"/>
                <a:gd name="connsiteY5418" fmla="*/ 322331 h 1449582"/>
                <a:gd name="connsiteX5419" fmla="*/ 2867589 w 3283645"/>
                <a:gd name="connsiteY5419" fmla="*/ 327487 h 1449582"/>
                <a:gd name="connsiteX5420" fmla="*/ 2862471 w 3283645"/>
                <a:gd name="connsiteY5420" fmla="*/ 337634 h 1449582"/>
                <a:gd name="connsiteX5421" fmla="*/ 2857352 w 3283645"/>
                <a:gd name="connsiteY5421" fmla="*/ 337634 h 1449582"/>
                <a:gd name="connsiteX5422" fmla="*/ 2857352 w 3283645"/>
                <a:gd name="connsiteY5422" fmla="*/ 332644 h 1449582"/>
                <a:gd name="connsiteX5423" fmla="*/ 2862471 w 3283645"/>
                <a:gd name="connsiteY5423" fmla="*/ 322331 h 1449582"/>
                <a:gd name="connsiteX5424" fmla="*/ 2670477 w 3283645"/>
                <a:gd name="connsiteY5424" fmla="*/ 322331 h 1449582"/>
                <a:gd name="connsiteX5425" fmla="*/ 2675671 w 3283645"/>
                <a:gd name="connsiteY5425" fmla="*/ 322331 h 1449582"/>
                <a:gd name="connsiteX5426" fmla="*/ 2686060 w 3283645"/>
                <a:gd name="connsiteY5426" fmla="*/ 322331 h 1449582"/>
                <a:gd name="connsiteX5427" fmla="*/ 2691254 w 3283645"/>
                <a:gd name="connsiteY5427" fmla="*/ 327528 h 1449582"/>
                <a:gd name="connsiteX5428" fmla="*/ 2696449 w 3283645"/>
                <a:gd name="connsiteY5428" fmla="*/ 327528 h 1449582"/>
                <a:gd name="connsiteX5429" fmla="*/ 2701811 w 3283645"/>
                <a:gd name="connsiteY5429" fmla="*/ 327528 h 1449582"/>
                <a:gd name="connsiteX5430" fmla="*/ 2706837 w 3283645"/>
                <a:gd name="connsiteY5430" fmla="*/ 332726 h 1449582"/>
                <a:gd name="connsiteX5431" fmla="*/ 2706837 w 3283645"/>
                <a:gd name="connsiteY5431" fmla="*/ 337756 h 1449582"/>
                <a:gd name="connsiteX5432" fmla="*/ 2712032 w 3283645"/>
                <a:gd name="connsiteY5432" fmla="*/ 343121 h 1449582"/>
                <a:gd name="connsiteX5433" fmla="*/ 2712032 w 3283645"/>
                <a:gd name="connsiteY5433" fmla="*/ 348318 h 1449582"/>
                <a:gd name="connsiteX5434" fmla="*/ 2717226 w 3283645"/>
                <a:gd name="connsiteY5434" fmla="*/ 353516 h 1449582"/>
                <a:gd name="connsiteX5435" fmla="*/ 2717226 w 3283645"/>
                <a:gd name="connsiteY5435" fmla="*/ 358545 h 1449582"/>
                <a:gd name="connsiteX5436" fmla="*/ 2727615 w 3283645"/>
                <a:gd name="connsiteY5436" fmla="*/ 369108 h 1449582"/>
                <a:gd name="connsiteX5437" fmla="*/ 2738004 w 3283645"/>
                <a:gd name="connsiteY5437" fmla="*/ 369108 h 1449582"/>
                <a:gd name="connsiteX5438" fmla="*/ 2743366 w 3283645"/>
                <a:gd name="connsiteY5438" fmla="*/ 369108 h 1449582"/>
                <a:gd name="connsiteX5439" fmla="*/ 2748393 w 3283645"/>
                <a:gd name="connsiteY5439" fmla="*/ 374305 h 1449582"/>
                <a:gd name="connsiteX5440" fmla="*/ 2748393 w 3283645"/>
                <a:gd name="connsiteY5440" fmla="*/ 379335 h 1449582"/>
                <a:gd name="connsiteX5441" fmla="*/ 2753587 w 3283645"/>
                <a:gd name="connsiteY5441" fmla="*/ 384700 h 1449582"/>
                <a:gd name="connsiteX5442" fmla="*/ 2763976 w 3283645"/>
                <a:gd name="connsiteY5442" fmla="*/ 384700 h 1449582"/>
                <a:gd name="connsiteX5443" fmla="*/ 2774365 w 3283645"/>
                <a:gd name="connsiteY5443" fmla="*/ 379335 h 1449582"/>
                <a:gd name="connsiteX5444" fmla="*/ 2779559 w 3283645"/>
                <a:gd name="connsiteY5444" fmla="*/ 379335 h 1449582"/>
                <a:gd name="connsiteX5445" fmla="*/ 2784754 w 3283645"/>
                <a:gd name="connsiteY5445" fmla="*/ 379335 h 1449582"/>
                <a:gd name="connsiteX5446" fmla="*/ 2779559 w 3283645"/>
                <a:gd name="connsiteY5446" fmla="*/ 384700 h 1449582"/>
                <a:gd name="connsiteX5447" fmla="*/ 2779559 w 3283645"/>
                <a:gd name="connsiteY5447" fmla="*/ 389898 h 1449582"/>
                <a:gd name="connsiteX5448" fmla="*/ 2774365 w 3283645"/>
                <a:gd name="connsiteY5448" fmla="*/ 400125 h 1449582"/>
                <a:gd name="connsiteX5449" fmla="*/ 2769170 w 3283645"/>
                <a:gd name="connsiteY5449" fmla="*/ 405490 h 1449582"/>
                <a:gd name="connsiteX5450" fmla="*/ 2763976 w 3283645"/>
                <a:gd name="connsiteY5450" fmla="*/ 400125 h 1449582"/>
                <a:gd name="connsiteX5451" fmla="*/ 2758782 w 3283645"/>
                <a:gd name="connsiteY5451" fmla="*/ 400125 h 1449582"/>
                <a:gd name="connsiteX5452" fmla="*/ 2758782 w 3283645"/>
                <a:gd name="connsiteY5452" fmla="*/ 405490 h 1449582"/>
                <a:gd name="connsiteX5453" fmla="*/ 2753587 w 3283645"/>
                <a:gd name="connsiteY5453" fmla="*/ 405490 h 1449582"/>
                <a:gd name="connsiteX5454" fmla="*/ 2748393 w 3283645"/>
                <a:gd name="connsiteY5454" fmla="*/ 410687 h 1449582"/>
                <a:gd name="connsiteX5455" fmla="*/ 2748393 w 3283645"/>
                <a:gd name="connsiteY5455" fmla="*/ 415885 h 1449582"/>
                <a:gd name="connsiteX5456" fmla="*/ 2753587 w 3283645"/>
                <a:gd name="connsiteY5456" fmla="*/ 415885 h 1449582"/>
                <a:gd name="connsiteX5457" fmla="*/ 2753587 w 3283645"/>
                <a:gd name="connsiteY5457" fmla="*/ 420915 h 1449582"/>
                <a:gd name="connsiteX5458" fmla="*/ 2753587 w 3283645"/>
                <a:gd name="connsiteY5458" fmla="*/ 426280 h 1449582"/>
                <a:gd name="connsiteX5459" fmla="*/ 2748393 w 3283645"/>
                <a:gd name="connsiteY5459" fmla="*/ 426280 h 1449582"/>
                <a:gd name="connsiteX5460" fmla="*/ 2743366 w 3283645"/>
                <a:gd name="connsiteY5460" fmla="*/ 426280 h 1449582"/>
                <a:gd name="connsiteX5461" fmla="*/ 2738004 w 3283645"/>
                <a:gd name="connsiteY5461" fmla="*/ 431477 h 1449582"/>
                <a:gd name="connsiteX5462" fmla="*/ 2732809 w 3283645"/>
                <a:gd name="connsiteY5462" fmla="*/ 436507 h 1449582"/>
                <a:gd name="connsiteX5463" fmla="*/ 2727615 w 3283645"/>
                <a:gd name="connsiteY5463" fmla="*/ 436507 h 1449582"/>
                <a:gd name="connsiteX5464" fmla="*/ 2722421 w 3283645"/>
                <a:gd name="connsiteY5464" fmla="*/ 441704 h 1449582"/>
                <a:gd name="connsiteX5465" fmla="*/ 2717226 w 3283645"/>
                <a:gd name="connsiteY5465" fmla="*/ 441704 h 1449582"/>
                <a:gd name="connsiteX5466" fmla="*/ 2712032 w 3283645"/>
                <a:gd name="connsiteY5466" fmla="*/ 447069 h 1449582"/>
                <a:gd name="connsiteX5467" fmla="*/ 2706837 w 3283645"/>
                <a:gd name="connsiteY5467" fmla="*/ 447069 h 1449582"/>
                <a:gd name="connsiteX5468" fmla="*/ 2701811 w 3283645"/>
                <a:gd name="connsiteY5468" fmla="*/ 452267 h 1449582"/>
                <a:gd name="connsiteX5469" fmla="*/ 2696449 w 3283645"/>
                <a:gd name="connsiteY5469" fmla="*/ 457297 h 1449582"/>
                <a:gd name="connsiteX5470" fmla="*/ 2691254 w 3283645"/>
                <a:gd name="connsiteY5470" fmla="*/ 457297 h 1449582"/>
                <a:gd name="connsiteX5471" fmla="*/ 2686060 w 3283645"/>
                <a:gd name="connsiteY5471" fmla="*/ 462494 h 1449582"/>
                <a:gd name="connsiteX5472" fmla="*/ 2675671 w 3283645"/>
                <a:gd name="connsiteY5472" fmla="*/ 467859 h 1449582"/>
                <a:gd name="connsiteX5473" fmla="*/ 2675671 w 3283645"/>
                <a:gd name="connsiteY5473" fmla="*/ 462494 h 1449582"/>
                <a:gd name="connsiteX5474" fmla="*/ 2675671 w 3283645"/>
                <a:gd name="connsiteY5474" fmla="*/ 452267 h 1449582"/>
                <a:gd name="connsiteX5475" fmla="*/ 2665282 w 3283645"/>
                <a:gd name="connsiteY5475" fmla="*/ 447069 h 1449582"/>
                <a:gd name="connsiteX5476" fmla="*/ 2654893 w 3283645"/>
                <a:gd name="connsiteY5476" fmla="*/ 452267 h 1449582"/>
                <a:gd name="connsiteX5477" fmla="*/ 2649699 w 3283645"/>
                <a:gd name="connsiteY5477" fmla="*/ 462494 h 1449582"/>
                <a:gd name="connsiteX5478" fmla="*/ 2644504 w 3283645"/>
                <a:gd name="connsiteY5478" fmla="*/ 467859 h 1449582"/>
                <a:gd name="connsiteX5479" fmla="*/ 2639478 w 3283645"/>
                <a:gd name="connsiteY5479" fmla="*/ 467859 h 1449582"/>
                <a:gd name="connsiteX5480" fmla="*/ 2634116 w 3283645"/>
                <a:gd name="connsiteY5480" fmla="*/ 467859 h 1449582"/>
                <a:gd name="connsiteX5481" fmla="*/ 2634116 w 3283645"/>
                <a:gd name="connsiteY5481" fmla="*/ 473057 h 1449582"/>
                <a:gd name="connsiteX5482" fmla="*/ 2628921 w 3283645"/>
                <a:gd name="connsiteY5482" fmla="*/ 473057 h 1449582"/>
                <a:gd name="connsiteX5483" fmla="*/ 2628921 w 3283645"/>
                <a:gd name="connsiteY5483" fmla="*/ 483284 h 1449582"/>
                <a:gd name="connsiteX5484" fmla="*/ 2639478 w 3283645"/>
                <a:gd name="connsiteY5484" fmla="*/ 488649 h 1449582"/>
                <a:gd name="connsiteX5485" fmla="*/ 2644504 w 3283645"/>
                <a:gd name="connsiteY5485" fmla="*/ 488649 h 1449582"/>
                <a:gd name="connsiteX5486" fmla="*/ 2639478 w 3283645"/>
                <a:gd name="connsiteY5486" fmla="*/ 493846 h 1449582"/>
                <a:gd name="connsiteX5487" fmla="*/ 2644504 w 3283645"/>
                <a:gd name="connsiteY5487" fmla="*/ 498876 h 1449582"/>
                <a:gd name="connsiteX5488" fmla="*/ 2649699 w 3283645"/>
                <a:gd name="connsiteY5488" fmla="*/ 498876 h 1449582"/>
                <a:gd name="connsiteX5489" fmla="*/ 2654893 w 3283645"/>
                <a:gd name="connsiteY5489" fmla="*/ 498876 h 1449582"/>
                <a:gd name="connsiteX5490" fmla="*/ 2649699 w 3283645"/>
                <a:gd name="connsiteY5490" fmla="*/ 504074 h 1449582"/>
                <a:gd name="connsiteX5491" fmla="*/ 2649699 w 3283645"/>
                <a:gd name="connsiteY5491" fmla="*/ 509439 h 1449582"/>
                <a:gd name="connsiteX5492" fmla="*/ 2644504 w 3283645"/>
                <a:gd name="connsiteY5492" fmla="*/ 514636 h 1449582"/>
                <a:gd name="connsiteX5493" fmla="*/ 2639478 w 3283645"/>
                <a:gd name="connsiteY5493" fmla="*/ 524863 h 1449582"/>
                <a:gd name="connsiteX5494" fmla="*/ 2644504 w 3283645"/>
                <a:gd name="connsiteY5494" fmla="*/ 524863 h 1449582"/>
                <a:gd name="connsiteX5495" fmla="*/ 2654893 w 3283645"/>
                <a:gd name="connsiteY5495" fmla="*/ 530228 h 1449582"/>
                <a:gd name="connsiteX5496" fmla="*/ 2660255 w 3283645"/>
                <a:gd name="connsiteY5496" fmla="*/ 535426 h 1449582"/>
                <a:gd name="connsiteX5497" fmla="*/ 2660255 w 3283645"/>
                <a:gd name="connsiteY5497" fmla="*/ 540456 h 1449582"/>
                <a:gd name="connsiteX5498" fmla="*/ 2660255 w 3283645"/>
                <a:gd name="connsiteY5498" fmla="*/ 545653 h 1449582"/>
                <a:gd name="connsiteX5499" fmla="*/ 2654893 w 3283645"/>
                <a:gd name="connsiteY5499" fmla="*/ 545653 h 1449582"/>
                <a:gd name="connsiteX5500" fmla="*/ 2660255 w 3283645"/>
                <a:gd name="connsiteY5500" fmla="*/ 556216 h 1449582"/>
                <a:gd name="connsiteX5501" fmla="*/ 2665282 w 3283645"/>
                <a:gd name="connsiteY5501" fmla="*/ 561245 h 1449582"/>
                <a:gd name="connsiteX5502" fmla="*/ 2654893 w 3283645"/>
                <a:gd name="connsiteY5502" fmla="*/ 566443 h 1449582"/>
                <a:gd name="connsiteX5503" fmla="*/ 2644504 w 3283645"/>
                <a:gd name="connsiteY5503" fmla="*/ 571808 h 1449582"/>
                <a:gd name="connsiteX5504" fmla="*/ 2660255 w 3283645"/>
                <a:gd name="connsiteY5504" fmla="*/ 577005 h 1449582"/>
                <a:gd name="connsiteX5505" fmla="*/ 2665282 w 3283645"/>
                <a:gd name="connsiteY5505" fmla="*/ 577005 h 1449582"/>
                <a:gd name="connsiteX5506" fmla="*/ 2665282 w 3283645"/>
                <a:gd name="connsiteY5506" fmla="*/ 582035 h 1449582"/>
                <a:gd name="connsiteX5507" fmla="*/ 2665282 w 3283645"/>
                <a:gd name="connsiteY5507" fmla="*/ 587233 h 1449582"/>
                <a:gd name="connsiteX5508" fmla="*/ 2660255 w 3283645"/>
                <a:gd name="connsiteY5508" fmla="*/ 592598 h 1449582"/>
                <a:gd name="connsiteX5509" fmla="*/ 2654893 w 3283645"/>
                <a:gd name="connsiteY5509" fmla="*/ 597795 h 1449582"/>
                <a:gd name="connsiteX5510" fmla="*/ 2649699 w 3283645"/>
                <a:gd name="connsiteY5510" fmla="*/ 602825 h 1449582"/>
                <a:gd name="connsiteX5511" fmla="*/ 2649699 w 3283645"/>
                <a:gd name="connsiteY5511" fmla="*/ 608022 h 1449582"/>
                <a:gd name="connsiteX5512" fmla="*/ 2649699 w 3283645"/>
                <a:gd name="connsiteY5512" fmla="*/ 613387 h 1449582"/>
                <a:gd name="connsiteX5513" fmla="*/ 2644504 w 3283645"/>
                <a:gd name="connsiteY5513" fmla="*/ 618585 h 1449582"/>
                <a:gd name="connsiteX5514" fmla="*/ 2639478 w 3283645"/>
                <a:gd name="connsiteY5514" fmla="*/ 623615 h 1449582"/>
                <a:gd name="connsiteX5515" fmla="*/ 2634116 w 3283645"/>
                <a:gd name="connsiteY5515" fmla="*/ 623615 h 1449582"/>
                <a:gd name="connsiteX5516" fmla="*/ 2628921 w 3283645"/>
                <a:gd name="connsiteY5516" fmla="*/ 628812 h 1449582"/>
                <a:gd name="connsiteX5517" fmla="*/ 2623727 w 3283645"/>
                <a:gd name="connsiteY5517" fmla="*/ 634177 h 1449582"/>
                <a:gd name="connsiteX5518" fmla="*/ 2623727 w 3283645"/>
                <a:gd name="connsiteY5518" fmla="*/ 639207 h 1449582"/>
                <a:gd name="connsiteX5519" fmla="*/ 2618700 w 3283645"/>
                <a:gd name="connsiteY5519" fmla="*/ 644404 h 1449582"/>
                <a:gd name="connsiteX5520" fmla="*/ 2613338 w 3283645"/>
                <a:gd name="connsiteY5520" fmla="*/ 644404 h 1449582"/>
                <a:gd name="connsiteX5521" fmla="*/ 2608144 w 3283645"/>
                <a:gd name="connsiteY5521" fmla="*/ 644404 h 1449582"/>
                <a:gd name="connsiteX5522" fmla="*/ 2602949 w 3283645"/>
                <a:gd name="connsiteY5522" fmla="*/ 649602 h 1449582"/>
                <a:gd name="connsiteX5523" fmla="*/ 2597922 w 3283645"/>
                <a:gd name="connsiteY5523" fmla="*/ 644404 h 1449582"/>
                <a:gd name="connsiteX5524" fmla="*/ 2592560 w 3283645"/>
                <a:gd name="connsiteY5524" fmla="*/ 649602 h 1449582"/>
                <a:gd name="connsiteX5525" fmla="*/ 2587366 w 3283645"/>
                <a:gd name="connsiteY5525" fmla="*/ 654967 h 1449582"/>
                <a:gd name="connsiteX5526" fmla="*/ 2571783 w 3283645"/>
                <a:gd name="connsiteY5526" fmla="*/ 659997 h 1449582"/>
                <a:gd name="connsiteX5527" fmla="*/ 2561394 w 3283645"/>
                <a:gd name="connsiteY5527" fmla="*/ 665194 h 1449582"/>
                <a:gd name="connsiteX5528" fmla="*/ 2561394 w 3283645"/>
                <a:gd name="connsiteY5528" fmla="*/ 659997 h 1449582"/>
                <a:gd name="connsiteX5529" fmla="*/ 2556367 w 3283645"/>
                <a:gd name="connsiteY5529" fmla="*/ 659997 h 1449582"/>
                <a:gd name="connsiteX5530" fmla="*/ 2551005 w 3283645"/>
                <a:gd name="connsiteY5530" fmla="*/ 654967 h 1449582"/>
                <a:gd name="connsiteX5531" fmla="*/ 2545811 w 3283645"/>
                <a:gd name="connsiteY5531" fmla="*/ 659997 h 1449582"/>
                <a:gd name="connsiteX5532" fmla="*/ 2540616 w 3283645"/>
                <a:gd name="connsiteY5532" fmla="*/ 659997 h 1449582"/>
                <a:gd name="connsiteX5533" fmla="*/ 2535589 w 3283645"/>
                <a:gd name="connsiteY5533" fmla="*/ 654967 h 1449582"/>
                <a:gd name="connsiteX5534" fmla="*/ 2535589 w 3283645"/>
                <a:gd name="connsiteY5534" fmla="*/ 649602 h 1449582"/>
                <a:gd name="connsiteX5535" fmla="*/ 2530227 w 3283645"/>
                <a:gd name="connsiteY5535" fmla="*/ 644404 h 1449582"/>
                <a:gd name="connsiteX5536" fmla="*/ 2525033 w 3283645"/>
                <a:gd name="connsiteY5536" fmla="*/ 644404 h 1449582"/>
                <a:gd name="connsiteX5537" fmla="*/ 2519839 w 3283645"/>
                <a:gd name="connsiteY5537" fmla="*/ 639207 h 1449582"/>
                <a:gd name="connsiteX5538" fmla="*/ 2514812 w 3283645"/>
                <a:gd name="connsiteY5538" fmla="*/ 639207 h 1449582"/>
                <a:gd name="connsiteX5539" fmla="*/ 2509450 w 3283645"/>
                <a:gd name="connsiteY5539" fmla="*/ 644404 h 1449582"/>
                <a:gd name="connsiteX5540" fmla="*/ 2504255 w 3283645"/>
                <a:gd name="connsiteY5540" fmla="*/ 644404 h 1449582"/>
                <a:gd name="connsiteX5541" fmla="*/ 2499061 w 3283645"/>
                <a:gd name="connsiteY5541" fmla="*/ 644404 h 1449582"/>
                <a:gd name="connsiteX5542" fmla="*/ 2494034 w 3283645"/>
                <a:gd name="connsiteY5542" fmla="*/ 644404 h 1449582"/>
                <a:gd name="connsiteX5543" fmla="*/ 2488672 w 3283645"/>
                <a:gd name="connsiteY5543" fmla="*/ 649602 h 1449582"/>
                <a:gd name="connsiteX5544" fmla="*/ 2483478 w 3283645"/>
                <a:gd name="connsiteY5544" fmla="*/ 649602 h 1449582"/>
                <a:gd name="connsiteX5545" fmla="*/ 2478283 w 3283645"/>
                <a:gd name="connsiteY5545" fmla="*/ 654967 h 1449582"/>
                <a:gd name="connsiteX5546" fmla="*/ 2473256 w 3283645"/>
                <a:gd name="connsiteY5546" fmla="*/ 654967 h 1449582"/>
                <a:gd name="connsiteX5547" fmla="*/ 2467894 w 3283645"/>
                <a:gd name="connsiteY5547" fmla="*/ 654967 h 1449582"/>
                <a:gd name="connsiteX5548" fmla="*/ 2467894 w 3283645"/>
                <a:gd name="connsiteY5548" fmla="*/ 649602 h 1449582"/>
                <a:gd name="connsiteX5549" fmla="*/ 2467894 w 3283645"/>
                <a:gd name="connsiteY5549" fmla="*/ 644404 h 1449582"/>
                <a:gd name="connsiteX5550" fmla="*/ 2462700 w 3283645"/>
                <a:gd name="connsiteY5550" fmla="*/ 639207 h 1449582"/>
                <a:gd name="connsiteX5551" fmla="*/ 2462700 w 3283645"/>
                <a:gd name="connsiteY5551" fmla="*/ 634177 h 1449582"/>
                <a:gd name="connsiteX5552" fmla="*/ 2457673 w 3283645"/>
                <a:gd name="connsiteY5552" fmla="*/ 628812 h 1449582"/>
                <a:gd name="connsiteX5553" fmla="*/ 2452311 w 3283645"/>
                <a:gd name="connsiteY5553" fmla="*/ 628812 h 1449582"/>
                <a:gd name="connsiteX5554" fmla="*/ 2452311 w 3283645"/>
                <a:gd name="connsiteY5554" fmla="*/ 623615 h 1449582"/>
                <a:gd name="connsiteX5555" fmla="*/ 2457673 w 3283645"/>
                <a:gd name="connsiteY5555" fmla="*/ 623615 h 1449582"/>
                <a:gd name="connsiteX5556" fmla="*/ 2457673 w 3283645"/>
                <a:gd name="connsiteY5556" fmla="*/ 618585 h 1449582"/>
                <a:gd name="connsiteX5557" fmla="*/ 2462700 w 3283645"/>
                <a:gd name="connsiteY5557" fmla="*/ 608022 h 1449582"/>
                <a:gd name="connsiteX5558" fmla="*/ 2457673 w 3283645"/>
                <a:gd name="connsiteY5558" fmla="*/ 597795 h 1449582"/>
                <a:gd name="connsiteX5559" fmla="*/ 2452311 w 3283645"/>
                <a:gd name="connsiteY5559" fmla="*/ 592598 h 1449582"/>
                <a:gd name="connsiteX5560" fmla="*/ 2447117 w 3283645"/>
                <a:gd name="connsiteY5560" fmla="*/ 582035 h 1449582"/>
                <a:gd name="connsiteX5561" fmla="*/ 2441922 w 3283645"/>
                <a:gd name="connsiteY5561" fmla="*/ 582035 h 1449582"/>
                <a:gd name="connsiteX5562" fmla="*/ 2436896 w 3283645"/>
                <a:gd name="connsiteY5562" fmla="*/ 571808 h 1449582"/>
                <a:gd name="connsiteX5563" fmla="*/ 2431701 w 3283645"/>
                <a:gd name="connsiteY5563" fmla="*/ 571808 h 1449582"/>
                <a:gd name="connsiteX5564" fmla="*/ 2421145 w 3283645"/>
                <a:gd name="connsiteY5564" fmla="*/ 577005 h 1449582"/>
                <a:gd name="connsiteX5565" fmla="*/ 2416118 w 3283645"/>
                <a:gd name="connsiteY5565" fmla="*/ 571808 h 1449582"/>
                <a:gd name="connsiteX5566" fmla="*/ 2416118 w 3283645"/>
                <a:gd name="connsiteY5566" fmla="*/ 577005 h 1449582"/>
                <a:gd name="connsiteX5567" fmla="*/ 2410924 w 3283645"/>
                <a:gd name="connsiteY5567" fmla="*/ 577005 h 1449582"/>
                <a:gd name="connsiteX5568" fmla="*/ 2405562 w 3283645"/>
                <a:gd name="connsiteY5568" fmla="*/ 582035 h 1449582"/>
                <a:gd name="connsiteX5569" fmla="*/ 2400367 w 3283645"/>
                <a:gd name="connsiteY5569" fmla="*/ 587233 h 1449582"/>
                <a:gd name="connsiteX5570" fmla="*/ 2395340 w 3283645"/>
                <a:gd name="connsiteY5570" fmla="*/ 587233 h 1449582"/>
                <a:gd name="connsiteX5571" fmla="*/ 2395340 w 3283645"/>
                <a:gd name="connsiteY5571" fmla="*/ 592598 h 1449582"/>
                <a:gd name="connsiteX5572" fmla="*/ 2390146 w 3283645"/>
                <a:gd name="connsiteY5572" fmla="*/ 592598 h 1449582"/>
                <a:gd name="connsiteX5573" fmla="*/ 2390146 w 3283645"/>
                <a:gd name="connsiteY5573" fmla="*/ 587233 h 1449582"/>
                <a:gd name="connsiteX5574" fmla="*/ 2384784 w 3283645"/>
                <a:gd name="connsiteY5574" fmla="*/ 587233 h 1449582"/>
                <a:gd name="connsiteX5575" fmla="*/ 2379589 w 3283645"/>
                <a:gd name="connsiteY5575" fmla="*/ 587233 h 1449582"/>
                <a:gd name="connsiteX5576" fmla="*/ 2374563 w 3283645"/>
                <a:gd name="connsiteY5576" fmla="*/ 582035 h 1449582"/>
                <a:gd name="connsiteX5577" fmla="*/ 2369368 w 3283645"/>
                <a:gd name="connsiteY5577" fmla="*/ 587233 h 1449582"/>
                <a:gd name="connsiteX5578" fmla="*/ 2364006 w 3283645"/>
                <a:gd name="connsiteY5578" fmla="*/ 587233 h 1449582"/>
                <a:gd name="connsiteX5579" fmla="*/ 2358812 w 3283645"/>
                <a:gd name="connsiteY5579" fmla="*/ 587233 h 1449582"/>
                <a:gd name="connsiteX5580" fmla="*/ 2353785 w 3283645"/>
                <a:gd name="connsiteY5580" fmla="*/ 587233 h 1449582"/>
                <a:gd name="connsiteX5581" fmla="*/ 2348591 w 3283645"/>
                <a:gd name="connsiteY5581" fmla="*/ 587233 h 1449582"/>
                <a:gd name="connsiteX5582" fmla="*/ 2343229 w 3283645"/>
                <a:gd name="connsiteY5582" fmla="*/ 587233 h 1449582"/>
                <a:gd name="connsiteX5583" fmla="*/ 2338034 w 3283645"/>
                <a:gd name="connsiteY5583" fmla="*/ 587233 h 1449582"/>
                <a:gd name="connsiteX5584" fmla="*/ 2338034 w 3283645"/>
                <a:gd name="connsiteY5584" fmla="*/ 582035 h 1449582"/>
                <a:gd name="connsiteX5585" fmla="*/ 2333007 w 3283645"/>
                <a:gd name="connsiteY5585" fmla="*/ 582035 h 1449582"/>
                <a:gd name="connsiteX5586" fmla="*/ 2327813 w 3283645"/>
                <a:gd name="connsiteY5586" fmla="*/ 582035 h 1449582"/>
                <a:gd name="connsiteX5587" fmla="*/ 2322451 w 3283645"/>
                <a:gd name="connsiteY5587" fmla="*/ 577005 h 1449582"/>
                <a:gd name="connsiteX5588" fmla="*/ 2322451 w 3283645"/>
                <a:gd name="connsiteY5588" fmla="*/ 571808 h 1449582"/>
                <a:gd name="connsiteX5589" fmla="*/ 2317257 w 3283645"/>
                <a:gd name="connsiteY5589" fmla="*/ 571808 h 1449582"/>
                <a:gd name="connsiteX5590" fmla="*/ 2312230 w 3283645"/>
                <a:gd name="connsiteY5590" fmla="*/ 571808 h 1449582"/>
                <a:gd name="connsiteX5591" fmla="*/ 2307035 w 3283645"/>
                <a:gd name="connsiteY5591" fmla="*/ 571808 h 1449582"/>
                <a:gd name="connsiteX5592" fmla="*/ 2307035 w 3283645"/>
                <a:gd name="connsiteY5592" fmla="*/ 566443 h 1449582"/>
                <a:gd name="connsiteX5593" fmla="*/ 2296479 w 3283645"/>
                <a:gd name="connsiteY5593" fmla="*/ 561245 h 1449582"/>
                <a:gd name="connsiteX5594" fmla="*/ 2291452 w 3283645"/>
                <a:gd name="connsiteY5594" fmla="*/ 566443 h 1449582"/>
                <a:gd name="connsiteX5595" fmla="*/ 2286258 w 3283645"/>
                <a:gd name="connsiteY5595" fmla="*/ 556216 h 1449582"/>
                <a:gd name="connsiteX5596" fmla="*/ 2280896 w 3283645"/>
                <a:gd name="connsiteY5596" fmla="*/ 556216 h 1449582"/>
                <a:gd name="connsiteX5597" fmla="*/ 2275701 w 3283645"/>
                <a:gd name="connsiteY5597" fmla="*/ 551018 h 1449582"/>
                <a:gd name="connsiteX5598" fmla="*/ 2280896 w 3283645"/>
                <a:gd name="connsiteY5598" fmla="*/ 540456 h 1449582"/>
                <a:gd name="connsiteX5599" fmla="*/ 2280896 w 3283645"/>
                <a:gd name="connsiteY5599" fmla="*/ 535426 h 1449582"/>
                <a:gd name="connsiteX5600" fmla="*/ 2280896 w 3283645"/>
                <a:gd name="connsiteY5600" fmla="*/ 530228 h 1449582"/>
                <a:gd name="connsiteX5601" fmla="*/ 2286258 w 3283645"/>
                <a:gd name="connsiteY5601" fmla="*/ 524863 h 1449582"/>
                <a:gd name="connsiteX5602" fmla="*/ 2286258 w 3283645"/>
                <a:gd name="connsiteY5602" fmla="*/ 519666 h 1449582"/>
                <a:gd name="connsiteX5603" fmla="*/ 2291452 w 3283645"/>
                <a:gd name="connsiteY5603" fmla="*/ 519666 h 1449582"/>
                <a:gd name="connsiteX5604" fmla="*/ 2291452 w 3283645"/>
                <a:gd name="connsiteY5604" fmla="*/ 514636 h 1449582"/>
                <a:gd name="connsiteX5605" fmla="*/ 2286258 w 3283645"/>
                <a:gd name="connsiteY5605" fmla="*/ 509439 h 1449582"/>
                <a:gd name="connsiteX5606" fmla="*/ 2286258 w 3283645"/>
                <a:gd name="connsiteY5606" fmla="*/ 504074 h 1449582"/>
                <a:gd name="connsiteX5607" fmla="*/ 2280896 w 3283645"/>
                <a:gd name="connsiteY5607" fmla="*/ 504074 h 1449582"/>
                <a:gd name="connsiteX5608" fmla="*/ 2275701 w 3283645"/>
                <a:gd name="connsiteY5608" fmla="*/ 504074 h 1449582"/>
                <a:gd name="connsiteX5609" fmla="*/ 2270674 w 3283645"/>
                <a:gd name="connsiteY5609" fmla="*/ 504074 h 1449582"/>
                <a:gd name="connsiteX5610" fmla="*/ 2265480 w 3283645"/>
                <a:gd name="connsiteY5610" fmla="*/ 504074 h 1449582"/>
                <a:gd name="connsiteX5611" fmla="*/ 2260118 w 3283645"/>
                <a:gd name="connsiteY5611" fmla="*/ 509439 h 1449582"/>
                <a:gd name="connsiteX5612" fmla="*/ 2254924 w 3283645"/>
                <a:gd name="connsiteY5612" fmla="*/ 504074 h 1449582"/>
                <a:gd name="connsiteX5613" fmla="*/ 2249897 w 3283645"/>
                <a:gd name="connsiteY5613" fmla="*/ 504074 h 1449582"/>
                <a:gd name="connsiteX5614" fmla="*/ 2249897 w 3283645"/>
                <a:gd name="connsiteY5614" fmla="*/ 498876 h 1449582"/>
                <a:gd name="connsiteX5615" fmla="*/ 2244702 w 3283645"/>
                <a:gd name="connsiteY5615" fmla="*/ 493846 h 1449582"/>
                <a:gd name="connsiteX5616" fmla="*/ 2239340 w 3283645"/>
                <a:gd name="connsiteY5616" fmla="*/ 493846 h 1449582"/>
                <a:gd name="connsiteX5617" fmla="*/ 2239340 w 3283645"/>
                <a:gd name="connsiteY5617" fmla="*/ 488649 h 1449582"/>
                <a:gd name="connsiteX5618" fmla="*/ 2239340 w 3283645"/>
                <a:gd name="connsiteY5618" fmla="*/ 483284 h 1449582"/>
                <a:gd name="connsiteX5619" fmla="*/ 2234146 w 3283645"/>
                <a:gd name="connsiteY5619" fmla="*/ 473057 h 1449582"/>
                <a:gd name="connsiteX5620" fmla="*/ 2229119 w 3283645"/>
                <a:gd name="connsiteY5620" fmla="*/ 473057 h 1449582"/>
                <a:gd name="connsiteX5621" fmla="*/ 2229119 w 3283645"/>
                <a:gd name="connsiteY5621" fmla="*/ 467859 h 1449582"/>
                <a:gd name="connsiteX5622" fmla="*/ 2234146 w 3283645"/>
                <a:gd name="connsiteY5622" fmla="*/ 467859 h 1449582"/>
                <a:gd name="connsiteX5623" fmla="*/ 2234146 w 3283645"/>
                <a:gd name="connsiteY5623" fmla="*/ 462494 h 1449582"/>
                <a:gd name="connsiteX5624" fmla="*/ 2239340 w 3283645"/>
                <a:gd name="connsiteY5624" fmla="*/ 462494 h 1449582"/>
                <a:gd name="connsiteX5625" fmla="*/ 2244702 w 3283645"/>
                <a:gd name="connsiteY5625" fmla="*/ 462494 h 1449582"/>
                <a:gd name="connsiteX5626" fmla="*/ 2249897 w 3283645"/>
                <a:gd name="connsiteY5626" fmla="*/ 462494 h 1449582"/>
                <a:gd name="connsiteX5627" fmla="*/ 2254924 w 3283645"/>
                <a:gd name="connsiteY5627" fmla="*/ 457297 h 1449582"/>
                <a:gd name="connsiteX5628" fmla="*/ 2265480 w 3283645"/>
                <a:gd name="connsiteY5628" fmla="*/ 457297 h 1449582"/>
                <a:gd name="connsiteX5629" fmla="*/ 2270674 w 3283645"/>
                <a:gd name="connsiteY5629" fmla="*/ 452267 h 1449582"/>
                <a:gd name="connsiteX5630" fmla="*/ 2275701 w 3283645"/>
                <a:gd name="connsiteY5630" fmla="*/ 452267 h 1449582"/>
                <a:gd name="connsiteX5631" fmla="*/ 2275701 w 3283645"/>
                <a:gd name="connsiteY5631" fmla="*/ 447069 h 1449582"/>
                <a:gd name="connsiteX5632" fmla="*/ 2280896 w 3283645"/>
                <a:gd name="connsiteY5632" fmla="*/ 447069 h 1449582"/>
                <a:gd name="connsiteX5633" fmla="*/ 2286258 w 3283645"/>
                <a:gd name="connsiteY5633" fmla="*/ 447069 h 1449582"/>
                <a:gd name="connsiteX5634" fmla="*/ 2286258 w 3283645"/>
                <a:gd name="connsiteY5634" fmla="*/ 441704 h 1449582"/>
                <a:gd name="connsiteX5635" fmla="*/ 2286258 w 3283645"/>
                <a:gd name="connsiteY5635" fmla="*/ 436507 h 1449582"/>
                <a:gd name="connsiteX5636" fmla="*/ 2291452 w 3283645"/>
                <a:gd name="connsiteY5636" fmla="*/ 436507 h 1449582"/>
                <a:gd name="connsiteX5637" fmla="*/ 2291452 w 3283645"/>
                <a:gd name="connsiteY5637" fmla="*/ 431477 h 1449582"/>
                <a:gd name="connsiteX5638" fmla="*/ 2291452 w 3283645"/>
                <a:gd name="connsiteY5638" fmla="*/ 420915 h 1449582"/>
                <a:gd name="connsiteX5639" fmla="*/ 2291452 w 3283645"/>
                <a:gd name="connsiteY5639" fmla="*/ 415885 h 1449582"/>
                <a:gd name="connsiteX5640" fmla="*/ 2296479 w 3283645"/>
                <a:gd name="connsiteY5640" fmla="*/ 410687 h 1449582"/>
                <a:gd name="connsiteX5641" fmla="*/ 2301673 w 3283645"/>
                <a:gd name="connsiteY5641" fmla="*/ 415885 h 1449582"/>
                <a:gd name="connsiteX5642" fmla="*/ 2312230 w 3283645"/>
                <a:gd name="connsiteY5642" fmla="*/ 410687 h 1449582"/>
                <a:gd name="connsiteX5643" fmla="*/ 2312230 w 3283645"/>
                <a:gd name="connsiteY5643" fmla="*/ 405490 h 1449582"/>
                <a:gd name="connsiteX5644" fmla="*/ 2307035 w 3283645"/>
                <a:gd name="connsiteY5644" fmla="*/ 405490 h 1449582"/>
                <a:gd name="connsiteX5645" fmla="*/ 2312230 w 3283645"/>
                <a:gd name="connsiteY5645" fmla="*/ 400125 h 1449582"/>
                <a:gd name="connsiteX5646" fmla="*/ 2312230 w 3283645"/>
                <a:gd name="connsiteY5646" fmla="*/ 395095 h 1449582"/>
                <a:gd name="connsiteX5647" fmla="*/ 2317257 w 3283645"/>
                <a:gd name="connsiteY5647" fmla="*/ 395095 h 1449582"/>
                <a:gd name="connsiteX5648" fmla="*/ 2322451 w 3283645"/>
                <a:gd name="connsiteY5648" fmla="*/ 395095 h 1449582"/>
                <a:gd name="connsiteX5649" fmla="*/ 2327813 w 3283645"/>
                <a:gd name="connsiteY5649" fmla="*/ 395095 h 1449582"/>
                <a:gd name="connsiteX5650" fmla="*/ 2333007 w 3283645"/>
                <a:gd name="connsiteY5650" fmla="*/ 395095 h 1449582"/>
                <a:gd name="connsiteX5651" fmla="*/ 2338034 w 3283645"/>
                <a:gd name="connsiteY5651" fmla="*/ 389898 h 1449582"/>
                <a:gd name="connsiteX5652" fmla="*/ 2338034 w 3283645"/>
                <a:gd name="connsiteY5652" fmla="*/ 384700 h 1449582"/>
                <a:gd name="connsiteX5653" fmla="*/ 2338034 w 3283645"/>
                <a:gd name="connsiteY5653" fmla="*/ 379335 h 1449582"/>
                <a:gd name="connsiteX5654" fmla="*/ 2343229 w 3283645"/>
                <a:gd name="connsiteY5654" fmla="*/ 379335 h 1449582"/>
                <a:gd name="connsiteX5655" fmla="*/ 2348591 w 3283645"/>
                <a:gd name="connsiteY5655" fmla="*/ 374305 h 1449582"/>
                <a:gd name="connsiteX5656" fmla="*/ 2348591 w 3283645"/>
                <a:gd name="connsiteY5656" fmla="*/ 369108 h 1449582"/>
                <a:gd name="connsiteX5657" fmla="*/ 2353785 w 3283645"/>
                <a:gd name="connsiteY5657" fmla="*/ 374305 h 1449582"/>
                <a:gd name="connsiteX5658" fmla="*/ 2358812 w 3283645"/>
                <a:gd name="connsiteY5658" fmla="*/ 379335 h 1449582"/>
                <a:gd name="connsiteX5659" fmla="*/ 2364006 w 3283645"/>
                <a:gd name="connsiteY5659" fmla="*/ 384700 h 1449582"/>
                <a:gd name="connsiteX5660" fmla="*/ 2369368 w 3283645"/>
                <a:gd name="connsiteY5660" fmla="*/ 384700 h 1449582"/>
                <a:gd name="connsiteX5661" fmla="*/ 2374563 w 3283645"/>
                <a:gd name="connsiteY5661" fmla="*/ 384700 h 1449582"/>
                <a:gd name="connsiteX5662" fmla="*/ 2379589 w 3283645"/>
                <a:gd name="connsiteY5662" fmla="*/ 389898 h 1449582"/>
                <a:gd name="connsiteX5663" fmla="*/ 2379589 w 3283645"/>
                <a:gd name="connsiteY5663" fmla="*/ 395095 h 1449582"/>
                <a:gd name="connsiteX5664" fmla="*/ 2379589 w 3283645"/>
                <a:gd name="connsiteY5664" fmla="*/ 400125 h 1449582"/>
                <a:gd name="connsiteX5665" fmla="*/ 2379589 w 3283645"/>
                <a:gd name="connsiteY5665" fmla="*/ 405490 h 1449582"/>
                <a:gd name="connsiteX5666" fmla="*/ 2379589 w 3283645"/>
                <a:gd name="connsiteY5666" fmla="*/ 410687 h 1449582"/>
                <a:gd name="connsiteX5667" fmla="*/ 2384784 w 3283645"/>
                <a:gd name="connsiteY5667" fmla="*/ 415885 h 1449582"/>
                <a:gd name="connsiteX5668" fmla="*/ 2395340 w 3283645"/>
                <a:gd name="connsiteY5668" fmla="*/ 415885 h 1449582"/>
                <a:gd name="connsiteX5669" fmla="*/ 2400367 w 3283645"/>
                <a:gd name="connsiteY5669" fmla="*/ 415885 h 1449582"/>
                <a:gd name="connsiteX5670" fmla="*/ 2405562 w 3283645"/>
                <a:gd name="connsiteY5670" fmla="*/ 415885 h 1449582"/>
                <a:gd name="connsiteX5671" fmla="*/ 2410924 w 3283645"/>
                <a:gd name="connsiteY5671" fmla="*/ 415885 h 1449582"/>
                <a:gd name="connsiteX5672" fmla="*/ 2416118 w 3283645"/>
                <a:gd name="connsiteY5672" fmla="*/ 420915 h 1449582"/>
                <a:gd name="connsiteX5673" fmla="*/ 2421145 w 3283645"/>
                <a:gd name="connsiteY5673" fmla="*/ 420915 h 1449582"/>
                <a:gd name="connsiteX5674" fmla="*/ 2421145 w 3283645"/>
                <a:gd name="connsiteY5674" fmla="*/ 426280 h 1449582"/>
                <a:gd name="connsiteX5675" fmla="*/ 2426339 w 3283645"/>
                <a:gd name="connsiteY5675" fmla="*/ 431477 h 1449582"/>
                <a:gd name="connsiteX5676" fmla="*/ 2431701 w 3283645"/>
                <a:gd name="connsiteY5676" fmla="*/ 436507 h 1449582"/>
                <a:gd name="connsiteX5677" fmla="*/ 2436896 w 3283645"/>
                <a:gd name="connsiteY5677" fmla="*/ 436507 h 1449582"/>
                <a:gd name="connsiteX5678" fmla="*/ 2452311 w 3283645"/>
                <a:gd name="connsiteY5678" fmla="*/ 441704 h 1449582"/>
                <a:gd name="connsiteX5679" fmla="*/ 2462700 w 3283645"/>
                <a:gd name="connsiteY5679" fmla="*/ 441704 h 1449582"/>
                <a:gd name="connsiteX5680" fmla="*/ 2467894 w 3283645"/>
                <a:gd name="connsiteY5680" fmla="*/ 441704 h 1449582"/>
                <a:gd name="connsiteX5681" fmla="*/ 2473256 w 3283645"/>
                <a:gd name="connsiteY5681" fmla="*/ 441704 h 1449582"/>
                <a:gd name="connsiteX5682" fmla="*/ 2478283 w 3283645"/>
                <a:gd name="connsiteY5682" fmla="*/ 441704 h 1449582"/>
                <a:gd name="connsiteX5683" fmla="*/ 2488672 w 3283645"/>
                <a:gd name="connsiteY5683" fmla="*/ 447069 h 1449582"/>
                <a:gd name="connsiteX5684" fmla="*/ 2494034 w 3283645"/>
                <a:gd name="connsiteY5684" fmla="*/ 447069 h 1449582"/>
                <a:gd name="connsiteX5685" fmla="*/ 2499061 w 3283645"/>
                <a:gd name="connsiteY5685" fmla="*/ 452267 h 1449582"/>
                <a:gd name="connsiteX5686" fmla="*/ 2504255 w 3283645"/>
                <a:gd name="connsiteY5686" fmla="*/ 452267 h 1449582"/>
                <a:gd name="connsiteX5687" fmla="*/ 2509450 w 3283645"/>
                <a:gd name="connsiteY5687" fmla="*/ 447069 h 1449582"/>
                <a:gd name="connsiteX5688" fmla="*/ 2514812 w 3283645"/>
                <a:gd name="connsiteY5688" fmla="*/ 452267 h 1449582"/>
                <a:gd name="connsiteX5689" fmla="*/ 2525033 w 3283645"/>
                <a:gd name="connsiteY5689" fmla="*/ 447069 h 1449582"/>
                <a:gd name="connsiteX5690" fmla="*/ 2535589 w 3283645"/>
                <a:gd name="connsiteY5690" fmla="*/ 441704 h 1449582"/>
                <a:gd name="connsiteX5691" fmla="*/ 2540616 w 3283645"/>
                <a:gd name="connsiteY5691" fmla="*/ 441704 h 1449582"/>
                <a:gd name="connsiteX5692" fmla="*/ 2551005 w 3283645"/>
                <a:gd name="connsiteY5692" fmla="*/ 441704 h 1449582"/>
                <a:gd name="connsiteX5693" fmla="*/ 2556367 w 3283645"/>
                <a:gd name="connsiteY5693" fmla="*/ 441704 h 1449582"/>
                <a:gd name="connsiteX5694" fmla="*/ 2561394 w 3283645"/>
                <a:gd name="connsiteY5694" fmla="*/ 441704 h 1449582"/>
                <a:gd name="connsiteX5695" fmla="*/ 2566588 w 3283645"/>
                <a:gd name="connsiteY5695" fmla="*/ 436507 h 1449582"/>
                <a:gd name="connsiteX5696" fmla="*/ 2571783 w 3283645"/>
                <a:gd name="connsiteY5696" fmla="*/ 431477 h 1449582"/>
                <a:gd name="connsiteX5697" fmla="*/ 2577145 w 3283645"/>
                <a:gd name="connsiteY5697" fmla="*/ 431477 h 1449582"/>
                <a:gd name="connsiteX5698" fmla="*/ 2582172 w 3283645"/>
                <a:gd name="connsiteY5698" fmla="*/ 426280 h 1449582"/>
                <a:gd name="connsiteX5699" fmla="*/ 2582172 w 3283645"/>
                <a:gd name="connsiteY5699" fmla="*/ 420915 h 1449582"/>
                <a:gd name="connsiteX5700" fmla="*/ 2577145 w 3283645"/>
                <a:gd name="connsiteY5700" fmla="*/ 415885 h 1449582"/>
                <a:gd name="connsiteX5701" fmla="*/ 2587366 w 3283645"/>
                <a:gd name="connsiteY5701" fmla="*/ 415885 h 1449582"/>
                <a:gd name="connsiteX5702" fmla="*/ 2592560 w 3283645"/>
                <a:gd name="connsiteY5702" fmla="*/ 415885 h 1449582"/>
                <a:gd name="connsiteX5703" fmla="*/ 2597922 w 3283645"/>
                <a:gd name="connsiteY5703" fmla="*/ 415885 h 1449582"/>
                <a:gd name="connsiteX5704" fmla="*/ 2602949 w 3283645"/>
                <a:gd name="connsiteY5704" fmla="*/ 415885 h 1449582"/>
                <a:gd name="connsiteX5705" fmla="*/ 2608144 w 3283645"/>
                <a:gd name="connsiteY5705" fmla="*/ 410687 h 1449582"/>
                <a:gd name="connsiteX5706" fmla="*/ 2613338 w 3283645"/>
                <a:gd name="connsiteY5706" fmla="*/ 410687 h 1449582"/>
                <a:gd name="connsiteX5707" fmla="*/ 2618700 w 3283645"/>
                <a:gd name="connsiteY5707" fmla="*/ 410687 h 1449582"/>
                <a:gd name="connsiteX5708" fmla="*/ 2618700 w 3283645"/>
                <a:gd name="connsiteY5708" fmla="*/ 405490 h 1449582"/>
                <a:gd name="connsiteX5709" fmla="*/ 2623727 w 3283645"/>
                <a:gd name="connsiteY5709" fmla="*/ 400125 h 1449582"/>
                <a:gd name="connsiteX5710" fmla="*/ 2628921 w 3283645"/>
                <a:gd name="connsiteY5710" fmla="*/ 400125 h 1449582"/>
                <a:gd name="connsiteX5711" fmla="*/ 2634116 w 3283645"/>
                <a:gd name="connsiteY5711" fmla="*/ 400125 h 1449582"/>
                <a:gd name="connsiteX5712" fmla="*/ 2634116 w 3283645"/>
                <a:gd name="connsiteY5712" fmla="*/ 395095 h 1449582"/>
                <a:gd name="connsiteX5713" fmla="*/ 2639478 w 3283645"/>
                <a:gd name="connsiteY5713" fmla="*/ 395095 h 1449582"/>
                <a:gd name="connsiteX5714" fmla="*/ 2644504 w 3283645"/>
                <a:gd name="connsiteY5714" fmla="*/ 395095 h 1449582"/>
                <a:gd name="connsiteX5715" fmla="*/ 2649699 w 3283645"/>
                <a:gd name="connsiteY5715" fmla="*/ 395095 h 1449582"/>
                <a:gd name="connsiteX5716" fmla="*/ 2649699 w 3283645"/>
                <a:gd name="connsiteY5716" fmla="*/ 400125 h 1449582"/>
                <a:gd name="connsiteX5717" fmla="*/ 2654893 w 3283645"/>
                <a:gd name="connsiteY5717" fmla="*/ 395095 h 1449582"/>
                <a:gd name="connsiteX5718" fmla="*/ 2654893 w 3283645"/>
                <a:gd name="connsiteY5718" fmla="*/ 389898 h 1449582"/>
                <a:gd name="connsiteX5719" fmla="*/ 2654893 w 3283645"/>
                <a:gd name="connsiteY5719" fmla="*/ 384700 h 1449582"/>
                <a:gd name="connsiteX5720" fmla="*/ 2644504 w 3283645"/>
                <a:gd name="connsiteY5720" fmla="*/ 374305 h 1449582"/>
                <a:gd name="connsiteX5721" fmla="*/ 2639478 w 3283645"/>
                <a:gd name="connsiteY5721" fmla="*/ 374305 h 1449582"/>
                <a:gd name="connsiteX5722" fmla="*/ 2634116 w 3283645"/>
                <a:gd name="connsiteY5722" fmla="*/ 374305 h 1449582"/>
                <a:gd name="connsiteX5723" fmla="*/ 2628921 w 3283645"/>
                <a:gd name="connsiteY5723" fmla="*/ 374305 h 1449582"/>
                <a:gd name="connsiteX5724" fmla="*/ 2623727 w 3283645"/>
                <a:gd name="connsiteY5724" fmla="*/ 374305 h 1449582"/>
                <a:gd name="connsiteX5725" fmla="*/ 2618700 w 3283645"/>
                <a:gd name="connsiteY5725" fmla="*/ 374305 h 1449582"/>
                <a:gd name="connsiteX5726" fmla="*/ 2618700 w 3283645"/>
                <a:gd name="connsiteY5726" fmla="*/ 369108 h 1449582"/>
                <a:gd name="connsiteX5727" fmla="*/ 2623727 w 3283645"/>
                <a:gd name="connsiteY5727" fmla="*/ 363910 h 1449582"/>
                <a:gd name="connsiteX5728" fmla="*/ 2628921 w 3283645"/>
                <a:gd name="connsiteY5728" fmla="*/ 363910 h 1449582"/>
                <a:gd name="connsiteX5729" fmla="*/ 2639478 w 3283645"/>
                <a:gd name="connsiteY5729" fmla="*/ 363910 h 1449582"/>
                <a:gd name="connsiteX5730" fmla="*/ 2644504 w 3283645"/>
                <a:gd name="connsiteY5730" fmla="*/ 358545 h 1449582"/>
                <a:gd name="connsiteX5731" fmla="*/ 2649699 w 3283645"/>
                <a:gd name="connsiteY5731" fmla="*/ 353516 h 1449582"/>
                <a:gd name="connsiteX5732" fmla="*/ 2654893 w 3283645"/>
                <a:gd name="connsiteY5732" fmla="*/ 348318 h 1449582"/>
                <a:gd name="connsiteX5733" fmla="*/ 2654893 w 3283645"/>
                <a:gd name="connsiteY5733" fmla="*/ 343121 h 1449582"/>
                <a:gd name="connsiteX5734" fmla="*/ 2660255 w 3283645"/>
                <a:gd name="connsiteY5734" fmla="*/ 343121 h 1449582"/>
                <a:gd name="connsiteX5735" fmla="*/ 2665282 w 3283645"/>
                <a:gd name="connsiteY5735" fmla="*/ 332726 h 1449582"/>
                <a:gd name="connsiteX5736" fmla="*/ 2665282 w 3283645"/>
                <a:gd name="connsiteY5736" fmla="*/ 327528 h 1449582"/>
                <a:gd name="connsiteX5737" fmla="*/ 2670477 w 3283645"/>
                <a:gd name="connsiteY5737" fmla="*/ 322331 h 1449582"/>
                <a:gd name="connsiteX5738" fmla="*/ 2665282 w 3283645"/>
                <a:gd name="connsiteY5738" fmla="*/ 322331 h 1449582"/>
                <a:gd name="connsiteX5739" fmla="*/ 2665282 w 3283645"/>
                <a:gd name="connsiteY5739" fmla="*/ 327528 h 1449582"/>
                <a:gd name="connsiteX5740" fmla="*/ 2660255 w 3283645"/>
                <a:gd name="connsiteY5740" fmla="*/ 327528 h 1449582"/>
                <a:gd name="connsiteX5741" fmla="*/ 1589759 w 3283645"/>
                <a:gd name="connsiteY5741" fmla="*/ 322331 h 1449582"/>
                <a:gd name="connsiteX5742" fmla="*/ 1594891 w 3283645"/>
                <a:gd name="connsiteY5742" fmla="*/ 322331 h 1449582"/>
                <a:gd name="connsiteX5743" fmla="*/ 1600189 w 3283645"/>
                <a:gd name="connsiteY5743" fmla="*/ 322331 h 1449582"/>
                <a:gd name="connsiteX5744" fmla="*/ 1600189 w 3283645"/>
                <a:gd name="connsiteY5744" fmla="*/ 327506 h 1449582"/>
                <a:gd name="connsiteX5745" fmla="*/ 1600189 w 3283645"/>
                <a:gd name="connsiteY5745" fmla="*/ 332681 h 1449582"/>
                <a:gd name="connsiteX5746" fmla="*/ 1594891 w 3283645"/>
                <a:gd name="connsiteY5746" fmla="*/ 332681 h 1449582"/>
                <a:gd name="connsiteX5747" fmla="*/ 1589759 w 3283645"/>
                <a:gd name="connsiteY5747" fmla="*/ 337689 h 1449582"/>
                <a:gd name="connsiteX5748" fmla="*/ 1589759 w 3283645"/>
                <a:gd name="connsiteY5748" fmla="*/ 332681 h 1449582"/>
                <a:gd name="connsiteX5749" fmla="*/ 1584627 w 3283645"/>
                <a:gd name="connsiteY5749" fmla="*/ 327506 h 1449582"/>
                <a:gd name="connsiteX5750" fmla="*/ 1589759 w 3283645"/>
                <a:gd name="connsiteY5750" fmla="*/ 327506 h 1449582"/>
                <a:gd name="connsiteX5751" fmla="*/ 1589759 w 3283645"/>
                <a:gd name="connsiteY5751" fmla="*/ 322331 h 1449582"/>
                <a:gd name="connsiteX5752" fmla="*/ 1449371 w 3283645"/>
                <a:gd name="connsiteY5752" fmla="*/ 311981 h 1449582"/>
                <a:gd name="connsiteX5753" fmla="*/ 1454683 w 3283645"/>
                <a:gd name="connsiteY5753" fmla="*/ 311981 h 1449582"/>
                <a:gd name="connsiteX5754" fmla="*/ 1464809 w 3283645"/>
                <a:gd name="connsiteY5754" fmla="*/ 311981 h 1449582"/>
                <a:gd name="connsiteX5755" fmla="*/ 1469955 w 3283645"/>
                <a:gd name="connsiteY5755" fmla="*/ 316989 h 1449582"/>
                <a:gd name="connsiteX5756" fmla="*/ 1475267 w 3283645"/>
                <a:gd name="connsiteY5756" fmla="*/ 316989 h 1449582"/>
                <a:gd name="connsiteX5757" fmla="*/ 1480247 w 3283645"/>
                <a:gd name="connsiteY5757" fmla="*/ 316989 h 1449582"/>
                <a:gd name="connsiteX5758" fmla="*/ 1480247 w 3283645"/>
                <a:gd name="connsiteY5758" fmla="*/ 322331 h 1449582"/>
                <a:gd name="connsiteX5759" fmla="*/ 1480247 w 3283645"/>
                <a:gd name="connsiteY5759" fmla="*/ 327506 h 1449582"/>
                <a:gd name="connsiteX5760" fmla="*/ 1475267 w 3283645"/>
                <a:gd name="connsiteY5760" fmla="*/ 327506 h 1449582"/>
                <a:gd name="connsiteX5761" fmla="*/ 1464809 w 3283645"/>
                <a:gd name="connsiteY5761" fmla="*/ 332681 h 1449582"/>
                <a:gd name="connsiteX5762" fmla="*/ 1459663 w 3283645"/>
                <a:gd name="connsiteY5762" fmla="*/ 337689 h 1449582"/>
                <a:gd name="connsiteX5763" fmla="*/ 1454683 w 3283645"/>
                <a:gd name="connsiteY5763" fmla="*/ 337689 h 1449582"/>
                <a:gd name="connsiteX5764" fmla="*/ 1449371 w 3283645"/>
                <a:gd name="connsiteY5764" fmla="*/ 337689 h 1449582"/>
                <a:gd name="connsiteX5765" fmla="*/ 1449371 w 3283645"/>
                <a:gd name="connsiteY5765" fmla="*/ 332681 h 1449582"/>
                <a:gd name="connsiteX5766" fmla="*/ 1454683 w 3283645"/>
                <a:gd name="connsiteY5766" fmla="*/ 332681 h 1449582"/>
                <a:gd name="connsiteX5767" fmla="*/ 1454683 w 3283645"/>
                <a:gd name="connsiteY5767" fmla="*/ 327506 h 1449582"/>
                <a:gd name="connsiteX5768" fmla="*/ 1459663 w 3283645"/>
                <a:gd name="connsiteY5768" fmla="*/ 322331 h 1449582"/>
                <a:gd name="connsiteX5769" fmla="*/ 1454683 w 3283645"/>
                <a:gd name="connsiteY5769" fmla="*/ 316989 h 1449582"/>
                <a:gd name="connsiteX5770" fmla="*/ 1449371 w 3283645"/>
                <a:gd name="connsiteY5770" fmla="*/ 316989 h 1449582"/>
                <a:gd name="connsiteX5771" fmla="*/ 1449371 w 3283645"/>
                <a:gd name="connsiteY5771" fmla="*/ 311981 h 1449582"/>
                <a:gd name="connsiteX5772" fmla="*/ 1699327 w 3283645"/>
                <a:gd name="connsiteY5772" fmla="*/ 306806 h 1449582"/>
                <a:gd name="connsiteX5773" fmla="*/ 1699327 w 3283645"/>
                <a:gd name="connsiteY5773" fmla="*/ 311981 h 1449582"/>
                <a:gd name="connsiteX5774" fmla="*/ 1709746 w 3283645"/>
                <a:gd name="connsiteY5774" fmla="*/ 306806 h 1449582"/>
                <a:gd name="connsiteX5775" fmla="*/ 1714955 w 3283645"/>
                <a:gd name="connsiteY5775" fmla="*/ 306806 h 1449582"/>
                <a:gd name="connsiteX5776" fmla="*/ 1725374 w 3283645"/>
                <a:gd name="connsiteY5776" fmla="*/ 311981 h 1449582"/>
                <a:gd name="connsiteX5777" fmla="*/ 1730584 w 3283645"/>
                <a:gd name="connsiteY5777" fmla="*/ 311981 h 1449582"/>
                <a:gd name="connsiteX5778" fmla="*/ 1735793 w 3283645"/>
                <a:gd name="connsiteY5778" fmla="*/ 311981 h 1449582"/>
                <a:gd name="connsiteX5779" fmla="*/ 1741003 w 3283645"/>
                <a:gd name="connsiteY5779" fmla="*/ 311981 h 1449582"/>
                <a:gd name="connsiteX5780" fmla="*/ 1751421 w 3283645"/>
                <a:gd name="connsiteY5780" fmla="*/ 311981 h 1449582"/>
                <a:gd name="connsiteX5781" fmla="*/ 1751421 w 3283645"/>
                <a:gd name="connsiteY5781" fmla="*/ 316989 h 1449582"/>
                <a:gd name="connsiteX5782" fmla="*/ 1756631 w 3283645"/>
                <a:gd name="connsiteY5782" fmla="*/ 316989 h 1449582"/>
                <a:gd name="connsiteX5783" fmla="*/ 1756631 w 3283645"/>
                <a:gd name="connsiteY5783" fmla="*/ 322331 h 1449582"/>
                <a:gd name="connsiteX5784" fmla="*/ 1756631 w 3283645"/>
                <a:gd name="connsiteY5784" fmla="*/ 327506 h 1449582"/>
                <a:gd name="connsiteX5785" fmla="*/ 1751421 w 3283645"/>
                <a:gd name="connsiteY5785" fmla="*/ 332681 h 1449582"/>
                <a:gd name="connsiteX5786" fmla="*/ 1756631 w 3283645"/>
                <a:gd name="connsiteY5786" fmla="*/ 332681 h 1449582"/>
                <a:gd name="connsiteX5787" fmla="*/ 1756631 w 3283645"/>
                <a:gd name="connsiteY5787" fmla="*/ 337689 h 1449582"/>
                <a:gd name="connsiteX5788" fmla="*/ 1756631 w 3283645"/>
                <a:gd name="connsiteY5788" fmla="*/ 343031 h 1449582"/>
                <a:gd name="connsiteX5789" fmla="*/ 1756631 w 3283645"/>
                <a:gd name="connsiteY5789" fmla="*/ 348206 h 1449582"/>
                <a:gd name="connsiteX5790" fmla="*/ 1751421 w 3283645"/>
                <a:gd name="connsiteY5790" fmla="*/ 353381 h 1449582"/>
                <a:gd name="connsiteX5791" fmla="*/ 1746212 w 3283645"/>
                <a:gd name="connsiteY5791" fmla="*/ 358389 h 1449582"/>
                <a:gd name="connsiteX5792" fmla="*/ 1741003 w 3283645"/>
                <a:gd name="connsiteY5792" fmla="*/ 358389 h 1449582"/>
                <a:gd name="connsiteX5793" fmla="*/ 1735793 w 3283645"/>
                <a:gd name="connsiteY5793" fmla="*/ 358389 h 1449582"/>
                <a:gd name="connsiteX5794" fmla="*/ 1730584 w 3283645"/>
                <a:gd name="connsiteY5794" fmla="*/ 358389 h 1449582"/>
                <a:gd name="connsiteX5795" fmla="*/ 1725374 w 3283645"/>
                <a:gd name="connsiteY5795" fmla="*/ 358389 h 1449582"/>
                <a:gd name="connsiteX5796" fmla="*/ 1720165 w 3283645"/>
                <a:gd name="connsiteY5796" fmla="*/ 358389 h 1449582"/>
                <a:gd name="connsiteX5797" fmla="*/ 1714955 w 3283645"/>
                <a:gd name="connsiteY5797" fmla="*/ 358389 h 1449582"/>
                <a:gd name="connsiteX5798" fmla="*/ 1714955 w 3283645"/>
                <a:gd name="connsiteY5798" fmla="*/ 353381 h 1449582"/>
                <a:gd name="connsiteX5799" fmla="*/ 1709746 w 3283645"/>
                <a:gd name="connsiteY5799" fmla="*/ 348206 h 1449582"/>
                <a:gd name="connsiteX5800" fmla="*/ 1704537 w 3283645"/>
                <a:gd name="connsiteY5800" fmla="*/ 348206 h 1449582"/>
                <a:gd name="connsiteX5801" fmla="*/ 1699327 w 3283645"/>
                <a:gd name="connsiteY5801" fmla="*/ 348206 h 1449582"/>
                <a:gd name="connsiteX5802" fmla="*/ 1694118 w 3283645"/>
                <a:gd name="connsiteY5802" fmla="*/ 348206 h 1449582"/>
                <a:gd name="connsiteX5803" fmla="*/ 1694118 w 3283645"/>
                <a:gd name="connsiteY5803" fmla="*/ 343031 h 1449582"/>
                <a:gd name="connsiteX5804" fmla="*/ 1688909 w 3283645"/>
                <a:gd name="connsiteY5804" fmla="*/ 343031 h 1449582"/>
                <a:gd name="connsiteX5805" fmla="*/ 1683699 w 3283645"/>
                <a:gd name="connsiteY5805" fmla="*/ 343031 h 1449582"/>
                <a:gd name="connsiteX5806" fmla="*/ 1683699 w 3283645"/>
                <a:gd name="connsiteY5806" fmla="*/ 337689 h 1449582"/>
                <a:gd name="connsiteX5807" fmla="*/ 1683699 w 3283645"/>
                <a:gd name="connsiteY5807" fmla="*/ 332681 h 1449582"/>
                <a:gd name="connsiteX5808" fmla="*/ 1678490 w 3283645"/>
                <a:gd name="connsiteY5808" fmla="*/ 327506 h 1449582"/>
                <a:gd name="connsiteX5809" fmla="*/ 1678490 w 3283645"/>
                <a:gd name="connsiteY5809" fmla="*/ 322331 h 1449582"/>
                <a:gd name="connsiteX5810" fmla="*/ 1678490 w 3283645"/>
                <a:gd name="connsiteY5810" fmla="*/ 316989 h 1449582"/>
                <a:gd name="connsiteX5811" fmla="*/ 1683699 w 3283645"/>
                <a:gd name="connsiteY5811" fmla="*/ 316989 h 1449582"/>
                <a:gd name="connsiteX5812" fmla="*/ 1688909 w 3283645"/>
                <a:gd name="connsiteY5812" fmla="*/ 316989 h 1449582"/>
                <a:gd name="connsiteX5813" fmla="*/ 1694118 w 3283645"/>
                <a:gd name="connsiteY5813" fmla="*/ 311981 h 1449582"/>
                <a:gd name="connsiteX5814" fmla="*/ 1699327 w 3283645"/>
                <a:gd name="connsiteY5814" fmla="*/ 306806 h 1449582"/>
                <a:gd name="connsiteX5815" fmla="*/ 1626648 w 3283645"/>
                <a:gd name="connsiteY5815" fmla="*/ 306806 h 1449582"/>
                <a:gd name="connsiteX5816" fmla="*/ 1631834 w 3283645"/>
                <a:gd name="connsiteY5816" fmla="*/ 306806 h 1449582"/>
                <a:gd name="connsiteX5817" fmla="*/ 1637019 w 3283645"/>
                <a:gd name="connsiteY5817" fmla="*/ 311981 h 1449582"/>
                <a:gd name="connsiteX5818" fmla="*/ 1642370 w 3283645"/>
                <a:gd name="connsiteY5818" fmla="*/ 311981 h 1449582"/>
                <a:gd name="connsiteX5819" fmla="*/ 1642370 w 3283645"/>
                <a:gd name="connsiteY5819" fmla="*/ 316989 h 1449582"/>
                <a:gd name="connsiteX5820" fmla="*/ 1652407 w 3283645"/>
                <a:gd name="connsiteY5820" fmla="*/ 316989 h 1449582"/>
                <a:gd name="connsiteX5821" fmla="*/ 1657593 w 3283645"/>
                <a:gd name="connsiteY5821" fmla="*/ 311981 h 1449582"/>
                <a:gd name="connsiteX5822" fmla="*/ 1662778 w 3283645"/>
                <a:gd name="connsiteY5822" fmla="*/ 311981 h 1449582"/>
                <a:gd name="connsiteX5823" fmla="*/ 1667964 w 3283645"/>
                <a:gd name="connsiteY5823" fmla="*/ 316989 h 1449582"/>
                <a:gd name="connsiteX5824" fmla="*/ 1667964 w 3283645"/>
                <a:gd name="connsiteY5824" fmla="*/ 322331 h 1449582"/>
                <a:gd name="connsiteX5825" fmla="*/ 1667964 w 3283645"/>
                <a:gd name="connsiteY5825" fmla="*/ 327506 h 1449582"/>
                <a:gd name="connsiteX5826" fmla="*/ 1673150 w 3283645"/>
                <a:gd name="connsiteY5826" fmla="*/ 332681 h 1449582"/>
                <a:gd name="connsiteX5827" fmla="*/ 1673150 w 3283645"/>
                <a:gd name="connsiteY5827" fmla="*/ 337689 h 1449582"/>
                <a:gd name="connsiteX5828" fmla="*/ 1673150 w 3283645"/>
                <a:gd name="connsiteY5828" fmla="*/ 343031 h 1449582"/>
                <a:gd name="connsiteX5829" fmla="*/ 1667964 w 3283645"/>
                <a:gd name="connsiteY5829" fmla="*/ 343031 h 1449582"/>
                <a:gd name="connsiteX5830" fmla="*/ 1657593 w 3283645"/>
                <a:gd name="connsiteY5830" fmla="*/ 348207 h 1449582"/>
                <a:gd name="connsiteX5831" fmla="*/ 1652407 w 3283645"/>
                <a:gd name="connsiteY5831" fmla="*/ 348207 h 1449582"/>
                <a:gd name="connsiteX5832" fmla="*/ 1652407 w 3283645"/>
                <a:gd name="connsiteY5832" fmla="*/ 353382 h 1449582"/>
                <a:gd name="connsiteX5833" fmla="*/ 1652407 w 3283645"/>
                <a:gd name="connsiteY5833" fmla="*/ 358390 h 1449582"/>
                <a:gd name="connsiteX5834" fmla="*/ 1652407 w 3283645"/>
                <a:gd name="connsiteY5834" fmla="*/ 363732 h 1449582"/>
                <a:gd name="connsiteX5835" fmla="*/ 1657593 w 3283645"/>
                <a:gd name="connsiteY5835" fmla="*/ 368907 h 1449582"/>
                <a:gd name="connsiteX5836" fmla="*/ 1662778 w 3283645"/>
                <a:gd name="connsiteY5836" fmla="*/ 368907 h 1449582"/>
                <a:gd name="connsiteX5837" fmla="*/ 1657593 w 3283645"/>
                <a:gd name="connsiteY5837" fmla="*/ 374082 h 1449582"/>
                <a:gd name="connsiteX5838" fmla="*/ 1652407 w 3283645"/>
                <a:gd name="connsiteY5838" fmla="*/ 379090 h 1449582"/>
                <a:gd name="connsiteX5839" fmla="*/ 1647221 w 3283645"/>
                <a:gd name="connsiteY5839" fmla="*/ 379090 h 1449582"/>
                <a:gd name="connsiteX5840" fmla="*/ 1642370 w 3283645"/>
                <a:gd name="connsiteY5840" fmla="*/ 379090 h 1449582"/>
                <a:gd name="connsiteX5841" fmla="*/ 1637019 w 3283645"/>
                <a:gd name="connsiteY5841" fmla="*/ 379090 h 1449582"/>
                <a:gd name="connsiteX5842" fmla="*/ 1631834 w 3283645"/>
                <a:gd name="connsiteY5842" fmla="*/ 379090 h 1449582"/>
                <a:gd name="connsiteX5843" fmla="*/ 1626648 w 3283645"/>
                <a:gd name="connsiteY5843" fmla="*/ 379090 h 1449582"/>
                <a:gd name="connsiteX5844" fmla="*/ 1621629 w 3283645"/>
                <a:gd name="connsiteY5844" fmla="*/ 374082 h 1449582"/>
                <a:gd name="connsiteX5845" fmla="*/ 1616276 w 3283645"/>
                <a:gd name="connsiteY5845" fmla="*/ 379090 h 1449582"/>
                <a:gd name="connsiteX5846" fmla="*/ 1616276 w 3283645"/>
                <a:gd name="connsiteY5846" fmla="*/ 374082 h 1449582"/>
                <a:gd name="connsiteX5847" fmla="*/ 1621629 w 3283645"/>
                <a:gd name="connsiteY5847" fmla="*/ 368907 h 1449582"/>
                <a:gd name="connsiteX5848" fmla="*/ 1616276 w 3283645"/>
                <a:gd name="connsiteY5848" fmla="*/ 358390 h 1449582"/>
                <a:gd name="connsiteX5849" fmla="*/ 1611091 w 3283645"/>
                <a:gd name="connsiteY5849" fmla="*/ 358390 h 1449582"/>
                <a:gd name="connsiteX5850" fmla="*/ 1605905 w 3283645"/>
                <a:gd name="connsiteY5850" fmla="*/ 363732 h 1449582"/>
                <a:gd name="connsiteX5851" fmla="*/ 1605905 w 3283645"/>
                <a:gd name="connsiteY5851" fmla="*/ 358390 h 1449582"/>
                <a:gd name="connsiteX5852" fmla="*/ 1605905 w 3283645"/>
                <a:gd name="connsiteY5852" fmla="*/ 353382 h 1449582"/>
                <a:gd name="connsiteX5853" fmla="*/ 1605905 w 3283645"/>
                <a:gd name="connsiteY5853" fmla="*/ 348207 h 1449582"/>
                <a:gd name="connsiteX5854" fmla="*/ 1600886 w 3283645"/>
                <a:gd name="connsiteY5854" fmla="*/ 348207 h 1449582"/>
                <a:gd name="connsiteX5855" fmla="*/ 1600886 w 3283645"/>
                <a:gd name="connsiteY5855" fmla="*/ 343031 h 1449582"/>
                <a:gd name="connsiteX5856" fmla="*/ 1600886 w 3283645"/>
                <a:gd name="connsiteY5856" fmla="*/ 337689 h 1449582"/>
                <a:gd name="connsiteX5857" fmla="*/ 1605905 w 3283645"/>
                <a:gd name="connsiteY5857" fmla="*/ 337689 h 1449582"/>
                <a:gd name="connsiteX5858" fmla="*/ 1611091 w 3283645"/>
                <a:gd name="connsiteY5858" fmla="*/ 332681 h 1449582"/>
                <a:gd name="connsiteX5859" fmla="*/ 1611091 w 3283645"/>
                <a:gd name="connsiteY5859" fmla="*/ 322331 h 1449582"/>
                <a:gd name="connsiteX5860" fmla="*/ 1611091 w 3283645"/>
                <a:gd name="connsiteY5860" fmla="*/ 316989 h 1449582"/>
                <a:gd name="connsiteX5861" fmla="*/ 1616276 w 3283645"/>
                <a:gd name="connsiteY5861" fmla="*/ 322331 h 1449582"/>
                <a:gd name="connsiteX5862" fmla="*/ 1621629 w 3283645"/>
                <a:gd name="connsiteY5862" fmla="*/ 316989 h 1449582"/>
                <a:gd name="connsiteX5863" fmla="*/ 1626648 w 3283645"/>
                <a:gd name="connsiteY5863" fmla="*/ 316989 h 1449582"/>
                <a:gd name="connsiteX5864" fmla="*/ 1626648 w 3283645"/>
                <a:gd name="connsiteY5864" fmla="*/ 306806 h 1449582"/>
                <a:gd name="connsiteX5865" fmla="*/ 2181734 w 3283645"/>
                <a:gd name="connsiteY5865" fmla="*/ 300891 h 1449582"/>
                <a:gd name="connsiteX5866" fmla="*/ 2187096 w 3283645"/>
                <a:gd name="connsiteY5866" fmla="*/ 300891 h 1449582"/>
                <a:gd name="connsiteX5867" fmla="*/ 2192291 w 3283645"/>
                <a:gd name="connsiteY5867" fmla="*/ 306247 h 1449582"/>
                <a:gd name="connsiteX5868" fmla="*/ 2197318 w 3283645"/>
                <a:gd name="connsiteY5868" fmla="*/ 311436 h 1449582"/>
                <a:gd name="connsiteX5869" fmla="*/ 2202681 w 3283645"/>
                <a:gd name="connsiteY5869" fmla="*/ 316458 h 1449582"/>
                <a:gd name="connsiteX5870" fmla="*/ 2207875 w 3283645"/>
                <a:gd name="connsiteY5870" fmla="*/ 316458 h 1449582"/>
                <a:gd name="connsiteX5871" fmla="*/ 2212903 w 3283645"/>
                <a:gd name="connsiteY5871" fmla="*/ 316458 h 1449582"/>
                <a:gd name="connsiteX5872" fmla="*/ 2218097 w 3283645"/>
                <a:gd name="connsiteY5872" fmla="*/ 321814 h 1449582"/>
                <a:gd name="connsiteX5873" fmla="*/ 2223460 w 3283645"/>
                <a:gd name="connsiteY5873" fmla="*/ 321814 h 1449582"/>
                <a:gd name="connsiteX5874" fmla="*/ 2228655 w 3283645"/>
                <a:gd name="connsiteY5874" fmla="*/ 327003 h 1449582"/>
                <a:gd name="connsiteX5875" fmla="*/ 2233682 w 3283645"/>
                <a:gd name="connsiteY5875" fmla="*/ 321814 h 1449582"/>
                <a:gd name="connsiteX5876" fmla="*/ 2238877 w 3283645"/>
                <a:gd name="connsiteY5876" fmla="*/ 316458 h 1449582"/>
                <a:gd name="connsiteX5877" fmla="*/ 2244239 w 3283645"/>
                <a:gd name="connsiteY5877" fmla="*/ 316458 h 1449582"/>
                <a:gd name="connsiteX5878" fmla="*/ 2249434 w 3283645"/>
                <a:gd name="connsiteY5878" fmla="*/ 316458 h 1449582"/>
                <a:gd name="connsiteX5879" fmla="*/ 2249434 w 3283645"/>
                <a:gd name="connsiteY5879" fmla="*/ 321814 h 1449582"/>
                <a:gd name="connsiteX5880" fmla="*/ 2254461 w 3283645"/>
                <a:gd name="connsiteY5880" fmla="*/ 321814 h 1449582"/>
                <a:gd name="connsiteX5881" fmla="*/ 2259656 w 3283645"/>
                <a:gd name="connsiteY5881" fmla="*/ 327003 h 1449582"/>
                <a:gd name="connsiteX5882" fmla="*/ 2265018 w 3283645"/>
                <a:gd name="connsiteY5882" fmla="*/ 332192 h 1449582"/>
                <a:gd name="connsiteX5883" fmla="*/ 2270213 w 3283645"/>
                <a:gd name="connsiteY5883" fmla="*/ 337214 h 1449582"/>
                <a:gd name="connsiteX5884" fmla="*/ 2275240 w 3283645"/>
                <a:gd name="connsiteY5884" fmla="*/ 347759 h 1449582"/>
                <a:gd name="connsiteX5885" fmla="*/ 2280435 w 3283645"/>
                <a:gd name="connsiteY5885" fmla="*/ 352948 h 1449582"/>
                <a:gd name="connsiteX5886" fmla="*/ 2285797 w 3283645"/>
                <a:gd name="connsiteY5886" fmla="*/ 352948 h 1449582"/>
                <a:gd name="connsiteX5887" fmla="*/ 2290992 w 3283645"/>
                <a:gd name="connsiteY5887" fmla="*/ 347759 h 1449582"/>
                <a:gd name="connsiteX5888" fmla="*/ 2296019 w 3283645"/>
                <a:gd name="connsiteY5888" fmla="*/ 352948 h 1449582"/>
                <a:gd name="connsiteX5889" fmla="*/ 2301214 w 3283645"/>
                <a:gd name="connsiteY5889" fmla="*/ 352948 h 1449582"/>
                <a:gd name="connsiteX5890" fmla="*/ 2306577 w 3283645"/>
                <a:gd name="connsiteY5890" fmla="*/ 352948 h 1449582"/>
                <a:gd name="connsiteX5891" fmla="*/ 2311771 w 3283645"/>
                <a:gd name="connsiteY5891" fmla="*/ 347759 h 1449582"/>
                <a:gd name="connsiteX5892" fmla="*/ 2316799 w 3283645"/>
                <a:gd name="connsiteY5892" fmla="*/ 352948 h 1449582"/>
                <a:gd name="connsiteX5893" fmla="*/ 2321993 w 3283645"/>
                <a:gd name="connsiteY5893" fmla="*/ 357970 h 1449582"/>
                <a:gd name="connsiteX5894" fmla="*/ 2327356 w 3283645"/>
                <a:gd name="connsiteY5894" fmla="*/ 363326 h 1449582"/>
                <a:gd name="connsiteX5895" fmla="*/ 2337578 w 3283645"/>
                <a:gd name="connsiteY5895" fmla="*/ 363326 h 1449582"/>
                <a:gd name="connsiteX5896" fmla="*/ 2342773 w 3283645"/>
                <a:gd name="connsiteY5896" fmla="*/ 363326 h 1449582"/>
                <a:gd name="connsiteX5897" fmla="*/ 2342773 w 3283645"/>
                <a:gd name="connsiteY5897" fmla="*/ 368515 h 1449582"/>
                <a:gd name="connsiteX5898" fmla="*/ 2337578 w 3283645"/>
                <a:gd name="connsiteY5898" fmla="*/ 368515 h 1449582"/>
                <a:gd name="connsiteX5899" fmla="*/ 2332551 w 3283645"/>
                <a:gd name="connsiteY5899" fmla="*/ 368515 h 1449582"/>
                <a:gd name="connsiteX5900" fmla="*/ 2327356 w 3283645"/>
                <a:gd name="connsiteY5900" fmla="*/ 378726 h 1449582"/>
                <a:gd name="connsiteX5901" fmla="*/ 2332551 w 3283645"/>
                <a:gd name="connsiteY5901" fmla="*/ 384082 h 1449582"/>
                <a:gd name="connsiteX5902" fmla="*/ 2327356 w 3283645"/>
                <a:gd name="connsiteY5902" fmla="*/ 384082 h 1449582"/>
                <a:gd name="connsiteX5903" fmla="*/ 2321993 w 3283645"/>
                <a:gd name="connsiteY5903" fmla="*/ 384082 h 1449582"/>
                <a:gd name="connsiteX5904" fmla="*/ 2316799 w 3283645"/>
                <a:gd name="connsiteY5904" fmla="*/ 384082 h 1449582"/>
                <a:gd name="connsiteX5905" fmla="*/ 2311771 w 3283645"/>
                <a:gd name="connsiteY5905" fmla="*/ 384082 h 1449582"/>
                <a:gd name="connsiteX5906" fmla="*/ 2306577 w 3283645"/>
                <a:gd name="connsiteY5906" fmla="*/ 384082 h 1449582"/>
                <a:gd name="connsiteX5907" fmla="*/ 2301214 w 3283645"/>
                <a:gd name="connsiteY5907" fmla="*/ 389271 h 1449582"/>
                <a:gd name="connsiteX5908" fmla="*/ 2301214 w 3283645"/>
                <a:gd name="connsiteY5908" fmla="*/ 394460 h 1449582"/>
                <a:gd name="connsiteX5909" fmla="*/ 2301214 w 3283645"/>
                <a:gd name="connsiteY5909" fmla="*/ 399481 h 1449582"/>
                <a:gd name="connsiteX5910" fmla="*/ 2296019 w 3283645"/>
                <a:gd name="connsiteY5910" fmla="*/ 399481 h 1449582"/>
                <a:gd name="connsiteX5911" fmla="*/ 2290992 w 3283645"/>
                <a:gd name="connsiteY5911" fmla="*/ 404838 h 1449582"/>
                <a:gd name="connsiteX5912" fmla="*/ 2285797 w 3283645"/>
                <a:gd name="connsiteY5912" fmla="*/ 404838 h 1449582"/>
                <a:gd name="connsiteX5913" fmla="*/ 2280435 w 3283645"/>
                <a:gd name="connsiteY5913" fmla="*/ 404838 h 1449582"/>
                <a:gd name="connsiteX5914" fmla="*/ 2275240 w 3283645"/>
                <a:gd name="connsiteY5914" fmla="*/ 410027 h 1449582"/>
                <a:gd name="connsiteX5915" fmla="*/ 2280435 w 3283645"/>
                <a:gd name="connsiteY5915" fmla="*/ 415216 h 1449582"/>
                <a:gd name="connsiteX5916" fmla="*/ 2285797 w 3283645"/>
                <a:gd name="connsiteY5916" fmla="*/ 425594 h 1449582"/>
                <a:gd name="connsiteX5917" fmla="*/ 2280435 w 3283645"/>
                <a:gd name="connsiteY5917" fmla="*/ 430783 h 1449582"/>
                <a:gd name="connsiteX5918" fmla="*/ 2275240 w 3283645"/>
                <a:gd name="connsiteY5918" fmla="*/ 430783 h 1449582"/>
                <a:gd name="connsiteX5919" fmla="*/ 2270213 w 3283645"/>
                <a:gd name="connsiteY5919" fmla="*/ 425594 h 1449582"/>
                <a:gd name="connsiteX5920" fmla="*/ 2265018 w 3283645"/>
                <a:gd name="connsiteY5920" fmla="*/ 425594 h 1449582"/>
                <a:gd name="connsiteX5921" fmla="*/ 2259656 w 3283645"/>
                <a:gd name="connsiteY5921" fmla="*/ 425594 h 1449582"/>
                <a:gd name="connsiteX5922" fmla="*/ 2254461 w 3283645"/>
                <a:gd name="connsiteY5922" fmla="*/ 425594 h 1449582"/>
                <a:gd name="connsiteX5923" fmla="*/ 2249434 w 3283645"/>
                <a:gd name="connsiteY5923" fmla="*/ 425594 h 1449582"/>
                <a:gd name="connsiteX5924" fmla="*/ 2244239 w 3283645"/>
                <a:gd name="connsiteY5924" fmla="*/ 425594 h 1449582"/>
                <a:gd name="connsiteX5925" fmla="*/ 2238877 w 3283645"/>
                <a:gd name="connsiteY5925" fmla="*/ 425594 h 1449582"/>
                <a:gd name="connsiteX5926" fmla="*/ 2233682 w 3283645"/>
                <a:gd name="connsiteY5926" fmla="*/ 425594 h 1449582"/>
                <a:gd name="connsiteX5927" fmla="*/ 2228655 w 3283645"/>
                <a:gd name="connsiteY5927" fmla="*/ 425594 h 1449582"/>
                <a:gd name="connsiteX5928" fmla="*/ 2223460 w 3283645"/>
                <a:gd name="connsiteY5928" fmla="*/ 425594 h 1449582"/>
                <a:gd name="connsiteX5929" fmla="*/ 2218097 w 3283645"/>
                <a:gd name="connsiteY5929" fmla="*/ 425594 h 1449582"/>
                <a:gd name="connsiteX5930" fmla="*/ 2218097 w 3283645"/>
                <a:gd name="connsiteY5930" fmla="*/ 430783 h 1449582"/>
                <a:gd name="connsiteX5931" fmla="*/ 2212903 w 3283645"/>
                <a:gd name="connsiteY5931" fmla="*/ 430783 h 1449582"/>
                <a:gd name="connsiteX5932" fmla="*/ 2207875 w 3283645"/>
                <a:gd name="connsiteY5932" fmla="*/ 425594 h 1449582"/>
                <a:gd name="connsiteX5933" fmla="*/ 2202681 w 3283645"/>
                <a:gd name="connsiteY5933" fmla="*/ 425594 h 1449582"/>
                <a:gd name="connsiteX5934" fmla="*/ 2197318 w 3283645"/>
                <a:gd name="connsiteY5934" fmla="*/ 435804 h 1449582"/>
                <a:gd name="connsiteX5935" fmla="*/ 2192291 w 3283645"/>
                <a:gd name="connsiteY5935" fmla="*/ 435804 h 1449582"/>
                <a:gd name="connsiteX5936" fmla="*/ 2192291 w 3283645"/>
                <a:gd name="connsiteY5936" fmla="*/ 440993 h 1449582"/>
                <a:gd name="connsiteX5937" fmla="*/ 2181734 w 3283645"/>
                <a:gd name="connsiteY5937" fmla="*/ 440993 h 1449582"/>
                <a:gd name="connsiteX5938" fmla="*/ 2176539 w 3283645"/>
                <a:gd name="connsiteY5938" fmla="*/ 446350 h 1449582"/>
                <a:gd name="connsiteX5939" fmla="*/ 2176539 w 3283645"/>
                <a:gd name="connsiteY5939" fmla="*/ 451538 h 1449582"/>
                <a:gd name="connsiteX5940" fmla="*/ 2171512 w 3283645"/>
                <a:gd name="connsiteY5940" fmla="*/ 446350 h 1449582"/>
                <a:gd name="connsiteX5941" fmla="*/ 2166317 w 3283645"/>
                <a:gd name="connsiteY5941" fmla="*/ 446350 h 1449582"/>
                <a:gd name="connsiteX5942" fmla="*/ 2161122 w 3283645"/>
                <a:gd name="connsiteY5942" fmla="*/ 446350 h 1449582"/>
                <a:gd name="connsiteX5943" fmla="*/ 2161122 w 3283645"/>
                <a:gd name="connsiteY5943" fmla="*/ 435804 h 1449582"/>
                <a:gd name="connsiteX5944" fmla="*/ 2155760 w 3283645"/>
                <a:gd name="connsiteY5944" fmla="*/ 435804 h 1449582"/>
                <a:gd name="connsiteX5945" fmla="*/ 2155760 w 3283645"/>
                <a:gd name="connsiteY5945" fmla="*/ 430783 h 1449582"/>
                <a:gd name="connsiteX5946" fmla="*/ 2150733 w 3283645"/>
                <a:gd name="connsiteY5946" fmla="*/ 425594 h 1449582"/>
                <a:gd name="connsiteX5947" fmla="*/ 2150733 w 3283645"/>
                <a:gd name="connsiteY5947" fmla="*/ 420237 h 1449582"/>
                <a:gd name="connsiteX5948" fmla="*/ 2145538 w 3283645"/>
                <a:gd name="connsiteY5948" fmla="*/ 420237 h 1449582"/>
                <a:gd name="connsiteX5949" fmla="*/ 2140343 w 3283645"/>
                <a:gd name="connsiteY5949" fmla="*/ 420237 h 1449582"/>
                <a:gd name="connsiteX5950" fmla="*/ 2134981 w 3283645"/>
                <a:gd name="connsiteY5950" fmla="*/ 420237 h 1449582"/>
                <a:gd name="connsiteX5951" fmla="*/ 2124759 w 3283645"/>
                <a:gd name="connsiteY5951" fmla="*/ 420237 h 1449582"/>
                <a:gd name="connsiteX5952" fmla="*/ 2119564 w 3283645"/>
                <a:gd name="connsiteY5952" fmla="*/ 420237 h 1449582"/>
                <a:gd name="connsiteX5953" fmla="*/ 2114201 w 3283645"/>
                <a:gd name="connsiteY5953" fmla="*/ 420237 h 1449582"/>
                <a:gd name="connsiteX5954" fmla="*/ 2109174 w 3283645"/>
                <a:gd name="connsiteY5954" fmla="*/ 415216 h 1449582"/>
                <a:gd name="connsiteX5955" fmla="*/ 2109174 w 3283645"/>
                <a:gd name="connsiteY5955" fmla="*/ 404838 h 1449582"/>
                <a:gd name="connsiteX5956" fmla="*/ 2109174 w 3283645"/>
                <a:gd name="connsiteY5956" fmla="*/ 399481 h 1449582"/>
                <a:gd name="connsiteX5957" fmla="*/ 2103979 w 3283645"/>
                <a:gd name="connsiteY5957" fmla="*/ 394460 h 1449582"/>
                <a:gd name="connsiteX5958" fmla="*/ 2098785 w 3283645"/>
                <a:gd name="connsiteY5958" fmla="*/ 394460 h 1449582"/>
                <a:gd name="connsiteX5959" fmla="*/ 2093422 w 3283645"/>
                <a:gd name="connsiteY5959" fmla="*/ 394460 h 1449582"/>
                <a:gd name="connsiteX5960" fmla="*/ 2088395 w 3283645"/>
                <a:gd name="connsiteY5960" fmla="*/ 399481 h 1449582"/>
                <a:gd name="connsiteX5961" fmla="*/ 2083200 w 3283645"/>
                <a:gd name="connsiteY5961" fmla="*/ 399481 h 1449582"/>
                <a:gd name="connsiteX5962" fmla="*/ 2057226 w 3283645"/>
                <a:gd name="connsiteY5962" fmla="*/ 404838 h 1449582"/>
                <a:gd name="connsiteX5963" fmla="*/ 2057226 w 3283645"/>
                <a:gd name="connsiteY5963" fmla="*/ 422351 h 1449582"/>
                <a:gd name="connsiteX5964" fmla="*/ 2057226 w 3283645"/>
                <a:gd name="connsiteY5964" fmla="*/ 440993 h 1449582"/>
                <a:gd name="connsiteX5965" fmla="*/ 2046837 w 3283645"/>
                <a:gd name="connsiteY5965" fmla="*/ 435804 h 1449582"/>
                <a:gd name="connsiteX5966" fmla="*/ 2041642 w 3283645"/>
                <a:gd name="connsiteY5966" fmla="*/ 430783 h 1449582"/>
                <a:gd name="connsiteX5967" fmla="*/ 2036447 w 3283645"/>
                <a:gd name="connsiteY5967" fmla="*/ 435804 h 1449582"/>
                <a:gd name="connsiteX5968" fmla="*/ 2031085 w 3283645"/>
                <a:gd name="connsiteY5968" fmla="*/ 435804 h 1449582"/>
                <a:gd name="connsiteX5969" fmla="*/ 2031085 w 3283645"/>
                <a:gd name="connsiteY5969" fmla="*/ 430783 h 1449582"/>
                <a:gd name="connsiteX5970" fmla="*/ 2026057 w 3283645"/>
                <a:gd name="connsiteY5970" fmla="*/ 425594 h 1449582"/>
                <a:gd name="connsiteX5971" fmla="*/ 2020863 w 3283645"/>
                <a:gd name="connsiteY5971" fmla="*/ 425594 h 1449582"/>
                <a:gd name="connsiteX5972" fmla="*/ 2015668 w 3283645"/>
                <a:gd name="connsiteY5972" fmla="*/ 420237 h 1449582"/>
                <a:gd name="connsiteX5973" fmla="*/ 2020863 w 3283645"/>
                <a:gd name="connsiteY5973" fmla="*/ 415216 h 1449582"/>
                <a:gd name="connsiteX5974" fmla="*/ 2020863 w 3283645"/>
                <a:gd name="connsiteY5974" fmla="*/ 410027 h 1449582"/>
                <a:gd name="connsiteX5975" fmla="*/ 2026057 w 3283645"/>
                <a:gd name="connsiteY5975" fmla="*/ 410027 h 1449582"/>
                <a:gd name="connsiteX5976" fmla="*/ 2031085 w 3283645"/>
                <a:gd name="connsiteY5976" fmla="*/ 410027 h 1449582"/>
                <a:gd name="connsiteX5977" fmla="*/ 2036447 w 3283645"/>
                <a:gd name="connsiteY5977" fmla="*/ 399481 h 1449582"/>
                <a:gd name="connsiteX5978" fmla="*/ 2036447 w 3283645"/>
                <a:gd name="connsiteY5978" fmla="*/ 394460 h 1449582"/>
                <a:gd name="connsiteX5979" fmla="*/ 2036447 w 3283645"/>
                <a:gd name="connsiteY5979" fmla="*/ 389271 h 1449582"/>
                <a:gd name="connsiteX5980" fmla="*/ 2036447 w 3283645"/>
                <a:gd name="connsiteY5980" fmla="*/ 384082 h 1449582"/>
                <a:gd name="connsiteX5981" fmla="*/ 2031085 w 3283645"/>
                <a:gd name="connsiteY5981" fmla="*/ 384082 h 1449582"/>
                <a:gd name="connsiteX5982" fmla="*/ 2026057 w 3283645"/>
                <a:gd name="connsiteY5982" fmla="*/ 384082 h 1449582"/>
                <a:gd name="connsiteX5983" fmla="*/ 2020863 w 3283645"/>
                <a:gd name="connsiteY5983" fmla="*/ 384082 h 1449582"/>
                <a:gd name="connsiteX5984" fmla="*/ 2015668 w 3283645"/>
                <a:gd name="connsiteY5984" fmla="*/ 384082 h 1449582"/>
                <a:gd name="connsiteX5985" fmla="*/ 2010305 w 3283645"/>
                <a:gd name="connsiteY5985" fmla="*/ 384082 h 1449582"/>
                <a:gd name="connsiteX5986" fmla="*/ 2005278 w 3283645"/>
                <a:gd name="connsiteY5986" fmla="*/ 389271 h 1449582"/>
                <a:gd name="connsiteX5987" fmla="*/ 2000083 w 3283645"/>
                <a:gd name="connsiteY5987" fmla="*/ 389271 h 1449582"/>
                <a:gd name="connsiteX5988" fmla="*/ 1994889 w 3283645"/>
                <a:gd name="connsiteY5988" fmla="*/ 384082 h 1449582"/>
                <a:gd name="connsiteX5989" fmla="*/ 1989526 w 3283645"/>
                <a:gd name="connsiteY5989" fmla="*/ 384082 h 1449582"/>
                <a:gd name="connsiteX5990" fmla="*/ 1989526 w 3283645"/>
                <a:gd name="connsiteY5990" fmla="*/ 378726 h 1449582"/>
                <a:gd name="connsiteX5991" fmla="*/ 1984499 w 3283645"/>
                <a:gd name="connsiteY5991" fmla="*/ 373704 h 1449582"/>
                <a:gd name="connsiteX5992" fmla="*/ 1979304 w 3283645"/>
                <a:gd name="connsiteY5992" fmla="*/ 373704 h 1449582"/>
                <a:gd name="connsiteX5993" fmla="*/ 1979304 w 3283645"/>
                <a:gd name="connsiteY5993" fmla="*/ 368515 h 1449582"/>
                <a:gd name="connsiteX5994" fmla="*/ 1979304 w 3283645"/>
                <a:gd name="connsiteY5994" fmla="*/ 363326 h 1449582"/>
                <a:gd name="connsiteX5995" fmla="*/ 1979304 w 3283645"/>
                <a:gd name="connsiteY5995" fmla="*/ 358012 h 1449582"/>
                <a:gd name="connsiteX5996" fmla="*/ 1979304 w 3283645"/>
                <a:gd name="connsiteY5996" fmla="*/ 357970 h 1449582"/>
                <a:gd name="connsiteX5997" fmla="*/ 1984499 w 3283645"/>
                <a:gd name="connsiteY5997" fmla="*/ 357970 h 1449582"/>
                <a:gd name="connsiteX5998" fmla="*/ 1989526 w 3283645"/>
                <a:gd name="connsiteY5998" fmla="*/ 363326 h 1449582"/>
                <a:gd name="connsiteX5999" fmla="*/ 1994889 w 3283645"/>
                <a:gd name="connsiteY5999" fmla="*/ 363326 h 1449582"/>
                <a:gd name="connsiteX6000" fmla="*/ 1994889 w 3283645"/>
                <a:gd name="connsiteY6000" fmla="*/ 357970 h 1449582"/>
                <a:gd name="connsiteX6001" fmla="*/ 1994889 w 3283645"/>
                <a:gd name="connsiteY6001" fmla="*/ 352948 h 1449582"/>
                <a:gd name="connsiteX6002" fmla="*/ 2000083 w 3283645"/>
                <a:gd name="connsiteY6002" fmla="*/ 347759 h 1449582"/>
                <a:gd name="connsiteX6003" fmla="*/ 2005278 w 3283645"/>
                <a:gd name="connsiteY6003" fmla="*/ 347759 h 1449582"/>
                <a:gd name="connsiteX6004" fmla="*/ 2010305 w 3283645"/>
                <a:gd name="connsiteY6004" fmla="*/ 342570 h 1449582"/>
                <a:gd name="connsiteX6005" fmla="*/ 2015668 w 3283645"/>
                <a:gd name="connsiteY6005" fmla="*/ 342570 h 1449582"/>
                <a:gd name="connsiteX6006" fmla="*/ 2020863 w 3283645"/>
                <a:gd name="connsiteY6006" fmla="*/ 342570 h 1449582"/>
                <a:gd name="connsiteX6007" fmla="*/ 2026057 w 3283645"/>
                <a:gd name="connsiteY6007" fmla="*/ 342570 h 1449582"/>
                <a:gd name="connsiteX6008" fmla="*/ 2031085 w 3283645"/>
                <a:gd name="connsiteY6008" fmla="*/ 347759 h 1449582"/>
                <a:gd name="connsiteX6009" fmla="*/ 2031085 w 3283645"/>
                <a:gd name="connsiteY6009" fmla="*/ 342570 h 1449582"/>
                <a:gd name="connsiteX6010" fmla="*/ 2036447 w 3283645"/>
                <a:gd name="connsiteY6010" fmla="*/ 342570 h 1449582"/>
                <a:gd name="connsiteX6011" fmla="*/ 2036447 w 3283645"/>
                <a:gd name="connsiteY6011" fmla="*/ 347759 h 1449582"/>
                <a:gd name="connsiteX6012" fmla="*/ 2041642 w 3283645"/>
                <a:gd name="connsiteY6012" fmla="*/ 347759 h 1449582"/>
                <a:gd name="connsiteX6013" fmla="*/ 2046837 w 3283645"/>
                <a:gd name="connsiteY6013" fmla="*/ 352948 h 1449582"/>
                <a:gd name="connsiteX6014" fmla="*/ 2051864 w 3283645"/>
                <a:gd name="connsiteY6014" fmla="*/ 347759 h 1449582"/>
                <a:gd name="connsiteX6015" fmla="*/ 2057226 w 3283645"/>
                <a:gd name="connsiteY6015" fmla="*/ 352948 h 1449582"/>
                <a:gd name="connsiteX6016" fmla="*/ 2062421 w 3283645"/>
                <a:gd name="connsiteY6016" fmla="*/ 352948 h 1449582"/>
                <a:gd name="connsiteX6017" fmla="*/ 2067616 w 3283645"/>
                <a:gd name="connsiteY6017" fmla="*/ 347759 h 1449582"/>
                <a:gd name="connsiteX6018" fmla="*/ 2072643 w 3283645"/>
                <a:gd name="connsiteY6018" fmla="*/ 352948 h 1449582"/>
                <a:gd name="connsiteX6019" fmla="*/ 2078005 w 3283645"/>
                <a:gd name="connsiteY6019" fmla="*/ 347759 h 1449582"/>
                <a:gd name="connsiteX6020" fmla="*/ 2083200 w 3283645"/>
                <a:gd name="connsiteY6020" fmla="*/ 347759 h 1449582"/>
                <a:gd name="connsiteX6021" fmla="*/ 2088395 w 3283645"/>
                <a:gd name="connsiteY6021" fmla="*/ 352948 h 1449582"/>
                <a:gd name="connsiteX6022" fmla="*/ 2093422 w 3283645"/>
                <a:gd name="connsiteY6022" fmla="*/ 352948 h 1449582"/>
                <a:gd name="connsiteX6023" fmla="*/ 2098785 w 3283645"/>
                <a:gd name="connsiteY6023" fmla="*/ 352948 h 1449582"/>
                <a:gd name="connsiteX6024" fmla="*/ 2103979 w 3283645"/>
                <a:gd name="connsiteY6024" fmla="*/ 352948 h 1449582"/>
                <a:gd name="connsiteX6025" fmla="*/ 2109174 w 3283645"/>
                <a:gd name="connsiteY6025" fmla="*/ 352948 h 1449582"/>
                <a:gd name="connsiteX6026" fmla="*/ 2114201 w 3283645"/>
                <a:gd name="connsiteY6026" fmla="*/ 342570 h 1449582"/>
                <a:gd name="connsiteX6027" fmla="*/ 2114201 w 3283645"/>
                <a:gd name="connsiteY6027" fmla="*/ 337214 h 1449582"/>
                <a:gd name="connsiteX6028" fmla="*/ 2109174 w 3283645"/>
                <a:gd name="connsiteY6028" fmla="*/ 337214 h 1449582"/>
                <a:gd name="connsiteX6029" fmla="*/ 2109174 w 3283645"/>
                <a:gd name="connsiteY6029" fmla="*/ 332192 h 1449582"/>
                <a:gd name="connsiteX6030" fmla="*/ 2109174 w 3283645"/>
                <a:gd name="connsiteY6030" fmla="*/ 327003 h 1449582"/>
                <a:gd name="connsiteX6031" fmla="*/ 2114201 w 3283645"/>
                <a:gd name="connsiteY6031" fmla="*/ 327003 h 1449582"/>
                <a:gd name="connsiteX6032" fmla="*/ 2114201 w 3283645"/>
                <a:gd name="connsiteY6032" fmla="*/ 321814 h 1449582"/>
                <a:gd name="connsiteX6033" fmla="*/ 2114201 w 3283645"/>
                <a:gd name="connsiteY6033" fmla="*/ 316458 h 1449582"/>
                <a:gd name="connsiteX6034" fmla="*/ 2119564 w 3283645"/>
                <a:gd name="connsiteY6034" fmla="*/ 316458 h 1449582"/>
                <a:gd name="connsiteX6035" fmla="*/ 2124759 w 3283645"/>
                <a:gd name="connsiteY6035" fmla="*/ 316458 h 1449582"/>
                <a:gd name="connsiteX6036" fmla="*/ 2129953 w 3283645"/>
                <a:gd name="connsiteY6036" fmla="*/ 316458 h 1449582"/>
                <a:gd name="connsiteX6037" fmla="*/ 2140343 w 3283645"/>
                <a:gd name="connsiteY6037" fmla="*/ 316458 h 1449582"/>
                <a:gd name="connsiteX6038" fmla="*/ 2145538 w 3283645"/>
                <a:gd name="connsiteY6038" fmla="*/ 316458 h 1449582"/>
                <a:gd name="connsiteX6039" fmla="*/ 2150733 w 3283645"/>
                <a:gd name="connsiteY6039" fmla="*/ 311436 h 1449582"/>
                <a:gd name="connsiteX6040" fmla="*/ 2155760 w 3283645"/>
                <a:gd name="connsiteY6040" fmla="*/ 311436 h 1449582"/>
                <a:gd name="connsiteX6041" fmla="*/ 2161122 w 3283645"/>
                <a:gd name="connsiteY6041" fmla="*/ 311436 h 1449582"/>
                <a:gd name="connsiteX6042" fmla="*/ 2166317 w 3283645"/>
                <a:gd name="connsiteY6042" fmla="*/ 306247 h 1449582"/>
                <a:gd name="connsiteX6043" fmla="*/ 2171512 w 3283645"/>
                <a:gd name="connsiteY6043" fmla="*/ 311436 h 1449582"/>
                <a:gd name="connsiteX6044" fmla="*/ 2176539 w 3283645"/>
                <a:gd name="connsiteY6044" fmla="*/ 306247 h 1449582"/>
                <a:gd name="connsiteX6045" fmla="*/ 2181734 w 3283645"/>
                <a:gd name="connsiteY6045" fmla="*/ 300891 h 1449582"/>
                <a:gd name="connsiteX6046" fmla="*/ 1470805 w 3283645"/>
                <a:gd name="connsiteY6046" fmla="*/ 300891 h 1449582"/>
                <a:gd name="connsiteX6047" fmla="*/ 1476089 w 3283645"/>
                <a:gd name="connsiteY6047" fmla="*/ 300891 h 1449582"/>
                <a:gd name="connsiteX6048" fmla="*/ 1481042 w 3283645"/>
                <a:gd name="connsiteY6048" fmla="*/ 300891 h 1449582"/>
                <a:gd name="connsiteX6049" fmla="*/ 1486161 w 3283645"/>
                <a:gd name="connsiteY6049" fmla="*/ 305909 h 1449582"/>
                <a:gd name="connsiteX6050" fmla="*/ 1481042 w 3283645"/>
                <a:gd name="connsiteY6050" fmla="*/ 305909 h 1449582"/>
                <a:gd name="connsiteX6051" fmla="*/ 1476089 w 3283645"/>
                <a:gd name="connsiteY6051" fmla="*/ 305909 h 1449582"/>
                <a:gd name="connsiteX6052" fmla="*/ 1470805 w 3283645"/>
                <a:gd name="connsiteY6052" fmla="*/ 305909 h 1449582"/>
                <a:gd name="connsiteX6053" fmla="*/ 1512385 w 3283645"/>
                <a:gd name="connsiteY6053" fmla="*/ 295738 h 1449582"/>
                <a:gd name="connsiteX6054" fmla="*/ 1517775 w 3283645"/>
                <a:gd name="connsiteY6054" fmla="*/ 295738 h 1449582"/>
                <a:gd name="connsiteX6055" fmla="*/ 1522827 w 3283645"/>
                <a:gd name="connsiteY6055" fmla="*/ 300952 h 1449582"/>
                <a:gd name="connsiteX6056" fmla="*/ 1528049 w 3283645"/>
                <a:gd name="connsiteY6056" fmla="*/ 306333 h 1449582"/>
                <a:gd name="connsiteX6057" fmla="*/ 1533270 w 3283645"/>
                <a:gd name="connsiteY6057" fmla="*/ 311546 h 1449582"/>
                <a:gd name="connsiteX6058" fmla="*/ 1538660 w 3283645"/>
                <a:gd name="connsiteY6058" fmla="*/ 311546 h 1449582"/>
                <a:gd name="connsiteX6059" fmla="*/ 1538660 w 3283645"/>
                <a:gd name="connsiteY6059" fmla="*/ 316591 h 1449582"/>
                <a:gd name="connsiteX6060" fmla="*/ 1538660 w 3283645"/>
                <a:gd name="connsiteY6060" fmla="*/ 321972 h 1449582"/>
                <a:gd name="connsiteX6061" fmla="*/ 1538660 w 3283645"/>
                <a:gd name="connsiteY6061" fmla="*/ 327185 h 1449582"/>
                <a:gd name="connsiteX6062" fmla="*/ 1543713 w 3283645"/>
                <a:gd name="connsiteY6062" fmla="*/ 327185 h 1449582"/>
                <a:gd name="connsiteX6063" fmla="*/ 1548934 w 3283645"/>
                <a:gd name="connsiteY6063" fmla="*/ 327185 h 1449582"/>
                <a:gd name="connsiteX6064" fmla="*/ 1554155 w 3283645"/>
                <a:gd name="connsiteY6064" fmla="*/ 327185 h 1449582"/>
                <a:gd name="connsiteX6065" fmla="*/ 1548934 w 3283645"/>
                <a:gd name="connsiteY6065" fmla="*/ 332398 h 1449582"/>
                <a:gd name="connsiteX6066" fmla="*/ 1548934 w 3283645"/>
                <a:gd name="connsiteY6066" fmla="*/ 337443 h 1449582"/>
                <a:gd name="connsiteX6067" fmla="*/ 1548934 w 3283645"/>
                <a:gd name="connsiteY6067" fmla="*/ 342825 h 1449582"/>
                <a:gd name="connsiteX6068" fmla="*/ 1543713 w 3283645"/>
                <a:gd name="connsiteY6068" fmla="*/ 342825 h 1449582"/>
                <a:gd name="connsiteX6069" fmla="*/ 1538660 w 3283645"/>
                <a:gd name="connsiteY6069" fmla="*/ 342825 h 1449582"/>
                <a:gd name="connsiteX6070" fmla="*/ 1533270 w 3283645"/>
                <a:gd name="connsiteY6070" fmla="*/ 342825 h 1449582"/>
                <a:gd name="connsiteX6071" fmla="*/ 1528049 w 3283645"/>
                <a:gd name="connsiteY6071" fmla="*/ 342825 h 1449582"/>
                <a:gd name="connsiteX6072" fmla="*/ 1522827 w 3283645"/>
                <a:gd name="connsiteY6072" fmla="*/ 342825 h 1449582"/>
                <a:gd name="connsiteX6073" fmla="*/ 1522827 w 3283645"/>
                <a:gd name="connsiteY6073" fmla="*/ 348038 h 1449582"/>
                <a:gd name="connsiteX6074" fmla="*/ 1517775 w 3283645"/>
                <a:gd name="connsiteY6074" fmla="*/ 342825 h 1449582"/>
                <a:gd name="connsiteX6075" fmla="*/ 1522827 w 3283645"/>
                <a:gd name="connsiteY6075" fmla="*/ 337443 h 1449582"/>
                <a:gd name="connsiteX6076" fmla="*/ 1517775 w 3283645"/>
                <a:gd name="connsiteY6076" fmla="*/ 332398 h 1449582"/>
                <a:gd name="connsiteX6077" fmla="*/ 1512385 w 3283645"/>
                <a:gd name="connsiteY6077" fmla="*/ 332398 h 1449582"/>
                <a:gd name="connsiteX6078" fmla="*/ 1512385 w 3283645"/>
                <a:gd name="connsiteY6078" fmla="*/ 337443 h 1449582"/>
                <a:gd name="connsiteX6079" fmla="*/ 1507164 w 3283645"/>
                <a:gd name="connsiteY6079" fmla="*/ 332398 h 1449582"/>
                <a:gd name="connsiteX6080" fmla="*/ 1501943 w 3283645"/>
                <a:gd name="connsiteY6080" fmla="*/ 332398 h 1449582"/>
                <a:gd name="connsiteX6081" fmla="*/ 1507164 w 3283645"/>
                <a:gd name="connsiteY6081" fmla="*/ 327185 h 1449582"/>
                <a:gd name="connsiteX6082" fmla="*/ 1517775 w 3283645"/>
                <a:gd name="connsiteY6082" fmla="*/ 316591 h 1449582"/>
                <a:gd name="connsiteX6083" fmla="*/ 1517775 w 3283645"/>
                <a:gd name="connsiteY6083" fmla="*/ 311546 h 1449582"/>
                <a:gd name="connsiteX6084" fmla="*/ 1512385 w 3283645"/>
                <a:gd name="connsiteY6084" fmla="*/ 306333 h 1449582"/>
                <a:gd name="connsiteX6085" fmla="*/ 1512385 w 3283645"/>
                <a:gd name="connsiteY6085" fmla="*/ 300952 h 1449582"/>
                <a:gd name="connsiteX6086" fmla="*/ 1512385 w 3283645"/>
                <a:gd name="connsiteY6086" fmla="*/ 295738 h 1449582"/>
                <a:gd name="connsiteX6087" fmla="*/ 1797839 w 3283645"/>
                <a:gd name="connsiteY6087" fmla="*/ 295716 h 1449582"/>
                <a:gd name="connsiteX6088" fmla="*/ 1803044 w 3283645"/>
                <a:gd name="connsiteY6088" fmla="*/ 295716 h 1449582"/>
                <a:gd name="connsiteX6089" fmla="*/ 1808249 w 3283645"/>
                <a:gd name="connsiteY6089" fmla="*/ 295716 h 1449582"/>
                <a:gd name="connsiteX6090" fmla="*/ 1813453 w 3283645"/>
                <a:gd name="connsiteY6090" fmla="*/ 300870 h 1449582"/>
                <a:gd name="connsiteX6091" fmla="*/ 1818658 w 3283645"/>
                <a:gd name="connsiteY6091" fmla="*/ 300870 h 1449582"/>
                <a:gd name="connsiteX6092" fmla="*/ 1818658 w 3283645"/>
                <a:gd name="connsiteY6092" fmla="*/ 295716 h 1449582"/>
                <a:gd name="connsiteX6093" fmla="*/ 1823863 w 3283645"/>
                <a:gd name="connsiteY6093" fmla="*/ 295716 h 1449582"/>
                <a:gd name="connsiteX6094" fmla="*/ 1823863 w 3283645"/>
                <a:gd name="connsiteY6094" fmla="*/ 300870 h 1449582"/>
                <a:gd name="connsiteX6095" fmla="*/ 1823863 w 3283645"/>
                <a:gd name="connsiteY6095" fmla="*/ 306191 h 1449582"/>
                <a:gd name="connsiteX6096" fmla="*/ 1829068 w 3283645"/>
                <a:gd name="connsiteY6096" fmla="*/ 311345 h 1449582"/>
                <a:gd name="connsiteX6097" fmla="*/ 1834272 w 3283645"/>
                <a:gd name="connsiteY6097" fmla="*/ 316333 h 1449582"/>
                <a:gd name="connsiteX6098" fmla="*/ 1829068 w 3283645"/>
                <a:gd name="connsiteY6098" fmla="*/ 316333 h 1449582"/>
                <a:gd name="connsiteX6099" fmla="*/ 1829068 w 3283645"/>
                <a:gd name="connsiteY6099" fmla="*/ 321653 h 1449582"/>
                <a:gd name="connsiteX6100" fmla="*/ 1829068 w 3283645"/>
                <a:gd name="connsiteY6100" fmla="*/ 326808 h 1449582"/>
                <a:gd name="connsiteX6101" fmla="*/ 1823863 w 3283645"/>
                <a:gd name="connsiteY6101" fmla="*/ 326808 h 1449582"/>
                <a:gd name="connsiteX6102" fmla="*/ 1823863 w 3283645"/>
                <a:gd name="connsiteY6102" fmla="*/ 331962 h 1449582"/>
                <a:gd name="connsiteX6103" fmla="*/ 1823863 w 3283645"/>
                <a:gd name="connsiteY6103" fmla="*/ 336950 h 1449582"/>
                <a:gd name="connsiteX6104" fmla="*/ 1818658 w 3283645"/>
                <a:gd name="connsiteY6104" fmla="*/ 336950 h 1449582"/>
                <a:gd name="connsiteX6105" fmla="*/ 1813453 w 3283645"/>
                <a:gd name="connsiteY6105" fmla="*/ 336950 h 1449582"/>
                <a:gd name="connsiteX6106" fmla="*/ 1808249 w 3283645"/>
                <a:gd name="connsiteY6106" fmla="*/ 331962 h 1449582"/>
                <a:gd name="connsiteX6107" fmla="*/ 1803044 w 3283645"/>
                <a:gd name="connsiteY6107" fmla="*/ 331962 h 1449582"/>
                <a:gd name="connsiteX6108" fmla="*/ 1797839 w 3283645"/>
                <a:gd name="connsiteY6108" fmla="*/ 331962 h 1449582"/>
                <a:gd name="connsiteX6109" fmla="*/ 1782225 w 3283645"/>
                <a:gd name="connsiteY6109" fmla="*/ 331962 h 1449582"/>
                <a:gd name="connsiteX6110" fmla="*/ 1777020 w 3283645"/>
                <a:gd name="connsiteY6110" fmla="*/ 331962 h 1449582"/>
                <a:gd name="connsiteX6111" fmla="*/ 1766443 w 3283645"/>
                <a:gd name="connsiteY6111" fmla="*/ 331962 h 1449582"/>
                <a:gd name="connsiteX6112" fmla="*/ 1766443 w 3283645"/>
                <a:gd name="connsiteY6112" fmla="*/ 326808 h 1449582"/>
                <a:gd name="connsiteX6113" fmla="*/ 1766443 w 3283645"/>
                <a:gd name="connsiteY6113" fmla="*/ 321653 h 1449582"/>
                <a:gd name="connsiteX6114" fmla="*/ 1771816 w 3283645"/>
                <a:gd name="connsiteY6114" fmla="*/ 316333 h 1449582"/>
                <a:gd name="connsiteX6115" fmla="*/ 1777020 w 3283645"/>
                <a:gd name="connsiteY6115" fmla="*/ 316333 h 1449582"/>
                <a:gd name="connsiteX6116" fmla="*/ 1782225 w 3283645"/>
                <a:gd name="connsiteY6116" fmla="*/ 311345 h 1449582"/>
                <a:gd name="connsiteX6117" fmla="*/ 1782225 w 3283645"/>
                <a:gd name="connsiteY6117" fmla="*/ 306191 h 1449582"/>
                <a:gd name="connsiteX6118" fmla="*/ 1787430 w 3283645"/>
                <a:gd name="connsiteY6118" fmla="*/ 306191 h 1449582"/>
                <a:gd name="connsiteX6119" fmla="*/ 1792635 w 3283645"/>
                <a:gd name="connsiteY6119" fmla="*/ 306191 h 1449582"/>
                <a:gd name="connsiteX6120" fmla="*/ 1792635 w 3283645"/>
                <a:gd name="connsiteY6120" fmla="*/ 300870 h 1449582"/>
                <a:gd name="connsiteX6121" fmla="*/ 1797839 w 3283645"/>
                <a:gd name="connsiteY6121" fmla="*/ 295716 h 1449582"/>
                <a:gd name="connsiteX6122" fmla="*/ 1740575 w 3283645"/>
                <a:gd name="connsiteY6122" fmla="*/ 290541 h 1449582"/>
                <a:gd name="connsiteX6123" fmla="*/ 1745728 w 3283645"/>
                <a:gd name="connsiteY6123" fmla="*/ 290541 h 1449582"/>
                <a:gd name="connsiteX6124" fmla="*/ 1750881 w 3283645"/>
                <a:gd name="connsiteY6124" fmla="*/ 290541 h 1449582"/>
                <a:gd name="connsiteX6125" fmla="*/ 1756034 w 3283645"/>
                <a:gd name="connsiteY6125" fmla="*/ 290541 h 1449582"/>
                <a:gd name="connsiteX6126" fmla="*/ 1761187 w 3283645"/>
                <a:gd name="connsiteY6126" fmla="*/ 290541 h 1449582"/>
                <a:gd name="connsiteX6127" fmla="*/ 1766174 w 3283645"/>
                <a:gd name="connsiteY6127" fmla="*/ 290541 h 1449582"/>
                <a:gd name="connsiteX6128" fmla="*/ 1771493 w 3283645"/>
                <a:gd name="connsiteY6128" fmla="*/ 290541 h 1449582"/>
                <a:gd name="connsiteX6129" fmla="*/ 1776646 w 3283645"/>
                <a:gd name="connsiteY6129" fmla="*/ 295509 h 1449582"/>
                <a:gd name="connsiteX6130" fmla="*/ 1781799 w 3283645"/>
                <a:gd name="connsiteY6130" fmla="*/ 295509 h 1449582"/>
                <a:gd name="connsiteX6131" fmla="*/ 1776646 w 3283645"/>
                <a:gd name="connsiteY6131" fmla="*/ 305942 h 1449582"/>
                <a:gd name="connsiteX6132" fmla="*/ 1771493 w 3283645"/>
                <a:gd name="connsiteY6132" fmla="*/ 305942 h 1449582"/>
                <a:gd name="connsiteX6133" fmla="*/ 1766174 w 3283645"/>
                <a:gd name="connsiteY6133" fmla="*/ 305942 h 1449582"/>
                <a:gd name="connsiteX6134" fmla="*/ 1766174 w 3283645"/>
                <a:gd name="connsiteY6134" fmla="*/ 311075 h 1449582"/>
                <a:gd name="connsiteX6135" fmla="*/ 1761187 w 3283645"/>
                <a:gd name="connsiteY6135" fmla="*/ 305942 h 1449582"/>
                <a:gd name="connsiteX6136" fmla="*/ 1756034 w 3283645"/>
                <a:gd name="connsiteY6136" fmla="*/ 305942 h 1449582"/>
                <a:gd name="connsiteX6137" fmla="*/ 1756034 w 3283645"/>
                <a:gd name="connsiteY6137" fmla="*/ 300643 h 1449582"/>
                <a:gd name="connsiteX6138" fmla="*/ 1750881 w 3283645"/>
                <a:gd name="connsiteY6138" fmla="*/ 295509 h 1449582"/>
                <a:gd name="connsiteX6139" fmla="*/ 1745728 w 3283645"/>
                <a:gd name="connsiteY6139" fmla="*/ 295509 h 1449582"/>
                <a:gd name="connsiteX6140" fmla="*/ 1740575 w 3283645"/>
                <a:gd name="connsiteY6140" fmla="*/ 295509 h 1449582"/>
                <a:gd name="connsiteX6141" fmla="*/ 1740575 w 3283645"/>
                <a:gd name="connsiteY6141" fmla="*/ 290541 h 1449582"/>
                <a:gd name="connsiteX6142" fmla="*/ 1620952 w 3283645"/>
                <a:gd name="connsiteY6142" fmla="*/ 280191 h 1449582"/>
                <a:gd name="connsiteX6143" fmla="*/ 1625906 w 3283645"/>
                <a:gd name="connsiteY6143" fmla="*/ 280191 h 1449582"/>
                <a:gd name="connsiteX6144" fmla="*/ 1625906 w 3283645"/>
                <a:gd name="connsiteY6144" fmla="*/ 285366 h 1449582"/>
                <a:gd name="connsiteX6145" fmla="*/ 1631024 w 3283645"/>
                <a:gd name="connsiteY6145" fmla="*/ 280191 h 1449582"/>
                <a:gd name="connsiteX6146" fmla="*/ 1631024 w 3283645"/>
                <a:gd name="connsiteY6146" fmla="*/ 285366 h 1449582"/>
                <a:gd name="connsiteX6147" fmla="*/ 1625906 w 3283645"/>
                <a:gd name="connsiteY6147" fmla="*/ 295549 h 1449582"/>
                <a:gd name="connsiteX6148" fmla="*/ 1625906 w 3283645"/>
                <a:gd name="connsiteY6148" fmla="*/ 300724 h 1449582"/>
                <a:gd name="connsiteX6149" fmla="*/ 1620952 w 3283645"/>
                <a:gd name="connsiteY6149" fmla="*/ 295549 h 1449582"/>
                <a:gd name="connsiteX6150" fmla="*/ 1620952 w 3283645"/>
                <a:gd name="connsiteY6150" fmla="*/ 290541 h 1449582"/>
                <a:gd name="connsiteX6151" fmla="*/ 1620952 w 3283645"/>
                <a:gd name="connsiteY6151" fmla="*/ 285366 h 1449582"/>
                <a:gd name="connsiteX6152" fmla="*/ 1620952 w 3283645"/>
                <a:gd name="connsiteY6152" fmla="*/ 280191 h 1449582"/>
                <a:gd name="connsiteX6153" fmla="*/ 1771853 w 3283645"/>
                <a:gd name="connsiteY6153" fmla="*/ 275016 h 1449582"/>
                <a:gd name="connsiteX6154" fmla="*/ 1777093 w 3283645"/>
                <a:gd name="connsiteY6154" fmla="*/ 275016 h 1449582"/>
                <a:gd name="connsiteX6155" fmla="*/ 1787574 w 3283645"/>
                <a:gd name="connsiteY6155" fmla="*/ 280494 h 1449582"/>
                <a:gd name="connsiteX6156" fmla="*/ 1792815 w 3283645"/>
                <a:gd name="connsiteY6156" fmla="*/ 280494 h 1449582"/>
                <a:gd name="connsiteX6157" fmla="*/ 1798055 w 3283645"/>
                <a:gd name="connsiteY6157" fmla="*/ 285802 h 1449582"/>
                <a:gd name="connsiteX6158" fmla="*/ 1792815 w 3283645"/>
                <a:gd name="connsiteY6158" fmla="*/ 291109 h 1449582"/>
                <a:gd name="connsiteX6159" fmla="*/ 1787574 w 3283645"/>
                <a:gd name="connsiteY6159" fmla="*/ 291109 h 1449582"/>
                <a:gd name="connsiteX6160" fmla="*/ 1777093 w 3283645"/>
                <a:gd name="connsiteY6160" fmla="*/ 285802 h 1449582"/>
                <a:gd name="connsiteX6161" fmla="*/ 1771853 w 3283645"/>
                <a:gd name="connsiteY6161" fmla="*/ 280494 h 1449582"/>
                <a:gd name="connsiteX6162" fmla="*/ 1766443 w 3283645"/>
                <a:gd name="connsiteY6162" fmla="*/ 280494 h 1449582"/>
                <a:gd name="connsiteX6163" fmla="*/ 1771853 w 3283645"/>
                <a:gd name="connsiteY6163" fmla="*/ 275016 h 1449582"/>
                <a:gd name="connsiteX6164" fmla="*/ 1496721 w 3283645"/>
                <a:gd name="connsiteY6164" fmla="*/ 269841 h 1449582"/>
                <a:gd name="connsiteX6165" fmla="*/ 1501943 w 3283645"/>
                <a:gd name="connsiteY6165" fmla="*/ 269841 h 1449582"/>
                <a:gd name="connsiteX6166" fmla="*/ 1507164 w 3283645"/>
                <a:gd name="connsiteY6166" fmla="*/ 274886 h 1449582"/>
                <a:gd name="connsiteX6167" fmla="*/ 1517775 w 3283645"/>
                <a:gd name="connsiteY6167" fmla="*/ 274886 h 1449582"/>
                <a:gd name="connsiteX6168" fmla="*/ 1517775 w 3283645"/>
                <a:gd name="connsiteY6168" fmla="*/ 280267 h 1449582"/>
                <a:gd name="connsiteX6169" fmla="*/ 1517775 w 3283645"/>
                <a:gd name="connsiteY6169" fmla="*/ 285480 h 1449582"/>
                <a:gd name="connsiteX6170" fmla="*/ 1512385 w 3283645"/>
                <a:gd name="connsiteY6170" fmla="*/ 285480 h 1449582"/>
                <a:gd name="connsiteX6171" fmla="*/ 1507164 w 3283645"/>
                <a:gd name="connsiteY6171" fmla="*/ 290693 h 1449582"/>
                <a:gd name="connsiteX6172" fmla="*/ 1507164 w 3283645"/>
                <a:gd name="connsiteY6172" fmla="*/ 295738 h 1449582"/>
                <a:gd name="connsiteX6173" fmla="*/ 1512385 w 3283645"/>
                <a:gd name="connsiteY6173" fmla="*/ 295738 h 1449582"/>
                <a:gd name="connsiteX6174" fmla="*/ 1501943 w 3283645"/>
                <a:gd name="connsiteY6174" fmla="*/ 300952 h 1449582"/>
                <a:gd name="connsiteX6175" fmla="*/ 1496721 w 3283645"/>
                <a:gd name="connsiteY6175" fmla="*/ 300952 h 1449582"/>
                <a:gd name="connsiteX6176" fmla="*/ 1496721 w 3283645"/>
                <a:gd name="connsiteY6176" fmla="*/ 295738 h 1449582"/>
                <a:gd name="connsiteX6177" fmla="*/ 1496721 w 3283645"/>
                <a:gd name="connsiteY6177" fmla="*/ 290693 h 1449582"/>
                <a:gd name="connsiteX6178" fmla="*/ 1496721 w 3283645"/>
                <a:gd name="connsiteY6178" fmla="*/ 285480 h 1449582"/>
                <a:gd name="connsiteX6179" fmla="*/ 1491500 w 3283645"/>
                <a:gd name="connsiteY6179" fmla="*/ 285480 h 1449582"/>
                <a:gd name="connsiteX6180" fmla="*/ 1491500 w 3283645"/>
                <a:gd name="connsiteY6180" fmla="*/ 280267 h 1449582"/>
                <a:gd name="connsiteX6181" fmla="*/ 1496721 w 3283645"/>
                <a:gd name="connsiteY6181" fmla="*/ 274886 h 1449582"/>
                <a:gd name="connsiteX6182" fmla="*/ 1771866 w 3283645"/>
                <a:gd name="connsiteY6182" fmla="*/ 254316 h 1449582"/>
                <a:gd name="connsiteX6183" fmla="*/ 1777120 w 3283645"/>
                <a:gd name="connsiteY6183" fmla="*/ 254316 h 1449582"/>
                <a:gd name="connsiteX6184" fmla="*/ 1787628 w 3283645"/>
                <a:gd name="connsiteY6184" fmla="*/ 259794 h 1449582"/>
                <a:gd name="connsiteX6185" fmla="*/ 1792882 w 3283645"/>
                <a:gd name="connsiteY6185" fmla="*/ 259794 h 1449582"/>
                <a:gd name="connsiteX6186" fmla="*/ 1792882 w 3283645"/>
                <a:gd name="connsiteY6186" fmla="*/ 265102 h 1449582"/>
                <a:gd name="connsiteX6187" fmla="*/ 1792882 w 3283645"/>
                <a:gd name="connsiteY6187" fmla="*/ 270409 h 1449582"/>
                <a:gd name="connsiteX6188" fmla="*/ 1787628 w 3283645"/>
                <a:gd name="connsiteY6188" fmla="*/ 270409 h 1449582"/>
                <a:gd name="connsiteX6189" fmla="*/ 1782374 w 3283645"/>
                <a:gd name="connsiteY6189" fmla="*/ 270409 h 1449582"/>
                <a:gd name="connsiteX6190" fmla="*/ 1771866 w 3283645"/>
                <a:gd name="connsiteY6190" fmla="*/ 265102 h 1449582"/>
                <a:gd name="connsiteX6191" fmla="*/ 1766443 w 3283645"/>
                <a:gd name="connsiteY6191" fmla="*/ 259794 h 1449582"/>
                <a:gd name="connsiteX6192" fmla="*/ 1771866 w 3283645"/>
                <a:gd name="connsiteY6192" fmla="*/ 254316 h 1449582"/>
                <a:gd name="connsiteX6193" fmla="*/ 109361 w 3283645"/>
                <a:gd name="connsiteY6193" fmla="*/ 239204 h 1449582"/>
                <a:gd name="connsiteX6194" fmla="*/ 119592 w 3283645"/>
                <a:gd name="connsiteY6194" fmla="*/ 249594 h 1449582"/>
                <a:gd name="connsiteX6195" fmla="*/ 119592 w 3283645"/>
                <a:gd name="connsiteY6195" fmla="*/ 254621 h 1449582"/>
                <a:gd name="connsiteX6196" fmla="*/ 109361 w 3283645"/>
                <a:gd name="connsiteY6196" fmla="*/ 265178 h 1449582"/>
                <a:gd name="connsiteX6197" fmla="*/ 104161 w 3283645"/>
                <a:gd name="connsiteY6197" fmla="*/ 265178 h 1449582"/>
                <a:gd name="connsiteX6198" fmla="*/ 98793 w 3283645"/>
                <a:gd name="connsiteY6198" fmla="*/ 270373 h 1449582"/>
                <a:gd name="connsiteX6199" fmla="*/ 88562 w 3283645"/>
                <a:gd name="connsiteY6199" fmla="*/ 275400 h 1449582"/>
                <a:gd name="connsiteX6200" fmla="*/ 88562 w 3283645"/>
                <a:gd name="connsiteY6200" fmla="*/ 280762 h 1449582"/>
                <a:gd name="connsiteX6201" fmla="*/ 83362 w 3283645"/>
                <a:gd name="connsiteY6201" fmla="*/ 280762 h 1449582"/>
                <a:gd name="connsiteX6202" fmla="*/ 83362 w 3283645"/>
                <a:gd name="connsiteY6202" fmla="*/ 275400 h 1449582"/>
                <a:gd name="connsiteX6203" fmla="*/ 83362 w 3283645"/>
                <a:gd name="connsiteY6203" fmla="*/ 270373 h 1449582"/>
                <a:gd name="connsiteX6204" fmla="*/ 88562 w 3283645"/>
                <a:gd name="connsiteY6204" fmla="*/ 265178 h 1449582"/>
                <a:gd name="connsiteX6205" fmla="*/ 109361 w 3283645"/>
                <a:gd name="connsiteY6205" fmla="*/ 239204 h 1449582"/>
                <a:gd name="connsiteX6206" fmla="*/ 1626015 w 3283645"/>
                <a:gd name="connsiteY6206" fmla="*/ 212916 h 1449582"/>
                <a:gd name="connsiteX6207" fmla="*/ 1631189 w 3283645"/>
                <a:gd name="connsiteY6207" fmla="*/ 212916 h 1449582"/>
                <a:gd name="connsiteX6208" fmla="*/ 1636363 w 3283645"/>
                <a:gd name="connsiteY6208" fmla="*/ 218299 h 1449582"/>
                <a:gd name="connsiteX6209" fmla="*/ 1641703 w 3283645"/>
                <a:gd name="connsiteY6209" fmla="*/ 218299 h 1449582"/>
                <a:gd name="connsiteX6210" fmla="*/ 1646541 w 3283645"/>
                <a:gd name="connsiteY6210" fmla="*/ 212916 h 1449582"/>
                <a:gd name="connsiteX6211" fmla="*/ 1646541 w 3283645"/>
                <a:gd name="connsiteY6211" fmla="*/ 218299 h 1449582"/>
                <a:gd name="connsiteX6212" fmla="*/ 1646541 w 3283645"/>
                <a:gd name="connsiteY6212" fmla="*/ 223515 h 1449582"/>
                <a:gd name="connsiteX6213" fmla="*/ 1651715 w 3283645"/>
                <a:gd name="connsiteY6213" fmla="*/ 228730 h 1449582"/>
                <a:gd name="connsiteX6214" fmla="*/ 1651715 w 3283645"/>
                <a:gd name="connsiteY6214" fmla="*/ 233777 h 1449582"/>
                <a:gd name="connsiteX6215" fmla="*/ 1646541 w 3283645"/>
                <a:gd name="connsiteY6215" fmla="*/ 239160 h 1449582"/>
                <a:gd name="connsiteX6216" fmla="*/ 1651715 w 3283645"/>
                <a:gd name="connsiteY6216" fmla="*/ 244376 h 1449582"/>
                <a:gd name="connsiteX6217" fmla="*/ 1646541 w 3283645"/>
                <a:gd name="connsiteY6217" fmla="*/ 249591 h 1449582"/>
                <a:gd name="connsiteX6218" fmla="*/ 1641703 w 3283645"/>
                <a:gd name="connsiteY6218" fmla="*/ 249591 h 1449582"/>
                <a:gd name="connsiteX6219" fmla="*/ 1636363 w 3283645"/>
                <a:gd name="connsiteY6219" fmla="*/ 244376 h 1449582"/>
                <a:gd name="connsiteX6220" fmla="*/ 1636363 w 3283645"/>
                <a:gd name="connsiteY6220" fmla="*/ 249591 h 1449582"/>
                <a:gd name="connsiteX6221" fmla="*/ 1631189 w 3283645"/>
                <a:gd name="connsiteY6221" fmla="*/ 254638 h 1449582"/>
                <a:gd name="connsiteX6222" fmla="*/ 1621009 w 3283645"/>
                <a:gd name="connsiteY6222" fmla="*/ 260021 h 1449582"/>
                <a:gd name="connsiteX6223" fmla="*/ 1610495 w 3283645"/>
                <a:gd name="connsiteY6223" fmla="*/ 265237 h 1449582"/>
                <a:gd name="connsiteX6224" fmla="*/ 1605321 w 3283645"/>
                <a:gd name="connsiteY6224" fmla="*/ 265237 h 1449582"/>
                <a:gd name="connsiteX6225" fmla="*/ 1600314 w 3283645"/>
                <a:gd name="connsiteY6225" fmla="*/ 265237 h 1449582"/>
                <a:gd name="connsiteX6226" fmla="*/ 1594973 w 3283645"/>
                <a:gd name="connsiteY6226" fmla="*/ 260021 h 1449582"/>
                <a:gd name="connsiteX6227" fmla="*/ 1594973 w 3283645"/>
                <a:gd name="connsiteY6227" fmla="*/ 254638 h 1449582"/>
                <a:gd name="connsiteX6228" fmla="*/ 1600314 w 3283645"/>
                <a:gd name="connsiteY6228" fmla="*/ 254638 h 1449582"/>
                <a:gd name="connsiteX6229" fmla="*/ 1605321 w 3283645"/>
                <a:gd name="connsiteY6229" fmla="*/ 249591 h 1449582"/>
                <a:gd name="connsiteX6230" fmla="*/ 1615668 w 3283645"/>
                <a:gd name="connsiteY6230" fmla="*/ 239160 h 1449582"/>
                <a:gd name="connsiteX6231" fmla="*/ 1614375 w 3283645"/>
                <a:gd name="connsiteY6231" fmla="*/ 239160 h 1449582"/>
                <a:gd name="connsiteX6232" fmla="*/ 1610495 w 3283645"/>
                <a:gd name="connsiteY6232" fmla="*/ 239160 h 1449582"/>
                <a:gd name="connsiteX6233" fmla="*/ 1610495 w 3283645"/>
                <a:gd name="connsiteY6233" fmla="*/ 233777 h 1449582"/>
                <a:gd name="connsiteX6234" fmla="*/ 1610495 w 3283645"/>
                <a:gd name="connsiteY6234" fmla="*/ 228730 h 1449582"/>
                <a:gd name="connsiteX6235" fmla="*/ 1605321 w 3283645"/>
                <a:gd name="connsiteY6235" fmla="*/ 228730 h 1449582"/>
                <a:gd name="connsiteX6236" fmla="*/ 1600314 w 3283645"/>
                <a:gd name="connsiteY6236" fmla="*/ 228730 h 1449582"/>
                <a:gd name="connsiteX6237" fmla="*/ 1605321 w 3283645"/>
                <a:gd name="connsiteY6237" fmla="*/ 223515 h 1449582"/>
                <a:gd name="connsiteX6238" fmla="*/ 1610495 w 3283645"/>
                <a:gd name="connsiteY6238" fmla="*/ 223515 h 1449582"/>
                <a:gd name="connsiteX6239" fmla="*/ 1615668 w 3283645"/>
                <a:gd name="connsiteY6239" fmla="*/ 218299 h 1449582"/>
                <a:gd name="connsiteX6240" fmla="*/ 1621009 w 3283645"/>
                <a:gd name="connsiteY6240" fmla="*/ 218299 h 1449582"/>
                <a:gd name="connsiteX6241" fmla="*/ 1626015 w 3283645"/>
                <a:gd name="connsiteY6241" fmla="*/ 212916 h 1449582"/>
                <a:gd name="connsiteX6242" fmla="*/ 774574 w 3283645"/>
                <a:gd name="connsiteY6242" fmla="*/ 202566 h 1449582"/>
                <a:gd name="connsiteX6243" fmla="*/ 779585 w 3283645"/>
                <a:gd name="connsiteY6243" fmla="*/ 202566 h 1449582"/>
                <a:gd name="connsiteX6244" fmla="*/ 779585 w 3283645"/>
                <a:gd name="connsiteY6244" fmla="*/ 207579 h 1449582"/>
                <a:gd name="connsiteX6245" fmla="*/ 774574 w 3283645"/>
                <a:gd name="connsiteY6245" fmla="*/ 202566 h 1449582"/>
                <a:gd name="connsiteX6246" fmla="*/ 857918 w 3283645"/>
                <a:gd name="connsiteY6246" fmla="*/ 192216 h 1449582"/>
                <a:gd name="connsiteX6247" fmla="*/ 857918 w 3283645"/>
                <a:gd name="connsiteY6247" fmla="*/ 197229 h 1449582"/>
                <a:gd name="connsiteX6248" fmla="*/ 852549 w 3283645"/>
                <a:gd name="connsiteY6248" fmla="*/ 197229 h 1449582"/>
                <a:gd name="connsiteX6249" fmla="*/ 847005 w 3283645"/>
                <a:gd name="connsiteY6249" fmla="*/ 197229 h 1449582"/>
                <a:gd name="connsiteX6250" fmla="*/ 857918 w 3283645"/>
                <a:gd name="connsiteY6250" fmla="*/ 192216 h 1449582"/>
                <a:gd name="connsiteX6251" fmla="*/ 743532 w 3283645"/>
                <a:gd name="connsiteY6251" fmla="*/ 192216 h 1449582"/>
                <a:gd name="connsiteX6252" fmla="*/ 748672 w 3283645"/>
                <a:gd name="connsiteY6252" fmla="*/ 192216 h 1449582"/>
                <a:gd name="connsiteX6253" fmla="*/ 753812 w 3283645"/>
                <a:gd name="connsiteY6253" fmla="*/ 202456 h 1449582"/>
                <a:gd name="connsiteX6254" fmla="*/ 753812 w 3283645"/>
                <a:gd name="connsiteY6254" fmla="*/ 197336 h 1449582"/>
                <a:gd name="connsiteX6255" fmla="*/ 758953 w 3283645"/>
                <a:gd name="connsiteY6255" fmla="*/ 197336 h 1449582"/>
                <a:gd name="connsiteX6256" fmla="*/ 764093 w 3283645"/>
                <a:gd name="connsiteY6256" fmla="*/ 197336 h 1449582"/>
                <a:gd name="connsiteX6257" fmla="*/ 769234 w 3283645"/>
                <a:gd name="connsiteY6257" fmla="*/ 202456 h 1449582"/>
                <a:gd name="connsiteX6258" fmla="*/ 764093 w 3283645"/>
                <a:gd name="connsiteY6258" fmla="*/ 202456 h 1449582"/>
                <a:gd name="connsiteX6259" fmla="*/ 758953 w 3283645"/>
                <a:gd name="connsiteY6259" fmla="*/ 207576 h 1449582"/>
                <a:gd name="connsiteX6260" fmla="*/ 753812 w 3283645"/>
                <a:gd name="connsiteY6260" fmla="*/ 207576 h 1449582"/>
                <a:gd name="connsiteX6261" fmla="*/ 748672 w 3283645"/>
                <a:gd name="connsiteY6261" fmla="*/ 207576 h 1449582"/>
                <a:gd name="connsiteX6262" fmla="*/ 743532 w 3283645"/>
                <a:gd name="connsiteY6262" fmla="*/ 202456 h 1449582"/>
                <a:gd name="connsiteX6263" fmla="*/ 743532 w 3283645"/>
                <a:gd name="connsiteY6263" fmla="*/ 197336 h 1449582"/>
                <a:gd name="connsiteX6264" fmla="*/ 743532 w 3283645"/>
                <a:gd name="connsiteY6264" fmla="*/ 192216 h 1449582"/>
                <a:gd name="connsiteX6265" fmla="*/ 15599 w 3283645"/>
                <a:gd name="connsiteY6265" fmla="*/ 182062 h 1449582"/>
                <a:gd name="connsiteX6266" fmla="*/ 20798 w 3283645"/>
                <a:gd name="connsiteY6266" fmla="*/ 187257 h 1449582"/>
                <a:gd name="connsiteX6267" fmla="*/ 31198 w 3283645"/>
                <a:gd name="connsiteY6267" fmla="*/ 187257 h 1449582"/>
                <a:gd name="connsiteX6268" fmla="*/ 41765 w 3283645"/>
                <a:gd name="connsiteY6268" fmla="*/ 182062 h 1449582"/>
                <a:gd name="connsiteX6269" fmla="*/ 46964 w 3283645"/>
                <a:gd name="connsiteY6269" fmla="*/ 182062 h 1449582"/>
                <a:gd name="connsiteX6270" fmla="*/ 51996 w 3283645"/>
                <a:gd name="connsiteY6270" fmla="*/ 187257 h 1449582"/>
                <a:gd name="connsiteX6271" fmla="*/ 46964 w 3283645"/>
                <a:gd name="connsiteY6271" fmla="*/ 192452 h 1449582"/>
                <a:gd name="connsiteX6272" fmla="*/ 36397 w 3283645"/>
                <a:gd name="connsiteY6272" fmla="*/ 197647 h 1449582"/>
                <a:gd name="connsiteX6273" fmla="*/ 31198 w 3283645"/>
                <a:gd name="connsiteY6273" fmla="*/ 197647 h 1449582"/>
                <a:gd name="connsiteX6274" fmla="*/ 31198 w 3283645"/>
                <a:gd name="connsiteY6274" fmla="*/ 192452 h 1449582"/>
                <a:gd name="connsiteX6275" fmla="*/ 26166 w 3283645"/>
                <a:gd name="connsiteY6275" fmla="*/ 197647 h 1449582"/>
                <a:gd name="connsiteX6276" fmla="*/ 10399 w 3283645"/>
                <a:gd name="connsiteY6276" fmla="*/ 197647 h 1449582"/>
                <a:gd name="connsiteX6277" fmla="*/ 0 w 3283645"/>
                <a:gd name="connsiteY6277" fmla="*/ 192452 h 1449582"/>
                <a:gd name="connsiteX6278" fmla="*/ 0 w 3283645"/>
                <a:gd name="connsiteY6278" fmla="*/ 187257 h 1449582"/>
                <a:gd name="connsiteX6279" fmla="*/ 15599 w 3283645"/>
                <a:gd name="connsiteY6279" fmla="*/ 182062 h 1449582"/>
                <a:gd name="connsiteX6280" fmla="*/ 1387682 w 3283645"/>
                <a:gd name="connsiteY6280" fmla="*/ 181866 h 1449582"/>
                <a:gd name="connsiteX6281" fmla="*/ 1393068 w 3283645"/>
                <a:gd name="connsiteY6281" fmla="*/ 181866 h 1449582"/>
                <a:gd name="connsiteX6282" fmla="*/ 1393068 w 3283645"/>
                <a:gd name="connsiteY6282" fmla="*/ 187008 h 1449582"/>
                <a:gd name="connsiteX6283" fmla="*/ 1398118 w 3283645"/>
                <a:gd name="connsiteY6283" fmla="*/ 187008 h 1449582"/>
                <a:gd name="connsiteX6284" fmla="*/ 1403335 w 3283645"/>
                <a:gd name="connsiteY6284" fmla="*/ 181866 h 1449582"/>
                <a:gd name="connsiteX6285" fmla="*/ 1408553 w 3283645"/>
                <a:gd name="connsiteY6285" fmla="*/ 181866 h 1449582"/>
                <a:gd name="connsiteX6286" fmla="*/ 1408553 w 3283645"/>
                <a:gd name="connsiteY6286" fmla="*/ 187008 h 1449582"/>
                <a:gd name="connsiteX6287" fmla="*/ 1408553 w 3283645"/>
                <a:gd name="connsiteY6287" fmla="*/ 192150 h 1449582"/>
                <a:gd name="connsiteX6288" fmla="*/ 1403335 w 3283645"/>
                <a:gd name="connsiteY6288" fmla="*/ 197291 h 1449582"/>
                <a:gd name="connsiteX6289" fmla="*/ 1398118 w 3283645"/>
                <a:gd name="connsiteY6289" fmla="*/ 197291 h 1449582"/>
                <a:gd name="connsiteX6290" fmla="*/ 1393068 w 3283645"/>
                <a:gd name="connsiteY6290" fmla="*/ 197291 h 1449582"/>
                <a:gd name="connsiteX6291" fmla="*/ 1393068 w 3283645"/>
                <a:gd name="connsiteY6291" fmla="*/ 202433 h 1449582"/>
                <a:gd name="connsiteX6292" fmla="*/ 1387682 w 3283645"/>
                <a:gd name="connsiteY6292" fmla="*/ 202433 h 1449582"/>
                <a:gd name="connsiteX6293" fmla="*/ 1377247 w 3283645"/>
                <a:gd name="connsiteY6293" fmla="*/ 202433 h 1449582"/>
                <a:gd name="connsiteX6294" fmla="*/ 1366812 w 3283645"/>
                <a:gd name="connsiteY6294" fmla="*/ 207575 h 1449582"/>
                <a:gd name="connsiteX6295" fmla="*/ 1351327 w 3283645"/>
                <a:gd name="connsiteY6295" fmla="*/ 202433 h 1449582"/>
                <a:gd name="connsiteX6296" fmla="*/ 1345941 w 3283645"/>
                <a:gd name="connsiteY6296" fmla="*/ 202433 h 1449582"/>
                <a:gd name="connsiteX6297" fmla="*/ 1340723 w 3283645"/>
                <a:gd name="connsiteY6297" fmla="*/ 197291 h 1449582"/>
                <a:gd name="connsiteX6298" fmla="*/ 1345941 w 3283645"/>
                <a:gd name="connsiteY6298" fmla="*/ 197291 h 1449582"/>
                <a:gd name="connsiteX6299" fmla="*/ 1351327 w 3283645"/>
                <a:gd name="connsiteY6299" fmla="*/ 192150 h 1449582"/>
                <a:gd name="connsiteX6300" fmla="*/ 1356545 w 3283645"/>
                <a:gd name="connsiteY6300" fmla="*/ 192150 h 1449582"/>
                <a:gd name="connsiteX6301" fmla="*/ 1356545 w 3283645"/>
                <a:gd name="connsiteY6301" fmla="*/ 187008 h 1449582"/>
                <a:gd name="connsiteX6302" fmla="*/ 1361594 w 3283645"/>
                <a:gd name="connsiteY6302" fmla="*/ 192150 h 1449582"/>
                <a:gd name="connsiteX6303" fmla="*/ 1361594 w 3283645"/>
                <a:gd name="connsiteY6303" fmla="*/ 187008 h 1449582"/>
                <a:gd name="connsiteX6304" fmla="*/ 1366812 w 3283645"/>
                <a:gd name="connsiteY6304" fmla="*/ 187008 h 1449582"/>
                <a:gd name="connsiteX6305" fmla="*/ 1372198 w 3283645"/>
                <a:gd name="connsiteY6305" fmla="*/ 192150 h 1449582"/>
                <a:gd name="connsiteX6306" fmla="*/ 1372198 w 3283645"/>
                <a:gd name="connsiteY6306" fmla="*/ 187008 h 1449582"/>
                <a:gd name="connsiteX6307" fmla="*/ 1377247 w 3283645"/>
                <a:gd name="connsiteY6307" fmla="*/ 187008 h 1449582"/>
                <a:gd name="connsiteX6308" fmla="*/ 1382465 w 3283645"/>
                <a:gd name="connsiteY6308" fmla="*/ 187008 h 1449582"/>
                <a:gd name="connsiteX6309" fmla="*/ 1387682 w 3283645"/>
                <a:gd name="connsiteY6309" fmla="*/ 181866 h 1449582"/>
                <a:gd name="connsiteX6310" fmla="*/ 1667309 w 3283645"/>
                <a:gd name="connsiteY6310" fmla="*/ 176690 h 1449582"/>
                <a:gd name="connsiteX6311" fmla="*/ 1672459 w 3283645"/>
                <a:gd name="connsiteY6311" fmla="*/ 176690 h 1449582"/>
                <a:gd name="connsiteX6312" fmla="*/ 1677609 w 3283645"/>
                <a:gd name="connsiteY6312" fmla="*/ 176690 h 1449582"/>
                <a:gd name="connsiteX6313" fmla="*/ 1672459 w 3283645"/>
                <a:gd name="connsiteY6313" fmla="*/ 181837 h 1449582"/>
                <a:gd name="connsiteX6314" fmla="*/ 1672459 w 3283645"/>
                <a:gd name="connsiteY6314" fmla="*/ 186985 h 1449582"/>
                <a:gd name="connsiteX6315" fmla="*/ 1667309 w 3283645"/>
                <a:gd name="connsiteY6315" fmla="*/ 192132 h 1449582"/>
                <a:gd name="connsiteX6316" fmla="*/ 1662159 w 3283645"/>
                <a:gd name="connsiteY6316" fmla="*/ 197279 h 1449582"/>
                <a:gd name="connsiteX6317" fmla="*/ 1662159 w 3283645"/>
                <a:gd name="connsiteY6317" fmla="*/ 202427 h 1449582"/>
                <a:gd name="connsiteX6318" fmla="*/ 1657009 w 3283645"/>
                <a:gd name="connsiteY6318" fmla="*/ 202427 h 1449582"/>
                <a:gd name="connsiteX6319" fmla="*/ 1651859 w 3283645"/>
                <a:gd name="connsiteY6319" fmla="*/ 207574 h 1449582"/>
                <a:gd name="connsiteX6320" fmla="*/ 1646709 w 3283645"/>
                <a:gd name="connsiteY6320" fmla="*/ 202427 h 1449582"/>
                <a:gd name="connsiteX6321" fmla="*/ 1651859 w 3283645"/>
                <a:gd name="connsiteY6321" fmla="*/ 197279 h 1449582"/>
                <a:gd name="connsiteX6322" fmla="*/ 1657009 w 3283645"/>
                <a:gd name="connsiteY6322" fmla="*/ 192132 h 1449582"/>
                <a:gd name="connsiteX6323" fmla="*/ 1662159 w 3283645"/>
                <a:gd name="connsiteY6323" fmla="*/ 192132 h 1449582"/>
                <a:gd name="connsiteX6324" fmla="*/ 1667309 w 3283645"/>
                <a:gd name="connsiteY6324" fmla="*/ 181837 h 1449582"/>
                <a:gd name="connsiteX6325" fmla="*/ 1953394 w 3283645"/>
                <a:gd name="connsiteY6325" fmla="*/ 160816 h 1449582"/>
                <a:gd name="connsiteX6326" fmla="*/ 1963787 w 3283645"/>
                <a:gd name="connsiteY6326" fmla="*/ 160816 h 1449582"/>
                <a:gd name="connsiteX6327" fmla="*/ 1953394 w 3283645"/>
                <a:gd name="connsiteY6327" fmla="*/ 166011 h 1449582"/>
                <a:gd name="connsiteX6328" fmla="*/ 1953394 w 3283645"/>
                <a:gd name="connsiteY6328" fmla="*/ 160816 h 1449582"/>
                <a:gd name="connsiteX6329" fmla="*/ 1735119 w 3283645"/>
                <a:gd name="connsiteY6329" fmla="*/ 155990 h 1449582"/>
                <a:gd name="connsiteX6330" fmla="*/ 1740322 w 3283645"/>
                <a:gd name="connsiteY6330" fmla="*/ 155990 h 1449582"/>
                <a:gd name="connsiteX6331" fmla="*/ 1745524 w 3283645"/>
                <a:gd name="connsiteY6331" fmla="*/ 161192 h 1449582"/>
                <a:gd name="connsiteX6332" fmla="*/ 1750726 w 3283645"/>
                <a:gd name="connsiteY6332" fmla="*/ 161192 h 1449582"/>
                <a:gd name="connsiteX6333" fmla="*/ 1755928 w 3283645"/>
                <a:gd name="connsiteY6333" fmla="*/ 166395 h 1449582"/>
                <a:gd name="connsiteX6334" fmla="*/ 1755928 w 3283645"/>
                <a:gd name="connsiteY6334" fmla="*/ 171597 h 1449582"/>
                <a:gd name="connsiteX6335" fmla="*/ 1755928 w 3283645"/>
                <a:gd name="connsiteY6335" fmla="*/ 176800 h 1449582"/>
                <a:gd name="connsiteX6336" fmla="*/ 1755928 w 3283645"/>
                <a:gd name="connsiteY6336" fmla="*/ 182002 h 1449582"/>
                <a:gd name="connsiteX6337" fmla="*/ 1750726 w 3283645"/>
                <a:gd name="connsiteY6337" fmla="*/ 182002 h 1449582"/>
                <a:gd name="connsiteX6338" fmla="*/ 1740322 w 3283645"/>
                <a:gd name="connsiteY6338" fmla="*/ 187204 h 1449582"/>
                <a:gd name="connsiteX6339" fmla="*/ 1729917 w 3283645"/>
                <a:gd name="connsiteY6339" fmla="*/ 176800 h 1449582"/>
                <a:gd name="connsiteX6340" fmla="*/ 1735119 w 3283645"/>
                <a:gd name="connsiteY6340" fmla="*/ 192407 h 1449582"/>
                <a:gd name="connsiteX6341" fmla="*/ 1735119 w 3283645"/>
                <a:gd name="connsiteY6341" fmla="*/ 197609 h 1449582"/>
                <a:gd name="connsiteX6342" fmla="*/ 1724715 w 3283645"/>
                <a:gd name="connsiteY6342" fmla="*/ 208014 h 1449582"/>
                <a:gd name="connsiteX6343" fmla="*/ 1709108 w 3283645"/>
                <a:gd name="connsiteY6343" fmla="*/ 213049 h 1449582"/>
                <a:gd name="connsiteX6344" fmla="*/ 1703905 w 3283645"/>
                <a:gd name="connsiteY6344" fmla="*/ 218419 h 1449582"/>
                <a:gd name="connsiteX6345" fmla="*/ 1698703 w 3283645"/>
                <a:gd name="connsiteY6345" fmla="*/ 223621 h 1449582"/>
                <a:gd name="connsiteX6346" fmla="*/ 1698703 w 3283645"/>
                <a:gd name="connsiteY6346" fmla="*/ 228824 h 1449582"/>
                <a:gd name="connsiteX6347" fmla="*/ 1693501 w 3283645"/>
                <a:gd name="connsiteY6347" fmla="*/ 228824 h 1449582"/>
                <a:gd name="connsiteX6348" fmla="*/ 1693501 w 3283645"/>
                <a:gd name="connsiteY6348" fmla="*/ 233858 h 1449582"/>
                <a:gd name="connsiteX6349" fmla="*/ 1698703 w 3283645"/>
                <a:gd name="connsiteY6349" fmla="*/ 244431 h 1449582"/>
                <a:gd name="connsiteX6350" fmla="*/ 1703905 w 3283645"/>
                <a:gd name="connsiteY6350" fmla="*/ 244431 h 1449582"/>
                <a:gd name="connsiteX6351" fmla="*/ 1709108 w 3283645"/>
                <a:gd name="connsiteY6351" fmla="*/ 249633 h 1449582"/>
                <a:gd name="connsiteX6352" fmla="*/ 1703905 w 3283645"/>
                <a:gd name="connsiteY6352" fmla="*/ 249633 h 1449582"/>
                <a:gd name="connsiteX6353" fmla="*/ 1703905 w 3283645"/>
                <a:gd name="connsiteY6353" fmla="*/ 254668 h 1449582"/>
                <a:gd name="connsiteX6354" fmla="*/ 1698703 w 3283645"/>
                <a:gd name="connsiteY6354" fmla="*/ 254668 h 1449582"/>
                <a:gd name="connsiteX6355" fmla="*/ 1698703 w 3283645"/>
                <a:gd name="connsiteY6355" fmla="*/ 260038 h 1449582"/>
                <a:gd name="connsiteX6356" fmla="*/ 1688299 w 3283645"/>
                <a:gd name="connsiteY6356" fmla="*/ 260038 h 1449582"/>
                <a:gd name="connsiteX6357" fmla="*/ 1693501 w 3283645"/>
                <a:gd name="connsiteY6357" fmla="*/ 270443 h 1449582"/>
                <a:gd name="connsiteX6358" fmla="*/ 1688299 w 3283645"/>
                <a:gd name="connsiteY6358" fmla="*/ 275477 h 1449582"/>
                <a:gd name="connsiteX6359" fmla="*/ 1688299 w 3283645"/>
                <a:gd name="connsiteY6359" fmla="*/ 280848 h 1449582"/>
                <a:gd name="connsiteX6360" fmla="*/ 1683096 w 3283645"/>
                <a:gd name="connsiteY6360" fmla="*/ 286050 h 1449582"/>
                <a:gd name="connsiteX6361" fmla="*/ 1677894 w 3283645"/>
                <a:gd name="connsiteY6361" fmla="*/ 286050 h 1449582"/>
                <a:gd name="connsiteX6362" fmla="*/ 1672692 w 3283645"/>
                <a:gd name="connsiteY6362" fmla="*/ 296287 h 1449582"/>
                <a:gd name="connsiteX6363" fmla="*/ 1667490 w 3283645"/>
                <a:gd name="connsiteY6363" fmla="*/ 296287 h 1449582"/>
                <a:gd name="connsiteX6364" fmla="*/ 1662287 w 3283645"/>
                <a:gd name="connsiteY6364" fmla="*/ 296287 h 1449582"/>
                <a:gd name="connsiteX6365" fmla="*/ 1662287 w 3283645"/>
                <a:gd name="connsiteY6365" fmla="*/ 291253 h 1449582"/>
                <a:gd name="connsiteX6366" fmla="*/ 1657085 w 3283645"/>
                <a:gd name="connsiteY6366" fmla="*/ 280848 h 1449582"/>
                <a:gd name="connsiteX6367" fmla="*/ 1651883 w 3283645"/>
                <a:gd name="connsiteY6367" fmla="*/ 270443 h 1449582"/>
                <a:gd name="connsiteX6368" fmla="*/ 1651883 w 3283645"/>
                <a:gd name="connsiteY6368" fmla="*/ 265240 h 1449582"/>
                <a:gd name="connsiteX6369" fmla="*/ 1651883 w 3283645"/>
                <a:gd name="connsiteY6369" fmla="*/ 260038 h 1449582"/>
                <a:gd name="connsiteX6370" fmla="*/ 1651883 w 3283645"/>
                <a:gd name="connsiteY6370" fmla="*/ 254668 h 1449582"/>
                <a:gd name="connsiteX6371" fmla="*/ 1657085 w 3283645"/>
                <a:gd name="connsiteY6371" fmla="*/ 254668 h 1449582"/>
                <a:gd name="connsiteX6372" fmla="*/ 1662287 w 3283645"/>
                <a:gd name="connsiteY6372" fmla="*/ 249633 h 1449582"/>
                <a:gd name="connsiteX6373" fmla="*/ 1662287 w 3283645"/>
                <a:gd name="connsiteY6373" fmla="*/ 244431 h 1449582"/>
                <a:gd name="connsiteX6374" fmla="*/ 1662287 w 3283645"/>
                <a:gd name="connsiteY6374" fmla="*/ 239228 h 1449582"/>
                <a:gd name="connsiteX6375" fmla="*/ 1662287 w 3283645"/>
                <a:gd name="connsiteY6375" fmla="*/ 233858 h 1449582"/>
                <a:gd name="connsiteX6376" fmla="*/ 1662287 w 3283645"/>
                <a:gd name="connsiteY6376" fmla="*/ 228824 h 1449582"/>
                <a:gd name="connsiteX6377" fmla="*/ 1657085 w 3283645"/>
                <a:gd name="connsiteY6377" fmla="*/ 228824 h 1449582"/>
                <a:gd name="connsiteX6378" fmla="*/ 1657085 w 3283645"/>
                <a:gd name="connsiteY6378" fmla="*/ 223621 h 1449582"/>
                <a:gd name="connsiteX6379" fmla="*/ 1657085 w 3283645"/>
                <a:gd name="connsiteY6379" fmla="*/ 218419 h 1449582"/>
                <a:gd name="connsiteX6380" fmla="*/ 1657085 w 3283645"/>
                <a:gd name="connsiteY6380" fmla="*/ 213049 h 1449582"/>
                <a:gd name="connsiteX6381" fmla="*/ 1662287 w 3283645"/>
                <a:gd name="connsiteY6381" fmla="*/ 213049 h 1449582"/>
                <a:gd name="connsiteX6382" fmla="*/ 1667490 w 3283645"/>
                <a:gd name="connsiteY6382" fmla="*/ 213049 h 1449582"/>
                <a:gd name="connsiteX6383" fmla="*/ 1672692 w 3283645"/>
                <a:gd name="connsiteY6383" fmla="*/ 213049 h 1449582"/>
                <a:gd name="connsiteX6384" fmla="*/ 1677894 w 3283645"/>
                <a:gd name="connsiteY6384" fmla="*/ 202812 h 1449582"/>
                <a:gd name="connsiteX6385" fmla="*/ 1672692 w 3283645"/>
                <a:gd name="connsiteY6385" fmla="*/ 197609 h 1449582"/>
                <a:gd name="connsiteX6386" fmla="*/ 1677894 w 3283645"/>
                <a:gd name="connsiteY6386" fmla="*/ 192407 h 1449582"/>
                <a:gd name="connsiteX6387" fmla="*/ 1677894 w 3283645"/>
                <a:gd name="connsiteY6387" fmla="*/ 187204 h 1449582"/>
                <a:gd name="connsiteX6388" fmla="*/ 1683096 w 3283645"/>
                <a:gd name="connsiteY6388" fmla="*/ 187204 h 1449582"/>
                <a:gd name="connsiteX6389" fmla="*/ 1688299 w 3283645"/>
                <a:gd name="connsiteY6389" fmla="*/ 182002 h 1449582"/>
                <a:gd name="connsiteX6390" fmla="*/ 1688299 w 3283645"/>
                <a:gd name="connsiteY6390" fmla="*/ 176800 h 1449582"/>
                <a:gd name="connsiteX6391" fmla="*/ 1693501 w 3283645"/>
                <a:gd name="connsiteY6391" fmla="*/ 176800 h 1449582"/>
                <a:gd name="connsiteX6392" fmla="*/ 1698703 w 3283645"/>
                <a:gd name="connsiteY6392" fmla="*/ 171597 h 1449582"/>
                <a:gd name="connsiteX6393" fmla="*/ 1698703 w 3283645"/>
                <a:gd name="connsiteY6393" fmla="*/ 166395 h 1449582"/>
                <a:gd name="connsiteX6394" fmla="*/ 1703905 w 3283645"/>
                <a:gd name="connsiteY6394" fmla="*/ 166395 h 1449582"/>
                <a:gd name="connsiteX6395" fmla="*/ 1709108 w 3283645"/>
                <a:gd name="connsiteY6395" fmla="*/ 166395 h 1449582"/>
                <a:gd name="connsiteX6396" fmla="*/ 1714310 w 3283645"/>
                <a:gd name="connsiteY6396" fmla="*/ 161192 h 1449582"/>
                <a:gd name="connsiteX6397" fmla="*/ 1719512 w 3283645"/>
                <a:gd name="connsiteY6397" fmla="*/ 161192 h 1449582"/>
                <a:gd name="connsiteX6398" fmla="*/ 1719512 w 3283645"/>
                <a:gd name="connsiteY6398" fmla="*/ 166395 h 1449582"/>
                <a:gd name="connsiteX6399" fmla="*/ 1724715 w 3283645"/>
                <a:gd name="connsiteY6399" fmla="*/ 166395 h 1449582"/>
                <a:gd name="connsiteX6400" fmla="*/ 1729917 w 3283645"/>
                <a:gd name="connsiteY6400" fmla="*/ 161192 h 1449582"/>
                <a:gd name="connsiteX6401" fmla="*/ 1735119 w 3283645"/>
                <a:gd name="connsiteY6401" fmla="*/ 161192 h 1449582"/>
                <a:gd name="connsiteX6402" fmla="*/ 1787441 w 3283645"/>
                <a:gd name="connsiteY6402" fmla="*/ 145640 h 1449582"/>
                <a:gd name="connsiteX6403" fmla="*/ 1792648 w 3283645"/>
                <a:gd name="connsiteY6403" fmla="*/ 145640 h 1449582"/>
                <a:gd name="connsiteX6404" fmla="*/ 1797855 w 3283645"/>
                <a:gd name="connsiteY6404" fmla="*/ 145640 h 1449582"/>
                <a:gd name="connsiteX6405" fmla="*/ 1803063 w 3283645"/>
                <a:gd name="connsiteY6405" fmla="*/ 145640 h 1449582"/>
                <a:gd name="connsiteX6406" fmla="*/ 1803063 w 3283645"/>
                <a:gd name="connsiteY6406" fmla="*/ 150845 h 1449582"/>
                <a:gd name="connsiteX6407" fmla="*/ 1803063 w 3283645"/>
                <a:gd name="connsiteY6407" fmla="*/ 156050 h 1449582"/>
                <a:gd name="connsiteX6408" fmla="*/ 1803063 w 3283645"/>
                <a:gd name="connsiteY6408" fmla="*/ 161255 h 1449582"/>
                <a:gd name="connsiteX6409" fmla="*/ 1808270 w 3283645"/>
                <a:gd name="connsiteY6409" fmla="*/ 166460 h 1449582"/>
                <a:gd name="connsiteX6410" fmla="*/ 1808270 w 3283645"/>
                <a:gd name="connsiteY6410" fmla="*/ 171665 h 1449582"/>
                <a:gd name="connsiteX6411" fmla="*/ 1808270 w 3283645"/>
                <a:gd name="connsiteY6411" fmla="*/ 176871 h 1449582"/>
                <a:gd name="connsiteX6412" fmla="*/ 1813477 w 3283645"/>
                <a:gd name="connsiteY6412" fmla="*/ 182076 h 1449582"/>
                <a:gd name="connsiteX6413" fmla="*/ 1813477 w 3283645"/>
                <a:gd name="connsiteY6413" fmla="*/ 187281 h 1449582"/>
                <a:gd name="connsiteX6414" fmla="*/ 1813477 w 3283645"/>
                <a:gd name="connsiteY6414" fmla="*/ 192486 h 1449582"/>
                <a:gd name="connsiteX6415" fmla="*/ 1813477 w 3283645"/>
                <a:gd name="connsiteY6415" fmla="*/ 197691 h 1449582"/>
                <a:gd name="connsiteX6416" fmla="*/ 1818685 w 3283645"/>
                <a:gd name="connsiteY6416" fmla="*/ 202896 h 1449582"/>
                <a:gd name="connsiteX6417" fmla="*/ 1813477 w 3283645"/>
                <a:gd name="connsiteY6417" fmla="*/ 208101 h 1449582"/>
                <a:gd name="connsiteX6418" fmla="*/ 1818685 w 3283645"/>
                <a:gd name="connsiteY6418" fmla="*/ 213138 h 1449582"/>
                <a:gd name="connsiteX6419" fmla="*/ 1823892 w 3283645"/>
                <a:gd name="connsiteY6419" fmla="*/ 213138 h 1449582"/>
                <a:gd name="connsiteX6420" fmla="*/ 1823892 w 3283645"/>
                <a:gd name="connsiteY6420" fmla="*/ 218511 h 1449582"/>
                <a:gd name="connsiteX6421" fmla="*/ 1829099 w 3283645"/>
                <a:gd name="connsiteY6421" fmla="*/ 218511 h 1449582"/>
                <a:gd name="connsiteX6422" fmla="*/ 1818685 w 3283645"/>
                <a:gd name="connsiteY6422" fmla="*/ 223717 h 1449582"/>
                <a:gd name="connsiteX6423" fmla="*/ 1813477 w 3283645"/>
                <a:gd name="connsiteY6423" fmla="*/ 228922 h 1449582"/>
                <a:gd name="connsiteX6424" fmla="*/ 1808270 w 3283645"/>
                <a:gd name="connsiteY6424" fmla="*/ 233959 h 1449582"/>
                <a:gd name="connsiteX6425" fmla="*/ 1803063 w 3283645"/>
                <a:gd name="connsiteY6425" fmla="*/ 233959 h 1449582"/>
                <a:gd name="connsiteX6426" fmla="*/ 1797855 w 3283645"/>
                <a:gd name="connsiteY6426" fmla="*/ 239332 h 1449582"/>
                <a:gd name="connsiteX6427" fmla="*/ 1792648 w 3283645"/>
                <a:gd name="connsiteY6427" fmla="*/ 239332 h 1449582"/>
                <a:gd name="connsiteX6428" fmla="*/ 1787441 w 3283645"/>
                <a:gd name="connsiteY6428" fmla="*/ 239332 h 1449582"/>
                <a:gd name="connsiteX6429" fmla="*/ 1782233 w 3283645"/>
                <a:gd name="connsiteY6429" fmla="*/ 239332 h 1449582"/>
                <a:gd name="connsiteX6430" fmla="*/ 1777026 w 3283645"/>
                <a:gd name="connsiteY6430" fmla="*/ 239332 h 1449582"/>
                <a:gd name="connsiteX6431" fmla="*/ 1771819 w 3283645"/>
                <a:gd name="connsiteY6431" fmla="*/ 244537 h 1449582"/>
                <a:gd name="connsiteX6432" fmla="*/ 1766444 w 3283645"/>
                <a:gd name="connsiteY6432" fmla="*/ 244537 h 1449582"/>
                <a:gd name="connsiteX6433" fmla="*/ 1761404 w 3283645"/>
                <a:gd name="connsiteY6433" fmla="*/ 244537 h 1449582"/>
                <a:gd name="connsiteX6434" fmla="*/ 1756197 w 3283645"/>
                <a:gd name="connsiteY6434" fmla="*/ 244537 h 1449582"/>
                <a:gd name="connsiteX6435" fmla="*/ 1750990 w 3283645"/>
                <a:gd name="connsiteY6435" fmla="*/ 244537 h 1449582"/>
                <a:gd name="connsiteX6436" fmla="*/ 1745782 w 3283645"/>
                <a:gd name="connsiteY6436" fmla="*/ 239332 h 1449582"/>
                <a:gd name="connsiteX6437" fmla="*/ 1745782 w 3283645"/>
                <a:gd name="connsiteY6437" fmla="*/ 228922 h 1449582"/>
                <a:gd name="connsiteX6438" fmla="*/ 1740575 w 3283645"/>
                <a:gd name="connsiteY6438" fmla="*/ 223717 h 1449582"/>
                <a:gd name="connsiteX6439" fmla="*/ 1750990 w 3283645"/>
                <a:gd name="connsiteY6439" fmla="*/ 213138 h 1449582"/>
                <a:gd name="connsiteX6440" fmla="*/ 1756197 w 3283645"/>
                <a:gd name="connsiteY6440" fmla="*/ 213138 h 1449582"/>
                <a:gd name="connsiteX6441" fmla="*/ 1761404 w 3283645"/>
                <a:gd name="connsiteY6441" fmla="*/ 208101 h 1449582"/>
                <a:gd name="connsiteX6442" fmla="*/ 1766444 w 3283645"/>
                <a:gd name="connsiteY6442" fmla="*/ 202896 h 1449582"/>
                <a:gd name="connsiteX6443" fmla="*/ 1771819 w 3283645"/>
                <a:gd name="connsiteY6443" fmla="*/ 197691 h 1449582"/>
                <a:gd name="connsiteX6444" fmla="*/ 1777026 w 3283645"/>
                <a:gd name="connsiteY6444" fmla="*/ 202896 h 1449582"/>
                <a:gd name="connsiteX6445" fmla="*/ 1782233 w 3283645"/>
                <a:gd name="connsiteY6445" fmla="*/ 197691 h 1449582"/>
                <a:gd name="connsiteX6446" fmla="*/ 1782233 w 3283645"/>
                <a:gd name="connsiteY6446" fmla="*/ 192486 h 1449582"/>
                <a:gd name="connsiteX6447" fmla="*/ 1771819 w 3283645"/>
                <a:gd name="connsiteY6447" fmla="*/ 182076 h 1449582"/>
                <a:gd name="connsiteX6448" fmla="*/ 1766444 w 3283645"/>
                <a:gd name="connsiteY6448" fmla="*/ 182076 h 1449582"/>
                <a:gd name="connsiteX6449" fmla="*/ 1771819 w 3283645"/>
                <a:gd name="connsiteY6449" fmla="*/ 176871 h 1449582"/>
                <a:gd name="connsiteX6450" fmla="*/ 1766444 w 3283645"/>
                <a:gd name="connsiteY6450" fmla="*/ 171665 h 1449582"/>
                <a:gd name="connsiteX6451" fmla="*/ 1766444 w 3283645"/>
                <a:gd name="connsiteY6451" fmla="*/ 166460 h 1449582"/>
                <a:gd name="connsiteX6452" fmla="*/ 1761404 w 3283645"/>
                <a:gd name="connsiteY6452" fmla="*/ 161255 h 1449582"/>
                <a:gd name="connsiteX6453" fmla="*/ 1766444 w 3283645"/>
                <a:gd name="connsiteY6453" fmla="*/ 161255 h 1449582"/>
                <a:gd name="connsiteX6454" fmla="*/ 1771819 w 3283645"/>
                <a:gd name="connsiteY6454" fmla="*/ 161255 h 1449582"/>
                <a:gd name="connsiteX6455" fmla="*/ 1777026 w 3283645"/>
                <a:gd name="connsiteY6455" fmla="*/ 161255 h 1449582"/>
                <a:gd name="connsiteX6456" fmla="*/ 1777026 w 3283645"/>
                <a:gd name="connsiteY6456" fmla="*/ 156050 h 1449582"/>
                <a:gd name="connsiteX6457" fmla="*/ 1782233 w 3283645"/>
                <a:gd name="connsiteY6457" fmla="*/ 156050 h 1449582"/>
                <a:gd name="connsiteX6458" fmla="*/ 1787441 w 3283645"/>
                <a:gd name="connsiteY6458" fmla="*/ 145640 h 1449582"/>
                <a:gd name="connsiteX6459" fmla="*/ 748682 w 3283645"/>
                <a:gd name="connsiteY6459" fmla="*/ 145640 h 1449582"/>
                <a:gd name="connsiteX6460" fmla="*/ 753833 w 3283645"/>
                <a:gd name="connsiteY6460" fmla="*/ 150787 h 1449582"/>
                <a:gd name="connsiteX6461" fmla="*/ 762201 w 3283645"/>
                <a:gd name="connsiteY6461" fmla="*/ 150787 h 1449582"/>
                <a:gd name="connsiteX6462" fmla="*/ 764132 w 3283645"/>
                <a:gd name="connsiteY6462" fmla="*/ 150787 h 1449582"/>
                <a:gd name="connsiteX6463" fmla="*/ 774432 w 3283645"/>
                <a:gd name="connsiteY6463" fmla="*/ 155935 h 1449582"/>
                <a:gd name="connsiteX6464" fmla="*/ 774432 w 3283645"/>
                <a:gd name="connsiteY6464" fmla="*/ 161082 h 1449582"/>
                <a:gd name="connsiteX6465" fmla="*/ 774432 w 3283645"/>
                <a:gd name="connsiteY6465" fmla="*/ 166229 h 1449582"/>
                <a:gd name="connsiteX6466" fmla="*/ 779583 w 3283645"/>
                <a:gd name="connsiteY6466" fmla="*/ 166229 h 1449582"/>
                <a:gd name="connsiteX6467" fmla="*/ 779583 w 3283645"/>
                <a:gd name="connsiteY6467" fmla="*/ 171377 h 1449582"/>
                <a:gd name="connsiteX6468" fmla="*/ 774432 w 3283645"/>
                <a:gd name="connsiteY6468" fmla="*/ 171377 h 1449582"/>
                <a:gd name="connsiteX6469" fmla="*/ 769282 w 3283645"/>
                <a:gd name="connsiteY6469" fmla="*/ 176524 h 1449582"/>
                <a:gd name="connsiteX6470" fmla="*/ 758982 w 3283645"/>
                <a:gd name="connsiteY6470" fmla="*/ 171377 h 1449582"/>
                <a:gd name="connsiteX6471" fmla="*/ 753833 w 3283645"/>
                <a:gd name="connsiteY6471" fmla="*/ 171377 h 1449582"/>
                <a:gd name="connsiteX6472" fmla="*/ 743532 w 3283645"/>
                <a:gd name="connsiteY6472" fmla="*/ 171377 h 1449582"/>
                <a:gd name="connsiteX6473" fmla="*/ 743532 w 3283645"/>
                <a:gd name="connsiteY6473" fmla="*/ 166229 h 1449582"/>
                <a:gd name="connsiteX6474" fmla="*/ 748682 w 3283645"/>
                <a:gd name="connsiteY6474" fmla="*/ 161082 h 1449582"/>
                <a:gd name="connsiteX6475" fmla="*/ 748682 w 3283645"/>
                <a:gd name="connsiteY6475" fmla="*/ 150787 h 1449582"/>
                <a:gd name="connsiteX6476" fmla="*/ 748682 w 3283645"/>
                <a:gd name="connsiteY6476" fmla="*/ 145640 h 1449582"/>
                <a:gd name="connsiteX6477" fmla="*/ 1740575 w 3283645"/>
                <a:gd name="connsiteY6477" fmla="*/ 140465 h 1449582"/>
                <a:gd name="connsiteX6478" fmla="*/ 1745725 w 3283645"/>
                <a:gd name="connsiteY6478" fmla="*/ 140465 h 1449582"/>
                <a:gd name="connsiteX6479" fmla="*/ 1750875 w 3283645"/>
                <a:gd name="connsiteY6479" fmla="*/ 140465 h 1449582"/>
                <a:gd name="connsiteX6480" fmla="*/ 1756025 w 3283645"/>
                <a:gd name="connsiteY6480" fmla="*/ 140465 h 1449582"/>
                <a:gd name="connsiteX6481" fmla="*/ 1761175 w 3283645"/>
                <a:gd name="connsiteY6481" fmla="*/ 140465 h 1449582"/>
                <a:gd name="connsiteX6482" fmla="*/ 1771475 w 3283645"/>
                <a:gd name="connsiteY6482" fmla="*/ 140465 h 1449582"/>
                <a:gd name="connsiteX6483" fmla="*/ 1776625 w 3283645"/>
                <a:gd name="connsiteY6483" fmla="*/ 145558 h 1449582"/>
                <a:gd name="connsiteX6484" fmla="*/ 1776625 w 3283645"/>
                <a:gd name="connsiteY6484" fmla="*/ 150651 h 1449582"/>
                <a:gd name="connsiteX6485" fmla="*/ 1771475 w 3283645"/>
                <a:gd name="connsiteY6485" fmla="*/ 150651 h 1449582"/>
                <a:gd name="connsiteX6486" fmla="*/ 1761175 w 3283645"/>
                <a:gd name="connsiteY6486" fmla="*/ 150651 h 1449582"/>
                <a:gd name="connsiteX6487" fmla="*/ 1756025 w 3283645"/>
                <a:gd name="connsiteY6487" fmla="*/ 150651 h 1449582"/>
                <a:gd name="connsiteX6488" fmla="*/ 1750875 w 3283645"/>
                <a:gd name="connsiteY6488" fmla="*/ 150651 h 1449582"/>
                <a:gd name="connsiteX6489" fmla="*/ 1745725 w 3283645"/>
                <a:gd name="connsiteY6489" fmla="*/ 145558 h 1449582"/>
                <a:gd name="connsiteX6490" fmla="*/ 1740575 w 3283645"/>
                <a:gd name="connsiteY6490" fmla="*/ 145558 h 1449582"/>
                <a:gd name="connsiteX6491" fmla="*/ 1740575 w 3283645"/>
                <a:gd name="connsiteY6491" fmla="*/ 140465 h 1449582"/>
                <a:gd name="connsiteX6492" fmla="*/ 1724929 w 3283645"/>
                <a:gd name="connsiteY6492" fmla="*/ 140465 h 1449582"/>
                <a:gd name="connsiteX6493" fmla="*/ 1724929 w 3283645"/>
                <a:gd name="connsiteY6493" fmla="*/ 145585 h 1449582"/>
                <a:gd name="connsiteX6494" fmla="*/ 1730061 w 3283645"/>
                <a:gd name="connsiteY6494" fmla="*/ 150705 h 1449582"/>
                <a:gd name="connsiteX6495" fmla="*/ 1724929 w 3283645"/>
                <a:gd name="connsiteY6495" fmla="*/ 155825 h 1449582"/>
                <a:gd name="connsiteX6496" fmla="*/ 1719797 w 3283645"/>
                <a:gd name="connsiteY6496" fmla="*/ 150705 h 1449582"/>
                <a:gd name="connsiteX6497" fmla="*/ 1714664 w 3283645"/>
                <a:gd name="connsiteY6497" fmla="*/ 150705 h 1449582"/>
                <a:gd name="connsiteX6498" fmla="*/ 1719797 w 3283645"/>
                <a:gd name="connsiteY6498" fmla="*/ 145585 h 1449582"/>
                <a:gd name="connsiteX6499" fmla="*/ 1724929 w 3283645"/>
                <a:gd name="connsiteY6499" fmla="*/ 140465 h 1449582"/>
                <a:gd name="connsiteX6500" fmla="*/ 353975 w 3283645"/>
                <a:gd name="connsiteY6500" fmla="*/ 140465 h 1449582"/>
                <a:gd name="connsiteX6501" fmla="*/ 364201 w 3283645"/>
                <a:gd name="connsiteY6501" fmla="*/ 150862 h 1449582"/>
                <a:gd name="connsiteX6502" fmla="*/ 369399 w 3283645"/>
                <a:gd name="connsiteY6502" fmla="*/ 150862 h 1449582"/>
                <a:gd name="connsiteX6503" fmla="*/ 374763 w 3283645"/>
                <a:gd name="connsiteY6503" fmla="*/ 156060 h 1449582"/>
                <a:gd name="connsiteX6504" fmla="*/ 379793 w 3283645"/>
                <a:gd name="connsiteY6504" fmla="*/ 150862 h 1449582"/>
                <a:gd name="connsiteX6505" fmla="*/ 384990 w 3283645"/>
                <a:gd name="connsiteY6505" fmla="*/ 145663 h 1449582"/>
                <a:gd name="connsiteX6506" fmla="*/ 384990 w 3283645"/>
                <a:gd name="connsiteY6506" fmla="*/ 150862 h 1449582"/>
                <a:gd name="connsiteX6507" fmla="*/ 390188 w 3283645"/>
                <a:gd name="connsiteY6507" fmla="*/ 156060 h 1449582"/>
                <a:gd name="connsiteX6508" fmla="*/ 395552 w 3283645"/>
                <a:gd name="connsiteY6508" fmla="*/ 156060 h 1449582"/>
                <a:gd name="connsiteX6509" fmla="*/ 400582 w 3283645"/>
                <a:gd name="connsiteY6509" fmla="*/ 150862 h 1449582"/>
                <a:gd name="connsiteX6510" fmla="*/ 405779 w 3283645"/>
                <a:gd name="connsiteY6510" fmla="*/ 150862 h 1449582"/>
                <a:gd name="connsiteX6511" fmla="*/ 421371 w 3283645"/>
                <a:gd name="connsiteY6511" fmla="*/ 150862 h 1449582"/>
                <a:gd name="connsiteX6512" fmla="*/ 431765 w 3283645"/>
                <a:gd name="connsiteY6512" fmla="*/ 150862 h 1449582"/>
                <a:gd name="connsiteX6513" fmla="*/ 442160 w 3283645"/>
                <a:gd name="connsiteY6513" fmla="*/ 156060 h 1449582"/>
                <a:gd name="connsiteX6514" fmla="*/ 457919 w 3283645"/>
                <a:gd name="connsiteY6514" fmla="*/ 156060 h 1449582"/>
                <a:gd name="connsiteX6515" fmla="*/ 473343 w 3283645"/>
                <a:gd name="connsiteY6515" fmla="*/ 156060 h 1449582"/>
                <a:gd name="connsiteX6516" fmla="*/ 468146 w 3283645"/>
                <a:gd name="connsiteY6516" fmla="*/ 166457 h 1449582"/>
                <a:gd name="connsiteX6517" fmla="*/ 473343 w 3283645"/>
                <a:gd name="connsiteY6517" fmla="*/ 171656 h 1449582"/>
                <a:gd name="connsiteX6518" fmla="*/ 478708 w 3283645"/>
                <a:gd name="connsiteY6518" fmla="*/ 171656 h 1449582"/>
                <a:gd name="connsiteX6519" fmla="*/ 483737 w 3283645"/>
                <a:gd name="connsiteY6519" fmla="*/ 171656 h 1449582"/>
                <a:gd name="connsiteX6520" fmla="*/ 488934 w 3283645"/>
                <a:gd name="connsiteY6520" fmla="*/ 171656 h 1449582"/>
                <a:gd name="connsiteX6521" fmla="*/ 494132 w 3283645"/>
                <a:gd name="connsiteY6521" fmla="*/ 171656 h 1449582"/>
                <a:gd name="connsiteX6522" fmla="*/ 499497 w 3283645"/>
                <a:gd name="connsiteY6522" fmla="*/ 171656 h 1449582"/>
                <a:gd name="connsiteX6523" fmla="*/ 504526 w 3283645"/>
                <a:gd name="connsiteY6523" fmla="*/ 171656 h 1449582"/>
                <a:gd name="connsiteX6524" fmla="*/ 509723 w 3283645"/>
                <a:gd name="connsiteY6524" fmla="*/ 171656 h 1449582"/>
                <a:gd name="connsiteX6525" fmla="*/ 514920 w 3283645"/>
                <a:gd name="connsiteY6525" fmla="*/ 166457 h 1449582"/>
                <a:gd name="connsiteX6526" fmla="*/ 520285 w 3283645"/>
                <a:gd name="connsiteY6526" fmla="*/ 166457 h 1449582"/>
                <a:gd name="connsiteX6527" fmla="*/ 525315 w 3283645"/>
                <a:gd name="connsiteY6527" fmla="*/ 171656 h 1449582"/>
                <a:gd name="connsiteX6528" fmla="*/ 530512 w 3283645"/>
                <a:gd name="connsiteY6528" fmla="*/ 171656 h 1449582"/>
                <a:gd name="connsiteX6529" fmla="*/ 535709 w 3283645"/>
                <a:gd name="connsiteY6529" fmla="*/ 171656 h 1449582"/>
                <a:gd name="connsiteX6530" fmla="*/ 541074 w 3283645"/>
                <a:gd name="connsiteY6530" fmla="*/ 176854 h 1449582"/>
                <a:gd name="connsiteX6531" fmla="*/ 546104 w 3283645"/>
                <a:gd name="connsiteY6531" fmla="*/ 182053 h 1449582"/>
                <a:gd name="connsiteX6532" fmla="*/ 546104 w 3283645"/>
                <a:gd name="connsiteY6532" fmla="*/ 192449 h 1449582"/>
                <a:gd name="connsiteX6533" fmla="*/ 551301 w 3283645"/>
                <a:gd name="connsiteY6533" fmla="*/ 182053 h 1449582"/>
                <a:gd name="connsiteX6534" fmla="*/ 551301 w 3283645"/>
                <a:gd name="connsiteY6534" fmla="*/ 171656 h 1449582"/>
                <a:gd name="connsiteX6535" fmla="*/ 551301 w 3283645"/>
                <a:gd name="connsiteY6535" fmla="*/ 166457 h 1449582"/>
                <a:gd name="connsiteX6536" fmla="*/ 556498 w 3283645"/>
                <a:gd name="connsiteY6536" fmla="*/ 166457 h 1449582"/>
                <a:gd name="connsiteX6537" fmla="*/ 561695 w 3283645"/>
                <a:gd name="connsiteY6537" fmla="*/ 161259 h 1449582"/>
                <a:gd name="connsiteX6538" fmla="*/ 572090 w 3283645"/>
                <a:gd name="connsiteY6538" fmla="*/ 166457 h 1449582"/>
                <a:gd name="connsiteX6539" fmla="*/ 577287 w 3283645"/>
                <a:gd name="connsiteY6539" fmla="*/ 166457 h 1449582"/>
                <a:gd name="connsiteX6540" fmla="*/ 582484 w 3283645"/>
                <a:gd name="connsiteY6540" fmla="*/ 166457 h 1449582"/>
                <a:gd name="connsiteX6541" fmla="*/ 587681 w 3283645"/>
                <a:gd name="connsiteY6541" fmla="*/ 166457 h 1449582"/>
                <a:gd name="connsiteX6542" fmla="*/ 587681 w 3283645"/>
                <a:gd name="connsiteY6542" fmla="*/ 171656 h 1449582"/>
                <a:gd name="connsiteX6543" fmla="*/ 598075 w 3283645"/>
                <a:gd name="connsiteY6543" fmla="*/ 171656 h 1449582"/>
                <a:gd name="connsiteX6544" fmla="*/ 608470 w 3283645"/>
                <a:gd name="connsiteY6544" fmla="*/ 171656 h 1449582"/>
                <a:gd name="connsiteX6545" fmla="*/ 613667 w 3283645"/>
                <a:gd name="connsiteY6545" fmla="*/ 166457 h 1449582"/>
                <a:gd name="connsiteX6546" fmla="*/ 618864 w 3283645"/>
                <a:gd name="connsiteY6546" fmla="*/ 171656 h 1449582"/>
                <a:gd name="connsiteX6547" fmla="*/ 624061 w 3283645"/>
                <a:gd name="connsiteY6547" fmla="*/ 171656 h 1449582"/>
                <a:gd name="connsiteX6548" fmla="*/ 629259 w 3283645"/>
                <a:gd name="connsiteY6548" fmla="*/ 171656 h 1449582"/>
                <a:gd name="connsiteX6549" fmla="*/ 634456 w 3283645"/>
                <a:gd name="connsiteY6549" fmla="*/ 171656 h 1449582"/>
                <a:gd name="connsiteX6550" fmla="*/ 639653 w 3283645"/>
                <a:gd name="connsiteY6550" fmla="*/ 166457 h 1449582"/>
                <a:gd name="connsiteX6551" fmla="*/ 644849 w 3283645"/>
                <a:gd name="connsiteY6551" fmla="*/ 161259 h 1449582"/>
                <a:gd name="connsiteX6552" fmla="*/ 644849 w 3283645"/>
                <a:gd name="connsiteY6552" fmla="*/ 166457 h 1449582"/>
                <a:gd name="connsiteX6553" fmla="*/ 650047 w 3283645"/>
                <a:gd name="connsiteY6553" fmla="*/ 187251 h 1449582"/>
                <a:gd name="connsiteX6554" fmla="*/ 655244 w 3283645"/>
                <a:gd name="connsiteY6554" fmla="*/ 176854 h 1449582"/>
                <a:gd name="connsiteX6555" fmla="*/ 660441 w 3283645"/>
                <a:gd name="connsiteY6555" fmla="*/ 166457 h 1449582"/>
                <a:gd name="connsiteX6556" fmla="*/ 665638 w 3283645"/>
                <a:gd name="connsiteY6556" fmla="*/ 166457 h 1449582"/>
                <a:gd name="connsiteX6557" fmla="*/ 670836 w 3283645"/>
                <a:gd name="connsiteY6557" fmla="*/ 166457 h 1449582"/>
                <a:gd name="connsiteX6558" fmla="*/ 676032 w 3283645"/>
                <a:gd name="connsiteY6558" fmla="*/ 161259 h 1449582"/>
                <a:gd name="connsiteX6559" fmla="*/ 676032 w 3283645"/>
                <a:gd name="connsiteY6559" fmla="*/ 150862 h 1449582"/>
                <a:gd name="connsiteX6560" fmla="*/ 681230 w 3283645"/>
                <a:gd name="connsiteY6560" fmla="*/ 150862 h 1449582"/>
                <a:gd name="connsiteX6561" fmla="*/ 686428 w 3283645"/>
                <a:gd name="connsiteY6561" fmla="*/ 150862 h 1449582"/>
                <a:gd name="connsiteX6562" fmla="*/ 702019 w 3283645"/>
                <a:gd name="connsiteY6562" fmla="*/ 150862 h 1449582"/>
                <a:gd name="connsiteX6563" fmla="*/ 702019 w 3283645"/>
                <a:gd name="connsiteY6563" fmla="*/ 161259 h 1449582"/>
                <a:gd name="connsiteX6564" fmla="*/ 702019 w 3283645"/>
                <a:gd name="connsiteY6564" fmla="*/ 166457 h 1449582"/>
                <a:gd name="connsiteX6565" fmla="*/ 707216 w 3283645"/>
                <a:gd name="connsiteY6565" fmla="*/ 161259 h 1449582"/>
                <a:gd name="connsiteX6566" fmla="*/ 717610 w 3283645"/>
                <a:gd name="connsiteY6566" fmla="*/ 156060 h 1449582"/>
                <a:gd name="connsiteX6567" fmla="*/ 728005 w 3283645"/>
                <a:gd name="connsiteY6567" fmla="*/ 166457 h 1449582"/>
                <a:gd name="connsiteX6568" fmla="*/ 733202 w 3283645"/>
                <a:gd name="connsiteY6568" fmla="*/ 171656 h 1449582"/>
                <a:gd name="connsiteX6569" fmla="*/ 722808 w 3283645"/>
                <a:gd name="connsiteY6569" fmla="*/ 171656 h 1449582"/>
                <a:gd name="connsiteX6570" fmla="*/ 733202 w 3283645"/>
                <a:gd name="connsiteY6570" fmla="*/ 176854 h 1449582"/>
                <a:gd name="connsiteX6571" fmla="*/ 733202 w 3283645"/>
                <a:gd name="connsiteY6571" fmla="*/ 182053 h 1449582"/>
                <a:gd name="connsiteX6572" fmla="*/ 728005 w 3283645"/>
                <a:gd name="connsiteY6572" fmla="*/ 187251 h 1449582"/>
                <a:gd name="connsiteX6573" fmla="*/ 728005 w 3283645"/>
                <a:gd name="connsiteY6573" fmla="*/ 192449 h 1449582"/>
                <a:gd name="connsiteX6574" fmla="*/ 728005 w 3283645"/>
                <a:gd name="connsiteY6574" fmla="*/ 197648 h 1449582"/>
                <a:gd name="connsiteX6575" fmla="*/ 722808 w 3283645"/>
                <a:gd name="connsiteY6575" fmla="*/ 202846 h 1449582"/>
                <a:gd name="connsiteX6576" fmla="*/ 717610 w 3283645"/>
                <a:gd name="connsiteY6576" fmla="*/ 202846 h 1449582"/>
                <a:gd name="connsiteX6577" fmla="*/ 712413 w 3283645"/>
                <a:gd name="connsiteY6577" fmla="*/ 197648 h 1449582"/>
                <a:gd name="connsiteX6578" fmla="*/ 707216 w 3283645"/>
                <a:gd name="connsiteY6578" fmla="*/ 197648 h 1449582"/>
                <a:gd name="connsiteX6579" fmla="*/ 702019 w 3283645"/>
                <a:gd name="connsiteY6579" fmla="*/ 202846 h 1449582"/>
                <a:gd name="connsiteX6580" fmla="*/ 702019 w 3283645"/>
                <a:gd name="connsiteY6580" fmla="*/ 208045 h 1449582"/>
                <a:gd name="connsiteX6581" fmla="*/ 696822 w 3283645"/>
                <a:gd name="connsiteY6581" fmla="*/ 208045 h 1449582"/>
                <a:gd name="connsiteX6582" fmla="*/ 691624 w 3283645"/>
                <a:gd name="connsiteY6582" fmla="*/ 202846 h 1449582"/>
                <a:gd name="connsiteX6583" fmla="*/ 686428 w 3283645"/>
                <a:gd name="connsiteY6583" fmla="*/ 202846 h 1449582"/>
                <a:gd name="connsiteX6584" fmla="*/ 681230 w 3283645"/>
                <a:gd name="connsiteY6584" fmla="*/ 202846 h 1449582"/>
                <a:gd name="connsiteX6585" fmla="*/ 660441 w 3283645"/>
                <a:gd name="connsiteY6585" fmla="*/ 202846 h 1449582"/>
                <a:gd name="connsiteX6586" fmla="*/ 670836 w 3283645"/>
                <a:gd name="connsiteY6586" fmla="*/ 208045 h 1449582"/>
                <a:gd name="connsiteX6587" fmla="*/ 681230 w 3283645"/>
                <a:gd name="connsiteY6587" fmla="*/ 213076 h 1449582"/>
                <a:gd name="connsiteX6588" fmla="*/ 686428 w 3283645"/>
                <a:gd name="connsiteY6588" fmla="*/ 213076 h 1449582"/>
                <a:gd name="connsiteX6589" fmla="*/ 676032 w 3283645"/>
                <a:gd name="connsiteY6589" fmla="*/ 218442 h 1449582"/>
                <a:gd name="connsiteX6590" fmla="*/ 676032 w 3283645"/>
                <a:gd name="connsiteY6590" fmla="*/ 223640 h 1449582"/>
                <a:gd name="connsiteX6591" fmla="*/ 665638 w 3283645"/>
                <a:gd name="connsiteY6591" fmla="*/ 218442 h 1449582"/>
                <a:gd name="connsiteX6592" fmla="*/ 670836 w 3283645"/>
                <a:gd name="connsiteY6592" fmla="*/ 228839 h 1449582"/>
                <a:gd name="connsiteX6593" fmla="*/ 665638 w 3283645"/>
                <a:gd name="connsiteY6593" fmla="*/ 233869 h 1449582"/>
                <a:gd name="connsiteX6594" fmla="*/ 660441 w 3283645"/>
                <a:gd name="connsiteY6594" fmla="*/ 233869 h 1449582"/>
                <a:gd name="connsiteX6595" fmla="*/ 655244 w 3283645"/>
                <a:gd name="connsiteY6595" fmla="*/ 244434 h 1449582"/>
                <a:gd name="connsiteX6596" fmla="*/ 655244 w 3283645"/>
                <a:gd name="connsiteY6596" fmla="*/ 249632 h 1449582"/>
                <a:gd name="connsiteX6597" fmla="*/ 655244 w 3283645"/>
                <a:gd name="connsiteY6597" fmla="*/ 254663 h 1449582"/>
                <a:gd name="connsiteX6598" fmla="*/ 660441 w 3283645"/>
                <a:gd name="connsiteY6598" fmla="*/ 265228 h 1449582"/>
                <a:gd name="connsiteX6599" fmla="*/ 665638 w 3283645"/>
                <a:gd name="connsiteY6599" fmla="*/ 270426 h 1449582"/>
                <a:gd name="connsiteX6600" fmla="*/ 670836 w 3283645"/>
                <a:gd name="connsiteY6600" fmla="*/ 265228 h 1449582"/>
                <a:gd name="connsiteX6601" fmla="*/ 676032 w 3283645"/>
                <a:gd name="connsiteY6601" fmla="*/ 265228 h 1449582"/>
                <a:gd name="connsiteX6602" fmla="*/ 681230 w 3283645"/>
                <a:gd name="connsiteY6602" fmla="*/ 275457 h 1449582"/>
                <a:gd name="connsiteX6603" fmla="*/ 670836 w 3283645"/>
                <a:gd name="connsiteY6603" fmla="*/ 286022 h 1449582"/>
                <a:gd name="connsiteX6604" fmla="*/ 681230 w 3283645"/>
                <a:gd name="connsiteY6604" fmla="*/ 286022 h 1449582"/>
                <a:gd name="connsiteX6605" fmla="*/ 686428 w 3283645"/>
                <a:gd name="connsiteY6605" fmla="*/ 286022 h 1449582"/>
                <a:gd name="connsiteX6606" fmla="*/ 696822 w 3283645"/>
                <a:gd name="connsiteY6606" fmla="*/ 286022 h 1449582"/>
                <a:gd name="connsiteX6607" fmla="*/ 702019 w 3283645"/>
                <a:gd name="connsiteY6607" fmla="*/ 286022 h 1449582"/>
                <a:gd name="connsiteX6608" fmla="*/ 717610 w 3283645"/>
                <a:gd name="connsiteY6608" fmla="*/ 286022 h 1449582"/>
                <a:gd name="connsiteX6609" fmla="*/ 728005 w 3283645"/>
                <a:gd name="connsiteY6609" fmla="*/ 296251 h 1449582"/>
                <a:gd name="connsiteX6610" fmla="*/ 748794 w 3283645"/>
                <a:gd name="connsiteY6610" fmla="*/ 301449 h 1449582"/>
                <a:gd name="connsiteX6611" fmla="*/ 748794 w 3283645"/>
                <a:gd name="connsiteY6611" fmla="*/ 306815 h 1449582"/>
                <a:gd name="connsiteX6612" fmla="*/ 753991 w 3283645"/>
                <a:gd name="connsiteY6612" fmla="*/ 301449 h 1449582"/>
                <a:gd name="connsiteX6613" fmla="*/ 769583 w 3283645"/>
                <a:gd name="connsiteY6613" fmla="*/ 306815 h 1449582"/>
                <a:gd name="connsiteX6614" fmla="*/ 774780 w 3283645"/>
                <a:gd name="connsiteY6614" fmla="*/ 306815 h 1449582"/>
                <a:gd name="connsiteX6615" fmla="*/ 774780 w 3283645"/>
                <a:gd name="connsiteY6615" fmla="*/ 312014 h 1449582"/>
                <a:gd name="connsiteX6616" fmla="*/ 774780 w 3283645"/>
                <a:gd name="connsiteY6616" fmla="*/ 317045 h 1449582"/>
                <a:gd name="connsiteX6617" fmla="*/ 774780 w 3283645"/>
                <a:gd name="connsiteY6617" fmla="*/ 327609 h 1449582"/>
                <a:gd name="connsiteX6618" fmla="*/ 779977 w 3283645"/>
                <a:gd name="connsiteY6618" fmla="*/ 337838 h 1449582"/>
                <a:gd name="connsiteX6619" fmla="*/ 785175 w 3283645"/>
                <a:gd name="connsiteY6619" fmla="*/ 343205 h 1449582"/>
                <a:gd name="connsiteX6620" fmla="*/ 790371 w 3283645"/>
                <a:gd name="connsiteY6620" fmla="*/ 343205 h 1449582"/>
                <a:gd name="connsiteX6621" fmla="*/ 795569 w 3283645"/>
                <a:gd name="connsiteY6621" fmla="*/ 343205 h 1449582"/>
                <a:gd name="connsiteX6622" fmla="*/ 795569 w 3283645"/>
                <a:gd name="connsiteY6622" fmla="*/ 348403 h 1449582"/>
                <a:gd name="connsiteX6623" fmla="*/ 805963 w 3283645"/>
                <a:gd name="connsiteY6623" fmla="*/ 353601 h 1449582"/>
                <a:gd name="connsiteX6624" fmla="*/ 805963 w 3283645"/>
                <a:gd name="connsiteY6624" fmla="*/ 348403 h 1449582"/>
                <a:gd name="connsiteX6625" fmla="*/ 816358 w 3283645"/>
                <a:gd name="connsiteY6625" fmla="*/ 353601 h 1449582"/>
                <a:gd name="connsiteX6626" fmla="*/ 816358 w 3283645"/>
                <a:gd name="connsiteY6626" fmla="*/ 343205 h 1449582"/>
                <a:gd name="connsiteX6627" fmla="*/ 810993 w 3283645"/>
                <a:gd name="connsiteY6627" fmla="*/ 337838 h 1449582"/>
                <a:gd name="connsiteX6628" fmla="*/ 816358 w 3283645"/>
                <a:gd name="connsiteY6628" fmla="*/ 337838 h 1449582"/>
                <a:gd name="connsiteX6629" fmla="*/ 821555 w 3283645"/>
                <a:gd name="connsiteY6629" fmla="*/ 337838 h 1449582"/>
                <a:gd name="connsiteX6630" fmla="*/ 816358 w 3283645"/>
                <a:gd name="connsiteY6630" fmla="*/ 327609 h 1449582"/>
                <a:gd name="connsiteX6631" fmla="*/ 810993 w 3283645"/>
                <a:gd name="connsiteY6631" fmla="*/ 312014 h 1449582"/>
                <a:gd name="connsiteX6632" fmla="*/ 810993 w 3283645"/>
                <a:gd name="connsiteY6632" fmla="*/ 306815 h 1449582"/>
                <a:gd name="connsiteX6633" fmla="*/ 816358 w 3283645"/>
                <a:gd name="connsiteY6633" fmla="*/ 306815 h 1449582"/>
                <a:gd name="connsiteX6634" fmla="*/ 826752 w 3283645"/>
                <a:gd name="connsiteY6634" fmla="*/ 301449 h 1449582"/>
                <a:gd name="connsiteX6635" fmla="*/ 831949 w 3283645"/>
                <a:gd name="connsiteY6635" fmla="*/ 296251 h 1449582"/>
                <a:gd name="connsiteX6636" fmla="*/ 837147 w 3283645"/>
                <a:gd name="connsiteY6636" fmla="*/ 291220 h 1449582"/>
                <a:gd name="connsiteX6637" fmla="*/ 831949 w 3283645"/>
                <a:gd name="connsiteY6637" fmla="*/ 275457 h 1449582"/>
                <a:gd name="connsiteX6638" fmla="*/ 821555 w 3283645"/>
                <a:gd name="connsiteY6638" fmla="*/ 265228 h 1449582"/>
                <a:gd name="connsiteX6639" fmla="*/ 816358 w 3283645"/>
                <a:gd name="connsiteY6639" fmla="*/ 265228 h 1449582"/>
                <a:gd name="connsiteX6640" fmla="*/ 821555 w 3283645"/>
                <a:gd name="connsiteY6640" fmla="*/ 260029 h 1449582"/>
                <a:gd name="connsiteX6641" fmla="*/ 821555 w 3283645"/>
                <a:gd name="connsiteY6641" fmla="*/ 254663 h 1449582"/>
                <a:gd name="connsiteX6642" fmla="*/ 826752 w 3283645"/>
                <a:gd name="connsiteY6642" fmla="*/ 249632 h 1449582"/>
                <a:gd name="connsiteX6643" fmla="*/ 826752 w 3283645"/>
                <a:gd name="connsiteY6643" fmla="*/ 244434 h 1449582"/>
                <a:gd name="connsiteX6644" fmla="*/ 826752 w 3283645"/>
                <a:gd name="connsiteY6644" fmla="*/ 239236 h 1449582"/>
                <a:gd name="connsiteX6645" fmla="*/ 826752 w 3283645"/>
                <a:gd name="connsiteY6645" fmla="*/ 228839 h 1449582"/>
                <a:gd name="connsiteX6646" fmla="*/ 831949 w 3283645"/>
                <a:gd name="connsiteY6646" fmla="*/ 228839 h 1449582"/>
                <a:gd name="connsiteX6647" fmla="*/ 837147 w 3283645"/>
                <a:gd name="connsiteY6647" fmla="*/ 228839 h 1449582"/>
                <a:gd name="connsiteX6648" fmla="*/ 842344 w 3283645"/>
                <a:gd name="connsiteY6648" fmla="*/ 228839 h 1449582"/>
                <a:gd name="connsiteX6649" fmla="*/ 847373 w 3283645"/>
                <a:gd name="connsiteY6649" fmla="*/ 228839 h 1449582"/>
                <a:gd name="connsiteX6650" fmla="*/ 852738 w 3283645"/>
                <a:gd name="connsiteY6650" fmla="*/ 228839 h 1449582"/>
                <a:gd name="connsiteX6651" fmla="*/ 857935 w 3283645"/>
                <a:gd name="connsiteY6651" fmla="*/ 228839 h 1449582"/>
                <a:gd name="connsiteX6652" fmla="*/ 868163 w 3283645"/>
                <a:gd name="connsiteY6652" fmla="*/ 233869 h 1449582"/>
                <a:gd name="connsiteX6653" fmla="*/ 873526 w 3283645"/>
                <a:gd name="connsiteY6653" fmla="*/ 233869 h 1449582"/>
                <a:gd name="connsiteX6654" fmla="*/ 878724 w 3283645"/>
                <a:gd name="connsiteY6654" fmla="*/ 239236 h 1449582"/>
                <a:gd name="connsiteX6655" fmla="*/ 883922 w 3283645"/>
                <a:gd name="connsiteY6655" fmla="*/ 239236 h 1449582"/>
                <a:gd name="connsiteX6656" fmla="*/ 888950 w 3283645"/>
                <a:gd name="connsiteY6656" fmla="*/ 244434 h 1449582"/>
                <a:gd name="connsiteX6657" fmla="*/ 883922 w 3283645"/>
                <a:gd name="connsiteY6657" fmla="*/ 244434 h 1449582"/>
                <a:gd name="connsiteX6658" fmla="*/ 883922 w 3283645"/>
                <a:gd name="connsiteY6658" fmla="*/ 254663 h 1449582"/>
                <a:gd name="connsiteX6659" fmla="*/ 888950 w 3283645"/>
                <a:gd name="connsiteY6659" fmla="*/ 254663 h 1449582"/>
                <a:gd name="connsiteX6660" fmla="*/ 888950 w 3283645"/>
                <a:gd name="connsiteY6660" fmla="*/ 260029 h 1449582"/>
                <a:gd name="connsiteX6661" fmla="*/ 894315 w 3283645"/>
                <a:gd name="connsiteY6661" fmla="*/ 260029 h 1449582"/>
                <a:gd name="connsiteX6662" fmla="*/ 899513 w 3283645"/>
                <a:gd name="connsiteY6662" fmla="*/ 265228 h 1449582"/>
                <a:gd name="connsiteX6663" fmla="*/ 888950 w 3283645"/>
                <a:gd name="connsiteY6663" fmla="*/ 270426 h 1449582"/>
                <a:gd name="connsiteX6664" fmla="*/ 899513 w 3283645"/>
                <a:gd name="connsiteY6664" fmla="*/ 275457 h 1449582"/>
                <a:gd name="connsiteX6665" fmla="*/ 904711 w 3283645"/>
                <a:gd name="connsiteY6665" fmla="*/ 275457 h 1449582"/>
                <a:gd name="connsiteX6666" fmla="*/ 909740 w 3283645"/>
                <a:gd name="connsiteY6666" fmla="*/ 270426 h 1449582"/>
                <a:gd name="connsiteX6667" fmla="*/ 915106 w 3283645"/>
                <a:gd name="connsiteY6667" fmla="*/ 280823 h 1449582"/>
                <a:gd name="connsiteX6668" fmla="*/ 920302 w 3283645"/>
                <a:gd name="connsiteY6668" fmla="*/ 270426 h 1449582"/>
                <a:gd name="connsiteX6669" fmla="*/ 920302 w 3283645"/>
                <a:gd name="connsiteY6669" fmla="*/ 265228 h 1449582"/>
                <a:gd name="connsiteX6670" fmla="*/ 925499 w 3283645"/>
                <a:gd name="connsiteY6670" fmla="*/ 265228 h 1449582"/>
                <a:gd name="connsiteX6671" fmla="*/ 925499 w 3283645"/>
                <a:gd name="connsiteY6671" fmla="*/ 270426 h 1449582"/>
                <a:gd name="connsiteX6672" fmla="*/ 930529 w 3283645"/>
                <a:gd name="connsiteY6672" fmla="*/ 275457 h 1449582"/>
                <a:gd name="connsiteX6673" fmla="*/ 935895 w 3283645"/>
                <a:gd name="connsiteY6673" fmla="*/ 265228 h 1449582"/>
                <a:gd name="connsiteX6674" fmla="*/ 941091 w 3283645"/>
                <a:gd name="connsiteY6674" fmla="*/ 260029 h 1449582"/>
                <a:gd name="connsiteX6675" fmla="*/ 941091 w 3283645"/>
                <a:gd name="connsiteY6675" fmla="*/ 249632 h 1449582"/>
                <a:gd name="connsiteX6676" fmla="*/ 946288 w 3283645"/>
                <a:gd name="connsiteY6676" fmla="*/ 254663 h 1449582"/>
                <a:gd name="connsiteX6677" fmla="*/ 946288 w 3283645"/>
                <a:gd name="connsiteY6677" fmla="*/ 260029 h 1449582"/>
                <a:gd name="connsiteX6678" fmla="*/ 946288 w 3283645"/>
                <a:gd name="connsiteY6678" fmla="*/ 265228 h 1449582"/>
                <a:gd name="connsiteX6679" fmla="*/ 951318 w 3283645"/>
                <a:gd name="connsiteY6679" fmla="*/ 265228 h 1449582"/>
                <a:gd name="connsiteX6680" fmla="*/ 946288 w 3283645"/>
                <a:gd name="connsiteY6680" fmla="*/ 270426 h 1449582"/>
                <a:gd name="connsiteX6681" fmla="*/ 951318 w 3283645"/>
                <a:gd name="connsiteY6681" fmla="*/ 270426 h 1449582"/>
                <a:gd name="connsiteX6682" fmla="*/ 941091 w 3283645"/>
                <a:gd name="connsiteY6682" fmla="*/ 280823 h 1449582"/>
                <a:gd name="connsiteX6683" fmla="*/ 956682 w 3283645"/>
                <a:gd name="connsiteY6683" fmla="*/ 275457 h 1449582"/>
                <a:gd name="connsiteX6684" fmla="*/ 961880 w 3283645"/>
                <a:gd name="connsiteY6684" fmla="*/ 270426 h 1449582"/>
                <a:gd name="connsiteX6685" fmla="*/ 961880 w 3283645"/>
                <a:gd name="connsiteY6685" fmla="*/ 275457 h 1449582"/>
                <a:gd name="connsiteX6686" fmla="*/ 967076 w 3283645"/>
                <a:gd name="connsiteY6686" fmla="*/ 280823 h 1449582"/>
                <a:gd name="connsiteX6687" fmla="*/ 961880 w 3283645"/>
                <a:gd name="connsiteY6687" fmla="*/ 280823 h 1449582"/>
                <a:gd name="connsiteX6688" fmla="*/ 967076 w 3283645"/>
                <a:gd name="connsiteY6688" fmla="*/ 286022 h 1449582"/>
                <a:gd name="connsiteX6689" fmla="*/ 967076 w 3283645"/>
                <a:gd name="connsiteY6689" fmla="*/ 291220 h 1449582"/>
                <a:gd name="connsiteX6690" fmla="*/ 961880 w 3283645"/>
                <a:gd name="connsiteY6690" fmla="*/ 296251 h 1449582"/>
                <a:gd name="connsiteX6691" fmla="*/ 972106 w 3283645"/>
                <a:gd name="connsiteY6691" fmla="*/ 296251 h 1449582"/>
                <a:gd name="connsiteX6692" fmla="*/ 972106 w 3283645"/>
                <a:gd name="connsiteY6692" fmla="*/ 301449 h 1449582"/>
                <a:gd name="connsiteX6693" fmla="*/ 977471 w 3283645"/>
                <a:gd name="connsiteY6693" fmla="*/ 301449 h 1449582"/>
                <a:gd name="connsiteX6694" fmla="*/ 982669 w 3283645"/>
                <a:gd name="connsiteY6694" fmla="*/ 306815 h 1449582"/>
                <a:gd name="connsiteX6695" fmla="*/ 987866 w 3283645"/>
                <a:gd name="connsiteY6695" fmla="*/ 306815 h 1449582"/>
                <a:gd name="connsiteX6696" fmla="*/ 992895 w 3283645"/>
                <a:gd name="connsiteY6696" fmla="*/ 306815 h 1449582"/>
                <a:gd name="connsiteX6697" fmla="*/ 982669 w 3283645"/>
                <a:gd name="connsiteY6697" fmla="*/ 312014 h 1449582"/>
                <a:gd name="connsiteX6698" fmla="*/ 977471 w 3283645"/>
                <a:gd name="connsiteY6698" fmla="*/ 322411 h 1449582"/>
                <a:gd name="connsiteX6699" fmla="*/ 982669 w 3283645"/>
                <a:gd name="connsiteY6699" fmla="*/ 327609 h 1449582"/>
                <a:gd name="connsiteX6700" fmla="*/ 987866 w 3283645"/>
                <a:gd name="connsiteY6700" fmla="*/ 322411 h 1449582"/>
                <a:gd name="connsiteX6701" fmla="*/ 992895 w 3283645"/>
                <a:gd name="connsiteY6701" fmla="*/ 322411 h 1449582"/>
                <a:gd name="connsiteX6702" fmla="*/ 1003457 w 3283645"/>
                <a:gd name="connsiteY6702" fmla="*/ 317045 h 1449582"/>
                <a:gd name="connsiteX6703" fmla="*/ 1008655 w 3283645"/>
                <a:gd name="connsiteY6703" fmla="*/ 317045 h 1449582"/>
                <a:gd name="connsiteX6704" fmla="*/ 1008655 w 3283645"/>
                <a:gd name="connsiteY6704" fmla="*/ 327609 h 1449582"/>
                <a:gd name="connsiteX6705" fmla="*/ 1013683 w 3283645"/>
                <a:gd name="connsiteY6705" fmla="*/ 322411 h 1449582"/>
                <a:gd name="connsiteX6706" fmla="*/ 1019048 w 3283645"/>
                <a:gd name="connsiteY6706" fmla="*/ 322411 h 1449582"/>
                <a:gd name="connsiteX6707" fmla="*/ 1019048 w 3283645"/>
                <a:gd name="connsiteY6707" fmla="*/ 327609 h 1449582"/>
                <a:gd name="connsiteX6708" fmla="*/ 1013683 w 3283645"/>
                <a:gd name="connsiteY6708" fmla="*/ 337838 h 1449582"/>
                <a:gd name="connsiteX6709" fmla="*/ 1008655 w 3283645"/>
                <a:gd name="connsiteY6709" fmla="*/ 337838 h 1449582"/>
                <a:gd name="connsiteX6710" fmla="*/ 998259 w 3283645"/>
                <a:gd name="connsiteY6710" fmla="*/ 337838 h 1449582"/>
                <a:gd name="connsiteX6711" fmla="*/ 992895 w 3283645"/>
                <a:gd name="connsiteY6711" fmla="*/ 343205 h 1449582"/>
                <a:gd name="connsiteX6712" fmla="*/ 987866 w 3283645"/>
                <a:gd name="connsiteY6712" fmla="*/ 348403 h 1449582"/>
                <a:gd name="connsiteX6713" fmla="*/ 977471 w 3283645"/>
                <a:gd name="connsiteY6713" fmla="*/ 348403 h 1449582"/>
                <a:gd name="connsiteX6714" fmla="*/ 972106 w 3283645"/>
                <a:gd name="connsiteY6714" fmla="*/ 348403 h 1449582"/>
                <a:gd name="connsiteX6715" fmla="*/ 956682 w 3283645"/>
                <a:gd name="connsiteY6715" fmla="*/ 348403 h 1449582"/>
                <a:gd name="connsiteX6716" fmla="*/ 951318 w 3283645"/>
                <a:gd name="connsiteY6716" fmla="*/ 348403 h 1449582"/>
                <a:gd name="connsiteX6717" fmla="*/ 946288 w 3283645"/>
                <a:gd name="connsiteY6717" fmla="*/ 348403 h 1449582"/>
                <a:gd name="connsiteX6718" fmla="*/ 935895 w 3283645"/>
                <a:gd name="connsiteY6718" fmla="*/ 348403 h 1449582"/>
                <a:gd name="connsiteX6719" fmla="*/ 930529 w 3283645"/>
                <a:gd name="connsiteY6719" fmla="*/ 348403 h 1449582"/>
                <a:gd name="connsiteX6720" fmla="*/ 920302 w 3283645"/>
                <a:gd name="connsiteY6720" fmla="*/ 353601 h 1449582"/>
                <a:gd name="connsiteX6721" fmla="*/ 915106 w 3283645"/>
                <a:gd name="connsiteY6721" fmla="*/ 358632 h 1449582"/>
                <a:gd name="connsiteX6722" fmla="*/ 909740 w 3283645"/>
                <a:gd name="connsiteY6722" fmla="*/ 358632 h 1449582"/>
                <a:gd name="connsiteX6723" fmla="*/ 904711 w 3283645"/>
                <a:gd name="connsiteY6723" fmla="*/ 363998 h 1449582"/>
                <a:gd name="connsiteX6724" fmla="*/ 894315 w 3283645"/>
                <a:gd name="connsiteY6724" fmla="*/ 374395 h 1449582"/>
                <a:gd name="connsiteX6725" fmla="*/ 878724 w 3283645"/>
                <a:gd name="connsiteY6725" fmla="*/ 389991 h 1449582"/>
                <a:gd name="connsiteX6726" fmla="*/ 894315 w 3283645"/>
                <a:gd name="connsiteY6726" fmla="*/ 384792 h 1449582"/>
                <a:gd name="connsiteX6727" fmla="*/ 888950 w 3283645"/>
                <a:gd name="connsiteY6727" fmla="*/ 389991 h 1449582"/>
                <a:gd name="connsiteX6728" fmla="*/ 888950 w 3283645"/>
                <a:gd name="connsiteY6728" fmla="*/ 395189 h 1449582"/>
                <a:gd name="connsiteX6729" fmla="*/ 883922 w 3283645"/>
                <a:gd name="connsiteY6729" fmla="*/ 400220 h 1449582"/>
                <a:gd name="connsiteX6730" fmla="*/ 878724 w 3283645"/>
                <a:gd name="connsiteY6730" fmla="*/ 400220 h 1449582"/>
                <a:gd name="connsiteX6731" fmla="*/ 878724 w 3283645"/>
                <a:gd name="connsiteY6731" fmla="*/ 405586 h 1449582"/>
                <a:gd name="connsiteX6732" fmla="*/ 873526 w 3283645"/>
                <a:gd name="connsiteY6732" fmla="*/ 405586 h 1449582"/>
                <a:gd name="connsiteX6733" fmla="*/ 847373 w 3283645"/>
                <a:gd name="connsiteY6733" fmla="*/ 405586 h 1449582"/>
                <a:gd name="connsiteX6734" fmla="*/ 831949 w 3283645"/>
                <a:gd name="connsiteY6734" fmla="*/ 415983 h 1449582"/>
                <a:gd name="connsiteX6735" fmla="*/ 821555 w 3283645"/>
                <a:gd name="connsiteY6735" fmla="*/ 415983 h 1449582"/>
                <a:gd name="connsiteX6736" fmla="*/ 805963 w 3283645"/>
                <a:gd name="connsiteY6736" fmla="*/ 415983 h 1449582"/>
                <a:gd name="connsiteX6737" fmla="*/ 805963 w 3283645"/>
                <a:gd name="connsiteY6737" fmla="*/ 426380 h 1449582"/>
                <a:gd name="connsiteX6738" fmla="*/ 800767 w 3283645"/>
                <a:gd name="connsiteY6738" fmla="*/ 426380 h 1449582"/>
                <a:gd name="connsiteX6739" fmla="*/ 795569 w 3283645"/>
                <a:gd name="connsiteY6739" fmla="*/ 426380 h 1449582"/>
                <a:gd name="connsiteX6740" fmla="*/ 785175 w 3283645"/>
                <a:gd name="connsiteY6740" fmla="*/ 431578 h 1449582"/>
                <a:gd name="connsiteX6741" fmla="*/ 779977 w 3283645"/>
                <a:gd name="connsiteY6741" fmla="*/ 431578 h 1449582"/>
                <a:gd name="connsiteX6742" fmla="*/ 779977 w 3283645"/>
                <a:gd name="connsiteY6742" fmla="*/ 426380 h 1449582"/>
                <a:gd name="connsiteX6743" fmla="*/ 785175 w 3283645"/>
                <a:gd name="connsiteY6743" fmla="*/ 415983 h 1449582"/>
                <a:gd name="connsiteX6744" fmla="*/ 785175 w 3283645"/>
                <a:gd name="connsiteY6744" fmla="*/ 410784 h 1449582"/>
                <a:gd name="connsiteX6745" fmla="*/ 785175 w 3283645"/>
                <a:gd name="connsiteY6745" fmla="*/ 405586 h 1449582"/>
                <a:gd name="connsiteX6746" fmla="*/ 790371 w 3283645"/>
                <a:gd name="connsiteY6746" fmla="*/ 400220 h 1449582"/>
                <a:gd name="connsiteX6747" fmla="*/ 785175 w 3283645"/>
                <a:gd name="connsiteY6747" fmla="*/ 389991 h 1449582"/>
                <a:gd name="connsiteX6748" fmla="*/ 779977 w 3283645"/>
                <a:gd name="connsiteY6748" fmla="*/ 389991 h 1449582"/>
                <a:gd name="connsiteX6749" fmla="*/ 774780 w 3283645"/>
                <a:gd name="connsiteY6749" fmla="*/ 389991 h 1449582"/>
                <a:gd name="connsiteX6750" fmla="*/ 769583 w 3283645"/>
                <a:gd name="connsiteY6750" fmla="*/ 389991 h 1449582"/>
                <a:gd name="connsiteX6751" fmla="*/ 759188 w 3283645"/>
                <a:gd name="connsiteY6751" fmla="*/ 384792 h 1449582"/>
                <a:gd name="connsiteX6752" fmla="*/ 759188 w 3283645"/>
                <a:gd name="connsiteY6752" fmla="*/ 374395 h 1449582"/>
                <a:gd name="connsiteX6753" fmla="*/ 748794 w 3283645"/>
                <a:gd name="connsiteY6753" fmla="*/ 363998 h 1449582"/>
                <a:gd name="connsiteX6754" fmla="*/ 743597 w 3283645"/>
                <a:gd name="connsiteY6754" fmla="*/ 358632 h 1449582"/>
                <a:gd name="connsiteX6755" fmla="*/ 738399 w 3283645"/>
                <a:gd name="connsiteY6755" fmla="*/ 358632 h 1449582"/>
                <a:gd name="connsiteX6756" fmla="*/ 733202 w 3283645"/>
                <a:gd name="connsiteY6756" fmla="*/ 358632 h 1449582"/>
                <a:gd name="connsiteX6757" fmla="*/ 717610 w 3283645"/>
                <a:gd name="connsiteY6757" fmla="*/ 369197 h 1449582"/>
                <a:gd name="connsiteX6758" fmla="*/ 717610 w 3283645"/>
                <a:gd name="connsiteY6758" fmla="*/ 374395 h 1449582"/>
                <a:gd name="connsiteX6759" fmla="*/ 712413 w 3283645"/>
                <a:gd name="connsiteY6759" fmla="*/ 374395 h 1449582"/>
                <a:gd name="connsiteX6760" fmla="*/ 707216 w 3283645"/>
                <a:gd name="connsiteY6760" fmla="*/ 374395 h 1449582"/>
                <a:gd name="connsiteX6761" fmla="*/ 707216 w 3283645"/>
                <a:gd name="connsiteY6761" fmla="*/ 369197 h 1449582"/>
                <a:gd name="connsiteX6762" fmla="*/ 702019 w 3283645"/>
                <a:gd name="connsiteY6762" fmla="*/ 369197 h 1449582"/>
                <a:gd name="connsiteX6763" fmla="*/ 696822 w 3283645"/>
                <a:gd name="connsiteY6763" fmla="*/ 369197 h 1449582"/>
                <a:gd name="connsiteX6764" fmla="*/ 691624 w 3283645"/>
                <a:gd name="connsiteY6764" fmla="*/ 374395 h 1449582"/>
                <a:gd name="connsiteX6765" fmla="*/ 681230 w 3283645"/>
                <a:gd name="connsiteY6765" fmla="*/ 369197 h 1449582"/>
                <a:gd name="connsiteX6766" fmla="*/ 676032 w 3283645"/>
                <a:gd name="connsiteY6766" fmla="*/ 369197 h 1449582"/>
                <a:gd name="connsiteX6767" fmla="*/ 670836 w 3283645"/>
                <a:gd name="connsiteY6767" fmla="*/ 369197 h 1449582"/>
                <a:gd name="connsiteX6768" fmla="*/ 665638 w 3283645"/>
                <a:gd name="connsiteY6768" fmla="*/ 363998 h 1449582"/>
                <a:gd name="connsiteX6769" fmla="*/ 660441 w 3283645"/>
                <a:gd name="connsiteY6769" fmla="*/ 358632 h 1449582"/>
                <a:gd name="connsiteX6770" fmla="*/ 655244 w 3283645"/>
                <a:gd name="connsiteY6770" fmla="*/ 363998 h 1449582"/>
                <a:gd name="connsiteX6771" fmla="*/ 405779 w 3283645"/>
                <a:gd name="connsiteY6771" fmla="*/ 363998 h 1449582"/>
                <a:gd name="connsiteX6772" fmla="*/ 405779 w 3283645"/>
                <a:gd name="connsiteY6772" fmla="*/ 358632 h 1449582"/>
                <a:gd name="connsiteX6773" fmla="*/ 400582 w 3283645"/>
                <a:gd name="connsiteY6773" fmla="*/ 358632 h 1449582"/>
                <a:gd name="connsiteX6774" fmla="*/ 395552 w 3283645"/>
                <a:gd name="connsiteY6774" fmla="*/ 358632 h 1449582"/>
                <a:gd name="connsiteX6775" fmla="*/ 390188 w 3283645"/>
                <a:gd name="connsiteY6775" fmla="*/ 348403 h 1449582"/>
                <a:gd name="connsiteX6776" fmla="*/ 384990 w 3283645"/>
                <a:gd name="connsiteY6776" fmla="*/ 343205 h 1449582"/>
                <a:gd name="connsiteX6777" fmla="*/ 379793 w 3283645"/>
                <a:gd name="connsiteY6777" fmla="*/ 348403 h 1449582"/>
                <a:gd name="connsiteX6778" fmla="*/ 369399 w 3283645"/>
                <a:gd name="connsiteY6778" fmla="*/ 348403 h 1449582"/>
                <a:gd name="connsiteX6779" fmla="*/ 364201 w 3283645"/>
                <a:gd name="connsiteY6779" fmla="*/ 343205 h 1449582"/>
                <a:gd name="connsiteX6780" fmla="*/ 359004 w 3283645"/>
                <a:gd name="connsiteY6780" fmla="*/ 343205 h 1449582"/>
                <a:gd name="connsiteX6781" fmla="*/ 359004 w 3283645"/>
                <a:gd name="connsiteY6781" fmla="*/ 337838 h 1449582"/>
                <a:gd name="connsiteX6782" fmla="*/ 364201 w 3283645"/>
                <a:gd name="connsiteY6782" fmla="*/ 337838 h 1449582"/>
                <a:gd name="connsiteX6783" fmla="*/ 359004 w 3283645"/>
                <a:gd name="connsiteY6783" fmla="*/ 327609 h 1449582"/>
                <a:gd name="connsiteX6784" fmla="*/ 353975 w 3283645"/>
                <a:gd name="connsiteY6784" fmla="*/ 327609 h 1449582"/>
                <a:gd name="connsiteX6785" fmla="*/ 348610 w 3283645"/>
                <a:gd name="connsiteY6785" fmla="*/ 327609 h 1449582"/>
                <a:gd name="connsiteX6786" fmla="*/ 348610 w 3283645"/>
                <a:gd name="connsiteY6786" fmla="*/ 317045 h 1449582"/>
                <a:gd name="connsiteX6787" fmla="*/ 343413 w 3283645"/>
                <a:gd name="connsiteY6787" fmla="*/ 317045 h 1449582"/>
                <a:gd name="connsiteX6788" fmla="*/ 338215 w 3283645"/>
                <a:gd name="connsiteY6788" fmla="*/ 312014 h 1449582"/>
                <a:gd name="connsiteX6789" fmla="*/ 333186 w 3283645"/>
                <a:gd name="connsiteY6789" fmla="*/ 317045 h 1449582"/>
                <a:gd name="connsiteX6790" fmla="*/ 333186 w 3283645"/>
                <a:gd name="connsiteY6790" fmla="*/ 312014 h 1449582"/>
                <a:gd name="connsiteX6791" fmla="*/ 333186 w 3283645"/>
                <a:gd name="connsiteY6791" fmla="*/ 306815 h 1449582"/>
                <a:gd name="connsiteX6792" fmla="*/ 333186 w 3283645"/>
                <a:gd name="connsiteY6792" fmla="*/ 301449 h 1449582"/>
                <a:gd name="connsiteX6793" fmla="*/ 333186 w 3283645"/>
                <a:gd name="connsiteY6793" fmla="*/ 296251 h 1449582"/>
                <a:gd name="connsiteX6794" fmla="*/ 327821 w 3283645"/>
                <a:gd name="connsiteY6794" fmla="*/ 291220 h 1449582"/>
                <a:gd name="connsiteX6795" fmla="*/ 327821 w 3283645"/>
                <a:gd name="connsiteY6795" fmla="*/ 286022 h 1449582"/>
                <a:gd name="connsiteX6796" fmla="*/ 322624 w 3283645"/>
                <a:gd name="connsiteY6796" fmla="*/ 286022 h 1449582"/>
                <a:gd name="connsiteX6797" fmla="*/ 317426 w 3283645"/>
                <a:gd name="connsiteY6797" fmla="*/ 291220 h 1449582"/>
                <a:gd name="connsiteX6798" fmla="*/ 312397 w 3283645"/>
                <a:gd name="connsiteY6798" fmla="*/ 286022 h 1449582"/>
                <a:gd name="connsiteX6799" fmla="*/ 312397 w 3283645"/>
                <a:gd name="connsiteY6799" fmla="*/ 280823 h 1449582"/>
                <a:gd name="connsiteX6800" fmla="*/ 307032 w 3283645"/>
                <a:gd name="connsiteY6800" fmla="*/ 275457 h 1449582"/>
                <a:gd name="connsiteX6801" fmla="*/ 307032 w 3283645"/>
                <a:gd name="connsiteY6801" fmla="*/ 270426 h 1449582"/>
                <a:gd name="connsiteX6802" fmla="*/ 291608 w 3283645"/>
                <a:gd name="connsiteY6802" fmla="*/ 260029 h 1449582"/>
                <a:gd name="connsiteX6803" fmla="*/ 286243 w 3283645"/>
                <a:gd name="connsiteY6803" fmla="*/ 260029 h 1449582"/>
                <a:gd name="connsiteX6804" fmla="*/ 281046 w 3283645"/>
                <a:gd name="connsiteY6804" fmla="*/ 265228 h 1449582"/>
                <a:gd name="connsiteX6805" fmla="*/ 281046 w 3283645"/>
                <a:gd name="connsiteY6805" fmla="*/ 260029 h 1449582"/>
                <a:gd name="connsiteX6806" fmla="*/ 276016 w 3283645"/>
                <a:gd name="connsiteY6806" fmla="*/ 260029 h 1449582"/>
                <a:gd name="connsiteX6807" fmla="*/ 270819 w 3283645"/>
                <a:gd name="connsiteY6807" fmla="*/ 260029 h 1449582"/>
                <a:gd name="connsiteX6808" fmla="*/ 265454 w 3283645"/>
                <a:gd name="connsiteY6808" fmla="*/ 260029 h 1449582"/>
                <a:gd name="connsiteX6809" fmla="*/ 260257 w 3283645"/>
                <a:gd name="connsiteY6809" fmla="*/ 254663 h 1449582"/>
                <a:gd name="connsiteX6810" fmla="*/ 255227 w 3283645"/>
                <a:gd name="connsiteY6810" fmla="*/ 249632 h 1449582"/>
                <a:gd name="connsiteX6811" fmla="*/ 250030 w 3283645"/>
                <a:gd name="connsiteY6811" fmla="*/ 244434 h 1449582"/>
                <a:gd name="connsiteX6812" fmla="*/ 250030 w 3283645"/>
                <a:gd name="connsiteY6812" fmla="*/ 239236 h 1449582"/>
                <a:gd name="connsiteX6813" fmla="*/ 244665 w 3283645"/>
                <a:gd name="connsiteY6813" fmla="*/ 244434 h 1449582"/>
                <a:gd name="connsiteX6814" fmla="*/ 244665 w 3283645"/>
                <a:gd name="connsiteY6814" fmla="*/ 239236 h 1449582"/>
                <a:gd name="connsiteX6815" fmla="*/ 239468 w 3283645"/>
                <a:gd name="connsiteY6815" fmla="*/ 239236 h 1449582"/>
                <a:gd name="connsiteX6816" fmla="*/ 239468 w 3283645"/>
                <a:gd name="connsiteY6816" fmla="*/ 150862 h 1449582"/>
                <a:gd name="connsiteX6817" fmla="*/ 244665 w 3283645"/>
                <a:gd name="connsiteY6817" fmla="*/ 150862 h 1449582"/>
                <a:gd name="connsiteX6818" fmla="*/ 250030 w 3283645"/>
                <a:gd name="connsiteY6818" fmla="*/ 150862 h 1449582"/>
                <a:gd name="connsiteX6819" fmla="*/ 255227 w 3283645"/>
                <a:gd name="connsiteY6819" fmla="*/ 150862 h 1449582"/>
                <a:gd name="connsiteX6820" fmla="*/ 260257 w 3283645"/>
                <a:gd name="connsiteY6820" fmla="*/ 156060 h 1449582"/>
                <a:gd name="connsiteX6821" fmla="*/ 281046 w 3283645"/>
                <a:gd name="connsiteY6821" fmla="*/ 156060 h 1449582"/>
                <a:gd name="connsiteX6822" fmla="*/ 286243 w 3283645"/>
                <a:gd name="connsiteY6822" fmla="*/ 161259 h 1449582"/>
                <a:gd name="connsiteX6823" fmla="*/ 291608 w 3283645"/>
                <a:gd name="connsiteY6823" fmla="*/ 161259 h 1449582"/>
                <a:gd name="connsiteX6824" fmla="*/ 296638 w 3283645"/>
                <a:gd name="connsiteY6824" fmla="*/ 161259 h 1449582"/>
                <a:gd name="connsiteX6825" fmla="*/ 301835 w 3283645"/>
                <a:gd name="connsiteY6825" fmla="*/ 156060 h 1449582"/>
                <a:gd name="connsiteX6826" fmla="*/ 312397 w 3283645"/>
                <a:gd name="connsiteY6826" fmla="*/ 156060 h 1449582"/>
                <a:gd name="connsiteX6827" fmla="*/ 317426 w 3283645"/>
                <a:gd name="connsiteY6827" fmla="*/ 150862 h 1449582"/>
                <a:gd name="connsiteX6828" fmla="*/ 322624 w 3283645"/>
                <a:gd name="connsiteY6828" fmla="*/ 150862 h 1449582"/>
                <a:gd name="connsiteX6829" fmla="*/ 333186 w 3283645"/>
                <a:gd name="connsiteY6829" fmla="*/ 150862 h 1449582"/>
                <a:gd name="connsiteX6830" fmla="*/ 338215 w 3283645"/>
                <a:gd name="connsiteY6830" fmla="*/ 150862 h 1449582"/>
                <a:gd name="connsiteX6831" fmla="*/ 343413 w 3283645"/>
                <a:gd name="connsiteY6831" fmla="*/ 145663 h 1449582"/>
                <a:gd name="connsiteX6832" fmla="*/ 348610 w 3283645"/>
                <a:gd name="connsiteY6832" fmla="*/ 145663 h 1449582"/>
                <a:gd name="connsiteX6833" fmla="*/ 353975 w 3283645"/>
                <a:gd name="connsiteY6833" fmla="*/ 140465 h 1449582"/>
                <a:gd name="connsiteX6834" fmla="*/ 1802588 w 3283645"/>
                <a:gd name="connsiteY6834" fmla="*/ 135290 h 1449582"/>
                <a:gd name="connsiteX6835" fmla="*/ 1812888 w 3283645"/>
                <a:gd name="connsiteY6835" fmla="*/ 135290 h 1449582"/>
                <a:gd name="connsiteX6836" fmla="*/ 1818038 w 3283645"/>
                <a:gd name="connsiteY6836" fmla="*/ 140383 h 1449582"/>
                <a:gd name="connsiteX6837" fmla="*/ 1812888 w 3283645"/>
                <a:gd name="connsiteY6837" fmla="*/ 145476 h 1449582"/>
                <a:gd name="connsiteX6838" fmla="*/ 1812888 w 3283645"/>
                <a:gd name="connsiteY6838" fmla="*/ 140383 h 1449582"/>
                <a:gd name="connsiteX6839" fmla="*/ 1807738 w 3283645"/>
                <a:gd name="connsiteY6839" fmla="*/ 140383 h 1449582"/>
                <a:gd name="connsiteX6840" fmla="*/ 1802588 w 3283645"/>
                <a:gd name="connsiteY6840" fmla="*/ 135290 h 1449582"/>
                <a:gd name="connsiteX6841" fmla="*/ 1792288 w 3283645"/>
                <a:gd name="connsiteY6841" fmla="*/ 135290 h 1449582"/>
                <a:gd name="connsiteX6842" fmla="*/ 1797438 w 3283645"/>
                <a:gd name="connsiteY6842" fmla="*/ 135290 h 1449582"/>
                <a:gd name="connsiteX6843" fmla="*/ 1792288 w 3283645"/>
                <a:gd name="connsiteY6843" fmla="*/ 140383 h 1449582"/>
                <a:gd name="connsiteX6844" fmla="*/ 1792288 w 3283645"/>
                <a:gd name="connsiteY6844" fmla="*/ 135290 h 1449582"/>
                <a:gd name="connsiteX6845" fmla="*/ 93594 w 3283645"/>
                <a:gd name="connsiteY6845" fmla="*/ 130115 h 1449582"/>
                <a:gd name="connsiteX6846" fmla="*/ 88562 w 3283645"/>
                <a:gd name="connsiteY6846" fmla="*/ 140504 h 1449582"/>
                <a:gd name="connsiteX6847" fmla="*/ 104161 w 3283645"/>
                <a:gd name="connsiteY6847" fmla="*/ 135310 h 1449582"/>
                <a:gd name="connsiteX6848" fmla="*/ 109361 w 3283645"/>
                <a:gd name="connsiteY6848" fmla="*/ 135310 h 1449582"/>
                <a:gd name="connsiteX6849" fmla="*/ 114393 w 3283645"/>
                <a:gd name="connsiteY6849" fmla="*/ 135310 h 1449582"/>
                <a:gd name="connsiteX6850" fmla="*/ 119592 w 3283645"/>
                <a:gd name="connsiteY6850" fmla="*/ 135310 h 1449582"/>
                <a:gd name="connsiteX6851" fmla="*/ 124960 w 3283645"/>
                <a:gd name="connsiteY6851" fmla="*/ 140504 h 1449582"/>
                <a:gd name="connsiteX6852" fmla="*/ 135191 w 3283645"/>
                <a:gd name="connsiteY6852" fmla="*/ 140504 h 1449582"/>
                <a:gd name="connsiteX6853" fmla="*/ 145759 w 3283645"/>
                <a:gd name="connsiteY6853" fmla="*/ 140504 h 1449582"/>
                <a:gd name="connsiteX6854" fmla="*/ 155990 w 3283645"/>
                <a:gd name="connsiteY6854" fmla="*/ 140504 h 1449582"/>
                <a:gd name="connsiteX6855" fmla="*/ 171757 w 3283645"/>
                <a:gd name="connsiteY6855" fmla="*/ 145699 h 1449582"/>
                <a:gd name="connsiteX6856" fmla="*/ 181988 w 3283645"/>
                <a:gd name="connsiteY6856" fmla="*/ 145699 h 1449582"/>
                <a:gd name="connsiteX6857" fmla="*/ 187356 w 3283645"/>
                <a:gd name="connsiteY6857" fmla="*/ 145699 h 1449582"/>
                <a:gd name="connsiteX6858" fmla="*/ 192555 w 3283645"/>
                <a:gd name="connsiteY6858" fmla="*/ 145699 h 1449582"/>
                <a:gd name="connsiteX6859" fmla="*/ 202787 w 3283645"/>
                <a:gd name="connsiteY6859" fmla="*/ 145699 h 1449582"/>
                <a:gd name="connsiteX6860" fmla="*/ 208155 w 3283645"/>
                <a:gd name="connsiteY6860" fmla="*/ 145699 h 1449582"/>
                <a:gd name="connsiteX6861" fmla="*/ 213354 w 3283645"/>
                <a:gd name="connsiteY6861" fmla="*/ 145699 h 1449582"/>
                <a:gd name="connsiteX6862" fmla="*/ 218386 w 3283645"/>
                <a:gd name="connsiteY6862" fmla="*/ 145699 h 1449582"/>
                <a:gd name="connsiteX6863" fmla="*/ 223586 w 3283645"/>
                <a:gd name="connsiteY6863" fmla="*/ 145699 h 1449582"/>
                <a:gd name="connsiteX6864" fmla="*/ 228953 w 3283645"/>
                <a:gd name="connsiteY6864" fmla="*/ 150894 h 1449582"/>
                <a:gd name="connsiteX6865" fmla="*/ 228953 w 3283645"/>
                <a:gd name="connsiteY6865" fmla="*/ 244399 h 1449582"/>
                <a:gd name="connsiteX6866" fmla="*/ 223586 w 3283645"/>
                <a:gd name="connsiteY6866" fmla="*/ 244399 h 1449582"/>
                <a:gd name="connsiteX6867" fmla="*/ 218386 w 3283645"/>
                <a:gd name="connsiteY6867" fmla="*/ 244399 h 1449582"/>
                <a:gd name="connsiteX6868" fmla="*/ 213354 w 3283645"/>
                <a:gd name="connsiteY6868" fmla="*/ 244399 h 1449582"/>
                <a:gd name="connsiteX6869" fmla="*/ 208155 w 3283645"/>
                <a:gd name="connsiteY6869" fmla="*/ 244399 h 1449582"/>
                <a:gd name="connsiteX6870" fmla="*/ 202787 w 3283645"/>
                <a:gd name="connsiteY6870" fmla="*/ 244399 h 1449582"/>
                <a:gd name="connsiteX6871" fmla="*/ 213354 w 3283645"/>
                <a:gd name="connsiteY6871" fmla="*/ 228815 h 1449582"/>
                <a:gd name="connsiteX6872" fmla="*/ 197588 w 3283645"/>
                <a:gd name="connsiteY6872" fmla="*/ 239204 h 1449582"/>
                <a:gd name="connsiteX6873" fmla="*/ 192555 w 3283645"/>
                <a:gd name="connsiteY6873" fmla="*/ 239204 h 1449582"/>
                <a:gd name="connsiteX6874" fmla="*/ 187356 w 3283645"/>
                <a:gd name="connsiteY6874" fmla="*/ 239204 h 1449582"/>
                <a:gd name="connsiteX6875" fmla="*/ 181988 w 3283645"/>
                <a:gd name="connsiteY6875" fmla="*/ 239204 h 1449582"/>
                <a:gd name="connsiteX6876" fmla="*/ 176789 w 3283645"/>
                <a:gd name="connsiteY6876" fmla="*/ 233842 h 1449582"/>
                <a:gd name="connsiteX6877" fmla="*/ 171757 w 3283645"/>
                <a:gd name="connsiteY6877" fmla="*/ 233842 h 1449582"/>
                <a:gd name="connsiteX6878" fmla="*/ 161190 w 3283645"/>
                <a:gd name="connsiteY6878" fmla="*/ 233842 h 1449582"/>
                <a:gd name="connsiteX6879" fmla="*/ 161190 w 3283645"/>
                <a:gd name="connsiteY6879" fmla="*/ 239204 h 1449582"/>
                <a:gd name="connsiteX6880" fmla="*/ 155990 w 3283645"/>
                <a:gd name="connsiteY6880" fmla="*/ 228815 h 1449582"/>
                <a:gd name="connsiteX6881" fmla="*/ 140391 w 3283645"/>
                <a:gd name="connsiteY6881" fmla="*/ 233842 h 1449582"/>
                <a:gd name="connsiteX6882" fmla="*/ 130159 w 3283645"/>
                <a:gd name="connsiteY6882" fmla="*/ 233842 h 1449582"/>
                <a:gd name="connsiteX6883" fmla="*/ 130159 w 3283645"/>
                <a:gd name="connsiteY6883" fmla="*/ 239204 h 1449582"/>
                <a:gd name="connsiteX6884" fmla="*/ 124960 w 3283645"/>
                <a:gd name="connsiteY6884" fmla="*/ 244399 h 1449582"/>
                <a:gd name="connsiteX6885" fmla="*/ 109361 w 3283645"/>
                <a:gd name="connsiteY6885" fmla="*/ 239204 h 1449582"/>
                <a:gd name="connsiteX6886" fmla="*/ 83362 w 3283645"/>
                <a:gd name="connsiteY6886" fmla="*/ 254621 h 1449582"/>
                <a:gd name="connsiteX6887" fmla="*/ 77995 w 3283645"/>
                <a:gd name="connsiteY6887" fmla="*/ 259983 h 1449582"/>
                <a:gd name="connsiteX6888" fmla="*/ 72795 w 3283645"/>
                <a:gd name="connsiteY6888" fmla="*/ 259983 h 1449582"/>
                <a:gd name="connsiteX6889" fmla="*/ 72795 w 3283645"/>
                <a:gd name="connsiteY6889" fmla="*/ 249594 h 1449582"/>
                <a:gd name="connsiteX6890" fmla="*/ 67763 w 3283645"/>
                <a:gd name="connsiteY6890" fmla="*/ 259983 h 1449582"/>
                <a:gd name="connsiteX6891" fmla="*/ 62563 w 3283645"/>
                <a:gd name="connsiteY6891" fmla="*/ 259983 h 1449582"/>
                <a:gd name="connsiteX6892" fmla="*/ 57196 w 3283645"/>
                <a:gd name="connsiteY6892" fmla="*/ 259983 h 1449582"/>
                <a:gd name="connsiteX6893" fmla="*/ 51996 w 3283645"/>
                <a:gd name="connsiteY6893" fmla="*/ 254621 h 1449582"/>
                <a:gd name="connsiteX6894" fmla="*/ 46964 w 3283645"/>
                <a:gd name="connsiteY6894" fmla="*/ 259983 h 1449582"/>
                <a:gd name="connsiteX6895" fmla="*/ 46964 w 3283645"/>
                <a:gd name="connsiteY6895" fmla="*/ 254621 h 1449582"/>
                <a:gd name="connsiteX6896" fmla="*/ 46964 w 3283645"/>
                <a:gd name="connsiteY6896" fmla="*/ 249594 h 1449582"/>
                <a:gd name="connsiteX6897" fmla="*/ 41765 w 3283645"/>
                <a:gd name="connsiteY6897" fmla="*/ 239204 h 1449582"/>
                <a:gd name="connsiteX6898" fmla="*/ 36397 w 3283645"/>
                <a:gd name="connsiteY6898" fmla="*/ 239204 h 1449582"/>
                <a:gd name="connsiteX6899" fmla="*/ 31198 w 3283645"/>
                <a:gd name="connsiteY6899" fmla="*/ 244399 h 1449582"/>
                <a:gd name="connsiteX6900" fmla="*/ 31198 w 3283645"/>
                <a:gd name="connsiteY6900" fmla="*/ 239204 h 1449582"/>
                <a:gd name="connsiteX6901" fmla="*/ 20798 w 3283645"/>
                <a:gd name="connsiteY6901" fmla="*/ 233842 h 1449582"/>
                <a:gd name="connsiteX6902" fmla="*/ 15599 w 3283645"/>
                <a:gd name="connsiteY6902" fmla="*/ 233842 h 1449582"/>
                <a:gd name="connsiteX6903" fmla="*/ 15599 w 3283645"/>
                <a:gd name="connsiteY6903" fmla="*/ 228815 h 1449582"/>
                <a:gd name="connsiteX6904" fmla="*/ 10399 w 3283645"/>
                <a:gd name="connsiteY6904" fmla="*/ 228815 h 1449582"/>
                <a:gd name="connsiteX6905" fmla="*/ 15599 w 3283645"/>
                <a:gd name="connsiteY6905" fmla="*/ 223620 h 1449582"/>
                <a:gd name="connsiteX6906" fmla="*/ 20798 w 3283645"/>
                <a:gd name="connsiteY6906" fmla="*/ 218425 h 1449582"/>
                <a:gd name="connsiteX6907" fmla="*/ 31198 w 3283645"/>
                <a:gd name="connsiteY6907" fmla="*/ 218425 h 1449582"/>
                <a:gd name="connsiteX6908" fmla="*/ 36397 w 3283645"/>
                <a:gd name="connsiteY6908" fmla="*/ 213063 h 1449582"/>
                <a:gd name="connsiteX6909" fmla="*/ 41765 w 3283645"/>
                <a:gd name="connsiteY6909" fmla="*/ 218425 h 1449582"/>
                <a:gd name="connsiteX6910" fmla="*/ 51996 w 3283645"/>
                <a:gd name="connsiteY6910" fmla="*/ 213063 h 1449582"/>
                <a:gd name="connsiteX6911" fmla="*/ 51996 w 3283645"/>
                <a:gd name="connsiteY6911" fmla="*/ 197647 h 1449582"/>
                <a:gd name="connsiteX6912" fmla="*/ 51996 w 3283645"/>
                <a:gd name="connsiteY6912" fmla="*/ 187257 h 1449582"/>
                <a:gd name="connsiteX6913" fmla="*/ 57196 w 3283645"/>
                <a:gd name="connsiteY6913" fmla="*/ 187257 h 1449582"/>
                <a:gd name="connsiteX6914" fmla="*/ 57196 w 3283645"/>
                <a:gd name="connsiteY6914" fmla="*/ 176868 h 1449582"/>
                <a:gd name="connsiteX6915" fmla="*/ 46964 w 3283645"/>
                <a:gd name="connsiteY6915" fmla="*/ 171673 h 1449582"/>
                <a:gd name="connsiteX6916" fmla="*/ 46964 w 3283645"/>
                <a:gd name="connsiteY6916" fmla="*/ 166478 h 1449582"/>
                <a:gd name="connsiteX6917" fmla="*/ 41765 w 3283645"/>
                <a:gd name="connsiteY6917" fmla="*/ 166478 h 1449582"/>
                <a:gd name="connsiteX6918" fmla="*/ 36397 w 3283645"/>
                <a:gd name="connsiteY6918" fmla="*/ 166478 h 1449582"/>
                <a:gd name="connsiteX6919" fmla="*/ 31198 w 3283645"/>
                <a:gd name="connsiteY6919" fmla="*/ 166478 h 1449582"/>
                <a:gd name="connsiteX6920" fmla="*/ 26166 w 3283645"/>
                <a:gd name="connsiteY6920" fmla="*/ 166478 h 1449582"/>
                <a:gd name="connsiteX6921" fmla="*/ 15599 w 3283645"/>
                <a:gd name="connsiteY6921" fmla="*/ 161283 h 1449582"/>
                <a:gd name="connsiteX6922" fmla="*/ 10399 w 3283645"/>
                <a:gd name="connsiteY6922" fmla="*/ 156089 h 1449582"/>
                <a:gd name="connsiteX6923" fmla="*/ 20798 w 3283645"/>
                <a:gd name="connsiteY6923" fmla="*/ 156089 h 1449582"/>
                <a:gd name="connsiteX6924" fmla="*/ 26166 w 3283645"/>
                <a:gd name="connsiteY6924" fmla="*/ 156089 h 1449582"/>
                <a:gd name="connsiteX6925" fmla="*/ 31198 w 3283645"/>
                <a:gd name="connsiteY6925" fmla="*/ 150894 h 1449582"/>
                <a:gd name="connsiteX6926" fmla="*/ 36397 w 3283645"/>
                <a:gd name="connsiteY6926" fmla="*/ 145699 h 1449582"/>
                <a:gd name="connsiteX6927" fmla="*/ 46964 w 3283645"/>
                <a:gd name="connsiteY6927" fmla="*/ 140504 h 1449582"/>
                <a:gd name="connsiteX6928" fmla="*/ 57196 w 3283645"/>
                <a:gd name="connsiteY6928" fmla="*/ 140504 h 1449582"/>
                <a:gd name="connsiteX6929" fmla="*/ 62563 w 3283645"/>
                <a:gd name="connsiteY6929" fmla="*/ 140504 h 1449582"/>
                <a:gd name="connsiteX6930" fmla="*/ 72795 w 3283645"/>
                <a:gd name="connsiteY6930" fmla="*/ 140504 h 1449582"/>
                <a:gd name="connsiteX6931" fmla="*/ 72795 w 3283645"/>
                <a:gd name="connsiteY6931" fmla="*/ 135310 h 1449582"/>
                <a:gd name="connsiteX6932" fmla="*/ 83362 w 3283645"/>
                <a:gd name="connsiteY6932" fmla="*/ 135310 h 1449582"/>
                <a:gd name="connsiteX6933" fmla="*/ 93594 w 3283645"/>
                <a:gd name="connsiteY6933" fmla="*/ 130115 h 1449582"/>
                <a:gd name="connsiteX6934" fmla="*/ 867818 w 3283645"/>
                <a:gd name="connsiteY6934" fmla="*/ 129433 h 1449582"/>
                <a:gd name="connsiteX6935" fmla="*/ 862797 w 3283645"/>
                <a:gd name="connsiteY6935" fmla="*/ 134637 h 1449582"/>
                <a:gd name="connsiteX6936" fmla="*/ 867818 w 3283645"/>
                <a:gd name="connsiteY6936" fmla="*/ 129433 h 1449582"/>
                <a:gd name="connsiteX6937" fmla="*/ 665105 w 3283645"/>
                <a:gd name="connsiteY6937" fmla="*/ 124940 h 1449582"/>
                <a:gd name="connsiteX6938" fmla="*/ 670238 w 3283645"/>
                <a:gd name="connsiteY6938" fmla="*/ 124940 h 1449582"/>
                <a:gd name="connsiteX6939" fmla="*/ 675370 w 3283645"/>
                <a:gd name="connsiteY6939" fmla="*/ 130060 h 1449582"/>
                <a:gd name="connsiteX6940" fmla="*/ 675370 w 3283645"/>
                <a:gd name="connsiteY6940" fmla="*/ 140300 h 1449582"/>
                <a:gd name="connsiteX6941" fmla="*/ 670238 w 3283645"/>
                <a:gd name="connsiteY6941" fmla="*/ 140300 h 1449582"/>
                <a:gd name="connsiteX6942" fmla="*/ 659972 w 3283645"/>
                <a:gd name="connsiteY6942" fmla="*/ 140300 h 1449582"/>
                <a:gd name="connsiteX6943" fmla="*/ 654840 w 3283645"/>
                <a:gd name="connsiteY6943" fmla="*/ 140300 h 1449582"/>
                <a:gd name="connsiteX6944" fmla="*/ 659972 w 3283645"/>
                <a:gd name="connsiteY6944" fmla="*/ 135180 h 1449582"/>
                <a:gd name="connsiteX6945" fmla="*/ 654840 w 3283645"/>
                <a:gd name="connsiteY6945" fmla="*/ 130060 h 1449582"/>
                <a:gd name="connsiteX6946" fmla="*/ 659972 w 3283645"/>
                <a:gd name="connsiteY6946" fmla="*/ 130060 h 1449582"/>
                <a:gd name="connsiteX6947" fmla="*/ 665105 w 3283645"/>
                <a:gd name="connsiteY6947" fmla="*/ 124940 h 1449582"/>
                <a:gd name="connsiteX6948" fmla="*/ 1039123 w 3283645"/>
                <a:gd name="connsiteY6948" fmla="*/ 121401 h 1449582"/>
                <a:gd name="connsiteX6949" fmla="*/ 1039123 w 3283645"/>
                <a:gd name="connsiteY6949" fmla="*/ 124870 h 1449582"/>
                <a:gd name="connsiteX6950" fmla="*/ 1033758 w 3283645"/>
                <a:gd name="connsiteY6950" fmla="*/ 124870 h 1449582"/>
                <a:gd name="connsiteX6951" fmla="*/ 1028731 w 3283645"/>
                <a:gd name="connsiteY6951" fmla="*/ 124870 h 1449582"/>
                <a:gd name="connsiteX6952" fmla="*/ 1030679 w 3283645"/>
                <a:gd name="connsiteY6952" fmla="*/ 124220 h 1449582"/>
                <a:gd name="connsiteX6953" fmla="*/ 1039123 w 3283645"/>
                <a:gd name="connsiteY6953" fmla="*/ 119667 h 1449582"/>
                <a:gd name="connsiteX6954" fmla="*/ 1044319 w 3283645"/>
                <a:gd name="connsiteY6954" fmla="*/ 119667 h 1449582"/>
                <a:gd name="connsiteX6955" fmla="*/ 1039123 w 3283645"/>
                <a:gd name="connsiteY6955" fmla="*/ 121401 h 1449582"/>
                <a:gd name="connsiteX6956" fmla="*/ 1309680 w 3283645"/>
                <a:gd name="connsiteY6956" fmla="*/ 119026 h 1449582"/>
                <a:gd name="connsiteX6957" fmla="*/ 1314820 w 3283645"/>
                <a:gd name="connsiteY6957" fmla="*/ 119026 h 1449582"/>
                <a:gd name="connsiteX6958" fmla="*/ 1324936 w 3283645"/>
                <a:gd name="connsiteY6958" fmla="*/ 124146 h 1449582"/>
                <a:gd name="connsiteX6959" fmla="*/ 1330242 w 3283645"/>
                <a:gd name="connsiteY6959" fmla="*/ 124146 h 1449582"/>
                <a:gd name="connsiteX6960" fmla="*/ 1335383 w 3283645"/>
                <a:gd name="connsiteY6960" fmla="*/ 124146 h 1449582"/>
                <a:gd name="connsiteX6961" fmla="*/ 1335383 w 3283645"/>
                <a:gd name="connsiteY6961" fmla="*/ 134386 h 1449582"/>
                <a:gd name="connsiteX6962" fmla="*/ 1330242 w 3283645"/>
                <a:gd name="connsiteY6962" fmla="*/ 134386 h 1449582"/>
                <a:gd name="connsiteX6963" fmla="*/ 1319795 w 3283645"/>
                <a:gd name="connsiteY6963" fmla="*/ 129266 h 1449582"/>
                <a:gd name="connsiteX6964" fmla="*/ 1309680 w 3283645"/>
                <a:gd name="connsiteY6964" fmla="*/ 119026 h 1449582"/>
                <a:gd name="connsiteX6965" fmla="*/ 800521 w 3283645"/>
                <a:gd name="connsiteY6965" fmla="*/ 119026 h 1449582"/>
                <a:gd name="connsiteX6966" fmla="*/ 800521 w 3283645"/>
                <a:gd name="connsiteY6966" fmla="*/ 124230 h 1449582"/>
                <a:gd name="connsiteX6967" fmla="*/ 805711 w 3283645"/>
                <a:gd name="connsiteY6967" fmla="*/ 124230 h 1449582"/>
                <a:gd name="connsiteX6968" fmla="*/ 810733 w 3283645"/>
                <a:gd name="connsiteY6968" fmla="*/ 124230 h 1449582"/>
                <a:gd name="connsiteX6969" fmla="*/ 816090 w 3283645"/>
                <a:gd name="connsiteY6969" fmla="*/ 124230 h 1449582"/>
                <a:gd name="connsiteX6970" fmla="*/ 821280 w 3283645"/>
                <a:gd name="connsiteY6970" fmla="*/ 124230 h 1449582"/>
                <a:gd name="connsiteX6971" fmla="*/ 826470 w 3283645"/>
                <a:gd name="connsiteY6971" fmla="*/ 119026 h 1449582"/>
                <a:gd name="connsiteX6972" fmla="*/ 836849 w 3283645"/>
                <a:gd name="connsiteY6972" fmla="*/ 119026 h 1449582"/>
                <a:gd name="connsiteX6973" fmla="*/ 842038 w 3283645"/>
                <a:gd name="connsiteY6973" fmla="*/ 119026 h 1449582"/>
                <a:gd name="connsiteX6974" fmla="*/ 842038 w 3283645"/>
                <a:gd name="connsiteY6974" fmla="*/ 124230 h 1449582"/>
                <a:gd name="connsiteX6975" fmla="*/ 842038 w 3283645"/>
                <a:gd name="connsiteY6975" fmla="*/ 129433 h 1449582"/>
                <a:gd name="connsiteX6976" fmla="*/ 847061 w 3283645"/>
                <a:gd name="connsiteY6976" fmla="*/ 129433 h 1449582"/>
                <a:gd name="connsiteX6977" fmla="*/ 852417 w 3283645"/>
                <a:gd name="connsiteY6977" fmla="*/ 129433 h 1449582"/>
                <a:gd name="connsiteX6978" fmla="*/ 857607 w 3283645"/>
                <a:gd name="connsiteY6978" fmla="*/ 134637 h 1449582"/>
                <a:gd name="connsiteX6979" fmla="*/ 862797 w 3283645"/>
                <a:gd name="connsiteY6979" fmla="*/ 134637 h 1449582"/>
                <a:gd name="connsiteX6980" fmla="*/ 867818 w 3283645"/>
                <a:gd name="connsiteY6980" fmla="*/ 139840 h 1449582"/>
                <a:gd name="connsiteX6981" fmla="*/ 873175 w 3283645"/>
                <a:gd name="connsiteY6981" fmla="*/ 139840 h 1449582"/>
                <a:gd name="connsiteX6982" fmla="*/ 878365 w 3283645"/>
                <a:gd name="connsiteY6982" fmla="*/ 145044 h 1449582"/>
                <a:gd name="connsiteX6983" fmla="*/ 883555 w 3283645"/>
                <a:gd name="connsiteY6983" fmla="*/ 139840 h 1449582"/>
                <a:gd name="connsiteX6984" fmla="*/ 888577 w 3283645"/>
                <a:gd name="connsiteY6984" fmla="*/ 134637 h 1449582"/>
                <a:gd name="connsiteX6985" fmla="*/ 893934 w 3283645"/>
                <a:gd name="connsiteY6985" fmla="*/ 134637 h 1449582"/>
                <a:gd name="connsiteX6986" fmla="*/ 893934 w 3283645"/>
                <a:gd name="connsiteY6986" fmla="*/ 139840 h 1449582"/>
                <a:gd name="connsiteX6987" fmla="*/ 899124 w 3283645"/>
                <a:gd name="connsiteY6987" fmla="*/ 139840 h 1449582"/>
                <a:gd name="connsiteX6988" fmla="*/ 893934 w 3283645"/>
                <a:gd name="connsiteY6988" fmla="*/ 145044 h 1449582"/>
                <a:gd name="connsiteX6989" fmla="*/ 899124 w 3283645"/>
                <a:gd name="connsiteY6989" fmla="*/ 145044 h 1449582"/>
                <a:gd name="connsiteX6990" fmla="*/ 893934 w 3283645"/>
                <a:gd name="connsiteY6990" fmla="*/ 150248 h 1449582"/>
                <a:gd name="connsiteX6991" fmla="*/ 904313 w 3283645"/>
                <a:gd name="connsiteY6991" fmla="*/ 155451 h 1449582"/>
                <a:gd name="connsiteX6992" fmla="*/ 909335 w 3283645"/>
                <a:gd name="connsiteY6992" fmla="*/ 160655 h 1449582"/>
                <a:gd name="connsiteX6993" fmla="*/ 914692 w 3283645"/>
                <a:gd name="connsiteY6993" fmla="*/ 160655 h 1449582"/>
                <a:gd name="connsiteX6994" fmla="*/ 919882 w 3283645"/>
                <a:gd name="connsiteY6994" fmla="*/ 165858 h 1449582"/>
                <a:gd name="connsiteX6995" fmla="*/ 925071 w 3283645"/>
                <a:gd name="connsiteY6995" fmla="*/ 165858 h 1449582"/>
                <a:gd name="connsiteX6996" fmla="*/ 930093 w 3283645"/>
                <a:gd name="connsiteY6996" fmla="*/ 165858 h 1449582"/>
                <a:gd name="connsiteX6997" fmla="*/ 935451 w 3283645"/>
                <a:gd name="connsiteY6997" fmla="*/ 165858 h 1449582"/>
                <a:gd name="connsiteX6998" fmla="*/ 940640 w 3283645"/>
                <a:gd name="connsiteY6998" fmla="*/ 165858 h 1449582"/>
                <a:gd name="connsiteX6999" fmla="*/ 945830 w 3283645"/>
                <a:gd name="connsiteY6999" fmla="*/ 171062 h 1449582"/>
                <a:gd name="connsiteX7000" fmla="*/ 950852 w 3283645"/>
                <a:gd name="connsiteY7000" fmla="*/ 176266 h 1449582"/>
                <a:gd name="connsiteX7001" fmla="*/ 956209 w 3283645"/>
                <a:gd name="connsiteY7001" fmla="*/ 176266 h 1449582"/>
                <a:gd name="connsiteX7002" fmla="*/ 961398 w 3283645"/>
                <a:gd name="connsiteY7002" fmla="*/ 181469 h 1449582"/>
                <a:gd name="connsiteX7003" fmla="*/ 950852 w 3283645"/>
                <a:gd name="connsiteY7003" fmla="*/ 181469 h 1449582"/>
                <a:gd name="connsiteX7004" fmla="*/ 950852 w 3283645"/>
                <a:gd name="connsiteY7004" fmla="*/ 186673 h 1449582"/>
                <a:gd name="connsiteX7005" fmla="*/ 945830 w 3283645"/>
                <a:gd name="connsiteY7005" fmla="*/ 176266 h 1449582"/>
                <a:gd name="connsiteX7006" fmla="*/ 935451 w 3283645"/>
                <a:gd name="connsiteY7006" fmla="*/ 176266 h 1449582"/>
                <a:gd name="connsiteX7007" fmla="*/ 935451 w 3283645"/>
                <a:gd name="connsiteY7007" fmla="*/ 171062 h 1449582"/>
                <a:gd name="connsiteX7008" fmla="*/ 930093 w 3283645"/>
                <a:gd name="connsiteY7008" fmla="*/ 176266 h 1449582"/>
                <a:gd name="connsiteX7009" fmla="*/ 925071 w 3283645"/>
                <a:gd name="connsiteY7009" fmla="*/ 176266 h 1449582"/>
                <a:gd name="connsiteX7010" fmla="*/ 919882 w 3283645"/>
                <a:gd name="connsiteY7010" fmla="*/ 171062 h 1449582"/>
                <a:gd name="connsiteX7011" fmla="*/ 914692 w 3283645"/>
                <a:gd name="connsiteY7011" fmla="*/ 171062 h 1449582"/>
                <a:gd name="connsiteX7012" fmla="*/ 904313 w 3283645"/>
                <a:gd name="connsiteY7012" fmla="*/ 176266 h 1449582"/>
                <a:gd name="connsiteX7013" fmla="*/ 899124 w 3283645"/>
                <a:gd name="connsiteY7013" fmla="*/ 186673 h 1449582"/>
                <a:gd name="connsiteX7014" fmla="*/ 904313 w 3283645"/>
                <a:gd name="connsiteY7014" fmla="*/ 186673 h 1449582"/>
                <a:gd name="connsiteX7015" fmla="*/ 909335 w 3283645"/>
                <a:gd name="connsiteY7015" fmla="*/ 186673 h 1449582"/>
                <a:gd name="connsiteX7016" fmla="*/ 914692 w 3283645"/>
                <a:gd name="connsiteY7016" fmla="*/ 197080 h 1449582"/>
                <a:gd name="connsiteX7017" fmla="*/ 919882 w 3283645"/>
                <a:gd name="connsiteY7017" fmla="*/ 202284 h 1449582"/>
                <a:gd name="connsiteX7018" fmla="*/ 925071 w 3283645"/>
                <a:gd name="connsiteY7018" fmla="*/ 202284 h 1449582"/>
                <a:gd name="connsiteX7019" fmla="*/ 930093 w 3283645"/>
                <a:gd name="connsiteY7019" fmla="*/ 202284 h 1449582"/>
                <a:gd name="connsiteX7020" fmla="*/ 935451 w 3283645"/>
                <a:gd name="connsiteY7020" fmla="*/ 207487 h 1449582"/>
                <a:gd name="connsiteX7021" fmla="*/ 940640 w 3283645"/>
                <a:gd name="connsiteY7021" fmla="*/ 207487 h 1449582"/>
                <a:gd name="connsiteX7022" fmla="*/ 940640 w 3283645"/>
                <a:gd name="connsiteY7022" fmla="*/ 212523 h 1449582"/>
                <a:gd name="connsiteX7023" fmla="*/ 935451 w 3283645"/>
                <a:gd name="connsiteY7023" fmla="*/ 212523 h 1449582"/>
                <a:gd name="connsiteX7024" fmla="*/ 930093 w 3283645"/>
                <a:gd name="connsiteY7024" fmla="*/ 217894 h 1449582"/>
                <a:gd name="connsiteX7025" fmla="*/ 930093 w 3283645"/>
                <a:gd name="connsiteY7025" fmla="*/ 223098 h 1449582"/>
                <a:gd name="connsiteX7026" fmla="*/ 925071 w 3283645"/>
                <a:gd name="connsiteY7026" fmla="*/ 223098 h 1449582"/>
                <a:gd name="connsiteX7027" fmla="*/ 914692 w 3283645"/>
                <a:gd name="connsiteY7027" fmla="*/ 223098 h 1449582"/>
                <a:gd name="connsiteX7028" fmla="*/ 909335 w 3283645"/>
                <a:gd name="connsiteY7028" fmla="*/ 223098 h 1449582"/>
                <a:gd name="connsiteX7029" fmla="*/ 909335 w 3283645"/>
                <a:gd name="connsiteY7029" fmla="*/ 217894 h 1449582"/>
                <a:gd name="connsiteX7030" fmla="*/ 904313 w 3283645"/>
                <a:gd name="connsiteY7030" fmla="*/ 217894 h 1449582"/>
                <a:gd name="connsiteX7031" fmla="*/ 893934 w 3283645"/>
                <a:gd name="connsiteY7031" fmla="*/ 212523 h 1449582"/>
                <a:gd name="connsiteX7032" fmla="*/ 888577 w 3283645"/>
                <a:gd name="connsiteY7032" fmla="*/ 217894 h 1449582"/>
                <a:gd name="connsiteX7033" fmla="*/ 883555 w 3283645"/>
                <a:gd name="connsiteY7033" fmla="*/ 212523 h 1449582"/>
                <a:gd name="connsiteX7034" fmla="*/ 893934 w 3283645"/>
                <a:gd name="connsiteY7034" fmla="*/ 207487 h 1449582"/>
                <a:gd name="connsiteX7035" fmla="*/ 873175 w 3283645"/>
                <a:gd name="connsiteY7035" fmla="*/ 207487 h 1449582"/>
                <a:gd name="connsiteX7036" fmla="*/ 867818 w 3283645"/>
                <a:gd name="connsiteY7036" fmla="*/ 202284 h 1449582"/>
                <a:gd name="connsiteX7037" fmla="*/ 862797 w 3283645"/>
                <a:gd name="connsiteY7037" fmla="*/ 197080 h 1449582"/>
                <a:gd name="connsiteX7038" fmla="*/ 862797 w 3283645"/>
                <a:gd name="connsiteY7038" fmla="*/ 186673 h 1449582"/>
                <a:gd name="connsiteX7039" fmla="*/ 857607 w 3283645"/>
                <a:gd name="connsiteY7039" fmla="*/ 181469 h 1449582"/>
                <a:gd name="connsiteX7040" fmla="*/ 873175 w 3283645"/>
                <a:gd name="connsiteY7040" fmla="*/ 176266 h 1449582"/>
                <a:gd name="connsiteX7041" fmla="*/ 873175 w 3283645"/>
                <a:gd name="connsiteY7041" fmla="*/ 165858 h 1449582"/>
                <a:gd name="connsiteX7042" fmla="*/ 867818 w 3283645"/>
                <a:gd name="connsiteY7042" fmla="*/ 160655 h 1449582"/>
                <a:gd name="connsiteX7043" fmla="*/ 862797 w 3283645"/>
                <a:gd name="connsiteY7043" fmla="*/ 155451 h 1449582"/>
                <a:gd name="connsiteX7044" fmla="*/ 857607 w 3283645"/>
                <a:gd name="connsiteY7044" fmla="*/ 155451 h 1449582"/>
                <a:gd name="connsiteX7045" fmla="*/ 852417 w 3283645"/>
                <a:gd name="connsiteY7045" fmla="*/ 150248 h 1449582"/>
                <a:gd name="connsiteX7046" fmla="*/ 847061 w 3283645"/>
                <a:gd name="connsiteY7046" fmla="*/ 150248 h 1449582"/>
                <a:gd name="connsiteX7047" fmla="*/ 847061 w 3283645"/>
                <a:gd name="connsiteY7047" fmla="*/ 145044 h 1449582"/>
                <a:gd name="connsiteX7048" fmla="*/ 842038 w 3283645"/>
                <a:gd name="connsiteY7048" fmla="*/ 150248 h 1449582"/>
                <a:gd name="connsiteX7049" fmla="*/ 836849 w 3283645"/>
                <a:gd name="connsiteY7049" fmla="*/ 150248 h 1449582"/>
                <a:gd name="connsiteX7050" fmla="*/ 836849 w 3283645"/>
                <a:gd name="connsiteY7050" fmla="*/ 145044 h 1449582"/>
                <a:gd name="connsiteX7051" fmla="*/ 831659 w 3283645"/>
                <a:gd name="connsiteY7051" fmla="*/ 145044 h 1449582"/>
                <a:gd name="connsiteX7052" fmla="*/ 831659 w 3283645"/>
                <a:gd name="connsiteY7052" fmla="*/ 134637 h 1449582"/>
                <a:gd name="connsiteX7053" fmla="*/ 826470 w 3283645"/>
                <a:gd name="connsiteY7053" fmla="*/ 139840 h 1449582"/>
                <a:gd name="connsiteX7054" fmla="*/ 816090 w 3283645"/>
                <a:gd name="connsiteY7054" fmla="*/ 134637 h 1449582"/>
                <a:gd name="connsiteX7055" fmla="*/ 816090 w 3283645"/>
                <a:gd name="connsiteY7055" fmla="*/ 129433 h 1449582"/>
                <a:gd name="connsiteX7056" fmla="*/ 810733 w 3283645"/>
                <a:gd name="connsiteY7056" fmla="*/ 129433 h 1449582"/>
                <a:gd name="connsiteX7057" fmla="*/ 805711 w 3283645"/>
                <a:gd name="connsiteY7057" fmla="*/ 134637 h 1449582"/>
                <a:gd name="connsiteX7058" fmla="*/ 800521 w 3283645"/>
                <a:gd name="connsiteY7058" fmla="*/ 139840 h 1449582"/>
                <a:gd name="connsiteX7059" fmla="*/ 795332 w 3283645"/>
                <a:gd name="connsiteY7059" fmla="*/ 139840 h 1449582"/>
                <a:gd name="connsiteX7060" fmla="*/ 790143 w 3283645"/>
                <a:gd name="connsiteY7060" fmla="*/ 139840 h 1449582"/>
                <a:gd name="connsiteX7061" fmla="*/ 784953 w 3283645"/>
                <a:gd name="connsiteY7061" fmla="*/ 134637 h 1449582"/>
                <a:gd name="connsiteX7062" fmla="*/ 779763 w 3283645"/>
                <a:gd name="connsiteY7062" fmla="*/ 134637 h 1449582"/>
                <a:gd name="connsiteX7063" fmla="*/ 774574 w 3283645"/>
                <a:gd name="connsiteY7063" fmla="*/ 129433 h 1449582"/>
                <a:gd name="connsiteX7064" fmla="*/ 795332 w 3283645"/>
                <a:gd name="connsiteY7064" fmla="*/ 124230 h 1449582"/>
                <a:gd name="connsiteX7065" fmla="*/ 800521 w 3283645"/>
                <a:gd name="connsiteY7065" fmla="*/ 119026 h 1449582"/>
                <a:gd name="connsiteX7066" fmla="*/ 2041717 w 3283645"/>
                <a:gd name="connsiteY7066" fmla="*/ 108676 h 1449582"/>
                <a:gd name="connsiteX7067" fmla="*/ 2046971 w 3283645"/>
                <a:gd name="connsiteY7067" fmla="*/ 108676 h 1449582"/>
                <a:gd name="connsiteX7068" fmla="*/ 2046971 w 3283645"/>
                <a:gd name="connsiteY7068" fmla="*/ 113810 h 1449582"/>
                <a:gd name="connsiteX7069" fmla="*/ 2046971 w 3283645"/>
                <a:gd name="connsiteY7069" fmla="*/ 118943 h 1449582"/>
                <a:gd name="connsiteX7070" fmla="*/ 2057479 w 3283645"/>
                <a:gd name="connsiteY7070" fmla="*/ 129210 h 1449582"/>
                <a:gd name="connsiteX7071" fmla="*/ 2046971 w 3283645"/>
                <a:gd name="connsiteY7071" fmla="*/ 129210 h 1449582"/>
                <a:gd name="connsiteX7072" fmla="*/ 2041717 w 3283645"/>
                <a:gd name="connsiteY7072" fmla="*/ 129210 h 1449582"/>
                <a:gd name="connsiteX7073" fmla="*/ 2041717 w 3283645"/>
                <a:gd name="connsiteY7073" fmla="*/ 124077 h 1449582"/>
                <a:gd name="connsiteX7074" fmla="*/ 2031040 w 3283645"/>
                <a:gd name="connsiteY7074" fmla="*/ 118943 h 1449582"/>
                <a:gd name="connsiteX7075" fmla="*/ 2036463 w 3283645"/>
                <a:gd name="connsiteY7075" fmla="*/ 113810 h 1449582"/>
                <a:gd name="connsiteX7076" fmla="*/ 467909 w 3283645"/>
                <a:gd name="connsiteY7076" fmla="*/ 108676 h 1449582"/>
                <a:gd name="connsiteX7077" fmla="*/ 473103 w 3283645"/>
                <a:gd name="connsiteY7077" fmla="*/ 108676 h 1449582"/>
                <a:gd name="connsiteX7078" fmla="*/ 478465 w 3283645"/>
                <a:gd name="connsiteY7078" fmla="*/ 108676 h 1449582"/>
                <a:gd name="connsiteX7079" fmla="*/ 478465 w 3283645"/>
                <a:gd name="connsiteY7079" fmla="*/ 113833 h 1449582"/>
                <a:gd name="connsiteX7080" fmla="*/ 478465 w 3283645"/>
                <a:gd name="connsiteY7080" fmla="*/ 118989 h 1449582"/>
                <a:gd name="connsiteX7081" fmla="*/ 483491 w 3283645"/>
                <a:gd name="connsiteY7081" fmla="*/ 118989 h 1449582"/>
                <a:gd name="connsiteX7082" fmla="*/ 488686 w 3283645"/>
                <a:gd name="connsiteY7082" fmla="*/ 118989 h 1449582"/>
                <a:gd name="connsiteX7083" fmla="*/ 493880 w 3283645"/>
                <a:gd name="connsiteY7083" fmla="*/ 113833 h 1449582"/>
                <a:gd name="connsiteX7084" fmla="*/ 499241 w 3283645"/>
                <a:gd name="connsiteY7084" fmla="*/ 113833 h 1449582"/>
                <a:gd name="connsiteX7085" fmla="*/ 504268 w 3283645"/>
                <a:gd name="connsiteY7085" fmla="*/ 113833 h 1449582"/>
                <a:gd name="connsiteX7086" fmla="*/ 504268 w 3283645"/>
                <a:gd name="connsiteY7086" fmla="*/ 118989 h 1449582"/>
                <a:gd name="connsiteX7087" fmla="*/ 504268 w 3283645"/>
                <a:gd name="connsiteY7087" fmla="*/ 124146 h 1449582"/>
                <a:gd name="connsiteX7088" fmla="*/ 509462 w 3283645"/>
                <a:gd name="connsiteY7088" fmla="*/ 118989 h 1449582"/>
                <a:gd name="connsiteX7089" fmla="*/ 514656 w 3283645"/>
                <a:gd name="connsiteY7089" fmla="*/ 118989 h 1449582"/>
                <a:gd name="connsiteX7090" fmla="*/ 520018 w 3283645"/>
                <a:gd name="connsiteY7090" fmla="*/ 118989 h 1449582"/>
                <a:gd name="connsiteX7091" fmla="*/ 530238 w 3283645"/>
                <a:gd name="connsiteY7091" fmla="*/ 118989 h 1449582"/>
                <a:gd name="connsiteX7092" fmla="*/ 535432 w 3283645"/>
                <a:gd name="connsiteY7092" fmla="*/ 118989 h 1449582"/>
                <a:gd name="connsiteX7093" fmla="*/ 535432 w 3283645"/>
                <a:gd name="connsiteY7093" fmla="*/ 124146 h 1449582"/>
                <a:gd name="connsiteX7094" fmla="*/ 540794 w 3283645"/>
                <a:gd name="connsiteY7094" fmla="*/ 129302 h 1449582"/>
                <a:gd name="connsiteX7095" fmla="*/ 551015 w 3283645"/>
                <a:gd name="connsiteY7095" fmla="*/ 124146 h 1449582"/>
                <a:gd name="connsiteX7096" fmla="*/ 551015 w 3283645"/>
                <a:gd name="connsiteY7096" fmla="*/ 118989 h 1449582"/>
                <a:gd name="connsiteX7097" fmla="*/ 545820 w 3283645"/>
                <a:gd name="connsiteY7097" fmla="*/ 118989 h 1449582"/>
                <a:gd name="connsiteX7098" fmla="*/ 545820 w 3283645"/>
                <a:gd name="connsiteY7098" fmla="*/ 113833 h 1449582"/>
                <a:gd name="connsiteX7099" fmla="*/ 545820 w 3283645"/>
                <a:gd name="connsiteY7099" fmla="*/ 108676 h 1449582"/>
                <a:gd name="connsiteX7100" fmla="*/ 551015 w 3283645"/>
                <a:gd name="connsiteY7100" fmla="*/ 108676 h 1449582"/>
                <a:gd name="connsiteX7101" fmla="*/ 556209 w 3283645"/>
                <a:gd name="connsiteY7101" fmla="*/ 108676 h 1449582"/>
                <a:gd name="connsiteX7102" fmla="*/ 561403 w 3283645"/>
                <a:gd name="connsiteY7102" fmla="*/ 113833 h 1449582"/>
                <a:gd name="connsiteX7103" fmla="*/ 571791 w 3283645"/>
                <a:gd name="connsiteY7103" fmla="*/ 134459 h 1449582"/>
                <a:gd name="connsiteX7104" fmla="*/ 582179 w 3283645"/>
                <a:gd name="connsiteY7104" fmla="*/ 139616 h 1449582"/>
                <a:gd name="connsiteX7105" fmla="*/ 587373 w 3283645"/>
                <a:gd name="connsiteY7105" fmla="*/ 134459 h 1449582"/>
                <a:gd name="connsiteX7106" fmla="*/ 597761 w 3283645"/>
                <a:gd name="connsiteY7106" fmla="*/ 139616 h 1449582"/>
                <a:gd name="connsiteX7107" fmla="*/ 587373 w 3283645"/>
                <a:gd name="connsiteY7107" fmla="*/ 149929 h 1449582"/>
                <a:gd name="connsiteX7108" fmla="*/ 582179 w 3283645"/>
                <a:gd name="connsiteY7108" fmla="*/ 149929 h 1449582"/>
                <a:gd name="connsiteX7109" fmla="*/ 566597 w 3283645"/>
                <a:gd name="connsiteY7109" fmla="*/ 149929 h 1449582"/>
                <a:gd name="connsiteX7110" fmla="*/ 556209 w 3283645"/>
                <a:gd name="connsiteY7110" fmla="*/ 144772 h 1449582"/>
                <a:gd name="connsiteX7111" fmla="*/ 556209 w 3283645"/>
                <a:gd name="connsiteY7111" fmla="*/ 139616 h 1449582"/>
                <a:gd name="connsiteX7112" fmla="*/ 551015 w 3283645"/>
                <a:gd name="connsiteY7112" fmla="*/ 144772 h 1449582"/>
                <a:gd name="connsiteX7113" fmla="*/ 545820 w 3283645"/>
                <a:gd name="connsiteY7113" fmla="*/ 144772 h 1449582"/>
                <a:gd name="connsiteX7114" fmla="*/ 540794 w 3283645"/>
                <a:gd name="connsiteY7114" fmla="*/ 144772 h 1449582"/>
                <a:gd name="connsiteX7115" fmla="*/ 530238 w 3283645"/>
                <a:gd name="connsiteY7115" fmla="*/ 149929 h 1449582"/>
                <a:gd name="connsiteX7116" fmla="*/ 520018 w 3283645"/>
                <a:gd name="connsiteY7116" fmla="*/ 149929 h 1449582"/>
                <a:gd name="connsiteX7117" fmla="*/ 509462 w 3283645"/>
                <a:gd name="connsiteY7117" fmla="*/ 155086 h 1449582"/>
                <a:gd name="connsiteX7118" fmla="*/ 504268 w 3283645"/>
                <a:gd name="connsiteY7118" fmla="*/ 155086 h 1449582"/>
                <a:gd name="connsiteX7119" fmla="*/ 493880 w 3283645"/>
                <a:gd name="connsiteY7119" fmla="*/ 155086 h 1449582"/>
                <a:gd name="connsiteX7120" fmla="*/ 493880 w 3283645"/>
                <a:gd name="connsiteY7120" fmla="*/ 149929 h 1449582"/>
                <a:gd name="connsiteX7121" fmla="*/ 483491 w 3283645"/>
                <a:gd name="connsiteY7121" fmla="*/ 144772 h 1449582"/>
                <a:gd name="connsiteX7122" fmla="*/ 478465 w 3283645"/>
                <a:gd name="connsiteY7122" fmla="*/ 144772 h 1449582"/>
                <a:gd name="connsiteX7123" fmla="*/ 467909 w 3283645"/>
                <a:gd name="connsiteY7123" fmla="*/ 144772 h 1449582"/>
                <a:gd name="connsiteX7124" fmla="*/ 483491 w 3283645"/>
                <a:gd name="connsiteY7124" fmla="*/ 139616 h 1449582"/>
                <a:gd name="connsiteX7125" fmla="*/ 488686 w 3283645"/>
                <a:gd name="connsiteY7125" fmla="*/ 144772 h 1449582"/>
                <a:gd name="connsiteX7126" fmla="*/ 499241 w 3283645"/>
                <a:gd name="connsiteY7126" fmla="*/ 144772 h 1449582"/>
                <a:gd name="connsiteX7127" fmla="*/ 504268 w 3283645"/>
                <a:gd name="connsiteY7127" fmla="*/ 139616 h 1449582"/>
                <a:gd name="connsiteX7128" fmla="*/ 509462 w 3283645"/>
                <a:gd name="connsiteY7128" fmla="*/ 134459 h 1449582"/>
                <a:gd name="connsiteX7129" fmla="*/ 509462 w 3283645"/>
                <a:gd name="connsiteY7129" fmla="*/ 129302 h 1449582"/>
                <a:gd name="connsiteX7130" fmla="*/ 504268 w 3283645"/>
                <a:gd name="connsiteY7130" fmla="*/ 129302 h 1449582"/>
                <a:gd name="connsiteX7131" fmla="*/ 493880 w 3283645"/>
                <a:gd name="connsiteY7131" fmla="*/ 129302 h 1449582"/>
                <a:gd name="connsiteX7132" fmla="*/ 483491 w 3283645"/>
                <a:gd name="connsiteY7132" fmla="*/ 129302 h 1449582"/>
                <a:gd name="connsiteX7133" fmla="*/ 473103 w 3283645"/>
                <a:gd name="connsiteY7133" fmla="*/ 129302 h 1449582"/>
                <a:gd name="connsiteX7134" fmla="*/ 462715 w 3283645"/>
                <a:gd name="connsiteY7134" fmla="*/ 129302 h 1449582"/>
                <a:gd name="connsiteX7135" fmla="*/ 457689 w 3283645"/>
                <a:gd name="connsiteY7135" fmla="*/ 129302 h 1449582"/>
                <a:gd name="connsiteX7136" fmla="*/ 452327 w 3283645"/>
                <a:gd name="connsiteY7136" fmla="*/ 129302 h 1449582"/>
                <a:gd name="connsiteX7137" fmla="*/ 457689 w 3283645"/>
                <a:gd name="connsiteY7137" fmla="*/ 118989 h 1449582"/>
                <a:gd name="connsiteX7138" fmla="*/ 452327 w 3283645"/>
                <a:gd name="connsiteY7138" fmla="*/ 118989 h 1449582"/>
                <a:gd name="connsiteX7139" fmla="*/ 452327 w 3283645"/>
                <a:gd name="connsiteY7139" fmla="*/ 113833 h 1449582"/>
                <a:gd name="connsiteX7140" fmla="*/ 457689 w 3283645"/>
                <a:gd name="connsiteY7140" fmla="*/ 113833 h 1449582"/>
                <a:gd name="connsiteX7141" fmla="*/ 462715 w 3283645"/>
                <a:gd name="connsiteY7141" fmla="*/ 113833 h 1449582"/>
                <a:gd name="connsiteX7142" fmla="*/ 467909 w 3283645"/>
                <a:gd name="connsiteY7142" fmla="*/ 108676 h 1449582"/>
                <a:gd name="connsiteX7143" fmla="*/ 800441 w 3283645"/>
                <a:gd name="connsiteY7143" fmla="*/ 103501 h 1449582"/>
                <a:gd name="connsiteX7144" fmla="*/ 810621 w 3283645"/>
                <a:gd name="connsiteY7144" fmla="*/ 103501 h 1449582"/>
                <a:gd name="connsiteX7145" fmla="*/ 805615 w 3283645"/>
                <a:gd name="connsiteY7145" fmla="*/ 108514 h 1449582"/>
                <a:gd name="connsiteX7146" fmla="*/ 779622 w 3283645"/>
                <a:gd name="connsiteY7146" fmla="*/ 103501 h 1449582"/>
                <a:gd name="connsiteX7147" fmla="*/ 789929 w 3283645"/>
                <a:gd name="connsiteY7147" fmla="*/ 113796 h 1449582"/>
                <a:gd name="connsiteX7148" fmla="*/ 764164 w 3283645"/>
                <a:gd name="connsiteY7148" fmla="*/ 134385 h 1449582"/>
                <a:gd name="connsiteX7149" fmla="*/ 759011 w 3283645"/>
                <a:gd name="connsiteY7149" fmla="*/ 134385 h 1449582"/>
                <a:gd name="connsiteX7150" fmla="*/ 759011 w 3283645"/>
                <a:gd name="connsiteY7150" fmla="*/ 129238 h 1449582"/>
                <a:gd name="connsiteX7151" fmla="*/ 759011 w 3283645"/>
                <a:gd name="connsiteY7151" fmla="*/ 118943 h 1449582"/>
                <a:gd name="connsiteX7152" fmla="*/ 753858 w 3283645"/>
                <a:gd name="connsiteY7152" fmla="*/ 118943 h 1449582"/>
                <a:gd name="connsiteX7153" fmla="*/ 748705 w 3283645"/>
                <a:gd name="connsiteY7153" fmla="*/ 118943 h 1449582"/>
                <a:gd name="connsiteX7154" fmla="*/ 748705 w 3283645"/>
                <a:gd name="connsiteY7154" fmla="*/ 113796 h 1449582"/>
                <a:gd name="connsiteX7155" fmla="*/ 759011 w 3283645"/>
                <a:gd name="connsiteY7155" fmla="*/ 108648 h 1449582"/>
                <a:gd name="connsiteX7156" fmla="*/ 764164 w 3283645"/>
                <a:gd name="connsiteY7156" fmla="*/ 108648 h 1449582"/>
                <a:gd name="connsiteX7157" fmla="*/ 769316 w 3283645"/>
                <a:gd name="connsiteY7157" fmla="*/ 108648 h 1449582"/>
                <a:gd name="connsiteX7158" fmla="*/ 779622 w 3283645"/>
                <a:gd name="connsiteY7158" fmla="*/ 103501 h 1449582"/>
                <a:gd name="connsiteX7159" fmla="*/ 732313 w 3283645"/>
                <a:gd name="connsiteY7159" fmla="*/ 103501 h 1449582"/>
                <a:gd name="connsiteX7160" fmla="*/ 737454 w 3283645"/>
                <a:gd name="connsiteY7160" fmla="*/ 103501 h 1449582"/>
                <a:gd name="connsiteX7161" fmla="*/ 737454 w 3283645"/>
                <a:gd name="connsiteY7161" fmla="*/ 108648 h 1449582"/>
                <a:gd name="connsiteX7162" fmla="*/ 732313 w 3283645"/>
                <a:gd name="connsiteY7162" fmla="*/ 108648 h 1449582"/>
                <a:gd name="connsiteX7163" fmla="*/ 732313 w 3283645"/>
                <a:gd name="connsiteY7163" fmla="*/ 118943 h 1449582"/>
                <a:gd name="connsiteX7164" fmla="*/ 732313 w 3283645"/>
                <a:gd name="connsiteY7164" fmla="*/ 124090 h 1449582"/>
                <a:gd name="connsiteX7165" fmla="*/ 732313 w 3283645"/>
                <a:gd name="connsiteY7165" fmla="*/ 134385 h 1449582"/>
                <a:gd name="connsiteX7166" fmla="*/ 727173 w 3283645"/>
                <a:gd name="connsiteY7166" fmla="*/ 134385 h 1449582"/>
                <a:gd name="connsiteX7167" fmla="*/ 722032 w 3283645"/>
                <a:gd name="connsiteY7167" fmla="*/ 134385 h 1449582"/>
                <a:gd name="connsiteX7168" fmla="*/ 716892 w 3283645"/>
                <a:gd name="connsiteY7168" fmla="*/ 134385 h 1449582"/>
                <a:gd name="connsiteX7169" fmla="*/ 711751 w 3283645"/>
                <a:gd name="connsiteY7169" fmla="*/ 124090 h 1449582"/>
                <a:gd name="connsiteX7170" fmla="*/ 716892 w 3283645"/>
                <a:gd name="connsiteY7170" fmla="*/ 118943 h 1449582"/>
                <a:gd name="connsiteX7171" fmla="*/ 716892 w 3283645"/>
                <a:gd name="connsiteY7171" fmla="*/ 113796 h 1449582"/>
                <a:gd name="connsiteX7172" fmla="*/ 716892 w 3283645"/>
                <a:gd name="connsiteY7172" fmla="*/ 108648 h 1449582"/>
                <a:gd name="connsiteX7173" fmla="*/ 732313 w 3283645"/>
                <a:gd name="connsiteY7173" fmla="*/ 103501 h 1449582"/>
                <a:gd name="connsiteX7174" fmla="*/ 670313 w 3283645"/>
                <a:gd name="connsiteY7174" fmla="*/ 103501 h 1449582"/>
                <a:gd name="connsiteX7175" fmla="*/ 675464 w 3283645"/>
                <a:gd name="connsiteY7175" fmla="*/ 103501 h 1449582"/>
                <a:gd name="connsiteX7176" fmla="*/ 680614 w 3283645"/>
                <a:gd name="connsiteY7176" fmla="*/ 103501 h 1449582"/>
                <a:gd name="connsiteX7177" fmla="*/ 685763 w 3283645"/>
                <a:gd name="connsiteY7177" fmla="*/ 103501 h 1449582"/>
                <a:gd name="connsiteX7178" fmla="*/ 690913 w 3283645"/>
                <a:gd name="connsiteY7178" fmla="*/ 103501 h 1449582"/>
                <a:gd name="connsiteX7179" fmla="*/ 685763 w 3283645"/>
                <a:gd name="connsiteY7179" fmla="*/ 108594 h 1449582"/>
                <a:gd name="connsiteX7180" fmla="*/ 680614 w 3283645"/>
                <a:gd name="connsiteY7180" fmla="*/ 108594 h 1449582"/>
                <a:gd name="connsiteX7181" fmla="*/ 670313 w 3283645"/>
                <a:gd name="connsiteY7181" fmla="*/ 103501 h 1449582"/>
                <a:gd name="connsiteX7182" fmla="*/ 660014 w 3283645"/>
                <a:gd name="connsiteY7182" fmla="*/ 103501 h 1449582"/>
                <a:gd name="connsiteX7183" fmla="*/ 665163 w 3283645"/>
                <a:gd name="connsiteY7183" fmla="*/ 103501 h 1449582"/>
                <a:gd name="connsiteX7184" fmla="*/ 665163 w 3283645"/>
                <a:gd name="connsiteY7184" fmla="*/ 108594 h 1449582"/>
                <a:gd name="connsiteX7185" fmla="*/ 665163 w 3283645"/>
                <a:gd name="connsiteY7185" fmla="*/ 113687 h 1449582"/>
                <a:gd name="connsiteX7186" fmla="*/ 660014 w 3283645"/>
                <a:gd name="connsiteY7186" fmla="*/ 113687 h 1449582"/>
                <a:gd name="connsiteX7187" fmla="*/ 660014 w 3283645"/>
                <a:gd name="connsiteY7187" fmla="*/ 108594 h 1449582"/>
                <a:gd name="connsiteX7188" fmla="*/ 660014 w 3283645"/>
                <a:gd name="connsiteY7188" fmla="*/ 103501 h 1449582"/>
                <a:gd name="connsiteX7189" fmla="*/ 618569 w 3283645"/>
                <a:gd name="connsiteY7189" fmla="*/ 103501 h 1449582"/>
                <a:gd name="connsiteX7190" fmla="*/ 623715 w 3283645"/>
                <a:gd name="connsiteY7190" fmla="*/ 103501 h 1449582"/>
                <a:gd name="connsiteX7191" fmla="*/ 623715 w 3283645"/>
                <a:gd name="connsiteY7191" fmla="*/ 108635 h 1449582"/>
                <a:gd name="connsiteX7192" fmla="*/ 628861 w 3283645"/>
                <a:gd name="connsiteY7192" fmla="*/ 113768 h 1449582"/>
                <a:gd name="connsiteX7193" fmla="*/ 634007 w 3283645"/>
                <a:gd name="connsiteY7193" fmla="*/ 113768 h 1449582"/>
                <a:gd name="connsiteX7194" fmla="*/ 639152 w 3283645"/>
                <a:gd name="connsiteY7194" fmla="*/ 118902 h 1449582"/>
                <a:gd name="connsiteX7195" fmla="*/ 634007 w 3283645"/>
                <a:gd name="connsiteY7195" fmla="*/ 118902 h 1449582"/>
                <a:gd name="connsiteX7196" fmla="*/ 623715 w 3283645"/>
                <a:gd name="connsiteY7196" fmla="*/ 113768 h 1449582"/>
                <a:gd name="connsiteX7197" fmla="*/ 623715 w 3283645"/>
                <a:gd name="connsiteY7197" fmla="*/ 124035 h 1449582"/>
                <a:gd name="connsiteX7198" fmla="*/ 618569 w 3283645"/>
                <a:gd name="connsiteY7198" fmla="*/ 118902 h 1449582"/>
                <a:gd name="connsiteX7199" fmla="*/ 613423 w 3283645"/>
                <a:gd name="connsiteY7199" fmla="*/ 113768 h 1449582"/>
                <a:gd name="connsiteX7200" fmla="*/ 608277 w 3283645"/>
                <a:gd name="connsiteY7200" fmla="*/ 113768 h 1449582"/>
                <a:gd name="connsiteX7201" fmla="*/ 618569 w 3283645"/>
                <a:gd name="connsiteY7201" fmla="*/ 103501 h 1449582"/>
                <a:gd name="connsiteX7202" fmla="*/ 395667 w 3283645"/>
                <a:gd name="connsiteY7202" fmla="*/ 98325 h 1449582"/>
                <a:gd name="connsiteX7203" fmla="*/ 411101 w 3283645"/>
                <a:gd name="connsiteY7203" fmla="*/ 98325 h 1449582"/>
                <a:gd name="connsiteX7204" fmla="*/ 421502 w 3283645"/>
                <a:gd name="connsiteY7204" fmla="*/ 98325 h 1449582"/>
                <a:gd name="connsiteX7205" fmla="*/ 431903 w 3283645"/>
                <a:gd name="connsiteY7205" fmla="*/ 103467 h 1449582"/>
                <a:gd name="connsiteX7206" fmla="*/ 437271 w 3283645"/>
                <a:gd name="connsiteY7206" fmla="*/ 103467 h 1449582"/>
                <a:gd name="connsiteX7207" fmla="*/ 447504 w 3283645"/>
                <a:gd name="connsiteY7207" fmla="*/ 98325 h 1449582"/>
                <a:gd name="connsiteX7208" fmla="*/ 452705 w 3283645"/>
                <a:gd name="connsiteY7208" fmla="*/ 98325 h 1449582"/>
                <a:gd name="connsiteX7209" fmla="*/ 458073 w 3283645"/>
                <a:gd name="connsiteY7209" fmla="*/ 103467 h 1449582"/>
                <a:gd name="connsiteX7210" fmla="*/ 447504 w 3283645"/>
                <a:gd name="connsiteY7210" fmla="*/ 103467 h 1449582"/>
                <a:gd name="connsiteX7211" fmla="*/ 437271 w 3283645"/>
                <a:gd name="connsiteY7211" fmla="*/ 108609 h 1449582"/>
                <a:gd name="connsiteX7212" fmla="*/ 431903 w 3283645"/>
                <a:gd name="connsiteY7212" fmla="*/ 108609 h 1449582"/>
                <a:gd name="connsiteX7213" fmla="*/ 421502 w 3283645"/>
                <a:gd name="connsiteY7213" fmla="*/ 113750 h 1449582"/>
                <a:gd name="connsiteX7214" fmla="*/ 421502 w 3283645"/>
                <a:gd name="connsiteY7214" fmla="*/ 118892 h 1449582"/>
                <a:gd name="connsiteX7215" fmla="*/ 400699 w 3283645"/>
                <a:gd name="connsiteY7215" fmla="*/ 124034 h 1449582"/>
                <a:gd name="connsiteX7216" fmla="*/ 395667 w 3283645"/>
                <a:gd name="connsiteY7216" fmla="*/ 124034 h 1449582"/>
                <a:gd name="connsiteX7217" fmla="*/ 390298 w 3283645"/>
                <a:gd name="connsiteY7217" fmla="*/ 118892 h 1449582"/>
                <a:gd name="connsiteX7218" fmla="*/ 385098 w 3283645"/>
                <a:gd name="connsiteY7218" fmla="*/ 113750 h 1449582"/>
                <a:gd name="connsiteX7219" fmla="*/ 390298 w 3283645"/>
                <a:gd name="connsiteY7219" fmla="*/ 113750 h 1449582"/>
                <a:gd name="connsiteX7220" fmla="*/ 395667 w 3283645"/>
                <a:gd name="connsiteY7220" fmla="*/ 108609 h 1449582"/>
                <a:gd name="connsiteX7221" fmla="*/ 395667 w 3283645"/>
                <a:gd name="connsiteY7221" fmla="*/ 103467 h 1449582"/>
                <a:gd name="connsiteX7222" fmla="*/ 395667 w 3283645"/>
                <a:gd name="connsiteY7222" fmla="*/ 98325 h 1449582"/>
                <a:gd name="connsiteX7223" fmla="*/ 2078287 w 3283645"/>
                <a:gd name="connsiteY7223" fmla="*/ 82801 h 1449582"/>
                <a:gd name="connsiteX7224" fmla="*/ 2083433 w 3283645"/>
                <a:gd name="connsiteY7224" fmla="*/ 82801 h 1449582"/>
                <a:gd name="connsiteX7225" fmla="*/ 2088579 w 3283645"/>
                <a:gd name="connsiteY7225" fmla="*/ 82801 h 1449582"/>
                <a:gd name="connsiteX7226" fmla="*/ 2093559 w 3283645"/>
                <a:gd name="connsiteY7226" fmla="*/ 82801 h 1449582"/>
                <a:gd name="connsiteX7227" fmla="*/ 2098871 w 3283645"/>
                <a:gd name="connsiteY7227" fmla="*/ 82801 h 1449582"/>
                <a:gd name="connsiteX7228" fmla="*/ 2093559 w 3283645"/>
                <a:gd name="connsiteY7228" fmla="*/ 87921 h 1449582"/>
                <a:gd name="connsiteX7229" fmla="*/ 2088579 w 3283645"/>
                <a:gd name="connsiteY7229" fmla="*/ 87921 h 1449582"/>
                <a:gd name="connsiteX7230" fmla="*/ 2083433 w 3283645"/>
                <a:gd name="connsiteY7230" fmla="*/ 87921 h 1449582"/>
                <a:gd name="connsiteX7231" fmla="*/ 2078287 w 3283645"/>
                <a:gd name="connsiteY7231" fmla="*/ 93041 h 1449582"/>
                <a:gd name="connsiteX7232" fmla="*/ 2072975 w 3283645"/>
                <a:gd name="connsiteY7232" fmla="*/ 98161 h 1449582"/>
                <a:gd name="connsiteX7233" fmla="*/ 2067995 w 3283645"/>
                <a:gd name="connsiteY7233" fmla="*/ 93041 h 1449582"/>
                <a:gd name="connsiteX7234" fmla="*/ 2072975 w 3283645"/>
                <a:gd name="connsiteY7234" fmla="*/ 87921 h 1449582"/>
                <a:gd name="connsiteX7235" fmla="*/ 2078287 w 3283645"/>
                <a:gd name="connsiteY7235" fmla="*/ 82801 h 1449582"/>
                <a:gd name="connsiteX7236" fmla="*/ 769337 w 3283645"/>
                <a:gd name="connsiteY7236" fmla="*/ 82801 h 1449582"/>
                <a:gd name="connsiteX7237" fmla="*/ 774490 w 3283645"/>
                <a:gd name="connsiteY7237" fmla="*/ 82801 h 1449582"/>
                <a:gd name="connsiteX7238" fmla="*/ 779643 w 3283645"/>
                <a:gd name="connsiteY7238" fmla="*/ 82801 h 1449582"/>
                <a:gd name="connsiteX7239" fmla="*/ 784796 w 3283645"/>
                <a:gd name="connsiteY7239" fmla="*/ 82801 h 1449582"/>
                <a:gd name="connsiteX7240" fmla="*/ 789950 w 3283645"/>
                <a:gd name="connsiteY7240" fmla="*/ 82801 h 1449582"/>
                <a:gd name="connsiteX7241" fmla="*/ 795102 w 3283645"/>
                <a:gd name="connsiteY7241" fmla="*/ 82801 h 1449582"/>
                <a:gd name="connsiteX7242" fmla="*/ 795102 w 3283645"/>
                <a:gd name="connsiteY7242" fmla="*/ 87814 h 1449582"/>
                <a:gd name="connsiteX7243" fmla="*/ 789950 w 3283645"/>
                <a:gd name="connsiteY7243" fmla="*/ 87814 h 1449582"/>
                <a:gd name="connsiteX7244" fmla="*/ 784796 w 3283645"/>
                <a:gd name="connsiteY7244" fmla="*/ 87814 h 1449582"/>
                <a:gd name="connsiteX7245" fmla="*/ 774490 w 3283645"/>
                <a:gd name="connsiteY7245" fmla="*/ 87814 h 1449582"/>
                <a:gd name="connsiteX7246" fmla="*/ 769337 w 3283645"/>
                <a:gd name="connsiteY7246" fmla="*/ 82801 h 1449582"/>
                <a:gd name="connsiteX7247" fmla="*/ 764185 w 3283645"/>
                <a:gd name="connsiteY7247" fmla="*/ 82801 h 1449582"/>
                <a:gd name="connsiteX7248" fmla="*/ 759031 w 3283645"/>
                <a:gd name="connsiteY7248" fmla="*/ 87814 h 1449582"/>
                <a:gd name="connsiteX7249" fmla="*/ 753878 w 3283645"/>
                <a:gd name="connsiteY7249" fmla="*/ 87814 h 1449582"/>
                <a:gd name="connsiteX7250" fmla="*/ 764185 w 3283645"/>
                <a:gd name="connsiteY7250" fmla="*/ 82801 h 1449582"/>
                <a:gd name="connsiteX7251" fmla="*/ 727955 w 3283645"/>
                <a:gd name="connsiteY7251" fmla="*/ 82801 h 1449582"/>
                <a:gd name="connsiteX7252" fmla="*/ 733074 w 3283645"/>
                <a:gd name="connsiteY7252" fmla="*/ 87814 h 1449582"/>
                <a:gd name="connsiteX7253" fmla="*/ 722836 w 3283645"/>
                <a:gd name="connsiteY7253" fmla="*/ 87814 h 1449582"/>
                <a:gd name="connsiteX7254" fmla="*/ 727955 w 3283645"/>
                <a:gd name="connsiteY7254" fmla="*/ 82801 h 1449582"/>
                <a:gd name="connsiteX7255" fmla="*/ 2852512 w 3283645"/>
                <a:gd name="connsiteY7255" fmla="*/ 77625 h 1449582"/>
                <a:gd name="connsiteX7256" fmla="*/ 2857733 w 3283645"/>
                <a:gd name="connsiteY7256" fmla="*/ 82718 h 1449582"/>
                <a:gd name="connsiteX7257" fmla="*/ 2852512 w 3283645"/>
                <a:gd name="connsiteY7257" fmla="*/ 82718 h 1449582"/>
                <a:gd name="connsiteX7258" fmla="*/ 2821184 w 3283645"/>
                <a:gd name="connsiteY7258" fmla="*/ 77625 h 1449582"/>
                <a:gd name="connsiteX7259" fmla="*/ 2826406 w 3283645"/>
                <a:gd name="connsiteY7259" fmla="*/ 77625 h 1449582"/>
                <a:gd name="connsiteX7260" fmla="*/ 2831627 w 3283645"/>
                <a:gd name="connsiteY7260" fmla="*/ 77625 h 1449582"/>
                <a:gd name="connsiteX7261" fmla="*/ 2831627 w 3283645"/>
                <a:gd name="connsiteY7261" fmla="*/ 82718 h 1449582"/>
                <a:gd name="connsiteX7262" fmla="*/ 2826406 w 3283645"/>
                <a:gd name="connsiteY7262" fmla="*/ 82718 h 1449582"/>
                <a:gd name="connsiteX7263" fmla="*/ 2821184 w 3283645"/>
                <a:gd name="connsiteY7263" fmla="*/ 82718 h 1449582"/>
                <a:gd name="connsiteX7264" fmla="*/ 2821184 w 3283645"/>
                <a:gd name="connsiteY7264" fmla="*/ 87811 h 1449582"/>
                <a:gd name="connsiteX7265" fmla="*/ 2815963 w 3283645"/>
                <a:gd name="connsiteY7265" fmla="*/ 82718 h 1449582"/>
                <a:gd name="connsiteX7266" fmla="*/ 2821184 w 3283645"/>
                <a:gd name="connsiteY7266" fmla="*/ 77625 h 1449582"/>
                <a:gd name="connsiteX7267" fmla="*/ 685881 w 3283645"/>
                <a:gd name="connsiteY7267" fmla="*/ 72451 h 1449582"/>
                <a:gd name="connsiteX7268" fmla="*/ 691027 w 3283645"/>
                <a:gd name="connsiteY7268" fmla="*/ 77571 h 1449582"/>
                <a:gd name="connsiteX7269" fmla="*/ 696173 w 3283645"/>
                <a:gd name="connsiteY7269" fmla="*/ 77571 h 1449582"/>
                <a:gd name="connsiteX7270" fmla="*/ 701320 w 3283645"/>
                <a:gd name="connsiteY7270" fmla="*/ 77571 h 1449582"/>
                <a:gd name="connsiteX7271" fmla="*/ 706465 w 3283645"/>
                <a:gd name="connsiteY7271" fmla="*/ 77571 h 1449582"/>
                <a:gd name="connsiteX7272" fmla="*/ 711611 w 3283645"/>
                <a:gd name="connsiteY7272" fmla="*/ 77571 h 1449582"/>
                <a:gd name="connsiteX7273" fmla="*/ 716757 w 3283645"/>
                <a:gd name="connsiteY7273" fmla="*/ 87811 h 1449582"/>
                <a:gd name="connsiteX7274" fmla="*/ 706465 w 3283645"/>
                <a:gd name="connsiteY7274" fmla="*/ 87811 h 1449582"/>
                <a:gd name="connsiteX7275" fmla="*/ 701320 w 3283645"/>
                <a:gd name="connsiteY7275" fmla="*/ 87811 h 1449582"/>
                <a:gd name="connsiteX7276" fmla="*/ 696173 w 3283645"/>
                <a:gd name="connsiteY7276" fmla="*/ 87811 h 1449582"/>
                <a:gd name="connsiteX7277" fmla="*/ 691027 w 3283645"/>
                <a:gd name="connsiteY7277" fmla="*/ 82691 h 1449582"/>
                <a:gd name="connsiteX7278" fmla="*/ 685881 w 3283645"/>
                <a:gd name="connsiteY7278" fmla="*/ 72451 h 1449582"/>
                <a:gd name="connsiteX7279" fmla="*/ 919617 w 3283645"/>
                <a:gd name="connsiteY7279" fmla="*/ 67638 h 1449582"/>
                <a:gd name="connsiteX7280" fmla="*/ 924812 w 3283645"/>
                <a:gd name="connsiteY7280" fmla="*/ 67638 h 1449582"/>
                <a:gd name="connsiteX7281" fmla="*/ 924812 w 3283645"/>
                <a:gd name="connsiteY7281" fmla="*/ 72841 h 1449582"/>
                <a:gd name="connsiteX7282" fmla="*/ 919617 w 3283645"/>
                <a:gd name="connsiteY7282" fmla="*/ 72841 h 1449582"/>
                <a:gd name="connsiteX7283" fmla="*/ 919617 w 3283645"/>
                <a:gd name="connsiteY7283" fmla="*/ 67638 h 1449582"/>
                <a:gd name="connsiteX7284" fmla="*/ 904028 w 3283645"/>
                <a:gd name="connsiteY7284" fmla="*/ 67638 h 1449582"/>
                <a:gd name="connsiteX7285" fmla="*/ 914421 w 3283645"/>
                <a:gd name="connsiteY7285" fmla="*/ 67638 h 1449582"/>
                <a:gd name="connsiteX7286" fmla="*/ 904028 w 3283645"/>
                <a:gd name="connsiteY7286" fmla="*/ 72841 h 1449582"/>
                <a:gd name="connsiteX7287" fmla="*/ 904028 w 3283645"/>
                <a:gd name="connsiteY7287" fmla="*/ 67638 h 1449582"/>
                <a:gd name="connsiteX7288" fmla="*/ 795269 w 3283645"/>
                <a:gd name="connsiteY7288" fmla="*/ 67275 h 1449582"/>
                <a:gd name="connsiteX7289" fmla="*/ 800360 w 3283645"/>
                <a:gd name="connsiteY7289" fmla="*/ 67275 h 1449582"/>
                <a:gd name="connsiteX7290" fmla="*/ 805451 w 3283645"/>
                <a:gd name="connsiteY7290" fmla="*/ 67275 h 1449582"/>
                <a:gd name="connsiteX7291" fmla="*/ 795269 w 3283645"/>
                <a:gd name="connsiteY7291" fmla="*/ 72288 h 1449582"/>
                <a:gd name="connsiteX7292" fmla="*/ 795269 w 3283645"/>
                <a:gd name="connsiteY7292" fmla="*/ 67275 h 1449582"/>
                <a:gd name="connsiteX7293" fmla="*/ 2493876 w 3283645"/>
                <a:gd name="connsiteY7293" fmla="*/ 62100 h 1449582"/>
                <a:gd name="connsiteX7294" fmla="*/ 2509299 w 3283645"/>
                <a:gd name="connsiteY7294" fmla="*/ 62100 h 1449582"/>
                <a:gd name="connsiteX7295" fmla="*/ 2509299 w 3283645"/>
                <a:gd name="connsiteY7295" fmla="*/ 67296 h 1449582"/>
                <a:gd name="connsiteX7296" fmla="*/ 2514664 w 3283645"/>
                <a:gd name="connsiteY7296" fmla="*/ 72491 h 1449582"/>
                <a:gd name="connsiteX7297" fmla="*/ 2519693 w 3283645"/>
                <a:gd name="connsiteY7297" fmla="*/ 72491 h 1449582"/>
                <a:gd name="connsiteX7298" fmla="*/ 2524890 w 3283645"/>
                <a:gd name="connsiteY7298" fmla="*/ 72491 h 1449582"/>
                <a:gd name="connsiteX7299" fmla="*/ 2530087 w 3283645"/>
                <a:gd name="connsiteY7299" fmla="*/ 72491 h 1449582"/>
                <a:gd name="connsiteX7300" fmla="*/ 2535452 w 3283645"/>
                <a:gd name="connsiteY7300" fmla="*/ 77687 h 1449582"/>
                <a:gd name="connsiteX7301" fmla="*/ 2545678 w 3283645"/>
                <a:gd name="connsiteY7301" fmla="*/ 72491 h 1449582"/>
                <a:gd name="connsiteX7302" fmla="*/ 2556239 w 3283645"/>
                <a:gd name="connsiteY7302" fmla="*/ 72491 h 1449582"/>
                <a:gd name="connsiteX7303" fmla="*/ 2561269 w 3283645"/>
                <a:gd name="connsiteY7303" fmla="*/ 72491 h 1449582"/>
                <a:gd name="connsiteX7304" fmla="*/ 2566466 w 3283645"/>
                <a:gd name="connsiteY7304" fmla="*/ 72491 h 1449582"/>
                <a:gd name="connsiteX7305" fmla="*/ 2571663 w 3283645"/>
                <a:gd name="connsiteY7305" fmla="*/ 72491 h 1449582"/>
                <a:gd name="connsiteX7306" fmla="*/ 2582057 w 3283645"/>
                <a:gd name="connsiteY7306" fmla="*/ 77687 h 1449582"/>
                <a:gd name="connsiteX7307" fmla="*/ 2587254 w 3283645"/>
                <a:gd name="connsiteY7307" fmla="*/ 82882 h 1449582"/>
                <a:gd name="connsiteX7308" fmla="*/ 2571663 w 3283645"/>
                <a:gd name="connsiteY7308" fmla="*/ 88078 h 1449582"/>
                <a:gd name="connsiteX7309" fmla="*/ 2566466 w 3283645"/>
                <a:gd name="connsiteY7309" fmla="*/ 88078 h 1449582"/>
                <a:gd name="connsiteX7310" fmla="*/ 2561269 w 3283645"/>
                <a:gd name="connsiteY7310" fmla="*/ 88078 h 1449582"/>
                <a:gd name="connsiteX7311" fmla="*/ 2556239 w 3283645"/>
                <a:gd name="connsiteY7311" fmla="*/ 93273 h 1449582"/>
                <a:gd name="connsiteX7312" fmla="*/ 2550875 w 3283645"/>
                <a:gd name="connsiteY7312" fmla="*/ 93273 h 1449582"/>
                <a:gd name="connsiteX7313" fmla="*/ 2540481 w 3283645"/>
                <a:gd name="connsiteY7313" fmla="*/ 98469 h 1449582"/>
                <a:gd name="connsiteX7314" fmla="*/ 2535452 w 3283645"/>
                <a:gd name="connsiteY7314" fmla="*/ 98469 h 1449582"/>
                <a:gd name="connsiteX7315" fmla="*/ 2530087 w 3283645"/>
                <a:gd name="connsiteY7315" fmla="*/ 103664 h 1449582"/>
                <a:gd name="connsiteX7316" fmla="*/ 2524890 w 3283645"/>
                <a:gd name="connsiteY7316" fmla="*/ 108860 h 1449582"/>
                <a:gd name="connsiteX7317" fmla="*/ 2535452 w 3283645"/>
                <a:gd name="connsiteY7317" fmla="*/ 108860 h 1449582"/>
                <a:gd name="connsiteX7318" fmla="*/ 2545678 w 3283645"/>
                <a:gd name="connsiteY7318" fmla="*/ 108860 h 1449582"/>
                <a:gd name="connsiteX7319" fmla="*/ 2556239 w 3283645"/>
                <a:gd name="connsiteY7319" fmla="*/ 108860 h 1449582"/>
                <a:gd name="connsiteX7320" fmla="*/ 2561269 w 3283645"/>
                <a:gd name="connsiteY7320" fmla="*/ 108860 h 1449582"/>
                <a:gd name="connsiteX7321" fmla="*/ 2571663 w 3283645"/>
                <a:gd name="connsiteY7321" fmla="*/ 103664 h 1449582"/>
                <a:gd name="connsiteX7322" fmla="*/ 2577027 w 3283645"/>
                <a:gd name="connsiteY7322" fmla="*/ 103664 h 1449582"/>
                <a:gd name="connsiteX7323" fmla="*/ 2582057 w 3283645"/>
                <a:gd name="connsiteY7323" fmla="*/ 103664 h 1449582"/>
                <a:gd name="connsiteX7324" fmla="*/ 2587254 w 3283645"/>
                <a:gd name="connsiteY7324" fmla="*/ 103664 h 1449582"/>
                <a:gd name="connsiteX7325" fmla="*/ 2587254 w 3283645"/>
                <a:gd name="connsiteY7325" fmla="*/ 108860 h 1449582"/>
                <a:gd name="connsiteX7326" fmla="*/ 2592450 w 3283645"/>
                <a:gd name="connsiteY7326" fmla="*/ 114056 h 1449582"/>
                <a:gd name="connsiteX7327" fmla="*/ 2597815 w 3283645"/>
                <a:gd name="connsiteY7327" fmla="*/ 114056 h 1449582"/>
                <a:gd name="connsiteX7328" fmla="*/ 2597815 w 3283645"/>
                <a:gd name="connsiteY7328" fmla="*/ 108860 h 1449582"/>
                <a:gd name="connsiteX7329" fmla="*/ 2608041 w 3283645"/>
                <a:gd name="connsiteY7329" fmla="*/ 108860 h 1449582"/>
                <a:gd name="connsiteX7330" fmla="*/ 2623632 w 3283645"/>
                <a:gd name="connsiteY7330" fmla="*/ 108860 h 1449582"/>
                <a:gd name="connsiteX7331" fmla="*/ 2634026 w 3283645"/>
                <a:gd name="connsiteY7331" fmla="*/ 108860 h 1449582"/>
                <a:gd name="connsiteX7332" fmla="*/ 2639391 w 3283645"/>
                <a:gd name="connsiteY7332" fmla="*/ 108860 h 1449582"/>
                <a:gd name="connsiteX7333" fmla="*/ 2649617 w 3283645"/>
                <a:gd name="connsiteY7333" fmla="*/ 114056 h 1449582"/>
                <a:gd name="connsiteX7334" fmla="*/ 2660178 w 3283645"/>
                <a:gd name="connsiteY7334" fmla="*/ 114056 h 1449582"/>
                <a:gd name="connsiteX7335" fmla="*/ 2665208 w 3283645"/>
                <a:gd name="connsiteY7335" fmla="*/ 114056 h 1449582"/>
                <a:gd name="connsiteX7336" fmla="*/ 2670405 w 3283645"/>
                <a:gd name="connsiteY7336" fmla="*/ 114056 h 1449582"/>
                <a:gd name="connsiteX7337" fmla="*/ 2680966 w 3283645"/>
                <a:gd name="connsiteY7337" fmla="*/ 114056 h 1449582"/>
                <a:gd name="connsiteX7338" fmla="*/ 2685996 w 3283645"/>
                <a:gd name="connsiteY7338" fmla="*/ 114056 h 1449582"/>
                <a:gd name="connsiteX7339" fmla="*/ 2691192 w 3283645"/>
                <a:gd name="connsiteY7339" fmla="*/ 108860 h 1449582"/>
                <a:gd name="connsiteX7340" fmla="*/ 2696389 w 3283645"/>
                <a:gd name="connsiteY7340" fmla="*/ 103664 h 1449582"/>
                <a:gd name="connsiteX7341" fmla="*/ 2701754 w 3283645"/>
                <a:gd name="connsiteY7341" fmla="*/ 103664 h 1449582"/>
                <a:gd name="connsiteX7342" fmla="*/ 2706783 w 3283645"/>
                <a:gd name="connsiteY7342" fmla="*/ 108860 h 1449582"/>
                <a:gd name="connsiteX7343" fmla="*/ 2706783 w 3283645"/>
                <a:gd name="connsiteY7343" fmla="*/ 114056 h 1449582"/>
                <a:gd name="connsiteX7344" fmla="*/ 2711980 w 3283645"/>
                <a:gd name="connsiteY7344" fmla="*/ 124447 h 1449582"/>
                <a:gd name="connsiteX7345" fmla="*/ 2717177 w 3283645"/>
                <a:gd name="connsiteY7345" fmla="*/ 124447 h 1449582"/>
                <a:gd name="connsiteX7346" fmla="*/ 2717177 w 3283645"/>
                <a:gd name="connsiteY7346" fmla="*/ 129642 h 1449582"/>
                <a:gd name="connsiteX7347" fmla="*/ 2722374 w 3283645"/>
                <a:gd name="connsiteY7347" fmla="*/ 124447 h 1449582"/>
                <a:gd name="connsiteX7348" fmla="*/ 2722374 w 3283645"/>
                <a:gd name="connsiteY7348" fmla="*/ 119251 h 1449582"/>
                <a:gd name="connsiteX7349" fmla="*/ 2727571 w 3283645"/>
                <a:gd name="connsiteY7349" fmla="*/ 124447 h 1449582"/>
                <a:gd name="connsiteX7350" fmla="*/ 2732768 w 3283645"/>
                <a:gd name="connsiteY7350" fmla="*/ 124447 h 1449582"/>
                <a:gd name="connsiteX7351" fmla="*/ 2737965 w 3283645"/>
                <a:gd name="connsiteY7351" fmla="*/ 124447 h 1449582"/>
                <a:gd name="connsiteX7352" fmla="*/ 2743330 w 3283645"/>
                <a:gd name="connsiteY7352" fmla="*/ 134838 h 1449582"/>
                <a:gd name="connsiteX7353" fmla="*/ 2753556 w 3283645"/>
                <a:gd name="connsiteY7353" fmla="*/ 140033 h 1449582"/>
                <a:gd name="connsiteX7354" fmla="*/ 2758753 w 3283645"/>
                <a:gd name="connsiteY7354" fmla="*/ 134838 h 1449582"/>
                <a:gd name="connsiteX7355" fmla="*/ 2774344 w 3283645"/>
                <a:gd name="connsiteY7355" fmla="*/ 124447 h 1449582"/>
                <a:gd name="connsiteX7356" fmla="*/ 2779541 w 3283645"/>
                <a:gd name="connsiteY7356" fmla="*/ 129642 h 1449582"/>
                <a:gd name="connsiteX7357" fmla="*/ 2784738 w 3283645"/>
                <a:gd name="connsiteY7357" fmla="*/ 129642 h 1449582"/>
                <a:gd name="connsiteX7358" fmla="*/ 2789934 w 3283645"/>
                <a:gd name="connsiteY7358" fmla="*/ 129642 h 1449582"/>
                <a:gd name="connsiteX7359" fmla="*/ 2795131 w 3283645"/>
                <a:gd name="connsiteY7359" fmla="*/ 129642 h 1449582"/>
                <a:gd name="connsiteX7360" fmla="*/ 2800328 w 3283645"/>
                <a:gd name="connsiteY7360" fmla="*/ 124447 h 1449582"/>
                <a:gd name="connsiteX7361" fmla="*/ 2810722 w 3283645"/>
                <a:gd name="connsiteY7361" fmla="*/ 129642 h 1449582"/>
                <a:gd name="connsiteX7362" fmla="*/ 2815919 w 3283645"/>
                <a:gd name="connsiteY7362" fmla="*/ 134838 h 1449582"/>
                <a:gd name="connsiteX7363" fmla="*/ 2821116 w 3283645"/>
                <a:gd name="connsiteY7363" fmla="*/ 129642 h 1449582"/>
                <a:gd name="connsiteX7364" fmla="*/ 2826313 w 3283645"/>
                <a:gd name="connsiteY7364" fmla="*/ 129642 h 1449582"/>
                <a:gd name="connsiteX7365" fmla="*/ 2831510 w 3283645"/>
                <a:gd name="connsiteY7365" fmla="*/ 129642 h 1449582"/>
                <a:gd name="connsiteX7366" fmla="*/ 2836707 w 3283645"/>
                <a:gd name="connsiteY7366" fmla="*/ 129642 h 1449582"/>
                <a:gd name="connsiteX7367" fmla="*/ 2841904 w 3283645"/>
                <a:gd name="connsiteY7367" fmla="*/ 124447 h 1449582"/>
                <a:gd name="connsiteX7368" fmla="*/ 2841904 w 3283645"/>
                <a:gd name="connsiteY7368" fmla="*/ 119251 h 1449582"/>
                <a:gd name="connsiteX7369" fmla="*/ 2847101 w 3283645"/>
                <a:gd name="connsiteY7369" fmla="*/ 114056 h 1449582"/>
                <a:gd name="connsiteX7370" fmla="*/ 2862692 w 3283645"/>
                <a:gd name="connsiteY7370" fmla="*/ 114056 h 1449582"/>
                <a:gd name="connsiteX7371" fmla="*/ 2867889 w 3283645"/>
                <a:gd name="connsiteY7371" fmla="*/ 114056 h 1449582"/>
                <a:gd name="connsiteX7372" fmla="*/ 2878283 w 3283645"/>
                <a:gd name="connsiteY7372" fmla="*/ 114056 h 1449582"/>
                <a:gd name="connsiteX7373" fmla="*/ 2883480 w 3283645"/>
                <a:gd name="connsiteY7373" fmla="*/ 119251 h 1449582"/>
                <a:gd name="connsiteX7374" fmla="*/ 2867889 w 3283645"/>
                <a:gd name="connsiteY7374" fmla="*/ 124447 h 1449582"/>
                <a:gd name="connsiteX7375" fmla="*/ 2883480 w 3283645"/>
                <a:gd name="connsiteY7375" fmla="*/ 124447 h 1449582"/>
                <a:gd name="connsiteX7376" fmla="*/ 2893873 w 3283645"/>
                <a:gd name="connsiteY7376" fmla="*/ 129642 h 1449582"/>
                <a:gd name="connsiteX7377" fmla="*/ 2904267 w 3283645"/>
                <a:gd name="connsiteY7377" fmla="*/ 119251 h 1449582"/>
                <a:gd name="connsiteX7378" fmla="*/ 2909464 w 3283645"/>
                <a:gd name="connsiteY7378" fmla="*/ 119251 h 1449582"/>
                <a:gd name="connsiteX7379" fmla="*/ 2914661 w 3283645"/>
                <a:gd name="connsiteY7379" fmla="*/ 119251 h 1449582"/>
                <a:gd name="connsiteX7380" fmla="*/ 2919858 w 3283645"/>
                <a:gd name="connsiteY7380" fmla="*/ 119251 h 1449582"/>
                <a:gd name="connsiteX7381" fmla="*/ 2925055 w 3283645"/>
                <a:gd name="connsiteY7381" fmla="*/ 119251 h 1449582"/>
                <a:gd name="connsiteX7382" fmla="*/ 2925055 w 3283645"/>
                <a:gd name="connsiteY7382" fmla="*/ 124447 h 1449582"/>
                <a:gd name="connsiteX7383" fmla="*/ 2925055 w 3283645"/>
                <a:gd name="connsiteY7383" fmla="*/ 129642 h 1449582"/>
                <a:gd name="connsiteX7384" fmla="*/ 2930252 w 3283645"/>
                <a:gd name="connsiteY7384" fmla="*/ 129642 h 1449582"/>
                <a:gd name="connsiteX7385" fmla="*/ 2935449 w 3283645"/>
                <a:gd name="connsiteY7385" fmla="*/ 129642 h 1449582"/>
                <a:gd name="connsiteX7386" fmla="*/ 2940646 w 3283645"/>
                <a:gd name="connsiteY7386" fmla="*/ 129642 h 1449582"/>
                <a:gd name="connsiteX7387" fmla="*/ 2945843 w 3283645"/>
                <a:gd name="connsiteY7387" fmla="*/ 134838 h 1449582"/>
                <a:gd name="connsiteX7388" fmla="*/ 2951040 w 3283645"/>
                <a:gd name="connsiteY7388" fmla="*/ 134838 h 1449582"/>
                <a:gd name="connsiteX7389" fmla="*/ 2956237 w 3283645"/>
                <a:gd name="connsiteY7389" fmla="*/ 134838 h 1449582"/>
                <a:gd name="connsiteX7390" fmla="*/ 2966631 w 3283645"/>
                <a:gd name="connsiteY7390" fmla="*/ 134838 h 1449582"/>
                <a:gd name="connsiteX7391" fmla="*/ 2971828 w 3283645"/>
                <a:gd name="connsiteY7391" fmla="*/ 134838 h 1449582"/>
                <a:gd name="connsiteX7392" fmla="*/ 2982222 w 3283645"/>
                <a:gd name="connsiteY7392" fmla="*/ 134838 h 1449582"/>
                <a:gd name="connsiteX7393" fmla="*/ 2997812 w 3283645"/>
                <a:gd name="connsiteY7393" fmla="*/ 134838 h 1449582"/>
                <a:gd name="connsiteX7394" fmla="*/ 3003009 w 3283645"/>
                <a:gd name="connsiteY7394" fmla="*/ 134838 h 1449582"/>
                <a:gd name="connsiteX7395" fmla="*/ 3013403 w 3283645"/>
                <a:gd name="connsiteY7395" fmla="*/ 134838 h 1449582"/>
                <a:gd name="connsiteX7396" fmla="*/ 3018600 w 3283645"/>
                <a:gd name="connsiteY7396" fmla="*/ 140033 h 1449582"/>
                <a:gd name="connsiteX7397" fmla="*/ 3018600 w 3283645"/>
                <a:gd name="connsiteY7397" fmla="*/ 145229 h 1449582"/>
                <a:gd name="connsiteX7398" fmla="*/ 3023797 w 3283645"/>
                <a:gd name="connsiteY7398" fmla="*/ 145229 h 1449582"/>
                <a:gd name="connsiteX7399" fmla="*/ 3028826 w 3283645"/>
                <a:gd name="connsiteY7399" fmla="*/ 150425 h 1449582"/>
                <a:gd name="connsiteX7400" fmla="*/ 3034191 w 3283645"/>
                <a:gd name="connsiteY7400" fmla="*/ 160816 h 1449582"/>
                <a:gd name="connsiteX7401" fmla="*/ 3039388 w 3283645"/>
                <a:gd name="connsiteY7401" fmla="*/ 160816 h 1449582"/>
                <a:gd name="connsiteX7402" fmla="*/ 3039388 w 3283645"/>
                <a:gd name="connsiteY7402" fmla="*/ 155620 h 1449582"/>
                <a:gd name="connsiteX7403" fmla="*/ 3039388 w 3283645"/>
                <a:gd name="connsiteY7403" fmla="*/ 150425 h 1449582"/>
                <a:gd name="connsiteX7404" fmla="*/ 3044585 w 3283645"/>
                <a:gd name="connsiteY7404" fmla="*/ 150425 h 1449582"/>
                <a:gd name="connsiteX7405" fmla="*/ 3049614 w 3283645"/>
                <a:gd name="connsiteY7405" fmla="*/ 150425 h 1449582"/>
                <a:gd name="connsiteX7406" fmla="*/ 3054979 w 3283645"/>
                <a:gd name="connsiteY7406" fmla="*/ 150425 h 1449582"/>
                <a:gd name="connsiteX7407" fmla="*/ 3060176 w 3283645"/>
                <a:gd name="connsiteY7407" fmla="*/ 150425 h 1449582"/>
                <a:gd name="connsiteX7408" fmla="*/ 3065373 w 3283645"/>
                <a:gd name="connsiteY7408" fmla="*/ 150425 h 1449582"/>
                <a:gd name="connsiteX7409" fmla="*/ 3070402 w 3283645"/>
                <a:gd name="connsiteY7409" fmla="*/ 150425 h 1449582"/>
                <a:gd name="connsiteX7410" fmla="*/ 3075767 w 3283645"/>
                <a:gd name="connsiteY7410" fmla="*/ 150425 h 1449582"/>
                <a:gd name="connsiteX7411" fmla="*/ 3080964 w 3283645"/>
                <a:gd name="connsiteY7411" fmla="*/ 150425 h 1449582"/>
                <a:gd name="connsiteX7412" fmla="*/ 3086161 w 3283645"/>
                <a:gd name="connsiteY7412" fmla="*/ 150425 h 1449582"/>
                <a:gd name="connsiteX7413" fmla="*/ 3091190 w 3283645"/>
                <a:gd name="connsiteY7413" fmla="*/ 150425 h 1449582"/>
                <a:gd name="connsiteX7414" fmla="*/ 3096554 w 3283645"/>
                <a:gd name="connsiteY7414" fmla="*/ 150425 h 1449582"/>
                <a:gd name="connsiteX7415" fmla="*/ 3111978 w 3283645"/>
                <a:gd name="connsiteY7415" fmla="*/ 155620 h 1449582"/>
                <a:gd name="connsiteX7416" fmla="*/ 3122539 w 3283645"/>
                <a:gd name="connsiteY7416" fmla="*/ 160816 h 1449582"/>
                <a:gd name="connsiteX7417" fmla="*/ 3127736 w 3283645"/>
                <a:gd name="connsiteY7417" fmla="*/ 155620 h 1449582"/>
                <a:gd name="connsiteX7418" fmla="*/ 3122539 w 3283645"/>
                <a:gd name="connsiteY7418" fmla="*/ 145229 h 1449582"/>
                <a:gd name="connsiteX7419" fmla="*/ 3127736 w 3283645"/>
                <a:gd name="connsiteY7419" fmla="*/ 145229 h 1449582"/>
                <a:gd name="connsiteX7420" fmla="*/ 3143327 w 3283645"/>
                <a:gd name="connsiteY7420" fmla="*/ 145229 h 1449582"/>
                <a:gd name="connsiteX7421" fmla="*/ 3169312 w 3283645"/>
                <a:gd name="connsiteY7421" fmla="*/ 145229 h 1449582"/>
                <a:gd name="connsiteX7422" fmla="*/ 3179706 w 3283645"/>
                <a:gd name="connsiteY7422" fmla="*/ 150425 h 1449582"/>
                <a:gd name="connsiteX7423" fmla="*/ 3184903 w 3283645"/>
                <a:gd name="connsiteY7423" fmla="*/ 150425 h 1449582"/>
                <a:gd name="connsiteX7424" fmla="*/ 3200493 w 3283645"/>
                <a:gd name="connsiteY7424" fmla="*/ 155620 h 1449582"/>
                <a:gd name="connsiteX7425" fmla="*/ 3242069 w 3283645"/>
                <a:gd name="connsiteY7425" fmla="*/ 166011 h 1449582"/>
                <a:gd name="connsiteX7426" fmla="*/ 3268054 w 3283645"/>
                <a:gd name="connsiteY7426" fmla="*/ 176402 h 1449582"/>
                <a:gd name="connsiteX7427" fmla="*/ 3278280 w 3283645"/>
                <a:gd name="connsiteY7427" fmla="*/ 176402 h 1449582"/>
                <a:gd name="connsiteX7428" fmla="*/ 3283645 w 3283645"/>
                <a:gd name="connsiteY7428" fmla="*/ 176402 h 1449582"/>
                <a:gd name="connsiteX7429" fmla="*/ 3252463 w 3283645"/>
                <a:gd name="connsiteY7429" fmla="*/ 181598 h 1449582"/>
                <a:gd name="connsiteX7430" fmla="*/ 3247266 w 3283645"/>
                <a:gd name="connsiteY7430" fmla="*/ 186794 h 1449582"/>
                <a:gd name="connsiteX7431" fmla="*/ 3226478 w 3283645"/>
                <a:gd name="connsiteY7431" fmla="*/ 186794 h 1449582"/>
                <a:gd name="connsiteX7432" fmla="*/ 3221281 w 3283645"/>
                <a:gd name="connsiteY7432" fmla="*/ 186794 h 1449582"/>
                <a:gd name="connsiteX7433" fmla="*/ 3210887 w 3283645"/>
                <a:gd name="connsiteY7433" fmla="*/ 191989 h 1449582"/>
                <a:gd name="connsiteX7434" fmla="*/ 3200493 w 3283645"/>
                <a:gd name="connsiteY7434" fmla="*/ 191989 h 1449582"/>
                <a:gd name="connsiteX7435" fmla="*/ 3190099 w 3283645"/>
                <a:gd name="connsiteY7435" fmla="*/ 191989 h 1449582"/>
                <a:gd name="connsiteX7436" fmla="*/ 3179706 w 3283645"/>
                <a:gd name="connsiteY7436" fmla="*/ 186794 h 1449582"/>
                <a:gd name="connsiteX7437" fmla="*/ 3169312 w 3283645"/>
                <a:gd name="connsiteY7437" fmla="*/ 191989 h 1449582"/>
                <a:gd name="connsiteX7438" fmla="*/ 3164115 w 3283645"/>
                <a:gd name="connsiteY7438" fmla="*/ 191989 h 1449582"/>
                <a:gd name="connsiteX7439" fmla="*/ 3158918 w 3283645"/>
                <a:gd name="connsiteY7439" fmla="*/ 197185 h 1449582"/>
                <a:gd name="connsiteX7440" fmla="*/ 3158918 w 3283645"/>
                <a:gd name="connsiteY7440" fmla="*/ 202380 h 1449582"/>
                <a:gd name="connsiteX7441" fmla="*/ 3164115 w 3283645"/>
                <a:gd name="connsiteY7441" fmla="*/ 202380 h 1449582"/>
                <a:gd name="connsiteX7442" fmla="*/ 3169312 w 3283645"/>
                <a:gd name="connsiteY7442" fmla="*/ 202380 h 1449582"/>
                <a:gd name="connsiteX7443" fmla="*/ 3179706 w 3283645"/>
                <a:gd name="connsiteY7443" fmla="*/ 202380 h 1449582"/>
                <a:gd name="connsiteX7444" fmla="*/ 3184903 w 3283645"/>
                <a:gd name="connsiteY7444" fmla="*/ 202380 h 1449582"/>
                <a:gd name="connsiteX7445" fmla="*/ 3190099 w 3283645"/>
                <a:gd name="connsiteY7445" fmla="*/ 202380 h 1449582"/>
                <a:gd name="connsiteX7446" fmla="*/ 3195129 w 3283645"/>
                <a:gd name="connsiteY7446" fmla="*/ 212604 h 1449582"/>
                <a:gd name="connsiteX7447" fmla="*/ 3195129 w 3283645"/>
                <a:gd name="connsiteY7447" fmla="*/ 217967 h 1449582"/>
                <a:gd name="connsiteX7448" fmla="*/ 3190099 w 3283645"/>
                <a:gd name="connsiteY7448" fmla="*/ 217967 h 1449582"/>
                <a:gd name="connsiteX7449" fmla="*/ 3179706 w 3283645"/>
                <a:gd name="connsiteY7449" fmla="*/ 212604 h 1449582"/>
                <a:gd name="connsiteX7450" fmla="*/ 3174341 w 3283645"/>
                <a:gd name="connsiteY7450" fmla="*/ 217967 h 1449582"/>
                <a:gd name="connsiteX7451" fmla="*/ 3164115 w 3283645"/>
                <a:gd name="connsiteY7451" fmla="*/ 223163 h 1449582"/>
                <a:gd name="connsiteX7452" fmla="*/ 3158918 w 3283645"/>
                <a:gd name="connsiteY7452" fmla="*/ 223163 h 1449582"/>
                <a:gd name="connsiteX7453" fmla="*/ 3153553 w 3283645"/>
                <a:gd name="connsiteY7453" fmla="*/ 223163 h 1449582"/>
                <a:gd name="connsiteX7454" fmla="*/ 3132765 w 3283645"/>
                <a:gd name="connsiteY7454" fmla="*/ 233386 h 1449582"/>
                <a:gd name="connsiteX7455" fmla="*/ 3127736 w 3283645"/>
                <a:gd name="connsiteY7455" fmla="*/ 238749 h 1449582"/>
                <a:gd name="connsiteX7456" fmla="*/ 3117342 w 3283645"/>
                <a:gd name="connsiteY7456" fmla="*/ 238749 h 1449582"/>
                <a:gd name="connsiteX7457" fmla="*/ 3117342 w 3283645"/>
                <a:gd name="connsiteY7457" fmla="*/ 243945 h 1449582"/>
                <a:gd name="connsiteX7458" fmla="*/ 3106948 w 3283645"/>
                <a:gd name="connsiteY7458" fmla="*/ 238749 h 1449582"/>
                <a:gd name="connsiteX7459" fmla="*/ 3101751 w 3283645"/>
                <a:gd name="connsiteY7459" fmla="*/ 238749 h 1449582"/>
                <a:gd name="connsiteX7460" fmla="*/ 3096554 w 3283645"/>
                <a:gd name="connsiteY7460" fmla="*/ 238749 h 1449582"/>
                <a:gd name="connsiteX7461" fmla="*/ 3086161 w 3283645"/>
                <a:gd name="connsiteY7461" fmla="*/ 238749 h 1449582"/>
                <a:gd name="connsiteX7462" fmla="*/ 3080964 w 3283645"/>
                <a:gd name="connsiteY7462" fmla="*/ 238749 h 1449582"/>
                <a:gd name="connsiteX7463" fmla="*/ 3075767 w 3283645"/>
                <a:gd name="connsiteY7463" fmla="*/ 238749 h 1449582"/>
                <a:gd name="connsiteX7464" fmla="*/ 3070402 w 3283645"/>
                <a:gd name="connsiteY7464" fmla="*/ 243945 h 1449582"/>
                <a:gd name="connsiteX7465" fmla="*/ 3065373 w 3283645"/>
                <a:gd name="connsiteY7465" fmla="*/ 243945 h 1449582"/>
                <a:gd name="connsiteX7466" fmla="*/ 3060176 w 3283645"/>
                <a:gd name="connsiteY7466" fmla="*/ 243945 h 1449582"/>
                <a:gd name="connsiteX7467" fmla="*/ 3054979 w 3283645"/>
                <a:gd name="connsiteY7467" fmla="*/ 249140 h 1449582"/>
                <a:gd name="connsiteX7468" fmla="*/ 3049614 w 3283645"/>
                <a:gd name="connsiteY7468" fmla="*/ 254168 h 1449582"/>
                <a:gd name="connsiteX7469" fmla="*/ 3049614 w 3283645"/>
                <a:gd name="connsiteY7469" fmla="*/ 259532 h 1449582"/>
                <a:gd name="connsiteX7470" fmla="*/ 3044585 w 3283645"/>
                <a:gd name="connsiteY7470" fmla="*/ 264727 h 1449582"/>
                <a:gd name="connsiteX7471" fmla="*/ 3039388 w 3283645"/>
                <a:gd name="connsiteY7471" fmla="*/ 274951 h 1449582"/>
                <a:gd name="connsiteX7472" fmla="*/ 3044585 w 3283645"/>
                <a:gd name="connsiteY7472" fmla="*/ 274951 h 1449582"/>
                <a:gd name="connsiteX7473" fmla="*/ 3049614 w 3283645"/>
                <a:gd name="connsiteY7473" fmla="*/ 274951 h 1449582"/>
                <a:gd name="connsiteX7474" fmla="*/ 3044585 w 3283645"/>
                <a:gd name="connsiteY7474" fmla="*/ 280314 h 1449582"/>
                <a:gd name="connsiteX7475" fmla="*/ 3049614 w 3283645"/>
                <a:gd name="connsiteY7475" fmla="*/ 290705 h 1449582"/>
                <a:gd name="connsiteX7476" fmla="*/ 3044585 w 3283645"/>
                <a:gd name="connsiteY7476" fmla="*/ 300929 h 1449582"/>
                <a:gd name="connsiteX7477" fmla="*/ 3023797 w 3283645"/>
                <a:gd name="connsiteY7477" fmla="*/ 306292 h 1449582"/>
                <a:gd name="connsiteX7478" fmla="*/ 3018600 w 3283645"/>
                <a:gd name="connsiteY7478" fmla="*/ 311487 h 1449582"/>
                <a:gd name="connsiteX7479" fmla="*/ 3018600 w 3283645"/>
                <a:gd name="connsiteY7479" fmla="*/ 316515 h 1449582"/>
                <a:gd name="connsiteX7480" fmla="*/ 3013403 w 3283645"/>
                <a:gd name="connsiteY7480" fmla="*/ 316515 h 1449582"/>
                <a:gd name="connsiteX7481" fmla="*/ 3008206 w 3283645"/>
                <a:gd name="connsiteY7481" fmla="*/ 316515 h 1449582"/>
                <a:gd name="connsiteX7482" fmla="*/ 3008206 w 3283645"/>
                <a:gd name="connsiteY7482" fmla="*/ 321878 h 1449582"/>
                <a:gd name="connsiteX7483" fmla="*/ 3003009 w 3283645"/>
                <a:gd name="connsiteY7483" fmla="*/ 332270 h 1449582"/>
                <a:gd name="connsiteX7484" fmla="*/ 2997812 w 3283645"/>
                <a:gd name="connsiteY7484" fmla="*/ 337298 h 1449582"/>
                <a:gd name="connsiteX7485" fmla="*/ 2992615 w 3283645"/>
                <a:gd name="connsiteY7485" fmla="*/ 337298 h 1449582"/>
                <a:gd name="connsiteX7486" fmla="*/ 2992615 w 3283645"/>
                <a:gd name="connsiteY7486" fmla="*/ 332270 h 1449582"/>
                <a:gd name="connsiteX7487" fmla="*/ 2992615 w 3283645"/>
                <a:gd name="connsiteY7487" fmla="*/ 327074 h 1449582"/>
                <a:gd name="connsiteX7488" fmla="*/ 2992615 w 3283645"/>
                <a:gd name="connsiteY7488" fmla="*/ 321878 h 1449582"/>
                <a:gd name="connsiteX7489" fmla="*/ 2987419 w 3283645"/>
                <a:gd name="connsiteY7489" fmla="*/ 311487 h 1449582"/>
                <a:gd name="connsiteX7490" fmla="*/ 2987419 w 3283645"/>
                <a:gd name="connsiteY7490" fmla="*/ 306292 h 1449582"/>
                <a:gd name="connsiteX7491" fmla="*/ 2987419 w 3283645"/>
                <a:gd name="connsiteY7491" fmla="*/ 290705 h 1449582"/>
                <a:gd name="connsiteX7492" fmla="*/ 2987419 w 3283645"/>
                <a:gd name="connsiteY7492" fmla="*/ 285509 h 1449582"/>
                <a:gd name="connsiteX7493" fmla="*/ 2992615 w 3283645"/>
                <a:gd name="connsiteY7493" fmla="*/ 285509 h 1449582"/>
                <a:gd name="connsiteX7494" fmla="*/ 2997812 w 3283645"/>
                <a:gd name="connsiteY7494" fmla="*/ 274951 h 1449582"/>
                <a:gd name="connsiteX7495" fmla="*/ 3003009 w 3283645"/>
                <a:gd name="connsiteY7495" fmla="*/ 274951 h 1449582"/>
                <a:gd name="connsiteX7496" fmla="*/ 3008206 w 3283645"/>
                <a:gd name="connsiteY7496" fmla="*/ 274951 h 1449582"/>
                <a:gd name="connsiteX7497" fmla="*/ 3013403 w 3283645"/>
                <a:gd name="connsiteY7497" fmla="*/ 269923 h 1449582"/>
                <a:gd name="connsiteX7498" fmla="*/ 3034191 w 3283645"/>
                <a:gd name="connsiteY7498" fmla="*/ 254168 h 1449582"/>
                <a:gd name="connsiteX7499" fmla="*/ 3039388 w 3283645"/>
                <a:gd name="connsiteY7499" fmla="*/ 249140 h 1449582"/>
                <a:gd name="connsiteX7500" fmla="*/ 3049614 w 3283645"/>
                <a:gd name="connsiteY7500" fmla="*/ 243945 h 1449582"/>
                <a:gd name="connsiteX7501" fmla="*/ 3054979 w 3283645"/>
                <a:gd name="connsiteY7501" fmla="*/ 243945 h 1449582"/>
                <a:gd name="connsiteX7502" fmla="*/ 3065373 w 3283645"/>
                <a:gd name="connsiteY7502" fmla="*/ 233386 h 1449582"/>
                <a:gd name="connsiteX7503" fmla="*/ 3065373 w 3283645"/>
                <a:gd name="connsiteY7503" fmla="*/ 228358 h 1449582"/>
                <a:gd name="connsiteX7504" fmla="*/ 3070402 w 3283645"/>
                <a:gd name="connsiteY7504" fmla="*/ 228358 h 1449582"/>
                <a:gd name="connsiteX7505" fmla="*/ 3070402 w 3283645"/>
                <a:gd name="connsiteY7505" fmla="*/ 223163 h 1449582"/>
                <a:gd name="connsiteX7506" fmla="*/ 3065373 w 3283645"/>
                <a:gd name="connsiteY7506" fmla="*/ 212604 h 1449582"/>
                <a:gd name="connsiteX7507" fmla="*/ 3060176 w 3283645"/>
                <a:gd name="connsiteY7507" fmla="*/ 212604 h 1449582"/>
                <a:gd name="connsiteX7508" fmla="*/ 3054979 w 3283645"/>
                <a:gd name="connsiteY7508" fmla="*/ 217967 h 1449582"/>
                <a:gd name="connsiteX7509" fmla="*/ 3049614 w 3283645"/>
                <a:gd name="connsiteY7509" fmla="*/ 217967 h 1449582"/>
                <a:gd name="connsiteX7510" fmla="*/ 3049614 w 3283645"/>
                <a:gd name="connsiteY7510" fmla="*/ 223163 h 1449582"/>
                <a:gd name="connsiteX7511" fmla="*/ 3049614 w 3283645"/>
                <a:gd name="connsiteY7511" fmla="*/ 228358 h 1449582"/>
                <a:gd name="connsiteX7512" fmla="*/ 3044585 w 3283645"/>
                <a:gd name="connsiteY7512" fmla="*/ 223163 h 1449582"/>
                <a:gd name="connsiteX7513" fmla="*/ 3039388 w 3283645"/>
                <a:gd name="connsiteY7513" fmla="*/ 228358 h 1449582"/>
                <a:gd name="connsiteX7514" fmla="*/ 3039388 w 3283645"/>
                <a:gd name="connsiteY7514" fmla="*/ 233386 h 1449582"/>
                <a:gd name="connsiteX7515" fmla="*/ 3028826 w 3283645"/>
                <a:gd name="connsiteY7515" fmla="*/ 233386 h 1449582"/>
                <a:gd name="connsiteX7516" fmla="*/ 3028826 w 3283645"/>
                <a:gd name="connsiteY7516" fmla="*/ 228358 h 1449582"/>
                <a:gd name="connsiteX7517" fmla="*/ 3023797 w 3283645"/>
                <a:gd name="connsiteY7517" fmla="*/ 223163 h 1449582"/>
                <a:gd name="connsiteX7518" fmla="*/ 3018600 w 3283645"/>
                <a:gd name="connsiteY7518" fmla="*/ 228358 h 1449582"/>
                <a:gd name="connsiteX7519" fmla="*/ 3013403 w 3283645"/>
                <a:gd name="connsiteY7519" fmla="*/ 223163 h 1449582"/>
                <a:gd name="connsiteX7520" fmla="*/ 3008206 w 3283645"/>
                <a:gd name="connsiteY7520" fmla="*/ 223163 h 1449582"/>
                <a:gd name="connsiteX7521" fmla="*/ 3003009 w 3283645"/>
                <a:gd name="connsiteY7521" fmla="*/ 223163 h 1449582"/>
                <a:gd name="connsiteX7522" fmla="*/ 2997812 w 3283645"/>
                <a:gd name="connsiteY7522" fmla="*/ 223163 h 1449582"/>
                <a:gd name="connsiteX7523" fmla="*/ 2992615 w 3283645"/>
                <a:gd name="connsiteY7523" fmla="*/ 228358 h 1449582"/>
                <a:gd name="connsiteX7524" fmla="*/ 2987419 w 3283645"/>
                <a:gd name="connsiteY7524" fmla="*/ 233386 h 1449582"/>
                <a:gd name="connsiteX7525" fmla="*/ 2982222 w 3283645"/>
                <a:gd name="connsiteY7525" fmla="*/ 238749 h 1449582"/>
                <a:gd name="connsiteX7526" fmla="*/ 2977025 w 3283645"/>
                <a:gd name="connsiteY7526" fmla="*/ 238749 h 1449582"/>
                <a:gd name="connsiteX7527" fmla="*/ 2966631 w 3283645"/>
                <a:gd name="connsiteY7527" fmla="*/ 243945 h 1449582"/>
                <a:gd name="connsiteX7528" fmla="*/ 2966631 w 3283645"/>
                <a:gd name="connsiteY7528" fmla="*/ 249140 h 1449582"/>
                <a:gd name="connsiteX7529" fmla="*/ 2971828 w 3283645"/>
                <a:gd name="connsiteY7529" fmla="*/ 254168 h 1449582"/>
                <a:gd name="connsiteX7530" fmla="*/ 2956237 w 3283645"/>
                <a:gd name="connsiteY7530" fmla="*/ 254168 h 1449582"/>
                <a:gd name="connsiteX7531" fmla="*/ 2951040 w 3283645"/>
                <a:gd name="connsiteY7531" fmla="*/ 254168 h 1449582"/>
                <a:gd name="connsiteX7532" fmla="*/ 2940646 w 3283645"/>
                <a:gd name="connsiteY7532" fmla="*/ 249140 h 1449582"/>
                <a:gd name="connsiteX7533" fmla="*/ 2935449 w 3283645"/>
                <a:gd name="connsiteY7533" fmla="*/ 249140 h 1449582"/>
                <a:gd name="connsiteX7534" fmla="*/ 2925055 w 3283645"/>
                <a:gd name="connsiteY7534" fmla="*/ 249140 h 1449582"/>
                <a:gd name="connsiteX7535" fmla="*/ 2919858 w 3283645"/>
                <a:gd name="connsiteY7535" fmla="*/ 254168 h 1449582"/>
                <a:gd name="connsiteX7536" fmla="*/ 2914661 w 3283645"/>
                <a:gd name="connsiteY7536" fmla="*/ 254168 h 1449582"/>
                <a:gd name="connsiteX7537" fmla="*/ 2904267 w 3283645"/>
                <a:gd name="connsiteY7537" fmla="*/ 254168 h 1449582"/>
                <a:gd name="connsiteX7538" fmla="*/ 2899070 w 3283645"/>
                <a:gd name="connsiteY7538" fmla="*/ 254168 h 1449582"/>
                <a:gd name="connsiteX7539" fmla="*/ 2893873 w 3283645"/>
                <a:gd name="connsiteY7539" fmla="*/ 254168 h 1449582"/>
                <a:gd name="connsiteX7540" fmla="*/ 2883480 w 3283645"/>
                <a:gd name="connsiteY7540" fmla="*/ 249140 h 1449582"/>
                <a:gd name="connsiteX7541" fmla="*/ 2873086 w 3283645"/>
                <a:gd name="connsiteY7541" fmla="*/ 249140 h 1449582"/>
                <a:gd name="connsiteX7542" fmla="*/ 2867889 w 3283645"/>
                <a:gd name="connsiteY7542" fmla="*/ 249140 h 1449582"/>
                <a:gd name="connsiteX7543" fmla="*/ 2857495 w 3283645"/>
                <a:gd name="connsiteY7543" fmla="*/ 254168 h 1449582"/>
                <a:gd name="connsiteX7544" fmla="*/ 2847101 w 3283645"/>
                <a:gd name="connsiteY7544" fmla="*/ 259532 h 1449582"/>
                <a:gd name="connsiteX7545" fmla="*/ 2847101 w 3283645"/>
                <a:gd name="connsiteY7545" fmla="*/ 264727 h 1449582"/>
                <a:gd name="connsiteX7546" fmla="*/ 2841904 w 3283645"/>
                <a:gd name="connsiteY7546" fmla="*/ 269923 h 1449582"/>
                <a:gd name="connsiteX7547" fmla="*/ 2826313 w 3283645"/>
                <a:gd name="connsiteY7547" fmla="*/ 274951 h 1449582"/>
                <a:gd name="connsiteX7548" fmla="*/ 2821116 w 3283645"/>
                <a:gd name="connsiteY7548" fmla="*/ 280314 h 1449582"/>
                <a:gd name="connsiteX7549" fmla="*/ 2815919 w 3283645"/>
                <a:gd name="connsiteY7549" fmla="*/ 285509 h 1449582"/>
                <a:gd name="connsiteX7550" fmla="*/ 2810722 w 3283645"/>
                <a:gd name="connsiteY7550" fmla="*/ 290705 h 1449582"/>
                <a:gd name="connsiteX7551" fmla="*/ 2800328 w 3283645"/>
                <a:gd name="connsiteY7551" fmla="*/ 295733 h 1449582"/>
                <a:gd name="connsiteX7552" fmla="*/ 2789934 w 3283645"/>
                <a:gd name="connsiteY7552" fmla="*/ 300929 h 1449582"/>
                <a:gd name="connsiteX7553" fmla="*/ 2789934 w 3283645"/>
                <a:gd name="connsiteY7553" fmla="*/ 306292 h 1449582"/>
                <a:gd name="connsiteX7554" fmla="*/ 2800328 w 3283645"/>
                <a:gd name="connsiteY7554" fmla="*/ 311487 h 1449582"/>
                <a:gd name="connsiteX7555" fmla="*/ 2805525 w 3283645"/>
                <a:gd name="connsiteY7555" fmla="*/ 311487 h 1449582"/>
                <a:gd name="connsiteX7556" fmla="*/ 2805525 w 3283645"/>
                <a:gd name="connsiteY7556" fmla="*/ 306292 h 1449582"/>
                <a:gd name="connsiteX7557" fmla="*/ 2810722 w 3283645"/>
                <a:gd name="connsiteY7557" fmla="*/ 306292 h 1449582"/>
                <a:gd name="connsiteX7558" fmla="*/ 2810722 w 3283645"/>
                <a:gd name="connsiteY7558" fmla="*/ 311487 h 1449582"/>
                <a:gd name="connsiteX7559" fmla="*/ 2810722 w 3283645"/>
                <a:gd name="connsiteY7559" fmla="*/ 316515 h 1449582"/>
                <a:gd name="connsiteX7560" fmla="*/ 2815919 w 3283645"/>
                <a:gd name="connsiteY7560" fmla="*/ 321878 h 1449582"/>
                <a:gd name="connsiteX7561" fmla="*/ 2821116 w 3283645"/>
                <a:gd name="connsiteY7561" fmla="*/ 316515 h 1449582"/>
                <a:gd name="connsiteX7562" fmla="*/ 2826313 w 3283645"/>
                <a:gd name="connsiteY7562" fmla="*/ 316515 h 1449582"/>
                <a:gd name="connsiteX7563" fmla="*/ 2831510 w 3283645"/>
                <a:gd name="connsiteY7563" fmla="*/ 316515 h 1449582"/>
                <a:gd name="connsiteX7564" fmla="*/ 2836707 w 3283645"/>
                <a:gd name="connsiteY7564" fmla="*/ 316515 h 1449582"/>
                <a:gd name="connsiteX7565" fmla="*/ 2841904 w 3283645"/>
                <a:gd name="connsiteY7565" fmla="*/ 321878 h 1449582"/>
                <a:gd name="connsiteX7566" fmla="*/ 2841904 w 3283645"/>
                <a:gd name="connsiteY7566" fmla="*/ 327074 h 1449582"/>
                <a:gd name="connsiteX7567" fmla="*/ 2847101 w 3283645"/>
                <a:gd name="connsiteY7567" fmla="*/ 327074 h 1449582"/>
                <a:gd name="connsiteX7568" fmla="*/ 2847101 w 3283645"/>
                <a:gd name="connsiteY7568" fmla="*/ 332270 h 1449582"/>
                <a:gd name="connsiteX7569" fmla="*/ 2841904 w 3283645"/>
                <a:gd name="connsiteY7569" fmla="*/ 347856 h 1449582"/>
                <a:gd name="connsiteX7570" fmla="*/ 2841904 w 3283645"/>
                <a:gd name="connsiteY7570" fmla="*/ 353052 h 1449582"/>
                <a:gd name="connsiteX7571" fmla="*/ 2836707 w 3283645"/>
                <a:gd name="connsiteY7571" fmla="*/ 358080 h 1449582"/>
                <a:gd name="connsiteX7572" fmla="*/ 2836707 w 3283645"/>
                <a:gd name="connsiteY7572" fmla="*/ 368639 h 1449582"/>
                <a:gd name="connsiteX7573" fmla="*/ 2831510 w 3283645"/>
                <a:gd name="connsiteY7573" fmla="*/ 373834 h 1449582"/>
                <a:gd name="connsiteX7574" fmla="*/ 2826313 w 3283645"/>
                <a:gd name="connsiteY7574" fmla="*/ 378862 h 1449582"/>
                <a:gd name="connsiteX7575" fmla="*/ 2821116 w 3283645"/>
                <a:gd name="connsiteY7575" fmla="*/ 389421 h 1449582"/>
                <a:gd name="connsiteX7576" fmla="*/ 2815919 w 3283645"/>
                <a:gd name="connsiteY7576" fmla="*/ 394616 h 1449582"/>
                <a:gd name="connsiteX7577" fmla="*/ 2810722 w 3283645"/>
                <a:gd name="connsiteY7577" fmla="*/ 399644 h 1449582"/>
                <a:gd name="connsiteX7578" fmla="*/ 2810722 w 3283645"/>
                <a:gd name="connsiteY7578" fmla="*/ 405008 h 1449582"/>
                <a:gd name="connsiteX7579" fmla="*/ 2805525 w 3283645"/>
                <a:gd name="connsiteY7579" fmla="*/ 405008 h 1449582"/>
                <a:gd name="connsiteX7580" fmla="*/ 2795131 w 3283645"/>
                <a:gd name="connsiteY7580" fmla="*/ 415399 h 1449582"/>
                <a:gd name="connsiteX7581" fmla="*/ 2784738 w 3283645"/>
                <a:gd name="connsiteY7581" fmla="*/ 425790 h 1449582"/>
                <a:gd name="connsiteX7582" fmla="*/ 2779541 w 3283645"/>
                <a:gd name="connsiteY7582" fmla="*/ 430985 h 1449582"/>
                <a:gd name="connsiteX7583" fmla="*/ 2774344 w 3283645"/>
                <a:gd name="connsiteY7583" fmla="*/ 430985 h 1449582"/>
                <a:gd name="connsiteX7584" fmla="*/ 2774344 w 3283645"/>
                <a:gd name="connsiteY7584" fmla="*/ 425790 h 1449582"/>
                <a:gd name="connsiteX7585" fmla="*/ 2763950 w 3283645"/>
                <a:gd name="connsiteY7585" fmla="*/ 420427 h 1449582"/>
                <a:gd name="connsiteX7586" fmla="*/ 2763950 w 3283645"/>
                <a:gd name="connsiteY7586" fmla="*/ 425790 h 1449582"/>
                <a:gd name="connsiteX7587" fmla="*/ 2758753 w 3283645"/>
                <a:gd name="connsiteY7587" fmla="*/ 425790 h 1449582"/>
                <a:gd name="connsiteX7588" fmla="*/ 2758753 w 3283645"/>
                <a:gd name="connsiteY7588" fmla="*/ 420427 h 1449582"/>
                <a:gd name="connsiteX7589" fmla="*/ 2758753 w 3283645"/>
                <a:gd name="connsiteY7589" fmla="*/ 415399 h 1449582"/>
                <a:gd name="connsiteX7590" fmla="*/ 2763950 w 3283645"/>
                <a:gd name="connsiteY7590" fmla="*/ 410203 h 1449582"/>
                <a:gd name="connsiteX7591" fmla="*/ 2769147 w 3283645"/>
                <a:gd name="connsiteY7591" fmla="*/ 410203 h 1449582"/>
                <a:gd name="connsiteX7592" fmla="*/ 2774344 w 3283645"/>
                <a:gd name="connsiteY7592" fmla="*/ 415399 h 1449582"/>
                <a:gd name="connsiteX7593" fmla="*/ 2779541 w 3283645"/>
                <a:gd name="connsiteY7593" fmla="*/ 410203 h 1449582"/>
                <a:gd name="connsiteX7594" fmla="*/ 2784738 w 3283645"/>
                <a:gd name="connsiteY7594" fmla="*/ 399644 h 1449582"/>
                <a:gd name="connsiteX7595" fmla="*/ 2784738 w 3283645"/>
                <a:gd name="connsiteY7595" fmla="*/ 394616 h 1449582"/>
                <a:gd name="connsiteX7596" fmla="*/ 2789934 w 3283645"/>
                <a:gd name="connsiteY7596" fmla="*/ 389421 h 1449582"/>
                <a:gd name="connsiteX7597" fmla="*/ 2789934 w 3283645"/>
                <a:gd name="connsiteY7597" fmla="*/ 384225 h 1449582"/>
                <a:gd name="connsiteX7598" fmla="*/ 2795131 w 3283645"/>
                <a:gd name="connsiteY7598" fmla="*/ 384225 h 1449582"/>
                <a:gd name="connsiteX7599" fmla="*/ 2795131 w 3283645"/>
                <a:gd name="connsiteY7599" fmla="*/ 378862 h 1449582"/>
                <a:gd name="connsiteX7600" fmla="*/ 2795131 w 3283645"/>
                <a:gd name="connsiteY7600" fmla="*/ 373834 h 1449582"/>
                <a:gd name="connsiteX7601" fmla="*/ 2789934 w 3283645"/>
                <a:gd name="connsiteY7601" fmla="*/ 368639 h 1449582"/>
                <a:gd name="connsiteX7602" fmla="*/ 2784738 w 3283645"/>
                <a:gd name="connsiteY7602" fmla="*/ 368639 h 1449582"/>
                <a:gd name="connsiteX7603" fmla="*/ 2779541 w 3283645"/>
                <a:gd name="connsiteY7603" fmla="*/ 368639 h 1449582"/>
                <a:gd name="connsiteX7604" fmla="*/ 2774344 w 3283645"/>
                <a:gd name="connsiteY7604" fmla="*/ 368639 h 1449582"/>
                <a:gd name="connsiteX7605" fmla="*/ 2769147 w 3283645"/>
                <a:gd name="connsiteY7605" fmla="*/ 373834 h 1449582"/>
                <a:gd name="connsiteX7606" fmla="*/ 2763950 w 3283645"/>
                <a:gd name="connsiteY7606" fmla="*/ 378862 h 1449582"/>
                <a:gd name="connsiteX7607" fmla="*/ 2758753 w 3283645"/>
                <a:gd name="connsiteY7607" fmla="*/ 373834 h 1449582"/>
                <a:gd name="connsiteX7608" fmla="*/ 2753556 w 3283645"/>
                <a:gd name="connsiteY7608" fmla="*/ 373834 h 1449582"/>
                <a:gd name="connsiteX7609" fmla="*/ 2748359 w 3283645"/>
                <a:gd name="connsiteY7609" fmla="*/ 363443 h 1449582"/>
                <a:gd name="connsiteX7610" fmla="*/ 2743330 w 3283645"/>
                <a:gd name="connsiteY7610" fmla="*/ 358080 h 1449582"/>
                <a:gd name="connsiteX7611" fmla="*/ 2737965 w 3283645"/>
                <a:gd name="connsiteY7611" fmla="*/ 358080 h 1449582"/>
                <a:gd name="connsiteX7612" fmla="*/ 2727571 w 3283645"/>
                <a:gd name="connsiteY7612" fmla="*/ 358080 h 1449582"/>
                <a:gd name="connsiteX7613" fmla="*/ 2727571 w 3283645"/>
                <a:gd name="connsiteY7613" fmla="*/ 347856 h 1449582"/>
                <a:gd name="connsiteX7614" fmla="*/ 2722374 w 3283645"/>
                <a:gd name="connsiteY7614" fmla="*/ 337298 h 1449582"/>
                <a:gd name="connsiteX7615" fmla="*/ 2717177 w 3283645"/>
                <a:gd name="connsiteY7615" fmla="*/ 337298 h 1449582"/>
                <a:gd name="connsiteX7616" fmla="*/ 2717177 w 3283645"/>
                <a:gd name="connsiteY7616" fmla="*/ 332270 h 1449582"/>
                <a:gd name="connsiteX7617" fmla="*/ 2711980 w 3283645"/>
                <a:gd name="connsiteY7617" fmla="*/ 327074 h 1449582"/>
                <a:gd name="connsiteX7618" fmla="*/ 2706783 w 3283645"/>
                <a:gd name="connsiteY7618" fmla="*/ 321878 h 1449582"/>
                <a:gd name="connsiteX7619" fmla="*/ 2701754 w 3283645"/>
                <a:gd name="connsiteY7619" fmla="*/ 316515 h 1449582"/>
                <a:gd name="connsiteX7620" fmla="*/ 2696389 w 3283645"/>
                <a:gd name="connsiteY7620" fmla="*/ 316515 h 1449582"/>
                <a:gd name="connsiteX7621" fmla="*/ 2691192 w 3283645"/>
                <a:gd name="connsiteY7621" fmla="*/ 316515 h 1449582"/>
                <a:gd name="connsiteX7622" fmla="*/ 2675602 w 3283645"/>
                <a:gd name="connsiteY7622" fmla="*/ 311487 h 1449582"/>
                <a:gd name="connsiteX7623" fmla="*/ 2665208 w 3283645"/>
                <a:gd name="connsiteY7623" fmla="*/ 316515 h 1449582"/>
                <a:gd name="connsiteX7624" fmla="*/ 2660178 w 3283645"/>
                <a:gd name="connsiteY7624" fmla="*/ 316515 h 1449582"/>
                <a:gd name="connsiteX7625" fmla="*/ 2654814 w 3283645"/>
                <a:gd name="connsiteY7625" fmla="*/ 316515 h 1449582"/>
                <a:gd name="connsiteX7626" fmla="*/ 2654814 w 3283645"/>
                <a:gd name="connsiteY7626" fmla="*/ 321878 h 1449582"/>
                <a:gd name="connsiteX7627" fmla="*/ 2649617 w 3283645"/>
                <a:gd name="connsiteY7627" fmla="*/ 327074 h 1449582"/>
                <a:gd name="connsiteX7628" fmla="*/ 2649617 w 3283645"/>
                <a:gd name="connsiteY7628" fmla="*/ 332270 h 1449582"/>
                <a:gd name="connsiteX7629" fmla="*/ 2654814 w 3283645"/>
                <a:gd name="connsiteY7629" fmla="*/ 332270 h 1449582"/>
                <a:gd name="connsiteX7630" fmla="*/ 2644420 w 3283645"/>
                <a:gd name="connsiteY7630" fmla="*/ 342661 h 1449582"/>
                <a:gd name="connsiteX7631" fmla="*/ 2644420 w 3283645"/>
                <a:gd name="connsiteY7631" fmla="*/ 347856 h 1449582"/>
                <a:gd name="connsiteX7632" fmla="*/ 2639391 w 3283645"/>
                <a:gd name="connsiteY7632" fmla="*/ 347856 h 1449582"/>
                <a:gd name="connsiteX7633" fmla="*/ 2639391 w 3283645"/>
                <a:gd name="connsiteY7633" fmla="*/ 353052 h 1449582"/>
                <a:gd name="connsiteX7634" fmla="*/ 2628829 w 3283645"/>
                <a:gd name="connsiteY7634" fmla="*/ 358080 h 1449582"/>
                <a:gd name="connsiteX7635" fmla="*/ 2628829 w 3283645"/>
                <a:gd name="connsiteY7635" fmla="*/ 353052 h 1449582"/>
                <a:gd name="connsiteX7636" fmla="*/ 2623632 w 3283645"/>
                <a:gd name="connsiteY7636" fmla="*/ 353052 h 1449582"/>
                <a:gd name="connsiteX7637" fmla="*/ 2623632 w 3283645"/>
                <a:gd name="connsiteY7637" fmla="*/ 347856 h 1449582"/>
                <a:gd name="connsiteX7638" fmla="*/ 2618603 w 3283645"/>
                <a:gd name="connsiteY7638" fmla="*/ 353052 h 1449582"/>
                <a:gd name="connsiteX7639" fmla="*/ 2613238 w 3283645"/>
                <a:gd name="connsiteY7639" fmla="*/ 353052 h 1449582"/>
                <a:gd name="connsiteX7640" fmla="*/ 2608041 w 3283645"/>
                <a:gd name="connsiteY7640" fmla="*/ 347856 h 1449582"/>
                <a:gd name="connsiteX7641" fmla="*/ 2602844 w 3283645"/>
                <a:gd name="connsiteY7641" fmla="*/ 347856 h 1449582"/>
                <a:gd name="connsiteX7642" fmla="*/ 2592450 w 3283645"/>
                <a:gd name="connsiteY7642" fmla="*/ 347856 h 1449582"/>
                <a:gd name="connsiteX7643" fmla="*/ 2587254 w 3283645"/>
                <a:gd name="connsiteY7643" fmla="*/ 353052 h 1449582"/>
                <a:gd name="connsiteX7644" fmla="*/ 2587254 w 3283645"/>
                <a:gd name="connsiteY7644" fmla="*/ 358080 h 1449582"/>
                <a:gd name="connsiteX7645" fmla="*/ 2582057 w 3283645"/>
                <a:gd name="connsiteY7645" fmla="*/ 358080 h 1449582"/>
                <a:gd name="connsiteX7646" fmla="*/ 2577027 w 3283645"/>
                <a:gd name="connsiteY7646" fmla="*/ 358080 h 1449582"/>
                <a:gd name="connsiteX7647" fmla="*/ 2566466 w 3283645"/>
                <a:gd name="connsiteY7647" fmla="*/ 358080 h 1449582"/>
                <a:gd name="connsiteX7648" fmla="*/ 2561269 w 3283645"/>
                <a:gd name="connsiteY7648" fmla="*/ 358080 h 1449582"/>
                <a:gd name="connsiteX7649" fmla="*/ 2556239 w 3283645"/>
                <a:gd name="connsiteY7649" fmla="*/ 358080 h 1449582"/>
                <a:gd name="connsiteX7650" fmla="*/ 2550875 w 3283645"/>
                <a:gd name="connsiteY7650" fmla="*/ 358080 h 1449582"/>
                <a:gd name="connsiteX7651" fmla="*/ 2545678 w 3283645"/>
                <a:gd name="connsiteY7651" fmla="*/ 353052 h 1449582"/>
                <a:gd name="connsiteX7652" fmla="*/ 2540481 w 3283645"/>
                <a:gd name="connsiteY7652" fmla="*/ 353052 h 1449582"/>
                <a:gd name="connsiteX7653" fmla="*/ 2535452 w 3283645"/>
                <a:gd name="connsiteY7653" fmla="*/ 353052 h 1449582"/>
                <a:gd name="connsiteX7654" fmla="*/ 2519693 w 3283645"/>
                <a:gd name="connsiteY7654" fmla="*/ 347856 h 1449582"/>
                <a:gd name="connsiteX7655" fmla="*/ 2514664 w 3283645"/>
                <a:gd name="connsiteY7655" fmla="*/ 347856 h 1449582"/>
                <a:gd name="connsiteX7656" fmla="*/ 2509299 w 3283645"/>
                <a:gd name="connsiteY7656" fmla="*/ 347856 h 1449582"/>
                <a:gd name="connsiteX7657" fmla="*/ 2504102 w 3283645"/>
                <a:gd name="connsiteY7657" fmla="*/ 347856 h 1449582"/>
                <a:gd name="connsiteX7658" fmla="*/ 2498905 w 3283645"/>
                <a:gd name="connsiteY7658" fmla="*/ 347856 h 1449582"/>
                <a:gd name="connsiteX7659" fmla="*/ 2493876 w 3283645"/>
                <a:gd name="connsiteY7659" fmla="*/ 347856 h 1449582"/>
                <a:gd name="connsiteX7660" fmla="*/ 2493876 w 3283645"/>
                <a:gd name="connsiteY7660" fmla="*/ 342661 h 1449582"/>
                <a:gd name="connsiteX7661" fmla="*/ 2488512 w 3283645"/>
                <a:gd name="connsiteY7661" fmla="*/ 337298 h 1449582"/>
                <a:gd name="connsiteX7662" fmla="*/ 2483315 w 3283645"/>
                <a:gd name="connsiteY7662" fmla="*/ 337298 h 1449582"/>
                <a:gd name="connsiteX7663" fmla="*/ 2478118 w 3283645"/>
                <a:gd name="connsiteY7663" fmla="*/ 332270 h 1449582"/>
                <a:gd name="connsiteX7664" fmla="*/ 2473088 w 3283645"/>
                <a:gd name="connsiteY7664" fmla="*/ 332270 h 1449582"/>
                <a:gd name="connsiteX7665" fmla="*/ 2467724 w 3283645"/>
                <a:gd name="connsiteY7665" fmla="*/ 332270 h 1449582"/>
                <a:gd name="connsiteX7666" fmla="*/ 2462527 w 3283645"/>
                <a:gd name="connsiteY7666" fmla="*/ 327074 h 1449582"/>
                <a:gd name="connsiteX7667" fmla="*/ 2457497 w 3283645"/>
                <a:gd name="connsiteY7667" fmla="*/ 327074 h 1449582"/>
                <a:gd name="connsiteX7668" fmla="*/ 2452133 w 3283645"/>
                <a:gd name="connsiteY7668" fmla="*/ 332270 h 1449582"/>
                <a:gd name="connsiteX7669" fmla="*/ 2446936 w 3283645"/>
                <a:gd name="connsiteY7669" fmla="*/ 337298 h 1449582"/>
                <a:gd name="connsiteX7670" fmla="*/ 2441739 w 3283645"/>
                <a:gd name="connsiteY7670" fmla="*/ 342661 h 1449582"/>
                <a:gd name="connsiteX7671" fmla="*/ 2446936 w 3283645"/>
                <a:gd name="connsiteY7671" fmla="*/ 347856 h 1449582"/>
                <a:gd name="connsiteX7672" fmla="*/ 2446936 w 3283645"/>
                <a:gd name="connsiteY7672" fmla="*/ 353052 h 1449582"/>
                <a:gd name="connsiteX7673" fmla="*/ 2441739 w 3283645"/>
                <a:gd name="connsiteY7673" fmla="*/ 353052 h 1449582"/>
                <a:gd name="connsiteX7674" fmla="*/ 2436710 w 3283645"/>
                <a:gd name="connsiteY7674" fmla="*/ 353052 h 1449582"/>
                <a:gd name="connsiteX7675" fmla="*/ 2431513 w 3283645"/>
                <a:gd name="connsiteY7675" fmla="*/ 353052 h 1449582"/>
                <a:gd name="connsiteX7676" fmla="*/ 2426148 w 3283645"/>
                <a:gd name="connsiteY7676" fmla="*/ 353052 h 1449582"/>
                <a:gd name="connsiteX7677" fmla="*/ 2420951 w 3283645"/>
                <a:gd name="connsiteY7677" fmla="*/ 353052 h 1449582"/>
                <a:gd name="connsiteX7678" fmla="*/ 2420951 w 3283645"/>
                <a:gd name="connsiteY7678" fmla="*/ 347856 h 1449582"/>
                <a:gd name="connsiteX7679" fmla="*/ 2415922 w 3283645"/>
                <a:gd name="connsiteY7679" fmla="*/ 342661 h 1449582"/>
                <a:gd name="connsiteX7680" fmla="*/ 2410725 w 3283645"/>
                <a:gd name="connsiteY7680" fmla="*/ 342661 h 1449582"/>
                <a:gd name="connsiteX7681" fmla="*/ 2405360 w 3283645"/>
                <a:gd name="connsiteY7681" fmla="*/ 342661 h 1449582"/>
                <a:gd name="connsiteX7682" fmla="*/ 2400163 w 3283645"/>
                <a:gd name="connsiteY7682" fmla="*/ 342661 h 1449582"/>
                <a:gd name="connsiteX7683" fmla="*/ 2395134 w 3283645"/>
                <a:gd name="connsiteY7683" fmla="*/ 342661 h 1449582"/>
                <a:gd name="connsiteX7684" fmla="*/ 2389937 w 3283645"/>
                <a:gd name="connsiteY7684" fmla="*/ 342661 h 1449582"/>
                <a:gd name="connsiteX7685" fmla="*/ 2384573 w 3283645"/>
                <a:gd name="connsiteY7685" fmla="*/ 347856 h 1449582"/>
                <a:gd name="connsiteX7686" fmla="*/ 2379376 w 3283645"/>
                <a:gd name="connsiteY7686" fmla="*/ 347856 h 1449582"/>
                <a:gd name="connsiteX7687" fmla="*/ 2374346 w 3283645"/>
                <a:gd name="connsiteY7687" fmla="*/ 353052 h 1449582"/>
                <a:gd name="connsiteX7688" fmla="*/ 2369149 w 3283645"/>
                <a:gd name="connsiteY7688" fmla="*/ 358080 h 1449582"/>
                <a:gd name="connsiteX7689" fmla="*/ 2363785 w 3283645"/>
                <a:gd name="connsiteY7689" fmla="*/ 358080 h 1449582"/>
                <a:gd name="connsiteX7690" fmla="*/ 2358588 w 3283645"/>
                <a:gd name="connsiteY7690" fmla="*/ 358080 h 1449582"/>
                <a:gd name="connsiteX7691" fmla="*/ 2353559 w 3283645"/>
                <a:gd name="connsiteY7691" fmla="*/ 353052 h 1449582"/>
                <a:gd name="connsiteX7692" fmla="*/ 2353559 w 3283645"/>
                <a:gd name="connsiteY7692" fmla="*/ 358080 h 1449582"/>
                <a:gd name="connsiteX7693" fmla="*/ 2353559 w 3283645"/>
                <a:gd name="connsiteY7693" fmla="*/ 363443 h 1449582"/>
                <a:gd name="connsiteX7694" fmla="*/ 2348362 w 3283645"/>
                <a:gd name="connsiteY7694" fmla="*/ 363443 h 1449582"/>
                <a:gd name="connsiteX7695" fmla="*/ 2348362 w 3283645"/>
                <a:gd name="connsiteY7695" fmla="*/ 353052 h 1449582"/>
                <a:gd name="connsiteX7696" fmla="*/ 2342997 w 3283645"/>
                <a:gd name="connsiteY7696" fmla="*/ 353052 h 1449582"/>
                <a:gd name="connsiteX7697" fmla="*/ 2337800 w 3283645"/>
                <a:gd name="connsiteY7697" fmla="*/ 353052 h 1449582"/>
                <a:gd name="connsiteX7698" fmla="*/ 2337800 w 3283645"/>
                <a:gd name="connsiteY7698" fmla="*/ 358080 h 1449582"/>
                <a:gd name="connsiteX7699" fmla="*/ 2332771 w 3283645"/>
                <a:gd name="connsiteY7699" fmla="*/ 353052 h 1449582"/>
                <a:gd name="connsiteX7700" fmla="*/ 2327574 w 3283645"/>
                <a:gd name="connsiteY7700" fmla="*/ 353052 h 1449582"/>
                <a:gd name="connsiteX7701" fmla="*/ 2322209 w 3283645"/>
                <a:gd name="connsiteY7701" fmla="*/ 347856 h 1449582"/>
                <a:gd name="connsiteX7702" fmla="*/ 2317012 w 3283645"/>
                <a:gd name="connsiteY7702" fmla="*/ 342661 h 1449582"/>
                <a:gd name="connsiteX7703" fmla="*/ 2311983 w 3283645"/>
                <a:gd name="connsiteY7703" fmla="*/ 337298 h 1449582"/>
                <a:gd name="connsiteX7704" fmla="*/ 2306786 w 3283645"/>
                <a:gd name="connsiteY7704" fmla="*/ 342661 h 1449582"/>
                <a:gd name="connsiteX7705" fmla="*/ 2301421 w 3283645"/>
                <a:gd name="connsiteY7705" fmla="*/ 342661 h 1449582"/>
                <a:gd name="connsiteX7706" fmla="*/ 2296224 w 3283645"/>
                <a:gd name="connsiteY7706" fmla="*/ 342661 h 1449582"/>
                <a:gd name="connsiteX7707" fmla="*/ 2291195 w 3283645"/>
                <a:gd name="connsiteY7707" fmla="*/ 342661 h 1449582"/>
                <a:gd name="connsiteX7708" fmla="*/ 2291195 w 3283645"/>
                <a:gd name="connsiteY7708" fmla="*/ 337298 h 1449582"/>
                <a:gd name="connsiteX7709" fmla="*/ 2285998 w 3283645"/>
                <a:gd name="connsiteY7709" fmla="*/ 337298 h 1449582"/>
                <a:gd name="connsiteX7710" fmla="*/ 2280634 w 3283645"/>
                <a:gd name="connsiteY7710" fmla="*/ 337298 h 1449582"/>
                <a:gd name="connsiteX7711" fmla="*/ 2280634 w 3283645"/>
                <a:gd name="connsiteY7711" fmla="*/ 332270 h 1449582"/>
                <a:gd name="connsiteX7712" fmla="*/ 2275437 w 3283645"/>
                <a:gd name="connsiteY7712" fmla="*/ 332270 h 1449582"/>
                <a:gd name="connsiteX7713" fmla="*/ 2270407 w 3283645"/>
                <a:gd name="connsiteY7713" fmla="*/ 327074 h 1449582"/>
                <a:gd name="connsiteX7714" fmla="*/ 2265210 w 3283645"/>
                <a:gd name="connsiteY7714" fmla="*/ 321878 h 1449582"/>
                <a:gd name="connsiteX7715" fmla="*/ 2259846 w 3283645"/>
                <a:gd name="connsiteY7715" fmla="*/ 316515 h 1449582"/>
                <a:gd name="connsiteX7716" fmla="*/ 2259846 w 3283645"/>
                <a:gd name="connsiteY7716" fmla="*/ 311487 h 1449582"/>
                <a:gd name="connsiteX7717" fmla="*/ 2254649 w 3283645"/>
                <a:gd name="connsiteY7717" fmla="*/ 311487 h 1449582"/>
                <a:gd name="connsiteX7718" fmla="*/ 2259846 w 3283645"/>
                <a:gd name="connsiteY7718" fmla="*/ 306292 h 1449582"/>
                <a:gd name="connsiteX7719" fmla="*/ 2254649 w 3283645"/>
                <a:gd name="connsiteY7719" fmla="*/ 300929 h 1449582"/>
                <a:gd name="connsiteX7720" fmla="*/ 2249620 w 3283645"/>
                <a:gd name="connsiteY7720" fmla="*/ 300929 h 1449582"/>
                <a:gd name="connsiteX7721" fmla="*/ 2244423 w 3283645"/>
                <a:gd name="connsiteY7721" fmla="*/ 306292 h 1449582"/>
                <a:gd name="connsiteX7722" fmla="*/ 2239058 w 3283645"/>
                <a:gd name="connsiteY7722" fmla="*/ 306292 h 1449582"/>
                <a:gd name="connsiteX7723" fmla="*/ 2233861 w 3283645"/>
                <a:gd name="connsiteY7723" fmla="*/ 311487 h 1449582"/>
                <a:gd name="connsiteX7724" fmla="*/ 2228832 w 3283645"/>
                <a:gd name="connsiteY7724" fmla="*/ 316515 h 1449582"/>
                <a:gd name="connsiteX7725" fmla="*/ 2223635 w 3283645"/>
                <a:gd name="connsiteY7725" fmla="*/ 311487 h 1449582"/>
                <a:gd name="connsiteX7726" fmla="*/ 2223635 w 3283645"/>
                <a:gd name="connsiteY7726" fmla="*/ 306292 h 1449582"/>
                <a:gd name="connsiteX7727" fmla="*/ 2218270 w 3283645"/>
                <a:gd name="connsiteY7727" fmla="*/ 306292 h 1449582"/>
                <a:gd name="connsiteX7728" fmla="*/ 2213073 w 3283645"/>
                <a:gd name="connsiteY7728" fmla="*/ 306292 h 1449582"/>
                <a:gd name="connsiteX7729" fmla="*/ 2208044 w 3283645"/>
                <a:gd name="connsiteY7729" fmla="*/ 306292 h 1449582"/>
                <a:gd name="connsiteX7730" fmla="*/ 2202847 w 3283645"/>
                <a:gd name="connsiteY7730" fmla="*/ 306292 h 1449582"/>
                <a:gd name="connsiteX7731" fmla="*/ 2202847 w 3283645"/>
                <a:gd name="connsiteY7731" fmla="*/ 300929 h 1449582"/>
                <a:gd name="connsiteX7732" fmla="*/ 2197482 w 3283645"/>
                <a:gd name="connsiteY7732" fmla="*/ 295733 h 1449582"/>
                <a:gd name="connsiteX7733" fmla="*/ 2192453 w 3283645"/>
                <a:gd name="connsiteY7733" fmla="*/ 295733 h 1449582"/>
                <a:gd name="connsiteX7734" fmla="*/ 2181892 w 3283645"/>
                <a:gd name="connsiteY7734" fmla="*/ 290705 h 1449582"/>
                <a:gd name="connsiteX7735" fmla="*/ 2171665 w 3283645"/>
                <a:gd name="connsiteY7735" fmla="*/ 300929 h 1449582"/>
                <a:gd name="connsiteX7736" fmla="*/ 2166468 w 3283645"/>
                <a:gd name="connsiteY7736" fmla="*/ 300929 h 1449582"/>
                <a:gd name="connsiteX7737" fmla="*/ 2155907 w 3283645"/>
                <a:gd name="connsiteY7737" fmla="*/ 300929 h 1449582"/>
                <a:gd name="connsiteX7738" fmla="*/ 2150878 w 3283645"/>
                <a:gd name="connsiteY7738" fmla="*/ 300929 h 1449582"/>
                <a:gd name="connsiteX7739" fmla="*/ 2145681 w 3283645"/>
                <a:gd name="connsiteY7739" fmla="*/ 300929 h 1449582"/>
                <a:gd name="connsiteX7740" fmla="*/ 2140484 w 3283645"/>
                <a:gd name="connsiteY7740" fmla="*/ 306292 h 1449582"/>
                <a:gd name="connsiteX7741" fmla="*/ 2135119 w 3283645"/>
                <a:gd name="connsiteY7741" fmla="*/ 306292 h 1449582"/>
                <a:gd name="connsiteX7742" fmla="*/ 2130090 w 3283645"/>
                <a:gd name="connsiteY7742" fmla="*/ 306292 h 1449582"/>
                <a:gd name="connsiteX7743" fmla="*/ 2124893 w 3283645"/>
                <a:gd name="connsiteY7743" fmla="*/ 306292 h 1449582"/>
                <a:gd name="connsiteX7744" fmla="*/ 2119696 w 3283645"/>
                <a:gd name="connsiteY7744" fmla="*/ 306292 h 1449582"/>
                <a:gd name="connsiteX7745" fmla="*/ 2114331 w 3283645"/>
                <a:gd name="connsiteY7745" fmla="*/ 306292 h 1449582"/>
                <a:gd name="connsiteX7746" fmla="*/ 2109302 w 3283645"/>
                <a:gd name="connsiteY7746" fmla="*/ 306292 h 1449582"/>
                <a:gd name="connsiteX7747" fmla="*/ 2104105 w 3283645"/>
                <a:gd name="connsiteY7747" fmla="*/ 311487 h 1449582"/>
                <a:gd name="connsiteX7748" fmla="*/ 2104105 w 3283645"/>
                <a:gd name="connsiteY7748" fmla="*/ 316515 h 1449582"/>
                <a:gd name="connsiteX7749" fmla="*/ 2104105 w 3283645"/>
                <a:gd name="connsiteY7749" fmla="*/ 321878 h 1449582"/>
                <a:gd name="connsiteX7750" fmla="*/ 2104105 w 3283645"/>
                <a:gd name="connsiteY7750" fmla="*/ 327074 h 1449582"/>
                <a:gd name="connsiteX7751" fmla="*/ 2098908 w 3283645"/>
                <a:gd name="connsiteY7751" fmla="*/ 327074 h 1449582"/>
                <a:gd name="connsiteX7752" fmla="*/ 2098908 w 3283645"/>
                <a:gd name="connsiteY7752" fmla="*/ 327723 h 1449582"/>
                <a:gd name="connsiteX7753" fmla="*/ 2098908 w 3283645"/>
                <a:gd name="connsiteY7753" fmla="*/ 332270 h 1449582"/>
                <a:gd name="connsiteX7754" fmla="*/ 2093544 w 3283645"/>
                <a:gd name="connsiteY7754" fmla="*/ 337298 h 1449582"/>
                <a:gd name="connsiteX7755" fmla="*/ 2093544 w 3283645"/>
                <a:gd name="connsiteY7755" fmla="*/ 342661 h 1449582"/>
                <a:gd name="connsiteX7756" fmla="*/ 2088514 w 3283645"/>
                <a:gd name="connsiteY7756" fmla="*/ 342661 h 1449582"/>
                <a:gd name="connsiteX7757" fmla="*/ 2083317 w 3283645"/>
                <a:gd name="connsiteY7757" fmla="*/ 342661 h 1449582"/>
                <a:gd name="connsiteX7758" fmla="*/ 2078120 w 3283645"/>
                <a:gd name="connsiteY7758" fmla="*/ 337298 h 1449582"/>
                <a:gd name="connsiteX7759" fmla="*/ 2072756 w 3283645"/>
                <a:gd name="connsiteY7759" fmla="*/ 342661 h 1449582"/>
                <a:gd name="connsiteX7760" fmla="*/ 2067726 w 3283645"/>
                <a:gd name="connsiteY7760" fmla="*/ 337298 h 1449582"/>
                <a:gd name="connsiteX7761" fmla="*/ 2062529 w 3283645"/>
                <a:gd name="connsiteY7761" fmla="*/ 337298 h 1449582"/>
                <a:gd name="connsiteX7762" fmla="*/ 2057333 w 3283645"/>
                <a:gd name="connsiteY7762" fmla="*/ 342661 h 1449582"/>
                <a:gd name="connsiteX7763" fmla="*/ 2046939 w 3283645"/>
                <a:gd name="connsiteY7763" fmla="*/ 337298 h 1449582"/>
                <a:gd name="connsiteX7764" fmla="*/ 2046939 w 3283645"/>
                <a:gd name="connsiteY7764" fmla="*/ 342661 h 1449582"/>
                <a:gd name="connsiteX7765" fmla="*/ 2041742 w 3283645"/>
                <a:gd name="connsiteY7765" fmla="*/ 337298 h 1449582"/>
                <a:gd name="connsiteX7766" fmla="*/ 2036545 w 3283645"/>
                <a:gd name="connsiteY7766" fmla="*/ 332270 h 1449582"/>
                <a:gd name="connsiteX7767" fmla="*/ 2031180 w 3283645"/>
                <a:gd name="connsiteY7767" fmla="*/ 337298 h 1449582"/>
                <a:gd name="connsiteX7768" fmla="*/ 2026151 w 3283645"/>
                <a:gd name="connsiteY7768" fmla="*/ 332270 h 1449582"/>
                <a:gd name="connsiteX7769" fmla="*/ 2020954 w 3283645"/>
                <a:gd name="connsiteY7769" fmla="*/ 332270 h 1449582"/>
                <a:gd name="connsiteX7770" fmla="*/ 2015757 w 3283645"/>
                <a:gd name="connsiteY7770" fmla="*/ 332270 h 1449582"/>
                <a:gd name="connsiteX7771" fmla="*/ 2010392 w 3283645"/>
                <a:gd name="connsiteY7771" fmla="*/ 332270 h 1449582"/>
                <a:gd name="connsiteX7772" fmla="*/ 2005363 w 3283645"/>
                <a:gd name="connsiteY7772" fmla="*/ 332270 h 1449582"/>
                <a:gd name="connsiteX7773" fmla="*/ 2000166 w 3283645"/>
                <a:gd name="connsiteY7773" fmla="*/ 337298 h 1449582"/>
                <a:gd name="connsiteX7774" fmla="*/ 1994969 w 3283645"/>
                <a:gd name="connsiteY7774" fmla="*/ 342661 h 1449582"/>
                <a:gd name="connsiteX7775" fmla="*/ 1989605 w 3283645"/>
                <a:gd name="connsiteY7775" fmla="*/ 342661 h 1449582"/>
                <a:gd name="connsiteX7776" fmla="*/ 1984575 w 3283645"/>
                <a:gd name="connsiteY7776" fmla="*/ 347856 h 1449582"/>
                <a:gd name="connsiteX7777" fmla="*/ 1984575 w 3283645"/>
                <a:gd name="connsiteY7777" fmla="*/ 342661 h 1449582"/>
                <a:gd name="connsiteX7778" fmla="*/ 1979378 w 3283645"/>
                <a:gd name="connsiteY7778" fmla="*/ 342661 h 1449582"/>
                <a:gd name="connsiteX7779" fmla="*/ 1974181 w 3283645"/>
                <a:gd name="connsiteY7779" fmla="*/ 347856 h 1449582"/>
                <a:gd name="connsiteX7780" fmla="*/ 1974181 w 3283645"/>
                <a:gd name="connsiteY7780" fmla="*/ 353052 h 1449582"/>
                <a:gd name="connsiteX7781" fmla="*/ 1974181 w 3283645"/>
                <a:gd name="connsiteY7781" fmla="*/ 358080 h 1449582"/>
                <a:gd name="connsiteX7782" fmla="*/ 1968817 w 3283645"/>
                <a:gd name="connsiteY7782" fmla="*/ 358080 h 1449582"/>
                <a:gd name="connsiteX7783" fmla="*/ 1968817 w 3283645"/>
                <a:gd name="connsiteY7783" fmla="*/ 363443 h 1449582"/>
                <a:gd name="connsiteX7784" fmla="*/ 1968817 w 3283645"/>
                <a:gd name="connsiteY7784" fmla="*/ 368639 h 1449582"/>
                <a:gd name="connsiteX7785" fmla="*/ 1968817 w 3283645"/>
                <a:gd name="connsiteY7785" fmla="*/ 373834 h 1449582"/>
                <a:gd name="connsiteX7786" fmla="*/ 1974181 w 3283645"/>
                <a:gd name="connsiteY7786" fmla="*/ 378862 h 1449582"/>
                <a:gd name="connsiteX7787" fmla="*/ 1974181 w 3283645"/>
                <a:gd name="connsiteY7787" fmla="*/ 384225 h 1449582"/>
                <a:gd name="connsiteX7788" fmla="*/ 1984575 w 3283645"/>
                <a:gd name="connsiteY7788" fmla="*/ 384225 h 1449582"/>
                <a:gd name="connsiteX7789" fmla="*/ 1989605 w 3283645"/>
                <a:gd name="connsiteY7789" fmla="*/ 389421 h 1449582"/>
                <a:gd name="connsiteX7790" fmla="*/ 1989605 w 3283645"/>
                <a:gd name="connsiteY7790" fmla="*/ 394616 h 1449582"/>
                <a:gd name="connsiteX7791" fmla="*/ 1979378 w 3283645"/>
                <a:gd name="connsiteY7791" fmla="*/ 399644 h 1449582"/>
                <a:gd name="connsiteX7792" fmla="*/ 1974181 w 3283645"/>
                <a:gd name="connsiteY7792" fmla="*/ 399644 h 1449582"/>
                <a:gd name="connsiteX7793" fmla="*/ 1974181 w 3283645"/>
                <a:gd name="connsiteY7793" fmla="*/ 405008 h 1449582"/>
                <a:gd name="connsiteX7794" fmla="*/ 1974181 w 3283645"/>
                <a:gd name="connsiteY7794" fmla="*/ 410203 h 1449582"/>
                <a:gd name="connsiteX7795" fmla="*/ 1968817 w 3283645"/>
                <a:gd name="connsiteY7795" fmla="*/ 410203 h 1449582"/>
                <a:gd name="connsiteX7796" fmla="*/ 1968817 w 3283645"/>
                <a:gd name="connsiteY7796" fmla="*/ 415399 h 1449582"/>
                <a:gd name="connsiteX7797" fmla="*/ 1979378 w 3283645"/>
                <a:gd name="connsiteY7797" fmla="*/ 425790 h 1449582"/>
                <a:gd name="connsiteX7798" fmla="*/ 1979378 w 3283645"/>
                <a:gd name="connsiteY7798" fmla="*/ 430985 h 1449582"/>
                <a:gd name="connsiteX7799" fmla="*/ 1979378 w 3283645"/>
                <a:gd name="connsiteY7799" fmla="*/ 436013 h 1449582"/>
                <a:gd name="connsiteX7800" fmla="*/ 1974181 w 3283645"/>
                <a:gd name="connsiteY7800" fmla="*/ 436013 h 1449582"/>
                <a:gd name="connsiteX7801" fmla="*/ 1968817 w 3283645"/>
                <a:gd name="connsiteY7801" fmla="*/ 436013 h 1449582"/>
                <a:gd name="connsiteX7802" fmla="*/ 1963787 w 3283645"/>
                <a:gd name="connsiteY7802" fmla="*/ 430985 h 1449582"/>
                <a:gd name="connsiteX7803" fmla="*/ 1958591 w 3283645"/>
                <a:gd name="connsiteY7803" fmla="*/ 425790 h 1449582"/>
                <a:gd name="connsiteX7804" fmla="*/ 1958591 w 3283645"/>
                <a:gd name="connsiteY7804" fmla="*/ 430985 h 1449582"/>
                <a:gd name="connsiteX7805" fmla="*/ 1953394 w 3283645"/>
                <a:gd name="connsiteY7805" fmla="*/ 430985 h 1449582"/>
                <a:gd name="connsiteX7806" fmla="*/ 1948029 w 3283645"/>
                <a:gd name="connsiteY7806" fmla="*/ 430985 h 1449582"/>
                <a:gd name="connsiteX7807" fmla="*/ 1943000 w 3283645"/>
                <a:gd name="connsiteY7807" fmla="*/ 425790 h 1449582"/>
                <a:gd name="connsiteX7808" fmla="*/ 1937803 w 3283645"/>
                <a:gd name="connsiteY7808" fmla="*/ 425790 h 1449582"/>
                <a:gd name="connsiteX7809" fmla="*/ 1932606 w 3283645"/>
                <a:gd name="connsiteY7809" fmla="*/ 425790 h 1449582"/>
                <a:gd name="connsiteX7810" fmla="*/ 1927241 w 3283645"/>
                <a:gd name="connsiteY7810" fmla="*/ 425790 h 1449582"/>
                <a:gd name="connsiteX7811" fmla="*/ 1922212 w 3283645"/>
                <a:gd name="connsiteY7811" fmla="*/ 420427 h 1449582"/>
                <a:gd name="connsiteX7812" fmla="*/ 1917015 w 3283645"/>
                <a:gd name="connsiteY7812" fmla="*/ 420427 h 1449582"/>
                <a:gd name="connsiteX7813" fmla="*/ 1911650 w 3283645"/>
                <a:gd name="connsiteY7813" fmla="*/ 420427 h 1449582"/>
                <a:gd name="connsiteX7814" fmla="*/ 1901424 w 3283645"/>
                <a:gd name="connsiteY7814" fmla="*/ 410203 h 1449582"/>
                <a:gd name="connsiteX7815" fmla="*/ 1896227 w 3283645"/>
                <a:gd name="connsiteY7815" fmla="*/ 410203 h 1449582"/>
                <a:gd name="connsiteX7816" fmla="*/ 1891030 w 3283645"/>
                <a:gd name="connsiteY7816" fmla="*/ 410203 h 1449582"/>
                <a:gd name="connsiteX7817" fmla="*/ 1896227 w 3283645"/>
                <a:gd name="connsiteY7817" fmla="*/ 405008 h 1449582"/>
                <a:gd name="connsiteX7818" fmla="*/ 1896227 w 3283645"/>
                <a:gd name="connsiteY7818" fmla="*/ 399644 h 1449582"/>
                <a:gd name="connsiteX7819" fmla="*/ 1901424 w 3283645"/>
                <a:gd name="connsiteY7819" fmla="*/ 394616 h 1449582"/>
                <a:gd name="connsiteX7820" fmla="*/ 1906621 w 3283645"/>
                <a:gd name="connsiteY7820" fmla="*/ 389421 h 1449582"/>
                <a:gd name="connsiteX7821" fmla="*/ 1906621 w 3283645"/>
                <a:gd name="connsiteY7821" fmla="*/ 384225 h 1449582"/>
                <a:gd name="connsiteX7822" fmla="*/ 1917015 w 3283645"/>
                <a:gd name="connsiteY7822" fmla="*/ 378862 h 1449582"/>
                <a:gd name="connsiteX7823" fmla="*/ 1917015 w 3283645"/>
                <a:gd name="connsiteY7823" fmla="*/ 373834 h 1449582"/>
                <a:gd name="connsiteX7824" fmla="*/ 1911650 w 3283645"/>
                <a:gd name="connsiteY7824" fmla="*/ 368639 h 1449582"/>
                <a:gd name="connsiteX7825" fmla="*/ 1917015 w 3283645"/>
                <a:gd name="connsiteY7825" fmla="*/ 368639 h 1449582"/>
                <a:gd name="connsiteX7826" fmla="*/ 1917015 w 3283645"/>
                <a:gd name="connsiteY7826" fmla="*/ 363443 h 1449582"/>
                <a:gd name="connsiteX7827" fmla="*/ 1917015 w 3283645"/>
                <a:gd name="connsiteY7827" fmla="*/ 358080 h 1449582"/>
                <a:gd name="connsiteX7828" fmla="*/ 1911650 w 3283645"/>
                <a:gd name="connsiteY7828" fmla="*/ 353052 h 1449582"/>
                <a:gd name="connsiteX7829" fmla="*/ 1906621 w 3283645"/>
                <a:gd name="connsiteY7829" fmla="*/ 353052 h 1449582"/>
                <a:gd name="connsiteX7830" fmla="*/ 1896227 w 3283645"/>
                <a:gd name="connsiteY7830" fmla="*/ 347856 h 1449582"/>
                <a:gd name="connsiteX7831" fmla="*/ 1891030 w 3283645"/>
                <a:gd name="connsiteY7831" fmla="*/ 347856 h 1449582"/>
                <a:gd name="connsiteX7832" fmla="*/ 1885833 w 3283645"/>
                <a:gd name="connsiteY7832" fmla="*/ 347856 h 1449582"/>
                <a:gd name="connsiteX7833" fmla="*/ 1880636 w 3283645"/>
                <a:gd name="connsiteY7833" fmla="*/ 347856 h 1449582"/>
                <a:gd name="connsiteX7834" fmla="*/ 1875439 w 3283645"/>
                <a:gd name="connsiteY7834" fmla="*/ 347856 h 1449582"/>
                <a:gd name="connsiteX7835" fmla="*/ 1870242 w 3283645"/>
                <a:gd name="connsiteY7835" fmla="*/ 347856 h 1449582"/>
                <a:gd name="connsiteX7836" fmla="*/ 1870242 w 3283645"/>
                <a:gd name="connsiteY7836" fmla="*/ 342661 h 1449582"/>
                <a:gd name="connsiteX7837" fmla="*/ 1870242 w 3283645"/>
                <a:gd name="connsiteY7837" fmla="*/ 337298 h 1449582"/>
                <a:gd name="connsiteX7838" fmla="*/ 1865045 w 3283645"/>
                <a:gd name="connsiteY7838" fmla="*/ 337298 h 1449582"/>
                <a:gd name="connsiteX7839" fmla="*/ 1859848 w 3283645"/>
                <a:gd name="connsiteY7839" fmla="*/ 327074 h 1449582"/>
                <a:gd name="connsiteX7840" fmla="*/ 1849455 w 3283645"/>
                <a:gd name="connsiteY7840" fmla="*/ 327074 h 1449582"/>
                <a:gd name="connsiteX7841" fmla="*/ 1844258 w 3283645"/>
                <a:gd name="connsiteY7841" fmla="*/ 327074 h 1449582"/>
                <a:gd name="connsiteX7842" fmla="*/ 1849455 w 3283645"/>
                <a:gd name="connsiteY7842" fmla="*/ 316515 h 1449582"/>
                <a:gd name="connsiteX7843" fmla="*/ 1839061 w 3283645"/>
                <a:gd name="connsiteY7843" fmla="*/ 311487 h 1449582"/>
                <a:gd name="connsiteX7844" fmla="*/ 1833864 w 3283645"/>
                <a:gd name="connsiteY7844" fmla="*/ 306292 h 1449582"/>
                <a:gd name="connsiteX7845" fmla="*/ 1828667 w 3283645"/>
                <a:gd name="connsiteY7845" fmla="*/ 300929 h 1449582"/>
                <a:gd name="connsiteX7846" fmla="*/ 1833864 w 3283645"/>
                <a:gd name="connsiteY7846" fmla="*/ 300929 h 1449582"/>
                <a:gd name="connsiteX7847" fmla="*/ 1828667 w 3283645"/>
                <a:gd name="connsiteY7847" fmla="*/ 290705 h 1449582"/>
                <a:gd name="connsiteX7848" fmla="*/ 1823470 w 3283645"/>
                <a:gd name="connsiteY7848" fmla="*/ 290705 h 1449582"/>
                <a:gd name="connsiteX7849" fmla="*/ 1818273 w 3283645"/>
                <a:gd name="connsiteY7849" fmla="*/ 290705 h 1449582"/>
                <a:gd name="connsiteX7850" fmla="*/ 1813076 w 3283645"/>
                <a:gd name="connsiteY7850" fmla="*/ 290705 h 1449582"/>
                <a:gd name="connsiteX7851" fmla="*/ 1807879 w 3283645"/>
                <a:gd name="connsiteY7851" fmla="*/ 285509 h 1449582"/>
                <a:gd name="connsiteX7852" fmla="*/ 1802682 w 3283645"/>
                <a:gd name="connsiteY7852" fmla="*/ 285509 h 1449582"/>
                <a:gd name="connsiteX7853" fmla="*/ 1802682 w 3283645"/>
                <a:gd name="connsiteY7853" fmla="*/ 280314 h 1449582"/>
                <a:gd name="connsiteX7854" fmla="*/ 1802682 w 3283645"/>
                <a:gd name="connsiteY7854" fmla="*/ 274951 h 1449582"/>
                <a:gd name="connsiteX7855" fmla="*/ 1813076 w 3283645"/>
                <a:gd name="connsiteY7855" fmla="*/ 264727 h 1449582"/>
                <a:gd name="connsiteX7856" fmla="*/ 1797485 w 3283645"/>
                <a:gd name="connsiteY7856" fmla="*/ 269923 h 1449582"/>
                <a:gd name="connsiteX7857" fmla="*/ 1797485 w 3283645"/>
                <a:gd name="connsiteY7857" fmla="*/ 264727 h 1449582"/>
                <a:gd name="connsiteX7858" fmla="*/ 1802682 w 3283645"/>
                <a:gd name="connsiteY7858" fmla="*/ 259532 h 1449582"/>
                <a:gd name="connsiteX7859" fmla="*/ 1807879 w 3283645"/>
                <a:gd name="connsiteY7859" fmla="*/ 254168 h 1449582"/>
                <a:gd name="connsiteX7860" fmla="*/ 1807879 w 3283645"/>
                <a:gd name="connsiteY7860" fmla="*/ 249140 h 1449582"/>
                <a:gd name="connsiteX7861" fmla="*/ 1807879 w 3283645"/>
                <a:gd name="connsiteY7861" fmla="*/ 243945 h 1449582"/>
                <a:gd name="connsiteX7862" fmla="*/ 1813076 w 3283645"/>
                <a:gd name="connsiteY7862" fmla="*/ 238749 h 1449582"/>
                <a:gd name="connsiteX7863" fmla="*/ 1823470 w 3283645"/>
                <a:gd name="connsiteY7863" fmla="*/ 233386 h 1449582"/>
                <a:gd name="connsiteX7864" fmla="*/ 1828667 w 3283645"/>
                <a:gd name="connsiteY7864" fmla="*/ 228358 h 1449582"/>
                <a:gd name="connsiteX7865" fmla="*/ 1833864 w 3283645"/>
                <a:gd name="connsiteY7865" fmla="*/ 217967 h 1449582"/>
                <a:gd name="connsiteX7866" fmla="*/ 1833864 w 3283645"/>
                <a:gd name="connsiteY7866" fmla="*/ 207576 h 1449582"/>
                <a:gd name="connsiteX7867" fmla="*/ 1828667 w 3283645"/>
                <a:gd name="connsiteY7867" fmla="*/ 207576 h 1449582"/>
                <a:gd name="connsiteX7868" fmla="*/ 1828667 w 3283645"/>
                <a:gd name="connsiteY7868" fmla="*/ 202380 h 1449582"/>
                <a:gd name="connsiteX7869" fmla="*/ 1823470 w 3283645"/>
                <a:gd name="connsiteY7869" fmla="*/ 197185 h 1449582"/>
                <a:gd name="connsiteX7870" fmla="*/ 1818273 w 3283645"/>
                <a:gd name="connsiteY7870" fmla="*/ 191989 h 1449582"/>
                <a:gd name="connsiteX7871" fmla="*/ 1823470 w 3283645"/>
                <a:gd name="connsiteY7871" fmla="*/ 191989 h 1449582"/>
                <a:gd name="connsiteX7872" fmla="*/ 1823470 w 3283645"/>
                <a:gd name="connsiteY7872" fmla="*/ 186794 h 1449582"/>
                <a:gd name="connsiteX7873" fmla="*/ 1823470 w 3283645"/>
                <a:gd name="connsiteY7873" fmla="*/ 176402 h 1449582"/>
                <a:gd name="connsiteX7874" fmla="*/ 1818273 w 3283645"/>
                <a:gd name="connsiteY7874" fmla="*/ 176402 h 1449582"/>
                <a:gd name="connsiteX7875" fmla="*/ 1818273 w 3283645"/>
                <a:gd name="connsiteY7875" fmla="*/ 171207 h 1449582"/>
                <a:gd name="connsiteX7876" fmla="*/ 1823470 w 3283645"/>
                <a:gd name="connsiteY7876" fmla="*/ 166011 h 1449582"/>
                <a:gd name="connsiteX7877" fmla="*/ 1818273 w 3283645"/>
                <a:gd name="connsiteY7877" fmla="*/ 160816 h 1449582"/>
                <a:gd name="connsiteX7878" fmla="*/ 1818273 w 3283645"/>
                <a:gd name="connsiteY7878" fmla="*/ 155620 h 1449582"/>
                <a:gd name="connsiteX7879" fmla="*/ 1818273 w 3283645"/>
                <a:gd name="connsiteY7879" fmla="*/ 150425 h 1449582"/>
                <a:gd name="connsiteX7880" fmla="*/ 1823470 w 3283645"/>
                <a:gd name="connsiteY7880" fmla="*/ 150425 h 1449582"/>
                <a:gd name="connsiteX7881" fmla="*/ 1828667 w 3283645"/>
                <a:gd name="connsiteY7881" fmla="*/ 150425 h 1449582"/>
                <a:gd name="connsiteX7882" fmla="*/ 1839061 w 3283645"/>
                <a:gd name="connsiteY7882" fmla="*/ 150425 h 1449582"/>
                <a:gd name="connsiteX7883" fmla="*/ 1849455 w 3283645"/>
                <a:gd name="connsiteY7883" fmla="*/ 150425 h 1449582"/>
                <a:gd name="connsiteX7884" fmla="*/ 1854652 w 3283645"/>
                <a:gd name="connsiteY7884" fmla="*/ 150425 h 1449582"/>
                <a:gd name="connsiteX7885" fmla="*/ 1859848 w 3283645"/>
                <a:gd name="connsiteY7885" fmla="*/ 150425 h 1449582"/>
                <a:gd name="connsiteX7886" fmla="*/ 1865045 w 3283645"/>
                <a:gd name="connsiteY7886" fmla="*/ 150425 h 1449582"/>
                <a:gd name="connsiteX7887" fmla="*/ 1870242 w 3283645"/>
                <a:gd name="connsiteY7887" fmla="*/ 155620 h 1449582"/>
                <a:gd name="connsiteX7888" fmla="*/ 1875439 w 3283645"/>
                <a:gd name="connsiteY7888" fmla="*/ 155620 h 1449582"/>
                <a:gd name="connsiteX7889" fmla="*/ 1880636 w 3283645"/>
                <a:gd name="connsiteY7889" fmla="*/ 155620 h 1449582"/>
                <a:gd name="connsiteX7890" fmla="*/ 1896227 w 3283645"/>
                <a:gd name="connsiteY7890" fmla="*/ 166011 h 1449582"/>
                <a:gd name="connsiteX7891" fmla="*/ 1906621 w 3283645"/>
                <a:gd name="connsiteY7891" fmla="*/ 166011 h 1449582"/>
                <a:gd name="connsiteX7892" fmla="*/ 1911650 w 3283645"/>
                <a:gd name="connsiteY7892" fmla="*/ 166011 h 1449582"/>
                <a:gd name="connsiteX7893" fmla="*/ 1922212 w 3283645"/>
                <a:gd name="connsiteY7893" fmla="*/ 171207 h 1449582"/>
                <a:gd name="connsiteX7894" fmla="*/ 1917015 w 3283645"/>
                <a:gd name="connsiteY7894" fmla="*/ 171207 h 1449582"/>
                <a:gd name="connsiteX7895" fmla="*/ 1906621 w 3283645"/>
                <a:gd name="connsiteY7895" fmla="*/ 176402 h 1449582"/>
                <a:gd name="connsiteX7896" fmla="*/ 1896227 w 3283645"/>
                <a:gd name="connsiteY7896" fmla="*/ 176402 h 1449582"/>
                <a:gd name="connsiteX7897" fmla="*/ 1891030 w 3283645"/>
                <a:gd name="connsiteY7897" fmla="*/ 176402 h 1449582"/>
                <a:gd name="connsiteX7898" fmla="*/ 1870242 w 3283645"/>
                <a:gd name="connsiteY7898" fmla="*/ 176402 h 1449582"/>
                <a:gd name="connsiteX7899" fmla="*/ 1865045 w 3283645"/>
                <a:gd name="connsiteY7899" fmla="*/ 176402 h 1449582"/>
                <a:gd name="connsiteX7900" fmla="*/ 1854652 w 3283645"/>
                <a:gd name="connsiteY7900" fmla="*/ 171207 h 1449582"/>
                <a:gd name="connsiteX7901" fmla="*/ 1839061 w 3283645"/>
                <a:gd name="connsiteY7901" fmla="*/ 166011 h 1449582"/>
                <a:gd name="connsiteX7902" fmla="*/ 1833864 w 3283645"/>
                <a:gd name="connsiteY7902" fmla="*/ 171207 h 1449582"/>
                <a:gd name="connsiteX7903" fmla="*/ 1833864 w 3283645"/>
                <a:gd name="connsiteY7903" fmla="*/ 176402 h 1449582"/>
                <a:gd name="connsiteX7904" fmla="*/ 1844258 w 3283645"/>
                <a:gd name="connsiteY7904" fmla="*/ 181598 h 1449582"/>
                <a:gd name="connsiteX7905" fmla="*/ 1849455 w 3283645"/>
                <a:gd name="connsiteY7905" fmla="*/ 181598 h 1449582"/>
                <a:gd name="connsiteX7906" fmla="*/ 1849455 w 3283645"/>
                <a:gd name="connsiteY7906" fmla="*/ 186794 h 1449582"/>
                <a:gd name="connsiteX7907" fmla="*/ 1859848 w 3283645"/>
                <a:gd name="connsiteY7907" fmla="*/ 186794 h 1449582"/>
                <a:gd name="connsiteX7908" fmla="*/ 1859848 w 3283645"/>
                <a:gd name="connsiteY7908" fmla="*/ 191989 h 1449582"/>
                <a:gd name="connsiteX7909" fmla="*/ 1859848 w 3283645"/>
                <a:gd name="connsiteY7909" fmla="*/ 197185 h 1449582"/>
                <a:gd name="connsiteX7910" fmla="*/ 1865045 w 3283645"/>
                <a:gd name="connsiteY7910" fmla="*/ 202380 h 1449582"/>
                <a:gd name="connsiteX7911" fmla="*/ 1870242 w 3283645"/>
                <a:gd name="connsiteY7911" fmla="*/ 207576 h 1449582"/>
                <a:gd name="connsiteX7912" fmla="*/ 1875439 w 3283645"/>
                <a:gd name="connsiteY7912" fmla="*/ 207576 h 1449582"/>
                <a:gd name="connsiteX7913" fmla="*/ 1880636 w 3283645"/>
                <a:gd name="connsiteY7913" fmla="*/ 212604 h 1449582"/>
                <a:gd name="connsiteX7914" fmla="*/ 1885833 w 3283645"/>
                <a:gd name="connsiteY7914" fmla="*/ 212604 h 1449582"/>
                <a:gd name="connsiteX7915" fmla="*/ 1891030 w 3283645"/>
                <a:gd name="connsiteY7915" fmla="*/ 207576 h 1449582"/>
                <a:gd name="connsiteX7916" fmla="*/ 1896227 w 3283645"/>
                <a:gd name="connsiteY7916" fmla="*/ 202380 h 1449582"/>
                <a:gd name="connsiteX7917" fmla="*/ 1901424 w 3283645"/>
                <a:gd name="connsiteY7917" fmla="*/ 202380 h 1449582"/>
                <a:gd name="connsiteX7918" fmla="*/ 1911650 w 3283645"/>
                <a:gd name="connsiteY7918" fmla="*/ 202380 h 1449582"/>
                <a:gd name="connsiteX7919" fmla="*/ 1917015 w 3283645"/>
                <a:gd name="connsiteY7919" fmla="*/ 202380 h 1449582"/>
                <a:gd name="connsiteX7920" fmla="*/ 1917015 w 3283645"/>
                <a:gd name="connsiteY7920" fmla="*/ 191989 h 1449582"/>
                <a:gd name="connsiteX7921" fmla="*/ 1922212 w 3283645"/>
                <a:gd name="connsiteY7921" fmla="*/ 186794 h 1449582"/>
                <a:gd name="connsiteX7922" fmla="*/ 1927241 w 3283645"/>
                <a:gd name="connsiteY7922" fmla="*/ 186794 h 1449582"/>
                <a:gd name="connsiteX7923" fmla="*/ 1932606 w 3283645"/>
                <a:gd name="connsiteY7923" fmla="*/ 181598 h 1449582"/>
                <a:gd name="connsiteX7924" fmla="*/ 1943000 w 3283645"/>
                <a:gd name="connsiteY7924" fmla="*/ 181598 h 1449582"/>
                <a:gd name="connsiteX7925" fmla="*/ 1943000 w 3283645"/>
                <a:gd name="connsiteY7925" fmla="*/ 186794 h 1449582"/>
                <a:gd name="connsiteX7926" fmla="*/ 1948029 w 3283645"/>
                <a:gd name="connsiteY7926" fmla="*/ 191989 h 1449582"/>
                <a:gd name="connsiteX7927" fmla="*/ 1953394 w 3283645"/>
                <a:gd name="connsiteY7927" fmla="*/ 186794 h 1449582"/>
                <a:gd name="connsiteX7928" fmla="*/ 1953394 w 3283645"/>
                <a:gd name="connsiteY7928" fmla="*/ 181598 h 1449582"/>
                <a:gd name="connsiteX7929" fmla="*/ 1953394 w 3283645"/>
                <a:gd name="connsiteY7929" fmla="*/ 176402 h 1449582"/>
                <a:gd name="connsiteX7930" fmla="*/ 1953394 w 3283645"/>
                <a:gd name="connsiteY7930" fmla="*/ 171207 h 1449582"/>
                <a:gd name="connsiteX7931" fmla="*/ 1953394 w 3283645"/>
                <a:gd name="connsiteY7931" fmla="*/ 166011 h 1449582"/>
                <a:gd name="connsiteX7932" fmla="*/ 1958591 w 3283645"/>
                <a:gd name="connsiteY7932" fmla="*/ 176402 h 1449582"/>
                <a:gd name="connsiteX7933" fmla="*/ 1963787 w 3283645"/>
                <a:gd name="connsiteY7933" fmla="*/ 176402 h 1449582"/>
                <a:gd name="connsiteX7934" fmla="*/ 1968817 w 3283645"/>
                <a:gd name="connsiteY7934" fmla="*/ 176402 h 1449582"/>
                <a:gd name="connsiteX7935" fmla="*/ 1974181 w 3283645"/>
                <a:gd name="connsiteY7935" fmla="*/ 176402 h 1449582"/>
                <a:gd name="connsiteX7936" fmla="*/ 1979378 w 3283645"/>
                <a:gd name="connsiteY7936" fmla="*/ 176402 h 1449582"/>
                <a:gd name="connsiteX7937" fmla="*/ 1989605 w 3283645"/>
                <a:gd name="connsiteY7937" fmla="*/ 171207 h 1449582"/>
                <a:gd name="connsiteX7938" fmla="*/ 1994969 w 3283645"/>
                <a:gd name="connsiteY7938" fmla="*/ 166011 h 1449582"/>
                <a:gd name="connsiteX7939" fmla="*/ 2005363 w 3283645"/>
                <a:gd name="connsiteY7939" fmla="*/ 166011 h 1449582"/>
                <a:gd name="connsiteX7940" fmla="*/ 2015757 w 3283645"/>
                <a:gd name="connsiteY7940" fmla="*/ 160816 h 1449582"/>
                <a:gd name="connsiteX7941" fmla="*/ 2020954 w 3283645"/>
                <a:gd name="connsiteY7941" fmla="*/ 160816 h 1449582"/>
                <a:gd name="connsiteX7942" fmla="*/ 2026151 w 3283645"/>
                <a:gd name="connsiteY7942" fmla="*/ 160816 h 1449582"/>
                <a:gd name="connsiteX7943" fmla="*/ 2031180 w 3283645"/>
                <a:gd name="connsiteY7943" fmla="*/ 160816 h 1449582"/>
                <a:gd name="connsiteX7944" fmla="*/ 2036545 w 3283645"/>
                <a:gd name="connsiteY7944" fmla="*/ 166011 h 1449582"/>
                <a:gd name="connsiteX7945" fmla="*/ 2041742 w 3283645"/>
                <a:gd name="connsiteY7945" fmla="*/ 166011 h 1449582"/>
                <a:gd name="connsiteX7946" fmla="*/ 2046939 w 3283645"/>
                <a:gd name="connsiteY7946" fmla="*/ 166011 h 1449582"/>
                <a:gd name="connsiteX7947" fmla="*/ 2057333 w 3283645"/>
                <a:gd name="connsiteY7947" fmla="*/ 160816 h 1449582"/>
                <a:gd name="connsiteX7948" fmla="*/ 2067726 w 3283645"/>
                <a:gd name="connsiteY7948" fmla="*/ 160816 h 1449582"/>
                <a:gd name="connsiteX7949" fmla="*/ 2072756 w 3283645"/>
                <a:gd name="connsiteY7949" fmla="*/ 160816 h 1449582"/>
                <a:gd name="connsiteX7950" fmla="*/ 2078120 w 3283645"/>
                <a:gd name="connsiteY7950" fmla="*/ 160816 h 1449582"/>
                <a:gd name="connsiteX7951" fmla="*/ 2083317 w 3283645"/>
                <a:gd name="connsiteY7951" fmla="*/ 155620 h 1449582"/>
                <a:gd name="connsiteX7952" fmla="*/ 2088514 w 3283645"/>
                <a:gd name="connsiteY7952" fmla="*/ 155620 h 1449582"/>
                <a:gd name="connsiteX7953" fmla="*/ 2093544 w 3283645"/>
                <a:gd name="connsiteY7953" fmla="*/ 160816 h 1449582"/>
                <a:gd name="connsiteX7954" fmla="*/ 2098908 w 3283645"/>
                <a:gd name="connsiteY7954" fmla="*/ 160816 h 1449582"/>
                <a:gd name="connsiteX7955" fmla="*/ 2104105 w 3283645"/>
                <a:gd name="connsiteY7955" fmla="*/ 160816 h 1449582"/>
                <a:gd name="connsiteX7956" fmla="*/ 2109302 w 3283645"/>
                <a:gd name="connsiteY7956" fmla="*/ 150425 h 1449582"/>
                <a:gd name="connsiteX7957" fmla="*/ 2104105 w 3283645"/>
                <a:gd name="connsiteY7957" fmla="*/ 145229 h 1449582"/>
                <a:gd name="connsiteX7958" fmla="*/ 2109302 w 3283645"/>
                <a:gd name="connsiteY7958" fmla="*/ 145229 h 1449582"/>
                <a:gd name="connsiteX7959" fmla="*/ 2124893 w 3283645"/>
                <a:gd name="connsiteY7959" fmla="*/ 145229 h 1449582"/>
                <a:gd name="connsiteX7960" fmla="*/ 2135119 w 3283645"/>
                <a:gd name="connsiteY7960" fmla="*/ 150425 h 1449582"/>
                <a:gd name="connsiteX7961" fmla="*/ 2150878 w 3283645"/>
                <a:gd name="connsiteY7961" fmla="*/ 155620 h 1449582"/>
                <a:gd name="connsiteX7962" fmla="*/ 2155907 w 3283645"/>
                <a:gd name="connsiteY7962" fmla="*/ 155620 h 1449582"/>
                <a:gd name="connsiteX7963" fmla="*/ 2161271 w 3283645"/>
                <a:gd name="connsiteY7963" fmla="*/ 155620 h 1449582"/>
                <a:gd name="connsiteX7964" fmla="*/ 2161271 w 3283645"/>
                <a:gd name="connsiteY7964" fmla="*/ 160816 h 1449582"/>
                <a:gd name="connsiteX7965" fmla="*/ 2171665 w 3283645"/>
                <a:gd name="connsiteY7965" fmla="*/ 166011 h 1449582"/>
                <a:gd name="connsiteX7966" fmla="*/ 2181892 w 3283645"/>
                <a:gd name="connsiteY7966" fmla="*/ 160816 h 1449582"/>
                <a:gd name="connsiteX7967" fmla="*/ 2181892 w 3283645"/>
                <a:gd name="connsiteY7967" fmla="*/ 155620 h 1449582"/>
                <a:gd name="connsiteX7968" fmla="*/ 2187256 w 3283645"/>
                <a:gd name="connsiteY7968" fmla="*/ 150425 h 1449582"/>
                <a:gd name="connsiteX7969" fmla="*/ 2181892 w 3283645"/>
                <a:gd name="connsiteY7969" fmla="*/ 145229 h 1449582"/>
                <a:gd name="connsiteX7970" fmla="*/ 2176695 w 3283645"/>
                <a:gd name="connsiteY7970" fmla="*/ 145229 h 1449582"/>
                <a:gd name="connsiteX7971" fmla="*/ 2166468 w 3283645"/>
                <a:gd name="connsiteY7971" fmla="*/ 140033 h 1449582"/>
                <a:gd name="connsiteX7972" fmla="*/ 2161271 w 3283645"/>
                <a:gd name="connsiteY7972" fmla="*/ 140033 h 1449582"/>
                <a:gd name="connsiteX7973" fmla="*/ 2161271 w 3283645"/>
                <a:gd name="connsiteY7973" fmla="*/ 129642 h 1449582"/>
                <a:gd name="connsiteX7974" fmla="*/ 2166468 w 3283645"/>
                <a:gd name="connsiteY7974" fmla="*/ 129642 h 1449582"/>
                <a:gd name="connsiteX7975" fmla="*/ 2176695 w 3283645"/>
                <a:gd name="connsiteY7975" fmla="*/ 124447 h 1449582"/>
                <a:gd name="connsiteX7976" fmla="*/ 2181892 w 3283645"/>
                <a:gd name="connsiteY7976" fmla="*/ 114056 h 1449582"/>
                <a:gd name="connsiteX7977" fmla="*/ 2187256 w 3283645"/>
                <a:gd name="connsiteY7977" fmla="*/ 114056 h 1449582"/>
                <a:gd name="connsiteX7978" fmla="*/ 2192453 w 3283645"/>
                <a:gd name="connsiteY7978" fmla="*/ 114056 h 1449582"/>
                <a:gd name="connsiteX7979" fmla="*/ 2208044 w 3283645"/>
                <a:gd name="connsiteY7979" fmla="*/ 114056 h 1449582"/>
                <a:gd name="connsiteX7980" fmla="*/ 2208044 w 3283645"/>
                <a:gd name="connsiteY7980" fmla="*/ 119251 h 1449582"/>
                <a:gd name="connsiteX7981" fmla="*/ 2202847 w 3283645"/>
                <a:gd name="connsiteY7981" fmla="*/ 119251 h 1449582"/>
                <a:gd name="connsiteX7982" fmla="*/ 2202847 w 3283645"/>
                <a:gd name="connsiteY7982" fmla="*/ 124447 h 1449582"/>
                <a:gd name="connsiteX7983" fmla="*/ 2202847 w 3283645"/>
                <a:gd name="connsiteY7983" fmla="*/ 129642 h 1449582"/>
                <a:gd name="connsiteX7984" fmla="*/ 2208044 w 3283645"/>
                <a:gd name="connsiteY7984" fmla="*/ 134838 h 1449582"/>
                <a:gd name="connsiteX7985" fmla="*/ 2208044 w 3283645"/>
                <a:gd name="connsiteY7985" fmla="*/ 145229 h 1449582"/>
                <a:gd name="connsiteX7986" fmla="*/ 2213073 w 3283645"/>
                <a:gd name="connsiteY7986" fmla="*/ 155620 h 1449582"/>
                <a:gd name="connsiteX7987" fmla="*/ 2213073 w 3283645"/>
                <a:gd name="connsiteY7987" fmla="*/ 160816 h 1449582"/>
                <a:gd name="connsiteX7988" fmla="*/ 2208044 w 3283645"/>
                <a:gd name="connsiteY7988" fmla="*/ 166011 h 1449582"/>
                <a:gd name="connsiteX7989" fmla="*/ 2202847 w 3283645"/>
                <a:gd name="connsiteY7989" fmla="*/ 166011 h 1449582"/>
                <a:gd name="connsiteX7990" fmla="*/ 2197482 w 3283645"/>
                <a:gd name="connsiteY7990" fmla="*/ 171207 h 1449582"/>
                <a:gd name="connsiteX7991" fmla="*/ 2192453 w 3283645"/>
                <a:gd name="connsiteY7991" fmla="*/ 171207 h 1449582"/>
                <a:gd name="connsiteX7992" fmla="*/ 2187256 w 3283645"/>
                <a:gd name="connsiteY7992" fmla="*/ 171207 h 1449582"/>
                <a:gd name="connsiteX7993" fmla="*/ 2181892 w 3283645"/>
                <a:gd name="connsiteY7993" fmla="*/ 171207 h 1449582"/>
                <a:gd name="connsiteX7994" fmla="*/ 2181892 w 3283645"/>
                <a:gd name="connsiteY7994" fmla="*/ 176402 h 1449582"/>
                <a:gd name="connsiteX7995" fmla="*/ 2187256 w 3283645"/>
                <a:gd name="connsiteY7995" fmla="*/ 181598 h 1449582"/>
                <a:gd name="connsiteX7996" fmla="*/ 2192453 w 3283645"/>
                <a:gd name="connsiteY7996" fmla="*/ 186794 h 1449582"/>
                <a:gd name="connsiteX7997" fmla="*/ 2197482 w 3283645"/>
                <a:gd name="connsiteY7997" fmla="*/ 181598 h 1449582"/>
                <a:gd name="connsiteX7998" fmla="*/ 2202847 w 3283645"/>
                <a:gd name="connsiteY7998" fmla="*/ 181598 h 1449582"/>
                <a:gd name="connsiteX7999" fmla="*/ 2202847 w 3283645"/>
                <a:gd name="connsiteY7999" fmla="*/ 186794 h 1449582"/>
                <a:gd name="connsiteX8000" fmla="*/ 2208044 w 3283645"/>
                <a:gd name="connsiteY8000" fmla="*/ 186794 h 1449582"/>
                <a:gd name="connsiteX8001" fmla="*/ 2213073 w 3283645"/>
                <a:gd name="connsiteY8001" fmla="*/ 186794 h 1449582"/>
                <a:gd name="connsiteX8002" fmla="*/ 2213073 w 3283645"/>
                <a:gd name="connsiteY8002" fmla="*/ 181598 h 1449582"/>
                <a:gd name="connsiteX8003" fmla="*/ 2218270 w 3283645"/>
                <a:gd name="connsiteY8003" fmla="*/ 181598 h 1449582"/>
                <a:gd name="connsiteX8004" fmla="*/ 2218270 w 3283645"/>
                <a:gd name="connsiteY8004" fmla="*/ 176402 h 1449582"/>
                <a:gd name="connsiteX8005" fmla="*/ 2228832 w 3283645"/>
                <a:gd name="connsiteY8005" fmla="*/ 176402 h 1449582"/>
                <a:gd name="connsiteX8006" fmla="*/ 2233861 w 3283645"/>
                <a:gd name="connsiteY8006" fmla="*/ 166011 h 1449582"/>
                <a:gd name="connsiteX8007" fmla="*/ 2233861 w 3283645"/>
                <a:gd name="connsiteY8007" fmla="*/ 160816 h 1449582"/>
                <a:gd name="connsiteX8008" fmla="*/ 2233861 w 3283645"/>
                <a:gd name="connsiteY8008" fmla="*/ 155620 h 1449582"/>
                <a:gd name="connsiteX8009" fmla="*/ 2239058 w 3283645"/>
                <a:gd name="connsiteY8009" fmla="*/ 155620 h 1449582"/>
                <a:gd name="connsiteX8010" fmla="*/ 2244423 w 3283645"/>
                <a:gd name="connsiteY8010" fmla="*/ 150425 h 1449582"/>
                <a:gd name="connsiteX8011" fmla="*/ 2239058 w 3283645"/>
                <a:gd name="connsiteY8011" fmla="*/ 145229 h 1449582"/>
                <a:gd name="connsiteX8012" fmla="*/ 2233861 w 3283645"/>
                <a:gd name="connsiteY8012" fmla="*/ 145229 h 1449582"/>
                <a:gd name="connsiteX8013" fmla="*/ 2228832 w 3283645"/>
                <a:gd name="connsiteY8013" fmla="*/ 145229 h 1449582"/>
                <a:gd name="connsiteX8014" fmla="*/ 2228832 w 3283645"/>
                <a:gd name="connsiteY8014" fmla="*/ 129642 h 1449582"/>
                <a:gd name="connsiteX8015" fmla="*/ 2223635 w 3283645"/>
                <a:gd name="connsiteY8015" fmla="*/ 124447 h 1449582"/>
                <a:gd name="connsiteX8016" fmla="*/ 2233861 w 3283645"/>
                <a:gd name="connsiteY8016" fmla="*/ 124447 h 1449582"/>
                <a:gd name="connsiteX8017" fmla="*/ 2239058 w 3283645"/>
                <a:gd name="connsiteY8017" fmla="*/ 119251 h 1449582"/>
                <a:gd name="connsiteX8018" fmla="*/ 2239058 w 3283645"/>
                <a:gd name="connsiteY8018" fmla="*/ 124447 h 1449582"/>
                <a:gd name="connsiteX8019" fmla="*/ 2244423 w 3283645"/>
                <a:gd name="connsiteY8019" fmla="*/ 129642 h 1449582"/>
                <a:gd name="connsiteX8020" fmla="*/ 2259846 w 3283645"/>
                <a:gd name="connsiteY8020" fmla="*/ 134838 h 1449582"/>
                <a:gd name="connsiteX8021" fmla="*/ 2265210 w 3283645"/>
                <a:gd name="connsiteY8021" fmla="*/ 134838 h 1449582"/>
                <a:gd name="connsiteX8022" fmla="*/ 2270407 w 3283645"/>
                <a:gd name="connsiteY8022" fmla="*/ 129642 h 1449582"/>
                <a:gd name="connsiteX8023" fmla="*/ 2265210 w 3283645"/>
                <a:gd name="connsiteY8023" fmla="*/ 124447 h 1449582"/>
                <a:gd name="connsiteX8024" fmla="*/ 2270407 w 3283645"/>
                <a:gd name="connsiteY8024" fmla="*/ 119251 h 1449582"/>
                <a:gd name="connsiteX8025" fmla="*/ 2275437 w 3283645"/>
                <a:gd name="connsiteY8025" fmla="*/ 119251 h 1449582"/>
                <a:gd name="connsiteX8026" fmla="*/ 2291195 w 3283645"/>
                <a:gd name="connsiteY8026" fmla="*/ 124447 h 1449582"/>
                <a:gd name="connsiteX8027" fmla="*/ 2301421 w 3283645"/>
                <a:gd name="connsiteY8027" fmla="*/ 129642 h 1449582"/>
                <a:gd name="connsiteX8028" fmla="*/ 2301421 w 3283645"/>
                <a:gd name="connsiteY8028" fmla="*/ 134838 h 1449582"/>
                <a:gd name="connsiteX8029" fmla="*/ 2311983 w 3283645"/>
                <a:gd name="connsiteY8029" fmla="*/ 145229 h 1449582"/>
                <a:gd name="connsiteX8030" fmla="*/ 2311983 w 3283645"/>
                <a:gd name="connsiteY8030" fmla="*/ 140033 h 1449582"/>
                <a:gd name="connsiteX8031" fmla="*/ 2317012 w 3283645"/>
                <a:gd name="connsiteY8031" fmla="*/ 134838 h 1449582"/>
                <a:gd name="connsiteX8032" fmla="*/ 2317012 w 3283645"/>
                <a:gd name="connsiteY8032" fmla="*/ 129642 h 1449582"/>
                <a:gd name="connsiteX8033" fmla="*/ 2317012 w 3283645"/>
                <a:gd name="connsiteY8033" fmla="*/ 124447 h 1449582"/>
                <a:gd name="connsiteX8034" fmla="*/ 2322209 w 3283645"/>
                <a:gd name="connsiteY8034" fmla="*/ 124447 h 1449582"/>
                <a:gd name="connsiteX8035" fmla="*/ 2317012 w 3283645"/>
                <a:gd name="connsiteY8035" fmla="*/ 119251 h 1449582"/>
                <a:gd name="connsiteX8036" fmla="*/ 2311983 w 3283645"/>
                <a:gd name="connsiteY8036" fmla="*/ 114056 h 1449582"/>
                <a:gd name="connsiteX8037" fmla="*/ 2306786 w 3283645"/>
                <a:gd name="connsiteY8037" fmla="*/ 114056 h 1449582"/>
                <a:gd name="connsiteX8038" fmla="*/ 2301421 w 3283645"/>
                <a:gd name="connsiteY8038" fmla="*/ 108860 h 1449582"/>
                <a:gd name="connsiteX8039" fmla="*/ 2296224 w 3283645"/>
                <a:gd name="connsiteY8039" fmla="*/ 108860 h 1449582"/>
                <a:gd name="connsiteX8040" fmla="*/ 2291195 w 3283645"/>
                <a:gd name="connsiteY8040" fmla="*/ 108860 h 1449582"/>
                <a:gd name="connsiteX8041" fmla="*/ 2291195 w 3283645"/>
                <a:gd name="connsiteY8041" fmla="*/ 103664 h 1449582"/>
                <a:gd name="connsiteX8042" fmla="*/ 2296224 w 3283645"/>
                <a:gd name="connsiteY8042" fmla="*/ 103664 h 1449582"/>
                <a:gd name="connsiteX8043" fmla="*/ 2317012 w 3283645"/>
                <a:gd name="connsiteY8043" fmla="*/ 103664 h 1449582"/>
                <a:gd name="connsiteX8044" fmla="*/ 2317012 w 3283645"/>
                <a:gd name="connsiteY8044" fmla="*/ 108860 h 1449582"/>
                <a:gd name="connsiteX8045" fmla="*/ 2322209 w 3283645"/>
                <a:gd name="connsiteY8045" fmla="*/ 108860 h 1449582"/>
                <a:gd name="connsiteX8046" fmla="*/ 2332771 w 3283645"/>
                <a:gd name="connsiteY8046" fmla="*/ 103664 h 1449582"/>
                <a:gd name="connsiteX8047" fmla="*/ 2332771 w 3283645"/>
                <a:gd name="connsiteY8047" fmla="*/ 108860 h 1449582"/>
                <a:gd name="connsiteX8048" fmla="*/ 2337800 w 3283645"/>
                <a:gd name="connsiteY8048" fmla="*/ 108860 h 1449582"/>
                <a:gd name="connsiteX8049" fmla="*/ 2342997 w 3283645"/>
                <a:gd name="connsiteY8049" fmla="*/ 114056 h 1449582"/>
                <a:gd name="connsiteX8050" fmla="*/ 2348362 w 3283645"/>
                <a:gd name="connsiteY8050" fmla="*/ 103664 h 1449582"/>
                <a:gd name="connsiteX8051" fmla="*/ 2348362 w 3283645"/>
                <a:gd name="connsiteY8051" fmla="*/ 98469 h 1449582"/>
                <a:gd name="connsiteX8052" fmla="*/ 2348362 w 3283645"/>
                <a:gd name="connsiteY8052" fmla="*/ 93273 h 1449582"/>
                <a:gd name="connsiteX8053" fmla="*/ 2353559 w 3283645"/>
                <a:gd name="connsiteY8053" fmla="*/ 93273 h 1449582"/>
                <a:gd name="connsiteX8054" fmla="*/ 2358588 w 3283645"/>
                <a:gd name="connsiteY8054" fmla="*/ 88078 h 1449582"/>
                <a:gd name="connsiteX8055" fmla="*/ 2363785 w 3283645"/>
                <a:gd name="connsiteY8055" fmla="*/ 88078 h 1449582"/>
                <a:gd name="connsiteX8056" fmla="*/ 2369149 w 3283645"/>
                <a:gd name="connsiteY8056" fmla="*/ 88078 h 1449582"/>
                <a:gd name="connsiteX8057" fmla="*/ 2379376 w 3283645"/>
                <a:gd name="connsiteY8057" fmla="*/ 82882 h 1449582"/>
                <a:gd name="connsiteX8058" fmla="*/ 2395134 w 3283645"/>
                <a:gd name="connsiteY8058" fmla="*/ 82882 h 1449582"/>
                <a:gd name="connsiteX8059" fmla="*/ 2400163 w 3283645"/>
                <a:gd name="connsiteY8059" fmla="*/ 82882 h 1449582"/>
                <a:gd name="connsiteX8060" fmla="*/ 2405360 w 3283645"/>
                <a:gd name="connsiteY8060" fmla="*/ 82882 h 1449582"/>
                <a:gd name="connsiteX8061" fmla="*/ 2410725 w 3283645"/>
                <a:gd name="connsiteY8061" fmla="*/ 77687 h 1449582"/>
                <a:gd name="connsiteX8062" fmla="*/ 2415922 w 3283645"/>
                <a:gd name="connsiteY8062" fmla="*/ 77687 h 1449582"/>
                <a:gd name="connsiteX8063" fmla="*/ 2420951 w 3283645"/>
                <a:gd name="connsiteY8063" fmla="*/ 82882 h 1449582"/>
                <a:gd name="connsiteX8064" fmla="*/ 2431513 w 3283645"/>
                <a:gd name="connsiteY8064" fmla="*/ 82882 h 1449582"/>
                <a:gd name="connsiteX8065" fmla="*/ 2436710 w 3283645"/>
                <a:gd name="connsiteY8065" fmla="*/ 82882 h 1449582"/>
                <a:gd name="connsiteX8066" fmla="*/ 2446936 w 3283645"/>
                <a:gd name="connsiteY8066" fmla="*/ 82882 h 1449582"/>
                <a:gd name="connsiteX8067" fmla="*/ 2452133 w 3283645"/>
                <a:gd name="connsiteY8067" fmla="*/ 77687 h 1449582"/>
                <a:gd name="connsiteX8068" fmla="*/ 2457497 w 3283645"/>
                <a:gd name="connsiteY8068" fmla="*/ 77687 h 1449582"/>
                <a:gd name="connsiteX8069" fmla="*/ 2462527 w 3283645"/>
                <a:gd name="connsiteY8069" fmla="*/ 88078 h 1449582"/>
                <a:gd name="connsiteX8070" fmla="*/ 2467724 w 3283645"/>
                <a:gd name="connsiteY8070" fmla="*/ 88078 h 1449582"/>
                <a:gd name="connsiteX8071" fmla="*/ 2473088 w 3283645"/>
                <a:gd name="connsiteY8071" fmla="*/ 88078 h 1449582"/>
                <a:gd name="connsiteX8072" fmla="*/ 2473088 w 3283645"/>
                <a:gd name="connsiteY8072" fmla="*/ 77687 h 1449582"/>
                <a:gd name="connsiteX8073" fmla="*/ 2483315 w 3283645"/>
                <a:gd name="connsiteY8073" fmla="*/ 67296 h 1449582"/>
                <a:gd name="connsiteX8074" fmla="*/ 2488512 w 3283645"/>
                <a:gd name="connsiteY8074" fmla="*/ 67296 h 1449582"/>
                <a:gd name="connsiteX8075" fmla="*/ 2493876 w 3283645"/>
                <a:gd name="connsiteY8075" fmla="*/ 62100 h 1449582"/>
                <a:gd name="connsiteX8076" fmla="*/ 774405 w 3283645"/>
                <a:gd name="connsiteY8076" fmla="*/ 62100 h 1449582"/>
                <a:gd name="connsiteX8077" fmla="*/ 774405 w 3283645"/>
                <a:gd name="connsiteY8077" fmla="*/ 67113 h 1449582"/>
                <a:gd name="connsiteX8078" fmla="*/ 769180 w 3283645"/>
                <a:gd name="connsiteY8078" fmla="*/ 67113 h 1449582"/>
                <a:gd name="connsiteX8079" fmla="*/ 763954 w 3283645"/>
                <a:gd name="connsiteY8079" fmla="*/ 67113 h 1449582"/>
                <a:gd name="connsiteX8080" fmla="*/ 774405 w 3283645"/>
                <a:gd name="connsiteY8080" fmla="*/ 62100 h 1449582"/>
                <a:gd name="connsiteX8081" fmla="*/ 732601 w 3283645"/>
                <a:gd name="connsiteY8081" fmla="*/ 62100 h 1449582"/>
                <a:gd name="connsiteX8082" fmla="*/ 737826 w 3283645"/>
                <a:gd name="connsiteY8082" fmla="*/ 62100 h 1449582"/>
                <a:gd name="connsiteX8083" fmla="*/ 743052 w 3283645"/>
                <a:gd name="connsiteY8083" fmla="*/ 67113 h 1449582"/>
                <a:gd name="connsiteX8084" fmla="*/ 737826 w 3283645"/>
                <a:gd name="connsiteY8084" fmla="*/ 67113 h 1449582"/>
                <a:gd name="connsiteX8085" fmla="*/ 732601 w 3283645"/>
                <a:gd name="connsiteY8085" fmla="*/ 67113 h 1449582"/>
                <a:gd name="connsiteX8086" fmla="*/ 722150 w 3283645"/>
                <a:gd name="connsiteY8086" fmla="*/ 62100 h 1449582"/>
                <a:gd name="connsiteX8087" fmla="*/ 727375 w 3283645"/>
                <a:gd name="connsiteY8087" fmla="*/ 62100 h 1449582"/>
                <a:gd name="connsiteX8088" fmla="*/ 732601 w 3283645"/>
                <a:gd name="connsiteY8088" fmla="*/ 62100 h 1449582"/>
                <a:gd name="connsiteX8089" fmla="*/ 727375 w 3283645"/>
                <a:gd name="connsiteY8089" fmla="*/ 67113 h 1449582"/>
                <a:gd name="connsiteX8090" fmla="*/ 722150 w 3283645"/>
                <a:gd name="connsiteY8090" fmla="*/ 67113 h 1449582"/>
                <a:gd name="connsiteX8091" fmla="*/ 716924 w 3283645"/>
                <a:gd name="connsiteY8091" fmla="*/ 67113 h 1449582"/>
                <a:gd name="connsiteX8092" fmla="*/ 722150 w 3283645"/>
                <a:gd name="connsiteY8092" fmla="*/ 62100 h 1449582"/>
                <a:gd name="connsiteX8093" fmla="*/ 685881 w 3283645"/>
                <a:gd name="connsiteY8093" fmla="*/ 46575 h 1449582"/>
                <a:gd name="connsiteX8094" fmla="*/ 696146 w 3283645"/>
                <a:gd name="connsiteY8094" fmla="*/ 46575 h 1449582"/>
                <a:gd name="connsiteX8095" fmla="*/ 701279 w 3283645"/>
                <a:gd name="connsiteY8095" fmla="*/ 46575 h 1449582"/>
                <a:gd name="connsiteX8096" fmla="*/ 706411 w 3283645"/>
                <a:gd name="connsiteY8096" fmla="*/ 51588 h 1449582"/>
                <a:gd name="connsiteX8097" fmla="*/ 701279 w 3283645"/>
                <a:gd name="connsiteY8097" fmla="*/ 51588 h 1449582"/>
                <a:gd name="connsiteX8098" fmla="*/ 696146 w 3283645"/>
                <a:gd name="connsiteY8098" fmla="*/ 51588 h 1449582"/>
                <a:gd name="connsiteX8099" fmla="*/ 691014 w 3283645"/>
                <a:gd name="connsiteY8099" fmla="*/ 51588 h 1449582"/>
                <a:gd name="connsiteX8100" fmla="*/ 685881 w 3283645"/>
                <a:gd name="connsiteY8100" fmla="*/ 51588 h 1449582"/>
                <a:gd name="connsiteX8101" fmla="*/ 1677609 w 3283645"/>
                <a:gd name="connsiteY8101" fmla="*/ 41400 h 1449582"/>
                <a:gd name="connsiteX8102" fmla="*/ 1682759 w 3283645"/>
                <a:gd name="connsiteY8102" fmla="*/ 41400 h 1449582"/>
                <a:gd name="connsiteX8103" fmla="*/ 1677609 w 3283645"/>
                <a:gd name="connsiteY8103" fmla="*/ 46413 h 1449582"/>
                <a:gd name="connsiteX8104" fmla="*/ 1667309 w 3283645"/>
                <a:gd name="connsiteY8104" fmla="*/ 46413 h 1449582"/>
                <a:gd name="connsiteX8105" fmla="*/ 1677609 w 3283645"/>
                <a:gd name="connsiteY8105" fmla="*/ 41400 h 1449582"/>
                <a:gd name="connsiteX8106" fmla="*/ 1651859 w 3283645"/>
                <a:gd name="connsiteY8106" fmla="*/ 41400 h 1449582"/>
                <a:gd name="connsiteX8107" fmla="*/ 1657009 w 3283645"/>
                <a:gd name="connsiteY8107" fmla="*/ 41400 h 1449582"/>
                <a:gd name="connsiteX8108" fmla="*/ 1662159 w 3283645"/>
                <a:gd name="connsiteY8108" fmla="*/ 41400 h 1449582"/>
                <a:gd name="connsiteX8109" fmla="*/ 1667309 w 3283645"/>
                <a:gd name="connsiteY8109" fmla="*/ 46413 h 1449582"/>
                <a:gd name="connsiteX8110" fmla="*/ 1662159 w 3283645"/>
                <a:gd name="connsiteY8110" fmla="*/ 46413 h 1449582"/>
                <a:gd name="connsiteX8111" fmla="*/ 1657009 w 3283645"/>
                <a:gd name="connsiteY8111" fmla="*/ 46413 h 1449582"/>
                <a:gd name="connsiteX8112" fmla="*/ 1693938 w 3283645"/>
                <a:gd name="connsiteY8112" fmla="*/ 36225 h 1449582"/>
                <a:gd name="connsiteX8113" fmla="*/ 1704248 w 3283645"/>
                <a:gd name="connsiteY8113" fmla="*/ 36225 h 1449582"/>
                <a:gd name="connsiteX8114" fmla="*/ 1709403 w 3283645"/>
                <a:gd name="connsiteY8114" fmla="*/ 41372 h 1449582"/>
                <a:gd name="connsiteX8115" fmla="*/ 1719714 w 3283645"/>
                <a:gd name="connsiteY8115" fmla="*/ 46520 h 1449582"/>
                <a:gd name="connsiteX8116" fmla="*/ 1714558 w 3283645"/>
                <a:gd name="connsiteY8116" fmla="*/ 51667 h 1449582"/>
                <a:gd name="connsiteX8117" fmla="*/ 1709403 w 3283645"/>
                <a:gd name="connsiteY8117" fmla="*/ 51667 h 1449582"/>
                <a:gd name="connsiteX8118" fmla="*/ 1709403 w 3283645"/>
                <a:gd name="connsiteY8118" fmla="*/ 56814 h 1449582"/>
                <a:gd name="connsiteX8119" fmla="*/ 1699093 w 3283645"/>
                <a:gd name="connsiteY8119" fmla="*/ 61962 h 1449582"/>
                <a:gd name="connsiteX8120" fmla="*/ 1693938 w 3283645"/>
                <a:gd name="connsiteY8120" fmla="*/ 67109 h 1449582"/>
                <a:gd name="connsiteX8121" fmla="*/ 1688782 w 3283645"/>
                <a:gd name="connsiteY8121" fmla="*/ 67109 h 1449582"/>
                <a:gd name="connsiteX8122" fmla="*/ 1678472 w 3283645"/>
                <a:gd name="connsiteY8122" fmla="*/ 61962 h 1449582"/>
                <a:gd name="connsiteX8123" fmla="*/ 1683627 w 3283645"/>
                <a:gd name="connsiteY8123" fmla="*/ 56814 h 1449582"/>
                <a:gd name="connsiteX8124" fmla="*/ 1688782 w 3283645"/>
                <a:gd name="connsiteY8124" fmla="*/ 56814 h 1449582"/>
                <a:gd name="connsiteX8125" fmla="*/ 1693938 w 3283645"/>
                <a:gd name="connsiteY8125" fmla="*/ 56814 h 1449582"/>
                <a:gd name="connsiteX8126" fmla="*/ 1699093 w 3283645"/>
                <a:gd name="connsiteY8126" fmla="*/ 56814 h 1449582"/>
                <a:gd name="connsiteX8127" fmla="*/ 1699093 w 3283645"/>
                <a:gd name="connsiteY8127" fmla="*/ 51667 h 1449582"/>
                <a:gd name="connsiteX8128" fmla="*/ 1699093 w 3283645"/>
                <a:gd name="connsiteY8128" fmla="*/ 46520 h 1449582"/>
                <a:gd name="connsiteX8129" fmla="*/ 1699093 w 3283645"/>
                <a:gd name="connsiteY8129" fmla="*/ 41372 h 1449582"/>
                <a:gd name="connsiteX8130" fmla="*/ 1693938 w 3283645"/>
                <a:gd name="connsiteY8130" fmla="*/ 36225 h 1449582"/>
                <a:gd name="connsiteX8131" fmla="*/ 764160 w 3283645"/>
                <a:gd name="connsiteY8131" fmla="*/ 36225 h 1449582"/>
                <a:gd name="connsiteX8132" fmla="*/ 774441 w 3283645"/>
                <a:gd name="connsiteY8132" fmla="*/ 41238 h 1449582"/>
                <a:gd name="connsiteX8133" fmla="*/ 764160 w 3283645"/>
                <a:gd name="connsiteY8133" fmla="*/ 36225 h 1449582"/>
                <a:gd name="connsiteX8134" fmla="*/ 2452689 w 3283645"/>
                <a:gd name="connsiteY8134" fmla="*/ 36142 h 1449582"/>
                <a:gd name="connsiteX8135" fmla="*/ 2458071 w 3283645"/>
                <a:gd name="connsiteY8135" fmla="*/ 41276 h 1449582"/>
                <a:gd name="connsiteX8136" fmla="*/ 2452689 w 3283645"/>
                <a:gd name="connsiteY8136" fmla="*/ 46409 h 1449582"/>
                <a:gd name="connsiteX8137" fmla="*/ 2452689 w 3283645"/>
                <a:gd name="connsiteY8137" fmla="*/ 41276 h 1449582"/>
                <a:gd name="connsiteX8138" fmla="*/ 2452689 w 3283645"/>
                <a:gd name="connsiteY8138" fmla="*/ 36142 h 1449582"/>
                <a:gd name="connsiteX8139" fmla="*/ 1766276 w 3283645"/>
                <a:gd name="connsiteY8139" fmla="*/ 31050 h 1449582"/>
                <a:gd name="connsiteX8140" fmla="*/ 1761269 w 3283645"/>
                <a:gd name="connsiteY8140" fmla="*/ 36063 h 1449582"/>
                <a:gd name="connsiteX8141" fmla="*/ 1766276 w 3283645"/>
                <a:gd name="connsiteY8141" fmla="*/ 31050 h 1449582"/>
                <a:gd name="connsiteX8142" fmla="*/ 2421405 w 3283645"/>
                <a:gd name="connsiteY8142" fmla="*/ 25875 h 1449582"/>
                <a:gd name="connsiteX8143" fmla="*/ 2426619 w 3283645"/>
                <a:gd name="connsiteY8143" fmla="*/ 25875 h 1449582"/>
                <a:gd name="connsiteX8144" fmla="*/ 2432001 w 3283645"/>
                <a:gd name="connsiteY8144" fmla="*/ 25875 h 1449582"/>
                <a:gd name="connsiteX8145" fmla="*/ 2442261 w 3283645"/>
                <a:gd name="connsiteY8145" fmla="*/ 25875 h 1449582"/>
                <a:gd name="connsiteX8146" fmla="*/ 2442261 w 3283645"/>
                <a:gd name="connsiteY8146" fmla="*/ 31009 h 1449582"/>
                <a:gd name="connsiteX8147" fmla="*/ 2442261 w 3283645"/>
                <a:gd name="connsiteY8147" fmla="*/ 36142 h 1449582"/>
                <a:gd name="connsiteX8148" fmla="*/ 2447475 w 3283645"/>
                <a:gd name="connsiteY8148" fmla="*/ 41276 h 1449582"/>
                <a:gd name="connsiteX8149" fmla="*/ 2442261 w 3283645"/>
                <a:gd name="connsiteY8149" fmla="*/ 41276 h 1449582"/>
                <a:gd name="connsiteX8150" fmla="*/ 2432001 w 3283645"/>
                <a:gd name="connsiteY8150" fmla="*/ 41276 h 1449582"/>
                <a:gd name="connsiteX8151" fmla="*/ 2421405 w 3283645"/>
                <a:gd name="connsiteY8151" fmla="*/ 41276 h 1449582"/>
                <a:gd name="connsiteX8152" fmla="*/ 2426619 w 3283645"/>
                <a:gd name="connsiteY8152" fmla="*/ 31009 h 1449582"/>
                <a:gd name="connsiteX8153" fmla="*/ 2405763 w 3283645"/>
                <a:gd name="connsiteY8153" fmla="*/ 25875 h 1449582"/>
                <a:gd name="connsiteX8154" fmla="*/ 2411145 w 3283645"/>
                <a:gd name="connsiteY8154" fmla="*/ 25875 h 1449582"/>
                <a:gd name="connsiteX8155" fmla="*/ 2421405 w 3283645"/>
                <a:gd name="connsiteY8155" fmla="*/ 25875 h 1449582"/>
                <a:gd name="connsiteX8156" fmla="*/ 2416359 w 3283645"/>
                <a:gd name="connsiteY8156" fmla="*/ 31009 h 1449582"/>
                <a:gd name="connsiteX8157" fmla="*/ 2411145 w 3283645"/>
                <a:gd name="connsiteY8157" fmla="*/ 31009 h 1449582"/>
                <a:gd name="connsiteX8158" fmla="*/ 2405763 w 3283645"/>
                <a:gd name="connsiteY8158" fmla="*/ 31009 h 1449582"/>
                <a:gd name="connsiteX8159" fmla="*/ 670360 w 3283645"/>
                <a:gd name="connsiteY8159" fmla="*/ 25875 h 1449582"/>
                <a:gd name="connsiteX8160" fmla="*/ 675582 w 3283645"/>
                <a:gd name="connsiteY8160" fmla="*/ 25875 h 1449582"/>
                <a:gd name="connsiteX8161" fmla="*/ 680803 w 3283645"/>
                <a:gd name="connsiteY8161" fmla="*/ 25875 h 1449582"/>
                <a:gd name="connsiteX8162" fmla="*/ 686024 w 3283645"/>
                <a:gd name="connsiteY8162" fmla="*/ 25875 h 1449582"/>
                <a:gd name="connsiteX8163" fmla="*/ 691246 w 3283645"/>
                <a:gd name="connsiteY8163" fmla="*/ 25875 h 1449582"/>
                <a:gd name="connsiteX8164" fmla="*/ 696467 w 3283645"/>
                <a:gd name="connsiteY8164" fmla="*/ 31009 h 1449582"/>
                <a:gd name="connsiteX8165" fmla="*/ 701688 w 3283645"/>
                <a:gd name="connsiteY8165" fmla="*/ 31009 h 1449582"/>
                <a:gd name="connsiteX8166" fmla="*/ 706909 w 3283645"/>
                <a:gd name="connsiteY8166" fmla="*/ 31009 h 1449582"/>
                <a:gd name="connsiteX8167" fmla="*/ 712131 w 3283645"/>
                <a:gd name="connsiteY8167" fmla="*/ 31009 h 1449582"/>
                <a:gd name="connsiteX8168" fmla="*/ 717352 w 3283645"/>
                <a:gd name="connsiteY8168" fmla="*/ 36142 h 1449582"/>
                <a:gd name="connsiteX8169" fmla="*/ 722573 w 3283645"/>
                <a:gd name="connsiteY8169" fmla="*/ 36142 h 1449582"/>
                <a:gd name="connsiteX8170" fmla="*/ 727794 w 3283645"/>
                <a:gd name="connsiteY8170" fmla="*/ 41276 h 1449582"/>
                <a:gd name="connsiteX8171" fmla="*/ 733016 w 3283645"/>
                <a:gd name="connsiteY8171" fmla="*/ 41276 h 1449582"/>
                <a:gd name="connsiteX8172" fmla="*/ 727794 w 3283645"/>
                <a:gd name="connsiteY8172" fmla="*/ 46409 h 1449582"/>
                <a:gd name="connsiteX8173" fmla="*/ 722573 w 3283645"/>
                <a:gd name="connsiteY8173" fmla="*/ 46409 h 1449582"/>
                <a:gd name="connsiteX8174" fmla="*/ 717352 w 3283645"/>
                <a:gd name="connsiteY8174" fmla="*/ 46409 h 1449582"/>
                <a:gd name="connsiteX8175" fmla="*/ 712131 w 3283645"/>
                <a:gd name="connsiteY8175" fmla="*/ 46409 h 1449582"/>
                <a:gd name="connsiteX8176" fmla="*/ 701688 w 3283645"/>
                <a:gd name="connsiteY8176" fmla="*/ 41276 h 1449582"/>
                <a:gd name="connsiteX8177" fmla="*/ 701688 w 3283645"/>
                <a:gd name="connsiteY8177" fmla="*/ 36142 h 1449582"/>
                <a:gd name="connsiteX8178" fmla="*/ 691246 w 3283645"/>
                <a:gd name="connsiteY8178" fmla="*/ 36142 h 1449582"/>
                <a:gd name="connsiteX8179" fmla="*/ 686024 w 3283645"/>
                <a:gd name="connsiteY8179" fmla="*/ 36142 h 1449582"/>
                <a:gd name="connsiteX8180" fmla="*/ 680803 w 3283645"/>
                <a:gd name="connsiteY8180" fmla="*/ 36142 h 1449582"/>
                <a:gd name="connsiteX8181" fmla="*/ 675582 w 3283645"/>
                <a:gd name="connsiteY8181" fmla="*/ 36142 h 1449582"/>
                <a:gd name="connsiteX8182" fmla="*/ 670360 w 3283645"/>
                <a:gd name="connsiteY8182" fmla="*/ 36142 h 1449582"/>
                <a:gd name="connsiteX8183" fmla="*/ 670360 w 3283645"/>
                <a:gd name="connsiteY8183" fmla="*/ 31009 h 1449582"/>
                <a:gd name="connsiteX8184" fmla="*/ 1376939 w 3283645"/>
                <a:gd name="connsiteY8184" fmla="*/ 15525 h 1449582"/>
                <a:gd name="connsiteX8185" fmla="*/ 1387401 w 3283645"/>
                <a:gd name="connsiteY8185" fmla="*/ 15525 h 1449582"/>
                <a:gd name="connsiteX8186" fmla="*/ 1392801 w 3283645"/>
                <a:gd name="connsiteY8186" fmla="*/ 15525 h 1449582"/>
                <a:gd name="connsiteX8187" fmla="*/ 1397863 w 3283645"/>
                <a:gd name="connsiteY8187" fmla="*/ 15525 h 1449582"/>
                <a:gd name="connsiteX8188" fmla="*/ 1403094 w 3283645"/>
                <a:gd name="connsiteY8188" fmla="*/ 15525 h 1449582"/>
                <a:gd name="connsiteX8189" fmla="*/ 1413725 w 3283645"/>
                <a:gd name="connsiteY8189" fmla="*/ 15525 h 1449582"/>
                <a:gd name="connsiteX8190" fmla="*/ 1403094 w 3283645"/>
                <a:gd name="connsiteY8190" fmla="*/ 20538 h 1449582"/>
                <a:gd name="connsiteX8191" fmla="*/ 1392801 w 3283645"/>
                <a:gd name="connsiteY8191" fmla="*/ 20538 h 1449582"/>
                <a:gd name="connsiteX8192" fmla="*/ 1387401 w 3283645"/>
                <a:gd name="connsiteY8192" fmla="*/ 20538 h 1449582"/>
                <a:gd name="connsiteX8193" fmla="*/ 1382170 w 3283645"/>
                <a:gd name="connsiteY8193" fmla="*/ 20538 h 1449582"/>
                <a:gd name="connsiteX8194" fmla="*/ 1376939 w 3283645"/>
                <a:gd name="connsiteY8194" fmla="*/ 20538 h 1449582"/>
                <a:gd name="connsiteX8195" fmla="*/ 716897 w 3283645"/>
                <a:gd name="connsiteY8195" fmla="*/ 15525 h 1449582"/>
                <a:gd name="connsiteX8196" fmla="*/ 727189 w 3283645"/>
                <a:gd name="connsiteY8196" fmla="*/ 15525 h 1449582"/>
                <a:gd name="connsiteX8197" fmla="*/ 737481 w 3283645"/>
                <a:gd name="connsiteY8197" fmla="*/ 15525 h 1449582"/>
                <a:gd name="connsiteX8198" fmla="*/ 737481 w 3283645"/>
                <a:gd name="connsiteY8198" fmla="*/ 20538 h 1449582"/>
                <a:gd name="connsiteX8199" fmla="*/ 727189 w 3283645"/>
                <a:gd name="connsiteY8199" fmla="*/ 20538 h 1449582"/>
                <a:gd name="connsiteX8200" fmla="*/ 722043 w 3283645"/>
                <a:gd name="connsiteY8200" fmla="*/ 20538 h 1449582"/>
                <a:gd name="connsiteX8201" fmla="*/ 716897 w 3283645"/>
                <a:gd name="connsiteY8201" fmla="*/ 20538 h 1449582"/>
                <a:gd name="connsiteX8202" fmla="*/ 711751 w 3283645"/>
                <a:gd name="connsiteY8202" fmla="*/ 20538 h 1449582"/>
                <a:gd name="connsiteX8203" fmla="*/ 716897 w 3283645"/>
                <a:gd name="connsiteY8203" fmla="*/ 15525 h 1449582"/>
                <a:gd name="connsiteX8204" fmla="*/ 759054 w 3283645"/>
                <a:gd name="connsiteY8204" fmla="*/ 10350 h 1449582"/>
                <a:gd name="connsiteX8205" fmla="*/ 764145 w 3283645"/>
                <a:gd name="connsiteY8205" fmla="*/ 15363 h 1449582"/>
                <a:gd name="connsiteX8206" fmla="*/ 759054 w 3283645"/>
                <a:gd name="connsiteY8206" fmla="*/ 15363 h 1449582"/>
                <a:gd name="connsiteX8207" fmla="*/ 836832 w 3283645"/>
                <a:gd name="connsiteY8207" fmla="*/ 5175 h 1449582"/>
                <a:gd name="connsiteX8208" fmla="*/ 842023 w 3283645"/>
                <a:gd name="connsiteY8208" fmla="*/ 5175 h 1449582"/>
                <a:gd name="connsiteX8209" fmla="*/ 857597 w 3283645"/>
                <a:gd name="connsiteY8209" fmla="*/ 10407 h 1449582"/>
                <a:gd name="connsiteX8210" fmla="*/ 862787 w 3283645"/>
                <a:gd name="connsiteY8210" fmla="*/ 10407 h 1449582"/>
                <a:gd name="connsiteX8211" fmla="*/ 867810 w 3283645"/>
                <a:gd name="connsiteY8211" fmla="*/ 5175 h 1449582"/>
                <a:gd name="connsiteX8212" fmla="*/ 878360 w 3283645"/>
                <a:gd name="connsiteY8212" fmla="*/ 5175 h 1449582"/>
                <a:gd name="connsiteX8213" fmla="*/ 883551 w 3283645"/>
                <a:gd name="connsiteY8213" fmla="*/ 5175 h 1449582"/>
                <a:gd name="connsiteX8214" fmla="*/ 893933 w 3283645"/>
                <a:gd name="connsiteY8214" fmla="*/ 5175 h 1449582"/>
                <a:gd name="connsiteX8215" fmla="*/ 899124 w 3283645"/>
                <a:gd name="connsiteY8215" fmla="*/ 5175 h 1449582"/>
                <a:gd name="connsiteX8216" fmla="*/ 904316 w 3283645"/>
                <a:gd name="connsiteY8216" fmla="*/ 5175 h 1449582"/>
                <a:gd name="connsiteX8217" fmla="*/ 909340 w 3283645"/>
                <a:gd name="connsiteY8217" fmla="*/ 10407 h 1449582"/>
                <a:gd name="connsiteX8218" fmla="*/ 919889 w 3283645"/>
                <a:gd name="connsiteY8218" fmla="*/ 10407 h 1449582"/>
                <a:gd name="connsiteX8219" fmla="*/ 930104 w 3283645"/>
                <a:gd name="connsiteY8219" fmla="*/ 5175 h 1449582"/>
                <a:gd name="connsiteX8220" fmla="*/ 935461 w 3283645"/>
                <a:gd name="connsiteY8220" fmla="*/ 5175 h 1449582"/>
                <a:gd name="connsiteX8221" fmla="*/ 940652 w 3283645"/>
                <a:gd name="connsiteY8221" fmla="*/ 5175 h 1449582"/>
                <a:gd name="connsiteX8222" fmla="*/ 945844 w 3283645"/>
                <a:gd name="connsiteY8222" fmla="*/ 5175 h 1449582"/>
                <a:gd name="connsiteX8223" fmla="*/ 950867 w 3283645"/>
                <a:gd name="connsiteY8223" fmla="*/ 5175 h 1449582"/>
                <a:gd name="connsiteX8224" fmla="*/ 956226 w 3283645"/>
                <a:gd name="connsiteY8224" fmla="*/ 10407 h 1449582"/>
                <a:gd name="connsiteX8225" fmla="*/ 950867 w 3283645"/>
                <a:gd name="connsiteY8225" fmla="*/ 10407 h 1449582"/>
                <a:gd name="connsiteX8226" fmla="*/ 945844 w 3283645"/>
                <a:gd name="connsiteY8226" fmla="*/ 10407 h 1449582"/>
                <a:gd name="connsiteX8227" fmla="*/ 940652 w 3283645"/>
                <a:gd name="connsiteY8227" fmla="*/ 10407 h 1449582"/>
                <a:gd name="connsiteX8228" fmla="*/ 940652 w 3283645"/>
                <a:gd name="connsiteY8228" fmla="*/ 15639 h 1449582"/>
                <a:gd name="connsiteX8229" fmla="*/ 935461 w 3283645"/>
                <a:gd name="connsiteY8229" fmla="*/ 15639 h 1449582"/>
                <a:gd name="connsiteX8230" fmla="*/ 925080 w 3283645"/>
                <a:gd name="connsiteY8230" fmla="*/ 20871 h 1449582"/>
                <a:gd name="connsiteX8231" fmla="*/ 914698 w 3283645"/>
                <a:gd name="connsiteY8231" fmla="*/ 20871 h 1449582"/>
                <a:gd name="connsiteX8232" fmla="*/ 893933 w 3283645"/>
                <a:gd name="connsiteY8232" fmla="*/ 26103 h 1449582"/>
                <a:gd name="connsiteX8233" fmla="*/ 883551 w 3283645"/>
                <a:gd name="connsiteY8233" fmla="*/ 26103 h 1449582"/>
                <a:gd name="connsiteX8234" fmla="*/ 878360 w 3283645"/>
                <a:gd name="connsiteY8234" fmla="*/ 20871 h 1449582"/>
                <a:gd name="connsiteX8235" fmla="*/ 878360 w 3283645"/>
                <a:gd name="connsiteY8235" fmla="*/ 26103 h 1449582"/>
                <a:gd name="connsiteX8236" fmla="*/ 878360 w 3283645"/>
                <a:gd name="connsiteY8236" fmla="*/ 31336 h 1449582"/>
                <a:gd name="connsiteX8237" fmla="*/ 873168 w 3283645"/>
                <a:gd name="connsiteY8237" fmla="*/ 31336 h 1449582"/>
                <a:gd name="connsiteX8238" fmla="*/ 867810 w 3283645"/>
                <a:gd name="connsiteY8238" fmla="*/ 31336 h 1449582"/>
                <a:gd name="connsiteX8239" fmla="*/ 857597 w 3283645"/>
                <a:gd name="connsiteY8239" fmla="*/ 31336 h 1449582"/>
                <a:gd name="connsiteX8240" fmla="*/ 852405 w 3283645"/>
                <a:gd name="connsiteY8240" fmla="*/ 31336 h 1449582"/>
                <a:gd name="connsiteX8241" fmla="*/ 847048 w 3283645"/>
                <a:gd name="connsiteY8241" fmla="*/ 36568 h 1449582"/>
                <a:gd name="connsiteX8242" fmla="*/ 842023 w 3283645"/>
                <a:gd name="connsiteY8242" fmla="*/ 36568 h 1449582"/>
                <a:gd name="connsiteX8243" fmla="*/ 836832 w 3283645"/>
                <a:gd name="connsiteY8243" fmla="*/ 36568 h 1449582"/>
                <a:gd name="connsiteX8244" fmla="*/ 831641 w 3283645"/>
                <a:gd name="connsiteY8244" fmla="*/ 36568 h 1449582"/>
                <a:gd name="connsiteX8245" fmla="*/ 826450 w 3283645"/>
                <a:gd name="connsiteY8245" fmla="*/ 36568 h 1449582"/>
                <a:gd name="connsiteX8246" fmla="*/ 821259 w 3283645"/>
                <a:gd name="connsiteY8246" fmla="*/ 36568 h 1449582"/>
                <a:gd name="connsiteX8247" fmla="*/ 816069 w 3283645"/>
                <a:gd name="connsiteY8247" fmla="*/ 36568 h 1449582"/>
                <a:gd name="connsiteX8248" fmla="*/ 810709 w 3283645"/>
                <a:gd name="connsiteY8248" fmla="*/ 41800 h 1449582"/>
                <a:gd name="connsiteX8249" fmla="*/ 816069 w 3283645"/>
                <a:gd name="connsiteY8249" fmla="*/ 47032 h 1449582"/>
                <a:gd name="connsiteX8250" fmla="*/ 821259 w 3283645"/>
                <a:gd name="connsiteY8250" fmla="*/ 47032 h 1449582"/>
                <a:gd name="connsiteX8251" fmla="*/ 826450 w 3283645"/>
                <a:gd name="connsiteY8251" fmla="*/ 47032 h 1449582"/>
                <a:gd name="connsiteX8252" fmla="*/ 831641 w 3283645"/>
                <a:gd name="connsiteY8252" fmla="*/ 47032 h 1449582"/>
                <a:gd name="connsiteX8253" fmla="*/ 831641 w 3283645"/>
                <a:gd name="connsiteY8253" fmla="*/ 52264 h 1449582"/>
                <a:gd name="connsiteX8254" fmla="*/ 826450 w 3283645"/>
                <a:gd name="connsiteY8254" fmla="*/ 52264 h 1449582"/>
                <a:gd name="connsiteX8255" fmla="*/ 821259 w 3283645"/>
                <a:gd name="connsiteY8255" fmla="*/ 52264 h 1449582"/>
                <a:gd name="connsiteX8256" fmla="*/ 816069 w 3283645"/>
                <a:gd name="connsiteY8256" fmla="*/ 52264 h 1449582"/>
                <a:gd name="connsiteX8257" fmla="*/ 816069 w 3283645"/>
                <a:gd name="connsiteY8257" fmla="*/ 57496 h 1449582"/>
                <a:gd name="connsiteX8258" fmla="*/ 810709 w 3283645"/>
                <a:gd name="connsiteY8258" fmla="*/ 57496 h 1449582"/>
                <a:gd name="connsiteX8259" fmla="*/ 800495 w 3283645"/>
                <a:gd name="connsiteY8259" fmla="*/ 57496 h 1449582"/>
                <a:gd name="connsiteX8260" fmla="*/ 795304 w 3283645"/>
                <a:gd name="connsiteY8260" fmla="*/ 57496 h 1449582"/>
                <a:gd name="connsiteX8261" fmla="*/ 790113 w 3283645"/>
                <a:gd name="connsiteY8261" fmla="*/ 57496 h 1449582"/>
                <a:gd name="connsiteX8262" fmla="*/ 784922 w 3283645"/>
                <a:gd name="connsiteY8262" fmla="*/ 57496 h 1449582"/>
                <a:gd name="connsiteX8263" fmla="*/ 795304 w 3283645"/>
                <a:gd name="connsiteY8263" fmla="*/ 47032 h 1449582"/>
                <a:gd name="connsiteX8264" fmla="*/ 784922 w 3283645"/>
                <a:gd name="connsiteY8264" fmla="*/ 47032 h 1449582"/>
                <a:gd name="connsiteX8265" fmla="*/ 790113 w 3283645"/>
                <a:gd name="connsiteY8265" fmla="*/ 41800 h 1449582"/>
                <a:gd name="connsiteX8266" fmla="*/ 795304 w 3283645"/>
                <a:gd name="connsiteY8266" fmla="*/ 41800 h 1449582"/>
                <a:gd name="connsiteX8267" fmla="*/ 800495 w 3283645"/>
                <a:gd name="connsiteY8267" fmla="*/ 36568 h 1449582"/>
                <a:gd name="connsiteX8268" fmla="*/ 795304 w 3283645"/>
                <a:gd name="connsiteY8268" fmla="*/ 31336 h 1449582"/>
                <a:gd name="connsiteX8269" fmla="*/ 810709 w 3283645"/>
                <a:gd name="connsiteY8269" fmla="*/ 31336 h 1449582"/>
                <a:gd name="connsiteX8270" fmla="*/ 816069 w 3283645"/>
                <a:gd name="connsiteY8270" fmla="*/ 31336 h 1449582"/>
                <a:gd name="connsiteX8271" fmla="*/ 821259 w 3283645"/>
                <a:gd name="connsiteY8271" fmla="*/ 31336 h 1449582"/>
                <a:gd name="connsiteX8272" fmla="*/ 821259 w 3283645"/>
                <a:gd name="connsiteY8272" fmla="*/ 26103 h 1449582"/>
                <a:gd name="connsiteX8273" fmla="*/ 826450 w 3283645"/>
                <a:gd name="connsiteY8273" fmla="*/ 26103 h 1449582"/>
                <a:gd name="connsiteX8274" fmla="*/ 831641 w 3283645"/>
                <a:gd name="connsiteY8274" fmla="*/ 26103 h 1449582"/>
                <a:gd name="connsiteX8275" fmla="*/ 836832 w 3283645"/>
                <a:gd name="connsiteY8275" fmla="*/ 26103 h 1449582"/>
                <a:gd name="connsiteX8276" fmla="*/ 836832 w 3283645"/>
                <a:gd name="connsiteY8276" fmla="*/ 5175 h 1449582"/>
                <a:gd name="connsiteX8277" fmla="*/ 810553 w 3283645"/>
                <a:gd name="connsiteY8277" fmla="*/ 5175 h 1449582"/>
                <a:gd name="connsiteX8278" fmla="*/ 815869 w 3283645"/>
                <a:gd name="connsiteY8278" fmla="*/ 5175 h 1449582"/>
                <a:gd name="connsiteX8279" fmla="*/ 826169 w 3283645"/>
                <a:gd name="connsiteY8279" fmla="*/ 5175 h 1449582"/>
                <a:gd name="connsiteX8280" fmla="*/ 831319 w 3283645"/>
                <a:gd name="connsiteY8280" fmla="*/ 10268 h 1449582"/>
                <a:gd name="connsiteX8281" fmla="*/ 826169 w 3283645"/>
                <a:gd name="connsiteY8281" fmla="*/ 10268 h 1449582"/>
                <a:gd name="connsiteX8282" fmla="*/ 815869 w 3283645"/>
                <a:gd name="connsiteY8282" fmla="*/ 15361 h 1449582"/>
                <a:gd name="connsiteX8283" fmla="*/ 810553 w 3283645"/>
                <a:gd name="connsiteY8283" fmla="*/ 15361 h 1449582"/>
                <a:gd name="connsiteX8284" fmla="*/ 805569 w 3283645"/>
                <a:gd name="connsiteY8284" fmla="*/ 15361 h 1449582"/>
                <a:gd name="connsiteX8285" fmla="*/ 805569 w 3283645"/>
                <a:gd name="connsiteY8285" fmla="*/ 10268 h 1449582"/>
                <a:gd name="connsiteX8286" fmla="*/ 810553 w 3283645"/>
                <a:gd name="connsiteY8286" fmla="*/ 5175 h 1449582"/>
                <a:gd name="connsiteX8287" fmla="*/ 795269 w 3283645"/>
                <a:gd name="connsiteY8287" fmla="*/ 5175 h 1449582"/>
                <a:gd name="connsiteX8288" fmla="*/ 805569 w 3283645"/>
                <a:gd name="connsiteY8288" fmla="*/ 10268 h 1449582"/>
                <a:gd name="connsiteX8289" fmla="*/ 795269 w 3283645"/>
                <a:gd name="connsiteY8289" fmla="*/ 10268 h 1449582"/>
                <a:gd name="connsiteX8290" fmla="*/ 1184610 w 3283645"/>
                <a:gd name="connsiteY8290" fmla="*/ 0 h 1449582"/>
                <a:gd name="connsiteX8291" fmla="*/ 1189806 w 3283645"/>
                <a:gd name="connsiteY8291" fmla="*/ 0 h 1449582"/>
                <a:gd name="connsiteX8292" fmla="*/ 1194834 w 3283645"/>
                <a:gd name="connsiteY8292" fmla="*/ 0 h 1449582"/>
                <a:gd name="connsiteX8293" fmla="*/ 1205393 w 3283645"/>
                <a:gd name="connsiteY8293" fmla="*/ 0 h 1449582"/>
                <a:gd name="connsiteX8294" fmla="*/ 1210589 w 3283645"/>
                <a:gd name="connsiteY8294" fmla="*/ 0 h 1449582"/>
                <a:gd name="connsiteX8295" fmla="*/ 1220814 w 3283645"/>
                <a:gd name="connsiteY8295" fmla="*/ 0 h 1449582"/>
                <a:gd name="connsiteX8296" fmla="*/ 1226010 w 3283645"/>
                <a:gd name="connsiteY8296" fmla="*/ 0 h 1449582"/>
                <a:gd name="connsiteX8297" fmla="*/ 1241598 w 3283645"/>
                <a:gd name="connsiteY8297" fmla="*/ 0 h 1449582"/>
                <a:gd name="connsiteX8298" fmla="*/ 1246961 w 3283645"/>
                <a:gd name="connsiteY8298" fmla="*/ 0 h 1449582"/>
                <a:gd name="connsiteX8299" fmla="*/ 1252157 w 3283645"/>
                <a:gd name="connsiteY8299" fmla="*/ 0 h 1449582"/>
                <a:gd name="connsiteX8300" fmla="*/ 1257185 w 3283645"/>
                <a:gd name="connsiteY8300" fmla="*/ 0 h 1449582"/>
                <a:gd name="connsiteX8301" fmla="*/ 1262382 w 3283645"/>
                <a:gd name="connsiteY8301" fmla="*/ 0 h 1449582"/>
                <a:gd name="connsiteX8302" fmla="*/ 1267744 w 3283645"/>
                <a:gd name="connsiteY8302" fmla="*/ 0 h 1449582"/>
                <a:gd name="connsiteX8303" fmla="*/ 1283165 w 3283645"/>
                <a:gd name="connsiteY8303" fmla="*/ 0 h 1449582"/>
                <a:gd name="connsiteX8304" fmla="*/ 1293724 w 3283645"/>
                <a:gd name="connsiteY8304" fmla="*/ 0 h 1449582"/>
                <a:gd name="connsiteX8305" fmla="*/ 1298752 w 3283645"/>
                <a:gd name="connsiteY8305" fmla="*/ 0 h 1449582"/>
                <a:gd name="connsiteX8306" fmla="*/ 1303948 w 3283645"/>
                <a:gd name="connsiteY8306" fmla="*/ 5203 h 1449582"/>
                <a:gd name="connsiteX8307" fmla="*/ 1298752 w 3283645"/>
                <a:gd name="connsiteY8307" fmla="*/ 5203 h 1449582"/>
                <a:gd name="connsiteX8308" fmla="*/ 1293724 w 3283645"/>
                <a:gd name="connsiteY8308" fmla="*/ 5203 h 1449582"/>
                <a:gd name="connsiteX8309" fmla="*/ 1283165 w 3283645"/>
                <a:gd name="connsiteY8309" fmla="*/ 5203 h 1449582"/>
                <a:gd name="connsiteX8310" fmla="*/ 1272941 w 3283645"/>
                <a:gd name="connsiteY8310" fmla="*/ 5203 h 1449582"/>
                <a:gd name="connsiteX8311" fmla="*/ 1267744 w 3283645"/>
                <a:gd name="connsiteY8311" fmla="*/ 5203 h 1449582"/>
                <a:gd name="connsiteX8312" fmla="*/ 1246961 w 3283645"/>
                <a:gd name="connsiteY8312" fmla="*/ 5203 h 1449582"/>
                <a:gd name="connsiteX8313" fmla="*/ 1241598 w 3283645"/>
                <a:gd name="connsiteY8313" fmla="*/ 5203 h 1449582"/>
                <a:gd name="connsiteX8314" fmla="*/ 1236402 w 3283645"/>
                <a:gd name="connsiteY8314" fmla="*/ 15609 h 1449582"/>
                <a:gd name="connsiteX8315" fmla="*/ 1241598 w 3283645"/>
                <a:gd name="connsiteY8315" fmla="*/ 20812 h 1449582"/>
                <a:gd name="connsiteX8316" fmla="*/ 1246961 w 3283645"/>
                <a:gd name="connsiteY8316" fmla="*/ 20812 h 1449582"/>
                <a:gd name="connsiteX8317" fmla="*/ 1257185 w 3283645"/>
                <a:gd name="connsiteY8317" fmla="*/ 20812 h 1449582"/>
                <a:gd name="connsiteX8318" fmla="*/ 1267744 w 3283645"/>
                <a:gd name="connsiteY8318" fmla="*/ 20812 h 1449582"/>
                <a:gd name="connsiteX8319" fmla="*/ 1277969 w 3283645"/>
                <a:gd name="connsiteY8319" fmla="*/ 20812 h 1449582"/>
                <a:gd name="connsiteX8320" fmla="*/ 1283165 w 3283645"/>
                <a:gd name="connsiteY8320" fmla="*/ 20812 h 1449582"/>
                <a:gd name="connsiteX8321" fmla="*/ 1293724 w 3283645"/>
                <a:gd name="connsiteY8321" fmla="*/ 20812 h 1449582"/>
                <a:gd name="connsiteX8322" fmla="*/ 1298752 w 3283645"/>
                <a:gd name="connsiteY8322" fmla="*/ 20812 h 1449582"/>
                <a:gd name="connsiteX8323" fmla="*/ 1303948 w 3283645"/>
                <a:gd name="connsiteY8323" fmla="*/ 20812 h 1449582"/>
                <a:gd name="connsiteX8324" fmla="*/ 1314508 w 3283645"/>
                <a:gd name="connsiteY8324" fmla="*/ 20812 h 1449582"/>
                <a:gd name="connsiteX8325" fmla="*/ 1319536 w 3283645"/>
                <a:gd name="connsiteY8325" fmla="*/ 15609 h 1449582"/>
                <a:gd name="connsiteX8326" fmla="*/ 1324732 w 3283645"/>
                <a:gd name="connsiteY8326" fmla="*/ 15609 h 1449582"/>
                <a:gd name="connsiteX8327" fmla="*/ 1314508 w 3283645"/>
                <a:gd name="connsiteY8327" fmla="*/ 26015 h 1449582"/>
                <a:gd name="connsiteX8328" fmla="*/ 1314508 w 3283645"/>
                <a:gd name="connsiteY8328" fmla="*/ 31217 h 1449582"/>
                <a:gd name="connsiteX8329" fmla="*/ 1319536 w 3283645"/>
                <a:gd name="connsiteY8329" fmla="*/ 31217 h 1449582"/>
                <a:gd name="connsiteX8330" fmla="*/ 1330096 w 3283645"/>
                <a:gd name="connsiteY8330" fmla="*/ 26015 h 1449582"/>
                <a:gd name="connsiteX8331" fmla="*/ 1350880 w 3283645"/>
                <a:gd name="connsiteY8331" fmla="*/ 20812 h 1449582"/>
                <a:gd name="connsiteX8332" fmla="*/ 1356076 w 3283645"/>
                <a:gd name="connsiteY8332" fmla="*/ 20812 h 1449582"/>
                <a:gd name="connsiteX8333" fmla="*/ 1345516 w 3283645"/>
                <a:gd name="connsiteY8333" fmla="*/ 26015 h 1449582"/>
                <a:gd name="connsiteX8334" fmla="*/ 1345516 w 3283645"/>
                <a:gd name="connsiteY8334" fmla="*/ 31217 h 1449582"/>
                <a:gd name="connsiteX8335" fmla="*/ 1350880 w 3283645"/>
                <a:gd name="connsiteY8335" fmla="*/ 36420 h 1449582"/>
                <a:gd name="connsiteX8336" fmla="*/ 1356076 w 3283645"/>
                <a:gd name="connsiteY8336" fmla="*/ 31217 h 1449582"/>
                <a:gd name="connsiteX8337" fmla="*/ 1356076 w 3283645"/>
                <a:gd name="connsiteY8337" fmla="*/ 36420 h 1449582"/>
                <a:gd name="connsiteX8338" fmla="*/ 1356076 w 3283645"/>
                <a:gd name="connsiteY8338" fmla="*/ 41623 h 1449582"/>
                <a:gd name="connsiteX8339" fmla="*/ 1350880 w 3283645"/>
                <a:gd name="connsiteY8339" fmla="*/ 41623 h 1449582"/>
                <a:gd name="connsiteX8340" fmla="*/ 1345516 w 3283645"/>
                <a:gd name="connsiteY8340" fmla="*/ 41623 h 1449582"/>
                <a:gd name="connsiteX8341" fmla="*/ 1340320 w 3283645"/>
                <a:gd name="connsiteY8341" fmla="*/ 46826 h 1449582"/>
                <a:gd name="connsiteX8342" fmla="*/ 1335292 w 3283645"/>
                <a:gd name="connsiteY8342" fmla="*/ 52029 h 1449582"/>
                <a:gd name="connsiteX8343" fmla="*/ 1335292 w 3283645"/>
                <a:gd name="connsiteY8343" fmla="*/ 57232 h 1449582"/>
                <a:gd name="connsiteX8344" fmla="*/ 1335292 w 3283645"/>
                <a:gd name="connsiteY8344" fmla="*/ 62435 h 1449582"/>
                <a:gd name="connsiteX8345" fmla="*/ 1330096 w 3283645"/>
                <a:gd name="connsiteY8345" fmla="*/ 67638 h 1449582"/>
                <a:gd name="connsiteX8346" fmla="*/ 1335292 w 3283645"/>
                <a:gd name="connsiteY8346" fmla="*/ 72841 h 1449582"/>
                <a:gd name="connsiteX8347" fmla="*/ 1345516 w 3283645"/>
                <a:gd name="connsiteY8347" fmla="*/ 78044 h 1449582"/>
                <a:gd name="connsiteX8348" fmla="*/ 1350880 w 3283645"/>
                <a:gd name="connsiteY8348" fmla="*/ 78044 h 1449582"/>
                <a:gd name="connsiteX8349" fmla="*/ 1356076 w 3283645"/>
                <a:gd name="connsiteY8349" fmla="*/ 78044 h 1449582"/>
                <a:gd name="connsiteX8350" fmla="*/ 1356076 w 3283645"/>
                <a:gd name="connsiteY8350" fmla="*/ 83247 h 1449582"/>
                <a:gd name="connsiteX8351" fmla="*/ 1350880 w 3283645"/>
                <a:gd name="connsiteY8351" fmla="*/ 83247 h 1449582"/>
                <a:gd name="connsiteX8352" fmla="*/ 1345516 w 3283645"/>
                <a:gd name="connsiteY8352" fmla="*/ 83247 h 1449582"/>
                <a:gd name="connsiteX8353" fmla="*/ 1340320 w 3283645"/>
                <a:gd name="connsiteY8353" fmla="*/ 78044 h 1449582"/>
                <a:gd name="connsiteX8354" fmla="*/ 1330096 w 3283645"/>
                <a:gd name="connsiteY8354" fmla="*/ 83247 h 1449582"/>
                <a:gd name="connsiteX8355" fmla="*/ 1330096 w 3283645"/>
                <a:gd name="connsiteY8355" fmla="*/ 88450 h 1449582"/>
                <a:gd name="connsiteX8356" fmla="*/ 1330096 w 3283645"/>
                <a:gd name="connsiteY8356" fmla="*/ 93652 h 1449582"/>
                <a:gd name="connsiteX8357" fmla="*/ 1330096 w 3283645"/>
                <a:gd name="connsiteY8357" fmla="*/ 98855 h 1449582"/>
                <a:gd name="connsiteX8358" fmla="*/ 1324732 w 3283645"/>
                <a:gd name="connsiteY8358" fmla="*/ 93652 h 1449582"/>
                <a:gd name="connsiteX8359" fmla="*/ 1314508 w 3283645"/>
                <a:gd name="connsiteY8359" fmla="*/ 98855 h 1449582"/>
                <a:gd name="connsiteX8360" fmla="*/ 1309312 w 3283645"/>
                <a:gd name="connsiteY8360" fmla="*/ 98855 h 1449582"/>
                <a:gd name="connsiteX8361" fmla="*/ 1303948 w 3283645"/>
                <a:gd name="connsiteY8361" fmla="*/ 98855 h 1449582"/>
                <a:gd name="connsiteX8362" fmla="*/ 1298752 w 3283645"/>
                <a:gd name="connsiteY8362" fmla="*/ 104058 h 1449582"/>
                <a:gd name="connsiteX8363" fmla="*/ 1293724 w 3283645"/>
                <a:gd name="connsiteY8363" fmla="*/ 104058 h 1449582"/>
                <a:gd name="connsiteX8364" fmla="*/ 1293724 w 3283645"/>
                <a:gd name="connsiteY8364" fmla="*/ 109261 h 1449582"/>
                <a:gd name="connsiteX8365" fmla="*/ 1298752 w 3283645"/>
                <a:gd name="connsiteY8365" fmla="*/ 114464 h 1449582"/>
                <a:gd name="connsiteX8366" fmla="*/ 1298752 w 3283645"/>
                <a:gd name="connsiteY8366" fmla="*/ 119667 h 1449582"/>
                <a:gd name="connsiteX8367" fmla="*/ 1293724 w 3283645"/>
                <a:gd name="connsiteY8367" fmla="*/ 119667 h 1449582"/>
                <a:gd name="connsiteX8368" fmla="*/ 1277969 w 3283645"/>
                <a:gd name="connsiteY8368" fmla="*/ 114464 h 1449582"/>
                <a:gd name="connsiteX8369" fmla="*/ 1262382 w 3283645"/>
                <a:gd name="connsiteY8369" fmla="*/ 109261 h 1449582"/>
                <a:gd name="connsiteX8370" fmla="*/ 1272941 w 3283645"/>
                <a:gd name="connsiteY8370" fmla="*/ 119667 h 1449582"/>
                <a:gd name="connsiteX8371" fmla="*/ 1272941 w 3283645"/>
                <a:gd name="connsiteY8371" fmla="*/ 124870 h 1449582"/>
                <a:gd name="connsiteX8372" fmla="*/ 1267744 w 3283645"/>
                <a:gd name="connsiteY8372" fmla="*/ 135276 h 1449582"/>
                <a:gd name="connsiteX8373" fmla="*/ 1272941 w 3283645"/>
                <a:gd name="connsiteY8373" fmla="*/ 140479 h 1449582"/>
                <a:gd name="connsiteX8374" fmla="*/ 1277969 w 3283645"/>
                <a:gd name="connsiteY8374" fmla="*/ 140479 h 1449582"/>
                <a:gd name="connsiteX8375" fmla="*/ 1283165 w 3283645"/>
                <a:gd name="connsiteY8375" fmla="*/ 140479 h 1449582"/>
                <a:gd name="connsiteX8376" fmla="*/ 1288528 w 3283645"/>
                <a:gd name="connsiteY8376" fmla="*/ 140479 h 1449582"/>
                <a:gd name="connsiteX8377" fmla="*/ 1298752 w 3283645"/>
                <a:gd name="connsiteY8377" fmla="*/ 140479 h 1449582"/>
                <a:gd name="connsiteX8378" fmla="*/ 1303948 w 3283645"/>
                <a:gd name="connsiteY8378" fmla="*/ 140479 h 1449582"/>
                <a:gd name="connsiteX8379" fmla="*/ 1309312 w 3283645"/>
                <a:gd name="connsiteY8379" fmla="*/ 140479 h 1449582"/>
                <a:gd name="connsiteX8380" fmla="*/ 1314508 w 3283645"/>
                <a:gd name="connsiteY8380" fmla="*/ 145682 h 1449582"/>
                <a:gd name="connsiteX8381" fmla="*/ 1309312 w 3283645"/>
                <a:gd name="connsiteY8381" fmla="*/ 145682 h 1449582"/>
                <a:gd name="connsiteX8382" fmla="*/ 1303948 w 3283645"/>
                <a:gd name="connsiteY8382" fmla="*/ 150885 h 1449582"/>
                <a:gd name="connsiteX8383" fmla="*/ 1288528 w 3283645"/>
                <a:gd name="connsiteY8383" fmla="*/ 150885 h 1449582"/>
                <a:gd name="connsiteX8384" fmla="*/ 1277969 w 3283645"/>
                <a:gd name="connsiteY8384" fmla="*/ 156087 h 1449582"/>
                <a:gd name="connsiteX8385" fmla="*/ 1272941 w 3283645"/>
                <a:gd name="connsiteY8385" fmla="*/ 156087 h 1449582"/>
                <a:gd name="connsiteX8386" fmla="*/ 1267744 w 3283645"/>
                <a:gd name="connsiteY8386" fmla="*/ 156087 h 1449582"/>
                <a:gd name="connsiteX8387" fmla="*/ 1262382 w 3283645"/>
                <a:gd name="connsiteY8387" fmla="*/ 156087 h 1449582"/>
                <a:gd name="connsiteX8388" fmla="*/ 1257185 w 3283645"/>
                <a:gd name="connsiteY8388" fmla="*/ 156087 h 1449582"/>
                <a:gd name="connsiteX8389" fmla="*/ 1252157 w 3283645"/>
                <a:gd name="connsiteY8389" fmla="*/ 156087 h 1449582"/>
                <a:gd name="connsiteX8390" fmla="*/ 1246961 w 3283645"/>
                <a:gd name="connsiteY8390" fmla="*/ 156087 h 1449582"/>
                <a:gd name="connsiteX8391" fmla="*/ 1241598 w 3283645"/>
                <a:gd name="connsiteY8391" fmla="*/ 156087 h 1449582"/>
                <a:gd name="connsiteX8392" fmla="*/ 1236402 w 3283645"/>
                <a:gd name="connsiteY8392" fmla="*/ 156087 h 1449582"/>
                <a:gd name="connsiteX8393" fmla="*/ 1236402 w 3283645"/>
                <a:gd name="connsiteY8393" fmla="*/ 161290 h 1449582"/>
                <a:gd name="connsiteX8394" fmla="*/ 1226010 w 3283645"/>
                <a:gd name="connsiteY8394" fmla="*/ 166493 h 1449582"/>
                <a:gd name="connsiteX8395" fmla="*/ 1226010 w 3283645"/>
                <a:gd name="connsiteY8395" fmla="*/ 171696 h 1449582"/>
                <a:gd name="connsiteX8396" fmla="*/ 1220814 w 3283645"/>
                <a:gd name="connsiteY8396" fmla="*/ 171696 h 1449582"/>
                <a:gd name="connsiteX8397" fmla="*/ 1215618 w 3283645"/>
                <a:gd name="connsiteY8397" fmla="*/ 176899 h 1449582"/>
                <a:gd name="connsiteX8398" fmla="*/ 1210589 w 3283645"/>
                <a:gd name="connsiteY8398" fmla="*/ 182102 h 1449582"/>
                <a:gd name="connsiteX8399" fmla="*/ 1205393 w 3283645"/>
                <a:gd name="connsiteY8399" fmla="*/ 182102 h 1449582"/>
                <a:gd name="connsiteX8400" fmla="*/ 1200030 w 3283645"/>
                <a:gd name="connsiteY8400" fmla="*/ 182102 h 1449582"/>
                <a:gd name="connsiteX8401" fmla="*/ 1194834 w 3283645"/>
                <a:gd name="connsiteY8401" fmla="*/ 182102 h 1449582"/>
                <a:gd name="connsiteX8402" fmla="*/ 1189806 w 3283645"/>
                <a:gd name="connsiteY8402" fmla="*/ 182102 h 1449582"/>
                <a:gd name="connsiteX8403" fmla="*/ 1184610 w 3283645"/>
                <a:gd name="connsiteY8403" fmla="*/ 182102 h 1449582"/>
                <a:gd name="connsiteX8404" fmla="*/ 1179246 w 3283645"/>
                <a:gd name="connsiteY8404" fmla="*/ 182102 h 1449582"/>
                <a:gd name="connsiteX8405" fmla="*/ 1174050 w 3283645"/>
                <a:gd name="connsiteY8405" fmla="*/ 187305 h 1449582"/>
                <a:gd name="connsiteX8406" fmla="*/ 1169022 w 3283645"/>
                <a:gd name="connsiteY8406" fmla="*/ 187305 h 1449582"/>
                <a:gd name="connsiteX8407" fmla="*/ 1158463 w 3283645"/>
                <a:gd name="connsiteY8407" fmla="*/ 187305 h 1449582"/>
                <a:gd name="connsiteX8408" fmla="*/ 1158463 w 3283645"/>
                <a:gd name="connsiteY8408" fmla="*/ 197711 h 1449582"/>
                <a:gd name="connsiteX8409" fmla="*/ 1143043 w 3283645"/>
                <a:gd name="connsiteY8409" fmla="*/ 197711 h 1449582"/>
                <a:gd name="connsiteX8410" fmla="*/ 1158463 w 3283645"/>
                <a:gd name="connsiteY8410" fmla="*/ 208117 h 1449582"/>
                <a:gd name="connsiteX8411" fmla="*/ 1153266 w 3283645"/>
                <a:gd name="connsiteY8411" fmla="*/ 208117 h 1449582"/>
                <a:gd name="connsiteX8412" fmla="*/ 1148238 w 3283645"/>
                <a:gd name="connsiteY8412" fmla="*/ 208117 h 1449582"/>
                <a:gd name="connsiteX8413" fmla="*/ 1148238 w 3283645"/>
                <a:gd name="connsiteY8413" fmla="*/ 213152 h 1449582"/>
                <a:gd name="connsiteX8414" fmla="*/ 1143043 w 3283645"/>
                <a:gd name="connsiteY8414" fmla="*/ 213152 h 1449582"/>
                <a:gd name="connsiteX8415" fmla="*/ 1137678 w 3283645"/>
                <a:gd name="connsiteY8415" fmla="*/ 218523 h 1449582"/>
                <a:gd name="connsiteX8416" fmla="*/ 1137678 w 3283645"/>
                <a:gd name="connsiteY8416" fmla="*/ 223725 h 1449582"/>
                <a:gd name="connsiteX8417" fmla="*/ 1143043 w 3283645"/>
                <a:gd name="connsiteY8417" fmla="*/ 228928 h 1449582"/>
                <a:gd name="connsiteX8418" fmla="*/ 1143043 w 3283645"/>
                <a:gd name="connsiteY8418" fmla="*/ 233963 h 1449582"/>
                <a:gd name="connsiteX8419" fmla="*/ 1143043 w 3283645"/>
                <a:gd name="connsiteY8419" fmla="*/ 239334 h 1449582"/>
                <a:gd name="connsiteX8420" fmla="*/ 1137678 w 3283645"/>
                <a:gd name="connsiteY8420" fmla="*/ 244537 h 1449582"/>
                <a:gd name="connsiteX8421" fmla="*/ 1132484 w 3283645"/>
                <a:gd name="connsiteY8421" fmla="*/ 244537 h 1449582"/>
                <a:gd name="connsiteX8422" fmla="*/ 1127454 w 3283645"/>
                <a:gd name="connsiteY8422" fmla="*/ 244537 h 1449582"/>
                <a:gd name="connsiteX8423" fmla="*/ 1122259 w 3283645"/>
                <a:gd name="connsiteY8423" fmla="*/ 244537 h 1449582"/>
                <a:gd name="connsiteX8424" fmla="*/ 1127454 w 3283645"/>
                <a:gd name="connsiteY8424" fmla="*/ 239334 h 1449582"/>
                <a:gd name="connsiteX8425" fmla="*/ 1122259 w 3283645"/>
                <a:gd name="connsiteY8425" fmla="*/ 233963 h 1449582"/>
                <a:gd name="connsiteX8426" fmla="*/ 1116895 w 3283645"/>
                <a:gd name="connsiteY8426" fmla="*/ 233963 h 1449582"/>
                <a:gd name="connsiteX8427" fmla="*/ 1111699 w 3283645"/>
                <a:gd name="connsiteY8427" fmla="*/ 233963 h 1449582"/>
                <a:gd name="connsiteX8428" fmla="*/ 1106670 w 3283645"/>
                <a:gd name="connsiteY8428" fmla="*/ 233963 h 1449582"/>
                <a:gd name="connsiteX8429" fmla="*/ 1101474 w 3283645"/>
                <a:gd name="connsiteY8429" fmla="*/ 239334 h 1449582"/>
                <a:gd name="connsiteX8430" fmla="*/ 1096110 w 3283645"/>
                <a:gd name="connsiteY8430" fmla="*/ 239334 h 1449582"/>
                <a:gd name="connsiteX8431" fmla="*/ 1096110 w 3283645"/>
                <a:gd name="connsiteY8431" fmla="*/ 233963 h 1449582"/>
                <a:gd name="connsiteX8432" fmla="*/ 1091082 w 3283645"/>
                <a:gd name="connsiteY8432" fmla="*/ 228928 h 1449582"/>
                <a:gd name="connsiteX8433" fmla="*/ 1085886 w 3283645"/>
                <a:gd name="connsiteY8433" fmla="*/ 228928 h 1449582"/>
                <a:gd name="connsiteX8434" fmla="*/ 1085886 w 3283645"/>
                <a:gd name="connsiteY8434" fmla="*/ 223725 h 1449582"/>
                <a:gd name="connsiteX8435" fmla="*/ 1080523 w 3283645"/>
                <a:gd name="connsiteY8435" fmla="*/ 223725 h 1449582"/>
                <a:gd name="connsiteX8436" fmla="*/ 1075326 w 3283645"/>
                <a:gd name="connsiteY8436" fmla="*/ 213152 h 1449582"/>
                <a:gd name="connsiteX8437" fmla="*/ 1075326 w 3283645"/>
                <a:gd name="connsiteY8437" fmla="*/ 202914 h 1449582"/>
                <a:gd name="connsiteX8438" fmla="*/ 1080523 w 3283645"/>
                <a:gd name="connsiteY8438" fmla="*/ 202914 h 1449582"/>
                <a:gd name="connsiteX8439" fmla="*/ 1080523 w 3283645"/>
                <a:gd name="connsiteY8439" fmla="*/ 197711 h 1449582"/>
                <a:gd name="connsiteX8440" fmla="*/ 1075326 w 3283645"/>
                <a:gd name="connsiteY8440" fmla="*/ 192508 h 1449582"/>
                <a:gd name="connsiteX8441" fmla="*/ 1070299 w 3283645"/>
                <a:gd name="connsiteY8441" fmla="*/ 192508 h 1449582"/>
                <a:gd name="connsiteX8442" fmla="*/ 1065102 w 3283645"/>
                <a:gd name="connsiteY8442" fmla="*/ 187305 h 1449582"/>
                <a:gd name="connsiteX8443" fmla="*/ 1059906 w 3283645"/>
                <a:gd name="connsiteY8443" fmla="*/ 197711 h 1449582"/>
                <a:gd name="connsiteX8444" fmla="*/ 1059906 w 3283645"/>
                <a:gd name="connsiteY8444" fmla="*/ 192508 h 1449582"/>
                <a:gd name="connsiteX8445" fmla="*/ 1049515 w 3283645"/>
                <a:gd name="connsiteY8445" fmla="*/ 182102 h 1449582"/>
                <a:gd name="connsiteX8446" fmla="*/ 1044319 w 3283645"/>
                <a:gd name="connsiteY8446" fmla="*/ 176899 h 1449582"/>
                <a:gd name="connsiteX8447" fmla="*/ 1044319 w 3283645"/>
                <a:gd name="connsiteY8447" fmla="*/ 171696 h 1449582"/>
                <a:gd name="connsiteX8448" fmla="*/ 1049515 w 3283645"/>
                <a:gd name="connsiteY8448" fmla="*/ 166493 h 1449582"/>
                <a:gd name="connsiteX8449" fmla="*/ 1049515 w 3283645"/>
                <a:gd name="connsiteY8449" fmla="*/ 161290 h 1449582"/>
                <a:gd name="connsiteX8450" fmla="*/ 1059906 w 3283645"/>
                <a:gd name="connsiteY8450" fmla="*/ 161290 h 1449582"/>
                <a:gd name="connsiteX8451" fmla="*/ 1070299 w 3283645"/>
                <a:gd name="connsiteY8451" fmla="*/ 156087 h 1449582"/>
                <a:gd name="connsiteX8452" fmla="*/ 1075326 w 3283645"/>
                <a:gd name="connsiteY8452" fmla="*/ 150885 h 1449582"/>
                <a:gd name="connsiteX8453" fmla="*/ 1075326 w 3283645"/>
                <a:gd name="connsiteY8453" fmla="*/ 145682 h 1449582"/>
                <a:gd name="connsiteX8454" fmla="*/ 1075326 w 3283645"/>
                <a:gd name="connsiteY8454" fmla="*/ 140479 h 1449582"/>
                <a:gd name="connsiteX8455" fmla="*/ 1075326 w 3283645"/>
                <a:gd name="connsiteY8455" fmla="*/ 135276 h 1449582"/>
                <a:gd name="connsiteX8456" fmla="*/ 1070299 w 3283645"/>
                <a:gd name="connsiteY8456" fmla="*/ 130073 h 1449582"/>
                <a:gd name="connsiteX8457" fmla="*/ 1054543 w 3283645"/>
                <a:gd name="connsiteY8457" fmla="*/ 119667 h 1449582"/>
                <a:gd name="connsiteX8458" fmla="*/ 1049515 w 3283645"/>
                <a:gd name="connsiteY8458" fmla="*/ 119667 h 1449582"/>
                <a:gd name="connsiteX8459" fmla="*/ 1044319 w 3283645"/>
                <a:gd name="connsiteY8459" fmla="*/ 119667 h 1449582"/>
                <a:gd name="connsiteX8460" fmla="*/ 1033758 w 3283645"/>
                <a:gd name="connsiteY8460" fmla="*/ 114464 h 1449582"/>
                <a:gd name="connsiteX8461" fmla="*/ 1033758 w 3283645"/>
                <a:gd name="connsiteY8461" fmla="*/ 109261 h 1449582"/>
                <a:gd name="connsiteX8462" fmla="*/ 1028731 w 3283645"/>
                <a:gd name="connsiteY8462" fmla="*/ 104058 h 1449582"/>
                <a:gd name="connsiteX8463" fmla="*/ 1028731 w 3283645"/>
                <a:gd name="connsiteY8463" fmla="*/ 98855 h 1449582"/>
                <a:gd name="connsiteX8464" fmla="*/ 1023534 w 3283645"/>
                <a:gd name="connsiteY8464" fmla="*/ 98855 h 1449582"/>
                <a:gd name="connsiteX8465" fmla="*/ 1023534 w 3283645"/>
                <a:gd name="connsiteY8465" fmla="*/ 93652 h 1449582"/>
                <a:gd name="connsiteX8466" fmla="*/ 1018339 w 3283645"/>
                <a:gd name="connsiteY8466" fmla="*/ 93652 h 1449582"/>
                <a:gd name="connsiteX8467" fmla="*/ 1012976 w 3283645"/>
                <a:gd name="connsiteY8467" fmla="*/ 83247 h 1449582"/>
                <a:gd name="connsiteX8468" fmla="*/ 1002752 w 3283645"/>
                <a:gd name="connsiteY8468" fmla="*/ 83247 h 1449582"/>
                <a:gd name="connsiteX8469" fmla="*/ 1002752 w 3283645"/>
                <a:gd name="connsiteY8469" fmla="*/ 78044 h 1449582"/>
                <a:gd name="connsiteX8470" fmla="*/ 997555 w 3283645"/>
                <a:gd name="connsiteY8470" fmla="*/ 72841 h 1449582"/>
                <a:gd name="connsiteX8471" fmla="*/ 992192 w 3283645"/>
                <a:gd name="connsiteY8471" fmla="*/ 72841 h 1449582"/>
                <a:gd name="connsiteX8472" fmla="*/ 987164 w 3283645"/>
                <a:gd name="connsiteY8472" fmla="*/ 72841 h 1449582"/>
                <a:gd name="connsiteX8473" fmla="*/ 961184 w 3283645"/>
                <a:gd name="connsiteY8473" fmla="*/ 67638 h 1449582"/>
                <a:gd name="connsiteX8474" fmla="*/ 950625 w 3283645"/>
                <a:gd name="connsiteY8474" fmla="*/ 67638 h 1449582"/>
                <a:gd name="connsiteX8475" fmla="*/ 940401 w 3283645"/>
                <a:gd name="connsiteY8475" fmla="*/ 72841 h 1449582"/>
                <a:gd name="connsiteX8476" fmla="*/ 935204 w 3283645"/>
                <a:gd name="connsiteY8476" fmla="*/ 72841 h 1449582"/>
                <a:gd name="connsiteX8477" fmla="*/ 929841 w 3283645"/>
                <a:gd name="connsiteY8477" fmla="*/ 67638 h 1449582"/>
                <a:gd name="connsiteX8478" fmla="*/ 924812 w 3283645"/>
                <a:gd name="connsiteY8478" fmla="*/ 67638 h 1449582"/>
                <a:gd name="connsiteX8479" fmla="*/ 929841 w 3283645"/>
                <a:gd name="connsiteY8479" fmla="*/ 62435 h 1449582"/>
                <a:gd name="connsiteX8480" fmla="*/ 924812 w 3283645"/>
                <a:gd name="connsiteY8480" fmla="*/ 57232 h 1449582"/>
                <a:gd name="connsiteX8481" fmla="*/ 914421 w 3283645"/>
                <a:gd name="connsiteY8481" fmla="*/ 57232 h 1449582"/>
                <a:gd name="connsiteX8482" fmla="*/ 909058 w 3283645"/>
                <a:gd name="connsiteY8482" fmla="*/ 57232 h 1449582"/>
                <a:gd name="connsiteX8483" fmla="*/ 898832 w 3283645"/>
                <a:gd name="connsiteY8483" fmla="*/ 57232 h 1449582"/>
                <a:gd name="connsiteX8484" fmla="*/ 888274 w 3283645"/>
                <a:gd name="connsiteY8484" fmla="*/ 52029 h 1449582"/>
                <a:gd name="connsiteX8485" fmla="*/ 893636 w 3283645"/>
                <a:gd name="connsiteY8485" fmla="*/ 52029 h 1449582"/>
                <a:gd name="connsiteX8486" fmla="*/ 898832 w 3283645"/>
                <a:gd name="connsiteY8486" fmla="*/ 52029 h 1449582"/>
                <a:gd name="connsiteX8487" fmla="*/ 909058 w 3283645"/>
                <a:gd name="connsiteY8487" fmla="*/ 46826 h 1449582"/>
                <a:gd name="connsiteX8488" fmla="*/ 914421 w 3283645"/>
                <a:gd name="connsiteY8488" fmla="*/ 46826 h 1449582"/>
                <a:gd name="connsiteX8489" fmla="*/ 924812 w 3283645"/>
                <a:gd name="connsiteY8489" fmla="*/ 46826 h 1449582"/>
                <a:gd name="connsiteX8490" fmla="*/ 929841 w 3283645"/>
                <a:gd name="connsiteY8490" fmla="*/ 46826 h 1449582"/>
                <a:gd name="connsiteX8491" fmla="*/ 945596 w 3283645"/>
                <a:gd name="connsiteY8491" fmla="*/ 41623 h 1449582"/>
                <a:gd name="connsiteX8492" fmla="*/ 950625 w 3283645"/>
                <a:gd name="connsiteY8492" fmla="*/ 36420 h 1449582"/>
                <a:gd name="connsiteX8493" fmla="*/ 955988 w 3283645"/>
                <a:gd name="connsiteY8493" fmla="*/ 31217 h 1449582"/>
                <a:gd name="connsiteX8494" fmla="*/ 950625 w 3283645"/>
                <a:gd name="connsiteY8494" fmla="*/ 26015 h 1449582"/>
                <a:gd name="connsiteX8495" fmla="*/ 955988 w 3283645"/>
                <a:gd name="connsiteY8495" fmla="*/ 26015 h 1449582"/>
                <a:gd name="connsiteX8496" fmla="*/ 966380 w 3283645"/>
                <a:gd name="connsiteY8496" fmla="*/ 26015 h 1449582"/>
                <a:gd name="connsiteX8497" fmla="*/ 971409 w 3283645"/>
                <a:gd name="connsiteY8497" fmla="*/ 26015 h 1449582"/>
                <a:gd name="connsiteX8498" fmla="*/ 976772 w 3283645"/>
                <a:gd name="connsiteY8498" fmla="*/ 26015 h 1449582"/>
                <a:gd name="connsiteX8499" fmla="*/ 981968 w 3283645"/>
                <a:gd name="connsiteY8499" fmla="*/ 20812 h 1449582"/>
                <a:gd name="connsiteX8500" fmla="*/ 987164 w 3283645"/>
                <a:gd name="connsiteY8500" fmla="*/ 15609 h 1449582"/>
                <a:gd name="connsiteX8501" fmla="*/ 992192 w 3283645"/>
                <a:gd name="connsiteY8501" fmla="*/ 15609 h 1449582"/>
                <a:gd name="connsiteX8502" fmla="*/ 997555 w 3283645"/>
                <a:gd name="connsiteY8502" fmla="*/ 15609 h 1449582"/>
                <a:gd name="connsiteX8503" fmla="*/ 1002752 w 3283645"/>
                <a:gd name="connsiteY8503" fmla="*/ 15609 h 1449582"/>
                <a:gd name="connsiteX8504" fmla="*/ 1012976 w 3283645"/>
                <a:gd name="connsiteY8504" fmla="*/ 15609 h 1449582"/>
                <a:gd name="connsiteX8505" fmla="*/ 1033758 w 3283645"/>
                <a:gd name="connsiteY8505" fmla="*/ 10406 h 1449582"/>
                <a:gd name="connsiteX8506" fmla="*/ 1039123 w 3283645"/>
                <a:gd name="connsiteY8506" fmla="*/ 20812 h 1449582"/>
                <a:gd name="connsiteX8507" fmla="*/ 1044319 w 3283645"/>
                <a:gd name="connsiteY8507" fmla="*/ 20812 h 1449582"/>
                <a:gd name="connsiteX8508" fmla="*/ 1054543 w 3283645"/>
                <a:gd name="connsiteY8508" fmla="*/ 15609 h 1449582"/>
                <a:gd name="connsiteX8509" fmla="*/ 1059906 w 3283645"/>
                <a:gd name="connsiteY8509" fmla="*/ 15609 h 1449582"/>
                <a:gd name="connsiteX8510" fmla="*/ 1065102 w 3283645"/>
                <a:gd name="connsiteY8510" fmla="*/ 15609 h 1449582"/>
                <a:gd name="connsiteX8511" fmla="*/ 1075326 w 3283645"/>
                <a:gd name="connsiteY8511" fmla="*/ 20812 h 1449582"/>
                <a:gd name="connsiteX8512" fmla="*/ 1085886 w 3283645"/>
                <a:gd name="connsiteY8512" fmla="*/ 15609 h 1449582"/>
                <a:gd name="connsiteX8513" fmla="*/ 1080523 w 3283645"/>
                <a:gd name="connsiteY8513" fmla="*/ 10406 h 1449582"/>
                <a:gd name="connsiteX8514" fmla="*/ 1085886 w 3283645"/>
                <a:gd name="connsiteY8514" fmla="*/ 10406 h 1449582"/>
                <a:gd name="connsiteX8515" fmla="*/ 1091082 w 3283645"/>
                <a:gd name="connsiteY8515" fmla="*/ 10406 h 1449582"/>
                <a:gd name="connsiteX8516" fmla="*/ 1101474 w 3283645"/>
                <a:gd name="connsiteY8516" fmla="*/ 15609 h 1449582"/>
                <a:gd name="connsiteX8517" fmla="*/ 1122259 w 3283645"/>
                <a:gd name="connsiteY8517" fmla="*/ 20812 h 1449582"/>
                <a:gd name="connsiteX8518" fmla="*/ 1127454 w 3283645"/>
                <a:gd name="connsiteY8518" fmla="*/ 20812 h 1449582"/>
                <a:gd name="connsiteX8519" fmla="*/ 1127454 w 3283645"/>
                <a:gd name="connsiteY8519" fmla="*/ 15609 h 1449582"/>
                <a:gd name="connsiteX8520" fmla="*/ 1132484 w 3283645"/>
                <a:gd name="connsiteY8520" fmla="*/ 10406 h 1449582"/>
                <a:gd name="connsiteX8521" fmla="*/ 1127454 w 3283645"/>
                <a:gd name="connsiteY8521" fmla="*/ 5203 h 1449582"/>
                <a:gd name="connsiteX8522" fmla="*/ 1132484 w 3283645"/>
                <a:gd name="connsiteY8522" fmla="*/ 5203 h 1449582"/>
                <a:gd name="connsiteX8523" fmla="*/ 1137678 w 3283645"/>
                <a:gd name="connsiteY8523" fmla="*/ 5203 h 1449582"/>
                <a:gd name="connsiteX8524" fmla="*/ 1143043 w 3283645"/>
                <a:gd name="connsiteY8524" fmla="*/ 5203 h 1449582"/>
                <a:gd name="connsiteX8525" fmla="*/ 1148238 w 3283645"/>
                <a:gd name="connsiteY8525" fmla="*/ 5203 h 1449582"/>
                <a:gd name="connsiteX8526" fmla="*/ 1153266 w 3283645"/>
                <a:gd name="connsiteY8526" fmla="*/ 5203 h 1449582"/>
                <a:gd name="connsiteX8527" fmla="*/ 1158463 w 3283645"/>
                <a:gd name="connsiteY8527" fmla="*/ 5203 h 1449582"/>
                <a:gd name="connsiteX8528" fmla="*/ 1179246 w 3283645"/>
                <a:gd name="connsiteY8528" fmla="*/ 10406 h 1449582"/>
                <a:gd name="connsiteX8529" fmla="*/ 1184610 w 3283645"/>
                <a:gd name="connsiteY8529" fmla="*/ 5203 h 1449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  <a:cxn ang="0">
                  <a:pos x="connsiteX3740" y="connsiteY3740"/>
                </a:cxn>
                <a:cxn ang="0">
                  <a:pos x="connsiteX3741" y="connsiteY3741"/>
                </a:cxn>
                <a:cxn ang="0">
                  <a:pos x="connsiteX3742" y="connsiteY3742"/>
                </a:cxn>
                <a:cxn ang="0">
                  <a:pos x="connsiteX3743" y="connsiteY3743"/>
                </a:cxn>
                <a:cxn ang="0">
                  <a:pos x="connsiteX3744" y="connsiteY3744"/>
                </a:cxn>
                <a:cxn ang="0">
                  <a:pos x="connsiteX3745" y="connsiteY3745"/>
                </a:cxn>
                <a:cxn ang="0">
                  <a:pos x="connsiteX3746" y="connsiteY3746"/>
                </a:cxn>
                <a:cxn ang="0">
                  <a:pos x="connsiteX3747" y="connsiteY3747"/>
                </a:cxn>
                <a:cxn ang="0">
                  <a:pos x="connsiteX3748" y="connsiteY3748"/>
                </a:cxn>
                <a:cxn ang="0">
                  <a:pos x="connsiteX3749" y="connsiteY3749"/>
                </a:cxn>
                <a:cxn ang="0">
                  <a:pos x="connsiteX3750" y="connsiteY3750"/>
                </a:cxn>
                <a:cxn ang="0">
                  <a:pos x="connsiteX3751" y="connsiteY3751"/>
                </a:cxn>
                <a:cxn ang="0">
                  <a:pos x="connsiteX3752" y="connsiteY3752"/>
                </a:cxn>
                <a:cxn ang="0">
                  <a:pos x="connsiteX3753" y="connsiteY3753"/>
                </a:cxn>
                <a:cxn ang="0">
                  <a:pos x="connsiteX3754" y="connsiteY3754"/>
                </a:cxn>
                <a:cxn ang="0">
                  <a:pos x="connsiteX3755" y="connsiteY3755"/>
                </a:cxn>
                <a:cxn ang="0">
                  <a:pos x="connsiteX3756" y="connsiteY3756"/>
                </a:cxn>
                <a:cxn ang="0">
                  <a:pos x="connsiteX3757" y="connsiteY3757"/>
                </a:cxn>
                <a:cxn ang="0">
                  <a:pos x="connsiteX3758" y="connsiteY3758"/>
                </a:cxn>
                <a:cxn ang="0">
                  <a:pos x="connsiteX3759" y="connsiteY3759"/>
                </a:cxn>
                <a:cxn ang="0">
                  <a:pos x="connsiteX3760" y="connsiteY3760"/>
                </a:cxn>
                <a:cxn ang="0">
                  <a:pos x="connsiteX3761" y="connsiteY3761"/>
                </a:cxn>
                <a:cxn ang="0">
                  <a:pos x="connsiteX3762" y="connsiteY3762"/>
                </a:cxn>
                <a:cxn ang="0">
                  <a:pos x="connsiteX3763" y="connsiteY3763"/>
                </a:cxn>
                <a:cxn ang="0">
                  <a:pos x="connsiteX3764" y="connsiteY3764"/>
                </a:cxn>
                <a:cxn ang="0">
                  <a:pos x="connsiteX3765" y="connsiteY3765"/>
                </a:cxn>
                <a:cxn ang="0">
                  <a:pos x="connsiteX3766" y="connsiteY3766"/>
                </a:cxn>
                <a:cxn ang="0">
                  <a:pos x="connsiteX3767" y="connsiteY3767"/>
                </a:cxn>
                <a:cxn ang="0">
                  <a:pos x="connsiteX3768" y="connsiteY3768"/>
                </a:cxn>
                <a:cxn ang="0">
                  <a:pos x="connsiteX3769" y="connsiteY3769"/>
                </a:cxn>
                <a:cxn ang="0">
                  <a:pos x="connsiteX3770" y="connsiteY3770"/>
                </a:cxn>
                <a:cxn ang="0">
                  <a:pos x="connsiteX3771" y="connsiteY3771"/>
                </a:cxn>
                <a:cxn ang="0">
                  <a:pos x="connsiteX3772" y="connsiteY3772"/>
                </a:cxn>
                <a:cxn ang="0">
                  <a:pos x="connsiteX3773" y="connsiteY3773"/>
                </a:cxn>
                <a:cxn ang="0">
                  <a:pos x="connsiteX3774" y="connsiteY3774"/>
                </a:cxn>
                <a:cxn ang="0">
                  <a:pos x="connsiteX3775" y="connsiteY3775"/>
                </a:cxn>
                <a:cxn ang="0">
                  <a:pos x="connsiteX3776" y="connsiteY3776"/>
                </a:cxn>
                <a:cxn ang="0">
                  <a:pos x="connsiteX3777" y="connsiteY3777"/>
                </a:cxn>
                <a:cxn ang="0">
                  <a:pos x="connsiteX3778" y="connsiteY3778"/>
                </a:cxn>
                <a:cxn ang="0">
                  <a:pos x="connsiteX3779" y="connsiteY3779"/>
                </a:cxn>
                <a:cxn ang="0">
                  <a:pos x="connsiteX3780" y="connsiteY3780"/>
                </a:cxn>
                <a:cxn ang="0">
                  <a:pos x="connsiteX3781" y="connsiteY3781"/>
                </a:cxn>
                <a:cxn ang="0">
                  <a:pos x="connsiteX3782" y="connsiteY3782"/>
                </a:cxn>
                <a:cxn ang="0">
                  <a:pos x="connsiteX3783" y="connsiteY3783"/>
                </a:cxn>
                <a:cxn ang="0">
                  <a:pos x="connsiteX3784" y="connsiteY3784"/>
                </a:cxn>
                <a:cxn ang="0">
                  <a:pos x="connsiteX3785" y="connsiteY3785"/>
                </a:cxn>
                <a:cxn ang="0">
                  <a:pos x="connsiteX3786" y="connsiteY3786"/>
                </a:cxn>
                <a:cxn ang="0">
                  <a:pos x="connsiteX3787" y="connsiteY3787"/>
                </a:cxn>
                <a:cxn ang="0">
                  <a:pos x="connsiteX3788" y="connsiteY3788"/>
                </a:cxn>
                <a:cxn ang="0">
                  <a:pos x="connsiteX3789" y="connsiteY3789"/>
                </a:cxn>
                <a:cxn ang="0">
                  <a:pos x="connsiteX3790" y="connsiteY3790"/>
                </a:cxn>
                <a:cxn ang="0">
                  <a:pos x="connsiteX3791" y="connsiteY3791"/>
                </a:cxn>
                <a:cxn ang="0">
                  <a:pos x="connsiteX3792" y="connsiteY3792"/>
                </a:cxn>
                <a:cxn ang="0">
                  <a:pos x="connsiteX3793" y="connsiteY3793"/>
                </a:cxn>
                <a:cxn ang="0">
                  <a:pos x="connsiteX3794" y="connsiteY3794"/>
                </a:cxn>
                <a:cxn ang="0">
                  <a:pos x="connsiteX3795" y="connsiteY3795"/>
                </a:cxn>
                <a:cxn ang="0">
                  <a:pos x="connsiteX3796" y="connsiteY3796"/>
                </a:cxn>
                <a:cxn ang="0">
                  <a:pos x="connsiteX3797" y="connsiteY3797"/>
                </a:cxn>
                <a:cxn ang="0">
                  <a:pos x="connsiteX3798" y="connsiteY3798"/>
                </a:cxn>
                <a:cxn ang="0">
                  <a:pos x="connsiteX3799" y="connsiteY3799"/>
                </a:cxn>
                <a:cxn ang="0">
                  <a:pos x="connsiteX3800" y="connsiteY3800"/>
                </a:cxn>
                <a:cxn ang="0">
                  <a:pos x="connsiteX3801" y="connsiteY3801"/>
                </a:cxn>
                <a:cxn ang="0">
                  <a:pos x="connsiteX3802" y="connsiteY3802"/>
                </a:cxn>
                <a:cxn ang="0">
                  <a:pos x="connsiteX3803" y="connsiteY3803"/>
                </a:cxn>
                <a:cxn ang="0">
                  <a:pos x="connsiteX3804" y="connsiteY3804"/>
                </a:cxn>
                <a:cxn ang="0">
                  <a:pos x="connsiteX3805" y="connsiteY3805"/>
                </a:cxn>
                <a:cxn ang="0">
                  <a:pos x="connsiteX3806" y="connsiteY3806"/>
                </a:cxn>
                <a:cxn ang="0">
                  <a:pos x="connsiteX3807" y="connsiteY3807"/>
                </a:cxn>
                <a:cxn ang="0">
                  <a:pos x="connsiteX3808" y="connsiteY3808"/>
                </a:cxn>
                <a:cxn ang="0">
                  <a:pos x="connsiteX3809" y="connsiteY3809"/>
                </a:cxn>
                <a:cxn ang="0">
                  <a:pos x="connsiteX3810" y="connsiteY3810"/>
                </a:cxn>
                <a:cxn ang="0">
                  <a:pos x="connsiteX3811" y="connsiteY3811"/>
                </a:cxn>
                <a:cxn ang="0">
                  <a:pos x="connsiteX3812" y="connsiteY3812"/>
                </a:cxn>
                <a:cxn ang="0">
                  <a:pos x="connsiteX3813" y="connsiteY3813"/>
                </a:cxn>
                <a:cxn ang="0">
                  <a:pos x="connsiteX3814" y="connsiteY3814"/>
                </a:cxn>
                <a:cxn ang="0">
                  <a:pos x="connsiteX3815" y="connsiteY3815"/>
                </a:cxn>
                <a:cxn ang="0">
                  <a:pos x="connsiteX3816" y="connsiteY3816"/>
                </a:cxn>
                <a:cxn ang="0">
                  <a:pos x="connsiteX3817" y="connsiteY3817"/>
                </a:cxn>
                <a:cxn ang="0">
                  <a:pos x="connsiteX3818" y="connsiteY3818"/>
                </a:cxn>
                <a:cxn ang="0">
                  <a:pos x="connsiteX3819" y="connsiteY3819"/>
                </a:cxn>
                <a:cxn ang="0">
                  <a:pos x="connsiteX3820" y="connsiteY3820"/>
                </a:cxn>
                <a:cxn ang="0">
                  <a:pos x="connsiteX3821" y="connsiteY3821"/>
                </a:cxn>
                <a:cxn ang="0">
                  <a:pos x="connsiteX3822" y="connsiteY3822"/>
                </a:cxn>
                <a:cxn ang="0">
                  <a:pos x="connsiteX3823" y="connsiteY3823"/>
                </a:cxn>
                <a:cxn ang="0">
                  <a:pos x="connsiteX3824" y="connsiteY3824"/>
                </a:cxn>
                <a:cxn ang="0">
                  <a:pos x="connsiteX3825" y="connsiteY3825"/>
                </a:cxn>
                <a:cxn ang="0">
                  <a:pos x="connsiteX3826" y="connsiteY3826"/>
                </a:cxn>
                <a:cxn ang="0">
                  <a:pos x="connsiteX3827" y="connsiteY3827"/>
                </a:cxn>
                <a:cxn ang="0">
                  <a:pos x="connsiteX3828" y="connsiteY3828"/>
                </a:cxn>
                <a:cxn ang="0">
                  <a:pos x="connsiteX3829" y="connsiteY3829"/>
                </a:cxn>
                <a:cxn ang="0">
                  <a:pos x="connsiteX3830" y="connsiteY3830"/>
                </a:cxn>
                <a:cxn ang="0">
                  <a:pos x="connsiteX3831" y="connsiteY3831"/>
                </a:cxn>
                <a:cxn ang="0">
                  <a:pos x="connsiteX3832" y="connsiteY3832"/>
                </a:cxn>
                <a:cxn ang="0">
                  <a:pos x="connsiteX3833" y="connsiteY3833"/>
                </a:cxn>
                <a:cxn ang="0">
                  <a:pos x="connsiteX3834" y="connsiteY3834"/>
                </a:cxn>
                <a:cxn ang="0">
                  <a:pos x="connsiteX3835" y="connsiteY3835"/>
                </a:cxn>
                <a:cxn ang="0">
                  <a:pos x="connsiteX3836" y="connsiteY3836"/>
                </a:cxn>
                <a:cxn ang="0">
                  <a:pos x="connsiteX3837" y="connsiteY3837"/>
                </a:cxn>
                <a:cxn ang="0">
                  <a:pos x="connsiteX3838" y="connsiteY3838"/>
                </a:cxn>
                <a:cxn ang="0">
                  <a:pos x="connsiteX3839" y="connsiteY3839"/>
                </a:cxn>
                <a:cxn ang="0">
                  <a:pos x="connsiteX3840" y="connsiteY3840"/>
                </a:cxn>
                <a:cxn ang="0">
                  <a:pos x="connsiteX3841" y="connsiteY3841"/>
                </a:cxn>
                <a:cxn ang="0">
                  <a:pos x="connsiteX3842" y="connsiteY3842"/>
                </a:cxn>
                <a:cxn ang="0">
                  <a:pos x="connsiteX3843" y="connsiteY3843"/>
                </a:cxn>
                <a:cxn ang="0">
                  <a:pos x="connsiteX3844" y="connsiteY3844"/>
                </a:cxn>
                <a:cxn ang="0">
                  <a:pos x="connsiteX3845" y="connsiteY3845"/>
                </a:cxn>
                <a:cxn ang="0">
                  <a:pos x="connsiteX3846" y="connsiteY3846"/>
                </a:cxn>
                <a:cxn ang="0">
                  <a:pos x="connsiteX3847" y="connsiteY3847"/>
                </a:cxn>
                <a:cxn ang="0">
                  <a:pos x="connsiteX3848" y="connsiteY3848"/>
                </a:cxn>
                <a:cxn ang="0">
                  <a:pos x="connsiteX3849" y="connsiteY3849"/>
                </a:cxn>
                <a:cxn ang="0">
                  <a:pos x="connsiteX3850" y="connsiteY3850"/>
                </a:cxn>
                <a:cxn ang="0">
                  <a:pos x="connsiteX3851" y="connsiteY3851"/>
                </a:cxn>
                <a:cxn ang="0">
                  <a:pos x="connsiteX3852" y="connsiteY3852"/>
                </a:cxn>
                <a:cxn ang="0">
                  <a:pos x="connsiteX3853" y="connsiteY3853"/>
                </a:cxn>
                <a:cxn ang="0">
                  <a:pos x="connsiteX3854" y="connsiteY3854"/>
                </a:cxn>
                <a:cxn ang="0">
                  <a:pos x="connsiteX3855" y="connsiteY3855"/>
                </a:cxn>
                <a:cxn ang="0">
                  <a:pos x="connsiteX3856" y="connsiteY3856"/>
                </a:cxn>
                <a:cxn ang="0">
                  <a:pos x="connsiteX3857" y="connsiteY3857"/>
                </a:cxn>
                <a:cxn ang="0">
                  <a:pos x="connsiteX3858" y="connsiteY3858"/>
                </a:cxn>
                <a:cxn ang="0">
                  <a:pos x="connsiteX3859" y="connsiteY3859"/>
                </a:cxn>
                <a:cxn ang="0">
                  <a:pos x="connsiteX3860" y="connsiteY3860"/>
                </a:cxn>
                <a:cxn ang="0">
                  <a:pos x="connsiteX3861" y="connsiteY3861"/>
                </a:cxn>
                <a:cxn ang="0">
                  <a:pos x="connsiteX3862" y="connsiteY3862"/>
                </a:cxn>
                <a:cxn ang="0">
                  <a:pos x="connsiteX3863" y="connsiteY3863"/>
                </a:cxn>
                <a:cxn ang="0">
                  <a:pos x="connsiteX3864" y="connsiteY3864"/>
                </a:cxn>
                <a:cxn ang="0">
                  <a:pos x="connsiteX3865" y="connsiteY3865"/>
                </a:cxn>
                <a:cxn ang="0">
                  <a:pos x="connsiteX3866" y="connsiteY3866"/>
                </a:cxn>
                <a:cxn ang="0">
                  <a:pos x="connsiteX3867" y="connsiteY3867"/>
                </a:cxn>
                <a:cxn ang="0">
                  <a:pos x="connsiteX3868" y="connsiteY3868"/>
                </a:cxn>
                <a:cxn ang="0">
                  <a:pos x="connsiteX3869" y="connsiteY3869"/>
                </a:cxn>
                <a:cxn ang="0">
                  <a:pos x="connsiteX3870" y="connsiteY3870"/>
                </a:cxn>
                <a:cxn ang="0">
                  <a:pos x="connsiteX3871" y="connsiteY3871"/>
                </a:cxn>
                <a:cxn ang="0">
                  <a:pos x="connsiteX3872" y="connsiteY3872"/>
                </a:cxn>
                <a:cxn ang="0">
                  <a:pos x="connsiteX3873" y="connsiteY3873"/>
                </a:cxn>
                <a:cxn ang="0">
                  <a:pos x="connsiteX3874" y="connsiteY3874"/>
                </a:cxn>
                <a:cxn ang="0">
                  <a:pos x="connsiteX3875" y="connsiteY3875"/>
                </a:cxn>
                <a:cxn ang="0">
                  <a:pos x="connsiteX3876" y="connsiteY3876"/>
                </a:cxn>
                <a:cxn ang="0">
                  <a:pos x="connsiteX3877" y="connsiteY3877"/>
                </a:cxn>
                <a:cxn ang="0">
                  <a:pos x="connsiteX3878" y="connsiteY3878"/>
                </a:cxn>
                <a:cxn ang="0">
                  <a:pos x="connsiteX3879" y="connsiteY3879"/>
                </a:cxn>
                <a:cxn ang="0">
                  <a:pos x="connsiteX3880" y="connsiteY3880"/>
                </a:cxn>
                <a:cxn ang="0">
                  <a:pos x="connsiteX3881" y="connsiteY3881"/>
                </a:cxn>
                <a:cxn ang="0">
                  <a:pos x="connsiteX3882" y="connsiteY3882"/>
                </a:cxn>
                <a:cxn ang="0">
                  <a:pos x="connsiteX3883" y="connsiteY3883"/>
                </a:cxn>
                <a:cxn ang="0">
                  <a:pos x="connsiteX3884" y="connsiteY3884"/>
                </a:cxn>
                <a:cxn ang="0">
                  <a:pos x="connsiteX3885" y="connsiteY3885"/>
                </a:cxn>
                <a:cxn ang="0">
                  <a:pos x="connsiteX3886" y="connsiteY3886"/>
                </a:cxn>
                <a:cxn ang="0">
                  <a:pos x="connsiteX3887" y="connsiteY3887"/>
                </a:cxn>
                <a:cxn ang="0">
                  <a:pos x="connsiteX3888" y="connsiteY3888"/>
                </a:cxn>
                <a:cxn ang="0">
                  <a:pos x="connsiteX3889" y="connsiteY3889"/>
                </a:cxn>
                <a:cxn ang="0">
                  <a:pos x="connsiteX3890" y="connsiteY3890"/>
                </a:cxn>
                <a:cxn ang="0">
                  <a:pos x="connsiteX3891" y="connsiteY3891"/>
                </a:cxn>
                <a:cxn ang="0">
                  <a:pos x="connsiteX3892" y="connsiteY3892"/>
                </a:cxn>
                <a:cxn ang="0">
                  <a:pos x="connsiteX3893" y="connsiteY3893"/>
                </a:cxn>
                <a:cxn ang="0">
                  <a:pos x="connsiteX3894" y="connsiteY3894"/>
                </a:cxn>
                <a:cxn ang="0">
                  <a:pos x="connsiteX3895" y="connsiteY3895"/>
                </a:cxn>
                <a:cxn ang="0">
                  <a:pos x="connsiteX3896" y="connsiteY3896"/>
                </a:cxn>
                <a:cxn ang="0">
                  <a:pos x="connsiteX3897" y="connsiteY3897"/>
                </a:cxn>
                <a:cxn ang="0">
                  <a:pos x="connsiteX3898" y="connsiteY3898"/>
                </a:cxn>
                <a:cxn ang="0">
                  <a:pos x="connsiteX3899" y="connsiteY3899"/>
                </a:cxn>
                <a:cxn ang="0">
                  <a:pos x="connsiteX3900" y="connsiteY3900"/>
                </a:cxn>
                <a:cxn ang="0">
                  <a:pos x="connsiteX3901" y="connsiteY3901"/>
                </a:cxn>
                <a:cxn ang="0">
                  <a:pos x="connsiteX3902" y="connsiteY3902"/>
                </a:cxn>
                <a:cxn ang="0">
                  <a:pos x="connsiteX3903" y="connsiteY3903"/>
                </a:cxn>
                <a:cxn ang="0">
                  <a:pos x="connsiteX3904" y="connsiteY3904"/>
                </a:cxn>
                <a:cxn ang="0">
                  <a:pos x="connsiteX3905" y="connsiteY3905"/>
                </a:cxn>
                <a:cxn ang="0">
                  <a:pos x="connsiteX3906" y="connsiteY3906"/>
                </a:cxn>
                <a:cxn ang="0">
                  <a:pos x="connsiteX3907" y="connsiteY3907"/>
                </a:cxn>
                <a:cxn ang="0">
                  <a:pos x="connsiteX3908" y="connsiteY3908"/>
                </a:cxn>
                <a:cxn ang="0">
                  <a:pos x="connsiteX3909" y="connsiteY3909"/>
                </a:cxn>
                <a:cxn ang="0">
                  <a:pos x="connsiteX3910" y="connsiteY3910"/>
                </a:cxn>
                <a:cxn ang="0">
                  <a:pos x="connsiteX3911" y="connsiteY3911"/>
                </a:cxn>
                <a:cxn ang="0">
                  <a:pos x="connsiteX3912" y="connsiteY3912"/>
                </a:cxn>
                <a:cxn ang="0">
                  <a:pos x="connsiteX3913" y="connsiteY3913"/>
                </a:cxn>
                <a:cxn ang="0">
                  <a:pos x="connsiteX3914" y="connsiteY3914"/>
                </a:cxn>
                <a:cxn ang="0">
                  <a:pos x="connsiteX3915" y="connsiteY3915"/>
                </a:cxn>
                <a:cxn ang="0">
                  <a:pos x="connsiteX3916" y="connsiteY3916"/>
                </a:cxn>
                <a:cxn ang="0">
                  <a:pos x="connsiteX3917" y="connsiteY3917"/>
                </a:cxn>
                <a:cxn ang="0">
                  <a:pos x="connsiteX3918" y="connsiteY3918"/>
                </a:cxn>
                <a:cxn ang="0">
                  <a:pos x="connsiteX3919" y="connsiteY3919"/>
                </a:cxn>
                <a:cxn ang="0">
                  <a:pos x="connsiteX3920" y="connsiteY3920"/>
                </a:cxn>
                <a:cxn ang="0">
                  <a:pos x="connsiteX3921" y="connsiteY3921"/>
                </a:cxn>
                <a:cxn ang="0">
                  <a:pos x="connsiteX3922" y="connsiteY3922"/>
                </a:cxn>
                <a:cxn ang="0">
                  <a:pos x="connsiteX3923" y="connsiteY3923"/>
                </a:cxn>
                <a:cxn ang="0">
                  <a:pos x="connsiteX3924" y="connsiteY3924"/>
                </a:cxn>
                <a:cxn ang="0">
                  <a:pos x="connsiteX3925" y="connsiteY3925"/>
                </a:cxn>
                <a:cxn ang="0">
                  <a:pos x="connsiteX3926" y="connsiteY3926"/>
                </a:cxn>
                <a:cxn ang="0">
                  <a:pos x="connsiteX3927" y="connsiteY3927"/>
                </a:cxn>
                <a:cxn ang="0">
                  <a:pos x="connsiteX3928" y="connsiteY3928"/>
                </a:cxn>
                <a:cxn ang="0">
                  <a:pos x="connsiteX3929" y="connsiteY3929"/>
                </a:cxn>
                <a:cxn ang="0">
                  <a:pos x="connsiteX3930" y="connsiteY3930"/>
                </a:cxn>
                <a:cxn ang="0">
                  <a:pos x="connsiteX3931" y="connsiteY3931"/>
                </a:cxn>
                <a:cxn ang="0">
                  <a:pos x="connsiteX3932" y="connsiteY3932"/>
                </a:cxn>
                <a:cxn ang="0">
                  <a:pos x="connsiteX3933" y="connsiteY3933"/>
                </a:cxn>
                <a:cxn ang="0">
                  <a:pos x="connsiteX3934" y="connsiteY3934"/>
                </a:cxn>
                <a:cxn ang="0">
                  <a:pos x="connsiteX3935" y="connsiteY3935"/>
                </a:cxn>
                <a:cxn ang="0">
                  <a:pos x="connsiteX3936" y="connsiteY3936"/>
                </a:cxn>
                <a:cxn ang="0">
                  <a:pos x="connsiteX3937" y="connsiteY3937"/>
                </a:cxn>
                <a:cxn ang="0">
                  <a:pos x="connsiteX3938" y="connsiteY3938"/>
                </a:cxn>
                <a:cxn ang="0">
                  <a:pos x="connsiteX3939" y="connsiteY3939"/>
                </a:cxn>
                <a:cxn ang="0">
                  <a:pos x="connsiteX3940" y="connsiteY3940"/>
                </a:cxn>
                <a:cxn ang="0">
                  <a:pos x="connsiteX3941" y="connsiteY3941"/>
                </a:cxn>
                <a:cxn ang="0">
                  <a:pos x="connsiteX3942" y="connsiteY3942"/>
                </a:cxn>
                <a:cxn ang="0">
                  <a:pos x="connsiteX3943" y="connsiteY3943"/>
                </a:cxn>
                <a:cxn ang="0">
                  <a:pos x="connsiteX3944" y="connsiteY3944"/>
                </a:cxn>
                <a:cxn ang="0">
                  <a:pos x="connsiteX3945" y="connsiteY3945"/>
                </a:cxn>
                <a:cxn ang="0">
                  <a:pos x="connsiteX3946" y="connsiteY3946"/>
                </a:cxn>
                <a:cxn ang="0">
                  <a:pos x="connsiteX3947" y="connsiteY3947"/>
                </a:cxn>
                <a:cxn ang="0">
                  <a:pos x="connsiteX3948" y="connsiteY3948"/>
                </a:cxn>
                <a:cxn ang="0">
                  <a:pos x="connsiteX3949" y="connsiteY3949"/>
                </a:cxn>
                <a:cxn ang="0">
                  <a:pos x="connsiteX3950" y="connsiteY3950"/>
                </a:cxn>
                <a:cxn ang="0">
                  <a:pos x="connsiteX3951" y="connsiteY3951"/>
                </a:cxn>
                <a:cxn ang="0">
                  <a:pos x="connsiteX3952" y="connsiteY3952"/>
                </a:cxn>
                <a:cxn ang="0">
                  <a:pos x="connsiteX3953" y="connsiteY3953"/>
                </a:cxn>
                <a:cxn ang="0">
                  <a:pos x="connsiteX3954" y="connsiteY3954"/>
                </a:cxn>
                <a:cxn ang="0">
                  <a:pos x="connsiteX3955" y="connsiteY3955"/>
                </a:cxn>
                <a:cxn ang="0">
                  <a:pos x="connsiteX3956" y="connsiteY3956"/>
                </a:cxn>
                <a:cxn ang="0">
                  <a:pos x="connsiteX3957" y="connsiteY3957"/>
                </a:cxn>
                <a:cxn ang="0">
                  <a:pos x="connsiteX3958" y="connsiteY3958"/>
                </a:cxn>
                <a:cxn ang="0">
                  <a:pos x="connsiteX3959" y="connsiteY3959"/>
                </a:cxn>
                <a:cxn ang="0">
                  <a:pos x="connsiteX3960" y="connsiteY3960"/>
                </a:cxn>
                <a:cxn ang="0">
                  <a:pos x="connsiteX3961" y="connsiteY3961"/>
                </a:cxn>
                <a:cxn ang="0">
                  <a:pos x="connsiteX3962" y="connsiteY3962"/>
                </a:cxn>
                <a:cxn ang="0">
                  <a:pos x="connsiteX3963" y="connsiteY3963"/>
                </a:cxn>
                <a:cxn ang="0">
                  <a:pos x="connsiteX3964" y="connsiteY3964"/>
                </a:cxn>
                <a:cxn ang="0">
                  <a:pos x="connsiteX3965" y="connsiteY3965"/>
                </a:cxn>
                <a:cxn ang="0">
                  <a:pos x="connsiteX3966" y="connsiteY3966"/>
                </a:cxn>
                <a:cxn ang="0">
                  <a:pos x="connsiteX3967" y="connsiteY3967"/>
                </a:cxn>
                <a:cxn ang="0">
                  <a:pos x="connsiteX3968" y="connsiteY3968"/>
                </a:cxn>
                <a:cxn ang="0">
                  <a:pos x="connsiteX3969" y="connsiteY3969"/>
                </a:cxn>
                <a:cxn ang="0">
                  <a:pos x="connsiteX3970" y="connsiteY3970"/>
                </a:cxn>
                <a:cxn ang="0">
                  <a:pos x="connsiteX3971" y="connsiteY3971"/>
                </a:cxn>
                <a:cxn ang="0">
                  <a:pos x="connsiteX3972" y="connsiteY3972"/>
                </a:cxn>
                <a:cxn ang="0">
                  <a:pos x="connsiteX3973" y="connsiteY3973"/>
                </a:cxn>
                <a:cxn ang="0">
                  <a:pos x="connsiteX3974" y="connsiteY3974"/>
                </a:cxn>
                <a:cxn ang="0">
                  <a:pos x="connsiteX3975" y="connsiteY3975"/>
                </a:cxn>
                <a:cxn ang="0">
                  <a:pos x="connsiteX3976" y="connsiteY3976"/>
                </a:cxn>
                <a:cxn ang="0">
                  <a:pos x="connsiteX3977" y="connsiteY3977"/>
                </a:cxn>
                <a:cxn ang="0">
                  <a:pos x="connsiteX3978" y="connsiteY3978"/>
                </a:cxn>
                <a:cxn ang="0">
                  <a:pos x="connsiteX3979" y="connsiteY3979"/>
                </a:cxn>
                <a:cxn ang="0">
                  <a:pos x="connsiteX3980" y="connsiteY3980"/>
                </a:cxn>
                <a:cxn ang="0">
                  <a:pos x="connsiteX3981" y="connsiteY3981"/>
                </a:cxn>
                <a:cxn ang="0">
                  <a:pos x="connsiteX3982" y="connsiteY3982"/>
                </a:cxn>
                <a:cxn ang="0">
                  <a:pos x="connsiteX3983" y="connsiteY3983"/>
                </a:cxn>
                <a:cxn ang="0">
                  <a:pos x="connsiteX3984" y="connsiteY3984"/>
                </a:cxn>
                <a:cxn ang="0">
                  <a:pos x="connsiteX3985" y="connsiteY3985"/>
                </a:cxn>
                <a:cxn ang="0">
                  <a:pos x="connsiteX3986" y="connsiteY3986"/>
                </a:cxn>
                <a:cxn ang="0">
                  <a:pos x="connsiteX3987" y="connsiteY3987"/>
                </a:cxn>
                <a:cxn ang="0">
                  <a:pos x="connsiteX3988" y="connsiteY3988"/>
                </a:cxn>
                <a:cxn ang="0">
                  <a:pos x="connsiteX3989" y="connsiteY3989"/>
                </a:cxn>
                <a:cxn ang="0">
                  <a:pos x="connsiteX3990" y="connsiteY3990"/>
                </a:cxn>
                <a:cxn ang="0">
                  <a:pos x="connsiteX3991" y="connsiteY3991"/>
                </a:cxn>
                <a:cxn ang="0">
                  <a:pos x="connsiteX3992" y="connsiteY3992"/>
                </a:cxn>
                <a:cxn ang="0">
                  <a:pos x="connsiteX3993" y="connsiteY3993"/>
                </a:cxn>
                <a:cxn ang="0">
                  <a:pos x="connsiteX3994" y="connsiteY3994"/>
                </a:cxn>
                <a:cxn ang="0">
                  <a:pos x="connsiteX3995" y="connsiteY3995"/>
                </a:cxn>
                <a:cxn ang="0">
                  <a:pos x="connsiteX3996" y="connsiteY3996"/>
                </a:cxn>
                <a:cxn ang="0">
                  <a:pos x="connsiteX3997" y="connsiteY3997"/>
                </a:cxn>
                <a:cxn ang="0">
                  <a:pos x="connsiteX3998" y="connsiteY3998"/>
                </a:cxn>
                <a:cxn ang="0">
                  <a:pos x="connsiteX3999" y="connsiteY3999"/>
                </a:cxn>
                <a:cxn ang="0">
                  <a:pos x="connsiteX4000" y="connsiteY4000"/>
                </a:cxn>
                <a:cxn ang="0">
                  <a:pos x="connsiteX4001" y="connsiteY4001"/>
                </a:cxn>
                <a:cxn ang="0">
                  <a:pos x="connsiteX4002" y="connsiteY4002"/>
                </a:cxn>
                <a:cxn ang="0">
                  <a:pos x="connsiteX4003" y="connsiteY4003"/>
                </a:cxn>
                <a:cxn ang="0">
                  <a:pos x="connsiteX4004" y="connsiteY4004"/>
                </a:cxn>
                <a:cxn ang="0">
                  <a:pos x="connsiteX4005" y="connsiteY4005"/>
                </a:cxn>
                <a:cxn ang="0">
                  <a:pos x="connsiteX4006" y="connsiteY4006"/>
                </a:cxn>
                <a:cxn ang="0">
                  <a:pos x="connsiteX4007" y="connsiteY4007"/>
                </a:cxn>
                <a:cxn ang="0">
                  <a:pos x="connsiteX4008" y="connsiteY4008"/>
                </a:cxn>
                <a:cxn ang="0">
                  <a:pos x="connsiteX4009" y="connsiteY4009"/>
                </a:cxn>
                <a:cxn ang="0">
                  <a:pos x="connsiteX4010" y="connsiteY4010"/>
                </a:cxn>
                <a:cxn ang="0">
                  <a:pos x="connsiteX4011" y="connsiteY4011"/>
                </a:cxn>
                <a:cxn ang="0">
                  <a:pos x="connsiteX4012" y="connsiteY4012"/>
                </a:cxn>
                <a:cxn ang="0">
                  <a:pos x="connsiteX4013" y="connsiteY4013"/>
                </a:cxn>
                <a:cxn ang="0">
                  <a:pos x="connsiteX4014" y="connsiteY4014"/>
                </a:cxn>
                <a:cxn ang="0">
                  <a:pos x="connsiteX4015" y="connsiteY4015"/>
                </a:cxn>
                <a:cxn ang="0">
                  <a:pos x="connsiteX4016" y="connsiteY4016"/>
                </a:cxn>
                <a:cxn ang="0">
                  <a:pos x="connsiteX4017" y="connsiteY4017"/>
                </a:cxn>
                <a:cxn ang="0">
                  <a:pos x="connsiteX4018" y="connsiteY4018"/>
                </a:cxn>
                <a:cxn ang="0">
                  <a:pos x="connsiteX4019" y="connsiteY4019"/>
                </a:cxn>
                <a:cxn ang="0">
                  <a:pos x="connsiteX4020" y="connsiteY4020"/>
                </a:cxn>
                <a:cxn ang="0">
                  <a:pos x="connsiteX4021" y="connsiteY4021"/>
                </a:cxn>
                <a:cxn ang="0">
                  <a:pos x="connsiteX4022" y="connsiteY4022"/>
                </a:cxn>
                <a:cxn ang="0">
                  <a:pos x="connsiteX4023" y="connsiteY4023"/>
                </a:cxn>
                <a:cxn ang="0">
                  <a:pos x="connsiteX4024" y="connsiteY4024"/>
                </a:cxn>
                <a:cxn ang="0">
                  <a:pos x="connsiteX4025" y="connsiteY4025"/>
                </a:cxn>
                <a:cxn ang="0">
                  <a:pos x="connsiteX4026" y="connsiteY4026"/>
                </a:cxn>
                <a:cxn ang="0">
                  <a:pos x="connsiteX4027" y="connsiteY4027"/>
                </a:cxn>
                <a:cxn ang="0">
                  <a:pos x="connsiteX4028" y="connsiteY4028"/>
                </a:cxn>
                <a:cxn ang="0">
                  <a:pos x="connsiteX4029" y="connsiteY4029"/>
                </a:cxn>
                <a:cxn ang="0">
                  <a:pos x="connsiteX4030" y="connsiteY4030"/>
                </a:cxn>
                <a:cxn ang="0">
                  <a:pos x="connsiteX4031" y="connsiteY4031"/>
                </a:cxn>
                <a:cxn ang="0">
                  <a:pos x="connsiteX4032" y="connsiteY4032"/>
                </a:cxn>
                <a:cxn ang="0">
                  <a:pos x="connsiteX4033" y="connsiteY4033"/>
                </a:cxn>
                <a:cxn ang="0">
                  <a:pos x="connsiteX4034" y="connsiteY4034"/>
                </a:cxn>
                <a:cxn ang="0">
                  <a:pos x="connsiteX4035" y="connsiteY4035"/>
                </a:cxn>
                <a:cxn ang="0">
                  <a:pos x="connsiteX4036" y="connsiteY4036"/>
                </a:cxn>
                <a:cxn ang="0">
                  <a:pos x="connsiteX4037" y="connsiteY4037"/>
                </a:cxn>
                <a:cxn ang="0">
                  <a:pos x="connsiteX4038" y="connsiteY4038"/>
                </a:cxn>
                <a:cxn ang="0">
                  <a:pos x="connsiteX4039" y="connsiteY4039"/>
                </a:cxn>
                <a:cxn ang="0">
                  <a:pos x="connsiteX4040" y="connsiteY4040"/>
                </a:cxn>
                <a:cxn ang="0">
                  <a:pos x="connsiteX4041" y="connsiteY4041"/>
                </a:cxn>
                <a:cxn ang="0">
                  <a:pos x="connsiteX4042" y="connsiteY4042"/>
                </a:cxn>
                <a:cxn ang="0">
                  <a:pos x="connsiteX4043" y="connsiteY4043"/>
                </a:cxn>
                <a:cxn ang="0">
                  <a:pos x="connsiteX4044" y="connsiteY4044"/>
                </a:cxn>
                <a:cxn ang="0">
                  <a:pos x="connsiteX4045" y="connsiteY4045"/>
                </a:cxn>
                <a:cxn ang="0">
                  <a:pos x="connsiteX4046" y="connsiteY4046"/>
                </a:cxn>
                <a:cxn ang="0">
                  <a:pos x="connsiteX4047" y="connsiteY4047"/>
                </a:cxn>
                <a:cxn ang="0">
                  <a:pos x="connsiteX4048" y="connsiteY4048"/>
                </a:cxn>
                <a:cxn ang="0">
                  <a:pos x="connsiteX4049" y="connsiteY4049"/>
                </a:cxn>
                <a:cxn ang="0">
                  <a:pos x="connsiteX4050" y="connsiteY4050"/>
                </a:cxn>
                <a:cxn ang="0">
                  <a:pos x="connsiteX4051" y="connsiteY4051"/>
                </a:cxn>
                <a:cxn ang="0">
                  <a:pos x="connsiteX4052" y="connsiteY4052"/>
                </a:cxn>
                <a:cxn ang="0">
                  <a:pos x="connsiteX4053" y="connsiteY4053"/>
                </a:cxn>
                <a:cxn ang="0">
                  <a:pos x="connsiteX4054" y="connsiteY4054"/>
                </a:cxn>
                <a:cxn ang="0">
                  <a:pos x="connsiteX4055" y="connsiteY4055"/>
                </a:cxn>
                <a:cxn ang="0">
                  <a:pos x="connsiteX4056" y="connsiteY4056"/>
                </a:cxn>
                <a:cxn ang="0">
                  <a:pos x="connsiteX4057" y="connsiteY4057"/>
                </a:cxn>
                <a:cxn ang="0">
                  <a:pos x="connsiteX4058" y="connsiteY4058"/>
                </a:cxn>
                <a:cxn ang="0">
                  <a:pos x="connsiteX4059" y="connsiteY4059"/>
                </a:cxn>
                <a:cxn ang="0">
                  <a:pos x="connsiteX4060" y="connsiteY4060"/>
                </a:cxn>
                <a:cxn ang="0">
                  <a:pos x="connsiteX4061" y="connsiteY4061"/>
                </a:cxn>
                <a:cxn ang="0">
                  <a:pos x="connsiteX4062" y="connsiteY4062"/>
                </a:cxn>
                <a:cxn ang="0">
                  <a:pos x="connsiteX4063" y="connsiteY4063"/>
                </a:cxn>
                <a:cxn ang="0">
                  <a:pos x="connsiteX4064" y="connsiteY4064"/>
                </a:cxn>
                <a:cxn ang="0">
                  <a:pos x="connsiteX4065" y="connsiteY4065"/>
                </a:cxn>
                <a:cxn ang="0">
                  <a:pos x="connsiteX4066" y="connsiteY4066"/>
                </a:cxn>
                <a:cxn ang="0">
                  <a:pos x="connsiteX4067" y="connsiteY4067"/>
                </a:cxn>
                <a:cxn ang="0">
                  <a:pos x="connsiteX4068" y="connsiteY4068"/>
                </a:cxn>
                <a:cxn ang="0">
                  <a:pos x="connsiteX4069" y="connsiteY4069"/>
                </a:cxn>
                <a:cxn ang="0">
                  <a:pos x="connsiteX4070" y="connsiteY4070"/>
                </a:cxn>
                <a:cxn ang="0">
                  <a:pos x="connsiteX4071" y="connsiteY4071"/>
                </a:cxn>
                <a:cxn ang="0">
                  <a:pos x="connsiteX4072" y="connsiteY4072"/>
                </a:cxn>
                <a:cxn ang="0">
                  <a:pos x="connsiteX4073" y="connsiteY4073"/>
                </a:cxn>
                <a:cxn ang="0">
                  <a:pos x="connsiteX4074" y="connsiteY4074"/>
                </a:cxn>
                <a:cxn ang="0">
                  <a:pos x="connsiteX4075" y="connsiteY4075"/>
                </a:cxn>
                <a:cxn ang="0">
                  <a:pos x="connsiteX4076" y="connsiteY4076"/>
                </a:cxn>
                <a:cxn ang="0">
                  <a:pos x="connsiteX4077" y="connsiteY4077"/>
                </a:cxn>
                <a:cxn ang="0">
                  <a:pos x="connsiteX4078" y="connsiteY4078"/>
                </a:cxn>
                <a:cxn ang="0">
                  <a:pos x="connsiteX4079" y="connsiteY4079"/>
                </a:cxn>
                <a:cxn ang="0">
                  <a:pos x="connsiteX4080" y="connsiteY4080"/>
                </a:cxn>
                <a:cxn ang="0">
                  <a:pos x="connsiteX4081" y="connsiteY4081"/>
                </a:cxn>
                <a:cxn ang="0">
                  <a:pos x="connsiteX4082" y="connsiteY4082"/>
                </a:cxn>
                <a:cxn ang="0">
                  <a:pos x="connsiteX4083" y="connsiteY4083"/>
                </a:cxn>
                <a:cxn ang="0">
                  <a:pos x="connsiteX4084" y="connsiteY4084"/>
                </a:cxn>
                <a:cxn ang="0">
                  <a:pos x="connsiteX4085" y="connsiteY4085"/>
                </a:cxn>
                <a:cxn ang="0">
                  <a:pos x="connsiteX4086" y="connsiteY4086"/>
                </a:cxn>
                <a:cxn ang="0">
                  <a:pos x="connsiteX4087" y="connsiteY4087"/>
                </a:cxn>
                <a:cxn ang="0">
                  <a:pos x="connsiteX4088" y="connsiteY4088"/>
                </a:cxn>
                <a:cxn ang="0">
                  <a:pos x="connsiteX4089" y="connsiteY4089"/>
                </a:cxn>
                <a:cxn ang="0">
                  <a:pos x="connsiteX4090" y="connsiteY4090"/>
                </a:cxn>
                <a:cxn ang="0">
                  <a:pos x="connsiteX4091" y="connsiteY4091"/>
                </a:cxn>
                <a:cxn ang="0">
                  <a:pos x="connsiteX4092" y="connsiteY4092"/>
                </a:cxn>
                <a:cxn ang="0">
                  <a:pos x="connsiteX4093" y="connsiteY4093"/>
                </a:cxn>
                <a:cxn ang="0">
                  <a:pos x="connsiteX4094" y="connsiteY4094"/>
                </a:cxn>
                <a:cxn ang="0">
                  <a:pos x="connsiteX4095" y="connsiteY4095"/>
                </a:cxn>
                <a:cxn ang="0">
                  <a:pos x="connsiteX4096" y="connsiteY4096"/>
                </a:cxn>
                <a:cxn ang="0">
                  <a:pos x="connsiteX4097" y="connsiteY4097"/>
                </a:cxn>
                <a:cxn ang="0">
                  <a:pos x="connsiteX4098" y="connsiteY4098"/>
                </a:cxn>
                <a:cxn ang="0">
                  <a:pos x="connsiteX4099" y="connsiteY4099"/>
                </a:cxn>
                <a:cxn ang="0">
                  <a:pos x="connsiteX4100" y="connsiteY4100"/>
                </a:cxn>
                <a:cxn ang="0">
                  <a:pos x="connsiteX4101" y="connsiteY4101"/>
                </a:cxn>
                <a:cxn ang="0">
                  <a:pos x="connsiteX4102" y="connsiteY4102"/>
                </a:cxn>
                <a:cxn ang="0">
                  <a:pos x="connsiteX4103" y="connsiteY4103"/>
                </a:cxn>
                <a:cxn ang="0">
                  <a:pos x="connsiteX4104" y="connsiteY4104"/>
                </a:cxn>
                <a:cxn ang="0">
                  <a:pos x="connsiteX4105" y="connsiteY4105"/>
                </a:cxn>
                <a:cxn ang="0">
                  <a:pos x="connsiteX4106" y="connsiteY4106"/>
                </a:cxn>
                <a:cxn ang="0">
                  <a:pos x="connsiteX4107" y="connsiteY4107"/>
                </a:cxn>
                <a:cxn ang="0">
                  <a:pos x="connsiteX4108" y="connsiteY4108"/>
                </a:cxn>
                <a:cxn ang="0">
                  <a:pos x="connsiteX4109" y="connsiteY4109"/>
                </a:cxn>
                <a:cxn ang="0">
                  <a:pos x="connsiteX4110" y="connsiteY4110"/>
                </a:cxn>
                <a:cxn ang="0">
                  <a:pos x="connsiteX4111" y="connsiteY4111"/>
                </a:cxn>
                <a:cxn ang="0">
                  <a:pos x="connsiteX4112" y="connsiteY4112"/>
                </a:cxn>
                <a:cxn ang="0">
                  <a:pos x="connsiteX4113" y="connsiteY4113"/>
                </a:cxn>
                <a:cxn ang="0">
                  <a:pos x="connsiteX4114" y="connsiteY4114"/>
                </a:cxn>
                <a:cxn ang="0">
                  <a:pos x="connsiteX4115" y="connsiteY4115"/>
                </a:cxn>
                <a:cxn ang="0">
                  <a:pos x="connsiteX4116" y="connsiteY4116"/>
                </a:cxn>
                <a:cxn ang="0">
                  <a:pos x="connsiteX4117" y="connsiteY4117"/>
                </a:cxn>
                <a:cxn ang="0">
                  <a:pos x="connsiteX4118" y="connsiteY4118"/>
                </a:cxn>
                <a:cxn ang="0">
                  <a:pos x="connsiteX4119" y="connsiteY4119"/>
                </a:cxn>
                <a:cxn ang="0">
                  <a:pos x="connsiteX4120" y="connsiteY4120"/>
                </a:cxn>
                <a:cxn ang="0">
                  <a:pos x="connsiteX4121" y="connsiteY4121"/>
                </a:cxn>
                <a:cxn ang="0">
                  <a:pos x="connsiteX4122" y="connsiteY4122"/>
                </a:cxn>
                <a:cxn ang="0">
                  <a:pos x="connsiteX4123" y="connsiteY4123"/>
                </a:cxn>
                <a:cxn ang="0">
                  <a:pos x="connsiteX4124" y="connsiteY4124"/>
                </a:cxn>
                <a:cxn ang="0">
                  <a:pos x="connsiteX4125" y="connsiteY4125"/>
                </a:cxn>
                <a:cxn ang="0">
                  <a:pos x="connsiteX4126" y="connsiteY4126"/>
                </a:cxn>
                <a:cxn ang="0">
                  <a:pos x="connsiteX4127" y="connsiteY4127"/>
                </a:cxn>
                <a:cxn ang="0">
                  <a:pos x="connsiteX4128" y="connsiteY4128"/>
                </a:cxn>
                <a:cxn ang="0">
                  <a:pos x="connsiteX4129" y="connsiteY4129"/>
                </a:cxn>
                <a:cxn ang="0">
                  <a:pos x="connsiteX4130" y="connsiteY4130"/>
                </a:cxn>
                <a:cxn ang="0">
                  <a:pos x="connsiteX4131" y="connsiteY4131"/>
                </a:cxn>
                <a:cxn ang="0">
                  <a:pos x="connsiteX4132" y="connsiteY4132"/>
                </a:cxn>
                <a:cxn ang="0">
                  <a:pos x="connsiteX4133" y="connsiteY4133"/>
                </a:cxn>
                <a:cxn ang="0">
                  <a:pos x="connsiteX4134" y="connsiteY4134"/>
                </a:cxn>
                <a:cxn ang="0">
                  <a:pos x="connsiteX4135" y="connsiteY4135"/>
                </a:cxn>
                <a:cxn ang="0">
                  <a:pos x="connsiteX4136" y="connsiteY4136"/>
                </a:cxn>
                <a:cxn ang="0">
                  <a:pos x="connsiteX4137" y="connsiteY4137"/>
                </a:cxn>
                <a:cxn ang="0">
                  <a:pos x="connsiteX4138" y="connsiteY4138"/>
                </a:cxn>
                <a:cxn ang="0">
                  <a:pos x="connsiteX4139" y="connsiteY4139"/>
                </a:cxn>
                <a:cxn ang="0">
                  <a:pos x="connsiteX4140" y="connsiteY4140"/>
                </a:cxn>
                <a:cxn ang="0">
                  <a:pos x="connsiteX4141" y="connsiteY4141"/>
                </a:cxn>
                <a:cxn ang="0">
                  <a:pos x="connsiteX4142" y="connsiteY4142"/>
                </a:cxn>
                <a:cxn ang="0">
                  <a:pos x="connsiteX4143" y="connsiteY4143"/>
                </a:cxn>
                <a:cxn ang="0">
                  <a:pos x="connsiteX4144" y="connsiteY4144"/>
                </a:cxn>
                <a:cxn ang="0">
                  <a:pos x="connsiteX4145" y="connsiteY4145"/>
                </a:cxn>
                <a:cxn ang="0">
                  <a:pos x="connsiteX4146" y="connsiteY4146"/>
                </a:cxn>
                <a:cxn ang="0">
                  <a:pos x="connsiteX4147" y="connsiteY4147"/>
                </a:cxn>
                <a:cxn ang="0">
                  <a:pos x="connsiteX4148" y="connsiteY4148"/>
                </a:cxn>
                <a:cxn ang="0">
                  <a:pos x="connsiteX4149" y="connsiteY4149"/>
                </a:cxn>
                <a:cxn ang="0">
                  <a:pos x="connsiteX4150" y="connsiteY4150"/>
                </a:cxn>
                <a:cxn ang="0">
                  <a:pos x="connsiteX4151" y="connsiteY4151"/>
                </a:cxn>
                <a:cxn ang="0">
                  <a:pos x="connsiteX4152" y="connsiteY4152"/>
                </a:cxn>
                <a:cxn ang="0">
                  <a:pos x="connsiteX4153" y="connsiteY4153"/>
                </a:cxn>
                <a:cxn ang="0">
                  <a:pos x="connsiteX4154" y="connsiteY4154"/>
                </a:cxn>
                <a:cxn ang="0">
                  <a:pos x="connsiteX4155" y="connsiteY4155"/>
                </a:cxn>
                <a:cxn ang="0">
                  <a:pos x="connsiteX4156" y="connsiteY4156"/>
                </a:cxn>
                <a:cxn ang="0">
                  <a:pos x="connsiteX4157" y="connsiteY4157"/>
                </a:cxn>
                <a:cxn ang="0">
                  <a:pos x="connsiteX4158" y="connsiteY4158"/>
                </a:cxn>
                <a:cxn ang="0">
                  <a:pos x="connsiteX4159" y="connsiteY4159"/>
                </a:cxn>
                <a:cxn ang="0">
                  <a:pos x="connsiteX4160" y="connsiteY4160"/>
                </a:cxn>
                <a:cxn ang="0">
                  <a:pos x="connsiteX4161" y="connsiteY4161"/>
                </a:cxn>
                <a:cxn ang="0">
                  <a:pos x="connsiteX4162" y="connsiteY4162"/>
                </a:cxn>
                <a:cxn ang="0">
                  <a:pos x="connsiteX4163" y="connsiteY4163"/>
                </a:cxn>
                <a:cxn ang="0">
                  <a:pos x="connsiteX4164" y="connsiteY4164"/>
                </a:cxn>
                <a:cxn ang="0">
                  <a:pos x="connsiteX4165" y="connsiteY4165"/>
                </a:cxn>
                <a:cxn ang="0">
                  <a:pos x="connsiteX4166" y="connsiteY4166"/>
                </a:cxn>
                <a:cxn ang="0">
                  <a:pos x="connsiteX4167" y="connsiteY4167"/>
                </a:cxn>
                <a:cxn ang="0">
                  <a:pos x="connsiteX4168" y="connsiteY4168"/>
                </a:cxn>
                <a:cxn ang="0">
                  <a:pos x="connsiteX4169" y="connsiteY4169"/>
                </a:cxn>
                <a:cxn ang="0">
                  <a:pos x="connsiteX4170" y="connsiteY4170"/>
                </a:cxn>
                <a:cxn ang="0">
                  <a:pos x="connsiteX4171" y="connsiteY4171"/>
                </a:cxn>
                <a:cxn ang="0">
                  <a:pos x="connsiteX4172" y="connsiteY4172"/>
                </a:cxn>
                <a:cxn ang="0">
                  <a:pos x="connsiteX4173" y="connsiteY4173"/>
                </a:cxn>
                <a:cxn ang="0">
                  <a:pos x="connsiteX4174" y="connsiteY4174"/>
                </a:cxn>
                <a:cxn ang="0">
                  <a:pos x="connsiteX4175" y="connsiteY4175"/>
                </a:cxn>
                <a:cxn ang="0">
                  <a:pos x="connsiteX4176" y="connsiteY4176"/>
                </a:cxn>
                <a:cxn ang="0">
                  <a:pos x="connsiteX4177" y="connsiteY4177"/>
                </a:cxn>
                <a:cxn ang="0">
                  <a:pos x="connsiteX4178" y="connsiteY4178"/>
                </a:cxn>
                <a:cxn ang="0">
                  <a:pos x="connsiteX4179" y="connsiteY4179"/>
                </a:cxn>
                <a:cxn ang="0">
                  <a:pos x="connsiteX4180" y="connsiteY4180"/>
                </a:cxn>
                <a:cxn ang="0">
                  <a:pos x="connsiteX4181" y="connsiteY4181"/>
                </a:cxn>
                <a:cxn ang="0">
                  <a:pos x="connsiteX4182" y="connsiteY4182"/>
                </a:cxn>
                <a:cxn ang="0">
                  <a:pos x="connsiteX4183" y="connsiteY4183"/>
                </a:cxn>
                <a:cxn ang="0">
                  <a:pos x="connsiteX4184" y="connsiteY4184"/>
                </a:cxn>
                <a:cxn ang="0">
                  <a:pos x="connsiteX4185" y="connsiteY4185"/>
                </a:cxn>
                <a:cxn ang="0">
                  <a:pos x="connsiteX4186" y="connsiteY4186"/>
                </a:cxn>
                <a:cxn ang="0">
                  <a:pos x="connsiteX4187" y="connsiteY4187"/>
                </a:cxn>
                <a:cxn ang="0">
                  <a:pos x="connsiteX4188" y="connsiteY4188"/>
                </a:cxn>
                <a:cxn ang="0">
                  <a:pos x="connsiteX4189" y="connsiteY4189"/>
                </a:cxn>
                <a:cxn ang="0">
                  <a:pos x="connsiteX4190" y="connsiteY4190"/>
                </a:cxn>
                <a:cxn ang="0">
                  <a:pos x="connsiteX4191" y="connsiteY4191"/>
                </a:cxn>
                <a:cxn ang="0">
                  <a:pos x="connsiteX4192" y="connsiteY4192"/>
                </a:cxn>
                <a:cxn ang="0">
                  <a:pos x="connsiteX4193" y="connsiteY4193"/>
                </a:cxn>
                <a:cxn ang="0">
                  <a:pos x="connsiteX4194" y="connsiteY4194"/>
                </a:cxn>
                <a:cxn ang="0">
                  <a:pos x="connsiteX4195" y="connsiteY4195"/>
                </a:cxn>
                <a:cxn ang="0">
                  <a:pos x="connsiteX4196" y="connsiteY4196"/>
                </a:cxn>
                <a:cxn ang="0">
                  <a:pos x="connsiteX4197" y="connsiteY4197"/>
                </a:cxn>
                <a:cxn ang="0">
                  <a:pos x="connsiteX4198" y="connsiteY4198"/>
                </a:cxn>
                <a:cxn ang="0">
                  <a:pos x="connsiteX4199" y="connsiteY4199"/>
                </a:cxn>
                <a:cxn ang="0">
                  <a:pos x="connsiteX4200" y="connsiteY4200"/>
                </a:cxn>
                <a:cxn ang="0">
                  <a:pos x="connsiteX4201" y="connsiteY4201"/>
                </a:cxn>
                <a:cxn ang="0">
                  <a:pos x="connsiteX4202" y="connsiteY4202"/>
                </a:cxn>
                <a:cxn ang="0">
                  <a:pos x="connsiteX4203" y="connsiteY4203"/>
                </a:cxn>
                <a:cxn ang="0">
                  <a:pos x="connsiteX4204" y="connsiteY4204"/>
                </a:cxn>
                <a:cxn ang="0">
                  <a:pos x="connsiteX4205" y="connsiteY4205"/>
                </a:cxn>
                <a:cxn ang="0">
                  <a:pos x="connsiteX4206" y="connsiteY4206"/>
                </a:cxn>
                <a:cxn ang="0">
                  <a:pos x="connsiteX4207" y="connsiteY4207"/>
                </a:cxn>
                <a:cxn ang="0">
                  <a:pos x="connsiteX4208" y="connsiteY4208"/>
                </a:cxn>
                <a:cxn ang="0">
                  <a:pos x="connsiteX4209" y="connsiteY4209"/>
                </a:cxn>
                <a:cxn ang="0">
                  <a:pos x="connsiteX4210" y="connsiteY4210"/>
                </a:cxn>
                <a:cxn ang="0">
                  <a:pos x="connsiteX4211" y="connsiteY4211"/>
                </a:cxn>
                <a:cxn ang="0">
                  <a:pos x="connsiteX4212" y="connsiteY4212"/>
                </a:cxn>
                <a:cxn ang="0">
                  <a:pos x="connsiteX4213" y="connsiteY4213"/>
                </a:cxn>
                <a:cxn ang="0">
                  <a:pos x="connsiteX4214" y="connsiteY4214"/>
                </a:cxn>
                <a:cxn ang="0">
                  <a:pos x="connsiteX4215" y="connsiteY4215"/>
                </a:cxn>
                <a:cxn ang="0">
                  <a:pos x="connsiteX4216" y="connsiteY4216"/>
                </a:cxn>
                <a:cxn ang="0">
                  <a:pos x="connsiteX4217" y="connsiteY4217"/>
                </a:cxn>
                <a:cxn ang="0">
                  <a:pos x="connsiteX4218" y="connsiteY4218"/>
                </a:cxn>
                <a:cxn ang="0">
                  <a:pos x="connsiteX4219" y="connsiteY4219"/>
                </a:cxn>
                <a:cxn ang="0">
                  <a:pos x="connsiteX4220" y="connsiteY4220"/>
                </a:cxn>
                <a:cxn ang="0">
                  <a:pos x="connsiteX4221" y="connsiteY4221"/>
                </a:cxn>
                <a:cxn ang="0">
                  <a:pos x="connsiteX4222" y="connsiteY4222"/>
                </a:cxn>
                <a:cxn ang="0">
                  <a:pos x="connsiteX4223" y="connsiteY4223"/>
                </a:cxn>
                <a:cxn ang="0">
                  <a:pos x="connsiteX4224" y="connsiteY4224"/>
                </a:cxn>
                <a:cxn ang="0">
                  <a:pos x="connsiteX4225" y="connsiteY4225"/>
                </a:cxn>
                <a:cxn ang="0">
                  <a:pos x="connsiteX4226" y="connsiteY4226"/>
                </a:cxn>
                <a:cxn ang="0">
                  <a:pos x="connsiteX4227" y="connsiteY4227"/>
                </a:cxn>
                <a:cxn ang="0">
                  <a:pos x="connsiteX4228" y="connsiteY4228"/>
                </a:cxn>
                <a:cxn ang="0">
                  <a:pos x="connsiteX4229" y="connsiteY4229"/>
                </a:cxn>
                <a:cxn ang="0">
                  <a:pos x="connsiteX4230" y="connsiteY4230"/>
                </a:cxn>
                <a:cxn ang="0">
                  <a:pos x="connsiteX4231" y="connsiteY4231"/>
                </a:cxn>
                <a:cxn ang="0">
                  <a:pos x="connsiteX4232" y="connsiteY4232"/>
                </a:cxn>
                <a:cxn ang="0">
                  <a:pos x="connsiteX4233" y="connsiteY4233"/>
                </a:cxn>
                <a:cxn ang="0">
                  <a:pos x="connsiteX4234" y="connsiteY4234"/>
                </a:cxn>
                <a:cxn ang="0">
                  <a:pos x="connsiteX4235" y="connsiteY4235"/>
                </a:cxn>
                <a:cxn ang="0">
                  <a:pos x="connsiteX4236" y="connsiteY4236"/>
                </a:cxn>
                <a:cxn ang="0">
                  <a:pos x="connsiteX4237" y="connsiteY4237"/>
                </a:cxn>
                <a:cxn ang="0">
                  <a:pos x="connsiteX4238" y="connsiteY4238"/>
                </a:cxn>
                <a:cxn ang="0">
                  <a:pos x="connsiteX4239" y="connsiteY4239"/>
                </a:cxn>
                <a:cxn ang="0">
                  <a:pos x="connsiteX4240" y="connsiteY4240"/>
                </a:cxn>
                <a:cxn ang="0">
                  <a:pos x="connsiteX4241" y="connsiteY4241"/>
                </a:cxn>
                <a:cxn ang="0">
                  <a:pos x="connsiteX4242" y="connsiteY4242"/>
                </a:cxn>
                <a:cxn ang="0">
                  <a:pos x="connsiteX4243" y="connsiteY4243"/>
                </a:cxn>
                <a:cxn ang="0">
                  <a:pos x="connsiteX4244" y="connsiteY4244"/>
                </a:cxn>
                <a:cxn ang="0">
                  <a:pos x="connsiteX4245" y="connsiteY4245"/>
                </a:cxn>
                <a:cxn ang="0">
                  <a:pos x="connsiteX4246" y="connsiteY4246"/>
                </a:cxn>
                <a:cxn ang="0">
                  <a:pos x="connsiteX4247" y="connsiteY4247"/>
                </a:cxn>
                <a:cxn ang="0">
                  <a:pos x="connsiteX4248" y="connsiteY4248"/>
                </a:cxn>
                <a:cxn ang="0">
                  <a:pos x="connsiteX4249" y="connsiteY4249"/>
                </a:cxn>
                <a:cxn ang="0">
                  <a:pos x="connsiteX4250" y="connsiteY4250"/>
                </a:cxn>
                <a:cxn ang="0">
                  <a:pos x="connsiteX4251" y="connsiteY4251"/>
                </a:cxn>
                <a:cxn ang="0">
                  <a:pos x="connsiteX4252" y="connsiteY4252"/>
                </a:cxn>
                <a:cxn ang="0">
                  <a:pos x="connsiteX4253" y="connsiteY4253"/>
                </a:cxn>
                <a:cxn ang="0">
                  <a:pos x="connsiteX4254" y="connsiteY4254"/>
                </a:cxn>
                <a:cxn ang="0">
                  <a:pos x="connsiteX4255" y="connsiteY4255"/>
                </a:cxn>
                <a:cxn ang="0">
                  <a:pos x="connsiteX4256" y="connsiteY4256"/>
                </a:cxn>
                <a:cxn ang="0">
                  <a:pos x="connsiteX4257" y="connsiteY4257"/>
                </a:cxn>
                <a:cxn ang="0">
                  <a:pos x="connsiteX4258" y="connsiteY4258"/>
                </a:cxn>
                <a:cxn ang="0">
                  <a:pos x="connsiteX4259" y="connsiteY4259"/>
                </a:cxn>
                <a:cxn ang="0">
                  <a:pos x="connsiteX4260" y="connsiteY4260"/>
                </a:cxn>
                <a:cxn ang="0">
                  <a:pos x="connsiteX4261" y="connsiteY4261"/>
                </a:cxn>
                <a:cxn ang="0">
                  <a:pos x="connsiteX4262" y="connsiteY4262"/>
                </a:cxn>
                <a:cxn ang="0">
                  <a:pos x="connsiteX4263" y="connsiteY4263"/>
                </a:cxn>
                <a:cxn ang="0">
                  <a:pos x="connsiteX4264" y="connsiteY4264"/>
                </a:cxn>
                <a:cxn ang="0">
                  <a:pos x="connsiteX4265" y="connsiteY4265"/>
                </a:cxn>
                <a:cxn ang="0">
                  <a:pos x="connsiteX4266" y="connsiteY4266"/>
                </a:cxn>
                <a:cxn ang="0">
                  <a:pos x="connsiteX4267" y="connsiteY4267"/>
                </a:cxn>
                <a:cxn ang="0">
                  <a:pos x="connsiteX4268" y="connsiteY4268"/>
                </a:cxn>
                <a:cxn ang="0">
                  <a:pos x="connsiteX4269" y="connsiteY4269"/>
                </a:cxn>
                <a:cxn ang="0">
                  <a:pos x="connsiteX4270" y="connsiteY4270"/>
                </a:cxn>
                <a:cxn ang="0">
                  <a:pos x="connsiteX4271" y="connsiteY4271"/>
                </a:cxn>
                <a:cxn ang="0">
                  <a:pos x="connsiteX4272" y="connsiteY4272"/>
                </a:cxn>
                <a:cxn ang="0">
                  <a:pos x="connsiteX4273" y="connsiteY4273"/>
                </a:cxn>
                <a:cxn ang="0">
                  <a:pos x="connsiteX4274" y="connsiteY4274"/>
                </a:cxn>
                <a:cxn ang="0">
                  <a:pos x="connsiteX4275" y="connsiteY4275"/>
                </a:cxn>
                <a:cxn ang="0">
                  <a:pos x="connsiteX4276" y="connsiteY4276"/>
                </a:cxn>
                <a:cxn ang="0">
                  <a:pos x="connsiteX4277" y="connsiteY4277"/>
                </a:cxn>
                <a:cxn ang="0">
                  <a:pos x="connsiteX4278" y="connsiteY4278"/>
                </a:cxn>
                <a:cxn ang="0">
                  <a:pos x="connsiteX4279" y="connsiteY4279"/>
                </a:cxn>
                <a:cxn ang="0">
                  <a:pos x="connsiteX4280" y="connsiteY4280"/>
                </a:cxn>
                <a:cxn ang="0">
                  <a:pos x="connsiteX4281" y="connsiteY4281"/>
                </a:cxn>
                <a:cxn ang="0">
                  <a:pos x="connsiteX4282" y="connsiteY4282"/>
                </a:cxn>
                <a:cxn ang="0">
                  <a:pos x="connsiteX4283" y="connsiteY4283"/>
                </a:cxn>
                <a:cxn ang="0">
                  <a:pos x="connsiteX4284" y="connsiteY4284"/>
                </a:cxn>
                <a:cxn ang="0">
                  <a:pos x="connsiteX4285" y="connsiteY4285"/>
                </a:cxn>
                <a:cxn ang="0">
                  <a:pos x="connsiteX4286" y="connsiteY4286"/>
                </a:cxn>
                <a:cxn ang="0">
                  <a:pos x="connsiteX4287" y="connsiteY4287"/>
                </a:cxn>
                <a:cxn ang="0">
                  <a:pos x="connsiteX4288" y="connsiteY4288"/>
                </a:cxn>
                <a:cxn ang="0">
                  <a:pos x="connsiteX4289" y="connsiteY4289"/>
                </a:cxn>
                <a:cxn ang="0">
                  <a:pos x="connsiteX4290" y="connsiteY4290"/>
                </a:cxn>
                <a:cxn ang="0">
                  <a:pos x="connsiteX4291" y="connsiteY4291"/>
                </a:cxn>
                <a:cxn ang="0">
                  <a:pos x="connsiteX4292" y="connsiteY4292"/>
                </a:cxn>
                <a:cxn ang="0">
                  <a:pos x="connsiteX4293" y="connsiteY4293"/>
                </a:cxn>
                <a:cxn ang="0">
                  <a:pos x="connsiteX4294" y="connsiteY4294"/>
                </a:cxn>
                <a:cxn ang="0">
                  <a:pos x="connsiteX4295" y="connsiteY4295"/>
                </a:cxn>
                <a:cxn ang="0">
                  <a:pos x="connsiteX4296" y="connsiteY4296"/>
                </a:cxn>
                <a:cxn ang="0">
                  <a:pos x="connsiteX4297" y="connsiteY4297"/>
                </a:cxn>
                <a:cxn ang="0">
                  <a:pos x="connsiteX4298" y="connsiteY4298"/>
                </a:cxn>
                <a:cxn ang="0">
                  <a:pos x="connsiteX4299" y="connsiteY4299"/>
                </a:cxn>
                <a:cxn ang="0">
                  <a:pos x="connsiteX4300" y="connsiteY4300"/>
                </a:cxn>
                <a:cxn ang="0">
                  <a:pos x="connsiteX4301" y="connsiteY4301"/>
                </a:cxn>
                <a:cxn ang="0">
                  <a:pos x="connsiteX4302" y="connsiteY4302"/>
                </a:cxn>
                <a:cxn ang="0">
                  <a:pos x="connsiteX4303" y="connsiteY4303"/>
                </a:cxn>
                <a:cxn ang="0">
                  <a:pos x="connsiteX4304" y="connsiteY4304"/>
                </a:cxn>
                <a:cxn ang="0">
                  <a:pos x="connsiteX4305" y="connsiteY4305"/>
                </a:cxn>
                <a:cxn ang="0">
                  <a:pos x="connsiteX4306" y="connsiteY4306"/>
                </a:cxn>
                <a:cxn ang="0">
                  <a:pos x="connsiteX4307" y="connsiteY4307"/>
                </a:cxn>
                <a:cxn ang="0">
                  <a:pos x="connsiteX4308" y="connsiteY4308"/>
                </a:cxn>
                <a:cxn ang="0">
                  <a:pos x="connsiteX4309" y="connsiteY4309"/>
                </a:cxn>
                <a:cxn ang="0">
                  <a:pos x="connsiteX4310" y="connsiteY4310"/>
                </a:cxn>
                <a:cxn ang="0">
                  <a:pos x="connsiteX4311" y="connsiteY4311"/>
                </a:cxn>
                <a:cxn ang="0">
                  <a:pos x="connsiteX4312" y="connsiteY4312"/>
                </a:cxn>
                <a:cxn ang="0">
                  <a:pos x="connsiteX4313" y="connsiteY4313"/>
                </a:cxn>
                <a:cxn ang="0">
                  <a:pos x="connsiteX4314" y="connsiteY4314"/>
                </a:cxn>
                <a:cxn ang="0">
                  <a:pos x="connsiteX4315" y="connsiteY4315"/>
                </a:cxn>
                <a:cxn ang="0">
                  <a:pos x="connsiteX4316" y="connsiteY4316"/>
                </a:cxn>
                <a:cxn ang="0">
                  <a:pos x="connsiteX4317" y="connsiteY4317"/>
                </a:cxn>
                <a:cxn ang="0">
                  <a:pos x="connsiteX4318" y="connsiteY4318"/>
                </a:cxn>
                <a:cxn ang="0">
                  <a:pos x="connsiteX4319" y="connsiteY4319"/>
                </a:cxn>
                <a:cxn ang="0">
                  <a:pos x="connsiteX4320" y="connsiteY4320"/>
                </a:cxn>
                <a:cxn ang="0">
                  <a:pos x="connsiteX4321" y="connsiteY4321"/>
                </a:cxn>
                <a:cxn ang="0">
                  <a:pos x="connsiteX4322" y="connsiteY4322"/>
                </a:cxn>
                <a:cxn ang="0">
                  <a:pos x="connsiteX4323" y="connsiteY4323"/>
                </a:cxn>
                <a:cxn ang="0">
                  <a:pos x="connsiteX4324" y="connsiteY4324"/>
                </a:cxn>
                <a:cxn ang="0">
                  <a:pos x="connsiteX4325" y="connsiteY4325"/>
                </a:cxn>
                <a:cxn ang="0">
                  <a:pos x="connsiteX4326" y="connsiteY4326"/>
                </a:cxn>
                <a:cxn ang="0">
                  <a:pos x="connsiteX4327" y="connsiteY4327"/>
                </a:cxn>
                <a:cxn ang="0">
                  <a:pos x="connsiteX4328" y="connsiteY4328"/>
                </a:cxn>
                <a:cxn ang="0">
                  <a:pos x="connsiteX4329" y="connsiteY4329"/>
                </a:cxn>
                <a:cxn ang="0">
                  <a:pos x="connsiteX4330" y="connsiteY4330"/>
                </a:cxn>
                <a:cxn ang="0">
                  <a:pos x="connsiteX4331" y="connsiteY4331"/>
                </a:cxn>
                <a:cxn ang="0">
                  <a:pos x="connsiteX4332" y="connsiteY4332"/>
                </a:cxn>
                <a:cxn ang="0">
                  <a:pos x="connsiteX4333" y="connsiteY4333"/>
                </a:cxn>
                <a:cxn ang="0">
                  <a:pos x="connsiteX4334" y="connsiteY4334"/>
                </a:cxn>
                <a:cxn ang="0">
                  <a:pos x="connsiteX4335" y="connsiteY4335"/>
                </a:cxn>
                <a:cxn ang="0">
                  <a:pos x="connsiteX4336" y="connsiteY4336"/>
                </a:cxn>
                <a:cxn ang="0">
                  <a:pos x="connsiteX4337" y="connsiteY4337"/>
                </a:cxn>
                <a:cxn ang="0">
                  <a:pos x="connsiteX4338" y="connsiteY4338"/>
                </a:cxn>
                <a:cxn ang="0">
                  <a:pos x="connsiteX4339" y="connsiteY4339"/>
                </a:cxn>
                <a:cxn ang="0">
                  <a:pos x="connsiteX4340" y="connsiteY4340"/>
                </a:cxn>
                <a:cxn ang="0">
                  <a:pos x="connsiteX4341" y="connsiteY4341"/>
                </a:cxn>
                <a:cxn ang="0">
                  <a:pos x="connsiteX4342" y="connsiteY4342"/>
                </a:cxn>
                <a:cxn ang="0">
                  <a:pos x="connsiteX4343" y="connsiteY4343"/>
                </a:cxn>
                <a:cxn ang="0">
                  <a:pos x="connsiteX4344" y="connsiteY4344"/>
                </a:cxn>
                <a:cxn ang="0">
                  <a:pos x="connsiteX4345" y="connsiteY4345"/>
                </a:cxn>
                <a:cxn ang="0">
                  <a:pos x="connsiteX4346" y="connsiteY4346"/>
                </a:cxn>
                <a:cxn ang="0">
                  <a:pos x="connsiteX4347" y="connsiteY4347"/>
                </a:cxn>
                <a:cxn ang="0">
                  <a:pos x="connsiteX4348" y="connsiteY4348"/>
                </a:cxn>
                <a:cxn ang="0">
                  <a:pos x="connsiteX4349" y="connsiteY4349"/>
                </a:cxn>
                <a:cxn ang="0">
                  <a:pos x="connsiteX4350" y="connsiteY4350"/>
                </a:cxn>
                <a:cxn ang="0">
                  <a:pos x="connsiteX4351" y="connsiteY4351"/>
                </a:cxn>
                <a:cxn ang="0">
                  <a:pos x="connsiteX4352" y="connsiteY4352"/>
                </a:cxn>
                <a:cxn ang="0">
                  <a:pos x="connsiteX4353" y="connsiteY4353"/>
                </a:cxn>
                <a:cxn ang="0">
                  <a:pos x="connsiteX4354" y="connsiteY4354"/>
                </a:cxn>
                <a:cxn ang="0">
                  <a:pos x="connsiteX4355" y="connsiteY4355"/>
                </a:cxn>
                <a:cxn ang="0">
                  <a:pos x="connsiteX4356" y="connsiteY4356"/>
                </a:cxn>
                <a:cxn ang="0">
                  <a:pos x="connsiteX4357" y="connsiteY4357"/>
                </a:cxn>
                <a:cxn ang="0">
                  <a:pos x="connsiteX4358" y="connsiteY4358"/>
                </a:cxn>
                <a:cxn ang="0">
                  <a:pos x="connsiteX4359" y="connsiteY4359"/>
                </a:cxn>
                <a:cxn ang="0">
                  <a:pos x="connsiteX4360" y="connsiteY4360"/>
                </a:cxn>
                <a:cxn ang="0">
                  <a:pos x="connsiteX4361" y="connsiteY4361"/>
                </a:cxn>
                <a:cxn ang="0">
                  <a:pos x="connsiteX4362" y="connsiteY4362"/>
                </a:cxn>
                <a:cxn ang="0">
                  <a:pos x="connsiteX4363" y="connsiteY4363"/>
                </a:cxn>
                <a:cxn ang="0">
                  <a:pos x="connsiteX4364" y="connsiteY4364"/>
                </a:cxn>
                <a:cxn ang="0">
                  <a:pos x="connsiteX4365" y="connsiteY4365"/>
                </a:cxn>
                <a:cxn ang="0">
                  <a:pos x="connsiteX4366" y="connsiteY4366"/>
                </a:cxn>
                <a:cxn ang="0">
                  <a:pos x="connsiteX4367" y="connsiteY4367"/>
                </a:cxn>
                <a:cxn ang="0">
                  <a:pos x="connsiteX4368" y="connsiteY4368"/>
                </a:cxn>
                <a:cxn ang="0">
                  <a:pos x="connsiteX4369" y="connsiteY4369"/>
                </a:cxn>
                <a:cxn ang="0">
                  <a:pos x="connsiteX4370" y="connsiteY4370"/>
                </a:cxn>
                <a:cxn ang="0">
                  <a:pos x="connsiteX4371" y="connsiteY4371"/>
                </a:cxn>
                <a:cxn ang="0">
                  <a:pos x="connsiteX4372" y="connsiteY4372"/>
                </a:cxn>
                <a:cxn ang="0">
                  <a:pos x="connsiteX4373" y="connsiteY4373"/>
                </a:cxn>
                <a:cxn ang="0">
                  <a:pos x="connsiteX4374" y="connsiteY4374"/>
                </a:cxn>
                <a:cxn ang="0">
                  <a:pos x="connsiteX4375" y="connsiteY4375"/>
                </a:cxn>
                <a:cxn ang="0">
                  <a:pos x="connsiteX4376" y="connsiteY4376"/>
                </a:cxn>
                <a:cxn ang="0">
                  <a:pos x="connsiteX4377" y="connsiteY4377"/>
                </a:cxn>
                <a:cxn ang="0">
                  <a:pos x="connsiteX4378" y="connsiteY4378"/>
                </a:cxn>
                <a:cxn ang="0">
                  <a:pos x="connsiteX4379" y="connsiteY4379"/>
                </a:cxn>
                <a:cxn ang="0">
                  <a:pos x="connsiteX4380" y="connsiteY4380"/>
                </a:cxn>
                <a:cxn ang="0">
                  <a:pos x="connsiteX4381" y="connsiteY4381"/>
                </a:cxn>
                <a:cxn ang="0">
                  <a:pos x="connsiteX4382" y="connsiteY4382"/>
                </a:cxn>
                <a:cxn ang="0">
                  <a:pos x="connsiteX4383" y="connsiteY4383"/>
                </a:cxn>
                <a:cxn ang="0">
                  <a:pos x="connsiteX4384" y="connsiteY4384"/>
                </a:cxn>
                <a:cxn ang="0">
                  <a:pos x="connsiteX4385" y="connsiteY4385"/>
                </a:cxn>
                <a:cxn ang="0">
                  <a:pos x="connsiteX4386" y="connsiteY4386"/>
                </a:cxn>
                <a:cxn ang="0">
                  <a:pos x="connsiteX4387" y="connsiteY4387"/>
                </a:cxn>
                <a:cxn ang="0">
                  <a:pos x="connsiteX4388" y="connsiteY4388"/>
                </a:cxn>
                <a:cxn ang="0">
                  <a:pos x="connsiteX4389" y="connsiteY4389"/>
                </a:cxn>
                <a:cxn ang="0">
                  <a:pos x="connsiteX4390" y="connsiteY4390"/>
                </a:cxn>
                <a:cxn ang="0">
                  <a:pos x="connsiteX4391" y="connsiteY4391"/>
                </a:cxn>
                <a:cxn ang="0">
                  <a:pos x="connsiteX4392" y="connsiteY4392"/>
                </a:cxn>
                <a:cxn ang="0">
                  <a:pos x="connsiteX4393" y="connsiteY4393"/>
                </a:cxn>
                <a:cxn ang="0">
                  <a:pos x="connsiteX4394" y="connsiteY4394"/>
                </a:cxn>
                <a:cxn ang="0">
                  <a:pos x="connsiteX4395" y="connsiteY4395"/>
                </a:cxn>
                <a:cxn ang="0">
                  <a:pos x="connsiteX4396" y="connsiteY4396"/>
                </a:cxn>
                <a:cxn ang="0">
                  <a:pos x="connsiteX4397" y="connsiteY4397"/>
                </a:cxn>
                <a:cxn ang="0">
                  <a:pos x="connsiteX4398" y="connsiteY4398"/>
                </a:cxn>
                <a:cxn ang="0">
                  <a:pos x="connsiteX4399" y="connsiteY4399"/>
                </a:cxn>
                <a:cxn ang="0">
                  <a:pos x="connsiteX4400" y="connsiteY4400"/>
                </a:cxn>
                <a:cxn ang="0">
                  <a:pos x="connsiteX4401" y="connsiteY4401"/>
                </a:cxn>
                <a:cxn ang="0">
                  <a:pos x="connsiteX4402" y="connsiteY4402"/>
                </a:cxn>
                <a:cxn ang="0">
                  <a:pos x="connsiteX4403" y="connsiteY4403"/>
                </a:cxn>
                <a:cxn ang="0">
                  <a:pos x="connsiteX4404" y="connsiteY4404"/>
                </a:cxn>
                <a:cxn ang="0">
                  <a:pos x="connsiteX4405" y="connsiteY4405"/>
                </a:cxn>
                <a:cxn ang="0">
                  <a:pos x="connsiteX4406" y="connsiteY4406"/>
                </a:cxn>
                <a:cxn ang="0">
                  <a:pos x="connsiteX4407" y="connsiteY4407"/>
                </a:cxn>
                <a:cxn ang="0">
                  <a:pos x="connsiteX4408" y="connsiteY4408"/>
                </a:cxn>
                <a:cxn ang="0">
                  <a:pos x="connsiteX4409" y="connsiteY4409"/>
                </a:cxn>
                <a:cxn ang="0">
                  <a:pos x="connsiteX4410" y="connsiteY4410"/>
                </a:cxn>
                <a:cxn ang="0">
                  <a:pos x="connsiteX4411" y="connsiteY4411"/>
                </a:cxn>
                <a:cxn ang="0">
                  <a:pos x="connsiteX4412" y="connsiteY4412"/>
                </a:cxn>
                <a:cxn ang="0">
                  <a:pos x="connsiteX4413" y="connsiteY4413"/>
                </a:cxn>
                <a:cxn ang="0">
                  <a:pos x="connsiteX4414" y="connsiteY4414"/>
                </a:cxn>
                <a:cxn ang="0">
                  <a:pos x="connsiteX4415" y="connsiteY4415"/>
                </a:cxn>
                <a:cxn ang="0">
                  <a:pos x="connsiteX4416" y="connsiteY4416"/>
                </a:cxn>
                <a:cxn ang="0">
                  <a:pos x="connsiteX4417" y="connsiteY4417"/>
                </a:cxn>
                <a:cxn ang="0">
                  <a:pos x="connsiteX4418" y="connsiteY4418"/>
                </a:cxn>
                <a:cxn ang="0">
                  <a:pos x="connsiteX4419" y="connsiteY4419"/>
                </a:cxn>
                <a:cxn ang="0">
                  <a:pos x="connsiteX4420" y="connsiteY4420"/>
                </a:cxn>
                <a:cxn ang="0">
                  <a:pos x="connsiteX4421" y="connsiteY4421"/>
                </a:cxn>
                <a:cxn ang="0">
                  <a:pos x="connsiteX4422" y="connsiteY4422"/>
                </a:cxn>
                <a:cxn ang="0">
                  <a:pos x="connsiteX4423" y="connsiteY4423"/>
                </a:cxn>
                <a:cxn ang="0">
                  <a:pos x="connsiteX4424" y="connsiteY4424"/>
                </a:cxn>
                <a:cxn ang="0">
                  <a:pos x="connsiteX4425" y="connsiteY4425"/>
                </a:cxn>
                <a:cxn ang="0">
                  <a:pos x="connsiteX4426" y="connsiteY4426"/>
                </a:cxn>
                <a:cxn ang="0">
                  <a:pos x="connsiteX4427" y="connsiteY4427"/>
                </a:cxn>
                <a:cxn ang="0">
                  <a:pos x="connsiteX4428" y="connsiteY4428"/>
                </a:cxn>
                <a:cxn ang="0">
                  <a:pos x="connsiteX4429" y="connsiteY4429"/>
                </a:cxn>
                <a:cxn ang="0">
                  <a:pos x="connsiteX4430" y="connsiteY4430"/>
                </a:cxn>
                <a:cxn ang="0">
                  <a:pos x="connsiteX4431" y="connsiteY4431"/>
                </a:cxn>
                <a:cxn ang="0">
                  <a:pos x="connsiteX4432" y="connsiteY4432"/>
                </a:cxn>
                <a:cxn ang="0">
                  <a:pos x="connsiteX4433" y="connsiteY4433"/>
                </a:cxn>
                <a:cxn ang="0">
                  <a:pos x="connsiteX4434" y="connsiteY4434"/>
                </a:cxn>
                <a:cxn ang="0">
                  <a:pos x="connsiteX4435" y="connsiteY4435"/>
                </a:cxn>
                <a:cxn ang="0">
                  <a:pos x="connsiteX4436" y="connsiteY4436"/>
                </a:cxn>
                <a:cxn ang="0">
                  <a:pos x="connsiteX4437" y="connsiteY4437"/>
                </a:cxn>
                <a:cxn ang="0">
                  <a:pos x="connsiteX4438" y="connsiteY4438"/>
                </a:cxn>
                <a:cxn ang="0">
                  <a:pos x="connsiteX4439" y="connsiteY4439"/>
                </a:cxn>
                <a:cxn ang="0">
                  <a:pos x="connsiteX4440" y="connsiteY4440"/>
                </a:cxn>
                <a:cxn ang="0">
                  <a:pos x="connsiteX4441" y="connsiteY4441"/>
                </a:cxn>
                <a:cxn ang="0">
                  <a:pos x="connsiteX4442" y="connsiteY4442"/>
                </a:cxn>
                <a:cxn ang="0">
                  <a:pos x="connsiteX4443" y="connsiteY4443"/>
                </a:cxn>
                <a:cxn ang="0">
                  <a:pos x="connsiteX4444" y="connsiteY4444"/>
                </a:cxn>
                <a:cxn ang="0">
                  <a:pos x="connsiteX4445" y="connsiteY4445"/>
                </a:cxn>
                <a:cxn ang="0">
                  <a:pos x="connsiteX4446" y="connsiteY4446"/>
                </a:cxn>
                <a:cxn ang="0">
                  <a:pos x="connsiteX4447" y="connsiteY4447"/>
                </a:cxn>
                <a:cxn ang="0">
                  <a:pos x="connsiteX4448" y="connsiteY4448"/>
                </a:cxn>
                <a:cxn ang="0">
                  <a:pos x="connsiteX4449" y="connsiteY4449"/>
                </a:cxn>
                <a:cxn ang="0">
                  <a:pos x="connsiteX4450" y="connsiteY4450"/>
                </a:cxn>
                <a:cxn ang="0">
                  <a:pos x="connsiteX4451" y="connsiteY4451"/>
                </a:cxn>
                <a:cxn ang="0">
                  <a:pos x="connsiteX4452" y="connsiteY4452"/>
                </a:cxn>
                <a:cxn ang="0">
                  <a:pos x="connsiteX4453" y="connsiteY4453"/>
                </a:cxn>
                <a:cxn ang="0">
                  <a:pos x="connsiteX4454" y="connsiteY4454"/>
                </a:cxn>
                <a:cxn ang="0">
                  <a:pos x="connsiteX4455" y="connsiteY4455"/>
                </a:cxn>
                <a:cxn ang="0">
                  <a:pos x="connsiteX4456" y="connsiteY4456"/>
                </a:cxn>
                <a:cxn ang="0">
                  <a:pos x="connsiteX4457" y="connsiteY4457"/>
                </a:cxn>
                <a:cxn ang="0">
                  <a:pos x="connsiteX4458" y="connsiteY4458"/>
                </a:cxn>
                <a:cxn ang="0">
                  <a:pos x="connsiteX4459" y="connsiteY4459"/>
                </a:cxn>
                <a:cxn ang="0">
                  <a:pos x="connsiteX4460" y="connsiteY4460"/>
                </a:cxn>
                <a:cxn ang="0">
                  <a:pos x="connsiteX4461" y="connsiteY4461"/>
                </a:cxn>
                <a:cxn ang="0">
                  <a:pos x="connsiteX4462" y="connsiteY4462"/>
                </a:cxn>
                <a:cxn ang="0">
                  <a:pos x="connsiteX4463" y="connsiteY4463"/>
                </a:cxn>
                <a:cxn ang="0">
                  <a:pos x="connsiteX4464" y="connsiteY4464"/>
                </a:cxn>
                <a:cxn ang="0">
                  <a:pos x="connsiteX4465" y="connsiteY4465"/>
                </a:cxn>
                <a:cxn ang="0">
                  <a:pos x="connsiteX4466" y="connsiteY4466"/>
                </a:cxn>
                <a:cxn ang="0">
                  <a:pos x="connsiteX4467" y="connsiteY4467"/>
                </a:cxn>
                <a:cxn ang="0">
                  <a:pos x="connsiteX4468" y="connsiteY4468"/>
                </a:cxn>
                <a:cxn ang="0">
                  <a:pos x="connsiteX4469" y="connsiteY4469"/>
                </a:cxn>
                <a:cxn ang="0">
                  <a:pos x="connsiteX4470" y="connsiteY4470"/>
                </a:cxn>
                <a:cxn ang="0">
                  <a:pos x="connsiteX4471" y="connsiteY4471"/>
                </a:cxn>
                <a:cxn ang="0">
                  <a:pos x="connsiteX4472" y="connsiteY4472"/>
                </a:cxn>
                <a:cxn ang="0">
                  <a:pos x="connsiteX4473" y="connsiteY4473"/>
                </a:cxn>
                <a:cxn ang="0">
                  <a:pos x="connsiteX4474" y="connsiteY4474"/>
                </a:cxn>
                <a:cxn ang="0">
                  <a:pos x="connsiteX4475" y="connsiteY4475"/>
                </a:cxn>
                <a:cxn ang="0">
                  <a:pos x="connsiteX4476" y="connsiteY4476"/>
                </a:cxn>
                <a:cxn ang="0">
                  <a:pos x="connsiteX4477" y="connsiteY4477"/>
                </a:cxn>
                <a:cxn ang="0">
                  <a:pos x="connsiteX4478" y="connsiteY4478"/>
                </a:cxn>
                <a:cxn ang="0">
                  <a:pos x="connsiteX4479" y="connsiteY4479"/>
                </a:cxn>
                <a:cxn ang="0">
                  <a:pos x="connsiteX4480" y="connsiteY4480"/>
                </a:cxn>
                <a:cxn ang="0">
                  <a:pos x="connsiteX4481" y="connsiteY4481"/>
                </a:cxn>
                <a:cxn ang="0">
                  <a:pos x="connsiteX4482" y="connsiteY4482"/>
                </a:cxn>
                <a:cxn ang="0">
                  <a:pos x="connsiteX4483" y="connsiteY4483"/>
                </a:cxn>
                <a:cxn ang="0">
                  <a:pos x="connsiteX4484" y="connsiteY4484"/>
                </a:cxn>
                <a:cxn ang="0">
                  <a:pos x="connsiteX4485" y="connsiteY4485"/>
                </a:cxn>
                <a:cxn ang="0">
                  <a:pos x="connsiteX4486" y="connsiteY4486"/>
                </a:cxn>
                <a:cxn ang="0">
                  <a:pos x="connsiteX4487" y="connsiteY4487"/>
                </a:cxn>
                <a:cxn ang="0">
                  <a:pos x="connsiteX4488" y="connsiteY4488"/>
                </a:cxn>
                <a:cxn ang="0">
                  <a:pos x="connsiteX4489" y="connsiteY4489"/>
                </a:cxn>
                <a:cxn ang="0">
                  <a:pos x="connsiteX4490" y="connsiteY4490"/>
                </a:cxn>
                <a:cxn ang="0">
                  <a:pos x="connsiteX4491" y="connsiteY4491"/>
                </a:cxn>
                <a:cxn ang="0">
                  <a:pos x="connsiteX4492" y="connsiteY4492"/>
                </a:cxn>
                <a:cxn ang="0">
                  <a:pos x="connsiteX4493" y="connsiteY4493"/>
                </a:cxn>
                <a:cxn ang="0">
                  <a:pos x="connsiteX4494" y="connsiteY4494"/>
                </a:cxn>
                <a:cxn ang="0">
                  <a:pos x="connsiteX4495" y="connsiteY4495"/>
                </a:cxn>
                <a:cxn ang="0">
                  <a:pos x="connsiteX4496" y="connsiteY4496"/>
                </a:cxn>
                <a:cxn ang="0">
                  <a:pos x="connsiteX4497" y="connsiteY4497"/>
                </a:cxn>
                <a:cxn ang="0">
                  <a:pos x="connsiteX4498" y="connsiteY4498"/>
                </a:cxn>
                <a:cxn ang="0">
                  <a:pos x="connsiteX4499" y="connsiteY4499"/>
                </a:cxn>
                <a:cxn ang="0">
                  <a:pos x="connsiteX4500" y="connsiteY4500"/>
                </a:cxn>
                <a:cxn ang="0">
                  <a:pos x="connsiteX4501" y="connsiteY4501"/>
                </a:cxn>
                <a:cxn ang="0">
                  <a:pos x="connsiteX4502" y="connsiteY4502"/>
                </a:cxn>
                <a:cxn ang="0">
                  <a:pos x="connsiteX4503" y="connsiteY4503"/>
                </a:cxn>
                <a:cxn ang="0">
                  <a:pos x="connsiteX4504" y="connsiteY4504"/>
                </a:cxn>
                <a:cxn ang="0">
                  <a:pos x="connsiteX4505" y="connsiteY4505"/>
                </a:cxn>
                <a:cxn ang="0">
                  <a:pos x="connsiteX4506" y="connsiteY4506"/>
                </a:cxn>
                <a:cxn ang="0">
                  <a:pos x="connsiteX4507" y="connsiteY4507"/>
                </a:cxn>
                <a:cxn ang="0">
                  <a:pos x="connsiteX4508" y="connsiteY4508"/>
                </a:cxn>
                <a:cxn ang="0">
                  <a:pos x="connsiteX4509" y="connsiteY4509"/>
                </a:cxn>
                <a:cxn ang="0">
                  <a:pos x="connsiteX4510" y="connsiteY4510"/>
                </a:cxn>
                <a:cxn ang="0">
                  <a:pos x="connsiteX4511" y="connsiteY4511"/>
                </a:cxn>
                <a:cxn ang="0">
                  <a:pos x="connsiteX4512" y="connsiteY4512"/>
                </a:cxn>
                <a:cxn ang="0">
                  <a:pos x="connsiteX4513" y="connsiteY4513"/>
                </a:cxn>
                <a:cxn ang="0">
                  <a:pos x="connsiteX4514" y="connsiteY4514"/>
                </a:cxn>
                <a:cxn ang="0">
                  <a:pos x="connsiteX4515" y="connsiteY4515"/>
                </a:cxn>
                <a:cxn ang="0">
                  <a:pos x="connsiteX4516" y="connsiteY4516"/>
                </a:cxn>
                <a:cxn ang="0">
                  <a:pos x="connsiteX4517" y="connsiteY4517"/>
                </a:cxn>
                <a:cxn ang="0">
                  <a:pos x="connsiteX4518" y="connsiteY4518"/>
                </a:cxn>
                <a:cxn ang="0">
                  <a:pos x="connsiteX4519" y="connsiteY4519"/>
                </a:cxn>
                <a:cxn ang="0">
                  <a:pos x="connsiteX4520" y="connsiteY4520"/>
                </a:cxn>
                <a:cxn ang="0">
                  <a:pos x="connsiteX4521" y="connsiteY4521"/>
                </a:cxn>
                <a:cxn ang="0">
                  <a:pos x="connsiteX4522" y="connsiteY4522"/>
                </a:cxn>
                <a:cxn ang="0">
                  <a:pos x="connsiteX4523" y="connsiteY4523"/>
                </a:cxn>
                <a:cxn ang="0">
                  <a:pos x="connsiteX4524" y="connsiteY4524"/>
                </a:cxn>
                <a:cxn ang="0">
                  <a:pos x="connsiteX4525" y="connsiteY4525"/>
                </a:cxn>
                <a:cxn ang="0">
                  <a:pos x="connsiteX4526" y="connsiteY4526"/>
                </a:cxn>
                <a:cxn ang="0">
                  <a:pos x="connsiteX4527" y="connsiteY4527"/>
                </a:cxn>
                <a:cxn ang="0">
                  <a:pos x="connsiteX4528" y="connsiteY4528"/>
                </a:cxn>
                <a:cxn ang="0">
                  <a:pos x="connsiteX4529" y="connsiteY4529"/>
                </a:cxn>
                <a:cxn ang="0">
                  <a:pos x="connsiteX4530" y="connsiteY4530"/>
                </a:cxn>
                <a:cxn ang="0">
                  <a:pos x="connsiteX4531" y="connsiteY4531"/>
                </a:cxn>
                <a:cxn ang="0">
                  <a:pos x="connsiteX4532" y="connsiteY4532"/>
                </a:cxn>
                <a:cxn ang="0">
                  <a:pos x="connsiteX4533" y="connsiteY4533"/>
                </a:cxn>
                <a:cxn ang="0">
                  <a:pos x="connsiteX4534" y="connsiteY4534"/>
                </a:cxn>
                <a:cxn ang="0">
                  <a:pos x="connsiteX4535" y="connsiteY4535"/>
                </a:cxn>
                <a:cxn ang="0">
                  <a:pos x="connsiteX4536" y="connsiteY4536"/>
                </a:cxn>
                <a:cxn ang="0">
                  <a:pos x="connsiteX4537" y="connsiteY4537"/>
                </a:cxn>
                <a:cxn ang="0">
                  <a:pos x="connsiteX4538" y="connsiteY4538"/>
                </a:cxn>
                <a:cxn ang="0">
                  <a:pos x="connsiteX4539" y="connsiteY4539"/>
                </a:cxn>
                <a:cxn ang="0">
                  <a:pos x="connsiteX4540" y="connsiteY4540"/>
                </a:cxn>
                <a:cxn ang="0">
                  <a:pos x="connsiteX4541" y="connsiteY4541"/>
                </a:cxn>
                <a:cxn ang="0">
                  <a:pos x="connsiteX4542" y="connsiteY4542"/>
                </a:cxn>
                <a:cxn ang="0">
                  <a:pos x="connsiteX4543" y="connsiteY4543"/>
                </a:cxn>
                <a:cxn ang="0">
                  <a:pos x="connsiteX4544" y="connsiteY4544"/>
                </a:cxn>
                <a:cxn ang="0">
                  <a:pos x="connsiteX4545" y="connsiteY4545"/>
                </a:cxn>
                <a:cxn ang="0">
                  <a:pos x="connsiteX4546" y="connsiteY4546"/>
                </a:cxn>
                <a:cxn ang="0">
                  <a:pos x="connsiteX4547" y="connsiteY4547"/>
                </a:cxn>
                <a:cxn ang="0">
                  <a:pos x="connsiteX4548" y="connsiteY4548"/>
                </a:cxn>
                <a:cxn ang="0">
                  <a:pos x="connsiteX4549" y="connsiteY4549"/>
                </a:cxn>
                <a:cxn ang="0">
                  <a:pos x="connsiteX4550" y="connsiteY4550"/>
                </a:cxn>
                <a:cxn ang="0">
                  <a:pos x="connsiteX4551" y="connsiteY4551"/>
                </a:cxn>
                <a:cxn ang="0">
                  <a:pos x="connsiteX4552" y="connsiteY4552"/>
                </a:cxn>
                <a:cxn ang="0">
                  <a:pos x="connsiteX4553" y="connsiteY4553"/>
                </a:cxn>
                <a:cxn ang="0">
                  <a:pos x="connsiteX4554" y="connsiteY4554"/>
                </a:cxn>
                <a:cxn ang="0">
                  <a:pos x="connsiteX4555" y="connsiteY4555"/>
                </a:cxn>
                <a:cxn ang="0">
                  <a:pos x="connsiteX4556" y="connsiteY4556"/>
                </a:cxn>
                <a:cxn ang="0">
                  <a:pos x="connsiteX4557" y="connsiteY4557"/>
                </a:cxn>
                <a:cxn ang="0">
                  <a:pos x="connsiteX4558" y="connsiteY4558"/>
                </a:cxn>
                <a:cxn ang="0">
                  <a:pos x="connsiteX4559" y="connsiteY4559"/>
                </a:cxn>
                <a:cxn ang="0">
                  <a:pos x="connsiteX4560" y="connsiteY4560"/>
                </a:cxn>
                <a:cxn ang="0">
                  <a:pos x="connsiteX4561" y="connsiteY4561"/>
                </a:cxn>
                <a:cxn ang="0">
                  <a:pos x="connsiteX4562" y="connsiteY4562"/>
                </a:cxn>
                <a:cxn ang="0">
                  <a:pos x="connsiteX4563" y="connsiteY4563"/>
                </a:cxn>
                <a:cxn ang="0">
                  <a:pos x="connsiteX4564" y="connsiteY4564"/>
                </a:cxn>
                <a:cxn ang="0">
                  <a:pos x="connsiteX4565" y="connsiteY4565"/>
                </a:cxn>
                <a:cxn ang="0">
                  <a:pos x="connsiteX4566" y="connsiteY4566"/>
                </a:cxn>
                <a:cxn ang="0">
                  <a:pos x="connsiteX4567" y="connsiteY4567"/>
                </a:cxn>
                <a:cxn ang="0">
                  <a:pos x="connsiteX4568" y="connsiteY4568"/>
                </a:cxn>
                <a:cxn ang="0">
                  <a:pos x="connsiteX4569" y="connsiteY4569"/>
                </a:cxn>
                <a:cxn ang="0">
                  <a:pos x="connsiteX4570" y="connsiteY4570"/>
                </a:cxn>
                <a:cxn ang="0">
                  <a:pos x="connsiteX4571" y="connsiteY4571"/>
                </a:cxn>
                <a:cxn ang="0">
                  <a:pos x="connsiteX4572" y="connsiteY4572"/>
                </a:cxn>
                <a:cxn ang="0">
                  <a:pos x="connsiteX4573" y="connsiteY4573"/>
                </a:cxn>
                <a:cxn ang="0">
                  <a:pos x="connsiteX4574" y="connsiteY4574"/>
                </a:cxn>
                <a:cxn ang="0">
                  <a:pos x="connsiteX4575" y="connsiteY4575"/>
                </a:cxn>
                <a:cxn ang="0">
                  <a:pos x="connsiteX4576" y="connsiteY4576"/>
                </a:cxn>
                <a:cxn ang="0">
                  <a:pos x="connsiteX4577" y="connsiteY4577"/>
                </a:cxn>
                <a:cxn ang="0">
                  <a:pos x="connsiteX4578" y="connsiteY4578"/>
                </a:cxn>
                <a:cxn ang="0">
                  <a:pos x="connsiteX4579" y="connsiteY4579"/>
                </a:cxn>
                <a:cxn ang="0">
                  <a:pos x="connsiteX4580" y="connsiteY4580"/>
                </a:cxn>
                <a:cxn ang="0">
                  <a:pos x="connsiteX4581" y="connsiteY4581"/>
                </a:cxn>
                <a:cxn ang="0">
                  <a:pos x="connsiteX4582" y="connsiteY4582"/>
                </a:cxn>
                <a:cxn ang="0">
                  <a:pos x="connsiteX4583" y="connsiteY4583"/>
                </a:cxn>
                <a:cxn ang="0">
                  <a:pos x="connsiteX4584" y="connsiteY4584"/>
                </a:cxn>
                <a:cxn ang="0">
                  <a:pos x="connsiteX4585" y="connsiteY4585"/>
                </a:cxn>
                <a:cxn ang="0">
                  <a:pos x="connsiteX4586" y="connsiteY4586"/>
                </a:cxn>
                <a:cxn ang="0">
                  <a:pos x="connsiteX4587" y="connsiteY4587"/>
                </a:cxn>
                <a:cxn ang="0">
                  <a:pos x="connsiteX4588" y="connsiteY4588"/>
                </a:cxn>
                <a:cxn ang="0">
                  <a:pos x="connsiteX4589" y="connsiteY4589"/>
                </a:cxn>
                <a:cxn ang="0">
                  <a:pos x="connsiteX4590" y="connsiteY4590"/>
                </a:cxn>
                <a:cxn ang="0">
                  <a:pos x="connsiteX4591" y="connsiteY4591"/>
                </a:cxn>
                <a:cxn ang="0">
                  <a:pos x="connsiteX4592" y="connsiteY4592"/>
                </a:cxn>
                <a:cxn ang="0">
                  <a:pos x="connsiteX4593" y="connsiteY4593"/>
                </a:cxn>
                <a:cxn ang="0">
                  <a:pos x="connsiteX4594" y="connsiteY4594"/>
                </a:cxn>
                <a:cxn ang="0">
                  <a:pos x="connsiteX4595" y="connsiteY4595"/>
                </a:cxn>
                <a:cxn ang="0">
                  <a:pos x="connsiteX4596" y="connsiteY4596"/>
                </a:cxn>
                <a:cxn ang="0">
                  <a:pos x="connsiteX4597" y="connsiteY4597"/>
                </a:cxn>
                <a:cxn ang="0">
                  <a:pos x="connsiteX4598" y="connsiteY4598"/>
                </a:cxn>
                <a:cxn ang="0">
                  <a:pos x="connsiteX4599" y="connsiteY4599"/>
                </a:cxn>
                <a:cxn ang="0">
                  <a:pos x="connsiteX4600" y="connsiteY4600"/>
                </a:cxn>
                <a:cxn ang="0">
                  <a:pos x="connsiteX4601" y="connsiteY4601"/>
                </a:cxn>
                <a:cxn ang="0">
                  <a:pos x="connsiteX4602" y="connsiteY4602"/>
                </a:cxn>
                <a:cxn ang="0">
                  <a:pos x="connsiteX4603" y="connsiteY4603"/>
                </a:cxn>
                <a:cxn ang="0">
                  <a:pos x="connsiteX4604" y="connsiteY4604"/>
                </a:cxn>
                <a:cxn ang="0">
                  <a:pos x="connsiteX4605" y="connsiteY4605"/>
                </a:cxn>
                <a:cxn ang="0">
                  <a:pos x="connsiteX4606" y="connsiteY4606"/>
                </a:cxn>
                <a:cxn ang="0">
                  <a:pos x="connsiteX4607" y="connsiteY4607"/>
                </a:cxn>
                <a:cxn ang="0">
                  <a:pos x="connsiteX4608" y="connsiteY4608"/>
                </a:cxn>
                <a:cxn ang="0">
                  <a:pos x="connsiteX4609" y="connsiteY4609"/>
                </a:cxn>
                <a:cxn ang="0">
                  <a:pos x="connsiteX4610" y="connsiteY4610"/>
                </a:cxn>
                <a:cxn ang="0">
                  <a:pos x="connsiteX4611" y="connsiteY4611"/>
                </a:cxn>
                <a:cxn ang="0">
                  <a:pos x="connsiteX4612" y="connsiteY4612"/>
                </a:cxn>
                <a:cxn ang="0">
                  <a:pos x="connsiteX4613" y="connsiteY4613"/>
                </a:cxn>
                <a:cxn ang="0">
                  <a:pos x="connsiteX4614" y="connsiteY4614"/>
                </a:cxn>
                <a:cxn ang="0">
                  <a:pos x="connsiteX4615" y="connsiteY4615"/>
                </a:cxn>
                <a:cxn ang="0">
                  <a:pos x="connsiteX4616" y="connsiteY4616"/>
                </a:cxn>
                <a:cxn ang="0">
                  <a:pos x="connsiteX4617" y="connsiteY4617"/>
                </a:cxn>
                <a:cxn ang="0">
                  <a:pos x="connsiteX4618" y="connsiteY4618"/>
                </a:cxn>
                <a:cxn ang="0">
                  <a:pos x="connsiteX4619" y="connsiteY4619"/>
                </a:cxn>
                <a:cxn ang="0">
                  <a:pos x="connsiteX4620" y="connsiteY4620"/>
                </a:cxn>
                <a:cxn ang="0">
                  <a:pos x="connsiteX4621" y="connsiteY4621"/>
                </a:cxn>
                <a:cxn ang="0">
                  <a:pos x="connsiteX4622" y="connsiteY4622"/>
                </a:cxn>
                <a:cxn ang="0">
                  <a:pos x="connsiteX4623" y="connsiteY4623"/>
                </a:cxn>
                <a:cxn ang="0">
                  <a:pos x="connsiteX4624" y="connsiteY4624"/>
                </a:cxn>
                <a:cxn ang="0">
                  <a:pos x="connsiteX4625" y="connsiteY4625"/>
                </a:cxn>
                <a:cxn ang="0">
                  <a:pos x="connsiteX4626" y="connsiteY4626"/>
                </a:cxn>
                <a:cxn ang="0">
                  <a:pos x="connsiteX4627" y="connsiteY4627"/>
                </a:cxn>
                <a:cxn ang="0">
                  <a:pos x="connsiteX4628" y="connsiteY4628"/>
                </a:cxn>
                <a:cxn ang="0">
                  <a:pos x="connsiteX4629" y="connsiteY4629"/>
                </a:cxn>
                <a:cxn ang="0">
                  <a:pos x="connsiteX4630" y="connsiteY4630"/>
                </a:cxn>
                <a:cxn ang="0">
                  <a:pos x="connsiteX4631" y="connsiteY4631"/>
                </a:cxn>
                <a:cxn ang="0">
                  <a:pos x="connsiteX4632" y="connsiteY4632"/>
                </a:cxn>
                <a:cxn ang="0">
                  <a:pos x="connsiteX4633" y="connsiteY4633"/>
                </a:cxn>
                <a:cxn ang="0">
                  <a:pos x="connsiteX4634" y="connsiteY4634"/>
                </a:cxn>
                <a:cxn ang="0">
                  <a:pos x="connsiteX4635" y="connsiteY4635"/>
                </a:cxn>
                <a:cxn ang="0">
                  <a:pos x="connsiteX4636" y="connsiteY4636"/>
                </a:cxn>
                <a:cxn ang="0">
                  <a:pos x="connsiteX4637" y="connsiteY4637"/>
                </a:cxn>
                <a:cxn ang="0">
                  <a:pos x="connsiteX4638" y="connsiteY4638"/>
                </a:cxn>
                <a:cxn ang="0">
                  <a:pos x="connsiteX4639" y="connsiteY4639"/>
                </a:cxn>
                <a:cxn ang="0">
                  <a:pos x="connsiteX4640" y="connsiteY4640"/>
                </a:cxn>
                <a:cxn ang="0">
                  <a:pos x="connsiteX4641" y="connsiteY4641"/>
                </a:cxn>
                <a:cxn ang="0">
                  <a:pos x="connsiteX4642" y="connsiteY4642"/>
                </a:cxn>
                <a:cxn ang="0">
                  <a:pos x="connsiteX4643" y="connsiteY4643"/>
                </a:cxn>
                <a:cxn ang="0">
                  <a:pos x="connsiteX4644" y="connsiteY4644"/>
                </a:cxn>
                <a:cxn ang="0">
                  <a:pos x="connsiteX4645" y="connsiteY4645"/>
                </a:cxn>
                <a:cxn ang="0">
                  <a:pos x="connsiteX4646" y="connsiteY4646"/>
                </a:cxn>
                <a:cxn ang="0">
                  <a:pos x="connsiteX4647" y="connsiteY4647"/>
                </a:cxn>
                <a:cxn ang="0">
                  <a:pos x="connsiteX4648" y="connsiteY4648"/>
                </a:cxn>
                <a:cxn ang="0">
                  <a:pos x="connsiteX4649" y="connsiteY4649"/>
                </a:cxn>
                <a:cxn ang="0">
                  <a:pos x="connsiteX4650" y="connsiteY4650"/>
                </a:cxn>
                <a:cxn ang="0">
                  <a:pos x="connsiteX4651" y="connsiteY4651"/>
                </a:cxn>
                <a:cxn ang="0">
                  <a:pos x="connsiteX4652" y="connsiteY4652"/>
                </a:cxn>
                <a:cxn ang="0">
                  <a:pos x="connsiteX4653" y="connsiteY4653"/>
                </a:cxn>
                <a:cxn ang="0">
                  <a:pos x="connsiteX4654" y="connsiteY4654"/>
                </a:cxn>
                <a:cxn ang="0">
                  <a:pos x="connsiteX4655" y="connsiteY4655"/>
                </a:cxn>
                <a:cxn ang="0">
                  <a:pos x="connsiteX4656" y="connsiteY4656"/>
                </a:cxn>
                <a:cxn ang="0">
                  <a:pos x="connsiteX4657" y="connsiteY4657"/>
                </a:cxn>
                <a:cxn ang="0">
                  <a:pos x="connsiteX4658" y="connsiteY4658"/>
                </a:cxn>
                <a:cxn ang="0">
                  <a:pos x="connsiteX4659" y="connsiteY4659"/>
                </a:cxn>
                <a:cxn ang="0">
                  <a:pos x="connsiteX4660" y="connsiteY4660"/>
                </a:cxn>
                <a:cxn ang="0">
                  <a:pos x="connsiteX4661" y="connsiteY4661"/>
                </a:cxn>
                <a:cxn ang="0">
                  <a:pos x="connsiteX4662" y="connsiteY4662"/>
                </a:cxn>
                <a:cxn ang="0">
                  <a:pos x="connsiteX4663" y="connsiteY4663"/>
                </a:cxn>
                <a:cxn ang="0">
                  <a:pos x="connsiteX4664" y="connsiteY4664"/>
                </a:cxn>
                <a:cxn ang="0">
                  <a:pos x="connsiteX4665" y="connsiteY4665"/>
                </a:cxn>
                <a:cxn ang="0">
                  <a:pos x="connsiteX4666" y="connsiteY4666"/>
                </a:cxn>
                <a:cxn ang="0">
                  <a:pos x="connsiteX4667" y="connsiteY4667"/>
                </a:cxn>
                <a:cxn ang="0">
                  <a:pos x="connsiteX4668" y="connsiteY4668"/>
                </a:cxn>
                <a:cxn ang="0">
                  <a:pos x="connsiteX4669" y="connsiteY4669"/>
                </a:cxn>
                <a:cxn ang="0">
                  <a:pos x="connsiteX4670" y="connsiteY4670"/>
                </a:cxn>
                <a:cxn ang="0">
                  <a:pos x="connsiteX4671" y="connsiteY4671"/>
                </a:cxn>
                <a:cxn ang="0">
                  <a:pos x="connsiteX4672" y="connsiteY4672"/>
                </a:cxn>
                <a:cxn ang="0">
                  <a:pos x="connsiteX4673" y="connsiteY4673"/>
                </a:cxn>
                <a:cxn ang="0">
                  <a:pos x="connsiteX4674" y="connsiteY4674"/>
                </a:cxn>
                <a:cxn ang="0">
                  <a:pos x="connsiteX4675" y="connsiteY4675"/>
                </a:cxn>
                <a:cxn ang="0">
                  <a:pos x="connsiteX4676" y="connsiteY4676"/>
                </a:cxn>
                <a:cxn ang="0">
                  <a:pos x="connsiteX4677" y="connsiteY4677"/>
                </a:cxn>
                <a:cxn ang="0">
                  <a:pos x="connsiteX4678" y="connsiteY4678"/>
                </a:cxn>
                <a:cxn ang="0">
                  <a:pos x="connsiteX4679" y="connsiteY4679"/>
                </a:cxn>
                <a:cxn ang="0">
                  <a:pos x="connsiteX4680" y="connsiteY4680"/>
                </a:cxn>
                <a:cxn ang="0">
                  <a:pos x="connsiteX4681" y="connsiteY4681"/>
                </a:cxn>
                <a:cxn ang="0">
                  <a:pos x="connsiteX4682" y="connsiteY4682"/>
                </a:cxn>
                <a:cxn ang="0">
                  <a:pos x="connsiteX4683" y="connsiteY4683"/>
                </a:cxn>
                <a:cxn ang="0">
                  <a:pos x="connsiteX4684" y="connsiteY4684"/>
                </a:cxn>
                <a:cxn ang="0">
                  <a:pos x="connsiteX4685" y="connsiteY4685"/>
                </a:cxn>
                <a:cxn ang="0">
                  <a:pos x="connsiteX4686" y="connsiteY4686"/>
                </a:cxn>
                <a:cxn ang="0">
                  <a:pos x="connsiteX4687" y="connsiteY4687"/>
                </a:cxn>
                <a:cxn ang="0">
                  <a:pos x="connsiteX4688" y="connsiteY4688"/>
                </a:cxn>
                <a:cxn ang="0">
                  <a:pos x="connsiteX4689" y="connsiteY4689"/>
                </a:cxn>
                <a:cxn ang="0">
                  <a:pos x="connsiteX4690" y="connsiteY4690"/>
                </a:cxn>
                <a:cxn ang="0">
                  <a:pos x="connsiteX4691" y="connsiteY4691"/>
                </a:cxn>
                <a:cxn ang="0">
                  <a:pos x="connsiteX4692" y="connsiteY4692"/>
                </a:cxn>
                <a:cxn ang="0">
                  <a:pos x="connsiteX4693" y="connsiteY4693"/>
                </a:cxn>
                <a:cxn ang="0">
                  <a:pos x="connsiteX4694" y="connsiteY4694"/>
                </a:cxn>
                <a:cxn ang="0">
                  <a:pos x="connsiteX4695" y="connsiteY4695"/>
                </a:cxn>
                <a:cxn ang="0">
                  <a:pos x="connsiteX4696" y="connsiteY4696"/>
                </a:cxn>
                <a:cxn ang="0">
                  <a:pos x="connsiteX4697" y="connsiteY4697"/>
                </a:cxn>
                <a:cxn ang="0">
                  <a:pos x="connsiteX4698" y="connsiteY4698"/>
                </a:cxn>
                <a:cxn ang="0">
                  <a:pos x="connsiteX4699" y="connsiteY4699"/>
                </a:cxn>
                <a:cxn ang="0">
                  <a:pos x="connsiteX4700" y="connsiteY4700"/>
                </a:cxn>
                <a:cxn ang="0">
                  <a:pos x="connsiteX4701" y="connsiteY4701"/>
                </a:cxn>
                <a:cxn ang="0">
                  <a:pos x="connsiteX4702" y="connsiteY4702"/>
                </a:cxn>
                <a:cxn ang="0">
                  <a:pos x="connsiteX4703" y="connsiteY4703"/>
                </a:cxn>
                <a:cxn ang="0">
                  <a:pos x="connsiteX4704" y="connsiteY4704"/>
                </a:cxn>
                <a:cxn ang="0">
                  <a:pos x="connsiteX4705" y="connsiteY4705"/>
                </a:cxn>
                <a:cxn ang="0">
                  <a:pos x="connsiteX4706" y="connsiteY4706"/>
                </a:cxn>
                <a:cxn ang="0">
                  <a:pos x="connsiteX4707" y="connsiteY4707"/>
                </a:cxn>
                <a:cxn ang="0">
                  <a:pos x="connsiteX4708" y="connsiteY4708"/>
                </a:cxn>
                <a:cxn ang="0">
                  <a:pos x="connsiteX4709" y="connsiteY4709"/>
                </a:cxn>
                <a:cxn ang="0">
                  <a:pos x="connsiteX4710" y="connsiteY4710"/>
                </a:cxn>
                <a:cxn ang="0">
                  <a:pos x="connsiteX4711" y="connsiteY4711"/>
                </a:cxn>
                <a:cxn ang="0">
                  <a:pos x="connsiteX4712" y="connsiteY4712"/>
                </a:cxn>
                <a:cxn ang="0">
                  <a:pos x="connsiteX4713" y="connsiteY4713"/>
                </a:cxn>
                <a:cxn ang="0">
                  <a:pos x="connsiteX4714" y="connsiteY4714"/>
                </a:cxn>
                <a:cxn ang="0">
                  <a:pos x="connsiteX4715" y="connsiteY4715"/>
                </a:cxn>
                <a:cxn ang="0">
                  <a:pos x="connsiteX4716" y="connsiteY4716"/>
                </a:cxn>
                <a:cxn ang="0">
                  <a:pos x="connsiteX4717" y="connsiteY4717"/>
                </a:cxn>
                <a:cxn ang="0">
                  <a:pos x="connsiteX4718" y="connsiteY4718"/>
                </a:cxn>
                <a:cxn ang="0">
                  <a:pos x="connsiteX4719" y="connsiteY4719"/>
                </a:cxn>
                <a:cxn ang="0">
                  <a:pos x="connsiteX4720" y="connsiteY4720"/>
                </a:cxn>
                <a:cxn ang="0">
                  <a:pos x="connsiteX4721" y="connsiteY4721"/>
                </a:cxn>
                <a:cxn ang="0">
                  <a:pos x="connsiteX4722" y="connsiteY4722"/>
                </a:cxn>
                <a:cxn ang="0">
                  <a:pos x="connsiteX4723" y="connsiteY4723"/>
                </a:cxn>
                <a:cxn ang="0">
                  <a:pos x="connsiteX4724" y="connsiteY4724"/>
                </a:cxn>
                <a:cxn ang="0">
                  <a:pos x="connsiteX4725" y="connsiteY4725"/>
                </a:cxn>
                <a:cxn ang="0">
                  <a:pos x="connsiteX4726" y="connsiteY4726"/>
                </a:cxn>
                <a:cxn ang="0">
                  <a:pos x="connsiteX4727" y="connsiteY4727"/>
                </a:cxn>
                <a:cxn ang="0">
                  <a:pos x="connsiteX4728" y="connsiteY4728"/>
                </a:cxn>
                <a:cxn ang="0">
                  <a:pos x="connsiteX4729" y="connsiteY4729"/>
                </a:cxn>
                <a:cxn ang="0">
                  <a:pos x="connsiteX4730" y="connsiteY4730"/>
                </a:cxn>
                <a:cxn ang="0">
                  <a:pos x="connsiteX4731" y="connsiteY4731"/>
                </a:cxn>
                <a:cxn ang="0">
                  <a:pos x="connsiteX4732" y="connsiteY4732"/>
                </a:cxn>
                <a:cxn ang="0">
                  <a:pos x="connsiteX4733" y="connsiteY4733"/>
                </a:cxn>
                <a:cxn ang="0">
                  <a:pos x="connsiteX4734" y="connsiteY4734"/>
                </a:cxn>
                <a:cxn ang="0">
                  <a:pos x="connsiteX4735" y="connsiteY4735"/>
                </a:cxn>
                <a:cxn ang="0">
                  <a:pos x="connsiteX4736" y="connsiteY4736"/>
                </a:cxn>
                <a:cxn ang="0">
                  <a:pos x="connsiteX4737" y="connsiteY4737"/>
                </a:cxn>
                <a:cxn ang="0">
                  <a:pos x="connsiteX4738" y="connsiteY4738"/>
                </a:cxn>
                <a:cxn ang="0">
                  <a:pos x="connsiteX4739" y="connsiteY4739"/>
                </a:cxn>
                <a:cxn ang="0">
                  <a:pos x="connsiteX4740" y="connsiteY4740"/>
                </a:cxn>
                <a:cxn ang="0">
                  <a:pos x="connsiteX4741" y="connsiteY4741"/>
                </a:cxn>
                <a:cxn ang="0">
                  <a:pos x="connsiteX4742" y="connsiteY4742"/>
                </a:cxn>
                <a:cxn ang="0">
                  <a:pos x="connsiteX4743" y="connsiteY4743"/>
                </a:cxn>
                <a:cxn ang="0">
                  <a:pos x="connsiteX4744" y="connsiteY4744"/>
                </a:cxn>
                <a:cxn ang="0">
                  <a:pos x="connsiteX4745" y="connsiteY4745"/>
                </a:cxn>
                <a:cxn ang="0">
                  <a:pos x="connsiteX4746" y="connsiteY4746"/>
                </a:cxn>
                <a:cxn ang="0">
                  <a:pos x="connsiteX4747" y="connsiteY4747"/>
                </a:cxn>
                <a:cxn ang="0">
                  <a:pos x="connsiteX4748" y="connsiteY4748"/>
                </a:cxn>
                <a:cxn ang="0">
                  <a:pos x="connsiteX4749" y="connsiteY4749"/>
                </a:cxn>
                <a:cxn ang="0">
                  <a:pos x="connsiteX4750" y="connsiteY4750"/>
                </a:cxn>
                <a:cxn ang="0">
                  <a:pos x="connsiteX4751" y="connsiteY4751"/>
                </a:cxn>
                <a:cxn ang="0">
                  <a:pos x="connsiteX4752" y="connsiteY4752"/>
                </a:cxn>
                <a:cxn ang="0">
                  <a:pos x="connsiteX4753" y="connsiteY4753"/>
                </a:cxn>
                <a:cxn ang="0">
                  <a:pos x="connsiteX4754" y="connsiteY4754"/>
                </a:cxn>
                <a:cxn ang="0">
                  <a:pos x="connsiteX4755" y="connsiteY4755"/>
                </a:cxn>
                <a:cxn ang="0">
                  <a:pos x="connsiteX4756" y="connsiteY4756"/>
                </a:cxn>
                <a:cxn ang="0">
                  <a:pos x="connsiteX4757" y="connsiteY4757"/>
                </a:cxn>
                <a:cxn ang="0">
                  <a:pos x="connsiteX4758" y="connsiteY4758"/>
                </a:cxn>
                <a:cxn ang="0">
                  <a:pos x="connsiteX4759" y="connsiteY4759"/>
                </a:cxn>
                <a:cxn ang="0">
                  <a:pos x="connsiteX4760" y="connsiteY4760"/>
                </a:cxn>
                <a:cxn ang="0">
                  <a:pos x="connsiteX4761" y="connsiteY4761"/>
                </a:cxn>
                <a:cxn ang="0">
                  <a:pos x="connsiteX4762" y="connsiteY4762"/>
                </a:cxn>
                <a:cxn ang="0">
                  <a:pos x="connsiteX4763" y="connsiteY4763"/>
                </a:cxn>
                <a:cxn ang="0">
                  <a:pos x="connsiteX4764" y="connsiteY4764"/>
                </a:cxn>
                <a:cxn ang="0">
                  <a:pos x="connsiteX4765" y="connsiteY4765"/>
                </a:cxn>
                <a:cxn ang="0">
                  <a:pos x="connsiteX4766" y="connsiteY4766"/>
                </a:cxn>
                <a:cxn ang="0">
                  <a:pos x="connsiteX4767" y="connsiteY4767"/>
                </a:cxn>
                <a:cxn ang="0">
                  <a:pos x="connsiteX4768" y="connsiteY4768"/>
                </a:cxn>
                <a:cxn ang="0">
                  <a:pos x="connsiteX4769" y="connsiteY4769"/>
                </a:cxn>
                <a:cxn ang="0">
                  <a:pos x="connsiteX4770" y="connsiteY4770"/>
                </a:cxn>
                <a:cxn ang="0">
                  <a:pos x="connsiteX4771" y="connsiteY4771"/>
                </a:cxn>
                <a:cxn ang="0">
                  <a:pos x="connsiteX4772" y="connsiteY4772"/>
                </a:cxn>
                <a:cxn ang="0">
                  <a:pos x="connsiteX4773" y="connsiteY4773"/>
                </a:cxn>
                <a:cxn ang="0">
                  <a:pos x="connsiteX4774" y="connsiteY4774"/>
                </a:cxn>
                <a:cxn ang="0">
                  <a:pos x="connsiteX4775" y="connsiteY4775"/>
                </a:cxn>
                <a:cxn ang="0">
                  <a:pos x="connsiteX4776" y="connsiteY4776"/>
                </a:cxn>
                <a:cxn ang="0">
                  <a:pos x="connsiteX4777" y="connsiteY4777"/>
                </a:cxn>
                <a:cxn ang="0">
                  <a:pos x="connsiteX4778" y="connsiteY4778"/>
                </a:cxn>
                <a:cxn ang="0">
                  <a:pos x="connsiteX4779" y="connsiteY4779"/>
                </a:cxn>
                <a:cxn ang="0">
                  <a:pos x="connsiteX4780" y="connsiteY4780"/>
                </a:cxn>
                <a:cxn ang="0">
                  <a:pos x="connsiteX4781" y="connsiteY4781"/>
                </a:cxn>
                <a:cxn ang="0">
                  <a:pos x="connsiteX4782" y="connsiteY4782"/>
                </a:cxn>
                <a:cxn ang="0">
                  <a:pos x="connsiteX4783" y="connsiteY4783"/>
                </a:cxn>
                <a:cxn ang="0">
                  <a:pos x="connsiteX4784" y="connsiteY4784"/>
                </a:cxn>
                <a:cxn ang="0">
                  <a:pos x="connsiteX4785" y="connsiteY4785"/>
                </a:cxn>
                <a:cxn ang="0">
                  <a:pos x="connsiteX4786" y="connsiteY4786"/>
                </a:cxn>
                <a:cxn ang="0">
                  <a:pos x="connsiteX4787" y="connsiteY4787"/>
                </a:cxn>
                <a:cxn ang="0">
                  <a:pos x="connsiteX4788" y="connsiteY4788"/>
                </a:cxn>
                <a:cxn ang="0">
                  <a:pos x="connsiteX4789" y="connsiteY4789"/>
                </a:cxn>
                <a:cxn ang="0">
                  <a:pos x="connsiteX4790" y="connsiteY4790"/>
                </a:cxn>
                <a:cxn ang="0">
                  <a:pos x="connsiteX4791" y="connsiteY4791"/>
                </a:cxn>
                <a:cxn ang="0">
                  <a:pos x="connsiteX4792" y="connsiteY4792"/>
                </a:cxn>
                <a:cxn ang="0">
                  <a:pos x="connsiteX4793" y="connsiteY4793"/>
                </a:cxn>
                <a:cxn ang="0">
                  <a:pos x="connsiteX4794" y="connsiteY4794"/>
                </a:cxn>
                <a:cxn ang="0">
                  <a:pos x="connsiteX4795" y="connsiteY4795"/>
                </a:cxn>
                <a:cxn ang="0">
                  <a:pos x="connsiteX4796" y="connsiteY4796"/>
                </a:cxn>
                <a:cxn ang="0">
                  <a:pos x="connsiteX4797" y="connsiteY4797"/>
                </a:cxn>
                <a:cxn ang="0">
                  <a:pos x="connsiteX4798" y="connsiteY4798"/>
                </a:cxn>
                <a:cxn ang="0">
                  <a:pos x="connsiteX4799" y="connsiteY4799"/>
                </a:cxn>
                <a:cxn ang="0">
                  <a:pos x="connsiteX4800" y="connsiteY4800"/>
                </a:cxn>
                <a:cxn ang="0">
                  <a:pos x="connsiteX4801" y="connsiteY4801"/>
                </a:cxn>
                <a:cxn ang="0">
                  <a:pos x="connsiteX4802" y="connsiteY4802"/>
                </a:cxn>
                <a:cxn ang="0">
                  <a:pos x="connsiteX4803" y="connsiteY4803"/>
                </a:cxn>
                <a:cxn ang="0">
                  <a:pos x="connsiteX4804" y="connsiteY4804"/>
                </a:cxn>
                <a:cxn ang="0">
                  <a:pos x="connsiteX4805" y="connsiteY4805"/>
                </a:cxn>
                <a:cxn ang="0">
                  <a:pos x="connsiteX4806" y="connsiteY4806"/>
                </a:cxn>
                <a:cxn ang="0">
                  <a:pos x="connsiteX4807" y="connsiteY4807"/>
                </a:cxn>
                <a:cxn ang="0">
                  <a:pos x="connsiteX4808" y="connsiteY4808"/>
                </a:cxn>
                <a:cxn ang="0">
                  <a:pos x="connsiteX4809" y="connsiteY4809"/>
                </a:cxn>
                <a:cxn ang="0">
                  <a:pos x="connsiteX4810" y="connsiteY4810"/>
                </a:cxn>
                <a:cxn ang="0">
                  <a:pos x="connsiteX4811" y="connsiteY4811"/>
                </a:cxn>
                <a:cxn ang="0">
                  <a:pos x="connsiteX4812" y="connsiteY4812"/>
                </a:cxn>
                <a:cxn ang="0">
                  <a:pos x="connsiteX4813" y="connsiteY4813"/>
                </a:cxn>
                <a:cxn ang="0">
                  <a:pos x="connsiteX4814" y="connsiteY4814"/>
                </a:cxn>
                <a:cxn ang="0">
                  <a:pos x="connsiteX4815" y="connsiteY4815"/>
                </a:cxn>
                <a:cxn ang="0">
                  <a:pos x="connsiteX4816" y="connsiteY4816"/>
                </a:cxn>
                <a:cxn ang="0">
                  <a:pos x="connsiteX4817" y="connsiteY4817"/>
                </a:cxn>
                <a:cxn ang="0">
                  <a:pos x="connsiteX4818" y="connsiteY4818"/>
                </a:cxn>
                <a:cxn ang="0">
                  <a:pos x="connsiteX4819" y="connsiteY4819"/>
                </a:cxn>
                <a:cxn ang="0">
                  <a:pos x="connsiteX4820" y="connsiteY4820"/>
                </a:cxn>
                <a:cxn ang="0">
                  <a:pos x="connsiteX4821" y="connsiteY4821"/>
                </a:cxn>
                <a:cxn ang="0">
                  <a:pos x="connsiteX4822" y="connsiteY4822"/>
                </a:cxn>
                <a:cxn ang="0">
                  <a:pos x="connsiteX4823" y="connsiteY4823"/>
                </a:cxn>
                <a:cxn ang="0">
                  <a:pos x="connsiteX4824" y="connsiteY4824"/>
                </a:cxn>
                <a:cxn ang="0">
                  <a:pos x="connsiteX4825" y="connsiteY4825"/>
                </a:cxn>
                <a:cxn ang="0">
                  <a:pos x="connsiteX4826" y="connsiteY4826"/>
                </a:cxn>
                <a:cxn ang="0">
                  <a:pos x="connsiteX4827" y="connsiteY4827"/>
                </a:cxn>
                <a:cxn ang="0">
                  <a:pos x="connsiteX4828" y="connsiteY4828"/>
                </a:cxn>
                <a:cxn ang="0">
                  <a:pos x="connsiteX4829" y="connsiteY4829"/>
                </a:cxn>
                <a:cxn ang="0">
                  <a:pos x="connsiteX4830" y="connsiteY4830"/>
                </a:cxn>
                <a:cxn ang="0">
                  <a:pos x="connsiteX4831" y="connsiteY4831"/>
                </a:cxn>
                <a:cxn ang="0">
                  <a:pos x="connsiteX4832" y="connsiteY4832"/>
                </a:cxn>
                <a:cxn ang="0">
                  <a:pos x="connsiteX4833" y="connsiteY4833"/>
                </a:cxn>
                <a:cxn ang="0">
                  <a:pos x="connsiteX4834" y="connsiteY4834"/>
                </a:cxn>
                <a:cxn ang="0">
                  <a:pos x="connsiteX4835" y="connsiteY4835"/>
                </a:cxn>
                <a:cxn ang="0">
                  <a:pos x="connsiteX4836" y="connsiteY4836"/>
                </a:cxn>
                <a:cxn ang="0">
                  <a:pos x="connsiteX4837" y="connsiteY4837"/>
                </a:cxn>
                <a:cxn ang="0">
                  <a:pos x="connsiteX4838" y="connsiteY4838"/>
                </a:cxn>
                <a:cxn ang="0">
                  <a:pos x="connsiteX4839" y="connsiteY4839"/>
                </a:cxn>
                <a:cxn ang="0">
                  <a:pos x="connsiteX4840" y="connsiteY4840"/>
                </a:cxn>
                <a:cxn ang="0">
                  <a:pos x="connsiteX4841" y="connsiteY4841"/>
                </a:cxn>
                <a:cxn ang="0">
                  <a:pos x="connsiteX4842" y="connsiteY4842"/>
                </a:cxn>
                <a:cxn ang="0">
                  <a:pos x="connsiteX4843" y="connsiteY4843"/>
                </a:cxn>
                <a:cxn ang="0">
                  <a:pos x="connsiteX4844" y="connsiteY4844"/>
                </a:cxn>
                <a:cxn ang="0">
                  <a:pos x="connsiteX4845" y="connsiteY4845"/>
                </a:cxn>
                <a:cxn ang="0">
                  <a:pos x="connsiteX4846" y="connsiteY4846"/>
                </a:cxn>
                <a:cxn ang="0">
                  <a:pos x="connsiteX4847" y="connsiteY4847"/>
                </a:cxn>
                <a:cxn ang="0">
                  <a:pos x="connsiteX4848" y="connsiteY4848"/>
                </a:cxn>
                <a:cxn ang="0">
                  <a:pos x="connsiteX4849" y="connsiteY4849"/>
                </a:cxn>
                <a:cxn ang="0">
                  <a:pos x="connsiteX4850" y="connsiteY4850"/>
                </a:cxn>
                <a:cxn ang="0">
                  <a:pos x="connsiteX4851" y="connsiteY4851"/>
                </a:cxn>
                <a:cxn ang="0">
                  <a:pos x="connsiteX4852" y="connsiteY4852"/>
                </a:cxn>
                <a:cxn ang="0">
                  <a:pos x="connsiteX4853" y="connsiteY4853"/>
                </a:cxn>
                <a:cxn ang="0">
                  <a:pos x="connsiteX4854" y="connsiteY4854"/>
                </a:cxn>
                <a:cxn ang="0">
                  <a:pos x="connsiteX4855" y="connsiteY4855"/>
                </a:cxn>
                <a:cxn ang="0">
                  <a:pos x="connsiteX4856" y="connsiteY4856"/>
                </a:cxn>
                <a:cxn ang="0">
                  <a:pos x="connsiteX4857" y="connsiteY4857"/>
                </a:cxn>
                <a:cxn ang="0">
                  <a:pos x="connsiteX4858" y="connsiteY4858"/>
                </a:cxn>
                <a:cxn ang="0">
                  <a:pos x="connsiteX4859" y="connsiteY4859"/>
                </a:cxn>
                <a:cxn ang="0">
                  <a:pos x="connsiteX4860" y="connsiteY4860"/>
                </a:cxn>
                <a:cxn ang="0">
                  <a:pos x="connsiteX4861" y="connsiteY4861"/>
                </a:cxn>
                <a:cxn ang="0">
                  <a:pos x="connsiteX4862" y="connsiteY4862"/>
                </a:cxn>
                <a:cxn ang="0">
                  <a:pos x="connsiteX4863" y="connsiteY4863"/>
                </a:cxn>
                <a:cxn ang="0">
                  <a:pos x="connsiteX4864" y="connsiteY4864"/>
                </a:cxn>
                <a:cxn ang="0">
                  <a:pos x="connsiteX4865" y="connsiteY4865"/>
                </a:cxn>
                <a:cxn ang="0">
                  <a:pos x="connsiteX4866" y="connsiteY4866"/>
                </a:cxn>
                <a:cxn ang="0">
                  <a:pos x="connsiteX4867" y="connsiteY4867"/>
                </a:cxn>
                <a:cxn ang="0">
                  <a:pos x="connsiteX4868" y="connsiteY4868"/>
                </a:cxn>
                <a:cxn ang="0">
                  <a:pos x="connsiteX4869" y="connsiteY4869"/>
                </a:cxn>
                <a:cxn ang="0">
                  <a:pos x="connsiteX4870" y="connsiteY4870"/>
                </a:cxn>
                <a:cxn ang="0">
                  <a:pos x="connsiteX4871" y="connsiteY4871"/>
                </a:cxn>
                <a:cxn ang="0">
                  <a:pos x="connsiteX4872" y="connsiteY4872"/>
                </a:cxn>
                <a:cxn ang="0">
                  <a:pos x="connsiteX4873" y="connsiteY4873"/>
                </a:cxn>
                <a:cxn ang="0">
                  <a:pos x="connsiteX4874" y="connsiteY4874"/>
                </a:cxn>
                <a:cxn ang="0">
                  <a:pos x="connsiteX4875" y="connsiteY4875"/>
                </a:cxn>
                <a:cxn ang="0">
                  <a:pos x="connsiteX4876" y="connsiteY4876"/>
                </a:cxn>
                <a:cxn ang="0">
                  <a:pos x="connsiteX4877" y="connsiteY4877"/>
                </a:cxn>
                <a:cxn ang="0">
                  <a:pos x="connsiteX4878" y="connsiteY4878"/>
                </a:cxn>
                <a:cxn ang="0">
                  <a:pos x="connsiteX4879" y="connsiteY4879"/>
                </a:cxn>
                <a:cxn ang="0">
                  <a:pos x="connsiteX4880" y="connsiteY4880"/>
                </a:cxn>
                <a:cxn ang="0">
                  <a:pos x="connsiteX4881" y="connsiteY4881"/>
                </a:cxn>
                <a:cxn ang="0">
                  <a:pos x="connsiteX4882" y="connsiteY4882"/>
                </a:cxn>
                <a:cxn ang="0">
                  <a:pos x="connsiteX4883" y="connsiteY4883"/>
                </a:cxn>
                <a:cxn ang="0">
                  <a:pos x="connsiteX4884" y="connsiteY4884"/>
                </a:cxn>
                <a:cxn ang="0">
                  <a:pos x="connsiteX4885" y="connsiteY4885"/>
                </a:cxn>
                <a:cxn ang="0">
                  <a:pos x="connsiteX4886" y="connsiteY4886"/>
                </a:cxn>
                <a:cxn ang="0">
                  <a:pos x="connsiteX4887" y="connsiteY4887"/>
                </a:cxn>
                <a:cxn ang="0">
                  <a:pos x="connsiteX4888" y="connsiteY4888"/>
                </a:cxn>
                <a:cxn ang="0">
                  <a:pos x="connsiteX4889" y="connsiteY4889"/>
                </a:cxn>
                <a:cxn ang="0">
                  <a:pos x="connsiteX4890" y="connsiteY4890"/>
                </a:cxn>
                <a:cxn ang="0">
                  <a:pos x="connsiteX4891" y="connsiteY4891"/>
                </a:cxn>
                <a:cxn ang="0">
                  <a:pos x="connsiteX4892" y="connsiteY4892"/>
                </a:cxn>
                <a:cxn ang="0">
                  <a:pos x="connsiteX4893" y="connsiteY4893"/>
                </a:cxn>
                <a:cxn ang="0">
                  <a:pos x="connsiteX4894" y="connsiteY4894"/>
                </a:cxn>
                <a:cxn ang="0">
                  <a:pos x="connsiteX4895" y="connsiteY4895"/>
                </a:cxn>
                <a:cxn ang="0">
                  <a:pos x="connsiteX4896" y="connsiteY4896"/>
                </a:cxn>
                <a:cxn ang="0">
                  <a:pos x="connsiteX4897" y="connsiteY4897"/>
                </a:cxn>
                <a:cxn ang="0">
                  <a:pos x="connsiteX4898" y="connsiteY4898"/>
                </a:cxn>
                <a:cxn ang="0">
                  <a:pos x="connsiteX4899" y="connsiteY4899"/>
                </a:cxn>
                <a:cxn ang="0">
                  <a:pos x="connsiteX4900" y="connsiteY4900"/>
                </a:cxn>
                <a:cxn ang="0">
                  <a:pos x="connsiteX4901" y="connsiteY4901"/>
                </a:cxn>
                <a:cxn ang="0">
                  <a:pos x="connsiteX4902" y="connsiteY4902"/>
                </a:cxn>
                <a:cxn ang="0">
                  <a:pos x="connsiteX4903" y="connsiteY4903"/>
                </a:cxn>
                <a:cxn ang="0">
                  <a:pos x="connsiteX4904" y="connsiteY4904"/>
                </a:cxn>
                <a:cxn ang="0">
                  <a:pos x="connsiteX4905" y="connsiteY4905"/>
                </a:cxn>
                <a:cxn ang="0">
                  <a:pos x="connsiteX4906" y="connsiteY4906"/>
                </a:cxn>
                <a:cxn ang="0">
                  <a:pos x="connsiteX4907" y="connsiteY4907"/>
                </a:cxn>
                <a:cxn ang="0">
                  <a:pos x="connsiteX4908" y="connsiteY4908"/>
                </a:cxn>
                <a:cxn ang="0">
                  <a:pos x="connsiteX4909" y="connsiteY4909"/>
                </a:cxn>
                <a:cxn ang="0">
                  <a:pos x="connsiteX4910" y="connsiteY4910"/>
                </a:cxn>
                <a:cxn ang="0">
                  <a:pos x="connsiteX4911" y="connsiteY4911"/>
                </a:cxn>
                <a:cxn ang="0">
                  <a:pos x="connsiteX4912" y="connsiteY4912"/>
                </a:cxn>
                <a:cxn ang="0">
                  <a:pos x="connsiteX4913" y="connsiteY4913"/>
                </a:cxn>
                <a:cxn ang="0">
                  <a:pos x="connsiteX4914" y="connsiteY4914"/>
                </a:cxn>
                <a:cxn ang="0">
                  <a:pos x="connsiteX4915" y="connsiteY4915"/>
                </a:cxn>
                <a:cxn ang="0">
                  <a:pos x="connsiteX4916" y="connsiteY4916"/>
                </a:cxn>
                <a:cxn ang="0">
                  <a:pos x="connsiteX4917" y="connsiteY4917"/>
                </a:cxn>
                <a:cxn ang="0">
                  <a:pos x="connsiteX4918" y="connsiteY4918"/>
                </a:cxn>
                <a:cxn ang="0">
                  <a:pos x="connsiteX4919" y="connsiteY4919"/>
                </a:cxn>
                <a:cxn ang="0">
                  <a:pos x="connsiteX4920" y="connsiteY4920"/>
                </a:cxn>
                <a:cxn ang="0">
                  <a:pos x="connsiteX4921" y="connsiteY4921"/>
                </a:cxn>
                <a:cxn ang="0">
                  <a:pos x="connsiteX4922" y="connsiteY4922"/>
                </a:cxn>
                <a:cxn ang="0">
                  <a:pos x="connsiteX4923" y="connsiteY4923"/>
                </a:cxn>
                <a:cxn ang="0">
                  <a:pos x="connsiteX4924" y="connsiteY4924"/>
                </a:cxn>
                <a:cxn ang="0">
                  <a:pos x="connsiteX4925" y="connsiteY4925"/>
                </a:cxn>
                <a:cxn ang="0">
                  <a:pos x="connsiteX4926" y="connsiteY4926"/>
                </a:cxn>
                <a:cxn ang="0">
                  <a:pos x="connsiteX4927" y="connsiteY4927"/>
                </a:cxn>
                <a:cxn ang="0">
                  <a:pos x="connsiteX4928" y="connsiteY4928"/>
                </a:cxn>
                <a:cxn ang="0">
                  <a:pos x="connsiteX4929" y="connsiteY4929"/>
                </a:cxn>
                <a:cxn ang="0">
                  <a:pos x="connsiteX4930" y="connsiteY4930"/>
                </a:cxn>
                <a:cxn ang="0">
                  <a:pos x="connsiteX4931" y="connsiteY4931"/>
                </a:cxn>
                <a:cxn ang="0">
                  <a:pos x="connsiteX4932" y="connsiteY4932"/>
                </a:cxn>
                <a:cxn ang="0">
                  <a:pos x="connsiteX4933" y="connsiteY4933"/>
                </a:cxn>
                <a:cxn ang="0">
                  <a:pos x="connsiteX4934" y="connsiteY4934"/>
                </a:cxn>
                <a:cxn ang="0">
                  <a:pos x="connsiteX4935" y="connsiteY4935"/>
                </a:cxn>
                <a:cxn ang="0">
                  <a:pos x="connsiteX4936" y="connsiteY4936"/>
                </a:cxn>
                <a:cxn ang="0">
                  <a:pos x="connsiteX4937" y="connsiteY4937"/>
                </a:cxn>
                <a:cxn ang="0">
                  <a:pos x="connsiteX4938" y="connsiteY4938"/>
                </a:cxn>
                <a:cxn ang="0">
                  <a:pos x="connsiteX4939" y="connsiteY4939"/>
                </a:cxn>
                <a:cxn ang="0">
                  <a:pos x="connsiteX4940" y="connsiteY4940"/>
                </a:cxn>
                <a:cxn ang="0">
                  <a:pos x="connsiteX4941" y="connsiteY4941"/>
                </a:cxn>
                <a:cxn ang="0">
                  <a:pos x="connsiteX4942" y="connsiteY4942"/>
                </a:cxn>
                <a:cxn ang="0">
                  <a:pos x="connsiteX4943" y="connsiteY4943"/>
                </a:cxn>
                <a:cxn ang="0">
                  <a:pos x="connsiteX4944" y="connsiteY4944"/>
                </a:cxn>
                <a:cxn ang="0">
                  <a:pos x="connsiteX4945" y="connsiteY4945"/>
                </a:cxn>
                <a:cxn ang="0">
                  <a:pos x="connsiteX4946" y="connsiteY4946"/>
                </a:cxn>
                <a:cxn ang="0">
                  <a:pos x="connsiteX4947" y="connsiteY4947"/>
                </a:cxn>
                <a:cxn ang="0">
                  <a:pos x="connsiteX4948" y="connsiteY4948"/>
                </a:cxn>
                <a:cxn ang="0">
                  <a:pos x="connsiteX4949" y="connsiteY4949"/>
                </a:cxn>
                <a:cxn ang="0">
                  <a:pos x="connsiteX4950" y="connsiteY4950"/>
                </a:cxn>
                <a:cxn ang="0">
                  <a:pos x="connsiteX4951" y="connsiteY4951"/>
                </a:cxn>
                <a:cxn ang="0">
                  <a:pos x="connsiteX4952" y="connsiteY4952"/>
                </a:cxn>
                <a:cxn ang="0">
                  <a:pos x="connsiteX4953" y="connsiteY4953"/>
                </a:cxn>
                <a:cxn ang="0">
                  <a:pos x="connsiteX4954" y="connsiteY4954"/>
                </a:cxn>
                <a:cxn ang="0">
                  <a:pos x="connsiteX4955" y="connsiteY4955"/>
                </a:cxn>
                <a:cxn ang="0">
                  <a:pos x="connsiteX4956" y="connsiteY4956"/>
                </a:cxn>
                <a:cxn ang="0">
                  <a:pos x="connsiteX4957" y="connsiteY4957"/>
                </a:cxn>
                <a:cxn ang="0">
                  <a:pos x="connsiteX4958" y="connsiteY4958"/>
                </a:cxn>
                <a:cxn ang="0">
                  <a:pos x="connsiteX4959" y="connsiteY4959"/>
                </a:cxn>
                <a:cxn ang="0">
                  <a:pos x="connsiteX4960" y="connsiteY4960"/>
                </a:cxn>
                <a:cxn ang="0">
                  <a:pos x="connsiteX4961" y="connsiteY4961"/>
                </a:cxn>
                <a:cxn ang="0">
                  <a:pos x="connsiteX4962" y="connsiteY4962"/>
                </a:cxn>
                <a:cxn ang="0">
                  <a:pos x="connsiteX4963" y="connsiteY4963"/>
                </a:cxn>
                <a:cxn ang="0">
                  <a:pos x="connsiteX4964" y="connsiteY4964"/>
                </a:cxn>
                <a:cxn ang="0">
                  <a:pos x="connsiteX4965" y="connsiteY4965"/>
                </a:cxn>
                <a:cxn ang="0">
                  <a:pos x="connsiteX4966" y="connsiteY4966"/>
                </a:cxn>
                <a:cxn ang="0">
                  <a:pos x="connsiteX4967" y="connsiteY4967"/>
                </a:cxn>
                <a:cxn ang="0">
                  <a:pos x="connsiteX4968" y="connsiteY4968"/>
                </a:cxn>
                <a:cxn ang="0">
                  <a:pos x="connsiteX4969" y="connsiteY4969"/>
                </a:cxn>
                <a:cxn ang="0">
                  <a:pos x="connsiteX4970" y="connsiteY4970"/>
                </a:cxn>
                <a:cxn ang="0">
                  <a:pos x="connsiteX4971" y="connsiteY4971"/>
                </a:cxn>
                <a:cxn ang="0">
                  <a:pos x="connsiteX4972" y="connsiteY4972"/>
                </a:cxn>
                <a:cxn ang="0">
                  <a:pos x="connsiteX4973" y="connsiteY4973"/>
                </a:cxn>
                <a:cxn ang="0">
                  <a:pos x="connsiteX4974" y="connsiteY4974"/>
                </a:cxn>
                <a:cxn ang="0">
                  <a:pos x="connsiteX4975" y="connsiteY4975"/>
                </a:cxn>
                <a:cxn ang="0">
                  <a:pos x="connsiteX4976" y="connsiteY4976"/>
                </a:cxn>
                <a:cxn ang="0">
                  <a:pos x="connsiteX4977" y="connsiteY4977"/>
                </a:cxn>
                <a:cxn ang="0">
                  <a:pos x="connsiteX4978" y="connsiteY4978"/>
                </a:cxn>
                <a:cxn ang="0">
                  <a:pos x="connsiteX4979" y="connsiteY4979"/>
                </a:cxn>
                <a:cxn ang="0">
                  <a:pos x="connsiteX4980" y="connsiteY4980"/>
                </a:cxn>
                <a:cxn ang="0">
                  <a:pos x="connsiteX4981" y="connsiteY4981"/>
                </a:cxn>
                <a:cxn ang="0">
                  <a:pos x="connsiteX4982" y="connsiteY4982"/>
                </a:cxn>
                <a:cxn ang="0">
                  <a:pos x="connsiteX4983" y="connsiteY4983"/>
                </a:cxn>
                <a:cxn ang="0">
                  <a:pos x="connsiteX4984" y="connsiteY4984"/>
                </a:cxn>
                <a:cxn ang="0">
                  <a:pos x="connsiteX4985" y="connsiteY4985"/>
                </a:cxn>
                <a:cxn ang="0">
                  <a:pos x="connsiteX4986" y="connsiteY4986"/>
                </a:cxn>
                <a:cxn ang="0">
                  <a:pos x="connsiteX4987" y="connsiteY4987"/>
                </a:cxn>
                <a:cxn ang="0">
                  <a:pos x="connsiteX4988" y="connsiteY4988"/>
                </a:cxn>
                <a:cxn ang="0">
                  <a:pos x="connsiteX4989" y="connsiteY4989"/>
                </a:cxn>
                <a:cxn ang="0">
                  <a:pos x="connsiteX4990" y="connsiteY4990"/>
                </a:cxn>
                <a:cxn ang="0">
                  <a:pos x="connsiteX4991" y="connsiteY4991"/>
                </a:cxn>
                <a:cxn ang="0">
                  <a:pos x="connsiteX4992" y="connsiteY4992"/>
                </a:cxn>
                <a:cxn ang="0">
                  <a:pos x="connsiteX4993" y="connsiteY4993"/>
                </a:cxn>
                <a:cxn ang="0">
                  <a:pos x="connsiteX4994" y="connsiteY4994"/>
                </a:cxn>
                <a:cxn ang="0">
                  <a:pos x="connsiteX4995" y="connsiteY4995"/>
                </a:cxn>
                <a:cxn ang="0">
                  <a:pos x="connsiteX4996" y="connsiteY4996"/>
                </a:cxn>
                <a:cxn ang="0">
                  <a:pos x="connsiteX4997" y="connsiteY4997"/>
                </a:cxn>
                <a:cxn ang="0">
                  <a:pos x="connsiteX4998" y="connsiteY4998"/>
                </a:cxn>
                <a:cxn ang="0">
                  <a:pos x="connsiteX4999" y="connsiteY4999"/>
                </a:cxn>
                <a:cxn ang="0">
                  <a:pos x="connsiteX5000" y="connsiteY5000"/>
                </a:cxn>
                <a:cxn ang="0">
                  <a:pos x="connsiteX5001" y="connsiteY5001"/>
                </a:cxn>
                <a:cxn ang="0">
                  <a:pos x="connsiteX5002" y="connsiteY5002"/>
                </a:cxn>
                <a:cxn ang="0">
                  <a:pos x="connsiteX5003" y="connsiteY5003"/>
                </a:cxn>
                <a:cxn ang="0">
                  <a:pos x="connsiteX5004" y="connsiteY5004"/>
                </a:cxn>
                <a:cxn ang="0">
                  <a:pos x="connsiteX5005" y="connsiteY5005"/>
                </a:cxn>
                <a:cxn ang="0">
                  <a:pos x="connsiteX5006" y="connsiteY5006"/>
                </a:cxn>
                <a:cxn ang="0">
                  <a:pos x="connsiteX5007" y="connsiteY5007"/>
                </a:cxn>
                <a:cxn ang="0">
                  <a:pos x="connsiteX5008" y="connsiteY5008"/>
                </a:cxn>
                <a:cxn ang="0">
                  <a:pos x="connsiteX5009" y="connsiteY5009"/>
                </a:cxn>
                <a:cxn ang="0">
                  <a:pos x="connsiteX5010" y="connsiteY5010"/>
                </a:cxn>
                <a:cxn ang="0">
                  <a:pos x="connsiteX5011" y="connsiteY5011"/>
                </a:cxn>
                <a:cxn ang="0">
                  <a:pos x="connsiteX5012" y="connsiteY5012"/>
                </a:cxn>
                <a:cxn ang="0">
                  <a:pos x="connsiteX5013" y="connsiteY5013"/>
                </a:cxn>
                <a:cxn ang="0">
                  <a:pos x="connsiteX5014" y="connsiteY5014"/>
                </a:cxn>
                <a:cxn ang="0">
                  <a:pos x="connsiteX5015" y="connsiteY5015"/>
                </a:cxn>
                <a:cxn ang="0">
                  <a:pos x="connsiteX5016" y="connsiteY5016"/>
                </a:cxn>
                <a:cxn ang="0">
                  <a:pos x="connsiteX5017" y="connsiteY5017"/>
                </a:cxn>
                <a:cxn ang="0">
                  <a:pos x="connsiteX5018" y="connsiteY5018"/>
                </a:cxn>
                <a:cxn ang="0">
                  <a:pos x="connsiteX5019" y="connsiteY5019"/>
                </a:cxn>
                <a:cxn ang="0">
                  <a:pos x="connsiteX5020" y="connsiteY5020"/>
                </a:cxn>
                <a:cxn ang="0">
                  <a:pos x="connsiteX5021" y="connsiteY5021"/>
                </a:cxn>
                <a:cxn ang="0">
                  <a:pos x="connsiteX5022" y="connsiteY5022"/>
                </a:cxn>
                <a:cxn ang="0">
                  <a:pos x="connsiteX5023" y="connsiteY5023"/>
                </a:cxn>
                <a:cxn ang="0">
                  <a:pos x="connsiteX5024" y="connsiteY5024"/>
                </a:cxn>
                <a:cxn ang="0">
                  <a:pos x="connsiteX5025" y="connsiteY5025"/>
                </a:cxn>
                <a:cxn ang="0">
                  <a:pos x="connsiteX5026" y="connsiteY5026"/>
                </a:cxn>
                <a:cxn ang="0">
                  <a:pos x="connsiteX5027" y="connsiteY5027"/>
                </a:cxn>
                <a:cxn ang="0">
                  <a:pos x="connsiteX5028" y="connsiteY5028"/>
                </a:cxn>
                <a:cxn ang="0">
                  <a:pos x="connsiteX5029" y="connsiteY5029"/>
                </a:cxn>
                <a:cxn ang="0">
                  <a:pos x="connsiteX5030" y="connsiteY5030"/>
                </a:cxn>
                <a:cxn ang="0">
                  <a:pos x="connsiteX5031" y="connsiteY5031"/>
                </a:cxn>
                <a:cxn ang="0">
                  <a:pos x="connsiteX5032" y="connsiteY5032"/>
                </a:cxn>
                <a:cxn ang="0">
                  <a:pos x="connsiteX5033" y="connsiteY5033"/>
                </a:cxn>
                <a:cxn ang="0">
                  <a:pos x="connsiteX5034" y="connsiteY5034"/>
                </a:cxn>
                <a:cxn ang="0">
                  <a:pos x="connsiteX5035" y="connsiteY5035"/>
                </a:cxn>
                <a:cxn ang="0">
                  <a:pos x="connsiteX5036" y="connsiteY5036"/>
                </a:cxn>
                <a:cxn ang="0">
                  <a:pos x="connsiteX5037" y="connsiteY5037"/>
                </a:cxn>
                <a:cxn ang="0">
                  <a:pos x="connsiteX5038" y="connsiteY5038"/>
                </a:cxn>
                <a:cxn ang="0">
                  <a:pos x="connsiteX5039" y="connsiteY5039"/>
                </a:cxn>
                <a:cxn ang="0">
                  <a:pos x="connsiteX5040" y="connsiteY5040"/>
                </a:cxn>
                <a:cxn ang="0">
                  <a:pos x="connsiteX5041" y="connsiteY5041"/>
                </a:cxn>
                <a:cxn ang="0">
                  <a:pos x="connsiteX5042" y="connsiteY5042"/>
                </a:cxn>
                <a:cxn ang="0">
                  <a:pos x="connsiteX5043" y="connsiteY5043"/>
                </a:cxn>
                <a:cxn ang="0">
                  <a:pos x="connsiteX5044" y="connsiteY5044"/>
                </a:cxn>
                <a:cxn ang="0">
                  <a:pos x="connsiteX5045" y="connsiteY5045"/>
                </a:cxn>
                <a:cxn ang="0">
                  <a:pos x="connsiteX5046" y="connsiteY5046"/>
                </a:cxn>
                <a:cxn ang="0">
                  <a:pos x="connsiteX5047" y="connsiteY5047"/>
                </a:cxn>
                <a:cxn ang="0">
                  <a:pos x="connsiteX5048" y="connsiteY5048"/>
                </a:cxn>
                <a:cxn ang="0">
                  <a:pos x="connsiteX5049" y="connsiteY5049"/>
                </a:cxn>
                <a:cxn ang="0">
                  <a:pos x="connsiteX5050" y="connsiteY5050"/>
                </a:cxn>
                <a:cxn ang="0">
                  <a:pos x="connsiteX5051" y="connsiteY5051"/>
                </a:cxn>
                <a:cxn ang="0">
                  <a:pos x="connsiteX5052" y="connsiteY5052"/>
                </a:cxn>
                <a:cxn ang="0">
                  <a:pos x="connsiteX5053" y="connsiteY5053"/>
                </a:cxn>
                <a:cxn ang="0">
                  <a:pos x="connsiteX5054" y="connsiteY5054"/>
                </a:cxn>
                <a:cxn ang="0">
                  <a:pos x="connsiteX5055" y="connsiteY5055"/>
                </a:cxn>
                <a:cxn ang="0">
                  <a:pos x="connsiteX5056" y="connsiteY5056"/>
                </a:cxn>
                <a:cxn ang="0">
                  <a:pos x="connsiteX5057" y="connsiteY5057"/>
                </a:cxn>
                <a:cxn ang="0">
                  <a:pos x="connsiteX5058" y="connsiteY5058"/>
                </a:cxn>
                <a:cxn ang="0">
                  <a:pos x="connsiteX5059" y="connsiteY5059"/>
                </a:cxn>
                <a:cxn ang="0">
                  <a:pos x="connsiteX5060" y="connsiteY5060"/>
                </a:cxn>
                <a:cxn ang="0">
                  <a:pos x="connsiteX5061" y="connsiteY5061"/>
                </a:cxn>
                <a:cxn ang="0">
                  <a:pos x="connsiteX5062" y="connsiteY5062"/>
                </a:cxn>
                <a:cxn ang="0">
                  <a:pos x="connsiteX5063" y="connsiteY5063"/>
                </a:cxn>
                <a:cxn ang="0">
                  <a:pos x="connsiteX5064" y="connsiteY5064"/>
                </a:cxn>
                <a:cxn ang="0">
                  <a:pos x="connsiteX5065" y="connsiteY5065"/>
                </a:cxn>
                <a:cxn ang="0">
                  <a:pos x="connsiteX5066" y="connsiteY5066"/>
                </a:cxn>
                <a:cxn ang="0">
                  <a:pos x="connsiteX5067" y="connsiteY5067"/>
                </a:cxn>
                <a:cxn ang="0">
                  <a:pos x="connsiteX5068" y="connsiteY5068"/>
                </a:cxn>
                <a:cxn ang="0">
                  <a:pos x="connsiteX5069" y="connsiteY5069"/>
                </a:cxn>
                <a:cxn ang="0">
                  <a:pos x="connsiteX5070" y="connsiteY5070"/>
                </a:cxn>
                <a:cxn ang="0">
                  <a:pos x="connsiteX5071" y="connsiteY5071"/>
                </a:cxn>
                <a:cxn ang="0">
                  <a:pos x="connsiteX5072" y="connsiteY5072"/>
                </a:cxn>
                <a:cxn ang="0">
                  <a:pos x="connsiteX5073" y="connsiteY5073"/>
                </a:cxn>
                <a:cxn ang="0">
                  <a:pos x="connsiteX5074" y="connsiteY5074"/>
                </a:cxn>
                <a:cxn ang="0">
                  <a:pos x="connsiteX5075" y="connsiteY5075"/>
                </a:cxn>
                <a:cxn ang="0">
                  <a:pos x="connsiteX5076" y="connsiteY5076"/>
                </a:cxn>
                <a:cxn ang="0">
                  <a:pos x="connsiteX5077" y="connsiteY5077"/>
                </a:cxn>
                <a:cxn ang="0">
                  <a:pos x="connsiteX5078" y="connsiteY5078"/>
                </a:cxn>
                <a:cxn ang="0">
                  <a:pos x="connsiteX5079" y="connsiteY5079"/>
                </a:cxn>
                <a:cxn ang="0">
                  <a:pos x="connsiteX5080" y="connsiteY5080"/>
                </a:cxn>
                <a:cxn ang="0">
                  <a:pos x="connsiteX5081" y="connsiteY5081"/>
                </a:cxn>
                <a:cxn ang="0">
                  <a:pos x="connsiteX5082" y="connsiteY5082"/>
                </a:cxn>
                <a:cxn ang="0">
                  <a:pos x="connsiteX5083" y="connsiteY5083"/>
                </a:cxn>
                <a:cxn ang="0">
                  <a:pos x="connsiteX5084" y="connsiteY5084"/>
                </a:cxn>
                <a:cxn ang="0">
                  <a:pos x="connsiteX5085" y="connsiteY5085"/>
                </a:cxn>
                <a:cxn ang="0">
                  <a:pos x="connsiteX5086" y="connsiteY5086"/>
                </a:cxn>
                <a:cxn ang="0">
                  <a:pos x="connsiteX5087" y="connsiteY5087"/>
                </a:cxn>
                <a:cxn ang="0">
                  <a:pos x="connsiteX5088" y="connsiteY5088"/>
                </a:cxn>
                <a:cxn ang="0">
                  <a:pos x="connsiteX5089" y="connsiteY5089"/>
                </a:cxn>
                <a:cxn ang="0">
                  <a:pos x="connsiteX5090" y="connsiteY5090"/>
                </a:cxn>
                <a:cxn ang="0">
                  <a:pos x="connsiteX5091" y="connsiteY5091"/>
                </a:cxn>
                <a:cxn ang="0">
                  <a:pos x="connsiteX5092" y="connsiteY5092"/>
                </a:cxn>
                <a:cxn ang="0">
                  <a:pos x="connsiteX5093" y="connsiteY5093"/>
                </a:cxn>
                <a:cxn ang="0">
                  <a:pos x="connsiteX5094" y="connsiteY5094"/>
                </a:cxn>
                <a:cxn ang="0">
                  <a:pos x="connsiteX5095" y="connsiteY5095"/>
                </a:cxn>
                <a:cxn ang="0">
                  <a:pos x="connsiteX5096" y="connsiteY5096"/>
                </a:cxn>
                <a:cxn ang="0">
                  <a:pos x="connsiteX5097" y="connsiteY5097"/>
                </a:cxn>
                <a:cxn ang="0">
                  <a:pos x="connsiteX5098" y="connsiteY5098"/>
                </a:cxn>
                <a:cxn ang="0">
                  <a:pos x="connsiteX5099" y="connsiteY5099"/>
                </a:cxn>
                <a:cxn ang="0">
                  <a:pos x="connsiteX5100" y="connsiteY5100"/>
                </a:cxn>
                <a:cxn ang="0">
                  <a:pos x="connsiteX5101" y="connsiteY5101"/>
                </a:cxn>
                <a:cxn ang="0">
                  <a:pos x="connsiteX5102" y="connsiteY5102"/>
                </a:cxn>
                <a:cxn ang="0">
                  <a:pos x="connsiteX5103" y="connsiteY5103"/>
                </a:cxn>
                <a:cxn ang="0">
                  <a:pos x="connsiteX5104" y="connsiteY5104"/>
                </a:cxn>
                <a:cxn ang="0">
                  <a:pos x="connsiteX5105" y="connsiteY5105"/>
                </a:cxn>
                <a:cxn ang="0">
                  <a:pos x="connsiteX5106" y="connsiteY5106"/>
                </a:cxn>
                <a:cxn ang="0">
                  <a:pos x="connsiteX5107" y="connsiteY5107"/>
                </a:cxn>
                <a:cxn ang="0">
                  <a:pos x="connsiteX5108" y="connsiteY5108"/>
                </a:cxn>
                <a:cxn ang="0">
                  <a:pos x="connsiteX5109" y="connsiteY5109"/>
                </a:cxn>
                <a:cxn ang="0">
                  <a:pos x="connsiteX5110" y="connsiteY5110"/>
                </a:cxn>
                <a:cxn ang="0">
                  <a:pos x="connsiteX5111" y="connsiteY5111"/>
                </a:cxn>
                <a:cxn ang="0">
                  <a:pos x="connsiteX5112" y="connsiteY5112"/>
                </a:cxn>
                <a:cxn ang="0">
                  <a:pos x="connsiteX5113" y="connsiteY5113"/>
                </a:cxn>
                <a:cxn ang="0">
                  <a:pos x="connsiteX5114" y="connsiteY5114"/>
                </a:cxn>
                <a:cxn ang="0">
                  <a:pos x="connsiteX5115" y="connsiteY5115"/>
                </a:cxn>
                <a:cxn ang="0">
                  <a:pos x="connsiteX5116" y="connsiteY5116"/>
                </a:cxn>
                <a:cxn ang="0">
                  <a:pos x="connsiteX5117" y="connsiteY5117"/>
                </a:cxn>
                <a:cxn ang="0">
                  <a:pos x="connsiteX5118" y="connsiteY5118"/>
                </a:cxn>
                <a:cxn ang="0">
                  <a:pos x="connsiteX5119" y="connsiteY5119"/>
                </a:cxn>
                <a:cxn ang="0">
                  <a:pos x="connsiteX5120" y="connsiteY5120"/>
                </a:cxn>
                <a:cxn ang="0">
                  <a:pos x="connsiteX5121" y="connsiteY5121"/>
                </a:cxn>
                <a:cxn ang="0">
                  <a:pos x="connsiteX5122" y="connsiteY5122"/>
                </a:cxn>
                <a:cxn ang="0">
                  <a:pos x="connsiteX5123" y="connsiteY5123"/>
                </a:cxn>
                <a:cxn ang="0">
                  <a:pos x="connsiteX5124" y="connsiteY5124"/>
                </a:cxn>
                <a:cxn ang="0">
                  <a:pos x="connsiteX5125" y="connsiteY5125"/>
                </a:cxn>
                <a:cxn ang="0">
                  <a:pos x="connsiteX5126" y="connsiteY5126"/>
                </a:cxn>
                <a:cxn ang="0">
                  <a:pos x="connsiteX5127" y="connsiteY5127"/>
                </a:cxn>
                <a:cxn ang="0">
                  <a:pos x="connsiteX5128" y="connsiteY5128"/>
                </a:cxn>
                <a:cxn ang="0">
                  <a:pos x="connsiteX5129" y="connsiteY5129"/>
                </a:cxn>
                <a:cxn ang="0">
                  <a:pos x="connsiteX5130" y="connsiteY5130"/>
                </a:cxn>
                <a:cxn ang="0">
                  <a:pos x="connsiteX5131" y="connsiteY5131"/>
                </a:cxn>
                <a:cxn ang="0">
                  <a:pos x="connsiteX5132" y="connsiteY5132"/>
                </a:cxn>
                <a:cxn ang="0">
                  <a:pos x="connsiteX5133" y="connsiteY5133"/>
                </a:cxn>
                <a:cxn ang="0">
                  <a:pos x="connsiteX5134" y="connsiteY5134"/>
                </a:cxn>
                <a:cxn ang="0">
                  <a:pos x="connsiteX5135" y="connsiteY5135"/>
                </a:cxn>
                <a:cxn ang="0">
                  <a:pos x="connsiteX5136" y="connsiteY5136"/>
                </a:cxn>
                <a:cxn ang="0">
                  <a:pos x="connsiteX5137" y="connsiteY5137"/>
                </a:cxn>
                <a:cxn ang="0">
                  <a:pos x="connsiteX5138" y="connsiteY5138"/>
                </a:cxn>
                <a:cxn ang="0">
                  <a:pos x="connsiteX5139" y="connsiteY5139"/>
                </a:cxn>
                <a:cxn ang="0">
                  <a:pos x="connsiteX5140" y="connsiteY5140"/>
                </a:cxn>
                <a:cxn ang="0">
                  <a:pos x="connsiteX5141" y="connsiteY5141"/>
                </a:cxn>
                <a:cxn ang="0">
                  <a:pos x="connsiteX5142" y="connsiteY5142"/>
                </a:cxn>
                <a:cxn ang="0">
                  <a:pos x="connsiteX5143" y="connsiteY5143"/>
                </a:cxn>
                <a:cxn ang="0">
                  <a:pos x="connsiteX5144" y="connsiteY5144"/>
                </a:cxn>
                <a:cxn ang="0">
                  <a:pos x="connsiteX5145" y="connsiteY5145"/>
                </a:cxn>
                <a:cxn ang="0">
                  <a:pos x="connsiteX5146" y="connsiteY5146"/>
                </a:cxn>
                <a:cxn ang="0">
                  <a:pos x="connsiteX5147" y="connsiteY5147"/>
                </a:cxn>
                <a:cxn ang="0">
                  <a:pos x="connsiteX5148" y="connsiteY5148"/>
                </a:cxn>
                <a:cxn ang="0">
                  <a:pos x="connsiteX5149" y="connsiteY5149"/>
                </a:cxn>
                <a:cxn ang="0">
                  <a:pos x="connsiteX5150" y="connsiteY5150"/>
                </a:cxn>
                <a:cxn ang="0">
                  <a:pos x="connsiteX5151" y="connsiteY5151"/>
                </a:cxn>
                <a:cxn ang="0">
                  <a:pos x="connsiteX5152" y="connsiteY5152"/>
                </a:cxn>
                <a:cxn ang="0">
                  <a:pos x="connsiteX5153" y="connsiteY5153"/>
                </a:cxn>
                <a:cxn ang="0">
                  <a:pos x="connsiteX5154" y="connsiteY5154"/>
                </a:cxn>
                <a:cxn ang="0">
                  <a:pos x="connsiteX5155" y="connsiteY5155"/>
                </a:cxn>
                <a:cxn ang="0">
                  <a:pos x="connsiteX5156" y="connsiteY5156"/>
                </a:cxn>
                <a:cxn ang="0">
                  <a:pos x="connsiteX5157" y="connsiteY5157"/>
                </a:cxn>
                <a:cxn ang="0">
                  <a:pos x="connsiteX5158" y="connsiteY5158"/>
                </a:cxn>
                <a:cxn ang="0">
                  <a:pos x="connsiteX5159" y="connsiteY5159"/>
                </a:cxn>
                <a:cxn ang="0">
                  <a:pos x="connsiteX5160" y="connsiteY5160"/>
                </a:cxn>
                <a:cxn ang="0">
                  <a:pos x="connsiteX5161" y="connsiteY5161"/>
                </a:cxn>
                <a:cxn ang="0">
                  <a:pos x="connsiteX5162" y="connsiteY5162"/>
                </a:cxn>
                <a:cxn ang="0">
                  <a:pos x="connsiteX5163" y="connsiteY5163"/>
                </a:cxn>
                <a:cxn ang="0">
                  <a:pos x="connsiteX5164" y="connsiteY5164"/>
                </a:cxn>
                <a:cxn ang="0">
                  <a:pos x="connsiteX5165" y="connsiteY5165"/>
                </a:cxn>
                <a:cxn ang="0">
                  <a:pos x="connsiteX5166" y="connsiteY5166"/>
                </a:cxn>
                <a:cxn ang="0">
                  <a:pos x="connsiteX5167" y="connsiteY5167"/>
                </a:cxn>
                <a:cxn ang="0">
                  <a:pos x="connsiteX5168" y="connsiteY5168"/>
                </a:cxn>
                <a:cxn ang="0">
                  <a:pos x="connsiteX5169" y="connsiteY5169"/>
                </a:cxn>
                <a:cxn ang="0">
                  <a:pos x="connsiteX5170" y="connsiteY5170"/>
                </a:cxn>
                <a:cxn ang="0">
                  <a:pos x="connsiteX5171" y="connsiteY5171"/>
                </a:cxn>
                <a:cxn ang="0">
                  <a:pos x="connsiteX5172" y="connsiteY5172"/>
                </a:cxn>
                <a:cxn ang="0">
                  <a:pos x="connsiteX5173" y="connsiteY5173"/>
                </a:cxn>
                <a:cxn ang="0">
                  <a:pos x="connsiteX5174" y="connsiteY5174"/>
                </a:cxn>
                <a:cxn ang="0">
                  <a:pos x="connsiteX5175" y="connsiteY5175"/>
                </a:cxn>
                <a:cxn ang="0">
                  <a:pos x="connsiteX5176" y="connsiteY5176"/>
                </a:cxn>
                <a:cxn ang="0">
                  <a:pos x="connsiteX5177" y="connsiteY5177"/>
                </a:cxn>
                <a:cxn ang="0">
                  <a:pos x="connsiteX5178" y="connsiteY5178"/>
                </a:cxn>
                <a:cxn ang="0">
                  <a:pos x="connsiteX5179" y="connsiteY5179"/>
                </a:cxn>
                <a:cxn ang="0">
                  <a:pos x="connsiteX5180" y="connsiteY5180"/>
                </a:cxn>
                <a:cxn ang="0">
                  <a:pos x="connsiteX5181" y="connsiteY5181"/>
                </a:cxn>
                <a:cxn ang="0">
                  <a:pos x="connsiteX5182" y="connsiteY5182"/>
                </a:cxn>
                <a:cxn ang="0">
                  <a:pos x="connsiteX5183" y="connsiteY5183"/>
                </a:cxn>
                <a:cxn ang="0">
                  <a:pos x="connsiteX5184" y="connsiteY5184"/>
                </a:cxn>
                <a:cxn ang="0">
                  <a:pos x="connsiteX5185" y="connsiteY5185"/>
                </a:cxn>
                <a:cxn ang="0">
                  <a:pos x="connsiteX5186" y="connsiteY5186"/>
                </a:cxn>
                <a:cxn ang="0">
                  <a:pos x="connsiteX5187" y="connsiteY5187"/>
                </a:cxn>
                <a:cxn ang="0">
                  <a:pos x="connsiteX5188" y="connsiteY5188"/>
                </a:cxn>
                <a:cxn ang="0">
                  <a:pos x="connsiteX5189" y="connsiteY5189"/>
                </a:cxn>
                <a:cxn ang="0">
                  <a:pos x="connsiteX5190" y="connsiteY5190"/>
                </a:cxn>
                <a:cxn ang="0">
                  <a:pos x="connsiteX5191" y="connsiteY5191"/>
                </a:cxn>
                <a:cxn ang="0">
                  <a:pos x="connsiteX5192" y="connsiteY5192"/>
                </a:cxn>
                <a:cxn ang="0">
                  <a:pos x="connsiteX5193" y="connsiteY5193"/>
                </a:cxn>
                <a:cxn ang="0">
                  <a:pos x="connsiteX5194" y="connsiteY5194"/>
                </a:cxn>
                <a:cxn ang="0">
                  <a:pos x="connsiteX5195" y="connsiteY5195"/>
                </a:cxn>
                <a:cxn ang="0">
                  <a:pos x="connsiteX5196" y="connsiteY5196"/>
                </a:cxn>
                <a:cxn ang="0">
                  <a:pos x="connsiteX5197" y="connsiteY5197"/>
                </a:cxn>
                <a:cxn ang="0">
                  <a:pos x="connsiteX5198" y="connsiteY5198"/>
                </a:cxn>
                <a:cxn ang="0">
                  <a:pos x="connsiteX5199" y="connsiteY5199"/>
                </a:cxn>
                <a:cxn ang="0">
                  <a:pos x="connsiteX5200" y="connsiteY5200"/>
                </a:cxn>
                <a:cxn ang="0">
                  <a:pos x="connsiteX5201" y="connsiteY5201"/>
                </a:cxn>
                <a:cxn ang="0">
                  <a:pos x="connsiteX5202" y="connsiteY5202"/>
                </a:cxn>
                <a:cxn ang="0">
                  <a:pos x="connsiteX5203" y="connsiteY5203"/>
                </a:cxn>
                <a:cxn ang="0">
                  <a:pos x="connsiteX5204" y="connsiteY5204"/>
                </a:cxn>
                <a:cxn ang="0">
                  <a:pos x="connsiteX5205" y="connsiteY5205"/>
                </a:cxn>
                <a:cxn ang="0">
                  <a:pos x="connsiteX5206" y="connsiteY5206"/>
                </a:cxn>
                <a:cxn ang="0">
                  <a:pos x="connsiteX5207" y="connsiteY5207"/>
                </a:cxn>
                <a:cxn ang="0">
                  <a:pos x="connsiteX5208" y="connsiteY5208"/>
                </a:cxn>
                <a:cxn ang="0">
                  <a:pos x="connsiteX5209" y="connsiteY5209"/>
                </a:cxn>
                <a:cxn ang="0">
                  <a:pos x="connsiteX5210" y="connsiteY5210"/>
                </a:cxn>
                <a:cxn ang="0">
                  <a:pos x="connsiteX5211" y="connsiteY5211"/>
                </a:cxn>
                <a:cxn ang="0">
                  <a:pos x="connsiteX5212" y="connsiteY5212"/>
                </a:cxn>
                <a:cxn ang="0">
                  <a:pos x="connsiteX5213" y="connsiteY5213"/>
                </a:cxn>
                <a:cxn ang="0">
                  <a:pos x="connsiteX5214" y="connsiteY5214"/>
                </a:cxn>
                <a:cxn ang="0">
                  <a:pos x="connsiteX5215" y="connsiteY5215"/>
                </a:cxn>
                <a:cxn ang="0">
                  <a:pos x="connsiteX5216" y="connsiteY5216"/>
                </a:cxn>
                <a:cxn ang="0">
                  <a:pos x="connsiteX5217" y="connsiteY5217"/>
                </a:cxn>
                <a:cxn ang="0">
                  <a:pos x="connsiteX5218" y="connsiteY5218"/>
                </a:cxn>
                <a:cxn ang="0">
                  <a:pos x="connsiteX5219" y="connsiteY5219"/>
                </a:cxn>
                <a:cxn ang="0">
                  <a:pos x="connsiteX5220" y="connsiteY5220"/>
                </a:cxn>
                <a:cxn ang="0">
                  <a:pos x="connsiteX5221" y="connsiteY5221"/>
                </a:cxn>
                <a:cxn ang="0">
                  <a:pos x="connsiteX5222" y="connsiteY5222"/>
                </a:cxn>
                <a:cxn ang="0">
                  <a:pos x="connsiteX5223" y="connsiteY5223"/>
                </a:cxn>
                <a:cxn ang="0">
                  <a:pos x="connsiteX5224" y="connsiteY5224"/>
                </a:cxn>
                <a:cxn ang="0">
                  <a:pos x="connsiteX5225" y="connsiteY5225"/>
                </a:cxn>
                <a:cxn ang="0">
                  <a:pos x="connsiteX5226" y="connsiteY5226"/>
                </a:cxn>
                <a:cxn ang="0">
                  <a:pos x="connsiteX5227" y="connsiteY5227"/>
                </a:cxn>
                <a:cxn ang="0">
                  <a:pos x="connsiteX5228" y="connsiteY5228"/>
                </a:cxn>
                <a:cxn ang="0">
                  <a:pos x="connsiteX5229" y="connsiteY5229"/>
                </a:cxn>
                <a:cxn ang="0">
                  <a:pos x="connsiteX5230" y="connsiteY5230"/>
                </a:cxn>
                <a:cxn ang="0">
                  <a:pos x="connsiteX5231" y="connsiteY5231"/>
                </a:cxn>
                <a:cxn ang="0">
                  <a:pos x="connsiteX5232" y="connsiteY5232"/>
                </a:cxn>
                <a:cxn ang="0">
                  <a:pos x="connsiteX5233" y="connsiteY5233"/>
                </a:cxn>
                <a:cxn ang="0">
                  <a:pos x="connsiteX5234" y="connsiteY5234"/>
                </a:cxn>
                <a:cxn ang="0">
                  <a:pos x="connsiteX5235" y="connsiteY5235"/>
                </a:cxn>
                <a:cxn ang="0">
                  <a:pos x="connsiteX5236" y="connsiteY5236"/>
                </a:cxn>
                <a:cxn ang="0">
                  <a:pos x="connsiteX5237" y="connsiteY5237"/>
                </a:cxn>
                <a:cxn ang="0">
                  <a:pos x="connsiteX5238" y="connsiteY5238"/>
                </a:cxn>
                <a:cxn ang="0">
                  <a:pos x="connsiteX5239" y="connsiteY5239"/>
                </a:cxn>
                <a:cxn ang="0">
                  <a:pos x="connsiteX5240" y="connsiteY5240"/>
                </a:cxn>
                <a:cxn ang="0">
                  <a:pos x="connsiteX5241" y="connsiteY5241"/>
                </a:cxn>
                <a:cxn ang="0">
                  <a:pos x="connsiteX5242" y="connsiteY5242"/>
                </a:cxn>
                <a:cxn ang="0">
                  <a:pos x="connsiteX5243" y="connsiteY5243"/>
                </a:cxn>
                <a:cxn ang="0">
                  <a:pos x="connsiteX5244" y="connsiteY5244"/>
                </a:cxn>
                <a:cxn ang="0">
                  <a:pos x="connsiteX5245" y="connsiteY5245"/>
                </a:cxn>
                <a:cxn ang="0">
                  <a:pos x="connsiteX5246" y="connsiteY5246"/>
                </a:cxn>
                <a:cxn ang="0">
                  <a:pos x="connsiteX5247" y="connsiteY5247"/>
                </a:cxn>
                <a:cxn ang="0">
                  <a:pos x="connsiteX5248" y="connsiteY5248"/>
                </a:cxn>
                <a:cxn ang="0">
                  <a:pos x="connsiteX5249" y="connsiteY5249"/>
                </a:cxn>
                <a:cxn ang="0">
                  <a:pos x="connsiteX5250" y="connsiteY5250"/>
                </a:cxn>
                <a:cxn ang="0">
                  <a:pos x="connsiteX5251" y="connsiteY5251"/>
                </a:cxn>
                <a:cxn ang="0">
                  <a:pos x="connsiteX5252" y="connsiteY5252"/>
                </a:cxn>
                <a:cxn ang="0">
                  <a:pos x="connsiteX5253" y="connsiteY5253"/>
                </a:cxn>
                <a:cxn ang="0">
                  <a:pos x="connsiteX5254" y="connsiteY5254"/>
                </a:cxn>
                <a:cxn ang="0">
                  <a:pos x="connsiteX5255" y="connsiteY5255"/>
                </a:cxn>
                <a:cxn ang="0">
                  <a:pos x="connsiteX5256" y="connsiteY5256"/>
                </a:cxn>
                <a:cxn ang="0">
                  <a:pos x="connsiteX5257" y="connsiteY5257"/>
                </a:cxn>
                <a:cxn ang="0">
                  <a:pos x="connsiteX5258" y="connsiteY5258"/>
                </a:cxn>
                <a:cxn ang="0">
                  <a:pos x="connsiteX5259" y="connsiteY5259"/>
                </a:cxn>
                <a:cxn ang="0">
                  <a:pos x="connsiteX5260" y="connsiteY5260"/>
                </a:cxn>
                <a:cxn ang="0">
                  <a:pos x="connsiteX5261" y="connsiteY5261"/>
                </a:cxn>
                <a:cxn ang="0">
                  <a:pos x="connsiteX5262" y="connsiteY5262"/>
                </a:cxn>
                <a:cxn ang="0">
                  <a:pos x="connsiteX5263" y="connsiteY5263"/>
                </a:cxn>
                <a:cxn ang="0">
                  <a:pos x="connsiteX5264" y="connsiteY5264"/>
                </a:cxn>
                <a:cxn ang="0">
                  <a:pos x="connsiteX5265" y="connsiteY5265"/>
                </a:cxn>
                <a:cxn ang="0">
                  <a:pos x="connsiteX5266" y="connsiteY5266"/>
                </a:cxn>
                <a:cxn ang="0">
                  <a:pos x="connsiteX5267" y="connsiteY5267"/>
                </a:cxn>
                <a:cxn ang="0">
                  <a:pos x="connsiteX5268" y="connsiteY5268"/>
                </a:cxn>
                <a:cxn ang="0">
                  <a:pos x="connsiteX5269" y="connsiteY5269"/>
                </a:cxn>
                <a:cxn ang="0">
                  <a:pos x="connsiteX5270" y="connsiteY5270"/>
                </a:cxn>
                <a:cxn ang="0">
                  <a:pos x="connsiteX5271" y="connsiteY5271"/>
                </a:cxn>
                <a:cxn ang="0">
                  <a:pos x="connsiteX5272" y="connsiteY5272"/>
                </a:cxn>
                <a:cxn ang="0">
                  <a:pos x="connsiteX5273" y="connsiteY5273"/>
                </a:cxn>
                <a:cxn ang="0">
                  <a:pos x="connsiteX5274" y="connsiteY5274"/>
                </a:cxn>
                <a:cxn ang="0">
                  <a:pos x="connsiteX5275" y="connsiteY5275"/>
                </a:cxn>
                <a:cxn ang="0">
                  <a:pos x="connsiteX5276" y="connsiteY5276"/>
                </a:cxn>
                <a:cxn ang="0">
                  <a:pos x="connsiteX5277" y="connsiteY5277"/>
                </a:cxn>
                <a:cxn ang="0">
                  <a:pos x="connsiteX5278" y="connsiteY5278"/>
                </a:cxn>
                <a:cxn ang="0">
                  <a:pos x="connsiteX5279" y="connsiteY5279"/>
                </a:cxn>
                <a:cxn ang="0">
                  <a:pos x="connsiteX5280" y="connsiteY5280"/>
                </a:cxn>
                <a:cxn ang="0">
                  <a:pos x="connsiteX5281" y="connsiteY5281"/>
                </a:cxn>
                <a:cxn ang="0">
                  <a:pos x="connsiteX5282" y="connsiteY5282"/>
                </a:cxn>
                <a:cxn ang="0">
                  <a:pos x="connsiteX5283" y="connsiteY5283"/>
                </a:cxn>
                <a:cxn ang="0">
                  <a:pos x="connsiteX5284" y="connsiteY5284"/>
                </a:cxn>
                <a:cxn ang="0">
                  <a:pos x="connsiteX5285" y="connsiteY5285"/>
                </a:cxn>
                <a:cxn ang="0">
                  <a:pos x="connsiteX5286" y="connsiteY5286"/>
                </a:cxn>
                <a:cxn ang="0">
                  <a:pos x="connsiteX5287" y="connsiteY5287"/>
                </a:cxn>
                <a:cxn ang="0">
                  <a:pos x="connsiteX5288" y="connsiteY5288"/>
                </a:cxn>
                <a:cxn ang="0">
                  <a:pos x="connsiteX5289" y="connsiteY5289"/>
                </a:cxn>
                <a:cxn ang="0">
                  <a:pos x="connsiteX5290" y="connsiteY5290"/>
                </a:cxn>
                <a:cxn ang="0">
                  <a:pos x="connsiteX5291" y="connsiteY5291"/>
                </a:cxn>
                <a:cxn ang="0">
                  <a:pos x="connsiteX5292" y="connsiteY5292"/>
                </a:cxn>
                <a:cxn ang="0">
                  <a:pos x="connsiteX5293" y="connsiteY5293"/>
                </a:cxn>
                <a:cxn ang="0">
                  <a:pos x="connsiteX5294" y="connsiteY5294"/>
                </a:cxn>
                <a:cxn ang="0">
                  <a:pos x="connsiteX5295" y="connsiteY5295"/>
                </a:cxn>
                <a:cxn ang="0">
                  <a:pos x="connsiteX5296" y="connsiteY5296"/>
                </a:cxn>
                <a:cxn ang="0">
                  <a:pos x="connsiteX5297" y="connsiteY5297"/>
                </a:cxn>
                <a:cxn ang="0">
                  <a:pos x="connsiteX5298" y="connsiteY5298"/>
                </a:cxn>
                <a:cxn ang="0">
                  <a:pos x="connsiteX5299" y="connsiteY5299"/>
                </a:cxn>
                <a:cxn ang="0">
                  <a:pos x="connsiteX5300" y="connsiteY5300"/>
                </a:cxn>
                <a:cxn ang="0">
                  <a:pos x="connsiteX5301" y="connsiteY5301"/>
                </a:cxn>
                <a:cxn ang="0">
                  <a:pos x="connsiteX5302" y="connsiteY5302"/>
                </a:cxn>
                <a:cxn ang="0">
                  <a:pos x="connsiteX5303" y="connsiteY5303"/>
                </a:cxn>
                <a:cxn ang="0">
                  <a:pos x="connsiteX5304" y="connsiteY5304"/>
                </a:cxn>
                <a:cxn ang="0">
                  <a:pos x="connsiteX5305" y="connsiteY5305"/>
                </a:cxn>
                <a:cxn ang="0">
                  <a:pos x="connsiteX5306" y="connsiteY5306"/>
                </a:cxn>
                <a:cxn ang="0">
                  <a:pos x="connsiteX5307" y="connsiteY5307"/>
                </a:cxn>
                <a:cxn ang="0">
                  <a:pos x="connsiteX5308" y="connsiteY5308"/>
                </a:cxn>
                <a:cxn ang="0">
                  <a:pos x="connsiteX5309" y="connsiteY5309"/>
                </a:cxn>
                <a:cxn ang="0">
                  <a:pos x="connsiteX5310" y="connsiteY5310"/>
                </a:cxn>
                <a:cxn ang="0">
                  <a:pos x="connsiteX5311" y="connsiteY5311"/>
                </a:cxn>
                <a:cxn ang="0">
                  <a:pos x="connsiteX5312" y="connsiteY5312"/>
                </a:cxn>
                <a:cxn ang="0">
                  <a:pos x="connsiteX5313" y="connsiteY5313"/>
                </a:cxn>
                <a:cxn ang="0">
                  <a:pos x="connsiteX5314" y="connsiteY5314"/>
                </a:cxn>
                <a:cxn ang="0">
                  <a:pos x="connsiteX5315" y="connsiteY5315"/>
                </a:cxn>
                <a:cxn ang="0">
                  <a:pos x="connsiteX5316" y="connsiteY5316"/>
                </a:cxn>
                <a:cxn ang="0">
                  <a:pos x="connsiteX5317" y="connsiteY5317"/>
                </a:cxn>
                <a:cxn ang="0">
                  <a:pos x="connsiteX5318" y="connsiteY5318"/>
                </a:cxn>
                <a:cxn ang="0">
                  <a:pos x="connsiteX5319" y="connsiteY5319"/>
                </a:cxn>
                <a:cxn ang="0">
                  <a:pos x="connsiteX5320" y="connsiteY5320"/>
                </a:cxn>
                <a:cxn ang="0">
                  <a:pos x="connsiteX5321" y="connsiteY5321"/>
                </a:cxn>
                <a:cxn ang="0">
                  <a:pos x="connsiteX5322" y="connsiteY5322"/>
                </a:cxn>
                <a:cxn ang="0">
                  <a:pos x="connsiteX5323" y="connsiteY5323"/>
                </a:cxn>
                <a:cxn ang="0">
                  <a:pos x="connsiteX5324" y="connsiteY5324"/>
                </a:cxn>
                <a:cxn ang="0">
                  <a:pos x="connsiteX5325" y="connsiteY5325"/>
                </a:cxn>
                <a:cxn ang="0">
                  <a:pos x="connsiteX5326" y="connsiteY5326"/>
                </a:cxn>
                <a:cxn ang="0">
                  <a:pos x="connsiteX5327" y="connsiteY5327"/>
                </a:cxn>
                <a:cxn ang="0">
                  <a:pos x="connsiteX5328" y="connsiteY5328"/>
                </a:cxn>
                <a:cxn ang="0">
                  <a:pos x="connsiteX5329" y="connsiteY5329"/>
                </a:cxn>
                <a:cxn ang="0">
                  <a:pos x="connsiteX5330" y="connsiteY5330"/>
                </a:cxn>
                <a:cxn ang="0">
                  <a:pos x="connsiteX5331" y="connsiteY5331"/>
                </a:cxn>
                <a:cxn ang="0">
                  <a:pos x="connsiteX5332" y="connsiteY5332"/>
                </a:cxn>
                <a:cxn ang="0">
                  <a:pos x="connsiteX5333" y="connsiteY5333"/>
                </a:cxn>
                <a:cxn ang="0">
                  <a:pos x="connsiteX5334" y="connsiteY5334"/>
                </a:cxn>
                <a:cxn ang="0">
                  <a:pos x="connsiteX5335" y="connsiteY5335"/>
                </a:cxn>
                <a:cxn ang="0">
                  <a:pos x="connsiteX5336" y="connsiteY5336"/>
                </a:cxn>
                <a:cxn ang="0">
                  <a:pos x="connsiteX5337" y="connsiteY5337"/>
                </a:cxn>
                <a:cxn ang="0">
                  <a:pos x="connsiteX5338" y="connsiteY5338"/>
                </a:cxn>
                <a:cxn ang="0">
                  <a:pos x="connsiteX5339" y="connsiteY5339"/>
                </a:cxn>
                <a:cxn ang="0">
                  <a:pos x="connsiteX5340" y="connsiteY5340"/>
                </a:cxn>
                <a:cxn ang="0">
                  <a:pos x="connsiteX5341" y="connsiteY5341"/>
                </a:cxn>
                <a:cxn ang="0">
                  <a:pos x="connsiteX5342" y="connsiteY5342"/>
                </a:cxn>
                <a:cxn ang="0">
                  <a:pos x="connsiteX5343" y="connsiteY5343"/>
                </a:cxn>
                <a:cxn ang="0">
                  <a:pos x="connsiteX5344" y="connsiteY5344"/>
                </a:cxn>
                <a:cxn ang="0">
                  <a:pos x="connsiteX5345" y="connsiteY5345"/>
                </a:cxn>
                <a:cxn ang="0">
                  <a:pos x="connsiteX5346" y="connsiteY5346"/>
                </a:cxn>
                <a:cxn ang="0">
                  <a:pos x="connsiteX5347" y="connsiteY5347"/>
                </a:cxn>
                <a:cxn ang="0">
                  <a:pos x="connsiteX5348" y="connsiteY5348"/>
                </a:cxn>
                <a:cxn ang="0">
                  <a:pos x="connsiteX5349" y="connsiteY5349"/>
                </a:cxn>
                <a:cxn ang="0">
                  <a:pos x="connsiteX5350" y="connsiteY5350"/>
                </a:cxn>
                <a:cxn ang="0">
                  <a:pos x="connsiteX5351" y="connsiteY5351"/>
                </a:cxn>
                <a:cxn ang="0">
                  <a:pos x="connsiteX5352" y="connsiteY5352"/>
                </a:cxn>
                <a:cxn ang="0">
                  <a:pos x="connsiteX5353" y="connsiteY5353"/>
                </a:cxn>
                <a:cxn ang="0">
                  <a:pos x="connsiteX5354" y="connsiteY5354"/>
                </a:cxn>
                <a:cxn ang="0">
                  <a:pos x="connsiteX5355" y="connsiteY5355"/>
                </a:cxn>
                <a:cxn ang="0">
                  <a:pos x="connsiteX5356" y="connsiteY5356"/>
                </a:cxn>
                <a:cxn ang="0">
                  <a:pos x="connsiteX5357" y="connsiteY5357"/>
                </a:cxn>
                <a:cxn ang="0">
                  <a:pos x="connsiteX5358" y="connsiteY5358"/>
                </a:cxn>
                <a:cxn ang="0">
                  <a:pos x="connsiteX5359" y="connsiteY5359"/>
                </a:cxn>
                <a:cxn ang="0">
                  <a:pos x="connsiteX5360" y="connsiteY5360"/>
                </a:cxn>
                <a:cxn ang="0">
                  <a:pos x="connsiteX5361" y="connsiteY5361"/>
                </a:cxn>
                <a:cxn ang="0">
                  <a:pos x="connsiteX5362" y="connsiteY5362"/>
                </a:cxn>
                <a:cxn ang="0">
                  <a:pos x="connsiteX5363" y="connsiteY5363"/>
                </a:cxn>
                <a:cxn ang="0">
                  <a:pos x="connsiteX5364" y="connsiteY5364"/>
                </a:cxn>
                <a:cxn ang="0">
                  <a:pos x="connsiteX5365" y="connsiteY5365"/>
                </a:cxn>
                <a:cxn ang="0">
                  <a:pos x="connsiteX5366" y="connsiteY5366"/>
                </a:cxn>
                <a:cxn ang="0">
                  <a:pos x="connsiteX5367" y="connsiteY5367"/>
                </a:cxn>
                <a:cxn ang="0">
                  <a:pos x="connsiteX5368" y="connsiteY5368"/>
                </a:cxn>
                <a:cxn ang="0">
                  <a:pos x="connsiteX5369" y="connsiteY5369"/>
                </a:cxn>
                <a:cxn ang="0">
                  <a:pos x="connsiteX5370" y="connsiteY5370"/>
                </a:cxn>
                <a:cxn ang="0">
                  <a:pos x="connsiteX5371" y="connsiteY5371"/>
                </a:cxn>
                <a:cxn ang="0">
                  <a:pos x="connsiteX5372" y="connsiteY5372"/>
                </a:cxn>
                <a:cxn ang="0">
                  <a:pos x="connsiteX5373" y="connsiteY5373"/>
                </a:cxn>
                <a:cxn ang="0">
                  <a:pos x="connsiteX5374" y="connsiteY5374"/>
                </a:cxn>
                <a:cxn ang="0">
                  <a:pos x="connsiteX5375" y="connsiteY5375"/>
                </a:cxn>
                <a:cxn ang="0">
                  <a:pos x="connsiteX5376" y="connsiteY5376"/>
                </a:cxn>
                <a:cxn ang="0">
                  <a:pos x="connsiteX5377" y="connsiteY5377"/>
                </a:cxn>
                <a:cxn ang="0">
                  <a:pos x="connsiteX5378" y="connsiteY5378"/>
                </a:cxn>
                <a:cxn ang="0">
                  <a:pos x="connsiteX5379" y="connsiteY5379"/>
                </a:cxn>
                <a:cxn ang="0">
                  <a:pos x="connsiteX5380" y="connsiteY5380"/>
                </a:cxn>
                <a:cxn ang="0">
                  <a:pos x="connsiteX5381" y="connsiteY5381"/>
                </a:cxn>
                <a:cxn ang="0">
                  <a:pos x="connsiteX5382" y="connsiteY5382"/>
                </a:cxn>
                <a:cxn ang="0">
                  <a:pos x="connsiteX5383" y="connsiteY5383"/>
                </a:cxn>
                <a:cxn ang="0">
                  <a:pos x="connsiteX5384" y="connsiteY5384"/>
                </a:cxn>
                <a:cxn ang="0">
                  <a:pos x="connsiteX5385" y="connsiteY5385"/>
                </a:cxn>
                <a:cxn ang="0">
                  <a:pos x="connsiteX5386" y="connsiteY5386"/>
                </a:cxn>
                <a:cxn ang="0">
                  <a:pos x="connsiteX5387" y="connsiteY5387"/>
                </a:cxn>
                <a:cxn ang="0">
                  <a:pos x="connsiteX5388" y="connsiteY5388"/>
                </a:cxn>
                <a:cxn ang="0">
                  <a:pos x="connsiteX5389" y="connsiteY5389"/>
                </a:cxn>
                <a:cxn ang="0">
                  <a:pos x="connsiteX5390" y="connsiteY5390"/>
                </a:cxn>
                <a:cxn ang="0">
                  <a:pos x="connsiteX5391" y="connsiteY5391"/>
                </a:cxn>
                <a:cxn ang="0">
                  <a:pos x="connsiteX5392" y="connsiteY5392"/>
                </a:cxn>
                <a:cxn ang="0">
                  <a:pos x="connsiteX5393" y="connsiteY5393"/>
                </a:cxn>
                <a:cxn ang="0">
                  <a:pos x="connsiteX5394" y="connsiteY5394"/>
                </a:cxn>
                <a:cxn ang="0">
                  <a:pos x="connsiteX5395" y="connsiteY5395"/>
                </a:cxn>
                <a:cxn ang="0">
                  <a:pos x="connsiteX5396" y="connsiteY5396"/>
                </a:cxn>
                <a:cxn ang="0">
                  <a:pos x="connsiteX5397" y="connsiteY5397"/>
                </a:cxn>
                <a:cxn ang="0">
                  <a:pos x="connsiteX5398" y="connsiteY5398"/>
                </a:cxn>
                <a:cxn ang="0">
                  <a:pos x="connsiteX5399" y="connsiteY5399"/>
                </a:cxn>
                <a:cxn ang="0">
                  <a:pos x="connsiteX5400" y="connsiteY5400"/>
                </a:cxn>
                <a:cxn ang="0">
                  <a:pos x="connsiteX5401" y="connsiteY5401"/>
                </a:cxn>
                <a:cxn ang="0">
                  <a:pos x="connsiteX5402" y="connsiteY5402"/>
                </a:cxn>
                <a:cxn ang="0">
                  <a:pos x="connsiteX5403" y="connsiteY5403"/>
                </a:cxn>
                <a:cxn ang="0">
                  <a:pos x="connsiteX5404" y="connsiteY5404"/>
                </a:cxn>
                <a:cxn ang="0">
                  <a:pos x="connsiteX5405" y="connsiteY5405"/>
                </a:cxn>
                <a:cxn ang="0">
                  <a:pos x="connsiteX5406" y="connsiteY5406"/>
                </a:cxn>
                <a:cxn ang="0">
                  <a:pos x="connsiteX5407" y="connsiteY5407"/>
                </a:cxn>
                <a:cxn ang="0">
                  <a:pos x="connsiteX5408" y="connsiteY5408"/>
                </a:cxn>
                <a:cxn ang="0">
                  <a:pos x="connsiteX5409" y="connsiteY5409"/>
                </a:cxn>
                <a:cxn ang="0">
                  <a:pos x="connsiteX5410" y="connsiteY5410"/>
                </a:cxn>
                <a:cxn ang="0">
                  <a:pos x="connsiteX5411" y="connsiteY5411"/>
                </a:cxn>
                <a:cxn ang="0">
                  <a:pos x="connsiteX5412" y="connsiteY5412"/>
                </a:cxn>
                <a:cxn ang="0">
                  <a:pos x="connsiteX5413" y="connsiteY5413"/>
                </a:cxn>
                <a:cxn ang="0">
                  <a:pos x="connsiteX5414" y="connsiteY5414"/>
                </a:cxn>
                <a:cxn ang="0">
                  <a:pos x="connsiteX5415" y="connsiteY5415"/>
                </a:cxn>
                <a:cxn ang="0">
                  <a:pos x="connsiteX5416" y="connsiteY5416"/>
                </a:cxn>
                <a:cxn ang="0">
                  <a:pos x="connsiteX5417" y="connsiteY5417"/>
                </a:cxn>
                <a:cxn ang="0">
                  <a:pos x="connsiteX5418" y="connsiteY5418"/>
                </a:cxn>
                <a:cxn ang="0">
                  <a:pos x="connsiteX5419" y="connsiteY5419"/>
                </a:cxn>
                <a:cxn ang="0">
                  <a:pos x="connsiteX5420" y="connsiteY5420"/>
                </a:cxn>
                <a:cxn ang="0">
                  <a:pos x="connsiteX5421" y="connsiteY5421"/>
                </a:cxn>
                <a:cxn ang="0">
                  <a:pos x="connsiteX5422" y="connsiteY5422"/>
                </a:cxn>
                <a:cxn ang="0">
                  <a:pos x="connsiteX5423" y="connsiteY5423"/>
                </a:cxn>
                <a:cxn ang="0">
                  <a:pos x="connsiteX5424" y="connsiteY5424"/>
                </a:cxn>
                <a:cxn ang="0">
                  <a:pos x="connsiteX5425" y="connsiteY5425"/>
                </a:cxn>
                <a:cxn ang="0">
                  <a:pos x="connsiteX5426" y="connsiteY5426"/>
                </a:cxn>
                <a:cxn ang="0">
                  <a:pos x="connsiteX5427" y="connsiteY5427"/>
                </a:cxn>
                <a:cxn ang="0">
                  <a:pos x="connsiteX5428" y="connsiteY5428"/>
                </a:cxn>
                <a:cxn ang="0">
                  <a:pos x="connsiteX5429" y="connsiteY5429"/>
                </a:cxn>
                <a:cxn ang="0">
                  <a:pos x="connsiteX5430" y="connsiteY5430"/>
                </a:cxn>
                <a:cxn ang="0">
                  <a:pos x="connsiteX5431" y="connsiteY5431"/>
                </a:cxn>
                <a:cxn ang="0">
                  <a:pos x="connsiteX5432" y="connsiteY5432"/>
                </a:cxn>
                <a:cxn ang="0">
                  <a:pos x="connsiteX5433" y="connsiteY5433"/>
                </a:cxn>
                <a:cxn ang="0">
                  <a:pos x="connsiteX5434" y="connsiteY5434"/>
                </a:cxn>
                <a:cxn ang="0">
                  <a:pos x="connsiteX5435" y="connsiteY5435"/>
                </a:cxn>
                <a:cxn ang="0">
                  <a:pos x="connsiteX5436" y="connsiteY5436"/>
                </a:cxn>
                <a:cxn ang="0">
                  <a:pos x="connsiteX5437" y="connsiteY5437"/>
                </a:cxn>
                <a:cxn ang="0">
                  <a:pos x="connsiteX5438" y="connsiteY5438"/>
                </a:cxn>
                <a:cxn ang="0">
                  <a:pos x="connsiteX5439" y="connsiteY5439"/>
                </a:cxn>
                <a:cxn ang="0">
                  <a:pos x="connsiteX5440" y="connsiteY5440"/>
                </a:cxn>
                <a:cxn ang="0">
                  <a:pos x="connsiteX5441" y="connsiteY5441"/>
                </a:cxn>
                <a:cxn ang="0">
                  <a:pos x="connsiteX5442" y="connsiteY5442"/>
                </a:cxn>
                <a:cxn ang="0">
                  <a:pos x="connsiteX5443" y="connsiteY5443"/>
                </a:cxn>
                <a:cxn ang="0">
                  <a:pos x="connsiteX5444" y="connsiteY5444"/>
                </a:cxn>
                <a:cxn ang="0">
                  <a:pos x="connsiteX5445" y="connsiteY5445"/>
                </a:cxn>
                <a:cxn ang="0">
                  <a:pos x="connsiteX5446" y="connsiteY5446"/>
                </a:cxn>
                <a:cxn ang="0">
                  <a:pos x="connsiteX5447" y="connsiteY5447"/>
                </a:cxn>
                <a:cxn ang="0">
                  <a:pos x="connsiteX5448" y="connsiteY5448"/>
                </a:cxn>
                <a:cxn ang="0">
                  <a:pos x="connsiteX5449" y="connsiteY5449"/>
                </a:cxn>
                <a:cxn ang="0">
                  <a:pos x="connsiteX5450" y="connsiteY5450"/>
                </a:cxn>
                <a:cxn ang="0">
                  <a:pos x="connsiteX5451" y="connsiteY5451"/>
                </a:cxn>
                <a:cxn ang="0">
                  <a:pos x="connsiteX5452" y="connsiteY5452"/>
                </a:cxn>
                <a:cxn ang="0">
                  <a:pos x="connsiteX5453" y="connsiteY5453"/>
                </a:cxn>
                <a:cxn ang="0">
                  <a:pos x="connsiteX5454" y="connsiteY5454"/>
                </a:cxn>
                <a:cxn ang="0">
                  <a:pos x="connsiteX5455" y="connsiteY5455"/>
                </a:cxn>
                <a:cxn ang="0">
                  <a:pos x="connsiteX5456" y="connsiteY5456"/>
                </a:cxn>
                <a:cxn ang="0">
                  <a:pos x="connsiteX5457" y="connsiteY5457"/>
                </a:cxn>
                <a:cxn ang="0">
                  <a:pos x="connsiteX5458" y="connsiteY5458"/>
                </a:cxn>
                <a:cxn ang="0">
                  <a:pos x="connsiteX5459" y="connsiteY5459"/>
                </a:cxn>
                <a:cxn ang="0">
                  <a:pos x="connsiteX5460" y="connsiteY5460"/>
                </a:cxn>
                <a:cxn ang="0">
                  <a:pos x="connsiteX5461" y="connsiteY5461"/>
                </a:cxn>
                <a:cxn ang="0">
                  <a:pos x="connsiteX5462" y="connsiteY5462"/>
                </a:cxn>
                <a:cxn ang="0">
                  <a:pos x="connsiteX5463" y="connsiteY5463"/>
                </a:cxn>
                <a:cxn ang="0">
                  <a:pos x="connsiteX5464" y="connsiteY5464"/>
                </a:cxn>
                <a:cxn ang="0">
                  <a:pos x="connsiteX5465" y="connsiteY5465"/>
                </a:cxn>
                <a:cxn ang="0">
                  <a:pos x="connsiteX5466" y="connsiteY5466"/>
                </a:cxn>
                <a:cxn ang="0">
                  <a:pos x="connsiteX5467" y="connsiteY5467"/>
                </a:cxn>
                <a:cxn ang="0">
                  <a:pos x="connsiteX5468" y="connsiteY5468"/>
                </a:cxn>
                <a:cxn ang="0">
                  <a:pos x="connsiteX5469" y="connsiteY5469"/>
                </a:cxn>
                <a:cxn ang="0">
                  <a:pos x="connsiteX5470" y="connsiteY5470"/>
                </a:cxn>
                <a:cxn ang="0">
                  <a:pos x="connsiteX5471" y="connsiteY5471"/>
                </a:cxn>
                <a:cxn ang="0">
                  <a:pos x="connsiteX5472" y="connsiteY5472"/>
                </a:cxn>
                <a:cxn ang="0">
                  <a:pos x="connsiteX5473" y="connsiteY5473"/>
                </a:cxn>
                <a:cxn ang="0">
                  <a:pos x="connsiteX5474" y="connsiteY5474"/>
                </a:cxn>
                <a:cxn ang="0">
                  <a:pos x="connsiteX5475" y="connsiteY5475"/>
                </a:cxn>
                <a:cxn ang="0">
                  <a:pos x="connsiteX5476" y="connsiteY5476"/>
                </a:cxn>
                <a:cxn ang="0">
                  <a:pos x="connsiteX5477" y="connsiteY5477"/>
                </a:cxn>
                <a:cxn ang="0">
                  <a:pos x="connsiteX5478" y="connsiteY5478"/>
                </a:cxn>
                <a:cxn ang="0">
                  <a:pos x="connsiteX5479" y="connsiteY5479"/>
                </a:cxn>
                <a:cxn ang="0">
                  <a:pos x="connsiteX5480" y="connsiteY5480"/>
                </a:cxn>
                <a:cxn ang="0">
                  <a:pos x="connsiteX5481" y="connsiteY5481"/>
                </a:cxn>
                <a:cxn ang="0">
                  <a:pos x="connsiteX5482" y="connsiteY5482"/>
                </a:cxn>
                <a:cxn ang="0">
                  <a:pos x="connsiteX5483" y="connsiteY5483"/>
                </a:cxn>
                <a:cxn ang="0">
                  <a:pos x="connsiteX5484" y="connsiteY5484"/>
                </a:cxn>
                <a:cxn ang="0">
                  <a:pos x="connsiteX5485" y="connsiteY5485"/>
                </a:cxn>
                <a:cxn ang="0">
                  <a:pos x="connsiteX5486" y="connsiteY5486"/>
                </a:cxn>
                <a:cxn ang="0">
                  <a:pos x="connsiteX5487" y="connsiteY5487"/>
                </a:cxn>
                <a:cxn ang="0">
                  <a:pos x="connsiteX5488" y="connsiteY5488"/>
                </a:cxn>
                <a:cxn ang="0">
                  <a:pos x="connsiteX5489" y="connsiteY5489"/>
                </a:cxn>
                <a:cxn ang="0">
                  <a:pos x="connsiteX5490" y="connsiteY5490"/>
                </a:cxn>
                <a:cxn ang="0">
                  <a:pos x="connsiteX5491" y="connsiteY5491"/>
                </a:cxn>
                <a:cxn ang="0">
                  <a:pos x="connsiteX5492" y="connsiteY5492"/>
                </a:cxn>
                <a:cxn ang="0">
                  <a:pos x="connsiteX5493" y="connsiteY5493"/>
                </a:cxn>
                <a:cxn ang="0">
                  <a:pos x="connsiteX5494" y="connsiteY5494"/>
                </a:cxn>
                <a:cxn ang="0">
                  <a:pos x="connsiteX5495" y="connsiteY5495"/>
                </a:cxn>
                <a:cxn ang="0">
                  <a:pos x="connsiteX5496" y="connsiteY5496"/>
                </a:cxn>
                <a:cxn ang="0">
                  <a:pos x="connsiteX5497" y="connsiteY5497"/>
                </a:cxn>
                <a:cxn ang="0">
                  <a:pos x="connsiteX5498" y="connsiteY5498"/>
                </a:cxn>
                <a:cxn ang="0">
                  <a:pos x="connsiteX5499" y="connsiteY5499"/>
                </a:cxn>
                <a:cxn ang="0">
                  <a:pos x="connsiteX5500" y="connsiteY5500"/>
                </a:cxn>
                <a:cxn ang="0">
                  <a:pos x="connsiteX5501" y="connsiteY5501"/>
                </a:cxn>
                <a:cxn ang="0">
                  <a:pos x="connsiteX5502" y="connsiteY5502"/>
                </a:cxn>
                <a:cxn ang="0">
                  <a:pos x="connsiteX5503" y="connsiteY5503"/>
                </a:cxn>
                <a:cxn ang="0">
                  <a:pos x="connsiteX5504" y="connsiteY5504"/>
                </a:cxn>
                <a:cxn ang="0">
                  <a:pos x="connsiteX5505" y="connsiteY5505"/>
                </a:cxn>
                <a:cxn ang="0">
                  <a:pos x="connsiteX5506" y="connsiteY5506"/>
                </a:cxn>
                <a:cxn ang="0">
                  <a:pos x="connsiteX5507" y="connsiteY5507"/>
                </a:cxn>
                <a:cxn ang="0">
                  <a:pos x="connsiteX5508" y="connsiteY5508"/>
                </a:cxn>
                <a:cxn ang="0">
                  <a:pos x="connsiteX5509" y="connsiteY5509"/>
                </a:cxn>
                <a:cxn ang="0">
                  <a:pos x="connsiteX5510" y="connsiteY5510"/>
                </a:cxn>
                <a:cxn ang="0">
                  <a:pos x="connsiteX5511" y="connsiteY5511"/>
                </a:cxn>
                <a:cxn ang="0">
                  <a:pos x="connsiteX5512" y="connsiteY5512"/>
                </a:cxn>
                <a:cxn ang="0">
                  <a:pos x="connsiteX5513" y="connsiteY5513"/>
                </a:cxn>
                <a:cxn ang="0">
                  <a:pos x="connsiteX5514" y="connsiteY5514"/>
                </a:cxn>
                <a:cxn ang="0">
                  <a:pos x="connsiteX5515" y="connsiteY5515"/>
                </a:cxn>
                <a:cxn ang="0">
                  <a:pos x="connsiteX5516" y="connsiteY5516"/>
                </a:cxn>
                <a:cxn ang="0">
                  <a:pos x="connsiteX5517" y="connsiteY5517"/>
                </a:cxn>
                <a:cxn ang="0">
                  <a:pos x="connsiteX5518" y="connsiteY5518"/>
                </a:cxn>
                <a:cxn ang="0">
                  <a:pos x="connsiteX5519" y="connsiteY5519"/>
                </a:cxn>
                <a:cxn ang="0">
                  <a:pos x="connsiteX5520" y="connsiteY5520"/>
                </a:cxn>
                <a:cxn ang="0">
                  <a:pos x="connsiteX5521" y="connsiteY5521"/>
                </a:cxn>
                <a:cxn ang="0">
                  <a:pos x="connsiteX5522" y="connsiteY5522"/>
                </a:cxn>
                <a:cxn ang="0">
                  <a:pos x="connsiteX5523" y="connsiteY5523"/>
                </a:cxn>
                <a:cxn ang="0">
                  <a:pos x="connsiteX5524" y="connsiteY5524"/>
                </a:cxn>
                <a:cxn ang="0">
                  <a:pos x="connsiteX5525" y="connsiteY5525"/>
                </a:cxn>
                <a:cxn ang="0">
                  <a:pos x="connsiteX5526" y="connsiteY5526"/>
                </a:cxn>
                <a:cxn ang="0">
                  <a:pos x="connsiteX5527" y="connsiteY5527"/>
                </a:cxn>
                <a:cxn ang="0">
                  <a:pos x="connsiteX5528" y="connsiteY5528"/>
                </a:cxn>
                <a:cxn ang="0">
                  <a:pos x="connsiteX5529" y="connsiteY5529"/>
                </a:cxn>
                <a:cxn ang="0">
                  <a:pos x="connsiteX5530" y="connsiteY5530"/>
                </a:cxn>
                <a:cxn ang="0">
                  <a:pos x="connsiteX5531" y="connsiteY5531"/>
                </a:cxn>
                <a:cxn ang="0">
                  <a:pos x="connsiteX5532" y="connsiteY5532"/>
                </a:cxn>
                <a:cxn ang="0">
                  <a:pos x="connsiteX5533" y="connsiteY5533"/>
                </a:cxn>
                <a:cxn ang="0">
                  <a:pos x="connsiteX5534" y="connsiteY5534"/>
                </a:cxn>
                <a:cxn ang="0">
                  <a:pos x="connsiteX5535" y="connsiteY5535"/>
                </a:cxn>
                <a:cxn ang="0">
                  <a:pos x="connsiteX5536" y="connsiteY5536"/>
                </a:cxn>
                <a:cxn ang="0">
                  <a:pos x="connsiteX5537" y="connsiteY5537"/>
                </a:cxn>
                <a:cxn ang="0">
                  <a:pos x="connsiteX5538" y="connsiteY5538"/>
                </a:cxn>
                <a:cxn ang="0">
                  <a:pos x="connsiteX5539" y="connsiteY5539"/>
                </a:cxn>
                <a:cxn ang="0">
                  <a:pos x="connsiteX5540" y="connsiteY5540"/>
                </a:cxn>
                <a:cxn ang="0">
                  <a:pos x="connsiteX5541" y="connsiteY5541"/>
                </a:cxn>
                <a:cxn ang="0">
                  <a:pos x="connsiteX5542" y="connsiteY5542"/>
                </a:cxn>
                <a:cxn ang="0">
                  <a:pos x="connsiteX5543" y="connsiteY5543"/>
                </a:cxn>
                <a:cxn ang="0">
                  <a:pos x="connsiteX5544" y="connsiteY5544"/>
                </a:cxn>
                <a:cxn ang="0">
                  <a:pos x="connsiteX5545" y="connsiteY5545"/>
                </a:cxn>
                <a:cxn ang="0">
                  <a:pos x="connsiteX5546" y="connsiteY5546"/>
                </a:cxn>
                <a:cxn ang="0">
                  <a:pos x="connsiteX5547" y="connsiteY5547"/>
                </a:cxn>
                <a:cxn ang="0">
                  <a:pos x="connsiteX5548" y="connsiteY5548"/>
                </a:cxn>
                <a:cxn ang="0">
                  <a:pos x="connsiteX5549" y="connsiteY5549"/>
                </a:cxn>
                <a:cxn ang="0">
                  <a:pos x="connsiteX5550" y="connsiteY5550"/>
                </a:cxn>
                <a:cxn ang="0">
                  <a:pos x="connsiteX5551" y="connsiteY5551"/>
                </a:cxn>
                <a:cxn ang="0">
                  <a:pos x="connsiteX5552" y="connsiteY5552"/>
                </a:cxn>
                <a:cxn ang="0">
                  <a:pos x="connsiteX5553" y="connsiteY5553"/>
                </a:cxn>
                <a:cxn ang="0">
                  <a:pos x="connsiteX5554" y="connsiteY5554"/>
                </a:cxn>
                <a:cxn ang="0">
                  <a:pos x="connsiteX5555" y="connsiteY5555"/>
                </a:cxn>
                <a:cxn ang="0">
                  <a:pos x="connsiteX5556" y="connsiteY5556"/>
                </a:cxn>
                <a:cxn ang="0">
                  <a:pos x="connsiteX5557" y="connsiteY5557"/>
                </a:cxn>
                <a:cxn ang="0">
                  <a:pos x="connsiteX5558" y="connsiteY5558"/>
                </a:cxn>
                <a:cxn ang="0">
                  <a:pos x="connsiteX5559" y="connsiteY5559"/>
                </a:cxn>
                <a:cxn ang="0">
                  <a:pos x="connsiteX5560" y="connsiteY5560"/>
                </a:cxn>
                <a:cxn ang="0">
                  <a:pos x="connsiteX5561" y="connsiteY5561"/>
                </a:cxn>
                <a:cxn ang="0">
                  <a:pos x="connsiteX5562" y="connsiteY5562"/>
                </a:cxn>
                <a:cxn ang="0">
                  <a:pos x="connsiteX5563" y="connsiteY5563"/>
                </a:cxn>
                <a:cxn ang="0">
                  <a:pos x="connsiteX5564" y="connsiteY5564"/>
                </a:cxn>
                <a:cxn ang="0">
                  <a:pos x="connsiteX5565" y="connsiteY5565"/>
                </a:cxn>
                <a:cxn ang="0">
                  <a:pos x="connsiteX5566" y="connsiteY5566"/>
                </a:cxn>
                <a:cxn ang="0">
                  <a:pos x="connsiteX5567" y="connsiteY5567"/>
                </a:cxn>
                <a:cxn ang="0">
                  <a:pos x="connsiteX5568" y="connsiteY5568"/>
                </a:cxn>
                <a:cxn ang="0">
                  <a:pos x="connsiteX5569" y="connsiteY5569"/>
                </a:cxn>
                <a:cxn ang="0">
                  <a:pos x="connsiteX5570" y="connsiteY5570"/>
                </a:cxn>
                <a:cxn ang="0">
                  <a:pos x="connsiteX5571" y="connsiteY5571"/>
                </a:cxn>
                <a:cxn ang="0">
                  <a:pos x="connsiteX5572" y="connsiteY5572"/>
                </a:cxn>
                <a:cxn ang="0">
                  <a:pos x="connsiteX5573" y="connsiteY5573"/>
                </a:cxn>
                <a:cxn ang="0">
                  <a:pos x="connsiteX5574" y="connsiteY5574"/>
                </a:cxn>
                <a:cxn ang="0">
                  <a:pos x="connsiteX5575" y="connsiteY5575"/>
                </a:cxn>
                <a:cxn ang="0">
                  <a:pos x="connsiteX5576" y="connsiteY5576"/>
                </a:cxn>
                <a:cxn ang="0">
                  <a:pos x="connsiteX5577" y="connsiteY5577"/>
                </a:cxn>
                <a:cxn ang="0">
                  <a:pos x="connsiteX5578" y="connsiteY5578"/>
                </a:cxn>
                <a:cxn ang="0">
                  <a:pos x="connsiteX5579" y="connsiteY5579"/>
                </a:cxn>
                <a:cxn ang="0">
                  <a:pos x="connsiteX5580" y="connsiteY5580"/>
                </a:cxn>
                <a:cxn ang="0">
                  <a:pos x="connsiteX5581" y="connsiteY5581"/>
                </a:cxn>
                <a:cxn ang="0">
                  <a:pos x="connsiteX5582" y="connsiteY5582"/>
                </a:cxn>
                <a:cxn ang="0">
                  <a:pos x="connsiteX5583" y="connsiteY5583"/>
                </a:cxn>
                <a:cxn ang="0">
                  <a:pos x="connsiteX5584" y="connsiteY5584"/>
                </a:cxn>
                <a:cxn ang="0">
                  <a:pos x="connsiteX5585" y="connsiteY5585"/>
                </a:cxn>
                <a:cxn ang="0">
                  <a:pos x="connsiteX5586" y="connsiteY5586"/>
                </a:cxn>
                <a:cxn ang="0">
                  <a:pos x="connsiteX5587" y="connsiteY5587"/>
                </a:cxn>
                <a:cxn ang="0">
                  <a:pos x="connsiteX5588" y="connsiteY5588"/>
                </a:cxn>
                <a:cxn ang="0">
                  <a:pos x="connsiteX5589" y="connsiteY5589"/>
                </a:cxn>
                <a:cxn ang="0">
                  <a:pos x="connsiteX5590" y="connsiteY5590"/>
                </a:cxn>
                <a:cxn ang="0">
                  <a:pos x="connsiteX5591" y="connsiteY5591"/>
                </a:cxn>
                <a:cxn ang="0">
                  <a:pos x="connsiteX5592" y="connsiteY5592"/>
                </a:cxn>
                <a:cxn ang="0">
                  <a:pos x="connsiteX5593" y="connsiteY5593"/>
                </a:cxn>
                <a:cxn ang="0">
                  <a:pos x="connsiteX5594" y="connsiteY5594"/>
                </a:cxn>
                <a:cxn ang="0">
                  <a:pos x="connsiteX5595" y="connsiteY5595"/>
                </a:cxn>
                <a:cxn ang="0">
                  <a:pos x="connsiteX5596" y="connsiteY5596"/>
                </a:cxn>
                <a:cxn ang="0">
                  <a:pos x="connsiteX5597" y="connsiteY5597"/>
                </a:cxn>
                <a:cxn ang="0">
                  <a:pos x="connsiteX5598" y="connsiteY5598"/>
                </a:cxn>
                <a:cxn ang="0">
                  <a:pos x="connsiteX5599" y="connsiteY5599"/>
                </a:cxn>
                <a:cxn ang="0">
                  <a:pos x="connsiteX5600" y="connsiteY5600"/>
                </a:cxn>
                <a:cxn ang="0">
                  <a:pos x="connsiteX5601" y="connsiteY5601"/>
                </a:cxn>
                <a:cxn ang="0">
                  <a:pos x="connsiteX5602" y="connsiteY5602"/>
                </a:cxn>
                <a:cxn ang="0">
                  <a:pos x="connsiteX5603" y="connsiteY5603"/>
                </a:cxn>
                <a:cxn ang="0">
                  <a:pos x="connsiteX5604" y="connsiteY5604"/>
                </a:cxn>
                <a:cxn ang="0">
                  <a:pos x="connsiteX5605" y="connsiteY5605"/>
                </a:cxn>
                <a:cxn ang="0">
                  <a:pos x="connsiteX5606" y="connsiteY5606"/>
                </a:cxn>
                <a:cxn ang="0">
                  <a:pos x="connsiteX5607" y="connsiteY5607"/>
                </a:cxn>
                <a:cxn ang="0">
                  <a:pos x="connsiteX5608" y="connsiteY5608"/>
                </a:cxn>
                <a:cxn ang="0">
                  <a:pos x="connsiteX5609" y="connsiteY5609"/>
                </a:cxn>
                <a:cxn ang="0">
                  <a:pos x="connsiteX5610" y="connsiteY5610"/>
                </a:cxn>
                <a:cxn ang="0">
                  <a:pos x="connsiteX5611" y="connsiteY5611"/>
                </a:cxn>
                <a:cxn ang="0">
                  <a:pos x="connsiteX5612" y="connsiteY5612"/>
                </a:cxn>
                <a:cxn ang="0">
                  <a:pos x="connsiteX5613" y="connsiteY5613"/>
                </a:cxn>
                <a:cxn ang="0">
                  <a:pos x="connsiteX5614" y="connsiteY5614"/>
                </a:cxn>
                <a:cxn ang="0">
                  <a:pos x="connsiteX5615" y="connsiteY5615"/>
                </a:cxn>
                <a:cxn ang="0">
                  <a:pos x="connsiteX5616" y="connsiteY5616"/>
                </a:cxn>
                <a:cxn ang="0">
                  <a:pos x="connsiteX5617" y="connsiteY5617"/>
                </a:cxn>
                <a:cxn ang="0">
                  <a:pos x="connsiteX5618" y="connsiteY5618"/>
                </a:cxn>
                <a:cxn ang="0">
                  <a:pos x="connsiteX5619" y="connsiteY5619"/>
                </a:cxn>
                <a:cxn ang="0">
                  <a:pos x="connsiteX5620" y="connsiteY5620"/>
                </a:cxn>
                <a:cxn ang="0">
                  <a:pos x="connsiteX5621" y="connsiteY5621"/>
                </a:cxn>
                <a:cxn ang="0">
                  <a:pos x="connsiteX5622" y="connsiteY5622"/>
                </a:cxn>
                <a:cxn ang="0">
                  <a:pos x="connsiteX5623" y="connsiteY5623"/>
                </a:cxn>
                <a:cxn ang="0">
                  <a:pos x="connsiteX5624" y="connsiteY5624"/>
                </a:cxn>
                <a:cxn ang="0">
                  <a:pos x="connsiteX5625" y="connsiteY5625"/>
                </a:cxn>
                <a:cxn ang="0">
                  <a:pos x="connsiteX5626" y="connsiteY5626"/>
                </a:cxn>
                <a:cxn ang="0">
                  <a:pos x="connsiteX5627" y="connsiteY5627"/>
                </a:cxn>
                <a:cxn ang="0">
                  <a:pos x="connsiteX5628" y="connsiteY5628"/>
                </a:cxn>
                <a:cxn ang="0">
                  <a:pos x="connsiteX5629" y="connsiteY5629"/>
                </a:cxn>
                <a:cxn ang="0">
                  <a:pos x="connsiteX5630" y="connsiteY5630"/>
                </a:cxn>
                <a:cxn ang="0">
                  <a:pos x="connsiteX5631" y="connsiteY5631"/>
                </a:cxn>
                <a:cxn ang="0">
                  <a:pos x="connsiteX5632" y="connsiteY5632"/>
                </a:cxn>
                <a:cxn ang="0">
                  <a:pos x="connsiteX5633" y="connsiteY5633"/>
                </a:cxn>
                <a:cxn ang="0">
                  <a:pos x="connsiteX5634" y="connsiteY5634"/>
                </a:cxn>
                <a:cxn ang="0">
                  <a:pos x="connsiteX5635" y="connsiteY5635"/>
                </a:cxn>
                <a:cxn ang="0">
                  <a:pos x="connsiteX5636" y="connsiteY5636"/>
                </a:cxn>
                <a:cxn ang="0">
                  <a:pos x="connsiteX5637" y="connsiteY5637"/>
                </a:cxn>
                <a:cxn ang="0">
                  <a:pos x="connsiteX5638" y="connsiteY5638"/>
                </a:cxn>
                <a:cxn ang="0">
                  <a:pos x="connsiteX5639" y="connsiteY5639"/>
                </a:cxn>
                <a:cxn ang="0">
                  <a:pos x="connsiteX5640" y="connsiteY5640"/>
                </a:cxn>
                <a:cxn ang="0">
                  <a:pos x="connsiteX5641" y="connsiteY5641"/>
                </a:cxn>
                <a:cxn ang="0">
                  <a:pos x="connsiteX5642" y="connsiteY5642"/>
                </a:cxn>
                <a:cxn ang="0">
                  <a:pos x="connsiteX5643" y="connsiteY5643"/>
                </a:cxn>
                <a:cxn ang="0">
                  <a:pos x="connsiteX5644" y="connsiteY5644"/>
                </a:cxn>
                <a:cxn ang="0">
                  <a:pos x="connsiteX5645" y="connsiteY5645"/>
                </a:cxn>
                <a:cxn ang="0">
                  <a:pos x="connsiteX5646" y="connsiteY5646"/>
                </a:cxn>
                <a:cxn ang="0">
                  <a:pos x="connsiteX5647" y="connsiteY5647"/>
                </a:cxn>
                <a:cxn ang="0">
                  <a:pos x="connsiteX5648" y="connsiteY5648"/>
                </a:cxn>
                <a:cxn ang="0">
                  <a:pos x="connsiteX5649" y="connsiteY5649"/>
                </a:cxn>
                <a:cxn ang="0">
                  <a:pos x="connsiteX5650" y="connsiteY5650"/>
                </a:cxn>
                <a:cxn ang="0">
                  <a:pos x="connsiteX5651" y="connsiteY5651"/>
                </a:cxn>
                <a:cxn ang="0">
                  <a:pos x="connsiteX5652" y="connsiteY5652"/>
                </a:cxn>
                <a:cxn ang="0">
                  <a:pos x="connsiteX5653" y="connsiteY5653"/>
                </a:cxn>
                <a:cxn ang="0">
                  <a:pos x="connsiteX5654" y="connsiteY5654"/>
                </a:cxn>
                <a:cxn ang="0">
                  <a:pos x="connsiteX5655" y="connsiteY5655"/>
                </a:cxn>
                <a:cxn ang="0">
                  <a:pos x="connsiteX5656" y="connsiteY5656"/>
                </a:cxn>
                <a:cxn ang="0">
                  <a:pos x="connsiteX5657" y="connsiteY5657"/>
                </a:cxn>
                <a:cxn ang="0">
                  <a:pos x="connsiteX5658" y="connsiteY5658"/>
                </a:cxn>
                <a:cxn ang="0">
                  <a:pos x="connsiteX5659" y="connsiteY5659"/>
                </a:cxn>
                <a:cxn ang="0">
                  <a:pos x="connsiteX5660" y="connsiteY5660"/>
                </a:cxn>
                <a:cxn ang="0">
                  <a:pos x="connsiteX5661" y="connsiteY5661"/>
                </a:cxn>
                <a:cxn ang="0">
                  <a:pos x="connsiteX5662" y="connsiteY5662"/>
                </a:cxn>
                <a:cxn ang="0">
                  <a:pos x="connsiteX5663" y="connsiteY5663"/>
                </a:cxn>
                <a:cxn ang="0">
                  <a:pos x="connsiteX5664" y="connsiteY5664"/>
                </a:cxn>
                <a:cxn ang="0">
                  <a:pos x="connsiteX5665" y="connsiteY5665"/>
                </a:cxn>
                <a:cxn ang="0">
                  <a:pos x="connsiteX5666" y="connsiteY5666"/>
                </a:cxn>
                <a:cxn ang="0">
                  <a:pos x="connsiteX5667" y="connsiteY5667"/>
                </a:cxn>
                <a:cxn ang="0">
                  <a:pos x="connsiteX5668" y="connsiteY5668"/>
                </a:cxn>
                <a:cxn ang="0">
                  <a:pos x="connsiteX5669" y="connsiteY5669"/>
                </a:cxn>
                <a:cxn ang="0">
                  <a:pos x="connsiteX5670" y="connsiteY5670"/>
                </a:cxn>
                <a:cxn ang="0">
                  <a:pos x="connsiteX5671" y="connsiteY5671"/>
                </a:cxn>
                <a:cxn ang="0">
                  <a:pos x="connsiteX5672" y="connsiteY5672"/>
                </a:cxn>
                <a:cxn ang="0">
                  <a:pos x="connsiteX5673" y="connsiteY5673"/>
                </a:cxn>
                <a:cxn ang="0">
                  <a:pos x="connsiteX5674" y="connsiteY5674"/>
                </a:cxn>
                <a:cxn ang="0">
                  <a:pos x="connsiteX5675" y="connsiteY5675"/>
                </a:cxn>
                <a:cxn ang="0">
                  <a:pos x="connsiteX5676" y="connsiteY5676"/>
                </a:cxn>
                <a:cxn ang="0">
                  <a:pos x="connsiteX5677" y="connsiteY5677"/>
                </a:cxn>
                <a:cxn ang="0">
                  <a:pos x="connsiteX5678" y="connsiteY5678"/>
                </a:cxn>
                <a:cxn ang="0">
                  <a:pos x="connsiteX5679" y="connsiteY5679"/>
                </a:cxn>
                <a:cxn ang="0">
                  <a:pos x="connsiteX5680" y="connsiteY5680"/>
                </a:cxn>
                <a:cxn ang="0">
                  <a:pos x="connsiteX5681" y="connsiteY5681"/>
                </a:cxn>
                <a:cxn ang="0">
                  <a:pos x="connsiteX5682" y="connsiteY5682"/>
                </a:cxn>
                <a:cxn ang="0">
                  <a:pos x="connsiteX5683" y="connsiteY5683"/>
                </a:cxn>
                <a:cxn ang="0">
                  <a:pos x="connsiteX5684" y="connsiteY5684"/>
                </a:cxn>
                <a:cxn ang="0">
                  <a:pos x="connsiteX5685" y="connsiteY5685"/>
                </a:cxn>
                <a:cxn ang="0">
                  <a:pos x="connsiteX5686" y="connsiteY5686"/>
                </a:cxn>
                <a:cxn ang="0">
                  <a:pos x="connsiteX5687" y="connsiteY5687"/>
                </a:cxn>
                <a:cxn ang="0">
                  <a:pos x="connsiteX5688" y="connsiteY5688"/>
                </a:cxn>
                <a:cxn ang="0">
                  <a:pos x="connsiteX5689" y="connsiteY5689"/>
                </a:cxn>
                <a:cxn ang="0">
                  <a:pos x="connsiteX5690" y="connsiteY5690"/>
                </a:cxn>
                <a:cxn ang="0">
                  <a:pos x="connsiteX5691" y="connsiteY5691"/>
                </a:cxn>
                <a:cxn ang="0">
                  <a:pos x="connsiteX5692" y="connsiteY5692"/>
                </a:cxn>
                <a:cxn ang="0">
                  <a:pos x="connsiteX5693" y="connsiteY5693"/>
                </a:cxn>
                <a:cxn ang="0">
                  <a:pos x="connsiteX5694" y="connsiteY5694"/>
                </a:cxn>
                <a:cxn ang="0">
                  <a:pos x="connsiteX5695" y="connsiteY5695"/>
                </a:cxn>
                <a:cxn ang="0">
                  <a:pos x="connsiteX5696" y="connsiteY5696"/>
                </a:cxn>
                <a:cxn ang="0">
                  <a:pos x="connsiteX5697" y="connsiteY5697"/>
                </a:cxn>
                <a:cxn ang="0">
                  <a:pos x="connsiteX5698" y="connsiteY5698"/>
                </a:cxn>
                <a:cxn ang="0">
                  <a:pos x="connsiteX5699" y="connsiteY5699"/>
                </a:cxn>
                <a:cxn ang="0">
                  <a:pos x="connsiteX5700" y="connsiteY5700"/>
                </a:cxn>
                <a:cxn ang="0">
                  <a:pos x="connsiteX5701" y="connsiteY5701"/>
                </a:cxn>
                <a:cxn ang="0">
                  <a:pos x="connsiteX5702" y="connsiteY5702"/>
                </a:cxn>
                <a:cxn ang="0">
                  <a:pos x="connsiteX5703" y="connsiteY5703"/>
                </a:cxn>
                <a:cxn ang="0">
                  <a:pos x="connsiteX5704" y="connsiteY5704"/>
                </a:cxn>
                <a:cxn ang="0">
                  <a:pos x="connsiteX5705" y="connsiteY5705"/>
                </a:cxn>
                <a:cxn ang="0">
                  <a:pos x="connsiteX5706" y="connsiteY5706"/>
                </a:cxn>
                <a:cxn ang="0">
                  <a:pos x="connsiteX5707" y="connsiteY5707"/>
                </a:cxn>
                <a:cxn ang="0">
                  <a:pos x="connsiteX5708" y="connsiteY5708"/>
                </a:cxn>
                <a:cxn ang="0">
                  <a:pos x="connsiteX5709" y="connsiteY5709"/>
                </a:cxn>
                <a:cxn ang="0">
                  <a:pos x="connsiteX5710" y="connsiteY5710"/>
                </a:cxn>
                <a:cxn ang="0">
                  <a:pos x="connsiteX5711" y="connsiteY5711"/>
                </a:cxn>
                <a:cxn ang="0">
                  <a:pos x="connsiteX5712" y="connsiteY5712"/>
                </a:cxn>
                <a:cxn ang="0">
                  <a:pos x="connsiteX5713" y="connsiteY5713"/>
                </a:cxn>
                <a:cxn ang="0">
                  <a:pos x="connsiteX5714" y="connsiteY5714"/>
                </a:cxn>
                <a:cxn ang="0">
                  <a:pos x="connsiteX5715" y="connsiteY5715"/>
                </a:cxn>
                <a:cxn ang="0">
                  <a:pos x="connsiteX5716" y="connsiteY5716"/>
                </a:cxn>
                <a:cxn ang="0">
                  <a:pos x="connsiteX5717" y="connsiteY5717"/>
                </a:cxn>
                <a:cxn ang="0">
                  <a:pos x="connsiteX5718" y="connsiteY5718"/>
                </a:cxn>
                <a:cxn ang="0">
                  <a:pos x="connsiteX5719" y="connsiteY5719"/>
                </a:cxn>
                <a:cxn ang="0">
                  <a:pos x="connsiteX5720" y="connsiteY5720"/>
                </a:cxn>
                <a:cxn ang="0">
                  <a:pos x="connsiteX5721" y="connsiteY5721"/>
                </a:cxn>
                <a:cxn ang="0">
                  <a:pos x="connsiteX5722" y="connsiteY5722"/>
                </a:cxn>
                <a:cxn ang="0">
                  <a:pos x="connsiteX5723" y="connsiteY5723"/>
                </a:cxn>
                <a:cxn ang="0">
                  <a:pos x="connsiteX5724" y="connsiteY5724"/>
                </a:cxn>
                <a:cxn ang="0">
                  <a:pos x="connsiteX5725" y="connsiteY5725"/>
                </a:cxn>
                <a:cxn ang="0">
                  <a:pos x="connsiteX5726" y="connsiteY5726"/>
                </a:cxn>
                <a:cxn ang="0">
                  <a:pos x="connsiteX5727" y="connsiteY5727"/>
                </a:cxn>
                <a:cxn ang="0">
                  <a:pos x="connsiteX5728" y="connsiteY5728"/>
                </a:cxn>
                <a:cxn ang="0">
                  <a:pos x="connsiteX5729" y="connsiteY5729"/>
                </a:cxn>
                <a:cxn ang="0">
                  <a:pos x="connsiteX5730" y="connsiteY5730"/>
                </a:cxn>
                <a:cxn ang="0">
                  <a:pos x="connsiteX5731" y="connsiteY5731"/>
                </a:cxn>
                <a:cxn ang="0">
                  <a:pos x="connsiteX5732" y="connsiteY5732"/>
                </a:cxn>
                <a:cxn ang="0">
                  <a:pos x="connsiteX5733" y="connsiteY5733"/>
                </a:cxn>
                <a:cxn ang="0">
                  <a:pos x="connsiteX5734" y="connsiteY5734"/>
                </a:cxn>
                <a:cxn ang="0">
                  <a:pos x="connsiteX5735" y="connsiteY5735"/>
                </a:cxn>
                <a:cxn ang="0">
                  <a:pos x="connsiteX5736" y="connsiteY5736"/>
                </a:cxn>
                <a:cxn ang="0">
                  <a:pos x="connsiteX5737" y="connsiteY5737"/>
                </a:cxn>
                <a:cxn ang="0">
                  <a:pos x="connsiteX5738" y="connsiteY5738"/>
                </a:cxn>
                <a:cxn ang="0">
                  <a:pos x="connsiteX5739" y="connsiteY5739"/>
                </a:cxn>
                <a:cxn ang="0">
                  <a:pos x="connsiteX5740" y="connsiteY5740"/>
                </a:cxn>
                <a:cxn ang="0">
                  <a:pos x="connsiteX5741" y="connsiteY5741"/>
                </a:cxn>
                <a:cxn ang="0">
                  <a:pos x="connsiteX5742" y="connsiteY5742"/>
                </a:cxn>
                <a:cxn ang="0">
                  <a:pos x="connsiteX5743" y="connsiteY5743"/>
                </a:cxn>
                <a:cxn ang="0">
                  <a:pos x="connsiteX5744" y="connsiteY5744"/>
                </a:cxn>
                <a:cxn ang="0">
                  <a:pos x="connsiteX5745" y="connsiteY5745"/>
                </a:cxn>
                <a:cxn ang="0">
                  <a:pos x="connsiteX5746" y="connsiteY5746"/>
                </a:cxn>
                <a:cxn ang="0">
                  <a:pos x="connsiteX5747" y="connsiteY5747"/>
                </a:cxn>
                <a:cxn ang="0">
                  <a:pos x="connsiteX5748" y="connsiteY5748"/>
                </a:cxn>
                <a:cxn ang="0">
                  <a:pos x="connsiteX5749" y="connsiteY5749"/>
                </a:cxn>
                <a:cxn ang="0">
                  <a:pos x="connsiteX5750" y="connsiteY5750"/>
                </a:cxn>
                <a:cxn ang="0">
                  <a:pos x="connsiteX5751" y="connsiteY5751"/>
                </a:cxn>
                <a:cxn ang="0">
                  <a:pos x="connsiteX5752" y="connsiteY5752"/>
                </a:cxn>
                <a:cxn ang="0">
                  <a:pos x="connsiteX5753" y="connsiteY5753"/>
                </a:cxn>
                <a:cxn ang="0">
                  <a:pos x="connsiteX5754" y="connsiteY5754"/>
                </a:cxn>
                <a:cxn ang="0">
                  <a:pos x="connsiteX5755" y="connsiteY5755"/>
                </a:cxn>
                <a:cxn ang="0">
                  <a:pos x="connsiteX5756" y="connsiteY5756"/>
                </a:cxn>
                <a:cxn ang="0">
                  <a:pos x="connsiteX5757" y="connsiteY5757"/>
                </a:cxn>
                <a:cxn ang="0">
                  <a:pos x="connsiteX5758" y="connsiteY5758"/>
                </a:cxn>
                <a:cxn ang="0">
                  <a:pos x="connsiteX5759" y="connsiteY5759"/>
                </a:cxn>
                <a:cxn ang="0">
                  <a:pos x="connsiteX5760" y="connsiteY5760"/>
                </a:cxn>
                <a:cxn ang="0">
                  <a:pos x="connsiteX5761" y="connsiteY5761"/>
                </a:cxn>
                <a:cxn ang="0">
                  <a:pos x="connsiteX5762" y="connsiteY5762"/>
                </a:cxn>
                <a:cxn ang="0">
                  <a:pos x="connsiteX5763" y="connsiteY5763"/>
                </a:cxn>
                <a:cxn ang="0">
                  <a:pos x="connsiteX5764" y="connsiteY5764"/>
                </a:cxn>
                <a:cxn ang="0">
                  <a:pos x="connsiteX5765" y="connsiteY5765"/>
                </a:cxn>
                <a:cxn ang="0">
                  <a:pos x="connsiteX5766" y="connsiteY5766"/>
                </a:cxn>
                <a:cxn ang="0">
                  <a:pos x="connsiteX5767" y="connsiteY5767"/>
                </a:cxn>
                <a:cxn ang="0">
                  <a:pos x="connsiteX5768" y="connsiteY5768"/>
                </a:cxn>
                <a:cxn ang="0">
                  <a:pos x="connsiteX5769" y="connsiteY5769"/>
                </a:cxn>
                <a:cxn ang="0">
                  <a:pos x="connsiteX5770" y="connsiteY5770"/>
                </a:cxn>
                <a:cxn ang="0">
                  <a:pos x="connsiteX5771" y="connsiteY5771"/>
                </a:cxn>
                <a:cxn ang="0">
                  <a:pos x="connsiteX5772" y="connsiteY5772"/>
                </a:cxn>
                <a:cxn ang="0">
                  <a:pos x="connsiteX5773" y="connsiteY5773"/>
                </a:cxn>
                <a:cxn ang="0">
                  <a:pos x="connsiteX5774" y="connsiteY5774"/>
                </a:cxn>
                <a:cxn ang="0">
                  <a:pos x="connsiteX5775" y="connsiteY5775"/>
                </a:cxn>
                <a:cxn ang="0">
                  <a:pos x="connsiteX5776" y="connsiteY5776"/>
                </a:cxn>
                <a:cxn ang="0">
                  <a:pos x="connsiteX5777" y="connsiteY5777"/>
                </a:cxn>
                <a:cxn ang="0">
                  <a:pos x="connsiteX5778" y="connsiteY5778"/>
                </a:cxn>
                <a:cxn ang="0">
                  <a:pos x="connsiteX5779" y="connsiteY5779"/>
                </a:cxn>
                <a:cxn ang="0">
                  <a:pos x="connsiteX5780" y="connsiteY5780"/>
                </a:cxn>
                <a:cxn ang="0">
                  <a:pos x="connsiteX5781" y="connsiteY5781"/>
                </a:cxn>
                <a:cxn ang="0">
                  <a:pos x="connsiteX5782" y="connsiteY5782"/>
                </a:cxn>
                <a:cxn ang="0">
                  <a:pos x="connsiteX5783" y="connsiteY5783"/>
                </a:cxn>
                <a:cxn ang="0">
                  <a:pos x="connsiteX5784" y="connsiteY5784"/>
                </a:cxn>
                <a:cxn ang="0">
                  <a:pos x="connsiteX5785" y="connsiteY5785"/>
                </a:cxn>
                <a:cxn ang="0">
                  <a:pos x="connsiteX5786" y="connsiteY5786"/>
                </a:cxn>
                <a:cxn ang="0">
                  <a:pos x="connsiteX5787" y="connsiteY5787"/>
                </a:cxn>
                <a:cxn ang="0">
                  <a:pos x="connsiteX5788" y="connsiteY5788"/>
                </a:cxn>
                <a:cxn ang="0">
                  <a:pos x="connsiteX5789" y="connsiteY5789"/>
                </a:cxn>
                <a:cxn ang="0">
                  <a:pos x="connsiteX5790" y="connsiteY5790"/>
                </a:cxn>
                <a:cxn ang="0">
                  <a:pos x="connsiteX5791" y="connsiteY5791"/>
                </a:cxn>
                <a:cxn ang="0">
                  <a:pos x="connsiteX5792" y="connsiteY5792"/>
                </a:cxn>
                <a:cxn ang="0">
                  <a:pos x="connsiteX5793" y="connsiteY5793"/>
                </a:cxn>
                <a:cxn ang="0">
                  <a:pos x="connsiteX5794" y="connsiteY5794"/>
                </a:cxn>
                <a:cxn ang="0">
                  <a:pos x="connsiteX5795" y="connsiteY5795"/>
                </a:cxn>
                <a:cxn ang="0">
                  <a:pos x="connsiteX5796" y="connsiteY5796"/>
                </a:cxn>
                <a:cxn ang="0">
                  <a:pos x="connsiteX5797" y="connsiteY5797"/>
                </a:cxn>
                <a:cxn ang="0">
                  <a:pos x="connsiteX5798" y="connsiteY5798"/>
                </a:cxn>
                <a:cxn ang="0">
                  <a:pos x="connsiteX5799" y="connsiteY5799"/>
                </a:cxn>
                <a:cxn ang="0">
                  <a:pos x="connsiteX5800" y="connsiteY5800"/>
                </a:cxn>
                <a:cxn ang="0">
                  <a:pos x="connsiteX5801" y="connsiteY5801"/>
                </a:cxn>
                <a:cxn ang="0">
                  <a:pos x="connsiteX5802" y="connsiteY5802"/>
                </a:cxn>
                <a:cxn ang="0">
                  <a:pos x="connsiteX5803" y="connsiteY5803"/>
                </a:cxn>
                <a:cxn ang="0">
                  <a:pos x="connsiteX5804" y="connsiteY5804"/>
                </a:cxn>
                <a:cxn ang="0">
                  <a:pos x="connsiteX5805" y="connsiteY5805"/>
                </a:cxn>
                <a:cxn ang="0">
                  <a:pos x="connsiteX5806" y="connsiteY5806"/>
                </a:cxn>
                <a:cxn ang="0">
                  <a:pos x="connsiteX5807" y="connsiteY5807"/>
                </a:cxn>
                <a:cxn ang="0">
                  <a:pos x="connsiteX5808" y="connsiteY5808"/>
                </a:cxn>
                <a:cxn ang="0">
                  <a:pos x="connsiteX5809" y="connsiteY5809"/>
                </a:cxn>
                <a:cxn ang="0">
                  <a:pos x="connsiteX5810" y="connsiteY5810"/>
                </a:cxn>
                <a:cxn ang="0">
                  <a:pos x="connsiteX5811" y="connsiteY5811"/>
                </a:cxn>
                <a:cxn ang="0">
                  <a:pos x="connsiteX5812" y="connsiteY5812"/>
                </a:cxn>
                <a:cxn ang="0">
                  <a:pos x="connsiteX5813" y="connsiteY5813"/>
                </a:cxn>
                <a:cxn ang="0">
                  <a:pos x="connsiteX5814" y="connsiteY5814"/>
                </a:cxn>
                <a:cxn ang="0">
                  <a:pos x="connsiteX5815" y="connsiteY5815"/>
                </a:cxn>
                <a:cxn ang="0">
                  <a:pos x="connsiteX5816" y="connsiteY5816"/>
                </a:cxn>
                <a:cxn ang="0">
                  <a:pos x="connsiteX5817" y="connsiteY5817"/>
                </a:cxn>
                <a:cxn ang="0">
                  <a:pos x="connsiteX5818" y="connsiteY5818"/>
                </a:cxn>
                <a:cxn ang="0">
                  <a:pos x="connsiteX5819" y="connsiteY5819"/>
                </a:cxn>
                <a:cxn ang="0">
                  <a:pos x="connsiteX5820" y="connsiteY5820"/>
                </a:cxn>
                <a:cxn ang="0">
                  <a:pos x="connsiteX5821" y="connsiteY5821"/>
                </a:cxn>
                <a:cxn ang="0">
                  <a:pos x="connsiteX5822" y="connsiteY5822"/>
                </a:cxn>
                <a:cxn ang="0">
                  <a:pos x="connsiteX5823" y="connsiteY5823"/>
                </a:cxn>
                <a:cxn ang="0">
                  <a:pos x="connsiteX5824" y="connsiteY5824"/>
                </a:cxn>
                <a:cxn ang="0">
                  <a:pos x="connsiteX5825" y="connsiteY5825"/>
                </a:cxn>
                <a:cxn ang="0">
                  <a:pos x="connsiteX5826" y="connsiteY5826"/>
                </a:cxn>
                <a:cxn ang="0">
                  <a:pos x="connsiteX5827" y="connsiteY5827"/>
                </a:cxn>
                <a:cxn ang="0">
                  <a:pos x="connsiteX5828" y="connsiteY5828"/>
                </a:cxn>
                <a:cxn ang="0">
                  <a:pos x="connsiteX5829" y="connsiteY5829"/>
                </a:cxn>
                <a:cxn ang="0">
                  <a:pos x="connsiteX5830" y="connsiteY5830"/>
                </a:cxn>
                <a:cxn ang="0">
                  <a:pos x="connsiteX5831" y="connsiteY5831"/>
                </a:cxn>
                <a:cxn ang="0">
                  <a:pos x="connsiteX5832" y="connsiteY5832"/>
                </a:cxn>
                <a:cxn ang="0">
                  <a:pos x="connsiteX5833" y="connsiteY5833"/>
                </a:cxn>
                <a:cxn ang="0">
                  <a:pos x="connsiteX5834" y="connsiteY5834"/>
                </a:cxn>
                <a:cxn ang="0">
                  <a:pos x="connsiteX5835" y="connsiteY5835"/>
                </a:cxn>
                <a:cxn ang="0">
                  <a:pos x="connsiteX5836" y="connsiteY5836"/>
                </a:cxn>
                <a:cxn ang="0">
                  <a:pos x="connsiteX5837" y="connsiteY5837"/>
                </a:cxn>
                <a:cxn ang="0">
                  <a:pos x="connsiteX5838" y="connsiteY5838"/>
                </a:cxn>
                <a:cxn ang="0">
                  <a:pos x="connsiteX5839" y="connsiteY5839"/>
                </a:cxn>
                <a:cxn ang="0">
                  <a:pos x="connsiteX5840" y="connsiteY5840"/>
                </a:cxn>
                <a:cxn ang="0">
                  <a:pos x="connsiteX5841" y="connsiteY5841"/>
                </a:cxn>
                <a:cxn ang="0">
                  <a:pos x="connsiteX5842" y="connsiteY5842"/>
                </a:cxn>
                <a:cxn ang="0">
                  <a:pos x="connsiteX5843" y="connsiteY5843"/>
                </a:cxn>
                <a:cxn ang="0">
                  <a:pos x="connsiteX5844" y="connsiteY5844"/>
                </a:cxn>
                <a:cxn ang="0">
                  <a:pos x="connsiteX5845" y="connsiteY5845"/>
                </a:cxn>
                <a:cxn ang="0">
                  <a:pos x="connsiteX5846" y="connsiteY5846"/>
                </a:cxn>
                <a:cxn ang="0">
                  <a:pos x="connsiteX5847" y="connsiteY5847"/>
                </a:cxn>
                <a:cxn ang="0">
                  <a:pos x="connsiteX5848" y="connsiteY5848"/>
                </a:cxn>
                <a:cxn ang="0">
                  <a:pos x="connsiteX5849" y="connsiteY5849"/>
                </a:cxn>
                <a:cxn ang="0">
                  <a:pos x="connsiteX5850" y="connsiteY5850"/>
                </a:cxn>
                <a:cxn ang="0">
                  <a:pos x="connsiteX5851" y="connsiteY5851"/>
                </a:cxn>
                <a:cxn ang="0">
                  <a:pos x="connsiteX5852" y="connsiteY5852"/>
                </a:cxn>
                <a:cxn ang="0">
                  <a:pos x="connsiteX5853" y="connsiteY5853"/>
                </a:cxn>
                <a:cxn ang="0">
                  <a:pos x="connsiteX5854" y="connsiteY5854"/>
                </a:cxn>
                <a:cxn ang="0">
                  <a:pos x="connsiteX5855" y="connsiteY5855"/>
                </a:cxn>
                <a:cxn ang="0">
                  <a:pos x="connsiteX5856" y="connsiteY5856"/>
                </a:cxn>
                <a:cxn ang="0">
                  <a:pos x="connsiteX5857" y="connsiteY5857"/>
                </a:cxn>
                <a:cxn ang="0">
                  <a:pos x="connsiteX5858" y="connsiteY5858"/>
                </a:cxn>
                <a:cxn ang="0">
                  <a:pos x="connsiteX5859" y="connsiteY5859"/>
                </a:cxn>
                <a:cxn ang="0">
                  <a:pos x="connsiteX5860" y="connsiteY5860"/>
                </a:cxn>
                <a:cxn ang="0">
                  <a:pos x="connsiteX5861" y="connsiteY5861"/>
                </a:cxn>
                <a:cxn ang="0">
                  <a:pos x="connsiteX5862" y="connsiteY5862"/>
                </a:cxn>
                <a:cxn ang="0">
                  <a:pos x="connsiteX5863" y="connsiteY5863"/>
                </a:cxn>
                <a:cxn ang="0">
                  <a:pos x="connsiteX5864" y="connsiteY5864"/>
                </a:cxn>
                <a:cxn ang="0">
                  <a:pos x="connsiteX5865" y="connsiteY5865"/>
                </a:cxn>
                <a:cxn ang="0">
                  <a:pos x="connsiteX5866" y="connsiteY5866"/>
                </a:cxn>
                <a:cxn ang="0">
                  <a:pos x="connsiteX5867" y="connsiteY5867"/>
                </a:cxn>
                <a:cxn ang="0">
                  <a:pos x="connsiteX5868" y="connsiteY5868"/>
                </a:cxn>
                <a:cxn ang="0">
                  <a:pos x="connsiteX5869" y="connsiteY5869"/>
                </a:cxn>
                <a:cxn ang="0">
                  <a:pos x="connsiteX5870" y="connsiteY5870"/>
                </a:cxn>
                <a:cxn ang="0">
                  <a:pos x="connsiteX5871" y="connsiteY5871"/>
                </a:cxn>
                <a:cxn ang="0">
                  <a:pos x="connsiteX5872" y="connsiteY5872"/>
                </a:cxn>
                <a:cxn ang="0">
                  <a:pos x="connsiteX5873" y="connsiteY5873"/>
                </a:cxn>
                <a:cxn ang="0">
                  <a:pos x="connsiteX5874" y="connsiteY5874"/>
                </a:cxn>
                <a:cxn ang="0">
                  <a:pos x="connsiteX5875" y="connsiteY5875"/>
                </a:cxn>
                <a:cxn ang="0">
                  <a:pos x="connsiteX5876" y="connsiteY5876"/>
                </a:cxn>
                <a:cxn ang="0">
                  <a:pos x="connsiteX5877" y="connsiteY5877"/>
                </a:cxn>
                <a:cxn ang="0">
                  <a:pos x="connsiteX5878" y="connsiteY5878"/>
                </a:cxn>
                <a:cxn ang="0">
                  <a:pos x="connsiteX5879" y="connsiteY5879"/>
                </a:cxn>
                <a:cxn ang="0">
                  <a:pos x="connsiteX5880" y="connsiteY5880"/>
                </a:cxn>
                <a:cxn ang="0">
                  <a:pos x="connsiteX5881" y="connsiteY5881"/>
                </a:cxn>
                <a:cxn ang="0">
                  <a:pos x="connsiteX5882" y="connsiteY5882"/>
                </a:cxn>
                <a:cxn ang="0">
                  <a:pos x="connsiteX5883" y="connsiteY5883"/>
                </a:cxn>
                <a:cxn ang="0">
                  <a:pos x="connsiteX5884" y="connsiteY5884"/>
                </a:cxn>
                <a:cxn ang="0">
                  <a:pos x="connsiteX5885" y="connsiteY5885"/>
                </a:cxn>
                <a:cxn ang="0">
                  <a:pos x="connsiteX5886" y="connsiteY5886"/>
                </a:cxn>
                <a:cxn ang="0">
                  <a:pos x="connsiteX5887" y="connsiteY5887"/>
                </a:cxn>
                <a:cxn ang="0">
                  <a:pos x="connsiteX5888" y="connsiteY5888"/>
                </a:cxn>
                <a:cxn ang="0">
                  <a:pos x="connsiteX5889" y="connsiteY5889"/>
                </a:cxn>
                <a:cxn ang="0">
                  <a:pos x="connsiteX5890" y="connsiteY5890"/>
                </a:cxn>
                <a:cxn ang="0">
                  <a:pos x="connsiteX5891" y="connsiteY5891"/>
                </a:cxn>
                <a:cxn ang="0">
                  <a:pos x="connsiteX5892" y="connsiteY5892"/>
                </a:cxn>
                <a:cxn ang="0">
                  <a:pos x="connsiteX5893" y="connsiteY5893"/>
                </a:cxn>
                <a:cxn ang="0">
                  <a:pos x="connsiteX5894" y="connsiteY5894"/>
                </a:cxn>
                <a:cxn ang="0">
                  <a:pos x="connsiteX5895" y="connsiteY5895"/>
                </a:cxn>
                <a:cxn ang="0">
                  <a:pos x="connsiteX5896" y="connsiteY5896"/>
                </a:cxn>
                <a:cxn ang="0">
                  <a:pos x="connsiteX5897" y="connsiteY5897"/>
                </a:cxn>
                <a:cxn ang="0">
                  <a:pos x="connsiteX5898" y="connsiteY5898"/>
                </a:cxn>
                <a:cxn ang="0">
                  <a:pos x="connsiteX5899" y="connsiteY5899"/>
                </a:cxn>
                <a:cxn ang="0">
                  <a:pos x="connsiteX5900" y="connsiteY5900"/>
                </a:cxn>
                <a:cxn ang="0">
                  <a:pos x="connsiteX5901" y="connsiteY5901"/>
                </a:cxn>
                <a:cxn ang="0">
                  <a:pos x="connsiteX5902" y="connsiteY5902"/>
                </a:cxn>
                <a:cxn ang="0">
                  <a:pos x="connsiteX5903" y="connsiteY5903"/>
                </a:cxn>
                <a:cxn ang="0">
                  <a:pos x="connsiteX5904" y="connsiteY5904"/>
                </a:cxn>
                <a:cxn ang="0">
                  <a:pos x="connsiteX5905" y="connsiteY5905"/>
                </a:cxn>
                <a:cxn ang="0">
                  <a:pos x="connsiteX5906" y="connsiteY5906"/>
                </a:cxn>
                <a:cxn ang="0">
                  <a:pos x="connsiteX5907" y="connsiteY5907"/>
                </a:cxn>
                <a:cxn ang="0">
                  <a:pos x="connsiteX5908" y="connsiteY5908"/>
                </a:cxn>
                <a:cxn ang="0">
                  <a:pos x="connsiteX5909" y="connsiteY5909"/>
                </a:cxn>
                <a:cxn ang="0">
                  <a:pos x="connsiteX5910" y="connsiteY5910"/>
                </a:cxn>
                <a:cxn ang="0">
                  <a:pos x="connsiteX5911" y="connsiteY5911"/>
                </a:cxn>
                <a:cxn ang="0">
                  <a:pos x="connsiteX5912" y="connsiteY5912"/>
                </a:cxn>
                <a:cxn ang="0">
                  <a:pos x="connsiteX5913" y="connsiteY5913"/>
                </a:cxn>
                <a:cxn ang="0">
                  <a:pos x="connsiteX5914" y="connsiteY5914"/>
                </a:cxn>
                <a:cxn ang="0">
                  <a:pos x="connsiteX5915" y="connsiteY5915"/>
                </a:cxn>
                <a:cxn ang="0">
                  <a:pos x="connsiteX5916" y="connsiteY5916"/>
                </a:cxn>
                <a:cxn ang="0">
                  <a:pos x="connsiteX5917" y="connsiteY5917"/>
                </a:cxn>
                <a:cxn ang="0">
                  <a:pos x="connsiteX5918" y="connsiteY5918"/>
                </a:cxn>
                <a:cxn ang="0">
                  <a:pos x="connsiteX5919" y="connsiteY5919"/>
                </a:cxn>
                <a:cxn ang="0">
                  <a:pos x="connsiteX5920" y="connsiteY5920"/>
                </a:cxn>
                <a:cxn ang="0">
                  <a:pos x="connsiteX5921" y="connsiteY5921"/>
                </a:cxn>
                <a:cxn ang="0">
                  <a:pos x="connsiteX5922" y="connsiteY5922"/>
                </a:cxn>
                <a:cxn ang="0">
                  <a:pos x="connsiteX5923" y="connsiteY5923"/>
                </a:cxn>
                <a:cxn ang="0">
                  <a:pos x="connsiteX5924" y="connsiteY5924"/>
                </a:cxn>
                <a:cxn ang="0">
                  <a:pos x="connsiteX5925" y="connsiteY5925"/>
                </a:cxn>
                <a:cxn ang="0">
                  <a:pos x="connsiteX5926" y="connsiteY5926"/>
                </a:cxn>
                <a:cxn ang="0">
                  <a:pos x="connsiteX5927" y="connsiteY5927"/>
                </a:cxn>
                <a:cxn ang="0">
                  <a:pos x="connsiteX5928" y="connsiteY5928"/>
                </a:cxn>
                <a:cxn ang="0">
                  <a:pos x="connsiteX5929" y="connsiteY5929"/>
                </a:cxn>
                <a:cxn ang="0">
                  <a:pos x="connsiteX5930" y="connsiteY5930"/>
                </a:cxn>
                <a:cxn ang="0">
                  <a:pos x="connsiteX5931" y="connsiteY5931"/>
                </a:cxn>
                <a:cxn ang="0">
                  <a:pos x="connsiteX5932" y="connsiteY5932"/>
                </a:cxn>
                <a:cxn ang="0">
                  <a:pos x="connsiteX5933" y="connsiteY5933"/>
                </a:cxn>
                <a:cxn ang="0">
                  <a:pos x="connsiteX5934" y="connsiteY5934"/>
                </a:cxn>
                <a:cxn ang="0">
                  <a:pos x="connsiteX5935" y="connsiteY5935"/>
                </a:cxn>
                <a:cxn ang="0">
                  <a:pos x="connsiteX5936" y="connsiteY5936"/>
                </a:cxn>
                <a:cxn ang="0">
                  <a:pos x="connsiteX5937" y="connsiteY5937"/>
                </a:cxn>
                <a:cxn ang="0">
                  <a:pos x="connsiteX5938" y="connsiteY5938"/>
                </a:cxn>
                <a:cxn ang="0">
                  <a:pos x="connsiteX5939" y="connsiteY5939"/>
                </a:cxn>
                <a:cxn ang="0">
                  <a:pos x="connsiteX5940" y="connsiteY5940"/>
                </a:cxn>
                <a:cxn ang="0">
                  <a:pos x="connsiteX5941" y="connsiteY5941"/>
                </a:cxn>
                <a:cxn ang="0">
                  <a:pos x="connsiteX5942" y="connsiteY5942"/>
                </a:cxn>
                <a:cxn ang="0">
                  <a:pos x="connsiteX5943" y="connsiteY5943"/>
                </a:cxn>
                <a:cxn ang="0">
                  <a:pos x="connsiteX5944" y="connsiteY5944"/>
                </a:cxn>
                <a:cxn ang="0">
                  <a:pos x="connsiteX5945" y="connsiteY5945"/>
                </a:cxn>
                <a:cxn ang="0">
                  <a:pos x="connsiteX5946" y="connsiteY5946"/>
                </a:cxn>
                <a:cxn ang="0">
                  <a:pos x="connsiteX5947" y="connsiteY5947"/>
                </a:cxn>
                <a:cxn ang="0">
                  <a:pos x="connsiteX5948" y="connsiteY5948"/>
                </a:cxn>
                <a:cxn ang="0">
                  <a:pos x="connsiteX5949" y="connsiteY5949"/>
                </a:cxn>
                <a:cxn ang="0">
                  <a:pos x="connsiteX5950" y="connsiteY5950"/>
                </a:cxn>
                <a:cxn ang="0">
                  <a:pos x="connsiteX5951" y="connsiteY5951"/>
                </a:cxn>
                <a:cxn ang="0">
                  <a:pos x="connsiteX5952" y="connsiteY5952"/>
                </a:cxn>
                <a:cxn ang="0">
                  <a:pos x="connsiteX5953" y="connsiteY5953"/>
                </a:cxn>
                <a:cxn ang="0">
                  <a:pos x="connsiteX5954" y="connsiteY5954"/>
                </a:cxn>
                <a:cxn ang="0">
                  <a:pos x="connsiteX5955" y="connsiteY5955"/>
                </a:cxn>
                <a:cxn ang="0">
                  <a:pos x="connsiteX5956" y="connsiteY5956"/>
                </a:cxn>
                <a:cxn ang="0">
                  <a:pos x="connsiteX5957" y="connsiteY5957"/>
                </a:cxn>
                <a:cxn ang="0">
                  <a:pos x="connsiteX5958" y="connsiteY5958"/>
                </a:cxn>
                <a:cxn ang="0">
                  <a:pos x="connsiteX5959" y="connsiteY5959"/>
                </a:cxn>
                <a:cxn ang="0">
                  <a:pos x="connsiteX5960" y="connsiteY5960"/>
                </a:cxn>
                <a:cxn ang="0">
                  <a:pos x="connsiteX5961" y="connsiteY5961"/>
                </a:cxn>
                <a:cxn ang="0">
                  <a:pos x="connsiteX5962" y="connsiteY5962"/>
                </a:cxn>
                <a:cxn ang="0">
                  <a:pos x="connsiteX5963" y="connsiteY5963"/>
                </a:cxn>
                <a:cxn ang="0">
                  <a:pos x="connsiteX5964" y="connsiteY5964"/>
                </a:cxn>
                <a:cxn ang="0">
                  <a:pos x="connsiteX5965" y="connsiteY5965"/>
                </a:cxn>
                <a:cxn ang="0">
                  <a:pos x="connsiteX5966" y="connsiteY5966"/>
                </a:cxn>
                <a:cxn ang="0">
                  <a:pos x="connsiteX5967" y="connsiteY5967"/>
                </a:cxn>
                <a:cxn ang="0">
                  <a:pos x="connsiteX5968" y="connsiteY5968"/>
                </a:cxn>
                <a:cxn ang="0">
                  <a:pos x="connsiteX5969" y="connsiteY5969"/>
                </a:cxn>
                <a:cxn ang="0">
                  <a:pos x="connsiteX5970" y="connsiteY5970"/>
                </a:cxn>
                <a:cxn ang="0">
                  <a:pos x="connsiteX5971" y="connsiteY5971"/>
                </a:cxn>
                <a:cxn ang="0">
                  <a:pos x="connsiteX5972" y="connsiteY5972"/>
                </a:cxn>
                <a:cxn ang="0">
                  <a:pos x="connsiteX5973" y="connsiteY5973"/>
                </a:cxn>
                <a:cxn ang="0">
                  <a:pos x="connsiteX5974" y="connsiteY5974"/>
                </a:cxn>
                <a:cxn ang="0">
                  <a:pos x="connsiteX5975" y="connsiteY5975"/>
                </a:cxn>
                <a:cxn ang="0">
                  <a:pos x="connsiteX5976" y="connsiteY5976"/>
                </a:cxn>
                <a:cxn ang="0">
                  <a:pos x="connsiteX5977" y="connsiteY5977"/>
                </a:cxn>
                <a:cxn ang="0">
                  <a:pos x="connsiteX5978" y="connsiteY5978"/>
                </a:cxn>
                <a:cxn ang="0">
                  <a:pos x="connsiteX5979" y="connsiteY5979"/>
                </a:cxn>
                <a:cxn ang="0">
                  <a:pos x="connsiteX5980" y="connsiteY5980"/>
                </a:cxn>
                <a:cxn ang="0">
                  <a:pos x="connsiteX5981" y="connsiteY5981"/>
                </a:cxn>
                <a:cxn ang="0">
                  <a:pos x="connsiteX5982" y="connsiteY5982"/>
                </a:cxn>
                <a:cxn ang="0">
                  <a:pos x="connsiteX5983" y="connsiteY5983"/>
                </a:cxn>
                <a:cxn ang="0">
                  <a:pos x="connsiteX5984" y="connsiteY5984"/>
                </a:cxn>
                <a:cxn ang="0">
                  <a:pos x="connsiteX5985" y="connsiteY5985"/>
                </a:cxn>
                <a:cxn ang="0">
                  <a:pos x="connsiteX5986" y="connsiteY5986"/>
                </a:cxn>
                <a:cxn ang="0">
                  <a:pos x="connsiteX5987" y="connsiteY5987"/>
                </a:cxn>
                <a:cxn ang="0">
                  <a:pos x="connsiteX5988" y="connsiteY5988"/>
                </a:cxn>
                <a:cxn ang="0">
                  <a:pos x="connsiteX5989" y="connsiteY5989"/>
                </a:cxn>
                <a:cxn ang="0">
                  <a:pos x="connsiteX5990" y="connsiteY5990"/>
                </a:cxn>
                <a:cxn ang="0">
                  <a:pos x="connsiteX5991" y="connsiteY5991"/>
                </a:cxn>
                <a:cxn ang="0">
                  <a:pos x="connsiteX5992" y="connsiteY5992"/>
                </a:cxn>
                <a:cxn ang="0">
                  <a:pos x="connsiteX5993" y="connsiteY5993"/>
                </a:cxn>
                <a:cxn ang="0">
                  <a:pos x="connsiteX5994" y="connsiteY5994"/>
                </a:cxn>
                <a:cxn ang="0">
                  <a:pos x="connsiteX5995" y="connsiteY5995"/>
                </a:cxn>
                <a:cxn ang="0">
                  <a:pos x="connsiteX5996" y="connsiteY5996"/>
                </a:cxn>
                <a:cxn ang="0">
                  <a:pos x="connsiteX5997" y="connsiteY5997"/>
                </a:cxn>
                <a:cxn ang="0">
                  <a:pos x="connsiteX5998" y="connsiteY5998"/>
                </a:cxn>
                <a:cxn ang="0">
                  <a:pos x="connsiteX5999" y="connsiteY5999"/>
                </a:cxn>
                <a:cxn ang="0">
                  <a:pos x="connsiteX6000" y="connsiteY6000"/>
                </a:cxn>
                <a:cxn ang="0">
                  <a:pos x="connsiteX6001" y="connsiteY6001"/>
                </a:cxn>
                <a:cxn ang="0">
                  <a:pos x="connsiteX6002" y="connsiteY6002"/>
                </a:cxn>
                <a:cxn ang="0">
                  <a:pos x="connsiteX6003" y="connsiteY6003"/>
                </a:cxn>
                <a:cxn ang="0">
                  <a:pos x="connsiteX6004" y="connsiteY6004"/>
                </a:cxn>
                <a:cxn ang="0">
                  <a:pos x="connsiteX6005" y="connsiteY6005"/>
                </a:cxn>
                <a:cxn ang="0">
                  <a:pos x="connsiteX6006" y="connsiteY6006"/>
                </a:cxn>
                <a:cxn ang="0">
                  <a:pos x="connsiteX6007" y="connsiteY6007"/>
                </a:cxn>
                <a:cxn ang="0">
                  <a:pos x="connsiteX6008" y="connsiteY6008"/>
                </a:cxn>
                <a:cxn ang="0">
                  <a:pos x="connsiteX6009" y="connsiteY6009"/>
                </a:cxn>
                <a:cxn ang="0">
                  <a:pos x="connsiteX6010" y="connsiteY6010"/>
                </a:cxn>
                <a:cxn ang="0">
                  <a:pos x="connsiteX6011" y="connsiteY6011"/>
                </a:cxn>
                <a:cxn ang="0">
                  <a:pos x="connsiteX6012" y="connsiteY6012"/>
                </a:cxn>
                <a:cxn ang="0">
                  <a:pos x="connsiteX6013" y="connsiteY6013"/>
                </a:cxn>
                <a:cxn ang="0">
                  <a:pos x="connsiteX6014" y="connsiteY6014"/>
                </a:cxn>
                <a:cxn ang="0">
                  <a:pos x="connsiteX6015" y="connsiteY6015"/>
                </a:cxn>
                <a:cxn ang="0">
                  <a:pos x="connsiteX6016" y="connsiteY6016"/>
                </a:cxn>
                <a:cxn ang="0">
                  <a:pos x="connsiteX6017" y="connsiteY6017"/>
                </a:cxn>
                <a:cxn ang="0">
                  <a:pos x="connsiteX6018" y="connsiteY6018"/>
                </a:cxn>
                <a:cxn ang="0">
                  <a:pos x="connsiteX6019" y="connsiteY6019"/>
                </a:cxn>
                <a:cxn ang="0">
                  <a:pos x="connsiteX6020" y="connsiteY6020"/>
                </a:cxn>
                <a:cxn ang="0">
                  <a:pos x="connsiteX6021" y="connsiteY6021"/>
                </a:cxn>
                <a:cxn ang="0">
                  <a:pos x="connsiteX6022" y="connsiteY6022"/>
                </a:cxn>
                <a:cxn ang="0">
                  <a:pos x="connsiteX6023" y="connsiteY6023"/>
                </a:cxn>
                <a:cxn ang="0">
                  <a:pos x="connsiteX6024" y="connsiteY6024"/>
                </a:cxn>
                <a:cxn ang="0">
                  <a:pos x="connsiteX6025" y="connsiteY6025"/>
                </a:cxn>
                <a:cxn ang="0">
                  <a:pos x="connsiteX6026" y="connsiteY6026"/>
                </a:cxn>
                <a:cxn ang="0">
                  <a:pos x="connsiteX6027" y="connsiteY6027"/>
                </a:cxn>
                <a:cxn ang="0">
                  <a:pos x="connsiteX6028" y="connsiteY6028"/>
                </a:cxn>
                <a:cxn ang="0">
                  <a:pos x="connsiteX6029" y="connsiteY6029"/>
                </a:cxn>
                <a:cxn ang="0">
                  <a:pos x="connsiteX6030" y="connsiteY6030"/>
                </a:cxn>
                <a:cxn ang="0">
                  <a:pos x="connsiteX6031" y="connsiteY6031"/>
                </a:cxn>
                <a:cxn ang="0">
                  <a:pos x="connsiteX6032" y="connsiteY6032"/>
                </a:cxn>
                <a:cxn ang="0">
                  <a:pos x="connsiteX6033" y="connsiteY6033"/>
                </a:cxn>
                <a:cxn ang="0">
                  <a:pos x="connsiteX6034" y="connsiteY6034"/>
                </a:cxn>
                <a:cxn ang="0">
                  <a:pos x="connsiteX6035" y="connsiteY6035"/>
                </a:cxn>
                <a:cxn ang="0">
                  <a:pos x="connsiteX6036" y="connsiteY6036"/>
                </a:cxn>
                <a:cxn ang="0">
                  <a:pos x="connsiteX6037" y="connsiteY6037"/>
                </a:cxn>
                <a:cxn ang="0">
                  <a:pos x="connsiteX6038" y="connsiteY6038"/>
                </a:cxn>
                <a:cxn ang="0">
                  <a:pos x="connsiteX6039" y="connsiteY6039"/>
                </a:cxn>
                <a:cxn ang="0">
                  <a:pos x="connsiteX6040" y="connsiteY6040"/>
                </a:cxn>
                <a:cxn ang="0">
                  <a:pos x="connsiteX6041" y="connsiteY6041"/>
                </a:cxn>
                <a:cxn ang="0">
                  <a:pos x="connsiteX6042" y="connsiteY6042"/>
                </a:cxn>
                <a:cxn ang="0">
                  <a:pos x="connsiteX6043" y="connsiteY6043"/>
                </a:cxn>
                <a:cxn ang="0">
                  <a:pos x="connsiteX6044" y="connsiteY6044"/>
                </a:cxn>
                <a:cxn ang="0">
                  <a:pos x="connsiteX6045" y="connsiteY6045"/>
                </a:cxn>
                <a:cxn ang="0">
                  <a:pos x="connsiteX6046" y="connsiteY6046"/>
                </a:cxn>
                <a:cxn ang="0">
                  <a:pos x="connsiteX6047" y="connsiteY6047"/>
                </a:cxn>
                <a:cxn ang="0">
                  <a:pos x="connsiteX6048" y="connsiteY6048"/>
                </a:cxn>
                <a:cxn ang="0">
                  <a:pos x="connsiteX6049" y="connsiteY6049"/>
                </a:cxn>
                <a:cxn ang="0">
                  <a:pos x="connsiteX6050" y="connsiteY6050"/>
                </a:cxn>
                <a:cxn ang="0">
                  <a:pos x="connsiteX6051" y="connsiteY6051"/>
                </a:cxn>
                <a:cxn ang="0">
                  <a:pos x="connsiteX6052" y="connsiteY6052"/>
                </a:cxn>
                <a:cxn ang="0">
                  <a:pos x="connsiteX6053" y="connsiteY6053"/>
                </a:cxn>
                <a:cxn ang="0">
                  <a:pos x="connsiteX6054" y="connsiteY6054"/>
                </a:cxn>
                <a:cxn ang="0">
                  <a:pos x="connsiteX6055" y="connsiteY6055"/>
                </a:cxn>
                <a:cxn ang="0">
                  <a:pos x="connsiteX6056" y="connsiteY6056"/>
                </a:cxn>
                <a:cxn ang="0">
                  <a:pos x="connsiteX6057" y="connsiteY6057"/>
                </a:cxn>
                <a:cxn ang="0">
                  <a:pos x="connsiteX6058" y="connsiteY6058"/>
                </a:cxn>
                <a:cxn ang="0">
                  <a:pos x="connsiteX6059" y="connsiteY6059"/>
                </a:cxn>
                <a:cxn ang="0">
                  <a:pos x="connsiteX6060" y="connsiteY6060"/>
                </a:cxn>
                <a:cxn ang="0">
                  <a:pos x="connsiteX6061" y="connsiteY6061"/>
                </a:cxn>
                <a:cxn ang="0">
                  <a:pos x="connsiteX6062" y="connsiteY6062"/>
                </a:cxn>
                <a:cxn ang="0">
                  <a:pos x="connsiteX6063" y="connsiteY6063"/>
                </a:cxn>
                <a:cxn ang="0">
                  <a:pos x="connsiteX6064" y="connsiteY6064"/>
                </a:cxn>
                <a:cxn ang="0">
                  <a:pos x="connsiteX6065" y="connsiteY6065"/>
                </a:cxn>
                <a:cxn ang="0">
                  <a:pos x="connsiteX6066" y="connsiteY6066"/>
                </a:cxn>
                <a:cxn ang="0">
                  <a:pos x="connsiteX6067" y="connsiteY6067"/>
                </a:cxn>
                <a:cxn ang="0">
                  <a:pos x="connsiteX6068" y="connsiteY6068"/>
                </a:cxn>
                <a:cxn ang="0">
                  <a:pos x="connsiteX6069" y="connsiteY6069"/>
                </a:cxn>
                <a:cxn ang="0">
                  <a:pos x="connsiteX6070" y="connsiteY6070"/>
                </a:cxn>
                <a:cxn ang="0">
                  <a:pos x="connsiteX6071" y="connsiteY6071"/>
                </a:cxn>
                <a:cxn ang="0">
                  <a:pos x="connsiteX6072" y="connsiteY6072"/>
                </a:cxn>
                <a:cxn ang="0">
                  <a:pos x="connsiteX6073" y="connsiteY6073"/>
                </a:cxn>
                <a:cxn ang="0">
                  <a:pos x="connsiteX6074" y="connsiteY6074"/>
                </a:cxn>
                <a:cxn ang="0">
                  <a:pos x="connsiteX6075" y="connsiteY6075"/>
                </a:cxn>
                <a:cxn ang="0">
                  <a:pos x="connsiteX6076" y="connsiteY6076"/>
                </a:cxn>
                <a:cxn ang="0">
                  <a:pos x="connsiteX6077" y="connsiteY6077"/>
                </a:cxn>
                <a:cxn ang="0">
                  <a:pos x="connsiteX6078" y="connsiteY6078"/>
                </a:cxn>
                <a:cxn ang="0">
                  <a:pos x="connsiteX6079" y="connsiteY6079"/>
                </a:cxn>
                <a:cxn ang="0">
                  <a:pos x="connsiteX6080" y="connsiteY6080"/>
                </a:cxn>
                <a:cxn ang="0">
                  <a:pos x="connsiteX6081" y="connsiteY6081"/>
                </a:cxn>
                <a:cxn ang="0">
                  <a:pos x="connsiteX6082" y="connsiteY6082"/>
                </a:cxn>
                <a:cxn ang="0">
                  <a:pos x="connsiteX6083" y="connsiteY6083"/>
                </a:cxn>
                <a:cxn ang="0">
                  <a:pos x="connsiteX6084" y="connsiteY6084"/>
                </a:cxn>
                <a:cxn ang="0">
                  <a:pos x="connsiteX6085" y="connsiteY6085"/>
                </a:cxn>
                <a:cxn ang="0">
                  <a:pos x="connsiteX6086" y="connsiteY6086"/>
                </a:cxn>
                <a:cxn ang="0">
                  <a:pos x="connsiteX6087" y="connsiteY6087"/>
                </a:cxn>
                <a:cxn ang="0">
                  <a:pos x="connsiteX6088" y="connsiteY6088"/>
                </a:cxn>
                <a:cxn ang="0">
                  <a:pos x="connsiteX6089" y="connsiteY6089"/>
                </a:cxn>
                <a:cxn ang="0">
                  <a:pos x="connsiteX6090" y="connsiteY6090"/>
                </a:cxn>
                <a:cxn ang="0">
                  <a:pos x="connsiteX6091" y="connsiteY6091"/>
                </a:cxn>
                <a:cxn ang="0">
                  <a:pos x="connsiteX6092" y="connsiteY6092"/>
                </a:cxn>
                <a:cxn ang="0">
                  <a:pos x="connsiteX6093" y="connsiteY6093"/>
                </a:cxn>
                <a:cxn ang="0">
                  <a:pos x="connsiteX6094" y="connsiteY6094"/>
                </a:cxn>
                <a:cxn ang="0">
                  <a:pos x="connsiteX6095" y="connsiteY6095"/>
                </a:cxn>
                <a:cxn ang="0">
                  <a:pos x="connsiteX6096" y="connsiteY6096"/>
                </a:cxn>
                <a:cxn ang="0">
                  <a:pos x="connsiteX6097" y="connsiteY6097"/>
                </a:cxn>
                <a:cxn ang="0">
                  <a:pos x="connsiteX6098" y="connsiteY6098"/>
                </a:cxn>
                <a:cxn ang="0">
                  <a:pos x="connsiteX6099" y="connsiteY6099"/>
                </a:cxn>
                <a:cxn ang="0">
                  <a:pos x="connsiteX6100" y="connsiteY6100"/>
                </a:cxn>
                <a:cxn ang="0">
                  <a:pos x="connsiteX6101" y="connsiteY6101"/>
                </a:cxn>
                <a:cxn ang="0">
                  <a:pos x="connsiteX6102" y="connsiteY6102"/>
                </a:cxn>
                <a:cxn ang="0">
                  <a:pos x="connsiteX6103" y="connsiteY6103"/>
                </a:cxn>
                <a:cxn ang="0">
                  <a:pos x="connsiteX6104" y="connsiteY6104"/>
                </a:cxn>
                <a:cxn ang="0">
                  <a:pos x="connsiteX6105" y="connsiteY6105"/>
                </a:cxn>
                <a:cxn ang="0">
                  <a:pos x="connsiteX6106" y="connsiteY6106"/>
                </a:cxn>
                <a:cxn ang="0">
                  <a:pos x="connsiteX6107" y="connsiteY6107"/>
                </a:cxn>
                <a:cxn ang="0">
                  <a:pos x="connsiteX6108" y="connsiteY6108"/>
                </a:cxn>
                <a:cxn ang="0">
                  <a:pos x="connsiteX6109" y="connsiteY6109"/>
                </a:cxn>
                <a:cxn ang="0">
                  <a:pos x="connsiteX6110" y="connsiteY6110"/>
                </a:cxn>
                <a:cxn ang="0">
                  <a:pos x="connsiteX6111" y="connsiteY6111"/>
                </a:cxn>
                <a:cxn ang="0">
                  <a:pos x="connsiteX6112" y="connsiteY6112"/>
                </a:cxn>
                <a:cxn ang="0">
                  <a:pos x="connsiteX6113" y="connsiteY6113"/>
                </a:cxn>
                <a:cxn ang="0">
                  <a:pos x="connsiteX6114" y="connsiteY6114"/>
                </a:cxn>
                <a:cxn ang="0">
                  <a:pos x="connsiteX6115" y="connsiteY6115"/>
                </a:cxn>
                <a:cxn ang="0">
                  <a:pos x="connsiteX6116" y="connsiteY6116"/>
                </a:cxn>
                <a:cxn ang="0">
                  <a:pos x="connsiteX6117" y="connsiteY6117"/>
                </a:cxn>
                <a:cxn ang="0">
                  <a:pos x="connsiteX6118" y="connsiteY6118"/>
                </a:cxn>
                <a:cxn ang="0">
                  <a:pos x="connsiteX6119" y="connsiteY6119"/>
                </a:cxn>
                <a:cxn ang="0">
                  <a:pos x="connsiteX6120" y="connsiteY6120"/>
                </a:cxn>
                <a:cxn ang="0">
                  <a:pos x="connsiteX6121" y="connsiteY6121"/>
                </a:cxn>
                <a:cxn ang="0">
                  <a:pos x="connsiteX6122" y="connsiteY6122"/>
                </a:cxn>
                <a:cxn ang="0">
                  <a:pos x="connsiteX6123" y="connsiteY6123"/>
                </a:cxn>
                <a:cxn ang="0">
                  <a:pos x="connsiteX6124" y="connsiteY6124"/>
                </a:cxn>
                <a:cxn ang="0">
                  <a:pos x="connsiteX6125" y="connsiteY6125"/>
                </a:cxn>
                <a:cxn ang="0">
                  <a:pos x="connsiteX6126" y="connsiteY6126"/>
                </a:cxn>
                <a:cxn ang="0">
                  <a:pos x="connsiteX6127" y="connsiteY6127"/>
                </a:cxn>
                <a:cxn ang="0">
                  <a:pos x="connsiteX6128" y="connsiteY6128"/>
                </a:cxn>
                <a:cxn ang="0">
                  <a:pos x="connsiteX6129" y="connsiteY6129"/>
                </a:cxn>
                <a:cxn ang="0">
                  <a:pos x="connsiteX6130" y="connsiteY6130"/>
                </a:cxn>
                <a:cxn ang="0">
                  <a:pos x="connsiteX6131" y="connsiteY6131"/>
                </a:cxn>
                <a:cxn ang="0">
                  <a:pos x="connsiteX6132" y="connsiteY6132"/>
                </a:cxn>
                <a:cxn ang="0">
                  <a:pos x="connsiteX6133" y="connsiteY6133"/>
                </a:cxn>
                <a:cxn ang="0">
                  <a:pos x="connsiteX6134" y="connsiteY6134"/>
                </a:cxn>
                <a:cxn ang="0">
                  <a:pos x="connsiteX6135" y="connsiteY6135"/>
                </a:cxn>
                <a:cxn ang="0">
                  <a:pos x="connsiteX6136" y="connsiteY6136"/>
                </a:cxn>
                <a:cxn ang="0">
                  <a:pos x="connsiteX6137" y="connsiteY6137"/>
                </a:cxn>
                <a:cxn ang="0">
                  <a:pos x="connsiteX6138" y="connsiteY6138"/>
                </a:cxn>
                <a:cxn ang="0">
                  <a:pos x="connsiteX6139" y="connsiteY6139"/>
                </a:cxn>
                <a:cxn ang="0">
                  <a:pos x="connsiteX6140" y="connsiteY6140"/>
                </a:cxn>
                <a:cxn ang="0">
                  <a:pos x="connsiteX6141" y="connsiteY6141"/>
                </a:cxn>
                <a:cxn ang="0">
                  <a:pos x="connsiteX6142" y="connsiteY6142"/>
                </a:cxn>
                <a:cxn ang="0">
                  <a:pos x="connsiteX6143" y="connsiteY6143"/>
                </a:cxn>
                <a:cxn ang="0">
                  <a:pos x="connsiteX6144" y="connsiteY6144"/>
                </a:cxn>
                <a:cxn ang="0">
                  <a:pos x="connsiteX6145" y="connsiteY6145"/>
                </a:cxn>
                <a:cxn ang="0">
                  <a:pos x="connsiteX6146" y="connsiteY6146"/>
                </a:cxn>
                <a:cxn ang="0">
                  <a:pos x="connsiteX6147" y="connsiteY6147"/>
                </a:cxn>
                <a:cxn ang="0">
                  <a:pos x="connsiteX6148" y="connsiteY6148"/>
                </a:cxn>
                <a:cxn ang="0">
                  <a:pos x="connsiteX6149" y="connsiteY6149"/>
                </a:cxn>
                <a:cxn ang="0">
                  <a:pos x="connsiteX6150" y="connsiteY6150"/>
                </a:cxn>
                <a:cxn ang="0">
                  <a:pos x="connsiteX6151" y="connsiteY6151"/>
                </a:cxn>
                <a:cxn ang="0">
                  <a:pos x="connsiteX6152" y="connsiteY6152"/>
                </a:cxn>
                <a:cxn ang="0">
                  <a:pos x="connsiteX6153" y="connsiteY6153"/>
                </a:cxn>
                <a:cxn ang="0">
                  <a:pos x="connsiteX6154" y="connsiteY6154"/>
                </a:cxn>
                <a:cxn ang="0">
                  <a:pos x="connsiteX6155" y="connsiteY6155"/>
                </a:cxn>
                <a:cxn ang="0">
                  <a:pos x="connsiteX6156" y="connsiteY6156"/>
                </a:cxn>
                <a:cxn ang="0">
                  <a:pos x="connsiteX6157" y="connsiteY6157"/>
                </a:cxn>
                <a:cxn ang="0">
                  <a:pos x="connsiteX6158" y="connsiteY6158"/>
                </a:cxn>
                <a:cxn ang="0">
                  <a:pos x="connsiteX6159" y="connsiteY6159"/>
                </a:cxn>
                <a:cxn ang="0">
                  <a:pos x="connsiteX6160" y="connsiteY6160"/>
                </a:cxn>
                <a:cxn ang="0">
                  <a:pos x="connsiteX6161" y="connsiteY6161"/>
                </a:cxn>
                <a:cxn ang="0">
                  <a:pos x="connsiteX6162" y="connsiteY6162"/>
                </a:cxn>
                <a:cxn ang="0">
                  <a:pos x="connsiteX6163" y="connsiteY6163"/>
                </a:cxn>
                <a:cxn ang="0">
                  <a:pos x="connsiteX6164" y="connsiteY6164"/>
                </a:cxn>
                <a:cxn ang="0">
                  <a:pos x="connsiteX6165" y="connsiteY6165"/>
                </a:cxn>
                <a:cxn ang="0">
                  <a:pos x="connsiteX6166" y="connsiteY6166"/>
                </a:cxn>
                <a:cxn ang="0">
                  <a:pos x="connsiteX6167" y="connsiteY6167"/>
                </a:cxn>
                <a:cxn ang="0">
                  <a:pos x="connsiteX6168" y="connsiteY6168"/>
                </a:cxn>
                <a:cxn ang="0">
                  <a:pos x="connsiteX6169" y="connsiteY6169"/>
                </a:cxn>
                <a:cxn ang="0">
                  <a:pos x="connsiteX6170" y="connsiteY6170"/>
                </a:cxn>
                <a:cxn ang="0">
                  <a:pos x="connsiteX6171" y="connsiteY6171"/>
                </a:cxn>
                <a:cxn ang="0">
                  <a:pos x="connsiteX6172" y="connsiteY6172"/>
                </a:cxn>
                <a:cxn ang="0">
                  <a:pos x="connsiteX6173" y="connsiteY6173"/>
                </a:cxn>
                <a:cxn ang="0">
                  <a:pos x="connsiteX6174" y="connsiteY6174"/>
                </a:cxn>
                <a:cxn ang="0">
                  <a:pos x="connsiteX6175" y="connsiteY6175"/>
                </a:cxn>
                <a:cxn ang="0">
                  <a:pos x="connsiteX6176" y="connsiteY6176"/>
                </a:cxn>
                <a:cxn ang="0">
                  <a:pos x="connsiteX6177" y="connsiteY6177"/>
                </a:cxn>
                <a:cxn ang="0">
                  <a:pos x="connsiteX6178" y="connsiteY6178"/>
                </a:cxn>
                <a:cxn ang="0">
                  <a:pos x="connsiteX6179" y="connsiteY6179"/>
                </a:cxn>
                <a:cxn ang="0">
                  <a:pos x="connsiteX6180" y="connsiteY6180"/>
                </a:cxn>
                <a:cxn ang="0">
                  <a:pos x="connsiteX6181" y="connsiteY6181"/>
                </a:cxn>
                <a:cxn ang="0">
                  <a:pos x="connsiteX6182" y="connsiteY6182"/>
                </a:cxn>
                <a:cxn ang="0">
                  <a:pos x="connsiteX6183" y="connsiteY6183"/>
                </a:cxn>
                <a:cxn ang="0">
                  <a:pos x="connsiteX6184" y="connsiteY6184"/>
                </a:cxn>
                <a:cxn ang="0">
                  <a:pos x="connsiteX6185" y="connsiteY6185"/>
                </a:cxn>
                <a:cxn ang="0">
                  <a:pos x="connsiteX6186" y="connsiteY6186"/>
                </a:cxn>
                <a:cxn ang="0">
                  <a:pos x="connsiteX6187" y="connsiteY6187"/>
                </a:cxn>
                <a:cxn ang="0">
                  <a:pos x="connsiteX6188" y="connsiteY6188"/>
                </a:cxn>
                <a:cxn ang="0">
                  <a:pos x="connsiteX6189" y="connsiteY6189"/>
                </a:cxn>
                <a:cxn ang="0">
                  <a:pos x="connsiteX6190" y="connsiteY6190"/>
                </a:cxn>
                <a:cxn ang="0">
                  <a:pos x="connsiteX6191" y="connsiteY6191"/>
                </a:cxn>
                <a:cxn ang="0">
                  <a:pos x="connsiteX6192" y="connsiteY6192"/>
                </a:cxn>
                <a:cxn ang="0">
                  <a:pos x="connsiteX6193" y="connsiteY6193"/>
                </a:cxn>
                <a:cxn ang="0">
                  <a:pos x="connsiteX6194" y="connsiteY6194"/>
                </a:cxn>
                <a:cxn ang="0">
                  <a:pos x="connsiteX6195" y="connsiteY6195"/>
                </a:cxn>
                <a:cxn ang="0">
                  <a:pos x="connsiteX6196" y="connsiteY6196"/>
                </a:cxn>
                <a:cxn ang="0">
                  <a:pos x="connsiteX6197" y="connsiteY6197"/>
                </a:cxn>
                <a:cxn ang="0">
                  <a:pos x="connsiteX6198" y="connsiteY6198"/>
                </a:cxn>
                <a:cxn ang="0">
                  <a:pos x="connsiteX6199" y="connsiteY6199"/>
                </a:cxn>
                <a:cxn ang="0">
                  <a:pos x="connsiteX6200" y="connsiteY6200"/>
                </a:cxn>
                <a:cxn ang="0">
                  <a:pos x="connsiteX6201" y="connsiteY6201"/>
                </a:cxn>
                <a:cxn ang="0">
                  <a:pos x="connsiteX6202" y="connsiteY6202"/>
                </a:cxn>
                <a:cxn ang="0">
                  <a:pos x="connsiteX6203" y="connsiteY6203"/>
                </a:cxn>
                <a:cxn ang="0">
                  <a:pos x="connsiteX6204" y="connsiteY6204"/>
                </a:cxn>
                <a:cxn ang="0">
                  <a:pos x="connsiteX6205" y="connsiteY6205"/>
                </a:cxn>
                <a:cxn ang="0">
                  <a:pos x="connsiteX6206" y="connsiteY6206"/>
                </a:cxn>
                <a:cxn ang="0">
                  <a:pos x="connsiteX6207" y="connsiteY6207"/>
                </a:cxn>
                <a:cxn ang="0">
                  <a:pos x="connsiteX6208" y="connsiteY6208"/>
                </a:cxn>
                <a:cxn ang="0">
                  <a:pos x="connsiteX6209" y="connsiteY6209"/>
                </a:cxn>
                <a:cxn ang="0">
                  <a:pos x="connsiteX6210" y="connsiteY6210"/>
                </a:cxn>
                <a:cxn ang="0">
                  <a:pos x="connsiteX6211" y="connsiteY6211"/>
                </a:cxn>
                <a:cxn ang="0">
                  <a:pos x="connsiteX6212" y="connsiteY6212"/>
                </a:cxn>
                <a:cxn ang="0">
                  <a:pos x="connsiteX6213" y="connsiteY6213"/>
                </a:cxn>
                <a:cxn ang="0">
                  <a:pos x="connsiteX6214" y="connsiteY6214"/>
                </a:cxn>
                <a:cxn ang="0">
                  <a:pos x="connsiteX6215" y="connsiteY6215"/>
                </a:cxn>
                <a:cxn ang="0">
                  <a:pos x="connsiteX6216" y="connsiteY6216"/>
                </a:cxn>
                <a:cxn ang="0">
                  <a:pos x="connsiteX6217" y="connsiteY6217"/>
                </a:cxn>
                <a:cxn ang="0">
                  <a:pos x="connsiteX6218" y="connsiteY6218"/>
                </a:cxn>
                <a:cxn ang="0">
                  <a:pos x="connsiteX6219" y="connsiteY6219"/>
                </a:cxn>
                <a:cxn ang="0">
                  <a:pos x="connsiteX6220" y="connsiteY6220"/>
                </a:cxn>
                <a:cxn ang="0">
                  <a:pos x="connsiteX6221" y="connsiteY6221"/>
                </a:cxn>
                <a:cxn ang="0">
                  <a:pos x="connsiteX6222" y="connsiteY6222"/>
                </a:cxn>
                <a:cxn ang="0">
                  <a:pos x="connsiteX6223" y="connsiteY6223"/>
                </a:cxn>
                <a:cxn ang="0">
                  <a:pos x="connsiteX6224" y="connsiteY6224"/>
                </a:cxn>
                <a:cxn ang="0">
                  <a:pos x="connsiteX6225" y="connsiteY6225"/>
                </a:cxn>
                <a:cxn ang="0">
                  <a:pos x="connsiteX6226" y="connsiteY6226"/>
                </a:cxn>
                <a:cxn ang="0">
                  <a:pos x="connsiteX6227" y="connsiteY6227"/>
                </a:cxn>
                <a:cxn ang="0">
                  <a:pos x="connsiteX6228" y="connsiteY6228"/>
                </a:cxn>
                <a:cxn ang="0">
                  <a:pos x="connsiteX6229" y="connsiteY6229"/>
                </a:cxn>
                <a:cxn ang="0">
                  <a:pos x="connsiteX6230" y="connsiteY6230"/>
                </a:cxn>
                <a:cxn ang="0">
                  <a:pos x="connsiteX6231" y="connsiteY6231"/>
                </a:cxn>
                <a:cxn ang="0">
                  <a:pos x="connsiteX6232" y="connsiteY6232"/>
                </a:cxn>
                <a:cxn ang="0">
                  <a:pos x="connsiteX6233" y="connsiteY6233"/>
                </a:cxn>
                <a:cxn ang="0">
                  <a:pos x="connsiteX6234" y="connsiteY6234"/>
                </a:cxn>
                <a:cxn ang="0">
                  <a:pos x="connsiteX6235" y="connsiteY6235"/>
                </a:cxn>
                <a:cxn ang="0">
                  <a:pos x="connsiteX6236" y="connsiteY6236"/>
                </a:cxn>
                <a:cxn ang="0">
                  <a:pos x="connsiteX6237" y="connsiteY6237"/>
                </a:cxn>
                <a:cxn ang="0">
                  <a:pos x="connsiteX6238" y="connsiteY6238"/>
                </a:cxn>
                <a:cxn ang="0">
                  <a:pos x="connsiteX6239" y="connsiteY6239"/>
                </a:cxn>
                <a:cxn ang="0">
                  <a:pos x="connsiteX6240" y="connsiteY6240"/>
                </a:cxn>
                <a:cxn ang="0">
                  <a:pos x="connsiteX6241" y="connsiteY6241"/>
                </a:cxn>
                <a:cxn ang="0">
                  <a:pos x="connsiteX6242" y="connsiteY6242"/>
                </a:cxn>
                <a:cxn ang="0">
                  <a:pos x="connsiteX6243" y="connsiteY6243"/>
                </a:cxn>
                <a:cxn ang="0">
                  <a:pos x="connsiteX6244" y="connsiteY6244"/>
                </a:cxn>
                <a:cxn ang="0">
                  <a:pos x="connsiteX6245" y="connsiteY6245"/>
                </a:cxn>
                <a:cxn ang="0">
                  <a:pos x="connsiteX6246" y="connsiteY6246"/>
                </a:cxn>
                <a:cxn ang="0">
                  <a:pos x="connsiteX6247" y="connsiteY6247"/>
                </a:cxn>
                <a:cxn ang="0">
                  <a:pos x="connsiteX6248" y="connsiteY6248"/>
                </a:cxn>
                <a:cxn ang="0">
                  <a:pos x="connsiteX6249" y="connsiteY6249"/>
                </a:cxn>
                <a:cxn ang="0">
                  <a:pos x="connsiteX6250" y="connsiteY6250"/>
                </a:cxn>
                <a:cxn ang="0">
                  <a:pos x="connsiteX6251" y="connsiteY6251"/>
                </a:cxn>
                <a:cxn ang="0">
                  <a:pos x="connsiteX6252" y="connsiteY6252"/>
                </a:cxn>
                <a:cxn ang="0">
                  <a:pos x="connsiteX6253" y="connsiteY6253"/>
                </a:cxn>
                <a:cxn ang="0">
                  <a:pos x="connsiteX6254" y="connsiteY6254"/>
                </a:cxn>
                <a:cxn ang="0">
                  <a:pos x="connsiteX6255" y="connsiteY6255"/>
                </a:cxn>
                <a:cxn ang="0">
                  <a:pos x="connsiteX6256" y="connsiteY6256"/>
                </a:cxn>
                <a:cxn ang="0">
                  <a:pos x="connsiteX6257" y="connsiteY6257"/>
                </a:cxn>
                <a:cxn ang="0">
                  <a:pos x="connsiteX6258" y="connsiteY6258"/>
                </a:cxn>
                <a:cxn ang="0">
                  <a:pos x="connsiteX6259" y="connsiteY6259"/>
                </a:cxn>
                <a:cxn ang="0">
                  <a:pos x="connsiteX6260" y="connsiteY6260"/>
                </a:cxn>
                <a:cxn ang="0">
                  <a:pos x="connsiteX6261" y="connsiteY6261"/>
                </a:cxn>
                <a:cxn ang="0">
                  <a:pos x="connsiteX6262" y="connsiteY6262"/>
                </a:cxn>
                <a:cxn ang="0">
                  <a:pos x="connsiteX6263" y="connsiteY6263"/>
                </a:cxn>
                <a:cxn ang="0">
                  <a:pos x="connsiteX6264" y="connsiteY6264"/>
                </a:cxn>
                <a:cxn ang="0">
                  <a:pos x="connsiteX6265" y="connsiteY6265"/>
                </a:cxn>
                <a:cxn ang="0">
                  <a:pos x="connsiteX6266" y="connsiteY6266"/>
                </a:cxn>
                <a:cxn ang="0">
                  <a:pos x="connsiteX6267" y="connsiteY6267"/>
                </a:cxn>
                <a:cxn ang="0">
                  <a:pos x="connsiteX6268" y="connsiteY6268"/>
                </a:cxn>
                <a:cxn ang="0">
                  <a:pos x="connsiteX6269" y="connsiteY6269"/>
                </a:cxn>
                <a:cxn ang="0">
                  <a:pos x="connsiteX6270" y="connsiteY6270"/>
                </a:cxn>
                <a:cxn ang="0">
                  <a:pos x="connsiteX6271" y="connsiteY6271"/>
                </a:cxn>
                <a:cxn ang="0">
                  <a:pos x="connsiteX6272" y="connsiteY6272"/>
                </a:cxn>
                <a:cxn ang="0">
                  <a:pos x="connsiteX6273" y="connsiteY6273"/>
                </a:cxn>
                <a:cxn ang="0">
                  <a:pos x="connsiteX6274" y="connsiteY6274"/>
                </a:cxn>
                <a:cxn ang="0">
                  <a:pos x="connsiteX6275" y="connsiteY6275"/>
                </a:cxn>
                <a:cxn ang="0">
                  <a:pos x="connsiteX6276" y="connsiteY6276"/>
                </a:cxn>
                <a:cxn ang="0">
                  <a:pos x="connsiteX6277" y="connsiteY6277"/>
                </a:cxn>
                <a:cxn ang="0">
                  <a:pos x="connsiteX6278" y="connsiteY6278"/>
                </a:cxn>
                <a:cxn ang="0">
                  <a:pos x="connsiteX6279" y="connsiteY6279"/>
                </a:cxn>
                <a:cxn ang="0">
                  <a:pos x="connsiteX6280" y="connsiteY6280"/>
                </a:cxn>
                <a:cxn ang="0">
                  <a:pos x="connsiteX6281" y="connsiteY6281"/>
                </a:cxn>
                <a:cxn ang="0">
                  <a:pos x="connsiteX6282" y="connsiteY6282"/>
                </a:cxn>
                <a:cxn ang="0">
                  <a:pos x="connsiteX6283" y="connsiteY6283"/>
                </a:cxn>
                <a:cxn ang="0">
                  <a:pos x="connsiteX6284" y="connsiteY6284"/>
                </a:cxn>
                <a:cxn ang="0">
                  <a:pos x="connsiteX6285" y="connsiteY6285"/>
                </a:cxn>
                <a:cxn ang="0">
                  <a:pos x="connsiteX6286" y="connsiteY6286"/>
                </a:cxn>
                <a:cxn ang="0">
                  <a:pos x="connsiteX6287" y="connsiteY6287"/>
                </a:cxn>
                <a:cxn ang="0">
                  <a:pos x="connsiteX6288" y="connsiteY6288"/>
                </a:cxn>
                <a:cxn ang="0">
                  <a:pos x="connsiteX6289" y="connsiteY6289"/>
                </a:cxn>
                <a:cxn ang="0">
                  <a:pos x="connsiteX6290" y="connsiteY6290"/>
                </a:cxn>
                <a:cxn ang="0">
                  <a:pos x="connsiteX6291" y="connsiteY6291"/>
                </a:cxn>
                <a:cxn ang="0">
                  <a:pos x="connsiteX6292" y="connsiteY6292"/>
                </a:cxn>
                <a:cxn ang="0">
                  <a:pos x="connsiteX6293" y="connsiteY6293"/>
                </a:cxn>
                <a:cxn ang="0">
                  <a:pos x="connsiteX6294" y="connsiteY6294"/>
                </a:cxn>
                <a:cxn ang="0">
                  <a:pos x="connsiteX6295" y="connsiteY6295"/>
                </a:cxn>
                <a:cxn ang="0">
                  <a:pos x="connsiteX6296" y="connsiteY6296"/>
                </a:cxn>
                <a:cxn ang="0">
                  <a:pos x="connsiteX6297" y="connsiteY6297"/>
                </a:cxn>
                <a:cxn ang="0">
                  <a:pos x="connsiteX6298" y="connsiteY6298"/>
                </a:cxn>
                <a:cxn ang="0">
                  <a:pos x="connsiteX6299" y="connsiteY6299"/>
                </a:cxn>
                <a:cxn ang="0">
                  <a:pos x="connsiteX6300" y="connsiteY6300"/>
                </a:cxn>
                <a:cxn ang="0">
                  <a:pos x="connsiteX6301" y="connsiteY6301"/>
                </a:cxn>
                <a:cxn ang="0">
                  <a:pos x="connsiteX6302" y="connsiteY6302"/>
                </a:cxn>
                <a:cxn ang="0">
                  <a:pos x="connsiteX6303" y="connsiteY6303"/>
                </a:cxn>
                <a:cxn ang="0">
                  <a:pos x="connsiteX6304" y="connsiteY6304"/>
                </a:cxn>
                <a:cxn ang="0">
                  <a:pos x="connsiteX6305" y="connsiteY6305"/>
                </a:cxn>
                <a:cxn ang="0">
                  <a:pos x="connsiteX6306" y="connsiteY6306"/>
                </a:cxn>
                <a:cxn ang="0">
                  <a:pos x="connsiteX6307" y="connsiteY6307"/>
                </a:cxn>
                <a:cxn ang="0">
                  <a:pos x="connsiteX6308" y="connsiteY6308"/>
                </a:cxn>
                <a:cxn ang="0">
                  <a:pos x="connsiteX6309" y="connsiteY6309"/>
                </a:cxn>
                <a:cxn ang="0">
                  <a:pos x="connsiteX6310" y="connsiteY6310"/>
                </a:cxn>
                <a:cxn ang="0">
                  <a:pos x="connsiteX6311" y="connsiteY6311"/>
                </a:cxn>
                <a:cxn ang="0">
                  <a:pos x="connsiteX6312" y="connsiteY6312"/>
                </a:cxn>
                <a:cxn ang="0">
                  <a:pos x="connsiteX6313" y="connsiteY6313"/>
                </a:cxn>
                <a:cxn ang="0">
                  <a:pos x="connsiteX6314" y="connsiteY6314"/>
                </a:cxn>
                <a:cxn ang="0">
                  <a:pos x="connsiteX6315" y="connsiteY6315"/>
                </a:cxn>
                <a:cxn ang="0">
                  <a:pos x="connsiteX6316" y="connsiteY6316"/>
                </a:cxn>
                <a:cxn ang="0">
                  <a:pos x="connsiteX6317" y="connsiteY6317"/>
                </a:cxn>
                <a:cxn ang="0">
                  <a:pos x="connsiteX6318" y="connsiteY6318"/>
                </a:cxn>
                <a:cxn ang="0">
                  <a:pos x="connsiteX6319" y="connsiteY6319"/>
                </a:cxn>
                <a:cxn ang="0">
                  <a:pos x="connsiteX6320" y="connsiteY6320"/>
                </a:cxn>
                <a:cxn ang="0">
                  <a:pos x="connsiteX6321" y="connsiteY6321"/>
                </a:cxn>
                <a:cxn ang="0">
                  <a:pos x="connsiteX6322" y="connsiteY6322"/>
                </a:cxn>
                <a:cxn ang="0">
                  <a:pos x="connsiteX6323" y="connsiteY6323"/>
                </a:cxn>
                <a:cxn ang="0">
                  <a:pos x="connsiteX6324" y="connsiteY6324"/>
                </a:cxn>
                <a:cxn ang="0">
                  <a:pos x="connsiteX6325" y="connsiteY6325"/>
                </a:cxn>
                <a:cxn ang="0">
                  <a:pos x="connsiteX6326" y="connsiteY6326"/>
                </a:cxn>
                <a:cxn ang="0">
                  <a:pos x="connsiteX6327" y="connsiteY6327"/>
                </a:cxn>
                <a:cxn ang="0">
                  <a:pos x="connsiteX6328" y="connsiteY6328"/>
                </a:cxn>
                <a:cxn ang="0">
                  <a:pos x="connsiteX6329" y="connsiteY6329"/>
                </a:cxn>
                <a:cxn ang="0">
                  <a:pos x="connsiteX6330" y="connsiteY6330"/>
                </a:cxn>
                <a:cxn ang="0">
                  <a:pos x="connsiteX6331" y="connsiteY6331"/>
                </a:cxn>
                <a:cxn ang="0">
                  <a:pos x="connsiteX6332" y="connsiteY6332"/>
                </a:cxn>
                <a:cxn ang="0">
                  <a:pos x="connsiteX6333" y="connsiteY6333"/>
                </a:cxn>
                <a:cxn ang="0">
                  <a:pos x="connsiteX6334" y="connsiteY6334"/>
                </a:cxn>
                <a:cxn ang="0">
                  <a:pos x="connsiteX6335" y="connsiteY6335"/>
                </a:cxn>
                <a:cxn ang="0">
                  <a:pos x="connsiteX6336" y="connsiteY6336"/>
                </a:cxn>
                <a:cxn ang="0">
                  <a:pos x="connsiteX6337" y="connsiteY6337"/>
                </a:cxn>
                <a:cxn ang="0">
                  <a:pos x="connsiteX6338" y="connsiteY6338"/>
                </a:cxn>
                <a:cxn ang="0">
                  <a:pos x="connsiteX6339" y="connsiteY6339"/>
                </a:cxn>
                <a:cxn ang="0">
                  <a:pos x="connsiteX6340" y="connsiteY6340"/>
                </a:cxn>
                <a:cxn ang="0">
                  <a:pos x="connsiteX6341" y="connsiteY6341"/>
                </a:cxn>
                <a:cxn ang="0">
                  <a:pos x="connsiteX6342" y="connsiteY6342"/>
                </a:cxn>
                <a:cxn ang="0">
                  <a:pos x="connsiteX6343" y="connsiteY6343"/>
                </a:cxn>
                <a:cxn ang="0">
                  <a:pos x="connsiteX6344" y="connsiteY6344"/>
                </a:cxn>
                <a:cxn ang="0">
                  <a:pos x="connsiteX6345" y="connsiteY6345"/>
                </a:cxn>
                <a:cxn ang="0">
                  <a:pos x="connsiteX6346" y="connsiteY6346"/>
                </a:cxn>
                <a:cxn ang="0">
                  <a:pos x="connsiteX6347" y="connsiteY6347"/>
                </a:cxn>
                <a:cxn ang="0">
                  <a:pos x="connsiteX6348" y="connsiteY6348"/>
                </a:cxn>
                <a:cxn ang="0">
                  <a:pos x="connsiteX6349" y="connsiteY6349"/>
                </a:cxn>
                <a:cxn ang="0">
                  <a:pos x="connsiteX6350" y="connsiteY6350"/>
                </a:cxn>
                <a:cxn ang="0">
                  <a:pos x="connsiteX6351" y="connsiteY6351"/>
                </a:cxn>
                <a:cxn ang="0">
                  <a:pos x="connsiteX6352" y="connsiteY6352"/>
                </a:cxn>
                <a:cxn ang="0">
                  <a:pos x="connsiteX6353" y="connsiteY6353"/>
                </a:cxn>
                <a:cxn ang="0">
                  <a:pos x="connsiteX6354" y="connsiteY6354"/>
                </a:cxn>
                <a:cxn ang="0">
                  <a:pos x="connsiteX6355" y="connsiteY6355"/>
                </a:cxn>
                <a:cxn ang="0">
                  <a:pos x="connsiteX6356" y="connsiteY6356"/>
                </a:cxn>
                <a:cxn ang="0">
                  <a:pos x="connsiteX6357" y="connsiteY6357"/>
                </a:cxn>
                <a:cxn ang="0">
                  <a:pos x="connsiteX6358" y="connsiteY6358"/>
                </a:cxn>
                <a:cxn ang="0">
                  <a:pos x="connsiteX6359" y="connsiteY6359"/>
                </a:cxn>
                <a:cxn ang="0">
                  <a:pos x="connsiteX6360" y="connsiteY6360"/>
                </a:cxn>
                <a:cxn ang="0">
                  <a:pos x="connsiteX6361" y="connsiteY6361"/>
                </a:cxn>
                <a:cxn ang="0">
                  <a:pos x="connsiteX6362" y="connsiteY6362"/>
                </a:cxn>
                <a:cxn ang="0">
                  <a:pos x="connsiteX6363" y="connsiteY6363"/>
                </a:cxn>
                <a:cxn ang="0">
                  <a:pos x="connsiteX6364" y="connsiteY6364"/>
                </a:cxn>
                <a:cxn ang="0">
                  <a:pos x="connsiteX6365" y="connsiteY6365"/>
                </a:cxn>
                <a:cxn ang="0">
                  <a:pos x="connsiteX6366" y="connsiteY6366"/>
                </a:cxn>
                <a:cxn ang="0">
                  <a:pos x="connsiteX6367" y="connsiteY6367"/>
                </a:cxn>
                <a:cxn ang="0">
                  <a:pos x="connsiteX6368" y="connsiteY6368"/>
                </a:cxn>
                <a:cxn ang="0">
                  <a:pos x="connsiteX6369" y="connsiteY6369"/>
                </a:cxn>
                <a:cxn ang="0">
                  <a:pos x="connsiteX6370" y="connsiteY6370"/>
                </a:cxn>
                <a:cxn ang="0">
                  <a:pos x="connsiteX6371" y="connsiteY6371"/>
                </a:cxn>
                <a:cxn ang="0">
                  <a:pos x="connsiteX6372" y="connsiteY6372"/>
                </a:cxn>
                <a:cxn ang="0">
                  <a:pos x="connsiteX6373" y="connsiteY6373"/>
                </a:cxn>
                <a:cxn ang="0">
                  <a:pos x="connsiteX6374" y="connsiteY6374"/>
                </a:cxn>
                <a:cxn ang="0">
                  <a:pos x="connsiteX6375" y="connsiteY6375"/>
                </a:cxn>
                <a:cxn ang="0">
                  <a:pos x="connsiteX6376" y="connsiteY6376"/>
                </a:cxn>
                <a:cxn ang="0">
                  <a:pos x="connsiteX6377" y="connsiteY6377"/>
                </a:cxn>
                <a:cxn ang="0">
                  <a:pos x="connsiteX6378" y="connsiteY6378"/>
                </a:cxn>
                <a:cxn ang="0">
                  <a:pos x="connsiteX6379" y="connsiteY6379"/>
                </a:cxn>
                <a:cxn ang="0">
                  <a:pos x="connsiteX6380" y="connsiteY6380"/>
                </a:cxn>
                <a:cxn ang="0">
                  <a:pos x="connsiteX6381" y="connsiteY6381"/>
                </a:cxn>
                <a:cxn ang="0">
                  <a:pos x="connsiteX6382" y="connsiteY6382"/>
                </a:cxn>
                <a:cxn ang="0">
                  <a:pos x="connsiteX6383" y="connsiteY6383"/>
                </a:cxn>
                <a:cxn ang="0">
                  <a:pos x="connsiteX6384" y="connsiteY6384"/>
                </a:cxn>
                <a:cxn ang="0">
                  <a:pos x="connsiteX6385" y="connsiteY6385"/>
                </a:cxn>
                <a:cxn ang="0">
                  <a:pos x="connsiteX6386" y="connsiteY6386"/>
                </a:cxn>
                <a:cxn ang="0">
                  <a:pos x="connsiteX6387" y="connsiteY6387"/>
                </a:cxn>
                <a:cxn ang="0">
                  <a:pos x="connsiteX6388" y="connsiteY6388"/>
                </a:cxn>
                <a:cxn ang="0">
                  <a:pos x="connsiteX6389" y="connsiteY6389"/>
                </a:cxn>
                <a:cxn ang="0">
                  <a:pos x="connsiteX6390" y="connsiteY6390"/>
                </a:cxn>
                <a:cxn ang="0">
                  <a:pos x="connsiteX6391" y="connsiteY6391"/>
                </a:cxn>
                <a:cxn ang="0">
                  <a:pos x="connsiteX6392" y="connsiteY6392"/>
                </a:cxn>
                <a:cxn ang="0">
                  <a:pos x="connsiteX6393" y="connsiteY6393"/>
                </a:cxn>
                <a:cxn ang="0">
                  <a:pos x="connsiteX6394" y="connsiteY6394"/>
                </a:cxn>
                <a:cxn ang="0">
                  <a:pos x="connsiteX6395" y="connsiteY6395"/>
                </a:cxn>
                <a:cxn ang="0">
                  <a:pos x="connsiteX6396" y="connsiteY6396"/>
                </a:cxn>
                <a:cxn ang="0">
                  <a:pos x="connsiteX6397" y="connsiteY6397"/>
                </a:cxn>
                <a:cxn ang="0">
                  <a:pos x="connsiteX6398" y="connsiteY6398"/>
                </a:cxn>
                <a:cxn ang="0">
                  <a:pos x="connsiteX6399" y="connsiteY6399"/>
                </a:cxn>
                <a:cxn ang="0">
                  <a:pos x="connsiteX6400" y="connsiteY6400"/>
                </a:cxn>
                <a:cxn ang="0">
                  <a:pos x="connsiteX6401" y="connsiteY6401"/>
                </a:cxn>
                <a:cxn ang="0">
                  <a:pos x="connsiteX6402" y="connsiteY6402"/>
                </a:cxn>
                <a:cxn ang="0">
                  <a:pos x="connsiteX6403" y="connsiteY6403"/>
                </a:cxn>
                <a:cxn ang="0">
                  <a:pos x="connsiteX6404" y="connsiteY6404"/>
                </a:cxn>
                <a:cxn ang="0">
                  <a:pos x="connsiteX6405" y="connsiteY6405"/>
                </a:cxn>
                <a:cxn ang="0">
                  <a:pos x="connsiteX6406" y="connsiteY6406"/>
                </a:cxn>
                <a:cxn ang="0">
                  <a:pos x="connsiteX6407" y="connsiteY6407"/>
                </a:cxn>
                <a:cxn ang="0">
                  <a:pos x="connsiteX6408" y="connsiteY6408"/>
                </a:cxn>
                <a:cxn ang="0">
                  <a:pos x="connsiteX6409" y="connsiteY6409"/>
                </a:cxn>
                <a:cxn ang="0">
                  <a:pos x="connsiteX6410" y="connsiteY6410"/>
                </a:cxn>
                <a:cxn ang="0">
                  <a:pos x="connsiteX6411" y="connsiteY6411"/>
                </a:cxn>
                <a:cxn ang="0">
                  <a:pos x="connsiteX6412" y="connsiteY6412"/>
                </a:cxn>
                <a:cxn ang="0">
                  <a:pos x="connsiteX6413" y="connsiteY6413"/>
                </a:cxn>
                <a:cxn ang="0">
                  <a:pos x="connsiteX6414" y="connsiteY6414"/>
                </a:cxn>
                <a:cxn ang="0">
                  <a:pos x="connsiteX6415" y="connsiteY6415"/>
                </a:cxn>
                <a:cxn ang="0">
                  <a:pos x="connsiteX6416" y="connsiteY6416"/>
                </a:cxn>
                <a:cxn ang="0">
                  <a:pos x="connsiteX6417" y="connsiteY6417"/>
                </a:cxn>
                <a:cxn ang="0">
                  <a:pos x="connsiteX6418" y="connsiteY6418"/>
                </a:cxn>
                <a:cxn ang="0">
                  <a:pos x="connsiteX6419" y="connsiteY6419"/>
                </a:cxn>
                <a:cxn ang="0">
                  <a:pos x="connsiteX6420" y="connsiteY6420"/>
                </a:cxn>
                <a:cxn ang="0">
                  <a:pos x="connsiteX6421" y="connsiteY6421"/>
                </a:cxn>
                <a:cxn ang="0">
                  <a:pos x="connsiteX6422" y="connsiteY6422"/>
                </a:cxn>
                <a:cxn ang="0">
                  <a:pos x="connsiteX6423" y="connsiteY6423"/>
                </a:cxn>
                <a:cxn ang="0">
                  <a:pos x="connsiteX6424" y="connsiteY6424"/>
                </a:cxn>
                <a:cxn ang="0">
                  <a:pos x="connsiteX6425" y="connsiteY6425"/>
                </a:cxn>
                <a:cxn ang="0">
                  <a:pos x="connsiteX6426" y="connsiteY6426"/>
                </a:cxn>
                <a:cxn ang="0">
                  <a:pos x="connsiteX6427" y="connsiteY6427"/>
                </a:cxn>
                <a:cxn ang="0">
                  <a:pos x="connsiteX6428" y="connsiteY6428"/>
                </a:cxn>
                <a:cxn ang="0">
                  <a:pos x="connsiteX6429" y="connsiteY6429"/>
                </a:cxn>
                <a:cxn ang="0">
                  <a:pos x="connsiteX6430" y="connsiteY6430"/>
                </a:cxn>
                <a:cxn ang="0">
                  <a:pos x="connsiteX6431" y="connsiteY6431"/>
                </a:cxn>
                <a:cxn ang="0">
                  <a:pos x="connsiteX6432" y="connsiteY6432"/>
                </a:cxn>
                <a:cxn ang="0">
                  <a:pos x="connsiteX6433" y="connsiteY6433"/>
                </a:cxn>
                <a:cxn ang="0">
                  <a:pos x="connsiteX6434" y="connsiteY6434"/>
                </a:cxn>
                <a:cxn ang="0">
                  <a:pos x="connsiteX6435" y="connsiteY6435"/>
                </a:cxn>
                <a:cxn ang="0">
                  <a:pos x="connsiteX6436" y="connsiteY6436"/>
                </a:cxn>
                <a:cxn ang="0">
                  <a:pos x="connsiteX6437" y="connsiteY6437"/>
                </a:cxn>
                <a:cxn ang="0">
                  <a:pos x="connsiteX6438" y="connsiteY6438"/>
                </a:cxn>
                <a:cxn ang="0">
                  <a:pos x="connsiteX6439" y="connsiteY6439"/>
                </a:cxn>
                <a:cxn ang="0">
                  <a:pos x="connsiteX6440" y="connsiteY6440"/>
                </a:cxn>
                <a:cxn ang="0">
                  <a:pos x="connsiteX6441" y="connsiteY6441"/>
                </a:cxn>
                <a:cxn ang="0">
                  <a:pos x="connsiteX6442" y="connsiteY6442"/>
                </a:cxn>
                <a:cxn ang="0">
                  <a:pos x="connsiteX6443" y="connsiteY6443"/>
                </a:cxn>
                <a:cxn ang="0">
                  <a:pos x="connsiteX6444" y="connsiteY6444"/>
                </a:cxn>
                <a:cxn ang="0">
                  <a:pos x="connsiteX6445" y="connsiteY6445"/>
                </a:cxn>
                <a:cxn ang="0">
                  <a:pos x="connsiteX6446" y="connsiteY6446"/>
                </a:cxn>
                <a:cxn ang="0">
                  <a:pos x="connsiteX6447" y="connsiteY6447"/>
                </a:cxn>
                <a:cxn ang="0">
                  <a:pos x="connsiteX6448" y="connsiteY6448"/>
                </a:cxn>
                <a:cxn ang="0">
                  <a:pos x="connsiteX6449" y="connsiteY6449"/>
                </a:cxn>
                <a:cxn ang="0">
                  <a:pos x="connsiteX6450" y="connsiteY6450"/>
                </a:cxn>
                <a:cxn ang="0">
                  <a:pos x="connsiteX6451" y="connsiteY6451"/>
                </a:cxn>
                <a:cxn ang="0">
                  <a:pos x="connsiteX6452" y="connsiteY6452"/>
                </a:cxn>
                <a:cxn ang="0">
                  <a:pos x="connsiteX6453" y="connsiteY6453"/>
                </a:cxn>
                <a:cxn ang="0">
                  <a:pos x="connsiteX6454" y="connsiteY6454"/>
                </a:cxn>
                <a:cxn ang="0">
                  <a:pos x="connsiteX6455" y="connsiteY6455"/>
                </a:cxn>
                <a:cxn ang="0">
                  <a:pos x="connsiteX6456" y="connsiteY6456"/>
                </a:cxn>
                <a:cxn ang="0">
                  <a:pos x="connsiteX6457" y="connsiteY6457"/>
                </a:cxn>
                <a:cxn ang="0">
                  <a:pos x="connsiteX6458" y="connsiteY6458"/>
                </a:cxn>
                <a:cxn ang="0">
                  <a:pos x="connsiteX6459" y="connsiteY6459"/>
                </a:cxn>
                <a:cxn ang="0">
                  <a:pos x="connsiteX6460" y="connsiteY6460"/>
                </a:cxn>
                <a:cxn ang="0">
                  <a:pos x="connsiteX6461" y="connsiteY6461"/>
                </a:cxn>
                <a:cxn ang="0">
                  <a:pos x="connsiteX6462" y="connsiteY6462"/>
                </a:cxn>
                <a:cxn ang="0">
                  <a:pos x="connsiteX6463" y="connsiteY6463"/>
                </a:cxn>
                <a:cxn ang="0">
                  <a:pos x="connsiteX6464" y="connsiteY6464"/>
                </a:cxn>
                <a:cxn ang="0">
                  <a:pos x="connsiteX6465" y="connsiteY6465"/>
                </a:cxn>
                <a:cxn ang="0">
                  <a:pos x="connsiteX6466" y="connsiteY6466"/>
                </a:cxn>
                <a:cxn ang="0">
                  <a:pos x="connsiteX6467" y="connsiteY6467"/>
                </a:cxn>
                <a:cxn ang="0">
                  <a:pos x="connsiteX6468" y="connsiteY6468"/>
                </a:cxn>
                <a:cxn ang="0">
                  <a:pos x="connsiteX6469" y="connsiteY6469"/>
                </a:cxn>
                <a:cxn ang="0">
                  <a:pos x="connsiteX6470" y="connsiteY6470"/>
                </a:cxn>
                <a:cxn ang="0">
                  <a:pos x="connsiteX6471" y="connsiteY6471"/>
                </a:cxn>
                <a:cxn ang="0">
                  <a:pos x="connsiteX6472" y="connsiteY6472"/>
                </a:cxn>
                <a:cxn ang="0">
                  <a:pos x="connsiteX6473" y="connsiteY6473"/>
                </a:cxn>
                <a:cxn ang="0">
                  <a:pos x="connsiteX6474" y="connsiteY6474"/>
                </a:cxn>
                <a:cxn ang="0">
                  <a:pos x="connsiteX6475" y="connsiteY6475"/>
                </a:cxn>
                <a:cxn ang="0">
                  <a:pos x="connsiteX6476" y="connsiteY6476"/>
                </a:cxn>
                <a:cxn ang="0">
                  <a:pos x="connsiteX6477" y="connsiteY6477"/>
                </a:cxn>
                <a:cxn ang="0">
                  <a:pos x="connsiteX6478" y="connsiteY6478"/>
                </a:cxn>
                <a:cxn ang="0">
                  <a:pos x="connsiteX6479" y="connsiteY6479"/>
                </a:cxn>
                <a:cxn ang="0">
                  <a:pos x="connsiteX6480" y="connsiteY6480"/>
                </a:cxn>
                <a:cxn ang="0">
                  <a:pos x="connsiteX6481" y="connsiteY6481"/>
                </a:cxn>
                <a:cxn ang="0">
                  <a:pos x="connsiteX6482" y="connsiteY6482"/>
                </a:cxn>
                <a:cxn ang="0">
                  <a:pos x="connsiteX6483" y="connsiteY6483"/>
                </a:cxn>
                <a:cxn ang="0">
                  <a:pos x="connsiteX6484" y="connsiteY6484"/>
                </a:cxn>
                <a:cxn ang="0">
                  <a:pos x="connsiteX6485" y="connsiteY6485"/>
                </a:cxn>
                <a:cxn ang="0">
                  <a:pos x="connsiteX6486" y="connsiteY6486"/>
                </a:cxn>
                <a:cxn ang="0">
                  <a:pos x="connsiteX6487" y="connsiteY6487"/>
                </a:cxn>
                <a:cxn ang="0">
                  <a:pos x="connsiteX6488" y="connsiteY6488"/>
                </a:cxn>
                <a:cxn ang="0">
                  <a:pos x="connsiteX6489" y="connsiteY6489"/>
                </a:cxn>
                <a:cxn ang="0">
                  <a:pos x="connsiteX6490" y="connsiteY6490"/>
                </a:cxn>
                <a:cxn ang="0">
                  <a:pos x="connsiteX6491" y="connsiteY6491"/>
                </a:cxn>
                <a:cxn ang="0">
                  <a:pos x="connsiteX6492" y="connsiteY6492"/>
                </a:cxn>
                <a:cxn ang="0">
                  <a:pos x="connsiteX6493" y="connsiteY6493"/>
                </a:cxn>
                <a:cxn ang="0">
                  <a:pos x="connsiteX6494" y="connsiteY6494"/>
                </a:cxn>
                <a:cxn ang="0">
                  <a:pos x="connsiteX6495" y="connsiteY6495"/>
                </a:cxn>
                <a:cxn ang="0">
                  <a:pos x="connsiteX6496" y="connsiteY6496"/>
                </a:cxn>
                <a:cxn ang="0">
                  <a:pos x="connsiteX6497" y="connsiteY6497"/>
                </a:cxn>
                <a:cxn ang="0">
                  <a:pos x="connsiteX6498" y="connsiteY6498"/>
                </a:cxn>
                <a:cxn ang="0">
                  <a:pos x="connsiteX6499" y="connsiteY6499"/>
                </a:cxn>
                <a:cxn ang="0">
                  <a:pos x="connsiteX6500" y="connsiteY6500"/>
                </a:cxn>
                <a:cxn ang="0">
                  <a:pos x="connsiteX6501" y="connsiteY6501"/>
                </a:cxn>
                <a:cxn ang="0">
                  <a:pos x="connsiteX6502" y="connsiteY6502"/>
                </a:cxn>
                <a:cxn ang="0">
                  <a:pos x="connsiteX6503" y="connsiteY6503"/>
                </a:cxn>
                <a:cxn ang="0">
                  <a:pos x="connsiteX6504" y="connsiteY6504"/>
                </a:cxn>
                <a:cxn ang="0">
                  <a:pos x="connsiteX6505" y="connsiteY6505"/>
                </a:cxn>
                <a:cxn ang="0">
                  <a:pos x="connsiteX6506" y="connsiteY6506"/>
                </a:cxn>
                <a:cxn ang="0">
                  <a:pos x="connsiteX6507" y="connsiteY6507"/>
                </a:cxn>
                <a:cxn ang="0">
                  <a:pos x="connsiteX6508" y="connsiteY6508"/>
                </a:cxn>
                <a:cxn ang="0">
                  <a:pos x="connsiteX6509" y="connsiteY6509"/>
                </a:cxn>
                <a:cxn ang="0">
                  <a:pos x="connsiteX6510" y="connsiteY6510"/>
                </a:cxn>
                <a:cxn ang="0">
                  <a:pos x="connsiteX6511" y="connsiteY6511"/>
                </a:cxn>
                <a:cxn ang="0">
                  <a:pos x="connsiteX6512" y="connsiteY6512"/>
                </a:cxn>
                <a:cxn ang="0">
                  <a:pos x="connsiteX6513" y="connsiteY6513"/>
                </a:cxn>
                <a:cxn ang="0">
                  <a:pos x="connsiteX6514" y="connsiteY6514"/>
                </a:cxn>
                <a:cxn ang="0">
                  <a:pos x="connsiteX6515" y="connsiteY6515"/>
                </a:cxn>
                <a:cxn ang="0">
                  <a:pos x="connsiteX6516" y="connsiteY6516"/>
                </a:cxn>
                <a:cxn ang="0">
                  <a:pos x="connsiteX6517" y="connsiteY6517"/>
                </a:cxn>
                <a:cxn ang="0">
                  <a:pos x="connsiteX6518" y="connsiteY6518"/>
                </a:cxn>
                <a:cxn ang="0">
                  <a:pos x="connsiteX6519" y="connsiteY6519"/>
                </a:cxn>
                <a:cxn ang="0">
                  <a:pos x="connsiteX6520" y="connsiteY6520"/>
                </a:cxn>
                <a:cxn ang="0">
                  <a:pos x="connsiteX6521" y="connsiteY6521"/>
                </a:cxn>
                <a:cxn ang="0">
                  <a:pos x="connsiteX6522" y="connsiteY6522"/>
                </a:cxn>
                <a:cxn ang="0">
                  <a:pos x="connsiteX6523" y="connsiteY6523"/>
                </a:cxn>
                <a:cxn ang="0">
                  <a:pos x="connsiteX6524" y="connsiteY6524"/>
                </a:cxn>
                <a:cxn ang="0">
                  <a:pos x="connsiteX6525" y="connsiteY6525"/>
                </a:cxn>
                <a:cxn ang="0">
                  <a:pos x="connsiteX6526" y="connsiteY6526"/>
                </a:cxn>
                <a:cxn ang="0">
                  <a:pos x="connsiteX6527" y="connsiteY6527"/>
                </a:cxn>
                <a:cxn ang="0">
                  <a:pos x="connsiteX6528" y="connsiteY6528"/>
                </a:cxn>
                <a:cxn ang="0">
                  <a:pos x="connsiteX6529" y="connsiteY6529"/>
                </a:cxn>
                <a:cxn ang="0">
                  <a:pos x="connsiteX6530" y="connsiteY6530"/>
                </a:cxn>
                <a:cxn ang="0">
                  <a:pos x="connsiteX6531" y="connsiteY6531"/>
                </a:cxn>
                <a:cxn ang="0">
                  <a:pos x="connsiteX6532" y="connsiteY6532"/>
                </a:cxn>
                <a:cxn ang="0">
                  <a:pos x="connsiteX6533" y="connsiteY6533"/>
                </a:cxn>
                <a:cxn ang="0">
                  <a:pos x="connsiteX6534" y="connsiteY6534"/>
                </a:cxn>
                <a:cxn ang="0">
                  <a:pos x="connsiteX6535" y="connsiteY6535"/>
                </a:cxn>
                <a:cxn ang="0">
                  <a:pos x="connsiteX6536" y="connsiteY6536"/>
                </a:cxn>
                <a:cxn ang="0">
                  <a:pos x="connsiteX6537" y="connsiteY6537"/>
                </a:cxn>
                <a:cxn ang="0">
                  <a:pos x="connsiteX6538" y="connsiteY6538"/>
                </a:cxn>
                <a:cxn ang="0">
                  <a:pos x="connsiteX6539" y="connsiteY6539"/>
                </a:cxn>
                <a:cxn ang="0">
                  <a:pos x="connsiteX6540" y="connsiteY6540"/>
                </a:cxn>
                <a:cxn ang="0">
                  <a:pos x="connsiteX6541" y="connsiteY6541"/>
                </a:cxn>
                <a:cxn ang="0">
                  <a:pos x="connsiteX6542" y="connsiteY6542"/>
                </a:cxn>
                <a:cxn ang="0">
                  <a:pos x="connsiteX6543" y="connsiteY6543"/>
                </a:cxn>
                <a:cxn ang="0">
                  <a:pos x="connsiteX6544" y="connsiteY6544"/>
                </a:cxn>
                <a:cxn ang="0">
                  <a:pos x="connsiteX6545" y="connsiteY6545"/>
                </a:cxn>
                <a:cxn ang="0">
                  <a:pos x="connsiteX6546" y="connsiteY6546"/>
                </a:cxn>
                <a:cxn ang="0">
                  <a:pos x="connsiteX6547" y="connsiteY6547"/>
                </a:cxn>
                <a:cxn ang="0">
                  <a:pos x="connsiteX6548" y="connsiteY6548"/>
                </a:cxn>
                <a:cxn ang="0">
                  <a:pos x="connsiteX6549" y="connsiteY6549"/>
                </a:cxn>
                <a:cxn ang="0">
                  <a:pos x="connsiteX6550" y="connsiteY6550"/>
                </a:cxn>
                <a:cxn ang="0">
                  <a:pos x="connsiteX6551" y="connsiteY6551"/>
                </a:cxn>
                <a:cxn ang="0">
                  <a:pos x="connsiteX6552" y="connsiteY6552"/>
                </a:cxn>
                <a:cxn ang="0">
                  <a:pos x="connsiteX6553" y="connsiteY6553"/>
                </a:cxn>
                <a:cxn ang="0">
                  <a:pos x="connsiteX6554" y="connsiteY6554"/>
                </a:cxn>
                <a:cxn ang="0">
                  <a:pos x="connsiteX6555" y="connsiteY6555"/>
                </a:cxn>
                <a:cxn ang="0">
                  <a:pos x="connsiteX6556" y="connsiteY6556"/>
                </a:cxn>
                <a:cxn ang="0">
                  <a:pos x="connsiteX6557" y="connsiteY6557"/>
                </a:cxn>
                <a:cxn ang="0">
                  <a:pos x="connsiteX6558" y="connsiteY6558"/>
                </a:cxn>
                <a:cxn ang="0">
                  <a:pos x="connsiteX6559" y="connsiteY6559"/>
                </a:cxn>
                <a:cxn ang="0">
                  <a:pos x="connsiteX6560" y="connsiteY6560"/>
                </a:cxn>
                <a:cxn ang="0">
                  <a:pos x="connsiteX6561" y="connsiteY6561"/>
                </a:cxn>
                <a:cxn ang="0">
                  <a:pos x="connsiteX6562" y="connsiteY6562"/>
                </a:cxn>
                <a:cxn ang="0">
                  <a:pos x="connsiteX6563" y="connsiteY6563"/>
                </a:cxn>
                <a:cxn ang="0">
                  <a:pos x="connsiteX6564" y="connsiteY6564"/>
                </a:cxn>
                <a:cxn ang="0">
                  <a:pos x="connsiteX6565" y="connsiteY6565"/>
                </a:cxn>
                <a:cxn ang="0">
                  <a:pos x="connsiteX6566" y="connsiteY6566"/>
                </a:cxn>
                <a:cxn ang="0">
                  <a:pos x="connsiteX6567" y="connsiteY6567"/>
                </a:cxn>
                <a:cxn ang="0">
                  <a:pos x="connsiteX6568" y="connsiteY6568"/>
                </a:cxn>
                <a:cxn ang="0">
                  <a:pos x="connsiteX6569" y="connsiteY6569"/>
                </a:cxn>
                <a:cxn ang="0">
                  <a:pos x="connsiteX6570" y="connsiteY6570"/>
                </a:cxn>
                <a:cxn ang="0">
                  <a:pos x="connsiteX6571" y="connsiteY6571"/>
                </a:cxn>
                <a:cxn ang="0">
                  <a:pos x="connsiteX6572" y="connsiteY6572"/>
                </a:cxn>
                <a:cxn ang="0">
                  <a:pos x="connsiteX6573" y="connsiteY6573"/>
                </a:cxn>
                <a:cxn ang="0">
                  <a:pos x="connsiteX6574" y="connsiteY6574"/>
                </a:cxn>
                <a:cxn ang="0">
                  <a:pos x="connsiteX6575" y="connsiteY6575"/>
                </a:cxn>
                <a:cxn ang="0">
                  <a:pos x="connsiteX6576" y="connsiteY6576"/>
                </a:cxn>
                <a:cxn ang="0">
                  <a:pos x="connsiteX6577" y="connsiteY6577"/>
                </a:cxn>
                <a:cxn ang="0">
                  <a:pos x="connsiteX6578" y="connsiteY6578"/>
                </a:cxn>
                <a:cxn ang="0">
                  <a:pos x="connsiteX6579" y="connsiteY6579"/>
                </a:cxn>
                <a:cxn ang="0">
                  <a:pos x="connsiteX6580" y="connsiteY6580"/>
                </a:cxn>
                <a:cxn ang="0">
                  <a:pos x="connsiteX6581" y="connsiteY6581"/>
                </a:cxn>
                <a:cxn ang="0">
                  <a:pos x="connsiteX6582" y="connsiteY6582"/>
                </a:cxn>
                <a:cxn ang="0">
                  <a:pos x="connsiteX6583" y="connsiteY6583"/>
                </a:cxn>
                <a:cxn ang="0">
                  <a:pos x="connsiteX6584" y="connsiteY6584"/>
                </a:cxn>
                <a:cxn ang="0">
                  <a:pos x="connsiteX6585" y="connsiteY6585"/>
                </a:cxn>
                <a:cxn ang="0">
                  <a:pos x="connsiteX6586" y="connsiteY6586"/>
                </a:cxn>
                <a:cxn ang="0">
                  <a:pos x="connsiteX6587" y="connsiteY6587"/>
                </a:cxn>
                <a:cxn ang="0">
                  <a:pos x="connsiteX6588" y="connsiteY6588"/>
                </a:cxn>
                <a:cxn ang="0">
                  <a:pos x="connsiteX6589" y="connsiteY6589"/>
                </a:cxn>
                <a:cxn ang="0">
                  <a:pos x="connsiteX6590" y="connsiteY6590"/>
                </a:cxn>
                <a:cxn ang="0">
                  <a:pos x="connsiteX6591" y="connsiteY6591"/>
                </a:cxn>
                <a:cxn ang="0">
                  <a:pos x="connsiteX6592" y="connsiteY6592"/>
                </a:cxn>
                <a:cxn ang="0">
                  <a:pos x="connsiteX6593" y="connsiteY6593"/>
                </a:cxn>
                <a:cxn ang="0">
                  <a:pos x="connsiteX6594" y="connsiteY6594"/>
                </a:cxn>
                <a:cxn ang="0">
                  <a:pos x="connsiteX6595" y="connsiteY6595"/>
                </a:cxn>
                <a:cxn ang="0">
                  <a:pos x="connsiteX6596" y="connsiteY6596"/>
                </a:cxn>
                <a:cxn ang="0">
                  <a:pos x="connsiteX6597" y="connsiteY6597"/>
                </a:cxn>
                <a:cxn ang="0">
                  <a:pos x="connsiteX6598" y="connsiteY6598"/>
                </a:cxn>
                <a:cxn ang="0">
                  <a:pos x="connsiteX6599" y="connsiteY6599"/>
                </a:cxn>
                <a:cxn ang="0">
                  <a:pos x="connsiteX6600" y="connsiteY6600"/>
                </a:cxn>
                <a:cxn ang="0">
                  <a:pos x="connsiteX6601" y="connsiteY6601"/>
                </a:cxn>
                <a:cxn ang="0">
                  <a:pos x="connsiteX6602" y="connsiteY6602"/>
                </a:cxn>
                <a:cxn ang="0">
                  <a:pos x="connsiteX6603" y="connsiteY6603"/>
                </a:cxn>
                <a:cxn ang="0">
                  <a:pos x="connsiteX6604" y="connsiteY6604"/>
                </a:cxn>
                <a:cxn ang="0">
                  <a:pos x="connsiteX6605" y="connsiteY6605"/>
                </a:cxn>
                <a:cxn ang="0">
                  <a:pos x="connsiteX6606" y="connsiteY6606"/>
                </a:cxn>
                <a:cxn ang="0">
                  <a:pos x="connsiteX6607" y="connsiteY6607"/>
                </a:cxn>
                <a:cxn ang="0">
                  <a:pos x="connsiteX6608" y="connsiteY6608"/>
                </a:cxn>
                <a:cxn ang="0">
                  <a:pos x="connsiteX6609" y="connsiteY6609"/>
                </a:cxn>
                <a:cxn ang="0">
                  <a:pos x="connsiteX6610" y="connsiteY6610"/>
                </a:cxn>
                <a:cxn ang="0">
                  <a:pos x="connsiteX6611" y="connsiteY6611"/>
                </a:cxn>
                <a:cxn ang="0">
                  <a:pos x="connsiteX6612" y="connsiteY6612"/>
                </a:cxn>
                <a:cxn ang="0">
                  <a:pos x="connsiteX6613" y="connsiteY6613"/>
                </a:cxn>
                <a:cxn ang="0">
                  <a:pos x="connsiteX6614" y="connsiteY6614"/>
                </a:cxn>
                <a:cxn ang="0">
                  <a:pos x="connsiteX6615" y="connsiteY6615"/>
                </a:cxn>
                <a:cxn ang="0">
                  <a:pos x="connsiteX6616" y="connsiteY6616"/>
                </a:cxn>
                <a:cxn ang="0">
                  <a:pos x="connsiteX6617" y="connsiteY6617"/>
                </a:cxn>
                <a:cxn ang="0">
                  <a:pos x="connsiteX6618" y="connsiteY6618"/>
                </a:cxn>
                <a:cxn ang="0">
                  <a:pos x="connsiteX6619" y="connsiteY6619"/>
                </a:cxn>
                <a:cxn ang="0">
                  <a:pos x="connsiteX6620" y="connsiteY6620"/>
                </a:cxn>
                <a:cxn ang="0">
                  <a:pos x="connsiteX6621" y="connsiteY6621"/>
                </a:cxn>
                <a:cxn ang="0">
                  <a:pos x="connsiteX6622" y="connsiteY6622"/>
                </a:cxn>
                <a:cxn ang="0">
                  <a:pos x="connsiteX6623" y="connsiteY6623"/>
                </a:cxn>
                <a:cxn ang="0">
                  <a:pos x="connsiteX6624" y="connsiteY6624"/>
                </a:cxn>
                <a:cxn ang="0">
                  <a:pos x="connsiteX6625" y="connsiteY6625"/>
                </a:cxn>
                <a:cxn ang="0">
                  <a:pos x="connsiteX6626" y="connsiteY6626"/>
                </a:cxn>
                <a:cxn ang="0">
                  <a:pos x="connsiteX6627" y="connsiteY6627"/>
                </a:cxn>
                <a:cxn ang="0">
                  <a:pos x="connsiteX6628" y="connsiteY6628"/>
                </a:cxn>
                <a:cxn ang="0">
                  <a:pos x="connsiteX6629" y="connsiteY6629"/>
                </a:cxn>
                <a:cxn ang="0">
                  <a:pos x="connsiteX6630" y="connsiteY6630"/>
                </a:cxn>
                <a:cxn ang="0">
                  <a:pos x="connsiteX6631" y="connsiteY6631"/>
                </a:cxn>
                <a:cxn ang="0">
                  <a:pos x="connsiteX6632" y="connsiteY6632"/>
                </a:cxn>
                <a:cxn ang="0">
                  <a:pos x="connsiteX6633" y="connsiteY6633"/>
                </a:cxn>
                <a:cxn ang="0">
                  <a:pos x="connsiteX6634" y="connsiteY6634"/>
                </a:cxn>
                <a:cxn ang="0">
                  <a:pos x="connsiteX6635" y="connsiteY6635"/>
                </a:cxn>
                <a:cxn ang="0">
                  <a:pos x="connsiteX6636" y="connsiteY6636"/>
                </a:cxn>
                <a:cxn ang="0">
                  <a:pos x="connsiteX6637" y="connsiteY6637"/>
                </a:cxn>
                <a:cxn ang="0">
                  <a:pos x="connsiteX6638" y="connsiteY6638"/>
                </a:cxn>
                <a:cxn ang="0">
                  <a:pos x="connsiteX6639" y="connsiteY6639"/>
                </a:cxn>
                <a:cxn ang="0">
                  <a:pos x="connsiteX6640" y="connsiteY6640"/>
                </a:cxn>
                <a:cxn ang="0">
                  <a:pos x="connsiteX6641" y="connsiteY6641"/>
                </a:cxn>
                <a:cxn ang="0">
                  <a:pos x="connsiteX6642" y="connsiteY6642"/>
                </a:cxn>
                <a:cxn ang="0">
                  <a:pos x="connsiteX6643" y="connsiteY6643"/>
                </a:cxn>
                <a:cxn ang="0">
                  <a:pos x="connsiteX6644" y="connsiteY6644"/>
                </a:cxn>
                <a:cxn ang="0">
                  <a:pos x="connsiteX6645" y="connsiteY6645"/>
                </a:cxn>
                <a:cxn ang="0">
                  <a:pos x="connsiteX6646" y="connsiteY6646"/>
                </a:cxn>
                <a:cxn ang="0">
                  <a:pos x="connsiteX6647" y="connsiteY6647"/>
                </a:cxn>
                <a:cxn ang="0">
                  <a:pos x="connsiteX6648" y="connsiteY6648"/>
                </a:cxn>
                <a:cxn ang="0">
                  <a:pos x="connsiteX6649" y="connsiteY6649"/>
                </a:cxn>
                <a:cxn ang="0">
                  <a:pos x="connsiteX6650" y="connsiteY6650"/>
                </a:cxn>
                <a:cxn ang="0">
                  <a:pos x="connsiteX6651" y="connsiteY6651"/>
                </a:cxn>
                <a:cxn ang="0">
                  <a:pos x="connsiteX6652" y="connsiteY6652"/>
                </a:cxn>
                <a:cxn ang="0">
                  <a:pos x="connsiteX6653" y="connsiteY6653"/>
                </a:cxn>
                <a:cxn ang="0">
                  <a:pos x="connsiteX6654" y="connsiteY6654"/>
                </a:cxn>
                <a:cxn ang="0">
                  <a:pos x="connsiteX6655" y="connsiteY6655"/>
                </a:cxn>
                <a:cxn ang="0">
                  <a:pos x="connsiteX6656" y="connsiteY6656"/>
                </a:cxn>
                <a:cxn ang="0">
                  <a:pos x="connsiteX6657" y="connsiteY6657"/>
                </a:cxn>
                <a:cxn ang="0">
                  <a:pos x="connsiteX6658" y="connsiteY6658"/>
                </a:cxn>
                <a:cxn ang="0">
                  <a:pos x="connsiteX6659" y="connsiteY6659"/>
                </a:cxn>
                <a:cxn ang="0">
                  <a:pos x="connsiteX6660" y="connsiteY6660"/>
                </a:cxn>
                <a:cxn ang="0">
                  <a:pos x="connsiteX6661" y="connsiteY6661"/>
                </a:cxn>
                <a:cxn ang="0">
                  <a:pos x="connsiteX6662" y="connsiteY6662"/>
                </a:cxn>
                <a:cxn ang="0">
                  <a:pos x="connsiteX6663" y="connsiteY6663"/>
                </a:cxn>
                <a:cxn ang="0">
                  <a:pos x="connsiteX6664" y="connsiteY6664"/>
                </a:cxn>
                <a:cxn ang="0">
                  <a:pos x="connsiteX6665" y="connsiteY6665"/>
                </a:cxn>
                <a:cxn ang="0">
                  <a:pos x="connsiteX6666" y="connsiteY6666"/>
                </a:cxn>
                <a:cxn ang="0">
                  <a:pos x="connsiteX6667" y="connsiteY6667"/>
                </a:cxn>
                <a:cxn ang="0">
                  <a:pos x="connsiteX6668" y="connsiteY6668"/>
                </a:cxn>
                <a:cxn ang="0">
                  <a:pos x="connsiteX6669" y="connsiteY6669"/>
                </a:cxn>
                <a:cxn ang="0">
                  <a:pos x="connsiteX6670" y="connsiteY6670"/>
                </a:cxn>
                <a:cxn ang="0">
                  <a:pos x="connsiteX6671" y="connsiteY6671"/>
                </a:cxn>
                <a:cxn ang="0">
                  <a:pos x="connsiteX6672" y="connsiteY6672"/>
                </a:cxn>
                <a:cxn ang="0">
                  <a:pos x="connsiteX6673" y="connsiteY6673"/>
                </a:cxn>
                <a:cxn ang="0">
                  <a:pos x="connsiteX6674" y="connsiteY6674"/>
                </a:cxn>
                <a:cxn ang="0">
                  <a:pos x="connsiteX6675" y="connsiteY6675"/>
                </a:cxn>
                <a:cxn ang="0">
                  <a:pos x="connsiteX6676" y="connsiteY6676"/>
                </a:cxn>
                <a:cxn ang="0">
                  <a:pos x="connsiteX6677" y="connsiteY6677"/>
                </a:cxn>
                <a:cxn ang="0">
                  <a:pos x="connsiteX6678" y="connsiteY6678"/>
                </a:cxn>
                <a:cxn ang="0">
                  <a:pos x="connsiteX6679" y="connsiteY6679"/>
                </a:cxn>
                <a:cxn ang="0">
                  <a:pos x="connsiteX6680" y="connsiteY6680"/>
                </a:cxn>
                <a:cxn ang="0">
                  <a:pos x="connsiteX6681" y="connsiteY6681"/>
                </a:cxn>
                <a:cxn ang="0">
                  <a:pos x="connsiteX6682" y="connsiteY6682"/>
                </a:cxn>
                <a:cxn ang="0">
                  <a:pos x="connsiteX6683" y="connsiteY6683"/>
                </a:cxn>
                <a:cxn ang="0">
                  <a:pos x="connsiteX6684" y="connsiteY6684"/>
                </a:cxn>
                <a:cxn ang="0">
                  <a:pos x="connsiteX6685" y="connsiteY6685"/>
                </a:cxn>
                <a:cxn ang="0">
                  <a:pos x="connsiteX6686" y="connsiteY6686"/>
                </a:cxn>
                <a:cxn ang="0">
                  <a:pos x="connsiteX6687" y="connsiteY6687"/>
                </a:cxn>
                <a:cxn ang="0">
                  <a:pos x="connsiteX6688" y="connsiteY6688"/>
                </a:cxn>
                <a:cxn ang="0">
                  <a:pos x="connsiteX6689" y="connsiteY6689"/>
                </a:cxn>
                <a:cxn ang="0">
                  <a:pos x="connsiteX6690" y="connsiteY6690"/>
                </a:cxn>
                <a:cxn ang="0">
                  <a:pos x="connsiteX6691" y="connsiteY6691"/>
                </a:cxn>
                <a:cxn ang="0">
                  <a:pos x="connsiteX6692" y="connsiteY6692"/>
                </a:cxn>
                <a:cxn ang="0">
                  <a:pos x="connsiteX6693" y="connsiteY6693"/>
                </a:cxn>
                <a:cxn ang="0">
                  <a:pos x="connsiteX6694" y="connsiteY6694"/>
                </a:cxn>
                <a:cxn ang="0">
                  <a:pos x="connsiteX6695" y="connsiteY6695"/>
                </a:cxn>
                <a:cxn ang="0">
                  <a:pos x="connsiteX6696" y="connsiteY6696"/>
                </a:cxn>
                <a:cxn ang="0">
                  <a:pos x="connsiteX6697" y="connsiteY6697"/>
                </a:cxn>
                <a:cxn ang="0">
                  <a:pos x="connsiteX6698" y="connsiteY6698"/>
                </a:cxn>
                <a:cxn ang="0">
                  <a:pos x="connsiteX6699" y="connsiteY6699"/>
                </a:cxn>
                <a:cxn ang="0">
                  <a:pos x="connsiteX6700" y="connsiteY6700"/>
                </a:cxn>
                <a:cxn ang="0">
                  <a:pos x="connsiteX6701" y="connsiteY6701"/>
                </a:cxn>
                <a:cxn ang="0">
                  <a:pos x="connsiteX6702" y="connsiteY6702"/>
                </a:cxn>
                <a:cxn ang="0">
                  <a:pos x="connsiteX6703" y="connsiteY6703"/>
                </a:cxn>
                <a:cxn ang="0">
                  <a:pos x="connsiteX6704" y="connsiteY6704"/>
                </a:cxn>
                <a:cxn ang="0">
                  <a:pos x="connsiteX6705" y="connsiteY6705"/>
                </a:cxn>
                <a:cxn ang="0">
                  <a:pos x="connsiteX6706" y="connsiteY6706"/>
                </a:cxn>
                <a:cxn ang="0">
                  <a:pos x="connsiteX6707" y="connsiteY6707"/>
                </a:cxn>
                <a:cxn ang="0">
                  <a:pos x="connsiteX6708" y="connsiteY6708"/>
                </a:cxn>
                <a:cxn ang="0">
                  <a:pos x="connsiteX6709" y="connsiteY6709"/>
                </a:cxn>
                <a:cxn ang="0">
                  <a:pos x="connsiteX6710" y="connsiteY6710"/>
                </a:cxn>
                <a:cxn ang="0">
                  <a:pos x="connsiteX6711" y="connsiteY6711"/>
                </a:cxn>
                <a:cxn ang="0">
                  <a:pos x="connsiteX6712" y="connsiteY6712"/>
                </a:cxn>
                <a:cxn ang="0">
                  <a:pos x="connsiteX6713" y="connsiteY6713"/>
                </a:cxn>
                <a:cxn ang="0">
                  <a:pos x="connsiteX6714" y="connsiteY6714"/>
                </a:cxn>
                <a:cxn ang="0">
                  <a:pos x="connsiteX6715" y="connsiteY6715"/>
                </a:cxn>
                <a:cxn ang="0">
                  <a:pos x="connsiteX6716" y="connsiteY6716"/>
                </a:cxn>
                <a:cxn ang="0">
                  <a:pos x="connsiteX6717" y="connsiteY6717"/>
                </a:cxn>
                <a:cxn ang="0">
                  <a:pos x="connsiteX6718" y="connsiteY6718"/>
                </a:cxn>
                <a:cxn ang="0">
                  <a:pos x="connsiteX6719" y="connsiteY6719"/>
                </a:cxn>
                <a:cxn ang="0">
                  <a:pos x="connsiteX6720" y="connsiteY6720"/>
                </a:cxn>
                <a:cxn ang="0">
                  <a:pos x="connsiteX6721" y="connsiteY6721"/>
                </a:cxn>
                <a:cxn ang="0">
                  <a:pos x="connsiteX6722" y="connsiteY6722"/>
                </a:cxn>
                <a:cxn ang="0">
                  <a:pos x="connsiteX6723" y="connsiteY6723"/>
                </a:cxn>
                <a:cxn ang="0">
                  <a:pos x="connsiteX6724" y="connsiteY6724"/>
                </a:cxn>
                <a:cxn ang="0">
                  <a:pos x="connsiteX6725" y="connsiteY6725"/>
                </a:cxn>
                <a:cxn ang="0">
                  <a:pos x="connsiteX6726" y="connsiteY6726"/>
                </a:cxn>
                <a:cxn ang="0">
                  <a:pos x="connsiteX6727" y="connsiteY6727"/>
                </a:cxn>
                <a:cxn ang="0">
                  <a:pos x="connsiteX6728" y="connsiteY6728"/>
                </a:cxn>
                <a:cxn ang="0">
                  <a:pos x="connsiteX6729" y="connsiteY6729"/>
                </a:cxn>
                <a:cxn ang="0">
                  <a:pos x="connsiteX6730" y="connsiteY6730"/>
                </a:cxn>
                <a:cxn ang="0">
                  <a:pos x="connsiteX6731" y="connsiteY6731"/>
                </a:cxn>
                <a:cxn ang="0">
                  <a:pos x="connsiteX6732" y="connsiteY6732"/>
                </a:cxn>
                <a:cxn ang="0">
                  <a:pos x="connsiteX6733" y="connsiteY6733"/>
                </a:cxn>
                <a:cxn ang="0">
                  <a:pos x="connsiteX6734" y="connsiteY6734"/>
                </a:cxn>
                <a:cxn ang="0">
                  <a:pos x="connsiteX6735" y="connsiteY6735"/>
                </a:cxn>
                <a:cxn ang="0">
                  <a:pos x="connsiteX6736" y="connsiteY6736"/>
                </a:cxn>
                <a:cxn ang="0">
                  <a:pos x="connsiteX6737" y="connsiteY6737"/>
                </a:cxn>
                <a:cxn ang="0">
                  <a:pos x="connsiteX6738" y="connsiteY6738"/>
                </a:cxn>
                <a:cxn ang="0">
                  <a:pos x="connsiteX6739" y="connsiteY6739"/>
                </a:cxn>
                <a:cxn ang="0">
                  <a:pos x="connsiteX6740" y="connsiteY6740"/>
                </a:cxn>
                <a:cxn ang="0">
                  <a:pos x="connsiteX6741" y="connsiteY6741"/>
                </a:cxn>
                <a:cxn ang="0">
                  <a:pos x="connsiteX6742" y="connsiteY6742"/>
                </a:cxn>
                <a:cxn ang="0">
                  <a:pos x="connsiteX6743" y="connsiteY6743"/>
                </a:cxn>
                <a:cxn ang="0">
                  <a:pos x="connsiteX6744" y="connsiteY6744"/>
                </a:cxn>
                <a:cxn ang="0">
                  <a:pos x="connsiteX6745" y="connsiteY6745"/>
                </a:cxn>
                <a:cxn ang="0">
                  <a:pos x="connsiteX6746" y="connsiteY6746"/>
                </a:cxn>
                <a:cxn ang="0">
                  <a:pos x="connsiteX6747" y="connsiteY6747"/>
                </a:cxn>
                <a:cxn ang="0">
                  <a:pos x="connsiteX6748" y="connsiteY6748"/>
                </a:cxn>
                <a:cxn ang="0">
                  <a:pos x="connsiteX6749" y="connsiteY6749"/>
                </a:cxn>
                <a:cxn ang="0">
                  <a:pos x="connsiteX6750" y="connsiteY6750"/>
                </a:cxn>
                <a:cxn ang="0">
                  <a:pos x="connsiteX6751" y="connsiteY6751"/>
                </a:cxn>
                <a:cxn ang="0">
                  <a:pos x="connsiteX6752" y="connsiteY6752"/>
                </a:cxn>
                <a:cxn ang="0">
                  <a:pos x="connsiteX6753" y="connsiteY6753"/>
                </a:cxn>
                <a:cxn ang="0">
                  <a:pos x="connsiteX6754" y="connsiteY6754"/>
                </a:cxn>
                <a:cxn ang="0">
                  <a:pos x="connsiteX6755" y="connsiteY6755"/>
                </a:cxn>
                <a:cxn ang="0">
                  <a:pos x="connsiteX6756" y="connsiteY6756"/>
                </a:cxn>
                <a:cxn ang="0">
                  <a:pos x="connsiteX6757" y="connsiteY6757"/>
                </a:cxn>
                <a:cxn ang="0">
                  <a:pos x="connsiteX6758" y="connsiteY6758"/>
                </a:cxn>
                <a:cxn ang="0">
                  <a:pos x="connsiteX6759" y="connsiteY6759"/>
                </a:cxn>
                <a:cxn ang="0">
                  <a:pos x="connsiteX6760" y="connsiteY6760"/>
                </a:cxn>
                <a:cxn ang="0">
                  <a:pos x="connsiteX6761" y="connsiteY6761"/>
                </a:cxn>
                <a:cxn ang="0">
                  <a:pos x="connsiteX6762" y="connsiteY6762"/>
                </a:cxn>
                <a:cxn ang="0">
                  <a:pos x="connsiteX6763" y="connsiteY6763"/>
                </a:cxn>
                <a:cxn ang="0">
                  <a:pos x="connsiteX6764" y="connsiteY6764"/>
                </a:cxn>
                <a:cxn ang="0">
                  <a:pos x="connsiteX6765" y="connsiteY6765"/>
                </a:cxn>
                <a:cxn ang="0">
                  <a:pos x="connsiteX6766" y="connsiteY6766"/>
                </a:cxn>
                <a:cxn ang="0">
                  <a:pos x="connsiteX6767" y="connsiteY6767"/>
                </a:cxn>
                <a:cxn ang="0">
                  <a:pos x="connsiteX6768" y="connsiteY6768"/>
                </a:cxn>
                <a:cxn ang="0">
                  <a:pos x="connsiteX6769" y="connsiteY6769"/>
                </a:cxn>
                <a:cxn ang="0">
                  <a:pos x="connsiteX6770" y="connsiteY6770"/>
                </a:cxn>
                <a:cxn ang="0">
                  <a:pos x="connsiteX6771" y="connsiteY6771"/>
                </a:cxn>
                <a:cxn ang="0">
                  <a:pos x="connsiteX6772" y="connsiteY6772"/>
                </a:cxn>
                <a:cxn ang="0">
                  <a:pos x="connsiteX6773" y="connsiteY6773"/>
                </a:cxn>
                <a:cxn ang="0">
                  <a:pos x="connsiteX6774" y="connsiteY6774"/>
                </a:cxn>
                <a:cxn ang="0">
                  <a:pos x="connsiteX6775" y="connsiteY6775"/>
                </a:cxn>
                <a:cxn ang="0">
                  <a:pos x="connsiteX6776" y="connsiteY6776"/>
                </a:cxn>
                <a:cxn ang="0">
                  <a:pos x="connsiteX6777" y="connsiteY6777"/>
                </a:cxn>
                <a:cxn ang="0">
                  <a:pos x="connsiteX6778" y="connsiteY6778"/>
                </a:cxn>
                <a:cxn ang="0">
                  <a:pos x="connsiteX6779" y="connsiteY6779"/>
                </a:cxn>
                <a:cxn ang="0">
                  <a:pos x="connsiteX6780" y="connsiteY6780"/>
                </a:cxn>
                <a:cxn ang="0">
                  <a:pos x="connsiteX6781" y="connsiteY6781"/>
                </a:cxn>
                <a:cxn ang="0">
                  <a:pos x="connsiteX6782" y="connsiteY6782"/>
                </a:cxn>
                <a:cxn ang="0">
                  <a:pos x="connsiteX6783" y="connsiteY6783"/>
                </a:cxn>
                <a:cxn ang="0">
                  <a:pos x="connsiteX6784" y="connsiteY6784"/>
                </a:cxn>
                <a:cxn ang="0">
                  <a:pos x="connsiteX6785" y="connsiteY6785"/>
                </a:cxn>
                <a:cxn ang="0">
                  <a:pos x="connsiteX6786" y="connsiteY6786"/>
                </a:cxn>
                <a:cxn ang="0">
                  <a:pos x="connsiteX6787" y="connsiteY6787"/>
                </a:cxn>
                <a:cxn ang="0">
                  <a:pos x="connsiteX6788" y="connsiteY6788"/>
                </a:cxn>
                <a:cxn ang="0">
                  <a:pos x="connsiteX6789" y="connsiteY6789"/>
                </a:cxn>
                <a:cxn ang="0">
                  <a:pos x="connsiteX6790" y="connsiteY6790"/>
                </a:cxn>
                <a:cxn ang="0">
                  <a:pos x="connsiteX6791" y="connsiteY6791"/>
                </a:cxn>
                <a:cxn ang="0">
                  <a:pos x="connsiteX6792" y="connsiteY6792"/>
                </a:cxn>
                <a:cxn ang="0">
                  <a:pos x="connsiteX6793" y="connsiteY6793"/>
                </a:cxn>
                <a:cxn ang="0">
                  <a:pos x="connsiteX6794" y="connsiteY6794"/>
                </a:cxn>
                <a:cxn ang="0">
                  <a:pos x="connsiteX6795" y="connsiteY6795"/>
                </a:cxn>
                <a:cxn ang="0">
                  <a:pos x="connsiteX6796" y="connsiteY6796"/>
                </a:cxn>
                <a:cxn ang="0">
                  <a:pos x="connsiteX6797" y="connsiteY6797"/>
                </a:cxn>
                <a:cxn ang="0">
                  <a:pos x="connsiteX6798" y="connsiteY6798"/>
                </a:cxn>
                <a:cxn ang="0">
                  <a:pos x="connsiteX6799" y="connsiteY6799"/>
                </a:cxn>
                <a:cxn ang="0">
                  <a:pos x="connsiteX6800" y="connsiteY6800"/>
                </a:cxn>
                <a:cxn ang="0">
                  <a:pos x="connsiteX6801" y="connsiteY6801"/>
                </a:cxn>
                <a:cxn ang="0">
                  <a:pos x="connsiteX6802" y="connsiteY6802"/>
                </a:cxn>
                <a:cxn ang="0">
                  <a:pos x="connsiteX6803" y="connsiteY6803"/>
                </a:cxn>
                <a:cxn ang="0">
                  <a:pos x="connsiteX6804" y="connsiteY6804"/>
                </a:cxn>
                <a:cxn ang="0">
                  <a:pos x="connsiteX6805" y="connsiteY6805"/>
                </a:cxn>
                <a:cxn ang="0">
                  <a:pos x="connsiteX6806" y="connsiteY6806"/>
                </a:cxn>
                <a:cxn ang="0">
                  <a:pos x="connsiteX6807" y="connsiteY6807"/>
                </a:cxn>
                <a:cxn ang="0">
                  <a:pos x="connsiteX6808" y="connsiteY6808"/>
                </a:cxn>
                <a:cxn ang="0">
                  <a:pos x="connsiteX6809" y="connsiteY6809"/>
                </a:cxn>
                <a:cxn ang="0">
                  <a:pos x="connsiteX6810" y="connsiteY6810"/>
                </a:cxn>
                <a:cxn ang="0">
                  <a:pos x="connsiteX6811" y="connsiteY6811"/>
                </a:cxn>
                <a:cxn ang="0">
                  <a:pos x="connsiteX6812" y="connsiteY6812"/>
                </a:cxn>
                <a:cxn ang="0">
                  <a:pos x="connsiteX6813" y="connsiteY6813"/>
                </a:cxn>
                <a:cxn ang="0">
                  <a:pos x="connsiteX6814" y="connsiteY6814"/>
                </a:cxn>
                <a:cxn ang="0">
                  <a:pos x="connsiteX6815" y="connsiteY6815"/>
                </a:cxn>
                <a:cxn ang="0">
                  <a:pos x="connsiteX6816" y="connsiteY6816"/>
                </a:cxn>
                <a:cxn ang="0">
                  <a:pos x="connsiteX6817" y="connsiteY6817"/>
                </a:cxn>
                <a:cxn ang="0">
                  <a:pos x="connsiteX6818" y="connsiteY6818"/>
                </a:cxn>
                <a:cxn ang="0">
                  <a:pos x="connsiteX6819" y="connsiteY6819"/>
                </a:cxn>
                <a:cxn ang="0">
                  <a:pos x="connsiteX6820" y="connsiteY6820"/>
                </a:cxn>
                <a:cxn ang="0">
                  <a:pos x="connsiteX6821" y="connsiteY6821"/>
                </a:cxn>
                <a:cxn ang="0">
                  <a:pos x="connsiteX6822" y="connsiteY6822"/>
                </a:cxn>
                <a:cxn ang="0">
                  <a:pos x="connsiteX6823" y="connsiteY6823"/>
                </a:cxn>
                <a:cxn ang="0">
                  <a:pos x="connsiteX6824" y="connsiteY6824"/>
                </a:cxn>
                <a:cxn ang="0">
                  <a:pos x="connsiteX6825" y="connsiteY6825"/>
                </a:cxn>
                <a:cxn ang="0">
                  <a:pos x="connsiteX6826" y="connsiteY6826"/>
                </a:cxn>
                <a:cxn ang="0">
                  <a:pos x="connsiteX6827" y="connsiteY6827"/>
                </a:cxn>
                <a:cxn ang="0">
                  <a:pos x="connsiteX6828" y="connsiteY6828"/>
                </a:cxn>
                <a:cxn ang="0">
                  <a:pos x="connsiteX6829" y="connsiteY6829"/>
                </a:cxn>
                <a:cxn ang="0">
                  <a:pos x="connsiteX6830" y="connsiteY6830"/>
                </a:cxn>
                <a:cxn ang="0">
                  <a:pos x="connsiteX6831" y="connsiteY6831"/>
                </a:cxn>
                <a:cxn ang="0">
                  <a:pos x="connsiteX6832" y="connsiteY6832"/>
                </a:cxn>
                <a:cxn ang="0">
                  <a:pos x="connsiteX6833" y="connsiteY6833"/>
                </a:cxn>
                <a:cxn ang="0">
                  <a:pos x="connsiteX6834" y="connsiteY6834"/>
                </a:cxn>
                <a:cxn ang="0">
                  <a:pos x="connsiteX6835" y="connsiteY6835"/>
                </a:cxn>
                <a:cxn ang="0">
                  <a:pos x="connsiteX6836" y="connsiteY6836"/>
                </a:cxn>
                <a:cxn ang="0">
                  <a:pos x="connsiteX6837" y="connsiteY6837"/>
                </a:cxn>
                <a:cxn ang="0">
                  <a:pos x="connsiteX6838" y="connsiteY6838"/>
                </a:cxn>
                <a:cxn ang="0">
                  <a:pos x="connsiteX6839" y="connsiteY6839"/>
                </a:cxn>
                <a:cxn ang="0">
                  <a:pos x="connsiteX6840" y="connsiteY6840"/>
                </a:cxn>
                <a:cxn ang="0">
                  <a:pos x="connsiteX6841" y="connsiteY6841"/>
                </a:cxn>
                <a:cxn ang="0">
                  <a:pos x="connsiteX6842" y="connsiteY6842"/>
                </a:cxn>
                <a:cxn ang="0">
                  <a:pos x="connsiteX6843" y="connsiteY6843"/>
                </a:cxn>
                <a:cxn ang="0">
                  <a:pos x="connsiteX6844" y="connsiteY6844"/>
                </a:cxn>
                <a:cxn ang="0">
                  <a:pos x="connsiteX6845" y="connsiteY6845"/>
                </a:cxn>
                <a:cxn ang="0">
                  <a:pos x="connsiteX6846" y="connsiteY6846"/>
                </a:cxn>
                <a:cxn ang="0">
                  <a:pos x="connsiteX6847" y="connsiteY6847"/>
                </a:cxn>
                <a:cxn ang="0">
                  <a:pos x="connsiteX6848" y="connsiteY6848"/>
                </a:cxn>
                <a:cxn ang="0">
                  <a:pos x="connsiteX6849" y="connsiteY6849"/>
                </a:cxn>
                <a:cxn ang="0">
                  <a:pos x="connsiteX6850" y="connsiteY6850"/>
                </a:cxn>
                <a:cxn ang="0">
                  <a:pos x="connsiteX6851" y="connsiteY6851"/>
                </a:cxn>
                <a:cxn ang="0">
                  <a:pos x="connsiteX6852" y="connsiteY6852"/>
                </a:cxn>
                <a:cxn ang="0">
                  <a:pos x="connsiteX6853" y="connsiteY6853"/>
                </a:cxn>
                <a:cxn ang="0">
                  <a:pos x="connsiteX6854" y="connsiteY6854"/>
                </a:cxn>
                <a:cxn ang="0">
                  <a:pos x="connsiteX6855" y="connsiteY6855"/>
                </a:cxn>
                <a:cxn ang="0">
                  <a:pos x="connsiteX6856" y="connsiteY6856"/>
                </a:cxn>
                <a:cxn ang="0">
                  <a:pos x="connsiteX6857" y="connsiteY6857"/>
                </a:cxn>
                <a:cxn ang="0">
                  <a:pos x="connsiteX6858" y="connsiteY6858"/>
                </a:cxn>
                <a:cxn ang="0">
                  <a:pos x="connsiteX6859" y="connsiteY6859"/>
                </a:cxn>
                <a:cxn ang="0">
                  <a:pos x="connsiteX6860" y="connsiteY6860"/>
                </a:cxn>
                <a:cxn ang="0">
                  <a:pos x="connsiteX6861" y="connsiteY6861"/>
                </a:cxn>
                <a:cxn ang="0">
                  <a:pos x="connsiteX6862" y="connsiteY6862"/>
                </a:cxn>
                <a:cxn ang="0">
                  <a:pos x="connsiteX6863" y="connsiteY6863"/>
                </a:cxn>
                <a:cxn ang="0">
                  <a:pos x="connsiteX6864" y="connsiteY6864"/>
                </a:cxn>
                <a:cxn ang="0">
                  <a:pos x="connsiteX6865" y="connsiteY6865"/>
                </a:cxn>
                <a:cxn ang="0">
                  <a:pos x="connsiteX6866" y="connsiteY6866"/>
                </a:cxn>
                <a:cxn ang="0">
                  <a:pos x="connsiteX6867" y="connsiteY6867"/>
                </a:cxn>
                <a:cxn ang="0">
                  <a:pos x="connsiteX6868" y="connsiteY6868"/>
                </a:cxn>
                <a:cxn ang="0">
                  <a:pos x="connsiteX6869" y="connsiteY6869"/>
                </a:cxn>
                <a:cxn ang="0">
                  <a:pos x="connsiteX6870" y="connsiteY6870"/>
                </a:cxn>
                <a:cxn ang="0">
                  <a:pos x="connsiteX6871" y="connsiteY6871"/>
                </a:cxn>
                <a:cxn ang="0">
                  <a:pos x="connsiteX6872" y="connsiteY6872"/>
                </a:cxn>
                <a:cxn ang="0">
                  <a:pos x="connsiteX6873" y="connsiteY6873"/>
                </a:cxn>
                <a:cxn ang="0">
                  <a:pos x="connsiteX6874" y="connsiteY6874"/>
                </a:cxn>
                <a:cxn ang="0">
                  <a:pos x="connsiteX6875" y="connsiteY6875"/>
                </a:cxn>
                <a:cxn ang="0">
                  <a:pos x="connsiteX6876" y="connsiteY6876"/>
                </a:cxn>
                <a:cxn ang="0">
                  <a:pos x="connsiteX6877" y="connsiteY6877"/>
                </a:cxn>
                <a:cxn ang="0">
                  <a:pos x="connsiteX6878" y="connsiteY6878"/>
                </a:cxn>
                <a:cxn ang="0">
                  <a:pos x="connsiteX6879" y="connsiteY6879"/>
                </a:cxn>
                <a:cxn ang="0">
                  <a:pos x="connsiteX6880" y="connsiteY6880"/>
                </a:cxn>
                <a:cxn ang="0">
                  <a:pos x="connsiteX6881" y="connsiteY6881"/>
                </a:cxn>
                <a:cxn ang="0">
                  <a:pos x="connsiteX6882" y="connsiteY6882"/>
                </a:cxn>
                <a:cxn ang="0">
                  <a:pos x="connsiteX6883" y="connsiteY6883"/>
                </a:cxn>
                <a:cxn ang="0">
                  <a:pos x="connsiteX6884" y="connsiteY6884"/>
                </a:cxn>
                <a:cxn ang="0">
                  <a:pos x="connsiteX6885" y="connsiteY6885"/>
                </a:cxn>
                <a:cxn ang="0">
                  <a:pos x="connsiteX6886" y="connsiteY6886"/>
                </a:cxn>
                <a:cxn ang="0">
                  <a:pos x="connsiteX6887" y="connsiteY6887"/>
                </a:cxn>
                <a:cxn ang="0">
                  <a:pos x="connsiteX6888" y="connsiteY6888"/>
                </a:cxn>
                <a:cxn ang="0">
                  <a:pos x="connsiteX6889" y="connsiteY6889"/>
                </a:cxn>
                <a:cxn ang="0">
                  <a:pos x="connsiteX6890" y="connsiteY6890"/>
                </a:cxn>
                <a:cxn ang="0">
                  <a:pos x="connsiteX6891" y="connsiteY6891"/>
                </a:cxn>
                <a:cxn ang="0">
                  <a:pos x="connsiteX6892" y="connsiteY6892"/>
                </a:cxn>
                <a:cxn ang="0">
                  <a:pos x="connsiteX6893" y="connsiteY6893"/>
                </a:cxn>
                <a:cxn ang="0">
                  <a:pos x="connsiteX6894" y="connsiteY6894"/>
                </a:cxn>
                <a:cxn ang="0">
                  <a:pos x="connsiteX6895" y="connsiteY6895"/>
                </a:cxn>
                <a:cxn ang="0">
                  <a:pos x="connsiteX6896" y="connsiteY6896"/>
                </a:cxn>
                <a:cxn ang="0">
                  <a:pos x="connsiteX6897" y="connsiteY6897"/>
                </a:cxn>
                <a:cxn ang="0">
                  <a:pos x="connsiteX6898" y="connsiteY6898"/>
                </a:cxn>
                <a:cxn ang="0">
                  <a:pos x="connsiteX6899" y="connsiteY6899"/>
                </a:cxn>
                <a:cxn ang="0">
                  <a:pos x="connsiteX6900" y="connsiteY6900"/>
                </a:cxn>
                <a:cxn ang="0">
                  <a:pos x="connsiteX6901" y="connsiteY6901"/>
                </a:cxn>
                <a:cxn ang="0">
                  <a:pos x="connsiteX6902" y="connsiteY6902"/>
                </a:cxn>
                <a:cxn ang="0">
                  <a:pos x="connsiteX6903" y="connsiteY6903"/>
                </a:cxn>
                <a:cxn ang="0">
                  <a:pos x="connsiteX6904" y="connsiteY6904"/>
                </a:cxn>
                <a:cxn ang="0">
                  <a:pos x="connsiteX6905" y="connsiteY6905"/>
                </a:cxn>
                <a:cxn ang="0">
                  <a:pos x="connsiteX6906" y="connsiteY6906"/>
                </a:cxn>
                <a:cxn ang="0">
                  <a:pos x="connsiteX6907" y="connsiteY6907"/>
                </a:cxn>
                <a:cxn ang="0">
                  <a:pos x="connsiteX6908" y="connsiteY6908"/>
                </a:cxn>
                <a:cxn ang="0">
                  <a:pos x="connsiteX6909" y="connsiteY6909"/>
                </a:cxn>
                <a:cxn ang="0">
                  <a:pos x="connsiteX6910" y="connsiteY6910"/>
                </a:cxn>
                <a:cxn ang="0">
                  <a:pos x="connsiteX6911" y="connsiteY6911"/>
                </a:cxn>
                <a:cxn ang="0">
                  <a:pos x="connsiteX6912" y="connsiteY6912"/>
                </a:cxn>
                <a:cxn ang="0">
                  <a:pos x="connsiteX6913" y="connsiteY6913"/>
                </a:cxn>
                <a:cxn ang="0">
                  <a:pos x="connsiteX6914" y="connsiteY6914"/>
                </a:cxn>
                <a:cxn ang="0">
                  <a:pos x="connsiteX6915" y="connsiteY6915"/>
                </a:cxn>
                <a:cxn ang="0">
                  <a:pos x="connsiteX6916" y="connsiteY6916"/>
                </a:cxn>
                <a:cxn ang="0">
                  <a:pos x="connsiteX6917" y="connsiteY6917"/>
                </a:cxn>
                <a:cxn ang="0">
                  <a:pos x="connsiteX6918" y="connsiteY6918"/>
                </a:cxn>
                <a:cxn ang="0">
                  <a:pos x="connsiteX6919" y="connsiteY6919"/>
                </a:cxn>
                <a:cxn ang="0">
                  <a:pos x="connsiteX6920" y="connsiteY6920"/>
                </a:cxn>
                <a:cxn ang="0">
                  <a:pos x="connsiteX6921" y="connsiteY6921"/>
                </a:cxn>
                <a:cxn ang="0">
                  <a:pos x="connsiteX6922" y="connsiteY6922"/>
                </a:cxn>
                <a:cxn ang="0">
                  <a:pos x="connsiteX6923" y="connsiteY6923"/>
                </a:cxn>
                <a:cxn ang="0">
                  <a:pos x="connsiteX6924" y="connsiteY6924"/>
                </a:cxn>
                <a:cxn ang="0">
                  <a:pos x="connsiteX6925" y="connsiteY6925"/>
                </a:cxn>
                <a:cxn ang="0">
                  <a:pos x="connsiteX6926" y="connsiteY6926"/>
                </a:cxn>
                <a:cxn ang="0">
                  <a:pos x="connsiteX6927" y="connsiteY6927"/>
                </a:cxn>
                <a:cxn ang="0">
                  <a:pos x="connsiteX6928" y="connsiteY6928"/>
                </a:cxn>
                <a:cxn ang="0">
                  <a:pos x="connsiteX6929" y="connsiteY6929"/>
                </a:cxn>
                <a:cxn ang="0">
                  <a:pos x="connsiteX6930" y="connsiteY6930"/>
                </a:cxn>
                <a:cxn ang="0">
                  <a:pos x="connsiteX6931" y="connsiteY6931"/>
                </a:cxn>
                <a:cxn ang="0">
                  <a:pos x="connsiteX6932" y="connsiteY6932"/>
                </a:cxn>
                <a:cxn ang="0">
                  <a:pos x="connsiteX6933" y="connsiteY6933"/>
                </a:cxn>
                <a:cxn ang="0">
                  <a:pos x="connsiteX6934" y="connsiteY6934"/>
                </a:cxn>
                <a:cxn ang="0">
                  <a:pos x="connsiteX6935" y="connsiteY6935"/>
                </a:cxn>
                <a:cxn ang="0">
                  <a:pos x="connsiteX6936" y="connsiteY6936"/>
                </a:cxn>
                <a:cxn ang="0">
                  <a:pos x="connsiteX6937" y="connsiteY6937"/>
                </a:cxn>
                <a:cxn ang="0">
                  <a:pos x="connsiteX6938" y="connsiteY6938"/>
                </a:cxn>
                <a:cxn ang="0">
                  <a:pos x="connsiteX6939" y="connsiteY6939"/>
                </a:cxn>
                <a:cxn ang="0">
                  <a:pos x="connsiteX6940" y="connsiteY6940"/>
                </a:cxn>
                <a:cxn ang="0">
                  <a:pos x="connsiteX6941" y="connsiteY6941"/>
                </a:cxn>
                <a:cxn ang="0">
                  <a:pos x="connsiteX6942" y="connsiteY6942"/>
                </a:cxn>
                <a:cxn ang="0">
                  <a:pos x="connsiteX6943" y="connsiteY6943"/>
                </a:cxn>
                <a:cxn ang="0">
                  <a:pos x="connsiteX6944" y="connsiteY6944"/>
                </a:cxn>
                <a:cxn ang="0">
                  <a:pos x="connsiteX6945" y="connsiteY6945"/>
                </a:cxn>
                <a:cxn ang="0">
                  <a:pos x="connsiteX6946" y="connsiteY6946"/>
                </a:cxn>
                <a:cxn ang="0">
                  <a:pos x="connsiteX6947" y="connsiteY6947"/>
                </a:cxn>
                <a:cxn ang="0">
                  <a:pos x="connsiteX6948" y="connsiteY6948"/>
                </a:cxn>
                <a:cxn ang="0">
                  <a:pos x="connsiteX6949" y="connsiteY6949"/>
                </a:cxn>
                <a:cxn ang="0">
                  <a:pos x="connsiteX6950" y="connsiteY6950"/>
                </a:cxn>
                <a:cxn ang="0">
                  <a:pos x="connsiteX6951" y="connsiteY6951"/>
                </a:cxn>
                <a:cxn ang="0">
                  <a:pos x="connsiteX6952" y="connsiteY6952"/>
                </a:cxn>
                <a:cxn ang="0">
                  <a:pos x="connsiteX6953" y="connsiteY6953"/>
                </a:cxn>
                <a:cxn ang="0">
                  <a:pos x="connsiteX6954" y="connsiteY6954"/>
                </a:cxn>
                <a:cxn ang="0">
                  <a:pos x="connsiteX6955" y="connsiteY6955"/>
                </a:cxn>
                <a:cxn ang="0">
                  <a:pos x="connsiteX6956" y="connsiteY6956"/>
                </a:cxn>
                <a:cxn ang="0">
                  <a:pos x="connsiteX6957" y="connsiteY6957"/>
                </a:cxn>
                <a:cxn ang="0">
                  <a:pos x="connsiteX6958" y="connsiteY6958"/>
                </a:cxn>
                <a:cxn ang="0">
                  <a:pos x="connsiteX6959" y="connsiteY6959"/>
                </a:cxn>
                <a:cxn ang="0">
                  <a:pos x="connsiteX6960" y="connsiteY6960"/>
                </a:cxn>
                <a:cxn ang="0">
                  <a:pos x="connsiteX6961" y="connsiteY6961"/>
                </a:cxn>
                <a:cxn ang="0">
                  <a:pos x="connsiteX6962" y="connsiteY6962"/>
                </a:cxn>
                <a:cxn ang="0">
                  <a:pos x="connsiteX6963" y="connsiteY6963"/>
                </a:cxn>
                <a:cxn ang="0">
                  <a:pos x="connsiteX6964" y="connsiteY6964"/>
                </a:cxn>
                <a:cxn ang="0">
                  <a:pos x="connsiteX6965" y="connsiteY6965"/>
                </a:cxn>
                <a:cxn ang="0">
                  <a:pos x="connsiteX6966" y="connsiteY6966"/>
                </a:cxn>
                <a:cxn ang="0">
                  <a:pos x="connsiteX6967" y="connsiteY6967"/>
                </a:cxn>
                <a:cxn ang="0">
                  <a:pos x="connsiteX6968" y="connsiteY6968"/>
                </a:cxn>
                <a:cxn ang="0">
                  <a:pos x="connsiteX6969" y="connsiteY6969"/>
                </a:cxn>
                <a:cxn ang="0">
                  <a:pos x="connsiteX6970" y="connsiteY6970"/>
                </a:cxn>
                <a:cxn ang="0">
                  <a:pos x="connsiteX6971" y="connsiteY6971"/>
                </a:cxn>
                <a:cxn ang="0">
                  <a:pos x="connsiteX6972" y="connsiteY6972"/>
                </a:cxn>
                <a:cxn ang="0">
                  <a:pos x="connsiteX6973" y="connsiteY6973"/>
                </a:cxn>
                <a:cxn ang="0">
                  <a:pos x="connsiteX6974" y="connsiteY6974"/>
                </a:cxn>
                <a:cxn ang="0">
                  <a:pos x="connsiteX6975" y="connsiteY6975"/>
                </a:cxn>
                <a:cxn ang="0">
                  <a:pos x="connsiteX6976" y="connsiteY6976"/>
                </a:cxn>
                <a:cxn ang="0">
                  <a:pos x="connsiteX6977" y="connsiteY6977"/>
                </a:cxn>
                <a:cxn ang="0">
                  <a:pos x="connsiteX6978" y="connsiteY6978"/>
                </a:cxn>
                <a:cxn ang="0">
                  <a:pos x="connsiteX6979" y="connsiteY6979"/>
                </a:cxn>
                <a:cxn ang="0">
                  <a:pos x="connsiteX6980" y="connsiteY6980"/>
                </a:cxn>
                <a:cxn ang="0">
                  <a:pos x="connsiteX6981" y="connsiteY6981"/>
                </a:cxn>
                <a:cxn ang="0">
                  <a:pos x="connsiteX6982" y="connsiteY6982"/>
                </a:cxn>
                <a:cxn ang="0">
                  <a:pos x="connsiteX6983" y="connsiteY6983"/>
                </a:cxn>
                <a:cxn ang="0">
                  <a:pos x="connsiteX6984" y="connsiteY6984"/>
                </a:cxn>
                <a:cxn ang="0">
                  <a:pos x="connsiteX6985" y="connsiteY6985"/>
                </a:cxn>
                <a:cxn ang="0">
                  <a:pos x="connsiteX6986" y="connsiteY6986"/>
                </a:cxn>
                <a:cxn ang="0">
                  <a:pos x="connsiteX6987" y="connsiteY6987"/>
                </a:cxn>
                <a:cxn ang="0">
                  <a:pos x="connsiteX6988" y="connsiteY6988"/>
                </a:cxn>
                <a:cxn ang="0">
                  <a:pos x="connsiteX6989" y="connsiteY6989"/>
                </a:cxn>
                <a:cxn ang="0">
                  <a:pos x="connsiteX6990" y="connsiteY6990"/>
                </a:cxn>
                <a:cxn ang="0">
                  <a:pos x="connsiteX6991" y="connsiteY6991"/>
                </a:cxn>
                <a:cxn ang="0">
                  <a:pos x="connsiteX6992" y="connsiteY6992"/>
                </a:cxn>
                <a:cxn ang="0">
                  <a:pos x="connsiteX6993" y="connsiteY6993"/>
                </a:cxn>
                <a:cxn ang="0">
                  <a:pos x="connsiteX6994" y="connsiteY6994"/>
                </a:cxn>
                <a:cxn ang="0">
                  <a:pos x="connsiteX6995" y="connsiteY6995"/>
                </a:cxn>
                <a:cxn ang="0">
                  <a:pos x="connsiteX6996" y="connsiteY6996"/>
                </a:cxn>
                <a:cxn ang="0">
                  <a:pos x="connsiteX6997" y="connsiteY6997"/>
                </a:cxn>
                <a:cxn ang="0">
                  <a:pos x="connsiteX6998" y="connsiteY6998"/>
                </a:cxn>
                <a:cxn ang="0">
                  <a:pos x="connsiteX6999" y="connsiteY6999"/>
                </a:cxn>
                <a:cxn ang="0">
                  <a:pos x="connsiteX7000" y="connsiteY7000"/>
                </a:cxn>
                <a:cxn ang="0">
                  <a:pos x="connsiteX7001" y="connsiteY7001"/>
                </a:cxn>
                <a:cxn ang="0">
                  <a:pos x="connsiteX7002" y="connsiteY7002"/>
                </a:cxn>
                <a:cxn ang="0">
                  <a:pos x="connsiteX7003" y="connsiteY7003"/>
                </a:cxn>
                <a:cxn ang="0">
                  <a:pos x="connsiteX7004" y="connsiteY7004"/>
                </a:cxn>
                <a:cxn ang="0">
                  <a:pos x="connsiteX7005" y="connsiteY7005"/>
                </a:cxn>
                <a:cxn ang="0">
                  <a:pos x="connsiteX7006" y="connsiteY7006"/>
                </a:cxn>
                <a:cxn ang="0">
                  <a:pos x="connsiteX7007" y="connsiteY7007"/>
                </a:cxn>
                <a:cxn ang="0">
                  <a:pos x="connsiteX7008" y="connsiteY7008"/>
                </a:cxn>
                <a:cxn ang="0">
                  <a:pos x="connsiteX7009" y="connsiteY7009"/>
                </a:cxn>
                <a:cxn ang="0">
                  <a:pos x="connsiteX7010" y="connsiteY7010"/>
                </a:cxn>
                <a:cxn ang="0">
                  <a:pos x="connsiteX7011" y="connsiteY7011"/>
                </a:cxn>
                <a:cxn ang="0">
                  <a:pos x="connsiteX7012" y="connsiteY7012"/>
                </a:cxn>
                <a:cxn ang="0">
                  <a:pos x="connsiteX7013" y="connsiteY7013"/>
                </a:cxn>
                <a:cxn ang="0">
                  <a:pos x="connsiteX7014" y="connsiteY7014"/>
                </a:cxn>
                <a:cxn ang="0">
                  <a:pos x="connsiteX7015" y="connsiteY7015"/>
                </a:cxn>
                <a:cxn ang="0">
                  <a:pos x="connsiteX7016" y="connsiteY7016"/>
                </a:cxn>
                <a:cxn ang="0">
                  <a:pos x="connsiteX7017" y="connsiteY7017"/>
                </a:cxn>
                <a:cxn ang="0">
                  <a:pos x="connsiteX7018" y="connsiteY7018"/>
                </a:cxn>
                <a:cxn ang="0">
                  <a:pos x="connsiteX7019" y="connsiteY7019"/>
                </a:cxn>
                <a:cxn ang="0">
                  <a:pos x="connsiteX7020" y="connsiteY7020"/>
                </a:cxn>
                <a:cxn ang="0">
                  <a:pos x="connsiteX7021" y="connsiteY7021"/>
                </a:cxn>
                <a:cxn ang="0">
                  <a:pos x="connsiteX7022" y="connsiteY7022"/>
                </a:cxn>
                <a:cxn ang="0">
                  <a:pos x="connsiteX7023" y="connsiteY7023"/>
                </a:cxn>
                <a:cxn ang="0">
                  <a:pos x="connsiteX7024" y="connsiteY7024"/>
                </a:cxn>
                <a:cxn ang="0">
                  <a:pos x="connsiteX7025" y="connsiteY7025"/>
                </a:cxn>
                <a:cxn ang="0">
                  <a:pos x="connsiteX7026" y="connsiteY7026"/>
                </a:cxn>
                <a:cxn ang="0">
                  <a:pos x="connsiteX7027" y="connsiteY7027"/>
                </a:cxn>
                <a:cxn ang="0">
                  <a:pos x="connsiteX7028" y="connsiteY7028"/>
                </a:cxn>
                <a:cxn ang="0">
                  <a:pos x="connsiteX7029" y="connsiteY7029"/>
                </a:cxn>
                <a:cxn ang="0">
                  <a:pos x="connsiteX7030" y="connsiteY7030"/>
                </a:cxn>
                <a:cxn ang="0">
                  <a:pos x="connsiteX7031" y="connsiteY7031"/>
                </a:cxn>
                <a:cxn ang="0">
                  <a:pos x="connsiteX7032" y="connsiteY7032"/>
                </a:cxn>
                <a:cxn ang="0">
                  <a:pos x="connsiteX7033" y="connsiteY7033"/>
                </a:cxn>
                <a:cxn ang="0">
                  <a:pos x="connsiteX7034" y="connsiteY7034"/>
                </a:cxn>
                <a:cxn ang="0">
                  <a:pos x="connsiteX7035" y="connsiteY7035"/>
                </a:cxn>
                <a:cxn ang="0">
                  <a:pos x="connsiteX7036" y="connsiteY7036"/>
                </a:cxn>
                <a:cxn ang="0">
                  <a:pos x="connsiteX7037" y="connsiteY7037"/>
                </a:cxn>
                <a:cxn ang="0">
                  <a:pos x="connsiteX7038" y="connsiteY7038"/>
                </a:cxn>
                <a:cxn ang="0">
                  <a:pos x="connsiteX7039" y="connsiteY7039"/>
                </a:cxn>
                <a:cxn ang="0">
                  <a:pos x="connsiteX7040" y="connsiteY7040"/>
                </a:cxn>
                <a:cxn ang="0">
                  <a:pos x="connsiteX7041" y="connsiteY7041"/>
                </a:cxn>
                <a:cxn ang="0">
                  <a:pos x="connsiteX7042" y="connsiteY7042"/>
                </a:cxn>
                <a:cxn ang="0">
                  <a:pos x="connsiteX7043" y="connsiteY7043"/>
                </a:cxn>
                <a:cxn ang="0">
                  <a:pos x="connsiteX7044" y="connsiteY7044"/>
                </a:cxn>
                <a:cxn ang="0">
                  <a:pos x="connsiteX7045" y="connsiteY7045"/>
                </a:cxn>
                <a:cxn ang="0">
                  <a:pos x="connsiteX7046" y="connsiteY7046"/>
                </a:cxn>
                <a:cxn ang="0">
                  <a:pos x="connsiteX7047" y="connsiteY7047"/>
                </a:cxn>
                <a:cxn ang="0">
                  <a:pos x="connsiteX7048" y="connsiteY7048"/>
                </a:cxn>
                <a:cxn ang="0">
                  <a:pos x="connsiteX7049" y="connsiteY7049"/>
                </a:cxn>
                <a:cxn ang="0">
                  <a:pos x="connsiteX7050" y="connsiteY7050"/>
                </a:cxn>
                <a:cxn ang="0">
                  <a:pos x="connsiteX7051" y="connsiteY7051"/>
                </a:cxn>
                <a:cxn ang="0">
                  <a:pos x="connsiteX7052" y="connsiteY7052"/>
                </a:cxn>
                <a:cxn ang="0">
                  <a:pos x="connsiteX7053" y="connsiteY7053"/>
                </a:cxn>
                <a:cxn ang="0">
                  <a:pos x="connsiteX7054" y="connsiteY7054"/>
                </a:cxn>
                <a:cxn ang="0">
                  <a:pos x="connsiteX7055" y="connsiteY7055"/>
                </a:cxn>
                <a:cxn ang="0">
                  <a:pos x="connsiteX7056" y="connsiteY7056"/>
                </a:cxn>
                <a:cxn ang="0">
                  <a:pos x="connsiteX7057" y="connsiteY7057"/>
                </a:cxn>
                <a:cxn ang="0">
                  <a:pos x="connsiteX7058" y="connsiteY7058"/>
                </a:cxn>
                <a:cxn ang="0">
                  <a:pos x="connsiteX7059" y="connsiteY7059"/>
                </a:cxn>
                <a:cxn ang="0">
                  <a:pos x="connsiteX7060" y="connsiteY7060"/>
                </a:cxn>
                <a:cxn ang="0">
                  <a:pos x="connsiteX7061" y="connsiteY7061"/>
                </a:cxn>
                <a:cxn ang="0">
                  <a:pos x="connsiteX7062" y="connsiteY7062"/>
                </a:cxn>
                <a:cxn ang="0">
                  <a:pos x="connsiteX7063" y="connsiteY7063"/>
                </a:cxn>
                <a:cxn ang="0">
                  <a:pos x="connsiteX7064" y="connsiteY7064"/>
                </a:cxn>
                <a:cxn ang="0">
                  <a:pos x="connsiteX7065" y="connsiteY7065"/>
                </a:cxn>
                <a:cxn ang="0">
                  <a:pos x="connsiteX7066" y="connsiteY7066"/>
                </a:cxn>
                <a:cxn ang="0">
                  <a:pos x="connsiteX7067" y="connsiteY7067"/>
                </a:cxn>
                <a:cxn ang="0">
                  <a:pos x="connsiteX7068" y="connsiteY7068"/>
                </a:cxn>
                <a:cxn ang="0">
                  <a:pos x="connsiteX7069" y="connsiteY7069"/>
                </a:cxn>
                <a:cxn ang="0">
                  <a:pos x="connsiteX7070" y="connsiteY7070"/>
                </a:cxn>
                <a:cxn ang="0">
                  <a:pos x="connsiteX7071" y="connsiteY7071"/>
                </a:cxn>
                <a:cxn ang="0">
                  <a:pos x="connsiteX7072" y="connsiteY7072"/>
                </a:cxn>
                <a:cxn ang="0">
                  <a:pos x="connsiteX7073" y="connsiteY7073"/>
                </a:cxn>
                <a:cxn ang="0">
                  <a:pos x="connsiteX7074" y="connsiteY7074"/>
                </a:cxn>
                <a:cxn ang="0">
                  <a:pos x="connsiteX7075" y="connsiteY7075"/>
                </a:cxn>
                <a:cxn ang="0">
                  <a:pos x="connsiteX7076" y="connsiteY7076"/>
                </a:cxn>
                <a:cxn ang="0">
                  <a:pos x="connsiteX7077" y="connsiteY7077"/>
                </a:cxn>
                <a:cxn ang="0">
                  <a:pos x="connsiteX7078" y="connsiteY7078"/>
                </a:cxn>
                <a:cxn ang="0">
                  <a:pos x="connsiteX7079" y="connsiteY7079"/>
                </a:cxn>
                <a:cxn ang="0">
                  <a:pos x="connsiteX7080" y="connsiteY7080"/>
                </a:cxn>
                <a:cxn ang="0">
                  <a:pos x="connsiteX7081" y="connsiteY7081"/>
                </a:cxn>
                <a:cxn ang="0">
                  <a:pos x="connsiteX7082" y="connsiteY7082"/>
                </a:cxn>
                <a:cxn ang="0">
                  <a:pos x="connsiteX7083" y="connsiteY7083"/>
                </a:cxn>
                <a:cxn ang="0">
                  <a:pos x="connsiteX7084" y="connsiteY7084"/>
                </a:cxn>
                <a:cxn ang="0">
                  <a:pos x="connsiteX7085" y="connsiteY7085"/>
                </a:cxn>
                <a:cxn ang="0">
                  <a:pos x="connsiteX7086" y="connsiteY7086"/>
                </a:cxn>
                <a:cxn ang="0">
                  <a:pos x="connsiteX7087" y="connsiteY7087"/>
                </a:cxn>
                <a:cxn ang="0">
                  <a:pos x="connsiteX7088" y="connsiteY7088"/>
                </a:cxn>
                <a:cxn ang="0">
                  <a:pos x="connsiteX7089" y="connsiteY7089"/>
                </a:cxn>
                <a:cxn ang="0">
                  <a:pos x="connsiteX7090" y="connsiteY7090"/>
                </a:cxn>
                <a:cxn ang="0">
                  <a:pos x="connsiteX7091" y="connsiteY7091"/>
                </a:cxn>
                <a:cxn ang="0">
                  <a:pos x="connsiteX7092" y="connsiteY7092"/>
                </a:cxn>
                <a:cxn ang="0">
                  <a:pos x="connsiteX7093" y="connsiteY7093"/>
                </a:cxn>
                <a:cxn ang="0">
                  <a:pos x="connsiteX7094" y="connsiteY7094"/>
                </a:cxn>
                <a:cxn ang="0">
                  <a:pos x="connsiteX7095" y="connsiteY7095"/>
                </a:cxn>
                <a:cxn ang="0">
                  <a:pos x="connsiteX7096" y="connsiteY7096"/>
                </a:cxn>
                <a:cxn ang="0">
                  <a:pos x="connsiteX7097" y="connsiteY7097"/>
                </a:cxn>
                <a:cxn ang="0">
                  <a:pos x="connsiteX7098" y="connsiteY7098"/>
                </a:cxn>
                <a:cxn ang="0">
                  <a:pos x="connsiteX7099" y="connsiteY7099"/>
                </a:cxn>
                <a:cxn ang="0">
                  <a:pos x="connsiteX7100" y="connsiteY7100"/>
                </a:cxn>
                <a:cxn ang="0">
                  <a:pos x="connsiteX7101" y="connsiteY7101"/>
                </a:cxn>
                <a:cxn ang="0">
                  <a:pos x="connsiteX7102" y="connsiteY7102"/>
                </a:cxn>
                <a:cxn ang="0">
                  <a:pos x="connsiteX7103" y="connsiteY7103"/>
                </a:cxn>
                <a:cxn ang="0">
                  <a:pos x="connsiteX7104" y="connsiteY7104"/>
                </a:cxn>
                <a:cxn ang="0">
                  <a:pos x="connsiteX7105" y="connsiteY7105"/>
                </a:cxn>
                <a:cxn ang="0">
                  <a:pos x="connsiteX7106" y="connsiteY7106"/>
                </a:cxn>
                <a:cxn ang="0">
                  <a:pos x="connsiteX7107" y="connsiteY7107"/>
                </a:cxn>
                <a:cxn ang="0">
                  <a:pos x="connsiteX7108" y="connsiteY7108"/>
                </a:cxn>
                <a:cxn ang="0">
                  <a:pos x="connsiteX7109" y="connsiteY7109"/>
                </a:cxn>
                <a:cxn ang="0">
                  <a:pos x="connsiteX7110" y="connsiteY7110"/>
                </a:cxn>
                <a:cxn ang="0">
                  <a:pos x="connsiteX7111" y="connsiteY7111"/>
                </a:cxn>
                <a:cxn ang="0">
                  <a:pos x="connsiteX7112" y="connsiteY7112"/>
                </a:cxn>
                <a:cxn ang="0">
                  <a:pos x="connsiteX7113" y="connsiteY7113"/>
                </a:cxn>
                <a:cxn ang="0">
                  <a:pos x="connsiteX7114" y="connsiteY7114"/>
                </a:cxn>
                <a:cxn ang="0">
                  <a:pos x="connsiteX7115" y="connsiteY7115"/>
                </a:cxn>
                <a:cxn ang="0">
                  <a:pos x="connsiteX7116" y="connsiteY7116"/>
                </a:cxn>
                <a:cxn ang="0">
                  <a:pos x="connsiteX7117" y="connsiteY7117"/>
                </a:cxn>
                <a:cxn ang="0">
                  <a:pos x="connsiteX7118" y="connsiteY7118"/>
                </a:cxn>
                <a:cxn ang="0">
                  <a:pos x="connsiteX7119" y="connsiteY7119"/>
                </a:cxn>
                <a:cxn ang="0">
                  <a:pos x="connsiteX7120" y="connsiteY7120"/>
                </a:cxn>
                <a:cxn ang="0">
                  <a:pos x="connsiteX7121" y="connsiteY7121"/>
                </a:cxn>
                <a:cxn ang="0">
                  <a:pos x="connsiteX7122" y="connsiteY7122"/>
                </a:cxn>
                <a:cxn ang="0">
                  <a:pos x="connsiteX7123" y="connsiteY7123"/>
                </a:cxn>
                <a:cxn ang="0">
                  <a:pos x="connsiteX7124" y="connsiteY7124"/>
                </a:cxn>
                <a:cxn ang="0">
                  <a:pos x="connsiteX7125" y="connsiteY7125"/>
                </a:cxn>
                <a:cxn ang="0">
                  <a:pos x="connsiteX7126" y="connsiteY7126"/>
                </a:cxn>
                <a:cxn ang="0">
                  <a:pos x="connsiteX7127" y="connsiteY7127"/>
                </a:cxn>
                <a:cxn ang="0">
                  <a:pos x="connsiteX7128" y="connsiteY7128"/>
                </a:cxn>
                <a:cxn ang="0">
                  <a:pos x="connsiteX7129" y="connsiteY7129"/>
                </a:cxn>
                <a:cxn ang="0">
                  <a:pos x="connsiteX7130" y="connsiteY7130"/>
                </a:cxn>
                <a:cxn ang="0">
                  <a:pos x="connsiteX7131" y="connsiteY7131"/>
                </a:cxn>
                <a:cxn ang="0">
                  <a:pos x="connsiteX7132" y="connsiteY7132"/>
                </a:cxn>
                <a:cxn ang="0">
                  <a:pos x="connsiteX7133" y="connsiteY7133"/>
                </a:cxn>
                <a:cxn ang="0">
                  <a:pos x="connsiteX7134" y="connsiteY7134"/>
                </a:cxn>
                <a:cxn ang="0">
                  <a:pos x="connsiteX7135" y="connsiteY7135"/>
                </a:cxn>
                <a:cxn ang="0">
                  <a:pos x="connsiteX7136" y="connsiteY7136"/>
                </a:cxn>
                <a:cxn ang="0">
                  <a:pos x="connsiteX7137" y="connsiteY7137"/>
                </a:cxn>
                <a:cxn ang="0">
                  <a:pos x="connsiteX7138" y="connsiteY7138"/>
                </a:cxn>
                <a:cxn ang="0">
                  <a:pos x="connsiteX7139" y="connsiteY7139"/>
                </a:cxn>
                <a:cxn ang="0">
                  <a:pos x="connsiteX7140" y="connsiteY7140"/>
                </a:cxn>
                <a:cxn ang="0">
                  <a:pos x="connsiteX7141" y="connsiteY7141"/>
                </a:cxn>
                <a:cxn ang="0">
                  <a:pos x="connsiteX7142" y="connsiteY7142"/>
                </a:cxn>
                <a:cxn ang="0">
                  <a:pos x="connsiteX7143" y="connsiteY7143"/>
                </a:cxn>
                <a:cxn ang="0">
                  <a:pos x="connsiteX7144" y="connsiteY7144"/>
                </a:cxn>
                <a:cxn ang="0">
                  <a:pos x="connsiteX7145" y="connsiteY7145"/>
                </a:cxn>
                <a:cxn ang="0">
                  <a:pos x="connsiteX7146" y="connsiteY7146"/>
                </a:cxn>
                <a:cxn ang="0">
                  <a:pos x="connsiteX7147" y="connsiteY7147"/>
                </a:cxn>
                <a:cxn ang="0">
                  <a:pos x="connsiteX7148" y="connsiteY7148"/>
                </a:cxn>
                <a:cxn ang="0">
                  <a:pos x="connsiteX7149" y="connsiteY7149"/>
                </a:cxn>
                <a:cxn ang="0">
                  <a:pos x="connsiteX7150" y="connsiteY7150"/>
                </a:cxn>
                <a:cxn ang="0">
                  <a:pos x="connsiteX7151" y="connsiteY7151"/>
                </a:cxn>
                <a:cxn ang="0">
                  <a:pos x="connsiteX7152" y="connsiteY7152"/>
                </a:cxn>
                <a:cxn ang="0">
                  <a:pos x="connsiteX7153" y="connsiteY7153"/>
                </a:cxn>
                <a:cxn ang="0">
                  <a:pos x="connsiteX7154" y="connsiteY7154"/>
                </a:cxn>
                <a:cxn ang="0">
                  <a:pos x="connsiteX7155" y="connsiteY7155"/>
                </a:cxn>
                <a:cxn ang="0">
                  <a:pos x="connsiteX7156" y="connsiteY7156"/>
                </a:cxn>
                <a:cxn ang="0">
                  <a:pos x="connsiteX7157" y="connsiteY7157"/>
                </a:cxn>
                <a:cxn ang="0">
                  <a:pos x="connsiteX7158" y="connsiteY7158"/>
                </a:cxn>
                <a:cxn ang="0">
                  <a:pos x="connsiteX7159" y="connsiteY7159"/>
                </a:cxn>
                <a:cxn ang="0">
                  <a:pos x="connsiteX7160" y="connsiteY7160"/>
                </a:cxn>
                <a:cxn ang="0">
                  <a:pos x="connsiteX7161" y="connsiteY7161"/>
                </a:cxn>
                <a:cxn ang="0">
                  <a:pos x="connsiteX7162" y="connsiteY7162"/>
                </a:cxn>
                <a:cxn ang="0">
                  <a:pos x="connsiteX7163" y="connsiteY7163"/>
                </a:cxn>
                <a:cxn ang="0">
                  <a:pos x="connsiteX7164" y="connsiteY7164"/>
                </a:cxn>
                <a:cxn ang="0">
                  <a:pos x="connsiteX7165" y="connsiteY7165"/>
                </a:cxn>
                <a:cxn ang="0">
                  <a:pos x="connsiteX7166" y="connsiteY7166"/>
                </a:cxn>
                <a:cxn ang="0">
                  <a:pos x="connsiteX7167" y="connsiteY7167"/>
                </a:cxn>
                <a:cxn ang="0">
                  <a:pos x="connsiteX7168" y="connsiteY7168"/>
                </a:cxn>
                <a:cxn ang="0">
                  <a:pos x="connsiteX7169" y="connsiteY7169"/>
                </a:cxn>
                <a:cxn ang="0">
                  <a:pos x="connsiteX7170" y="connsiteY7170"/>
                </a:cxn>
                <a:cxn ang="0">
                  <a:pos x="connsiteX7171" y="connsiteY7171"/>
                </a:cxn>
                <a:cxn ang="0">
                  <a:pos x="connsiteX7172" y="connsiteY7172"/>
                </a:cxn>
                <a:cxn ang="0">
                  <a:pos x="connsiteX7173" y="connsiteY7173"/>
                </a:cxn>
                <a:cxn ang="0">
                  <a:pos x="connsiteX7174" y="connsiteY7174"/>
                </a:cxn>
                <a:cxn ang="0">
                  <a:pos x="connsiteX7175" y="connsiteY7175"/>
                </a:cxn>
                <a:cxn ang="0">
                  <a:pos x="connsiteX7176" y="connsiteY7176"/>
                </a:cxn>
                <a:cxn ang="0">
                  <a:pos x="connsiteX7177" y="connsiteY7177"/>
                </a:cxn>
                <a:cxn ang="0">
                  <a:pos x="connsiteX7178" y="connsiteY7178"/>
                </a:cxn>
                <a:cxn ang="0">
                  <a:pos x="connsiteX7179" y="connsiteY7179"/>
                </a:cxn>
                <a:cxn ang="0">
                  <a:pos x="connsiteX7180" y="connsiteY7180"/>
                </a:cxn>
                <a:cxn ang="0">
                  <a:pos x="connsiteX7181" y="connsiteY7181"/>
                </a:cxn>
                <a:cxn ang="0">
                  <a:pos x="connsiteX7182" y="connsiteY7182"/>
                </a:cxn>
                <a:cxn ang="0">
                  <a:pos x="connsiteX7183" y="connsiteY7183"/>
                </a:cxn>
                <a:cxn ang="0">
                  <a:pos x="connsiteX7184" y="connsiteY7184"/>
                </a:cxn>
                <a:cxn ang="0">
                  <a:pos x="connsiteX7185" y="connsiteY7185"/>
                </a:cxn>
                <a:cxn ang="0">
                  <a:pos x="connsiteX7186" y="connsiteY7186"/>
                </a:cxn>
                <a:cxn ang="0">
                  <a:pos x="connsiteX7187" y="connsiteY7187"/>
                </a:cxn>
                <a:cxn ang="0">
                  <a:pos x="connsiteX7188" y="connsiteY7188"/>
                </a:cxn>
                <a:cxn ang="0">
                  <a:pos x="connsiteX7189" y="connsiteY7189"/>
                </a:cxn>
                <a:cxn ang="0">
                  <a:pos x="connsiteX7190" y="connsiteY7190"/>
                </a:cxn>
                <a:cxn ang="0">
                  <a:pos x="connsiteX7191" y="connsiteY7191"/>
                </a:cxn>
                <a:cxn ang="0">
                  <a:pos x="connsiteX7192" y="connsiteY7192"/>
                </a:cxn>
                <a:cxn ang="0">
                  <a:pos x="connsiteX7193" y="connsiteY7193"/>
                </a:cxn>
                <a:cxn ang="0">
                  <a:pos x="connsiteX7194" y="connsiteY7194"/>
                </a:cxn>
                <a:cxn ang="0">
                  <a:pos x="connsiteX7195" y="connsiteY7195"/>
                </a:cxn>
                <a:cxn ang="0">
                  <a:pos x="connsiteX7196" y="connsiteY7196"/>
                </a:cxn>
                <a:cxn ang="0">
                  <a:pos x="connsiteX7197" y="connsiteY7197"/>
                </a:cxn>
                <a:cxn ang="0">
                  <a:pos x="connsiteX7198" y="connsiteY7198"/>
                </a:cxn>
                <a:cxn ang="0">
                  <a:pos x="connsiteX7199" y="connsiteY7199"/>
                </a:cxn>
                <a:cxn ang="0">
                  <a:pos x="connsiteX7200" y="connsiteY7200"/>
                </a:cxn>
                <a:cxn ang="0">
                  <a:pos x="connsiteX7201" y="connsiteY7201"/>
                </a:cxn>
                <a:cxn ang="0">
                  <a:pos x="connsiteX7202" y="connsiteY7202"/>
                </a:cxn>
                <a:cxn ang="0">
                  <a:pos x="connsiteX7203" y="connsiteY7203"/>
                </a:cxn>
                <a:cxn ang="0">
                  <a:pos x="connsiteX7204" y="connsiteY7204"/>
                </a:cxn>
                <a:cxn ang="0">
                  <a:pos x="connsiteX7205" y="connsiteY7205"/>
                </a:cxn>
                <a:cxn ang="0">
                  <a:pos x="connsiteX7206" y="connsiteY7206"/>
                </a:cxn>
                <a:cxn ang="0">
                  <a:pos x="connsiteX7207" y="connsiteY7207"/>
                </a:cxn>
                <a:cxn ang="0">
                  <a:pos x="connsiteX7208" y="connsiteY7208"/>
                </a:cxn>
                <a:cxn ang="0">
                  <a:pos x="connsiteX7209" y="connsiteY7209"/>
                </a:cxn>
                <a:cxn ang="0">
                  <a:pos x="connsiteX7210" y="connsiteY7210"/>
                </a:cxn>
                <a:cxn ang="0">
                  <a:pos x="connsiteX7211" y="connsiteY7211"/>
                </a:cxn>
                <a:cxn ang="0">
                  <a:pos x="connsiteX7212" y="connsiteY7212"/>
                </a:cxn>
                <a:cxn ang="0">
                  <a:pos x="connsiteX7213" y="connsiteY7213"/>
                </a:cxn>
                <a:cxn ang="0">
                  <a:pos x="connsiteX7214" y="connsiteY7214"/>
                </a:cxn>
                <a:cxn ang="0">
                  <a:pos x="connsiteX7215" y="connsiteY7215"/>
                </a:cxn>
                <a:cxn ang="0">
                  <a:pos x="connsiteX7216" y="connsiteY7216"/>
                </a:cxn>
                <a:cxn ang="0">
                  <a:pos x="connsiteX7217" y="connsiteY7217"/>
                </a:cxn>
                <a:cxn ang="0">
                  <a:pos x="connsiteX7218" y="connsiteY7218"/>
                </a:cxn>
                <a:cxn ang="0">
                  <a:pos x="connsiteX7219" y="connsiteY7219"/>
                </a:cxn>
                <a:cxn ang="0">
                  <a:pos x="connsiteX7220" y="connsiteY7220"/>
                </a:cxn>
                <a:cxn ang="0">
                  <a:pos x="connsiteX7221" y="connsiteY7221"/>
                </a:cxn>
                <a:cxn ang="0">
                  <a:pos x="connsiteX7222" y="connsiteY7222"/>
                </a:cxn>
                <a:cxn ang="0">
                  <a:pos x="connsiteX7223" y="connsiteY7223"/>
                </a:cxn>
                <a:cxn ang="0">
                  <a:pos x="connsiteX7224" y="connsiteY7224"/>
                </a:cxn>
                <a:cxn ang="0">
                  <a:pos x="connsiteX7225" y="connsiteY7225"/>
                </a:cxn>
                <a:cxn ang="0">
                  <a:pos x="connsiteX7226" y="connsiteY7226"/>
                </a:cxn>
                <a:cxn ang="0">
                  <a:pos x="connsiteX7227" y="connsiteY7227"/>
                </a:cxn>
                <a:cxn ang="0">
                  <a:pos x="connsiteX7228" y="connsiteY7228"/>
                </a:cxn>
                <a:cxn ang="0">
                  <a:pos x="connsiteX7229" y="connsiteY7229"/>
                </a:cxn>
                <a:cxn ang="0">
                  <a:pos x="connsiteX7230" y="connsiteY7230"/>
                </a:cxn>
                <a:cxn ang="0">
                  <a:pos x="connsiteX7231" y="connsiteY7231"/>
                </a:cxn>
                <a:cxn ang="0">
                  <a:pos x="connsiteX7232" y="connsiteY7232"/>
                </a:cxn>
                <a:cxn ang="0">
                  <a:pos x="connsiteX7233" y="connsiteY7233"/>
                </a:cxn>
                <a:cxn ang="0">
                  <a:pos x="connsiteX7234" y="connsiteY7234"/>
                </a:cxn>
                <a:cxn ang="0">
                  <a:pos x="connsiteX7235" y="connsiteY7235"/>
                </a:cxn>
                <a:cxn ang="0">
                  <a:pos x="connsiteX7236" y="connsiteY7236"/>
                </a:cxn>
                <a:cxn ang="0">
                  <a:pos x="connsiteX7237" y="connsiteY7237"/>
                </a:cxn>
                <a:cxn ang="0">
                  <a:pos x="connsiteX7238" y="connsiteY7238"/>
                </a:cxn>
                <a:cxn ang="0">
                  <a:pos x="connsiteX7239" y="connsiteY7239"/>
                </a:cxn>
                <a:cxn ang="0">
                  <a:pos x="connsiteX7240" y="connsiteY7240"/>
                </a:cxn>
                <a:cxn ang="0">
                  <a:pos x="connsiteX7241" y="connsiteY7241"/>
                </a:cxn>
                <a:cxn ang="0">
                  <a:pos x="connsiteX7242" y="connsiteY7242"/>
                </a:cxn>
                <a:cxn ang="0">
                  <a:pos x="connsiteX7243" y="connsiteY7243"/>
                </a:cxn>
                <a:cxn ang="0">
                  <a:pos x="connsiteX7244" y="connsiteY7244"/>
                </a:cxn>
                <a:cxn ang="0">
                  <a:pos x="connsiteX7245" y="connsiteY7245"/>
                </a:cxn>
                <a:cxn ang="0">
                  <a:pos x="connsiteX7246" y="connsiteY7246"/>
                </a:cxn>
                <a:cxn ang="0">
                  <a:pos x="connsiteX7247" y="connsiteY7247"/>
                </a:cxn>
                <a:cxn ang="0">
                  <a:pos x="connsiteX7248" y="connsiteY7248"/>
                </a:cxn>
                <a:cxn ang="0">
                  <a:pos x="connsiteX7249" y="connsiteY7249"/>
                </a:cxn>
                <a:cxn ang="0">
                  <a:pos x="connsiteX7250" y="connsiteY7250"/>
                </a:cxn>
                <a:cxn ang="0">
                  <a:pos x="connsiteX7251" y="connsiteY7251"/>
                </a:cxn>
                <a:cxn ang="0">
                  <a:pos x="connsiteX7252" y="connsiteY7252"/>
                </a:cxn>
                <a:cxn ang="0">
                  <a:pos x="connsiteX7253" y="connsiteY7253"/>
                </a:cxn>
                <a:cxn ang="0">
                  <a:pos x="connsiteX7254" y="connsiteY7254"/>
                </a:cxn>
                <a:cxn ang="0">
                  <a:pos x="connsiteX7255" y="connsiteY7255"/>
                </a:cxn>
                <a:cxn ang="0">
                  <a:pos x="connsiteX7256" y="connsiteY7256"/>
                </a:cxn>
                <a:cxn ang="0">
                  <a:pos x="connsiteX7257" y="connsiteY7257"/>
                </a:cxn>
                <a:cxn ang="0">
                  <a:pos x="connsiteX7258" y="connsiteY7258"/>
                </a:cxn>
                <a:cxn ang="0">
                  <a:pos x="connsiteX7259" y="connsiteY7259"/>
                </a:cxn>
                <a:cxn ang="0">
                  <a:pos x="connsiteX7260" y="connsiteY7260"/>
                </a:cxn>
                <a:cxn ang="0">
                  <a:pos x="connsiteX7261" y="connsiteY7261"/>
                </a:cxn>
                <a:cxn ang="0">
                  <a:pos x="connsiteX7262" y="connsiteY7262"/>
                </a:cxn>
                <a:cxn ang="0">
                  <a:pos x="connsiteX7263" y="connsiteY7263"/>
                </a:cxn>
                <a:cxn ang="0">
                  <a:pos x="connsiteX7264" y="connsiteY7264"/>
                </a:cxn>
                <a:cxn ang="0">
                  <a:pos x="connsiteX7265" y="connsiteY7265"/>
                </a:cxn>
                <a:cxn ang="0">
                  <a:pos x="connsiteX7266" y="connsiteY7266"/>
                </a:cxn>
                <a:cxn ang="0">
                  <a:pos x="connsiteX7267" y="connsiteY7267"/>
                </a:cxn>
                <a:cxn ang="0">
                  <a:pos x="connsiteX7268" y="connsiteY7268"/>
                </a:cxn>
                <a:cxn ang="0">
                  <a:pos x="connsiteX7269" y="connsiteY7269"/>
                </a:cxn>
                <a:cxn ang="0">
                  <a:pos x="connsiteX7270" y="connsiteY7270"/>
                </a:cxn>
                <a:cxn ang="0">
                  <a:pos x="connsiteX7271" y="connsiteY7271"/>
                </a:cxn>
                <a:cxn ang="0">
                  <a:pos x="connsiteX7272" y="connsiteY7272"/>
                </a:cxn>
                <a:cxn ang="0">
                  <a:pos x="connsiteX7273" y="connsiteY7273"/>
                </a:cxn>
                <a:cxn ang="0">
                  <a:pos x="connsiteX7274" y="connsiteY7274"/>
                </a:cxn>
                <a:cxn ang="0">
                  <a:pos x="connsiteX7275" y="connsiteY7275"/>
                </a:cxn>
                <a:cxn ang="0">
                  <a:pos x="connsiteX7276" y="connsiteY7276"/>
                </a:cxn>
                <a:cxn ang="0">
                  <a:pos x="connsiteX7277" y="connsiteY7277"/>
                </a:cxn>
                <a:cxn ang="0">
                  <a:pos x="connsiteX7278" y="connsiteY7278"/>
                </a:cxn>
                <a:cxn ang="0">
                  <a:pos x="connsiteX7279" y="connsiteY7279"/>
                </a:cxn>
                <a:cxn ang="0">
                  <a:pos x="connsiteX7280" y="connsiteY7280"/>
                </a:cxn>
                <a:cxn ang="0">
                  <a:pos x="connsiteX7281" y="connsiteY7281"/>
                </a:cxn>
                <a:cxn ang="0">
                  <a:pos x="connsiteX7282" y="connsiteY7282"/>
                </a:cxn>
                <a:cxn ang="0">
                  <a:pos x="connsiteX7283" y="connsiteY7283"/>
                </a:cxn>
                <a:cxn ang="0">
                  <a:pos x="connsiteX7284" y="connsiteY7284"/>
                </a:cxn>
                <a:cxn ang="0">
                  <a:pos x="connsiteX7285" y="connsiteY7285"/>
                </a:cxn>
                <a:cxn ang="0">
                  <a:pos x="connsiteX7286" y="connsiteY7286"/>
                </a:cxn>
                <a:cxn ang="0">
                  <a:pos x="connsiteX7287" y="connsiteY7287"/>
                </a:cxn>
                <a:cxn ang="0">
                  <a:pos x="connsiteX7288" y="connsiteY7288"/>
                </a:cxn>
                <a:cxn ang="0">
                  <a:pos x="connsiteX7289" y="connsiteY7289"/>
                </a:cxn>
                <a:cxn ang="0">
                  <a:pos x="connsiteX7290" y="connsiteY7290"/>
                </a:cxn>
                <a:cxn ang="0">
                  <a:pos x="connsiteX7291" y="connsiteY7291"/>
                </a:cxn>
                <a:cxn ang="0">
                  <a:pos x="connsiteX7292" y="connsiteY7292"/>
                </a:cxn>
                <a:cxn ang="0">
                  <a:pos x="connsiteX7293" y="connsiteY7293"/>
                </a:cxn>
                <a:cxn ang="0">
                  <a:pos x="connsiteX7294" y="connsiteY7294"/>
                </a:cxn>
                <a:cxn ang="0">
                  <a:pos x="connsiteX7295" y="connsiteY7295"/>
                </a:cxn>
                <a:cxn ang="0">
                  <a:pos x="connsiteX7296" y="connsiteY7296"/>
                </a:cxn>
                <a:cxn ang="0">
                  <a:pos x="connsiteX7297" y="connsiteY7297"/>
                </a:cxn>
                <a:cxn ang="0">
                  <a:pos x="connsiteX7298" y="connsiteY7298"/>
                </a:cxn>
                <a:cxn ang="0">
                  <a:pos x="connsiteX7299" y="connsiteY7299"/>
                </a:cxn>
                <a:cxn ang="0">
                  <a:pos x="connsiteX7300" y="connsiteY7300"/>
                </a:cxn>
                <a:cxn ang="0">
                  <a:pos x="connsiteX7301" y="connsiteY7301"/>
                </a:cxn>
                <a:cxn ang="0">
                  <a:pos x="connsiteX7302" y="connsiteY7302"/>
                </a:cxn>
                <a:cxn ang="0">
                  <a:pos x="connsiteX7303" y="connsiteY7303"/>
                </a:cxn>
                <a:cxn ang="0">
                  <a:pos x="connsiteX7304" y="connsiteY7304"/>
                </a:cxn>
                <a:cxn ang="0">
                  <a:pos x="connsiteX7305" y="connsiteY7305"/>
                </a:cxn>
                <a:cxn ang="0">
                  <a:pos x="connsiteX7306" y="connsiteY7306"/>
                </a:cxn>
                <a:cxn ang="0">
                  <a:pos x="connsiteX7307" y="connsiteY7307"/>
                </a:cxn>
                <a:cxn ang="0">
                  <a:pos x="connsiteX7308" y="connsiteY7308"/>
                </a:cxn>
                <a:cxn ang="0">
                  <a:pos x="connsiteX7309" y="connsiteY7309"/>
                </a:cxn>
                <a:cxn ang="0">
                  <a:pos x="connsiteX7310" y="connsiteY7310"/>
                </a:cxn>
                <a:cxn ang="0">
                  <a:pos x="connsiteX7311" y="connsiteY7311"/>
                </a:cxn>
                <a:cxn ang="0">
                  <a:pos x="connsiteX7312" y="connsiteY7312"/>
                </a:cxn>
                <a:cxn ang="0">
                  <a:pos x="connsiteX7313" y="connsiteY7313"/>
                </a:cxn>
                <a:cxn ang="0">
                  <a:pos x="connsiteX7314" y="connsiteY7314"/>
                </a:cxn>
                <a:cxn ang="0">
                  <a:pos x="connsiteX7315" y="connsiteY7315"/>
                </a:cxn>
                <a:cxn ang="0">
                  <a:pos x="connsiteX7316" y="connsiteY7316"/>
                </a:cxn>
                <a:cxn ang="0">
                  <a:pos x="connsiteX7317" y="connsiteY7317"/>
                </a:cxn>
                <a:cxn ang="0">
                  <a:pos x="connsiteX7318" y="connsiteY7318"/>
                </a:cxn>
                <a:cxn ang="0">
                  <a:pos x="connsiteX7319" y="connsiteY7319"/>
                </a:cxn>
                <a:cxn ang="0">
                  <a:pos x="connsiteX7320" y="connsiteY7320"/>
                </a:cxn>
                <a:cxn ang="0">
                  <a:pos x="connsiteX7321" y="connsiteY7321"/>
                </a:cxn>
                <a:cxn ang="0">
                  <a:pos x="connsiteX7322" y="connsiteY7322"/>
                </a:cxn>
                <a:cxn ang="0">
                  <a:pos x="connsiteX7323" y="connsiteY7323"/>
                </a:cxn>
                <a:cxn ang="0">
                  <a:pos x="connsiteX7324" y="connsiteY7324"/>
                </a:cxn>
                <a:cxn ang="0">
                  <a:pos x="connsiteX7325" y="connsiteY7325"/>
                </a:cxn>
                <a:cxn ang="0">
                  <a:pos x="connsiteX7326" y="connsiteY7326"/>
                </a:cxn>
                <a:cxn ang="0">
                  <a:pos x="connsiteX7327" y="connsiteY7327"/>
                </a:cxn>
                <a:cxn ang="0">
                  <a:pos x="connsiteX7328" y="connsiteY7328"/>
                </a:cxn>
                <a:cxn ang="0">
                  <a:pos x="connsiteX7329" y="connsiteY7329"/>
                </a:cxn>
                <a:cxn ang="0">
                  <a:pos x="connsiteX7330" y="connsiteY7330"/>
                </a:cxn>
                <a:cxn ang="0">
                  <a:pos x="connsiteX7331" y="connsiteY7331"/>
                </a:cxn>
                <a:cxn ang="0">
                  <a:pos x="connsiteX7332" y="connsiteY7332"/>
                </a:cxn>
                <a:cxn ang="0">
                  <a:pos x="connsiteX7333" y="connsiteY7333"/>
                </a:cxn>
                <a:cxn ang="0">
                  <a:pos x="connsiteX7334" y="connsiteY7334"/>
                </a:cxn>
                <a:cxn ang="0">
                  <a:pos x="connsiteX7335" y="connsiteY7335"/>
                </a:cxn>
                <a:cxn ang="0">
                  <a:pos x="connsiteX7336" y="connsiteY7336"/>
                </a:cxn>
                <a:cxn ang="0">
                  <a:pos x="connsiteX7337" y="connsiteY7337"/>
                </a:cxn>
                <a:cxn ang="0">
                  <a:pos x="connsiteX7338" y="connsiteY7338"/>
                </a:cxn>
                <a:cxn ang="0">
                  <a:pos x="connsiteX7339" y="connsiteY7339"/>
                </a:cxn>
                <a:cxn ang="0">
                  <a:pos x="connsiteX7340" y="connsiteY7340"/>
                </a:cxn>
                <a:cxn ang="0">
                  <a:pos x="connsiteX7341" y="connsiteY7341"/>
                </a:cxn>
                <a:cxn ang="0">
                  <a:pos x="connsiteX7342" y="connsiteY7342"/>
                </a:cxn>
                <a:cxn ang="0">
                  <a:pos x="connsiteX7343" y="connsiteY7343"/>
                </a:cxn>
                <a:cxn ang="0">
                  <a:pos x="connsiteX7344" y="connsiteY7344"/>
                </a:cxn>
                <a:cxn ang="0">
                  <a:pos x="connsiteX7345" y="connsiteY7345"/>
                </a:cxn>
                <a:cxn ang="0">
                  <a:pos x="connsiteX7346" y="connsiteY7346"/>
                </a:cxn>
                <a:cxn ang="0">
                  <a:pos x="connsiteX7347" y="connsiteY7347"/>
                </a:cxn>
                <a:cxn ang="0">
                  <a:pos x="connsiteX7348" y="connsiteY7348"/>
                </a:cxn>
                <a:cxn ang="0">
                  <a:pos x="connsiteX7349" y="connsiteY7349"/>
                </a:cxn>
                <a:cxn ang="0">
                  <a:pos x="connsiteX7350" y="connsiteY7350"/>
                </a:cxn>
                <a:cxn ang="0">
                  <a:pos x="connsiteX7351" y="connsiteY7351"/>
                </a:cxn>
                <a:cxn ang="0">
                  <a:pos x="connsiteX7352" y="connsiteY7352"/>
                </a:cxn>
                <a:cxn ang="0">
                  <a:pos x="connsiteX7353" y="connsiteY7353"/>
                </a:cxn>
                <a:cxn ang="0">
                  <a:pos x="connsiteX7354" y="connsiteY7354"/>
                </a:cxn>
                <a:cxn ang="0">
                  <a:pos x="connsiteX7355" y="connsiteY7355"/>
                </a:cxn>
                <a:cxn ang="0">
                  <a:pos x="connsiteX7356" y="connsiteY7356"/>
                </a:cxn>
                <a:cxn ang="0">
                  <a:pos x="connsiteX7357" y="connsiteY7357"/>
                </a:cxn>
                <a:cxn ang="0">
                  <a:pos x="connsiteX7358" y="connsiteY7358"/>
                </a:cxn>
                <a:cxn ang="0">
                  <a:pos x="connsiteX7359" y="connsiteY7359"/>
                </a:cxn>
                <a:cxn ang="0">
                  <a:pos x="connsiteX7360" y="connsiteY7360"/>
                </a:cxn>
                <a:cxn ang="0">
                  <a:pos x="connsiteX7361" y="connsiteY7361"/>
                </a:cxn>
                <a:cxn ang="0">
                  <a:pos x="connsiteX7362" y="connsiteY7362"/>
                </a:cxn>
                <a:cxn ang="0">
                  <a:pos x="connsiteX7363" y="connsiteY7363"/>
                </a:cxn>
                <a:cxn ang="0">
                  <a:pos x="connsiteX7364" y="connsiteY7364"/>
                </a:cxn>
                <a:cxn ang="0">
                  <a:pos x="connsiteX7365" y="connsiteY7365"/>
                </a:cxn>
                <a:cxn ang="0">
                  <a:pos x="connsiteX7366" y="connsiteY7366"/>
                </a:cxn>
                <a:cxn ang="0">
                  <a:pos x="connsiteX7367" y="connsiteY7367"/>
                </a:cxn>
                <a:cxn ang="0">
                  <a:pos x="connsiteX7368" y="connsiteY7368"/>
                </a:cxn>
                <a:cxn ang="0">
                  <a:pos x="connsiteX7369" y="connsiteY7369"/>
                </a:cxn>
                <a:cxn ang="0">
                  <a:pos x="connsiteX7370" y="connsiteY7370"/>
                </a:cxn>
                <a:cxn ang="0">
                  <a:pos x="connsiteX7371" y="connsiteY7371"/>
                </a:cxn>
                <a:cxn ang="0">
                  <a:pos x="connsiteX7372" y="connsiteY7372"/>
                </a:cxn>
                <a:cxn ang="0">
                  <a:pos x="connsiteX7373" y="connsiteY7373"/>
                </a:cxn>
                <a:cxn ang="0">
                  <a:pos x="connsiteX7374" y="connsiteY7374"/>
                </a:cxn>
                <a:cxn ang="0">
                  <a:pos x="connsiteX7375" y="connsiteY7375"/>
                </a:cxn>
                <a:cxn ang="0">
                  <a:pos x="connsiteX7376" y="connsiteY7376"/>
                </a:cxn>
                <a:cxn ang="0">
                  <a:pos x="connsiteX7377" y="connsiteY7377"/>
                </a:cxn>
                <a:cxn ang="0">
                  <a:pos x="connsiteX7378" y="connsiteY7378"/>
                </a:cxn>
                <a:cxn ang="0">
                  <a:pos x="connsiteX7379" y="connsiteY7379"/>
                </a:cxn>
                <a:cxn ang="0">
                  <a:pos x="connsiteX7380" y="connsiteY7380"/>
                </a:cxn>
                <a:cxn ang="0">
                  <a:pos x="connsiteX7381" y="connsiteY7381"/>
                </a:cxn>
                <a:cxn ang="0">
                  <a:pos x="connsiteX7382" y="connsiteY7382"/>
                </a:cxn>
                <a:cxn ang="0">
                  <a:pos x="connsiteX7383" y="connsiteY7383"/>
                </a:cxn>
                <a:cxn ang="0">
                  <a:pos x="connsiteX7384" y="connsiteY7384"/>
                </a:cxn>
                <a:cxn ang="0">
                  <a:pos x="connsiteX7385" y="connsiteY7385"/>
                </a:cxn>
                <a:cxn ang="0">
                  <a:pos x="connsiteX7386" y="connsiteY7386"/>
                </a:cxn>
                <a:cxn ang="0">
                  <a:pos x="connsiteX7387" y="connsiteY7387"/>
                </a:cxn>
                <a:cxn ang="0">
                  <a:pos x="connsiteX7388" y="connsiteY7388"/>
                </a:cxn>
                <a:cxn ang="0">
                  <a:pos x="connsiteX7389" y="connsiteY7389"/>
                </a:cxn>
                <a:cxn ang="0">
                  <a:pos x="connsiteX7390" y="connsiteY7390"/>
                </a:cxn>
                <a:cxn ang="0">
                  <a:pos x="connsiteX7391" y="connsiteY7391"/>
                </a:cxn>
                <a:cxn ang="0">
                  <a:pos x="connsiteX7392" y="connsiteY7392"/>
                </a:cxn>
                <a:cxn ang="0">
                  <a:pos x="connsiteX7393" y="connsiteY7393"/>
                </a:cxn>
                <a:cxn ang="0">
                  <a:pos x="connsiteX7394" y="connsiteY7394"/>
                </a:cxn>
                <a:cxn ang="0">
                  <a:pos x="connsiteX7395" y="connsiteY7395"/>
                </a:cxn>
                <a:cxn ang="0">
                  <a:pos x="connsiteX7396" y="connsiteY7396"/>
                </a:cxn>
                <a:cxn ang="0">
                  <a:pos x="connsiteX7397" y="connsiteY7397"/>
                </a:cxn>
                <a:cxn ang="0">
                  <a:pos x="connsiteX7398" y="connsiteY7398"/>
                </a:cxn>
                <a:cxn ang="0">
                  <a:pos x="connsiteX7399" y="connsiteY7399"/>
                </a:cxn>
                <a:cxn ang="0">
                  <a:pos x="connsiteX7400" y="connsiteY7400"/>
                </a:cxn>
                <a:cxn ang="0">
                  <a:pos x="connsiteX7401" y="connsiteY7401"/>
                </a:cxn>
                <a:cxn ang="0">
                  <a:pos x="connsiteX7402" y="connsiteY7402"/>
                </a:cxn>
                <a:cxn ang="0">
                  <a:pos x="connsiteX7403" y="connsiteY7403"/>
                </a:cxn>
                <a:cxn ang="0">
                  <a:pos x="connsiteX7404" y="connsiteY7404"/>
                </a:cxn>
                <a:cxn ang="0">
                  <a:pos x="connsiteX7405" y="connsiteY7405"/>
                </a:cxn>
                <a:cxn ang="0">
                  <a:pos x="connsiteX7406" y="connsiteY7406"/>
                </a:cxn>
                <a:cxn ang="0">
                  <a:pos x="connsiteX7407" y="connsiteY7407"/>
                </a:cxn>
                <a:cxn ang="0">
                  <a:pos x="connsiteX7408" y="connsiteY7408"/>
                </a:cxn>
                <a:cxn ang="0">
                  <a:pos x="connsiteX7409" y="connsiteY7409"/>
                </a:cxn>
                <a:cxn ang="0">
                  <a:pos x="connsiteX7410" y="connsiteY7410"/>
                </a:cxn>
                <a:cxn ang="0">
                  <a:pos x="connsiteX7411" y="connsiteY7411"/>
                </a:cxn>
                <a:cxn ang="0">
                  <a:pos x="connsiteX7412" y="connsiteY7412"/>
                </a:cxn>
                <a:cxn ang="0">
                  <a:pos x="connsiteX7413" y="connsiteY7413"/>
                </a:cxn>
                <a:cxn ang="0">
                  <a:pos x="connsiteX7414" y="connsiteY7414"/>
                </a:cxn>
                <a:cxn ang="0">
                  <a:pos x="connsiteX7415" y="connsiteY7415"/>
                </a:cxn>
                <a:cxn ang="0">
                  <a:pos x="connsiteX7416" y="connsiteY7416"/>
                </a:cxn>
                <a:cxn ang="0">
                  <a:pos x="connsiteX7417" y="connsiteY7417"/>
                </a:cxn>
                <a:cxn ang="0">
                  <a:pos x="connsiteX7418" y="connsiteY7418"/>
                </a:cxn>
                <a:cxn ang="0">
                  <a:pos x="connsiteX7419" y="connsiteY7419"/>
                </a:cxn>
                <a:cxn ang="0">
                  <a:pos x="connsiteX7420" y="connsiteY7420"/>
                </a:cxn>
                <a:cxn ang="0">
                  <a:pos x="connsiteX7421" y="connsiteY7421"/>
                </a:cxn>
                <a:cxn ang="0">
                  <a:pos x="connsiteX7422" y="connsiteY7422"/>
                </a:cxn>
                <a:cxn ang="0">
                  <a:pos x="connsiteX7423" y="connsiteY7423"/>
                </a:cxn>
                <a:cxn ang="0">
                  <a:pos x="connsiteX7424" y="connsiteY7424"/>
                </a:cxn>
                <a:cxn ang="0">
                  <a:pos x="connsiteX7425" y="connsiteY7425"/>
                </a:cxn>
                <a:cxn ang="0">
                  <a:pos x="connsiteX7426" y="connsiteY7426"/>
                </a:cxn>
                <a:cxn ang="0">
                  <a:pos x="connsiteX7427" y="connsiteY7427"/>
                </a:cxn>
                <a:cxn ang="0">
                  <a:pos x="connsiteX7428" y="connsiteY7428"/>
                </a:cxn>
                <a:cxn ang="0">
                  <a:pos x="connsiteX7429" y="connsiteY7429"/>
                </a:cxn>
                <a:cxn ang="0">
                  <a:pos x="connsiteX7430" y="connsiteY7430"/>
                </a:cxn>
                <a:cxn ang="0">
                  <a:pos x="connsiteX7431" y="connsiteY7431"/>
                </a:cxn>
                <a:cxn ang="0">
                  <a:pos x="connsiteX7432" y="connsiteY7432"/>
                </a:cxn>
                <a:cxn ang="0">
                  <a:pos x="connsiteX7433" y="connsiteY7433"/>
                </a:cxn>
                <a:cxn ang="0">
                  <a:pos x="connsiteX7434" y="connsiteY7434"/>
                </a:cxn>
                <a:cxn ang="0">
                  <a:pos x="connsiteX7435" y="connsiteY7435"/>
                </a:cxn>
                <a:cxn ang="0">
                  <a:pos x="connsiteX7436" y="connsiteY7436"/>
                </a:cxn>
                <a:cxn ang="0">
                  <a:pos x="connsiteX7437" y="connsiteY7437"/>
                </a:cxn>
                <a:cxn ang="0">
                  <a:pos x="connsiteX7438" y="connsiteY7438"/>
                </a:cxn>
                <a:cxn ang="0">
                  <a:pos x="connsiteX7439" y="connsiteY7439"/>
                </a:cxn>
                <a:cxn ang="0">
                  <a:pos x="connsiteX7440" y="connsiteY7440"/>
                </a:cxn>
                <a:cxn ang="0">
                  <a:pos x="connsiteX7441" y="connsiteY7441"/>
                </a:cxn>
                <a:cxn ang="0">
                  <a:pos x="connsiteX7442" y="connsiteY7442"/>
                </a:cxn>
                <a:cxn ang="0">
                  <a:pos x="connsiteX7443" y="connsiteY7443"/>
                </a:cxn>
                <a:cxn ang="0">
                  <a:pos x="connsiteX7444" y="connsiteY7444"/>
                </a:cxn>
                <a:cxn ang="0">
                  <a:pos x="connsiteX7445" y="connsiteY7445"/>
                </a:cxn>
                <a:cxn ang="0">
                  <a:pos x="connsiteX7446" y="connsiteY7446"/>
                </a:cxn>
                <a:cxn ang="0">
                  <a:pos x="connsiteX7447" y="connsiteY7447"/>
                </a:cxn>
                <a:cxn ang="0">
                  <a:pos x="connsiteX7448" y="connsiteY7448"/>
                </a:cxn>
                <a:cxn ang="0">
                  <a:pos x="connsiteX7449" y="connsiteY7449"/>
                </a:cxn>
                <a:cxn ang="0">
                  <a:pos x="connsiteX7450" y="connsiteY7450"/>
                </a:cxn>
                <a:cxn ang="0">
                  <a:pos x="connsiteX7451" y="connsiteY7451"/>
                </a:cxn>
                <a:cxn ang="0">
                  <a:pos x="connsiteX7452" y="connsiteY7452"/>
                </a:cxn>
                <a:cxn ang="0">
                  <a:pos x="connsiteX7453" y="connsiteY7453"/>
                </a:cxn>
                <a:cxn ang="0">
                  <a:pos x="connsiteX7454" y="connsiteY7454"/>
                </a:cxn>
                <a:cxn ang="0">
                  <a:pos x="connsiteX7455" y="connsiteY7455"/>
                </a:cxn>
                <a:cxn ang="0">
                  <a:pos x="connsiteX7456" y="connsiteY7456"/>
                </a:cxn>
                <a:cxn ang="0">
                  <a:pos x="connsiteX7457" y="connsiteY7457"/>
                </a:cxn>
                <a:cxn ang="0">
                  <a:pos x="connsiteX7458" y="connsiteY7458"/>
                </a:cxn>
                <a:cxn ang="0">
                  <a:pos x="connsiteX7459" y="connsiteY7459"/>
                </a:cxn>
                <a:cxn ang="0">
                  <a:pos x="connsiteX7460" y="connsiteY7460"/>
                </a:cxn>
                <a:cxn ang="0">
                  <a:pos x="connsiteX7461" y="connsiteY7461"/>
                </a:cxn>
                <a:cxn ang="0">
                  <a:pos x="connsiteX7462" y="connsiteY7462"/>
                </a:cxn>
                <a:cxn ang="0">
                  <a:pos x="connsiteX7463" y="connsiteY7463"/>
                </a:cxn>
                <a:cxn ang="0">
                  <a:pos x="connsiteX7464" y="connsiteY7464"/>
                </a:cxn>
                <a:cxn ang="0">
                  <a:pos x="connsiteX7465" y="connsiteY7465"/>
                </a:cxn>
                <a:cxn ang="0">
                  <a:pos x="connsiteX7466" y="connsiteY7466"/>
                </a:cxn>
                <a:cxn ang="0">
                  <a:pos x="connsiteX7467" y="connsiteY7467"/>
                </a:cxn>
                <a:cxn ang="0">
                  <a:pos x="connsiteX7468" y="connsiteY7468"/>
                </a:cxn>
                <a:cxn ang="0">
                  <a:pos x="connsiteX7469" y="connsiteY7469"/>
                </a:cxn>
                <a:cxn ang="0">
                  <a:pos x="connsiteX7470" y="connsiteY7470"/>
                </a:cxn>
                <a:cxn ang="0">
                  <a:pos x="connsiteX7471" y="connsiteY7471"/>
                </a:cxn>
                <a:cxn ang="0">
                  <a:pos x="connsiteX7472" y="connsiteY7472"/>
                </a:cxn>
                <a:cxn ang="0">
                  <a:pos x="connsiteX7473" y="connsiteY7473"/>
                </a:cxn>
                <a:cxn ang="0">
                  <a:pos x="connsiteX7474" y="connsiteY7474"/>
                </a:cxn>
                <a:cxn ang="0">
                  <a:pos x="connsiteX7475" y="connsiteY7475"/>
                </a:cxn>
                <a:cxn ang="0">
                  <a:pos x="connsiteX7476" y="connsiteY7476"/>
                </a:cxn>
                <a:cxn ang="0">
                  <a:pos x="connsiteX7477" y="connsiteY7477"/>
                </a:cxn>
                <a:cxn ang="0">
                  <a:pos x="connsiteX7478" y="connsiteY7478"/>
                </a:cxn>
                <a:cxn ang="0">
                  <a:pos x="connsiteX7479" y="connsiteY7479"/>
                </a:cxn>
                <a:cxn ang="0">
                  <a:pos x="connsiteX7480" y="connsiteY7480"/>
                </a:cxn>
                <a:cxn ang="0">
                  <a:pos x="connsiteX7481" y="connsiteY7481"/>
                </a:cxn>
                <a:cxn ang="0">
                  <a:pos x="connsiteX7482" y="connsiteY7482"/>
                </a:cxn>
                <a:cxn ang="0">
                  <a:pos x="connsiteX7483" y="connsiteY7483"/>
                </a:cxn>
                <a:cxn ang="0">
                  <a:pos x="connsiteX7484" y="connsiteY7484"/>
                </a:cxn>
                <a:cxn ang="0">
                  <a:pos x="connsiteX7485" y="connsiteY7485"/>
                </a:cxn>
                <a:cxn ang="0">
                  <a:pos x="connsiteX7486" y="connsiteY7486"/>
                </a:cxn>
                <a:cxn ang="0">
                  <a:pos x="connsiteX7487" y="connsiteY7487"/>
                </a:cxn>
                <a:cxn ang="0">
                  <a:pos x="connsiteX7488" y="connsiteY7488"/>
                </a:cxn>
                <a:cxn ang="0">
                  <a:pos x="connsiteX7489" y="connsiteY7489"/>
                </a:cxn>
                <a:cxn ang="0">
                  <a:pos x="connsiteX7490" y="connsiteY7490"/>
                </a:cxn>
                <a:cxn ang="0">
                  <a:pos x="connsiteX7491" y="connsiteY7491"/>
                </a:cxn>
                <a:cxn ang="0">
                  <a:pos x="connsiteX7492" y="connsiteY7492"/>
                </a:cxn>
                <a:cxn ang="0">
                  <a:pos x="connsiteX7493" y="connsiteY7493"/>
                </a:cxn>
                <a:cxn ang="0">
                  <a:pos x="connsiteX7494" y="connsiteY7494"/>
                </a:cxn>
                <a:cxn ang="0">
                  <a:pos x="connsiteX7495" y="connsiteY7495"/>
                </a:cxn>
                <a:cxn ang="0">
                  <a:pos x="connsiteX7496" y="connsiteY7496"/>
                </a:cxn>
                <a:cxn ang="0">
                  <a:pos x="connsiteX7497" y="connsiteY7497"/>
                </a:cxn>
                <a:cxn ang="0">
                  <a:pos x="connsiteX7498" y="connsiteY7498"/>
                </a:cxn>
                <a:cxn ang="0">
                  <a:pos x="connsiteX7499" y="connsiteY7499"/>
                </a:cxn>
                <a:cxn ang="0">
                  <a:pos x="connsiteX7500" y="connsiteY7500"/>
                </a:cxn>
                <a:cxn ang="0">
                  <a:pos x="connsiteX7501" y="connsiteY7501"/>
                </a:cxn>
                <a:cxn ang="0">
                  <a:pos x="connsiteX7502" y="connsiteY7502"/>
                </a:cxn>
                <a:cxn ang="0">
                  <a:pos x="connsiteX7503" y="connsiteY7503"/>
                </a:cxn>
                <a:cxn ang="0">
                  <a:pos x="connsiteX7504" y="connsiteY7504"/>
                </a:cxn>
                <a:cxn ang="0">
                  <a:pos x="connsiteX7505" y="connsiteY7505"/>
                </a:cxn>
                <a:cxn ang="0">
                  <a:pos x="connsiteX7506" y="connsiteY7506"/>
                </a:cxn>
                <a:cxn ang="0">
                  <a:pos x="connsiteX7507" y="connsiteY7507"/>
                </a:cxn>
                <a:cxn ang="0">
                  <a:pos x="connsiteX7508" y="connsiteY7508"/>
                </a:cxn>
                <a:cxn ang="0">
                  <a:pos x="connsiteX7509" y="connsiteY7509"/>
                </a:cxn>
                <a:cxn ang="0">
                  <a:pos x="connsiteX7510" y="connsiteY7510"/>
                </a:cxn>
                <a:cxn ang="0">
                  <a:pos x="connsiteX7511" y="connsiteY7511"/>
                </a:cxn>
                <a:cxn ang="0">
                  <a:pos x="connsiteX7512" y="connsiteY7512"/>
                </a:cxn>
                <a:cxn ang="0">
                  <a:pos x="connsiteX7513" y="connsiteY7513"/>
                </a:cxn>
                <a:cxn ang="0">
                  <a:pos x="connsiteX7514" y="connsiteY7514"/>
                </a:cxn>
                <a:cxn ang="0">
                  <a:pos x="connsiteX7515" y="connsiteY7515"/>
                </a:cxn>
                <a:cxn ang="0">
                  <a:pos x="connsiteX7516" y="connsiteY7516"/>
                </a:cxn>
                <a:cxn ang="0">
                  <a:pos x="connsiteX7517" y="connsiteY7517"/>
                </a:cxn>
                <a:cxn ang="0">
                  <a:pos x="connsiteX7518" y="connsiteY7518"/>
                </a:cxn>
                <a:cxn ang="0">
                  <a:pos x="connsiteX7519" y="connsiteY7519"/>
                </a:cxn>
                <a:cxn ang="0">
                  <a:pos x="connsiteX7520" y="connsiteY7520"/>
                </a:cxn>
                <a:cxn ang="0">
                  <a:pos x="connsiteX7521" y="connsiteY7521"/>
                </a:cxn>
                <a:cxn ang="0">
                  <a:pos x="connsiteX7522" y="connsiteY7522"/>
                </a:cxn>
                <a:cxn ang="0">
                  <a:pos x="connsiteX7523" y="connsiteY7523"/>
                </a:cxn>
                <a:cxn ang="0">
                  <a:pos x="connsiteX7524" y="connsiteY7524"/>
                </a:cxn>
                <a:cxn ang="0">
                  <a:pos x="connsiteX7525" y="connsiteY7525"/>
                </a:cxn>
                <a:cxn ang="0">
                  <a:pos x="connsiteX7526" y="connsiteY7526"/>
                </a:cxn>
                <a:cxn ang="0">
                  <a:pos x="connsiteX7527" y="connsiteY7527"/>
                </a:cxn>
                <a:cxn ang="0">
                  <a:pos x="connsiteX7528" y="connsiteY7528"/>
                </a:cxn>
                <a:cxn ang="0">
                  <a:pos x="connsiteX7529" y="connsiteY7529"/>
                </a:cxn>
                <a:cxn ang="0">
                  <a:pos x="connsiteX7530" y="connsiteY7530"/>
                </a:cxn>
                <a:cxn ang="0">
                  <a:pos x="connsiteX7531" y="connsiteY7531"/>
                </a:cxn>
                <a:cxn ang="0">
                  <a:pos x="connsiteX7532" y="connsiteY7532"/>
                </a:cxn>
                <a:cxn ang="0">
                  <a:pos x="connsiteX7533" y="connsiteY7533"/>
                </a:cxn>
                <a:cxn ang="0">
                  <a:pos x="connsiteX7534" y="connsiteY7534"/>
                </a:cxn>
                <a:cxn ang="0">
                  <a:pos x="connsiteX7535" y="connsiteY7535"/>
                </a:cxn>
                <a:cxn ang="0">
                  <a:pos x="connsiteX7536" y="connsiteY7536"/>
                </a:cxn>
                <a:cxn ang="0">
                  <a:pos x="connsiteX7537" y="connsiteY7537"/>
                </a:cxn>
                <a:cxn ang="0">
                  <a:pos x="connsiteX7538" y="connsiteY7538"/>
                </a:cxn>
                <a:cxn ang="0">
                  <a:pos x="connsiteX7539" y="connsiteY7539"/>
                </a:cxn>
                <a:cxn ang="0">
                  <a:pos x="connsiteX7540" y="connsiteY7540"/>
                </a:cxn>
                <a:cxn ang="0">
                  <a:pos x="connsiteX7541" y="connsiteY7541"/>
                </a:cxn>
                <a:cxn ang="0">
                  <a:pos x="connsiteX7542" y="connsiteY7542"/>
                </a:cxn>
                <a:cxn ang="0">
                  <a:pos x="connsiteX7543" y="connsiteY7543"/>
                </a:cxn>
                <a:cxn ang="0">
                  <a:pos x="connsiteX7544" y="connsiteY7544"/>
                </a:cxn>
                <a:cxn ang="0">
                  <a:pos x="connsiteX7545" y="connsiteY7545"/>
                </a:cxn>
                <a:cxn ang="0">
                  <a:pos x="connsiteX7546" y="connsiteY7546"/>
                </a:cxn>
                <a:cxn ang="0">
                  <a:pos x="connsiteX7547" y="connsiteY7547"/>
                </a:cxn>
                <a:cxn ang="0">
                  <a:pos x="connsiteX7548" y="connsiteY7548"/>
                </a:cxn>
                <a:cxn ang="0">
                  <a:pos x="connsiteX7549" y="connsiteY7549"/>
                </a:cxn>
                <a:cxn ang="0">
                  <a:pos x="connsiteX7550" y="connsiteY7550"/>
                </a:cxn>
                <a:cxn ang="0">
                  <a:pos x="connsiteX7551" y="connsiteY7551"/>
                </a:cxn>
                <a:cxn ang="0">
                  <a:pos x="connsiteX7552" y="connsiteY7552"/>
                </a:cxn>
                <a:cxn ang="0">
                  <a:pos x="connsiteX7553" y="connsiteY7553"/>
                </a:cxn>
                <a:cxn ang="0">
                  <a:pos x="connsiteX7554" y="connsiteY7554"/>
                </a:cxn>
                <a:cxn ang="0">
                  <a:pos x="connsiteX7555" y="connsiteY7555"/>
                </a:cxn>
                <a:cxn ang="0">
                  <a:pos x="connsiteX7556" y="connsiteY7556"/>
                </a:cxn>
                <a:cxn ang="0">
                  <a:pos x="connsiteX7557" y="connsiteY7557"/>
                </a:cxn>
                <a:cxn ang="0">
                  <a:pos x="connsiteX7558" y="connsiteY7558"/>
                </a:cxn>
                <a:cxn ang="0">
                  <a:pos x="connsiteX7559" y="connsiteY7559"/>
                </a:cxn>
                <a:cxn ang="0">
                  <a:pos x="connsiteX7560" y="connsiteY7560"/>
                </a:cxn>
                <a:cxn ang="0">
                  <a:pos x="connsiteX7561" y="connsiteY7561"/>
                </a:cxn>
                <a:cxn ang="0">
                  <a:pos x="connsiteX7562" y="connsiteY7562"/>
                </a:cxn>
                <a:cxn ang="0">
                  <a:pos x="connsiteX7563" y="connsiteY7563"/>
                </a:cxn>
                <a:cxn ang="0">
                  <a:pos x="connsiteX7564" y="connsiteY7564"/>
                </a:cxn>
                <a:cxn ang="0">
                  <a:pos x="connsiteX7565" y="connsiteY7565"/>
                </a:cxn>
                <a:cxn ang="0">
                  <a:pos x="connsiteX7566" y="connsiteY7566"/>
                </a:cxn>
                <a:cxn ang="0">
                  <a:pos x="connsiteX7567" y="connsiteY7567"/>
                </a:cxn>
                <a:cxn ang="0">
                  <a:pos x="connsiteX7568" y="connsiteY7568"/>
                </a:cxn>
                <a:cxn ang="0">
                  <a:pos x="connsiteX7569" y="connsiteY7569"/>
                </a:cxn>
                <a:cxn ang="0">
                  <a:pos x="connsiteX7570" y="connsiteY7570"/>
                </a:cxn>
                <a:cxn ang="0">
                  <a:pos x="connsiteX7571" y="connsiteY7571"/>
                </a:cxn>
                <a:cxn ang="0">
                  <a:pos x="connsiteX7572" y="connsiteY7572"/>
                </a:cxn>
                <a:cxn ang="0">
                  <a:pos x="connsiteX7573" y="connsiteY7573"/>
                </a:cxn>
                <a:cxn ang="0">
                  <a:pos x="connsiteX7574" y="connsiteY7574"/>
                </a:cxn>
                <a:cxn ang="0">
                  <a:pos x="connsiteX7575" y="connsiteY7575"/>
                </a:cxn>
                <a:cxn ang="0">
                  <a:pos x="connsiteX7576" y="connsiteY7576"/>
                </a:cxn>
                <a:cxn ang="0">
                  <a:pos x="connsiteX7577" y="connsiteY7577"/>
                </a:cxn>
                <a:cxn ang="0">
                  <a:pos x="connsiteX7578" y="connsiteY7578"/>
                </a:cxn>
                <a:cxn ang="0">
                  <a:pos x="connsiteX7579" y="connsiteY7579"/>
                </a:cxn>
                <a:cxn ang="0">
                  <a:pos x="connsiteX7580" y="connsiteY7580"/>
                </a:cxn>
                <a:cxn ang="0">
                  <a:pos x="connsiteX7581" y="connsiteY7581"/>
                </a:cxn>
                <a:cxn ang="0">
                  <a:pos x="connsiteX7582" y="connsiteY7582"/>
                </a:cxn>
                <a:cxn ang="0">
                  <a:pos x="connsiteX7583" y="connsiteY7583"/>
                </a:cxn>
                <a:cxn ang="0">
                  <a:pos x="connsiteX7584" y="connsiteY7584"/>
                </a:cxn>
                <a:cxn ang="0">
                  <a:pos x="connsiteX7585" y="connsiteY7585"/>
                </a:cxn>
                <a:cxn ang="0">
                  <a:pos x="connsiteX7586" y="connsiteY7586"/>
                </a:cxn>
                <a:cxn ang="0">
                  <a:pos x="connsiteX7587" y="connsiteY7587"/>
                </a:cxn>
                <a:cxn ang="0">
                  <a:pos x="connsiteX7588" y="connsiteY7588"/>
                </a:cxn>
                <a:cxn ang="0">
                  <a:pos x="connsiteX7589" y="connsiteY7589"/>
                </a:cxn>
                <a:cxn ang="0">
                  <a:pos x="connsiteX7590" y="connsiteY7590"/>
                </a:cxn>
                <a:cxn ang="0">
                  <a:pos x="connsiteX7591" y="connsiteY7591"/>
                </a:cxn>
                <a:cxn ang="0">
                  <a:pos x="connsiteX7592" y="connsiteY7592"/>
                </a:cxn>
                <a:cxn ang="0">
                  <a:pos x="connsiteX7593" y="connsiteY7593"/>
                </a:cxn>
                <a:cxn ang="0">
                  <a:pos x="connsiteX7594" y="connsiteY7594"/>
                </a:cxn>
                <a:cxn ang="0">
                  <a:pos x="connsiteX7595" y="connsiteY7595"/>
                </a:cxn>
                <a:cxn ang="0">
                  <a:pos x="connsiteX7596" y="connsiteY7596"/>
                </a:cxn>
                <a:cxn ang="0">
                  <a:pos x="connsiteX7597" y="connsiteY7597"/>
                </a:cxn>
                <a:cxn ang="0">
                  <a:pos x="connsiteX7598" y="connsiteY7598"/>
                </a:cxn>
                <a:cxn ang="0">
                  <a:pos x="connsiteX7599" y="connsiteY7599"/>
                </a:cxn>
                <a:cxn ang="0">
                  <a:pos x="connsiteX7600" y="connsiteY7600"/>
                </a:cxn>
                <a:cxn ang="0">
                  <a:pos x="connsiteX7601" y="connsiteY7601"/>
                </a:cxn>
                <a:cxn ang="0">
                  <a:pos x="connsiteX7602" y="connsiteY7602"/>
                </a:cxn>
                <a:cxn ang="0">
                  <a:pos x="connsiteX7603" y="connsiteY7603"/>
                </a:cxn>
                <a:cxn ang="0">
                  <a:pos x="connsiteX7604" y="connsiteY7604"/>
                </a:cxn>
                <a:cxn ang="0">
                  <a:pos x="connsiteX7605" y="connsiteY7605"/>
                </a:cxn>
                <a:cxn ang="0">
                  <a:pos x="connsiteX7606" y="connsiteY7606"/>
                </a:cxn>
                <a:cxn ang="0">
                  <a:pos x="connsiteX7607" y="connsiteY7607"/>
                </a:cxn>
                <a:cxn ang="0">
                  <a:pos x="connsiteX7608" y="connsiteY7608"/>
                </a:cxn>
                <a:cxn ang="0">
                  <a:pos x="connsiteX7609" y="connsiteY7609"/>
                </a:cxn>
                <a:cxn ang="0">
                  <a:pos x="connsiteX7610" y="connsiteY7610"/>
                </a:cxn>
                <a:cxn ang="0">
                  <a:pos x="connsiteX7611" y="connsiteY7611"/>
                </a:cxn>
                <a:cxn ang="0">
                  <a:pos x="connsiteX7612" y="connsiteY7612"/>
                </a:cxn>
                <a:cxn ang="0">
                  <a:pos x="connsiteX7613" y="connsiteY7613"/>
                </a:cxn>
                <a:cxn ang="0">
                  <a:pos x="connsiteX7614" y="connsiteY7614"/>
                </a:cxn>
                <a:cxn ang="0">
                  <a:pos x="connsiteX7615" y="connsiteY7615"/>
                </a:cxn>
                <a:cxn ang="0">
                  <a:pos x="connsiteX7616" y="connsiteY7616"/>
                </a:cxn>
                <a:cxn ang="0">
                  <a:pos x="connsiteX7617" y="connsiteY7617"/>
                </a:cxn>
                <a:cxn ang="0">
                  <a:pos x="connsiteX7618" y="connsiteY7618"/>
                </a:cxn>
                <a:cxn ang="0">
                  <a:pos x="connsiteX7619" y="connsiteY7619"/>
                </a:cxn>
                <a:cxn ang="0">
                  <a:pos x="connsiteX7620" y="connsiteY7620"/>
                </a:cxn>
                <a:cxn ang="0">
                  <a:pos x="connsiteX7621" y="connsiteY7621"/>
                </a:cxn>
                <a:cxn ang="0">
                  <a:pos x="connsiteX7622" y="connsiteY7622"/>
                </a:cxn>
                <a:cxn ang="0">
                  <a:pos x="connsiteX7623" y="connsiteY7623"/>
                </a:cxn>
                <a:cxn ang="0">
                  <a:pos x="connsiteX7624" y="connsiteY7624"/>
                </a:cxn>
                <a:cxn ang="0">
                  <a:pos x="connsiteX7625" y="connsiteY7625"/>
                </a:cxn>
                <a:cxn ang="0">
                  <a:pos x="connsiteX7626" y="connsiteY7626"/>
                </a:cxn>
                <a:cxn ang="0">
                  <a:pos x="connsiteX7627" y="connsiteY7627"/>
                </a:cxn>
                <a:cxn ang="0">
                  <a:pos x="connsiteX7628" y="connsiteY7628"/>
                </a:cxn>
                <a:cxn ang="0">
                  <a:pos x="connsiteX7629" y="connsiteY7629"/>
                </a:cxn>
                <a:cxn ang="0">
                  <a:pos x="connsiteX7630" y="connsiteY7630"/>
                </a:cxn>
                <a:cxn ang="0">
                  <a:pos x="connsiteX7631" y="connsiteY7631"/>
                </a:cxn>
                <a:cxn ang="0">
                  <a:pos x="connsiteX7632" y="connsiteY7632"/>
                </a:cxn>
                <a:cxn ang="0">
                  <a:pos x="connsiteX7633" y="connsiteY7633"/>
                </a:cxn>
                <a:cxn ang="0">
                  <a:pos x="connsiteX7634" y="connsiteY7634"/>
                </a:cxn>
                <a:cxn ang="0">
                  <a:pos x="connsiteX7635" y="connsiteY7635"/>
                </a:cxn>
                <a:cxn ang="0">
                  <a:pos x="connsiteX7636" y="connsiteY7636"/>
                </a:cxn>
                <a:cxn ang="0">
                  <a:pos x="connsiteX7637" y="connsiteY7637"/>
                </a:cxn>
                <a:cxn ang="0">
                  <a:pos x="connsiteX7638" y="connsiteY7638"/>
                </a:cxn>
                <a:cxn ang="0">
                  <a:pos x="connsiteX7639" y="connsiteY7639"/>
                </a:cxn>
                <a:cxn ang="0">
                  <a:pos x="connsiteX7640" y="connsiteY7640"/>
                </a:cxn>
                <a:cxn ang="0">
                  <a:pos x="connsiteX7641" y="connsiteY7641"/>
                </a:cxn>
                <a:cxn ang="0">
                  <a:pos x="connsiteX7642" y="connsiteY7642"/>
                </a:cxn>
                <a:cxn ang="0">
                  <a:pos x="connsiteX7643" y="connsiteY7643"/>
                </a:cxn>
                <a:cxn ang="0">
                  <a:pos x="connsiteX7644" y="connsiteY7644"/>
                </a:cxn>
                <a:cxn ang="0">
                  <a:pos x="connsiteX7645" y="connsiteY7645"/>
                </a:cxn>
                <a:cxn ang="0">
                  <a:pos x="connsiteX7646" y="connsiteY7646"/>
                </a:cxn>
                <a:cxn ang="0">
                  <a:pos x="connsiteX7647" y="connsiteY7647"/>
                </a:cxn>
                <a:cxn ang="0">
                  <a:pos x="connsiteX7648" y="connsiteY7648"/>
                </a:cxn>
                <a:cxn ang="0">
                  <a:pos x="connsiteX7649" y="connsiteY7649"/>
                </a:cxn>
                <a:cxn ang="0">
                  <a:pos x="connsiteX7650" y="connsiteY7650"/>
                </a:cxn>
                <a:cxn ang="0">
                  <a:pos x="connsiteX7651" y="connsiteY7651"/>
                </a:cxn>
                <a:cxn ang="0">
                  <a:pos x="connsiteX7652" y="connsiteY7652"/>
                </a:cxn>
                <a:cxn ang="0">
                  <a:pos x="connsiteX7653" y="connsiteY7653"/>
                </a:cxn>
                <a:cxn ang="0">
                  <a:pos x="connsiteX7654" y="connsiteY7654"/>
                </a:cxn>
                <a:cxn ang="0">
                  <a:pos x="connsiteX7655" y="connsiteY7655"/>
                </a:cxn>
                <a:cxn ang="0">
                  <a:pos x="connsiteX7656" y="connsiteY7656"/>
                </a:cxn>
                <a:cxn ang="0">
                  <a:pos x="connsiteX7657" y="connsiteY7657"/>
                </a:cxn>
                <a:cxn ang="0">
                  <a:pos x="connsiteX7658" y="connsiteY7658"/>
                </a:cxn>
                <a:cxn ang="0">
                  <a:pos x="connsiteX7659" y="connsiteY7659"/>
                </a:cxn>
                <a:cxn ang="0">
                  <a:pos x="connsiteX7660" y="connsiteY7660"/>
                </a:cxn>
                <a:cxn ang="0">
                  <a:pos x="connsiteX7661" y="connsiteY7661"/>
                </a:cxn>
                <a:cxn ang="0">
                  <a:pos x="connsiteX7662" y="connsiteY7662"/>
                </a:cxn>
                <a:cxn ang="0">
                  <a:pos x="connsiteX7663" y="connsiteY7663"/>
                </a:cxn>
                <a:cxn ang="0">
                  <a:pos x="connsiteX7664" y="connsiteY7664"/>
                </a:cxn>
                <a:cxn ang="0">
                  <a:pos x="connsiteX7665" y="connsiteY7665"/>
                </a:cxn>
                <a:cxn ang="0">
                  <a:pos x="connsiteX7666" y="connsiteY7666"/>
                </a:cxn>
                <a:cxn ang="0">
                  <a:pos x="connsiteX7667" y="connsiteY7667"/>
                </a:cxn>
                <a:cxn ang="0">
                  <a:pos x="connsiteX7668" y="connsiteY7668"/>
                </a:cxn>
                <a:cxn ang="0">
                  <a:pos x="connsiteX7669" y="connsiteY7669"/>
                </a:cxn>
                <a:cxn ang="0">
                  <a:pos x="connsiteX7670" y="connsiteY7670"/>
                </a:cxn>
                <a:cxn ang="0">
                  <a:pos x="connsiteX7671" y="connsiteY7671"/>
                </a:cxn>
                <a:cxn ang="0">
                  <a:pos x="connsiteX7672" y="connsiteY7672"/>
                </a:cxn>
                <a:cxn ang="0">
                  <a:pos x="connsiteX7673" y="connsiteY7673"/>
                </a:cxn>
                <a:cxn ang="0">
                  <a:pos x="connsiteX7674" y="connsiteY7674"/>
                </a:cxn>
                <a:cxn ang="0">
                  <a:pos x="connsiteX7675" y="connsiteY7675"/>
                </a:cxn>
                <a:cxn ang="0">
                  <a:pos x="connsiteX7676" y="connsiteY7676"/>
                </a:cxn>
                <a:cxn ang="0">
                  <a:pos x="connsiteX7677" y="connsiteY7677"/>
                </a:cxn>
                <a:cxn ang="0">
                  <a:pos x="connsiteX7678" y="connsiteY7678"/>
                </a:cxn>
                <a:cxn ang="0">
                  <a:pos x="connsiteX7679" y="connsiteY7679"/>
                </a:cxn>
                <a:cxn ang="0">
                  <a:pos x="connsiteX7680" y="connsiteY7680"/>
                </a:cxn>
                <a:cxn ang="0">
                  <a:pos x="connsiteX7681" y="connsiteY7681"/>
                </a:cxn>
                <a:cxn ang="0">
                  <a:pos x="connsiteX7682" y="connsiteY7682"/>
                </a:cxn>
                <a:cxn ang="0">
                  <a:pos x="connsiteX7683" y="connsiteY7683"/>
                </a:cxn>
                <a:cxn ang="0">
                  <a:pos x="connsiteX7684" y="connsiteY7684"/>
                </a:cxn>
                <a:cxn ang="0">
                  <a:pos x="connsiteX7685" y="connsiteY7685"/>
                </a:cxn>
                <a:cxn ang="0">
                  <a:pos x="connsiteX7686" y="connsiteY7686"/>
                </a:cxn>
                <a:cxn ang="0">
                  <a:pos x="connsiteX7687" y="connsiteY7687"/>
                </a:cxn>
                <a:cxn ang="0">
                  <a:pos x="connsiteX7688" y="connsiteY7688"/>
                </a:cxn>
                <a:cxn ang="0">
                  <a:pos x="connsiteX7689" y="connsiteY7689"/>
                </a:cxn>
                <a:cxn ang="0">
                  <a:pos x="connsiteX7690" y="connsiteY7690"/>
                </a:cxn>
                <a:cxn ang="0">
                  <a:pos x="connsiteX7691" y="connsiteY7691"/>
                </a:cxn>
                <a:cxn ang="0">
                  <a:pos x="connsiteX7692" y="connsiteY7692"/>
                </a:cxn>
                <a:cxn ang="0">
                  <a:pos x="connsiteX7693" y="connsiteY7693"/>
                </a:cxn>
                <a:cxn ang="0">
                  <a:pos x="connsiteX7694" y="connsiteY7694"/>
                </a:cxn>
                <a:cxn ang="0">
                  <a:pos x="connsiteX7695" y="connsiteY7695"/>
                </a:cxn>
                <a:cxn ang="0">
                  <a:pos x="connsiteX7696" y="connsiteY7696"/>
                </a:cxn>
                <a:cxn ang="0">
                  <a:pos x="connsiteX7697" y="connsiteY7697"/>
                </a:cxn>
                <a:cxn ang="0">
                  <a:pos x="connsiteX7698" y="connsiteY7698"/>
                </a:cxn>
                <a:cxn ang="0">
                  <a:pos x="connsiteX7699" y="connsiteY7699"/>
                </a:cxn>
                <a:cxn ang="0">
                  <a:pos x="connsiteX7700" y="connsiteY7700"/>
                </a:cxn>
                <a:cxn ang="0">
                  <a:pos x="connsiteX7701" y="connsiteY7701"/>
                </a:cxn>
                <a:cxn ang="0">
                  <a:pos x="connsiteX7702" y="connsiteY7702"/>
                </a:cxn>
                <a:cxn ang="0">
                  <a:pos x="connsiteX7703" y="connsiteY7703"/>
                </a:cxn>
                <a:cxn ang="0">
                  <a:pos x="connsiteX7704" y="connsiteY7704"/>
                </a:cxn>
                <a:cxn ang="0">
                  <a:pos x="connsiteX7705" y="connsiteY7705"/>
                </a:cxn>
                <a:cxn ang="0">
                  <a:pos x="connsiteX7706" y="connsiteY7706"/>
                </a:cxn>
                <a:cxn ang="0">
                  <a:pos x="connsiteX7707" y="connsiteY7707"/>
                </a:cxn>
                <a:cxn ang="0">
                  <a:pos x="connsiteX7708" y="connsiteY7708"/>
                </a:cxn>
                <a:cxn ang="0">
                  <a:pos x="connsiteX7709" y="connsiteY7709"/>
                </a:cxn>
                <a:cxn ang="0">
                  <a:pos x="connsiteX7710" y="connsiteY7710"/>
                </a:cxn>
                <a:cxn ang="0">
                  <a:pos x="connsiteX7711" y="connsiteY7711"/>
                </a:cxn>
                <a:cxn ang="0">
                  <a:pos x="connsiteX7712" y="connsiteY7712"/>
                </a:cxn>
                <a:cxn ang="0">
                  <a:pos x="connsiteX7713" y="connsiteY7713"/>
                </a:cxn>
                <a:cxn ang="0">
                  <a:pos x="connsiteX7714" y="connsiteY7714"/>
                </a:cxn>
                <a:cxn ang="0">
                  <a:pos x="connsiteX7715" y="connsiteY7715"/>
                </a:cxn>
                <a:cxn ang="0">
                  <a:pos x="connsiteX7716" y="connsiteY7716"/>
                </a:cxn>
                <a:cxn ang="0">
                  <a:pos x="connsiteX7717" y="connsiteY7717"/>
                </a:cxn>
                <a:cxn ang="0">
                  <a:pos x="connsiteX7718" y="connsiteY7718"/>
                </a:cxn>
                <a:cxn ang="0">
                  <a:pos x="connsiteX7719" y="connsiteY7719"/>
                </a:cxn>
                <a:cxn ang="0">
                  <a:pos x="connsiteX7720" y="connsiteY7720"/>
                </a:cxn>
                <a:cxn ang="0">
                  <a:pos x="connsiteX7721" y="connsiteY7721"/>
                </a:cxn>
                <a:cxn ang="0">
                  <a:pos x="connsiteX7722" y="connsiteY7722"/>
                </a:cxn>
                <a:cxn ang="0">
                  <a:pos x="connsiteX7723" y="connsiteY7723"/>
                </a:cxn>
                <a:cxn ang="0">
                  <a:pos x="connsiteX7724" y="connsiteY7724"/>
                </a:cxn>
                <a:cxn ang="0">
                  <a:pos x="connsiteX7725" y="connsiteY7725"/>
                </a:cxn>
                <a:cxn ang="0">
                  <a:pos x="connsiteX7726" y="connsiteY7726"/>
                </a:cxn>
                <a:cxn ang="0">
                  <a:pos x="connsiteX7727" y="connsiteY7727"/>
                </a:cxn>
                <a:cxn ang="0">
                  <a:pos x="connsiteX7728" y="connsiteY7728"/>
                </a:cxn>
                <a:cxn ang="0">
                  <a:pos x="connsiteX7729" y="connsiteY7729"/>
                </a:cxn>
                <a:cxn ang="0">
                  <a:pos x="connsiteX7730" y="connsiteY7730"/>
                </a:cxn>
                <a:cxn ang="0">
                  <a:pos x="connsiteX7731" y="connsiteY7731"/>
                </a:cxn>
                <a:cxn ang="0">
                  <a:pos x="connsiteX7732" y="connsiteY7732"/>
                </a:cxn>
                <a:cxn ang="0">
                  <a:pos x="connsiteX7733" y="connsiteY7733"/>
                </a:cxn>
                <a:cxn ang="0">
                  <a:pos x="connsiteX7734" y="connsiteY7734"/>
                </a:cxn>
                <a:cxn ang="0">
                  <a:pos x="connsiteX7735" y="connsiteY7735"/>
                </a:cxn>
                <a:cxn ang="0">
                  <a:pos x="connsiteX7736" y="connsiteY7736"/>
                </a:cxn>
                <a:cxn ang="0">
                  <a:pos x="connsiteX7737" y="connsiteY7737"/>
                </a:cxn>
                <a:cxn ang="0">
                  <a:pos x="connsiteX7738" y="connsiteY7738"/>
                </a:cxn>
                <a:cxn ang="0">
                  <a:pos x="connsiteX7739" y="connsiteY7739"/>
                </a:cxn>
                <a:cxn ang="0">
                  <a:pos x="connsiteX7740" y="connsiteY7740"/>
                </a:cxn>
                <a:cxn ang="0">
                  <a:pos x="connsiteX7741" y="connsiteY7741"/>
                </a:cxn>
                <a:cxn ang="0">
                  <a:pos x="connsiteX7742" y="connsiteY7742"/>
                </a:cxn>
                <a:cxn ang="0">
                  <a:pos x="connsiteX7743" y="connsiteY7743"/>
                </a:cxn>
                <a:cxn ang="0">
                  <a:pos x="connsiteX7744" y="connsiteY7744"/>
                </a:cxn>
                <a:cxn ang="0">
                  <a:pos x="connsiteX7745" y="connsiteY7745"/>
                </a:cxn>
                <a:cxn ang="0">
                  <a:pos x="connsiteX7746" y="connsiteY7746"/>
                </a:cxn>
                <a:cxn ang="0">
                  <a:pos x="connsiteX7747" y="connsiteY7747"/>
                </a:cxn>
                <a:cxn ang="0">
                  <a:pos x="connsiteX7748" y="connsiteY7748"/>
                </a:cxn>
                <a:cxn ang="0">
                  <a:pos x="connsiteX7749" y="connsiteY7749"/>
                </a:cxn>
                <a:cxn ang="0">
                  <a:pos x="connsiteX7750" y="connsiteY7750"/>
                </a:cxn>
                <a:cxn ang="0">
                  <a:pos x="connsiteX7751" y="connsiteY7751"/>
                </a:cxn>
                <a:cxn ang="0">
                  <a:pos x="connsiteX7752" y="connsiteY7752"/>
                </a:cxn>
                <a:cxn ang="0">
                  <a:pos x="connsiteX7753" y="connsiteY7753"/>
                </a:cxn>
                <a:cxn ang="0">
                  <a:pos x="connsiteX7754" y="connsiteY7754"/>
                </a:cxn>
                <a:cxn ang="0">
                  <a:pos x="connsiteX7755" y="connsiteY7755"/>
                </a:cxn>
                <a:cxn ang="0">
                  <a:pos x="connsiteX7756" y="connsiteY7756"/>
                </a:cxn>
                <a:cxn ang="0">
                  <a:pos x="connsiteX7757" y="connsiteY7757"/>
                </a:cxn>
                <a:cxn ang="0">
                  <a:pos x="connsiteX7758" y="connsiteY7758"/>
                </a:cxn>
                <a:cxn ang="0">
                  <a:pos x="connsiteX7759" y="connsiteY7759"/>
                </a:cxn>
                <a:cxn ang="0">
                  <a:pos x="connsiteX7760" y="connsiteY7760"/>
                </a:cxn>
                <a:cxn ang="0">
                  <a:pos x="connsiteX7761" y="connsiteY7761"/>
                </a:cxn>
                <a:cxn ang="0">
                  <a:pos x="connsiteX7762" y="connsiteY7762"/>
                </a:cxn>
                <a:cxn ang="0">
                  <a:pos x="connsiteX7763" y="connsiteY7763"/>
                </a:cxn>
                <a:cxn ang="0">
                  <a:pos x="connsiteX7764" y="connsiteY7764"/>
                </a:cxn>
                <a:cxn ang="0">
                  <a:pos x="connsiteX7765" y="connsiteY7765"/>
                </a:cxn>
                <a:cxn ang="0">
                  <a:pos x="connsiteX7766" y="connsiteY7766"/>
                </a:cxn>
                <a:cxn ang="0">
                  <a:pos x="connsiteX7767" y="connsiteY7767"/>
                </a:cxn>
                <a:cxn ang="0">
                  <a:pos x="connsiteX7768" y="connsiteY7768"/>
                </a:cxn>
                <a:cxn ang="0">
                  <a:pos x="connsiteX7769" y="connsiteY7769"/>
                </a:cxn>
                <a:cxn ang="0">
                  <a:pos x="connsiteX7770" y="connsiteY7770"/>
                </a:cxn>
                <a:cxn ang="0">
                  <a:pos x="connsiteX7771" y="connsiteY7771"/>
                </a:cxn>
                <a:cxn ang="0">
                  <a:pos x="connsiteX7772" y="connsiteY7772"/>
                </a:cxn>
                <a:cxn ang="0">
                  <a:pos x="connsiteX7773" y="connsiteY7773"/>
                </a:cxn>
                <a:cxn ang="0">
                  <a:pos x="connsiteX7774" y="connsiteY7774"/>
                </a:cxn>
                <a:cxn ang="0">
                  <a:pos x="connsiteX7775" y="connsiteY7775"/>
                </a:cxn>
                <a:cxn ang="0">
                  <a:pos x="connsiteX7776" y="connsiteY7776"/>
                </a:cxn>
                <a:cxn ang="0">
                  <a:pos x="connsiteX7777" y="connsiteY7777"/>
                </a:cxn>
                <a:cxn ang="0">
                  <a:pos x="connsiteX7778" y="connsiteY7778"/>
                </a:cxn>
                <a:cxn ang="0">
                  <a:pos x="connsiteX7779" y="connsiteY7779"/>
                </a:cxn>
                <a:cxn ang="0">
                  <a:pos x="connsiteX7780" y="connsiteY7780"/>
                </a:cxn>
                <a:cxn ang="0">
                  <a:pos x="connsiteX7781" y="connsiteY7781"/>
                </a:cxn>
                <a:cxn ang="0">
                  <a:pos x="connsiteX7782" y="connsiteY7782"/>
                </a:cxn>
                <a:cxn ang="0">
                  <a:pos x="connsiteX7783" y="connsiteY7783"/>
                </a:cxn>
                <a:cxn ang="0">
                  <a:pos x="connsiteX7784" y="connsiteY7784"/>
                </a:cxn>
                <a:cxn ang="0">
                  <a:pos x="connsiteX7785" y="connsiteY7785"/>
                </a:cxn>
                <a:cxn ang="0">
                  <a:pos x="connsiteX7786" y="connsiteY7786"/>
                </a:cxn>
                <a:cxn ang="0">
                  <a:pos x="connsiteX7787" y="connsiteY7787"/>
                </a:cxn>
                <a:cxn ang="0">
                  <a:pos x="connsiteX7788" y="connsiteY7788"/>
                </a:cxn>
                <a:cxn ang="0">
                  <a:pos x="connsiteX7789" y="connsiteY7789"/>
                </a:cxn>
                <a:cxn ang="0">
                  <a:pos x="connsiteX7790" y="connsiteY7790"/>
                </a:cxn>
                <a:cxn ang="0">
                  <a:pos x="connsiteX7791" y="connsiteY7791"/>
                </a:cxn>
                <a:cxn ang="0">
                  <a:pos x="connsiteX7792" y="connsiteY7792"/>
                </a:cxn>
                <a:cxn ang="0">
                  <a:pos x="connsiteX7793" y="connsiteY7793"/>
                </a:cxn>
                <a:cxn ang="0">
                  <a:pos x="connsiteX7794" y="connsiteY7794"/>
                </a:cxn>
                <a:cxn ang="0">
                  <a:pos x="connsiteX7795" y="connsiteY7795"/>
                </a:cxn>
                <a:cxn ang="0">
                  <a:pos x="connsiteX7796" y="connsiteY7796"/>
                </a:cxn>
                <a:cxn ang="0">
                  <a:pos x="connsiteX7797" y="connsiteY7797"/>
                </a:cxn>
                <a:cxn ang="0">
                  <a:pos x="connsiteX7798" y="connsiteY7798"/>
                </a:cxn>
                <a:cxn ang="0">
                  <a:pos x="connsiteX7799" y="connsiteY7799"/>
                </a:cxn>
                <a:cxn ang="0">
                  <a:pos x="connsiteX7800" y="connsiteY7800"/>
                </a:cxn>
                <a:cxn ang="0">
                  <a:pos x="connsiteX7801" y="connsiteY7801"/>
                </a:cxn>
                <a:cxn ang="0">
                  <a:pos x="connsiteX7802" y="connsiteY7802"/>
                </a:cxn>
                <a:cxn ang="0">
                  <a:pos x="connsiteX7803" y="connsiteY7803"/>
                </a:cxn>
                <a:cxn ang="0">
                  <a:pos x="connsiteX7804" y="connsiteY7804"/>
                </a:cxn>
                <a:cxn ang="0">
                  <a:pos x="connsiteX7805" y="connsiteY7805"/>
                </a:cxn>
                <a:cxn ang="0">
                  <a:pos x="connsiteX7806" y="connsiteY7806"/>
                </a:cxn>
                <a:cxn ang="0">
                  <a:pos x="connsiteX7807" y="connsiteY7807"/>
                </a:cxn>
                <a:cxn ang="0">
                  <a:pos x="connsiteX7808" y="connsiteY7808"/>
                </a:cxn>
                <a:cxn ang="0">
                  <a:pos x="connsiteX7809" y="connsiteY7809"/>
                </a:cxn>
                <a:cxn ang="0">
                  <a:pos x="connsiteX7810" y="connsiteY7810"/>
                </a:cxn>
                <a:cxn ang="0">
                  <a:pos x="connsiteX7811" y="connsiteY7811"/>
                </a:cxn>
                <a:cxn ang="0">
                  <a:pos x="connsiteX7812" y="connsiteY7812"/>
                </a:cxn>
                <a:cxn ang="0">
                  <a:pos x="connsiteX7813" y="connsiteY7813"/>
                </a:cxn>
                <a:cxn ang="0">
                  <a:pos x="connsiteX7814" y="connsiteY7814"/>
                </a:cxn>
                <a:cxn ang="0">
                  <a:pos x="connsiteX7815" y="connsiteY7815"/>
                </a:cxn>
                <a:cxn ang="0">
                  <a:pos x="connsiteX7816" y="connsiteY7816"/>
                </a:cxn>
                <a:cxn ang="0">
                  <a:pos x="connsiteX7817" y="connsiteY7817"/>
                </a:cxn>
                <a:cxn ang="0">
                  <a:pos x="connsiteX7818" y="connsiteY7818"/>
                </a:cxn>
                <a:cxn ang="0">
                  <a:pos x="connsiteX7819" y="connsiteY7819"/>
                </a:cxn>
                <a:cxn ang="0">
                  <a:pos x="connsiteX7820" y="connsiteY7820"/>
                </a:cxn>
                <a:cxn ang="0">
                  <a:pos x="connsiteX7821" y="connsiteY7821"/>
                </a:cxn>
                <a:cxn ang="0">
                  <a:pos x="connsiteX7822" y="connsiteY7822"/>
                </a:cxn>
                <a:cxn ang="0">
                  <a:pos x="connsiteX7823" y="connsiteY7823"/>
                </a:cxn>
                <a:cxn ang="0">
                  <a:pos x="connsiteX7824" y="connsiteY7824"/>
                </a:cxn>
                <a:cxn ang="0">
                  <a:pos x="connsiteX7825" y="connsiteY7825"/>
                </a:cxn>
                <a:cxn ang="0">
                  <a:pos x="connsiteX7826" y="connsiteY7826"/>
                </a:cxn>
                <a:cxn ang="0">
                  <a:pos x="connsiteX7827" y="connsiteY7827"/>
                </a:cxn>
                <a:cxn ang="0">
                  <a:pos x="connsiteX7828" y="connsiteY7828"/>
                </a:cxn>
                <a:cxn ang="0">
                  <a:pos x="connsiteX7829" y="connsiteY7829"/>
                </a:cxn>
                <a:cxn ang="0">
                  <a:pos x="connsiteX7830" y="connsiteY7830"/>
                </a:cxn>
                <a:cxn ang="0">
                  <a:pos x="connsiteX7831" y="connsiteY7831"/>
                </a:cxn>
                <a:cxn ang="0">
                  <a:pos x="connsiteX7832" y="connsiteY7832"/>
                </a:cxn>
                <a:cxn ang="0">
                  <a:pos x="connsiteX7833" y="connsiteY7833"/>
                </a:cxn>
                <a:cxn ang="0">
                  <a:pos x="connsiteX7834" y="connsiteY7834"/>
                </a:cxn>
                <a:cxn ang="0">
                  <a:pos x="connsiteX7835" y="connsiteY7835"/>
                </a:cxn>
                <a:cxn ang="0">
                  <a:pos x="connsiteX7836" y="connsiteY7836"/>
                </a:cxn>
                <a:cxn ang="0">
                  <a:pos x="connsiteX7837" y="connsiteY7837"/>
                </a:cxn>
                <a:cxn ang="0">
                  <a:pos x="connsiteX7838" y="connsiteY7838"/>
                </a:cxn>
                <a:cxn ang="0">
                  <a:pos x="connsiteX7839" y="connsiteY7839"/>
                </a:cxn>
                <a:cxn ang="0">
                  <a:pos x="connsiteX7840" y="connsiteY7840"/>
                </a:cxn>
                <a:cxn ang="0">
                  <a:pos x="connsiteX7841" y="connsiteY7841"/>
                </a:cxn>
                <a:cxn ang="0">
                  <a:pos x="connsiteX7842" y="connsiteY7842"/>
                </a:cxn>
                <a:cxn ang="0">
                  <a:pos x="connsiteX7843" y="connsiteY7843"/>
                </a:cxn>
                <a:cxn ang="0">
                  <a:pos x="connsiteX7844" y="connsiteY7844"/>
                </a:cxn>
                <a:cxn ang="0">
                  <a:pos x="connsiteX7845" y="connsiteY7845"/>
                </a:cxn>
                <a:cxn ang="0">
                  <a:pos x="connsiteX7846" y="connsiteY7846"/>
                </a:cxn>
                <a:cxn ang="0">
                  <a:pos x="connsiteX7847" y="connsiteY7847"/>
                </a:cxn>
                <a:cxn ang="0">
                  <a:pos x="connsiteX7848" y="connsiteY7848"/>
                </a:cxn>
                <a:cxn ang="0">
                  <a:pos x="connsiteX7849" y="connsiteY7849"/>
                </a:cxn>
                <a:cxn ang="0">
                  <a:pos x="connsiteX7850" y="connsiteY7850"/>
                </a:cxn>
                <a:cxn ang="0">
                  <a:pos x="connsiteX7851" y="connsiteY7851"/>
                </a:cxn>
                <a:cxn ang="0">
                  <a:pos x="connsiteX7852" y="connsiteY7852"/>
                </a:cxn>
                <a:cxn ang="0">
                  <a:pos x="connsiteX7853" y="connsiteY7853"/>
                </a:cxn>
                <a:cxn ang="0">
                  <a:pos x="connsiteX7854" y="connsiteY7854"/>
                </a:cxn>
                <a:cxn ang="0">
                  <a:pos x="connsiteX7855" y="connsiteY7855"/>
                </a:cxn>
                <a:cxn ang="0">
                  <a:pos x="connsiteX7856" y="connsiteY7856"/>
                </a:cxn>
                <a:cxn ang="0">
                  <a:pos x="connsiteX7857" y="connsiteY7857"/>
                </a:cxn>
                <a:cxn ang="0">
                  <a:pos x="connsiteX7858" y="connsiteY7858"/>
                </a:cxn>
                <a:cxn ang="0">
                  <a:pos x="connsiteX7859" y="connsiteY7859"/>
                </a:cxn>
                <a:cxn ang="0">
                  <a:pos x="connsiteX7860" y="connsiteY7860"/>
                </a:cxn>
                <a:cxn ang="0">
                  <a:pos x="connsiteX7861" y="connsiteY7861"/>
                </a:cxn>
                <a:cxn ang="0">
                  <a:pos x="connsiteX7862" y="connsiteY7862"/>
                </a:cxn>
                <a:cxn ang="0">
                  <a:pos x="connsiteX7863" y="connsiteY7863"/>
                </a:cxn>
                <a:cxn ang="0">
                  <a:pos x="connsiteX7864" y="connsiteY7864"/>
                </a:cxn>
                <a:cxn ang="0">
                  <a:pos x="connsiteX7865" y="connsiteY7865"/>
                </a:cxn>
                <a:cxn ang="0">
                  <a:pos x="connsiteX7866" y="connsiteY7866"/>
                </a:cxn>
                <a:cxn ang="0">
                  <a:pos x="connsiteX7867" y="connsiteY7867"/>
                </a:cxn>
                <a:cxn ang="0">
                  <a:pos x="connsiteX7868" y="connsiteY7868"/>
                </a:cxn>
                <a:cxn ang="0">
                  <a:pos x="connsiteX7869" y="connsiteY7869"/>
                </a:cxn>
                <a:cxn ang="0">
                  <a:pos x="connsiteX7870" y="connsiteY7870"/>
                </a:cxn>
                <a:cxn ang="0">
                  <a:pos x="connsiteX7871" y="connsiteY7871"/>
                </a:cxn>
                <a:cxn ang="0">
                  <a:pos x="connsiteX7872" y="connsiteY7872"/>
                </a:cxn>
                <a:cxn ang="0">
                  <a:pos x="connsiteX7873" y="connsiteY7873"/>
                </a:cxn>
                <a:cxn ang="0">
                  <a:pos x="connsiteX7874" y="connsiteY7874"/>
                </a:cxn>
                <a:cxn ang="0">
                  <a:pos x="connsiteX7875" y="connsiteY7875"/>
                </a:cxn>
                <a:cxn ang="0">
                  <a:pos x="connsiteX7876" y="connsiteY7876"/>
                </a:cxn>
                <a:cxn ang="0">
                  <a:pos x="connsiteX7877" y="connsiteY7877"/>
                </a:cxn>
                <a:cxn ang="0">
                  <a:pos x="connsiteX7878" y="connsiteY7878"/>
                </a:cxn>
                <a:cxn ang="0">
                  <a:pos x="connsiteX7879" y="connsiteY7879"/>
                </a:cxn>
                <a:cxn ang="0">
                  <a:pos x="connsiteX7880" y="connsiteY7880"/>
                </a:cxn>
                <a:cxn ang="0">
                  <a:pos x="connsiteX7881" y="connsiteY7881"/>
                </a:cxn>
                <a:cxn ang="0">
                  <a:pos x="connsiteX7882" y="connsiteY7882"/>
                </a:cxn>
                <a:cxn ang="0">
                  <a:pos x="connsiteX7883" y="connsiteY7883"/>
                </a:cxn>
                <a:cxn ang="0">
                  <a:pos x="connsiteX7884" y="connsiteY7884"/>
                </a:cxn>
                <a:cxn ang="0">
                  <a:pos x="connsiteX7885" y="connsiteY7885"/>
                </a:cxn>
                <a:cxn ang="0">
                  <a:pos x="connsiteX7886" y="connsiteY7886"/>
                </a:cxn>
                <a:cxn ang="0">
                  <a:pos x="connsiteX7887" y="connsiteY7887"/>
                </a:cxn>
                <a:cxn ang="0">
                  <a:pos x="connsiteX7888" y="connsiteY7888"/>
                </a:cxn>
                <a:cxn ang="0">
                  <a:pos x="connsiteX7889" y="connsiteY7889"/>
                </a:cxn>
                <a:cxn ang="0">
                  <a:pos x="connsiteX7890" y="connsiteY7890"/>
                </a:cxn>
                <a:cxn ang="0">
                  <a:pos x="connsiteX7891" y="connsiteY7891"/>
                </a:cxn>
                <a:cxn ang="0">
                  <a:pos x="connsiteX7892" y="connsiteY7892"/>
                </a:cxn>
                <a:cxn ang="0">
                  <a:pos x="connsiteX7893" y="connsiteY7893"/>
                </a:cxn>
                <a:cxn ang="0">
                  <a:pos x="connsiteX7894" y="connsiteY7894"/>
                </a:cxn>
                <a:cxn ang="0">
                  <a:pos x="connsiteX7895" y="connsiteY7895"/>
                </a:cxn>
                <a:cxn ang="0">
                  <a:pos x="connsiteX7896" y="connsiteY7896"/>
                </a:cxn>
                <a:cxn ang="0">
                  <a:pos x="connsiteX7897" y="connsiteY7897"/>
                </a:cxn>
                <a:cxn ang="0">
                  <a:pos x="connsiteX7898" y="connsiteY7898"/>
                </a:cxn>
                <a:cxn ang="0">
                  <a:pos x="connsiteX7899" y="connsiteY7899"/>
                </a:cxn>
                <a:cxn ang="0">
                  <a:pos x="connsiteX7900" y="connsiteY7900"/>
                </a:cxn>
                <a:cxn ang="0">
                  <a:pos x="connsiteX7901" y="connsiteY7901"/>
                </a:cxn>
                <a:cxn ang="0">
                  <a:pos x="connsiteX7902" y="connsiteY7902"/>
                </a:cxn>
                <a:cxn ang="0">
                  <a:pos x="connsiteX7903" y="connsiteY7903"/>
                </a:cxn>
                <a:cxn ang="0">
                  <a:pos x="connsiteX7904" y="connsiteY7904"/>
                </a:cxn>
                <a:cxn ang="0">
                  <a:pos x="connsiteX7905" y="connsiteY7905"/>
                </a:cxn>
                <a:cxn ang="0">
                  <a:pos x="connsiteX7906" y="connsiteY7906"/>
                </a:cxn>
                <a:cxn ang="0">
                  <a:pos x="connsiteX7907" y="connsiteY7907"/>
                </a:cxn>
                <a:cxn ang="0">
                  <a:pos x="connsiteX7908" y="connsiteY7908"/>
                </a:cxn>
                <a:cxn ang="0">
                  <a:pos x="connsiteX7909" y="connsiteY7909"/>
                </a:cxn>
                <a:cxn ang="0">
                  <a:pos x="connsiteX7910" y="connsiteY7910"/>
                </a:cxn>
                <a:cxn ang="0">
                  <a:pos x="connsiteX7911" y="connsiteY7911"/>
                </a:cxn>
                <a:cxn ang="0">
                  <a:pos x="connsiteX7912" y="connsiteY7912"/>
                </a:cxn>
                <a:cxn ang="0">
                  <a:pos x="connsiteX7913" y="connsiteY7913"/>
                </a:cxn>
                <a:cxn ang="0">
                  <a:pos x="connsiteX7914" y="connsiteY7914"/>
                </a:cxn>
                <a:cxn ang="0">
                  <a:pos x="connsiteX7915" y="connsiteY7915"/>
                </a:cxn>
                <a:cxn ang="0">
                  <a:pos x="connsiteX7916" y="connsiteY7916"/>
                </a:cxn>
                <a:cxn ang="0">
                  <a:pos x="connsiteX7917" y="connsiteY7917"/>
                </a:cxn>
                <a:cxn ang="0">
                  <a:pos x="connsiteX7918" y="connsiteY7918"/>
                </a:cxn>
                <a:cxn ang="0">
                  <a:pos x="connsiteX7919" y="connsiteY7919"/>
                </a:cxn>
                <a:cxn ang="0">
                  <a:pos x="connsiteX7920" y="connsiteY7920"/>
                </a:cxn>
                <a:cxn ang="0">
                  <a:pos x="connsiteX7921" y="connsiteY7921"/>
                </a:cxn>
                <a:cxn ang="0">
                  <a:pos x="connsiteX7922" y="connsiteY7922"/>
                </a:cxn>
                <a:cxn ang="0">
                  <a:pos x="connsiteX7923" y="connsiteY7923"/>
                </a:cxn>
                <a:cxn ang="0">
                  <a:pos x="connsiteX7924" y="connsiteY7924"/>
                </a:cxn>
                <a:cxn ang="0">
                  <a:pos x="connsiteX7925" y="connsiteY7925"/>
                </a:cxn>
                <a:cxn ang="0">
                  <a:pos x="connsiteX7926" y="connsiteY7926"/>
                </a:cxn>
                <a:cxn ang="0">
                  <a:pos x="connsiteX7927" y="connsiteY7927"/>
                </a:cxn>
                <a:cxn ang="0">
                  <a:pos x="connsiteX7928" y="connsiteY7928"/>
                </a:cxn>
                <a:cxn ang="0">
                  <a:pos x="connsiteX7929" y="connsiteY7929"/>
                </a:cxn>
                <a:cxn ang="0">
                  <a:pos x="connsiteX7930" y="connsiteY7930"/>
                </a:cxn>
                <a:cxn ang="0">
                  <a:pos x="connsiteX7931" y="connsiteY7931"/>
                </a:cxn>
                <a:cxn ang="0">
                  <a:pos x="connsiteX7932" y="connsiteY7932"/>
                </a:cxn>
                <a:cxn ang="0">
                  <a:pos x="connsiteX7933" y="connsiteY7933"/>
                </a:cxn>
                <a:cxn ang="0">
                  <a:pos x="connsiteX7934" y="connsiteY7934"/>
                </a:cxn>
                <a:cxn ang="0">
                  <a:pos x="connsiteX7935" y="connsiteY7935"/>
                </a:cxn>
                <a:cxn ang="0">
                  <a:pos x="connsiteX7936" y="connsiteY7936"/>
                </a:cxn>
                <a:cxn ang="0">
                  <a:pos x="connsiteX7937" y="connsiteY7937"/>
                </a:cxn>
                <a:cxn ang="0">
                  <a:pos x="connsiteX7938" y="connsiteY7938"/>
                </a:cxn>
                <a:cxn ang="0">
                  <a:pos x="connsiteX7939" y="connsiteY7939"/>
                </a:cxn>
                <a:cxn ang="0">
                  <a:pos x="connsiteX7940" y="connsiteY7940"/>
                </a:cxn>
                <a:cxn ang="0">
                  <a:pos x="connsiteX7941" y="connsiteY7941"/>
                </a:cxn>
                <a:cxn ang="0">
                  <a:pos x="connsiteX7942" y="connsiteY7942"/>
                </a:cxn>
                <a:cxn ang="0">
                  <a:pos x="connsiteX7943" y="connsiteY7943"/>
                </a:cxn>
                <a:cxn ang="0">
                  <a:pos x="connsiteX7944" y="connsiteY7944"/>
                </a:cxn>
                <a:cxn ang="0">
                  <a:pos x="connsiteX7945" y="connsiteY7945"/>
                </a:cxn>
                <a:cxn ang="0">
                  <a:pos x="connsiteX7946" y="connsiteY7946"/>
                </a:cxn>
                <a:cxn ang="0">
                  <a:pos x="connsiteX7947" y="connsiteY7947"/>
                </a:cxn>
                <a:cxn ang="0">
                  <a:pos x="connsiteX7948" y="connsiteY7948"/>
                </a:cxn>
                <a:cxn ang="0">
                  <a:pos x="connsiteX7949" y="connsiteY7949"/>
                </a:cxn>
                <a:cxn ang="0">
                  <a:pos x="connsiteX7950" y="connsiteY7950"/>
                </a:cxn>
                <a:cxn ang="0">
                  <a:pos x="connsiteX7951" y="connsiteY7951"/>
                </a:cxn>
                <a:cxn ang="0">
                  <a:pos x="connsiteX7952" y="connsiteY7952"/>
                </a:cxn>
                <a:cxn ang="0">
                  <a:pos x="connsiteX7953" y="connsiteY7953"/>
                </a:cxn>
                <a:cxn ang="0">
                  <a:pos x="connsiteX7954" y="connsiteY7954"/>
                </a:cxn>
                <a:cxn ang="0">
                  <a:pos x="connsiteX7955" y="connsiteY7955"/>
                </a:cxn>
                <a:cxn ang="0">
                  <a:pos x="connsiteX7956" y="connsiteY7956"/>
                </a:cxn>
                <a:cxn ang="0">
                  <a:pos x="connsiteX7957" y="connsiteY7957"/>
                </a:cxn>
                <a:cxn ang="0">
                  <a:pos x="connsiteX7958" y="connsiteY7958"/>
                </a:cxn>
                <a:cxn ang="0">
                  <a:pos x="connsiteX7959" y="connsiteY7959"/>
                </a:cxn>
                <a:cxn ang="0">
                  <a:pos x="connsiteX7960" y="connsiteY7960"/>
                </a:cxn>
                <a:cxn ang="0">
                  <a:pos x="connsiteX7961" y="connsiteY7961"/>
                </a:cxn>
                <a:cxn ang="0">
                  <a:pos x="connsiteX7962" y="connsiteY7962"/>
                </a:cxn>
                <a:cxn ang="0">
                  <a:pos x="connsiteX7963" y="connsiteY7963"/>
                </a:cxn>
                <a:cxn ang="0">
                  <a:pos x="connsiteX7964" y="connsiteY7964"/>
                </a:cxn>
                <a:cxn ang="0">
                  <a:pos x="connsiteX7965" y="connsiteY7965"/>
                </a:cxn>
                <a:cxn ang="0">
                  <a:pos x="connsiteX7966" y="connsiteY7966"/>
                </a:cxn>
                <a:cxn ang="0">
                  <a:pos x="connsiteX7967" y="connsiteY7967"/>
                </a:cxn>
                <a:cxn ang="0">
                  <a:pos x="connsiteX7968" y="connsiteY7968"/>
                </a:cxn>
                <a:cxn ang="0">
                  <a:pos x="connsiteX7969" y="connsiteY7969"/>
                </a:cxn>
                <a:cxn ang="0">
                  <a:pos x="connsiteX7970" y="connsiteY7970"/>
                </a:cxn>
                <a:cxn ang="0">
                  <a:pos x="connsiteX7971" y="connsiteY7971"/>
                </a:cxn>
                <a:cxn ang="0">
                  <a:pos x="connsiteX7972" y="connsiteY7972"/>
                </a:cxn>
                <a:cxn ang="0">
                  <a:pos x="connsiteX7973" y="connsiteY7973"/>
                </a:cxn>
                <a:cxn ang="0">
                  <a:pos x="connsiteX7974" y="connsiteY7974"/>
                </a:cxn>
                <a:cxn ang="0">
                  <a:pos x="connsiteX7975" y="connsiteY7975"/>
                </a:cxn>
                <a:cxn ang="0">
                  <a:pos x="connsiteX7976" y="connsiteY7976"/>
                </a:cxn>
                <a:cxn ang="0">
                  <a:pos x="connsiteX7977" y="connsiteY7977"/>
                </a:cxn>
                <a:cxn ang="0">
                  <a:pos x="connsiteX7978" y="connsiteY7978"/>
                </a:cxn>
                <a:cxn ang="0">
                  <a:pos x="connsiteX7979" y="connsiteY7979"/>
                </a:cxn>
                <a:cxn ang="0">
                  <a:pos x="connsiteX7980" y="connsiteY7980"/>
                </a:cxn>
                <a:cxn ang="0">
                  <a:pos x="connsiteX7981" y="connsiteY7981"/>
                </a:cxn>
                <a:cxn ang="0">
                  <a:pos x="connsiteX7982" y="connsiteY7982"/>
                </a:cxn>
                <a:cxn ang="0">
                  <a:pos x="connsiteX7983" y="connsiteY7983"/>
                </a:cxn>
                <a:cxn ang="0">
                  <a:pos x="connsiteX7984" y="connsiteY7984"/>
                </a:cxn>
                <a:cxn ang="0">
                  <a:pos x="connsiteX7985" y="connsiteY7985"/>
                </a:cxn>
                <a:cxn ang="0">
                  <a:pos x="connsiteX7986" y="connsiteY7986"/>
                </a:cxn>
                <a:cxn ang="0">
                  <a:pos x="connsiteX7987" y="connsiteY7987"/>
                </a:cxn>
                <a:cxn ang="0">
                  <a:pos x="connsiteX7988" y="connsiteY7988"/>
                </a:cxn>
                <a:cxn ang="0">
                  <a:pos x="connsiteX7989" y="connsiteY7989"/>
                </a:cxn>
                <a:cxn ang="0">
                  <a:pos x="connsiteX7990" y="connsiteY7990"/>
                </a:cxn>
                <a:cxn ang="0">
                  <a:pos x="connsiteX7991" y="connsiteY7991"/>
                </a:cxn>
                <a:cxn ang="0">
                  <a:pos x="connsiteX7992" y="connsiteY7992"/>
                </a:cxn>
                <a:cxn ang="0">
                  <a:pos x="connsiteX7993" y="connsiteY7993"/>
                </a:cxn>
                <a:cxn ang="0">
                  <a:pos x="connsiteX7994" y="connsiteY7994"/>
                </a:cxn>
                <a:cxn ang="0">
                  <a:pos x="connsiteX7995" y="connsiteY7995"/>
                </a:cxn>
                <a:cxn ang="0">
                  <a:pos x="connsiteX7996" y="connsiteY7996"/>
                </a:cxn>
                <a:cxn ang="0">
                  <a:pos x="connsiteX7997" y="connsiteY7997"/>
                </a:cxn>
                <a:cxn ang="0">
                  <a:pos x="connsiteX7998" y="connsiteY7998"/>
                </a:cxn>
                <a:cxn ang="0">
                  <a:pos x="connsiteX7999" y="connsiteY7999"/>
                </a:cxn>
                <a:cxn ang="0">
                  <a:pos x="connsiteX8000" y="connsiteY8000"/>
                </a:cxn>
                <a:cxn ang="0">
                  <a:pos x="connsiteX8001" y="connsiteY8001"/>
                </a:cxn>
                <a:cxn ang="0">
                  <a:pos x="connsiteX8002" y="connsiteY8002"/>
                </a:cxn>
                <a:cxn ang="0">
                  <a:pos x="connsiteX8003" y="connsiteY8003"/>
                </a:cxn>
                <a:cxn ang="0">
                  <a:pos x="connsiteX8004" y="connsiteY8004"/>
                </a:cxn>
                <a:cxn ang="0">
                  <a:pos x="connsiteX8005" y="connsiteY8005"/>
                </a:cxn>
                <a:cxn ang="0">
                  <a:pos x="connsiteX8006" y="connsiteY8006"/>
                </a:cxn>
                <a:cxn ang="0">
                  <a:pos x="connsiteX8007" y="connsiteY8007"/>
                </a:cxn>
                <a:cxn ang="0">
                  <a:pos x="connsiteX8008" y="connsiteY8008"/>
                </a:cxn>
                <a:cxn ang="0">
                  <a:pos x="connsiteX8009" y="connsiteY8009"/>
                </a:cxn>
                <a:cxn ang="0">
                  <a:pos x="connsiteX8010" y="connsiteY8010"/>
                </a:cxn>
                <a:cxn ang="0">
                  <a:pos x="connsiteX8011" y="connsiteY8011"/>
                </a:cxn>
                <a:cxn ang="0">
                  <a:pos x="connsiteX8012" y="connsiteY8012"/>
                </a:cxn>
                <a:cxn ang="0">
                  <a:pos x="connsiteX8013" y="connsiteY8013"/>
                </a:cxn>
                <a:cxn ang="0">
                  <a:pos x="connsiteX8014" y="connsiteY8014"/>
                </a:cxn>
                <a:cxn ang="0">
                  <a:pos x="connsiteX8015" y="connsiteY8015"/>
                </a:cxn>
                <a:cxn ang="0">
                  <a:pos x="connsiteX8016" y="connsiteY8016"/>
                </a:cxn>
                <a:cxn ang="0">
                  <a:pos x="connsiteX8017" y="connsiteY8017"/>
                </a:cxn>
                <a:cxn ang="0">
                  <a:pos x="connsiteX8018" y="connsiteY8018"/>
                </a:cxn>
                <a:cxn ang="0">
                  <a:pos x="connsiteX8019" y="connsiteY8019"/>
                </a:cxn>
                <a:cxn ang="0">
                  <a:pos x="connsiteX8020" y="connsiteY8020"/>
                </a:cxn>
                <a:cxn ang="0">
                  <a:pos x="connsiteX8021" y="connsiteY8021"/>
                </a:cxn>
                <a:cxn ang="0">
                  <a:pos x="connsiteX8022" y="connsiteY8022"/>
                </a:cxn>
                <a:cxn ang="0">
                  <a:pos x="connsiteX8023" y="connsiteY8023"/>
                </a:cxn>
                <a:cxn ang="0">
                  <a:pos x="connsiteX8024" y="connsiteY8024"/>
                </a:cxn>
                <a:cxn ang="0">
                  <a:pos x="connsiteX8025" y="connsiteY8025"/>
                </a:cxn>
                <a:cxn ang="0">
                  <a:pos x="connsiteX8026" y="connsiteY8026"/>
                </a:cxn>
                <a:cxn ang="0">
                  <a:pos x="connsiteX8027" y="connsiteY8027"/>
                </a:cxn>
                <a:cxn ang="0">
                  <a:pos x="connsiteX8028" y="connsiteY8028"/>
                </a:cxn>
                <a:cxn ang="0">
                  <a:pos x="connsiteX8029" y="connsiteY8029"/>
                </a:cxn>
                <a:cxn ang="0">
                  <a:pos x="connsiteX8030" y="connsiteY8030"/>
                </a:cxn>
                <a:cxn ang="0">
                  <a:pos x="connsiteX8031" y="connsiteY8031"/>
                </a:cxn>
                <a:cxn ang="0">
                  <a:pos x="connsiteX8032" y="connsiteY8032"/>
                </a:cxn>
                <a:cxn ang="0">
                  <a:pos x="connsiteX8033" y="connsiteY8033"/>
                </a:cxn>
                <a:cxn ang="0">
                  <a:pos x="connsiteX8034" y="connsiteY8034"/>
                </a:cxn>
                <a:cxn ang="0">
                  <a:pos x="connsiteX8035" y="connsiteY8035"/>
                </a:cxn>
                <a:cxn ang="0">
                  <a:pos x="connsiteX8036" y="connsiteY8036"/>
                </a:cxn>
                <a:cxn ang="0">
                  <a:pos x="connsiteX8037" y="connsiteY8037"/>
                </a:cxn>
                <a:cxn ang="0">
                  <a:pos x="connsiteX8038" y="connsiteY8038"/>
                </a:cxn>
                <a:cxn ang="0">
                  <a:pos x="connsiteX8039" y="connsiteY8039"/>
                </a:cxn>
                <a:cxn ang="0">
                  <a:pos x="connsiteX8040" y="connsiteY8040"/>
                </a:cxn>
                <a:cxn ang="0">
                  <a:pos x="connsiteX8041" y="connsiteY8041"/>
                </a:cxn>
                <a:cxn ang="0">
                  <a:pos x="connsiteX8042" y="connsiteY8042"/>
                </a:cxn>
                <a:cxn ang="0">
                  <a:pos x="connsiteX8043" y="connsiteY8043"/>
                </a:cxn>
                <a:cxn ang="0">
                  <a:pos x="connsiteX8044" y="connsiteY8044"/>
                </a:cxn>
                <a:cxn ang="0">
                  <a:pos x="connsiteX8045" y="connsiteY8045"/>
                </a:cxn>
                <a:cxn ang="0">
                  <a:pos x="connsiteX8046" y="connsiteY8046"/>
                </a:cxn>
                <a:cxn ang="0">
                  <a:pos x="connsiteX8047" y="connsiteY8047"/>
                </a:cxn>
                <a:cxn ang="0">
                  <a:pos x="connsiteX8048" y="connsiteY8048"/>
                </a:cxn>
                <a:cxn ang="0">
                  <a:pos x="connsiteX8049" y="connsiteY8049"/>
                </a:cxn>
                <a:cxn ang="0">
                  <a:pos x="connsiteX8050" y="connsiteY8050"/>
                </a:cxn>
                <a:cxn ang="0">
                  <a:pos x="connsiteX8051" y="connsiteY8051"/>
                </a:cxn>
                <a:cxn ang="0">
                  <a:pos x="connsiteX8052" y="connsiteY8052"/>
                </a:cxn>
                <a:cxn ang="0">
                  <a:pos x="connsiteX8053" y="connsiteY8053"/>
                </a:cxn>
                <a:cxn ang="0">
                  <a:pos x="connsiteX8054" y="connsiteY8054"/>
                </a:cxn>
                <a:cxn ang="0">
                  <a:pos x="connsiteX8055" y="connsiteY8055"/>
                </a:cxn>
                <a:cxn ang="0">
                  <a:pos x="connsiteX8056" y="connsiteY8056"/>
                </a:cxn>
                <a:cxn ang="0">
                  <a:pos x="connsiteX8057" y="connsiteY8057"/>
                </a:cxn>
                <a:cxn ang="0">
                  <a:pos x="connsiteX8058" y="connsiteY8058"/>
                </a:cxn>
                <a:cxn ang="0">
                  <a:pos x="connsiteX8059" y="connsiteY8059"/>
                </a:cxn>
                <a:cxn ang="0">
                  <a:pos x="connsiteX8060" y="connsiteY8060"/>
                </a:cxn>
                <a:cxn ang="0">
                  <a:pos x="connsiteX8061" y="connsiteY8061"/>
                </a:cxn>
                <a:cxn ang="0">
                  <a:pos x="connsiteX8062" y="connsiteY8062"/>
                </a:cxn>
                <a:cxn ang="0">
                  <a:pos x="connsiteX8063" y="connsiteY8063"/>
                </a:cxn>
                <a:cxn ang="0">
                  <a:pos x="connsiteX8064" y="connsiteY8064"/>
                </a:cxn>
                <a:cxn ang="0">
                  <a:pos x="connsiteX8065" y="connsiteY8065"/>
                </a:cxn>
                <a:cxn ang="0">
                  <a:pos x="connsiteX8066" y="connsiteY8066"/>
                </a:cxn>
                <a:cxn ang="0">
                  <a:pos x="connsiteX8067" y="connsiteY8067"/>
                </a:cxn>
                <a:cxn ang="0">
                  <a:pos x="connsiteX8068" y="connsiteY8068"/>
                </a:cxn>
                <a:cxn ang="0">
                  <a:pos x="connsiteX8069" y="connsiteY8069"/>
                </a:cxn>
                <a:cxn ang="0">
                  <a:pos x="connsiteX8070" y="connsiteY8070"/>
                </a:cxn>
                <a:cxn ang="0">
                  <a:pos x="connsiteX8071" y="connsiteY8071"/>
                </a:cxn>
                <a:cxn ang="0">
                  <a:pos x="connsiteX8072" y="connsiteY8072"/>
                </a:cxn>
                <a:cxn ang="0">
                  <a:pos x="connsiteX8073" y="connsiteY8073"/>
                </a:cxn>
                <a:cxn ang="0">
                  <a:pos x="connsiteX8074" y="connsiteY8074"/>
                </a:cxn>
                <a:cxn ang="0">
                  <a:pos x="connsiteX8075" y="connsiteY8075"/>
                </a:cxn>
                <a:cxn ang="0">
                  <a:pos x="connsiteX8076" y="connsiteY8076"/>
                </a:cxn>
                <a:cxn ang="0">
                  <a:pos x="connsiteX8077" y="connsiteY8077"/>
                </a:cxn>
                <a:cxn ang="0">
                  <a:pos x="connsiteX8078" y="connsiteY8078"/>
                </a:cxn>
                <a:cxn ang="0">
                  <a:pos x="connsiteX8079" y="connsiteY8079"/>
                </a:cxn>
                <a:cxn ang="0">
                  <a:pos x="connsiteX8080" y="connsiteY8080"/>
                </a:cxn>
                <a:cxn ang="0">
                  <a:pos x="connsiteX8081" y="connsiteY8081"/>
                </a:cxn>
                <a:cxn ang="0">
                  <a:pos x="connsiteX8082" y="connsiteY8082"/>
                </a:cxn>
                <a:cxn ang="0">
                  <a:pos x="connsiteX8083" y="connsiteY8083"/>
                </a:cxn>
                <a:cxn ang="0">
                  <a:pos x="connsiteX8084" y="connsiteY8084"/>
                </a:cxn>
                <a:cxn ang="0">
                  <a:pos x="connsiteX8085" y="connsiteY8085"/>
                </a:cxn>
                <a:cxn ang="0">
                  <a:pos x="connsiteX8086" y="connsiteY8086"/>
                </a:cxn>
                <a:cxn ang="0">
                  <a:pos x="connsiteX8087" y="connsiteY8087"/>
                </a:cxn>
                <a:cxn ang="0">
                  <a:pos x="connsiteX8088" y="connsiteY8088"/>
                </a:cxn>
                <a:cxn ang="0">
                  <a:pos x="connsiteX8089" y="connsiteY8089"/>
                </a:cxn>
                <a:cxn ang="0">
                  <a:pos x="connsiteX8090" y="connsiteY8090"/>
                </a:cxn>
                <a:cxn ang="0">
                  <a:pos x="connsiteX8091" y="connsiteY8091"/>
                </a:cxn>
                <a:cxn ang="0">
                  <a:pos x="connsiteX8092" y="connsiteY8092"/>
                </a:cxn>
                <a:cxn ang="0">
                  <a:pos x="connsiteX8093" y="connsiteY8093"/>
                </a:cxn>
                <a:cxn ang="0">
                  <a:pos x="connsiteX8094" y="connsiteY8094"/>
                </a:cxn>
                <a:cxn ang="0">
                  <a:pos x="connsiteX8095" y="connsiteY8095"/>
                </a:cxn>
                <a:cxn ang="0">
                  <a:pos x="connsiteX8096" y="connsiteY8096"/>
                </a:cxn>
                <a:cxn ang="0">
                  <a:pos x="connsiteX8097" y="connsiteY8097"/>
                </a:cxn>
                <a:cxn ang="0">
                  <a:pos x="connsiteX8098" y="connsiteY8098"/>
                </a:cxn>
                <a:cxn ang="0">
                  <a:pos x="connsiteX8099" y="connsiteY8099"/>
                </a:cxn>
                <a:cxn ang="0">
                  <a:pos x="connsiteX8100" y="connsiteY8100"/>
                </a:cxn>
                <a:cxn ang="0">
                  <a:pos x="connsiteX8101" y="connsiteY8101"/>
                </a:cxn>
                <a:cxn ang="0">
                  <a:pos x="connsiteX8102" y="connsiteY8102"/>
                </a:cxn>
                <a:cxn ang="0">
                  <a:pos x="connsiteX8103" y="connsiteY8103"/>
                </a:cxn>
                <a:cxn ang="0">
                  <a:pos x="connsiteX8104" y="connsiteY8104"/>
                </a:cxn>
                <a:cxn ang="0">
                  <a:pos x="connsiteX8105" y="connsiteY8105"/>
                </a:cxn>
                <a:cxn ang="0">
                  <a:pos x="connsiteX8106" y="connsiteY8106"/>
                </a:cxn>
                <a:cxn ang="0">
                  <a:pos x="connsiteX8107" y="connsiteY8107"/>
                </a:cxn>
                <a:cxn ang="0">
                  <a:pos x="connsiteX8108" y="connsiteY8108"/>
                </a:cxn>
                <a:cxn ang="0">
                  <a:pos x="connsiteX8109" y="connsiteY8109"/>
                </a:cxn>
                <a:cxn ang="0">
                  <a:pos x="connsiteX8110" y="connsiteY8110"/>
                </a:cxn>
                <a:cxn ang="0">
                  <a:pos x="connsiteX8111" y="connsiteY8111"/>
                </a:cxn>
                <a:cxn ang="0">
                  <a:pos x="connsiteX8112" y="connsiteY8112"/>
                </a:cxn>
                <a:cxn ang="0">
                  <a:pos x="connsiteX8113" y="connsiteY8113"/>
                </a:cxn>
                <a:cxn ang="0">
                  <a:pos x="connsiteX8114" y="connsiteY8114"/>
                </a:cxn>
                <a:cxn ang="0">
                  <a:pos x="connsiteX8115" y="connsiteY8115"/>
                </a:cxn>
                <a:cxn ang="0">
                  <a:pos x="connsiteX8116" y="connsiteY8116"/>
                </a:cxn>
                <a:cxn ang="0">
                  <a:pos x="connsiteX8117" y="connsiteY8117"/>
                </a:cxn>
                <a:cxn ang="0">
                  <a:pos x="connsiteX8118" y="connsiteY8118"/>
                </a:cxn>
                <a:cxn ang="0">
                  <a:pos x="connsiteX8119" y="connsiteY8119"/>
                </a:cxn>
                <a:cxn ang="0">
                  <a:pos x="connsiteX8120" y="connsiteY8120"/>
                </a:cxn>
                <a:cxn ang="0">
                  <a:pos x="connsiteX8121" y="connsiteY8121"/>
                </a:cxn>
                <a:cxn ang="0">
                  <a:pos x="connsiteX8122" y="connsiteY8122"/>
                </a:cxn>
                <a:cxn ang="0">
                  <a:pos x="connsiteX8123" y="connsiteY8123"/>
                </a:cxn>
                <a:cxn ang="0">
                  <a:pos x="connsiteX8124" y="connsiteY8124"/>
                </a:cxn>
                <a:cxn ang="0">
                  <a:pos x="connsiteX8125" y="connsiteY8125"/>
                </a:cxn>
                <a:cxn ang="0">
                  <a:pos x="connsiteX8126" y="connsiteY8126"/>
                </a:cxn>
                <a:cxn ang="0">
                  <a:pos x="connsiteX8127" y="connsiteY8127"/>
                </a:cxn>
                <a:cxn ang="0">
                  <a:pos x="connsiteX8128" y="connsiteY8128"/>
                </a:cxn>
                <a:cxn ang="0">
                  <a:pos x="connsiteX8129" y="connsiteY8129"/>
                </a:cxn>
                <a:cxn ang="0">
                  <a:pos x="connsiteX8130" y="connsiteY8130"/>
                </a:cxn>
                <a:cxn ang="0">
                  <a:pos x="connsiteX8131" y="connsiteY8131"/>
                </a:cxn>
                <a:cxn ang="0">
                  <a:pos x="connsiteX8132" y="connsiteY8132"/>
                </a:cxn>
                <a:cxn ang="0">
                  <a:pos x="connsiteX8133" y="connsiteY8133"/>
                </a:cxn>
                <a:cxn ang="0">
                  <a:pos x="connsiteX8134" y="connsiteY8134"/>
                </a:cxn>
                <a:cxn ang="0">
                  <a:pos x="connsiteX8135" y="connsiteY8135"/>
                </a:cxn>
                <a:cxn ang="0">
                  <a:pos x="connsiteX8136" y="connsiteY8136"/>
                </a:cxn>
                <a:cxn ang="0">
                  <a:pos x="connsiteX8137" y="connsiteY8137"/>
                </a:cxn>
                <a:cxn ang="0">
                  <a:pos x="connsiteX8138" y="connsiteY8138"/>
                </a:cxn>
                <a:cxn ang="0">
                  <a:pos x="connsiteX8139" y="connsiteY8139"/>
                </a:cxn>
                <a:cxn ang="0">
                  <a:pos x="connsiteX8140" y="connsiteY8140"/>
                </a:cxn>
                <a:cxn ang="0">
                  <a:pos x="connsiteX8141" y="connsiteY8141"/>
                </a:cxn>
                <a:cxn ang="0">
                  <a:pos x="connsiteX8142" y="connsiteY8142"/>
                </a:cxn>
                <a:cxn ang="0">
                  <a:pos x="connsiteX8143" y="connsiteY8143"/>
                </a:cxn>
                <a:cxn ang="0">
                  <a:pos x="connsiteX8144" y="connsiteY8144"/>
                </a:cxn>
                <a:cxn ang="0">
                  <a:pos x="connsiteX8145" y="connsiteY8145"/>
                </a:cxn>
                <a:cxn ang="0">
                  <a:pos x="connsiteX8146" y="connsiteY8146"/>
                </a:cxn>
                <a:cxn ang="0">
                  <a:pos x="connsiteX8147" y="connsiteY8147"/>
                </a:cxn>
                <a:cxn ang="0">
                  <a:pos x="connsiteX8148" y="connsiteY8148"/>
                </a:cxn>
                <a:cxn ang="0">
                  <a:pos x="connsiteX8149" y="connsiteY8149"/>
                </a:cxn>
                <a:cxn ang="0">
                  <a:pos x="connsiteX8150" y="connsiteY8150"/>
                </a:cxn>
                <a:cxn ang="0">
                  <a:pos x="connsiteX8151" y="connsiteY8151"/>
                </a:cxn>
                <a:cxn ang="0">
                  <a:pos x="connsiteX8152" y="connsiteY8152"/>
                </a:cxn>
                <a:cxn ang="0">
                  <a:pos x="connsiteX8153" y="connsiteY8153"/>
                </a:cxn>
                <a:cxn ang="0">
                  <a:pos x="connsiteX8154" y="connsiteY8154"/>
                </a:cxn>
                <a:cxn ang="0">
                  <a:pos x="connsiteX8155" y="connsiteY8155"/>
                </a:cxn>
                <a:cxn ang="0">
                  <a:pos x="connsiteX8156" y="connsiteY8156"/>
                </a:cxn>
                <a:cxn ang="0">
                  <a:pos x="connsiteX8157" y="connsiteY8157"/>
                </a:cxn>
                <a:cxn ang="0">
                  <a:pos x="connsiteX8158" y="connsiteY8158"/>
                </a:cxn>
                <a:cxn ang="0">
                  <a:pos x="connsiteX8159" y="connsiteY8159"/>
                </a:cxn>
                <a:cxn ang="0">
                  <a:pos x="connsiteX8160" y="connsiteY8160"/>
                </a:cxn>
                <a:cxn ang="0">
                  <a:pos x="connsiteX8161" y="connsiteY8161"/>
                </a:cxn>
                <a:cxn ang="0">
                  <a:pos x="connsiteX8162" y="connsiteY8162"/>
                </a:cxn>
                <a:cxn ang="0">
                  <a:pos x="connsiteX8163" y="connsiteY8163"/>
                </a:cxn>
                <a:cxn ang="0">
                  <a:pos x="connsiteX8164" y="connsiteY8164"/>
                </a:cxn>
                <a:cxn ang="0">
                  <a:pos x="connsiteX8165" y="connsiteY8165"/>
                </a:cxn>
                <a:cxn ang="0">
                  <a:pos x="connsiteX8166" y="connsiteY8166"/>
                </a:cxn>
                <a:cxn ang="0">
                  <a:pos x="connsiteX8167" y="connsiteY8167"/>
                </a:cxn>
                <a:cxn ang="0">
                  <a:pos x="connsiteX8168" y="connsiteY8168"/>
                </a:cxn>
                <a:cxn ang="0">
                  <a:pos x="connsiteX8169" y="connsiteY8169"/>
                </a:cxn>
                <a:cxn ang="0">
                  <a:pos x="connsiteX8170" y="connsiteY8170"/>
                </a:cxn>
                <a:cxn ang="0">
                  <a:pos x="connsiteX8171" y="connsiteY8171"/>
                </a:cxn>
                <a:cxn ang="0">
                  <a:pos x="connsiteX8172" y="connsiteY8172"/>
                </a:cxn>
                <a:cxn ang="0">
                  <a:pos x="connsiteX8173" y="connsiteY8173"/>
                </a:cxn>
                <a:cxn ang="0">
                  <a:pos x="connsiteX8174" y="connsiteY8174"/>
                </a:cxn>
                <a:cxn ang="0">
                  <a:pos x="connsiteX8175" y="connsiteY8175"/>
                </a:cxn>
                <a:cxn ang="0">
                  <a:pos x="connsiteX8176" y="connsiteY8176"/>
                </a:cxn>
                <a:cxn ang="0">
                  <a:pos x="connsiteX8177" y="connsiteY8177"/>
                </a:cxn>
                <a:cxn ang="0">
                  <a:pos x="connsiteX8178" y="connsiteY8178"/>
                </a:cxn>
                <a:cxn ang="0">
                  <a:pos x="connsiteX8179" y="connsiteY8179"/>
                </a:cxn>
                <a:cxn ang="0">
                  <a:pos x="connsiteX8180" y="connsiteY8180"/>
                </a:cxn>
                <a:cxn ang="0">
                  <a:pos x="connsiteX8181" y="connsiteY8181"/>
                </a:cxn>
                <a:cxn ang="0">
                  <a:pos x="connsiteX8182" y="connsiteY8182"/>
                </a:cxn>
                <a:cxn ang="0">
                  <a:pos x="connsiteX8183" y="connsiteY8183"/>
                </a:cxn>
                <a:cxn ang="0">
                  <a:pos x="connsiteX8184" y="connsiteY8184"/>
                </a:cxn>
                <a:cxn ang="0">
                  <a:pos x="connsiteX8185" y="connsiteY8185"/>
                </a:cxn>
                <a:cxn ang="0">
                  <a:pos x="connsiteX8186" y="connsiteY8186"/>
                </a:cxn>
                <a:cxn ang="0">
                  <a:pos x="connsiteX8187" y="connsiteY8187"/>
                </a:cxn>
                <a:cxn ang="0">
                  <a:pos x="connsiteX8188" y="connsiteY8188"/>
                </a:cxn>
                <a:cxn ang="0">
                  <a:pos x="connsiteX8189" y="connsiteY8189"/>
                </a:cxn>
                <a:cxn ang="0">
                  <a:pos x="connsiteX8190" y="connsiteY8190"/>
                </a:cxn>
                <a:cxn ang="0">
                  <a:pos x="connsiteX8191" y="connsiteY8191"/>
                </a:cxn>
                <a:cxn ang="0">
                  <a:pos x="connsiteX8192" y="connsiteY8192"/>
                </a:cxn>
                <a:cxn ang="0">
                  <a:pos x="connsiteX8193" y="connsiteY8193"/>
                </a:cxn>
                <a:cxn ang="0">
                  <a:pos x="connsiteX8194" y="connsiteY8194"/>
                </a:cxn>
                <a:cxn ang="0">
                  <a:pos x="connsiteX8195" y="connsiteY8195"/>
                </a:cxn>
                <a:cxn ang="0">
                  <a:pos x="connsiteX8196" y="connsiteY8196"/>
                </a:cxn>
                <a:cxn ang="0">
                  <a:pos x="connsiteX8197" y="connsiteY8197"/>
                </a:cxn>
                <a:cxn ang="0">
                  <a:pos x="connsiteX8198" y="connsiteY8198"/>
                </a:cxn>
                <a:cxn ang="0">
                  <a:pos x="connsiteX8199" y="connsiteY8199"/>
                </a:cxn>
                <a:cxn ang="0">
                  <a:pos x="connsiteX8200" y="connsiteY8200"/>
                </a:cxn>
                <a:cxn ang="0">
                  <a:pos x="connsiteX8201" y="connsiteY8201"/>
                </a:cxn>
                <a:cxn ang="0">
                  <a:pos x="connsiteX8202" y="connsiteY8202"/>
                </a:cxn>
                <a:cxn ang="0">
                  <a:pos x="connsiteX8203" y="connsiteY8203"/>
                </a:cxn>
                <a:cxn ang="0">
                  <a:pos x="connsiteX8204" y="connsiteY8204"/>
                </a:cxn>
                <a:cxn ang="0">
                  <a:pos x="connsiteX8205" y="connsiteY8205"/>
                </a:cxn>
                <a:cxn ang="0">
                  <a:pos x="connsiteX8206" y="connsiteY8206"/>
                </a:cxn>
                <a:cxn ang="0">
                  <a:pos x="connsiteX8207" y="connsiteY8207"/>
                </a:cxn>
                <a:cxn ang="0">
                  <a:pos x="connsiteX8208" y="connsiteY8208"/>
                </a:cxn>
                <a:cxn ang="0">
                  <a:pos x="connsiteX8209" y="connsiteY8209"/>
                </a:cxn>
                <a:cxn ang="0">
                  <a:pos x="connsiteX8210" y="connsiteY8210"/>
                </a:cxn>
                <a:cxn ang="0">
                  <a:pos x="connsiteX8211" y="connsiteY8211"/>
                </a:cxn>
                <a:cxn ang="0">
                  <a:pos x="connsiteX8212" y="connsiteY8212"/>
                </a:cxn>
                <a:cxn ang="0">
                  <a:pos x="connsiteX8213" y="connsiteY8213"/>
                </a:cxn>
                <a:cxn ang="0">
                  <a:pos x="connsiteX8214" y="connsiteY8214"/>
                </a:cxn>
                <a:cxn ang="0">
                  <a:pos x="connsiteX8215" y="connsiteY8215"/>
                </a:cxn>
                <a:cxn ang="0">
                  <a:pos x="connsiteX8216" y="connsiteY8216"/>
                </a:cxn>
                <a:cxn ang="0">
                  <a:pos x="connsiteX8217" y="connsiteY8217"/>
                </a:cxn>
                <a:cxn ang="0">
                  <a:pos x="connsiteX8218" y="connsiteY8218"/>
                </a:cxn>
                <a:cxn ang="0">
                  <a:pos x="connsiteX8219" y="connsiteY8219"/>
                </a:cxn>
                <a:cxn ang="0">
                  <a:pos x="connsiteX8220" y="connsiteY8220"/>
                </a:cxn>
                <a:cxn ang="0">
                  <a:pos x="connsiteX8221" y="connsiteY8221"/>
                </a:cxn>
                <a:cxn ang="0">
                  <a:pos x="connsiteX8222" y="connsiteY8222"/>
                </a:cxn>
                <a:cxn ang="0">
                  <a:pos x="connsiteX8223" y="connsiteY8223"/>
                </a:cxn>
                <a:cxn ang="0">
                  <a:pos x="connsiteX8224" y="connsiteY8224"/>
                </a:cxn>
                <a:cxn ang="0">
                  <a:pos x="connsiteX8225" y="connsiteY8225"/>
                </a:cxn>
                <a:cxn ang="0">
                  <a:pos x="connsiteX8226" y="connsiteY8226"/>
                </a:cxn>
                <a:cxn ang="0">
                  <a:pos x="connsiteX8227" y="connsiteY8227"/>
                </a:cxn>
                <a:cxn ang="0">
                  <a:pos x="connsiteX8228" y="connsiteY8228"/>
                </a:cxn>
                <a:cxn ang="0">
                  <a:pos x="connsiteX8229" y="connsiteY8229"/>
                </a:cxn>
                <a:cxn ang="0">
                  <a:pos x="connsiteX8230" y="connsiteY8230"/>
                </a:cxn>
                <a:cxn ang="0">
                  <a:pos x="connsiteX8231" y="connsiteY8231"/>
                </a:cxn>
                <a:cxn ang="0">
                  <a:pos x="connsiteX8232" y="connsiteY8232"/>
                </a:cxn>
                <a:cxn ang="0">
                  <a:pos x="connsiteX8233" y="connsiteY8233"/>
                </a:cxn>
                <a:cxn ang="0">
                  <a:pos x="connsiteX8234" y="connsiteY8234"/>
                </a:cxn>
                <a:cxn ang="0">
                  <a:pos x="connsiteX8235" y="connsiteY8235"/>
                </a:cxn>
                <a:cxn ang="0">
                  <a:pos x="connsiteX8236" y="connsiteY8236"/>
                </a:cxn>
                <a:cxn ang="0">
                  <a:pos x="connsiteX8237" y="connsiteY8237"/>
                </a:cxn>
                <a:cxn ang="0">
                  <a:pos x="connsiteX8238" y="connsiteY8238"/>
                </a:cxn>
                <a:cxn ang="0">
                  <a:pos x="connsiteX8239" y="connsiteY8239"/>
                </a:cxn>
                <a:cxn ang="0">
                  <a:pos x="connsiteX8240" y="connsiteY8240"/>
                </a:cxn>
                <a:cxn ang="0">
                  <a:pos x="connsiteX8241" y="connsiteY8241"/>
                </a:cxn>
                <a:cxn ang="0">
                  <a:pos x="connsiteX8242" y="connsiteY8242"/>
                </a:cxn>
                <a:cxn ang="0">
                  <a:pos x="connsiteX8243" y="connsiteY8243"/>
                </a:cxn>
                <a:cxn ang="0">
                  <a:pos x="connsiteX8244" y="connsiteY8244"/>
                </a:cxn>
                <a:cxn ang="0">
                  <a:pos x="connsiteX8245" y="connsiteY8245"/>
                </a:cxn>
                <a:cxn ang="0">
                  <a:pos x="connsiteX8246" y="connsiteY8246"/>
                </a:cxn>
                <a:cxn ang="0">
                  <a:pos x="connsiteX8247" y="connsiteY8247"/>
                </a:cxn>
                <a:cxn ang="0">
                  <a:pos x="connsiteX8248" y="connsiteY8248"/>
                </a:cxn>
                <a:cxn ang="0">
                  <a:pos x="connsiteX8249" y="connsiteY8249"/>
                </a:cxn>
                <a:cxn ang="0">
                  <a:pos x="connsiteX8250" y="connsiteY8250"/>
                </a:cxn>
                <a:cxn ang="0">
                  <a:pos x="connsiteX8251" y="connsiteY8251"/>
                </a:cxn>
                <a:cxn ang="0">
                  <a:pos x="connsiteX8252" y="connsiteY8252"/>
                </a:cxn>
                <a:cxn ang="0">
                  <a:pos x="connsiteX8253" y="connsiteY8253"/>
                </a:cxn>
                <a:cxn ang="0">
                  <a:pos x="connsiteX8254" y="connsiteY8254"/>
                </a:cxn>
                <a:cxn ang="0">
                  <a:pos x="connsiteX8255" y="connsiteY8255"/>
                </a:cxn>
                <a:cxn ang="0">
                  <a:pos x="connsiteX8256" y="connsiteY8256"/>
                </a:cxn>
                <a:cxn ang="0">
                  <a:pos x="connsiteX8257" y="connsiteY8257"/>
                </a:cxn>
                <a:cxn ang="0">
                  <a:pos x="connsiteX8258" y="connsiteY8258"/>
                </a:cxn>
                <a:cxn ang="0">
                  <a:pos x="connsiteX8259" y="connsiteY8259"/>
                </a:cxn>
                <a:cxn ang="0">
                  <a:pos x="connsiteX8260" y="connsiteY8260"/>
                </a:cxn>
                <a:cxn ang="0">
                  <a:pos x="connsiteX8261" y="connsiteY8261"/>
                </a:cxn>
                <a:cxn ang="0">
                  <a:pos x="connsiteX8262" y="connsiteY8262"/>
                </a:cxn>
                <a:cxn ang="0">
                  <a:pos x="connsiteX8263" y="connsiteY8263"/>
                </a:cxn>
                <a:cxn ang="0">
                  <a:pos x="connsiteX8264" y="connsiteY8264"/>
                </a:cxn>
                <a:cxn ang="0">
                  <a:pos x="connsiteX8265" y="connsiteY8265"/>
                </a:cxn>
                <a:cxn ang="0">
                  <a:pos x="connsiteX8266" y="connsiteY8266"/>
                </a:cxn>
                <a:cxn ang="0">
                  <a:pos x="connsiteX8267" y="connsiteY8267"/>
                </a:cxn>
                <a:cxn ang="0">
                  <a:pos x="connsiteX8268" y="connsiteY8268"/>
                </a:cxn>
                <a:cxn ang="0">
                  <a:pos x="connsiteX8269" y="connsiteY8269"/>
                </a:cxn>
                <a:cxn ang="0">
                  <a:pos x="connsiteX8270" y="connsiteY8270"/>
                </a:cxn>
                <a:cxn ang="0">
                  <a:pos x="connsiteX8271" y="connsiteY8271"/>
                </a:cxn>
                <a:cxn ang="0">
                  <a:pos x="connsiteX8272" y="connsiteY8272"/>
                </a:cxn>
                <a:cxn ang="0">
                  <a:pos x="connsiteX8273" y="connsiteY8273"/>
                </a:cxn>
                <a:cxn ang="0">
                  <a:pos x="connsiteX8274" y="connsiteY8274"/>
                </a:cxn>
                <a:cxn ang="0">
                  <a:pos x="connsiteX8275" y="connsiteY8275"/>
                </a:cxn>
                <a:cxn ang="0">
                  <a:pos x="connsiteX8276" y="connsiteY8276"/>
                </a:cxn>
                <a:cxn ang="0">
                  <a:pos x="connsiteX8277" y="connsiteY8277"/>
                </a:cxn>
                <a:cxn ang="0">
                  <a:pos x="connsiteX8278" y="connsiteY8278"/>
                </a:cxn>
                <a:cxn ang="0">
                  <a:pos x="connsiteX8279" y="connsiteY8279"/>
                </a:cxn>
                <a:cxn ang="0">
                  <a:pos x="connsiteX8280" y="connsiteY8280"/>
                </a:cxn>
                <a:cxn ang="0">
                  <a:pos x="connsiteX8281" y="connsiteY8281"/>
                </a:cxn>
                <a:cxn ang="0">
                  <a:pos x="connsiteX8282" y="connsiteY8282"/>
                </a:cxn>
                <a:cxn ang="0">
                  <a:pos x="connsiteX8283" y="connsiteY8283"/>
                </a:cxn>
                <a:cxn ang="0">
                  <a:pos x="connsiteX8284" y="connsiteY8284"/>
                </a:cxn>
                <a:cxn ang="0">
                  <a:pos x="connsiteX8285" y="connsiteY8285"/>
                </a:cxn>
                <a:cxn ang="0">
                  <a:pos x="connsiteX8286" y="connsiteY8286"/>
                </a:cxn>
                <a:cxn ang="0">
                  <a:pos x="connsiteX8287" y="connsiteY8287"/>
                </a:cxn>
                <a:cxn ang="0">
                  <a:pos x="connsiteX8288" y="connsiteY8288"/>
                </a:cxn>
                <a:cxn ang="0">
                  <a:pos x="connsiteX8289" y="connsiteY8289"/>
                </a:cxn>
                <a:cxn ang="0">
                  <a:pos x="connsiteX8290" y="connsiteY8290"/>
                </a:cxn>
                <a:cxn ang="0">
                  <a:pos x="connsiteX8291" y="connsiteY8291"/>
                </a:cxn>
                <a:cxn ang="0">
                  <a:pos x="connsiteX8292" y="connsiteY8292"/>
                </a:cxn>
                <a:cxn ang="0">
                  <a:pos x="connsiteX8293" y="connsiteY8293"/>
                </a:cxn>
                <a:cxn ang="0">
                  <a:pos x="connsiteX8294" y="connsiteY8294"/>
                </a:cxn>
                <a:cxn ang="0">
                  <a:pos x="connsiteX8295" y="connsiteY8295"/>
                </a:cxn>
                <a:cxn ang="0">
                  <a:pos x="connsiteX8296" y="connsiteY8296"/>
                </a:cxn>
                <a:cxn ang="0">
                  <a:pos x="connsiteX8297" y="connsiteY8297"/>
                </a:cxn>
                <a:cxn ang="0">
                  <a:pos x="connsiteX8298" y="connsiteY8298"/>
                </a:cxn>
                <a:cxn ang="0">
                  <a:pos x="connsiteX8299" y="connsiteY8299"/>
                </a:cxn>
                <a:cxn ang="0">
                  <a:pos x="connsiteX8300" y="connsiteY8300"/>
                </a:cxn>
                <a:cxn ang="0">
                  <a:pos x="connsiteX8301" y="connsiteY8301"/>
                </a:cxn>
                <a:cxn ang="0">
                  <a:pos x="connsiteX8302" y="connsiteY8302"/>
                </a:cxn>
                <a:cxn ang="0">
                  <a:pos x="connsiteX8303" y="connsiteY8303"/>
                </a:cxn>
                <a:cxn ang="0">
                  <a:pos x="connsiteX8304" y="connsiteY8304"/>
                </a:cxn>
                <a:cxn ang="0">
                  <a:pos x="connsiteX8305" y="connsiteY8305"/>
                </a:cxn>
                <a:cxn ang="0">
                  <a:pos x="connsiteX8306" y="connsiteY8306"/>
                </a:cxn>
                <a:cxn ang="0">
                  <a:pos x="connsiteX8307" y="connsiteY8307"/>
                </a:cxn>
                <a:cxn ang="0">
                  <a:pos x="connsiteX8308" y="connsiteY8308"/>
                </a:cxn>
                <a:cxn ang="0">
                  <a:pos x="connsiteX8309" y="connsiteY8309"/>
                </a:cxn>
                <a:cxn ang="0">
                  <a:pos x="connsiteX8310" y="connsiteY8310"/>
                </a:cxn>
                <a:cxn ang="0">
                  <a:pos x="connsiteX8311" y="connsiteY8311"/>
                </a:cxn>
                <a:cxn ang="0">
                  <a:pos x="connsiteX8312" y="connsiteY8312"/>
                </a:cxn>
                <a:cxn ang="0">
                  <a:pos x="connsiteX8313" y="connsiteY8313"/>
                </a:cxn>
                <a:cxn ang="0">
                  <a:pos x="connsiteX8314" y="connsiteY8314"/>
                </a:cxn>
                <a:cxn ang="0">
                  <a:pos x="connsiteX8315" y="connsiteY8315"/>
                </a:cxn>
                <a:cxn ang="0">
                  <a:pos x="connsiteX8316" y="connsiteY8316"/>
                </a:cxn>
                <a:cxn ang="0">
                  <a:pos x="connsiteX8317" y="connsiteY8317"/>
                </a:cxn>
                <a:cxn ang="0">
                  <a:pos x="connsiteX8318" y="connsiteY8318"/>
                </a:cxn>
                <a:cxn ang="0">
                  <a:pos x="connsiteX8319" y="connsiteY8319"/>
                </a:cxn>
                <a:cxn ang="0">
                  <a:pos x="connsiteX8320" y="connsiteY8320"/>
                </a:cxn>
                <a:cxn ang="0">
                  <a:pos x="connsiteX8321" y="connsiteY8321"/>
                </a:cxn>
                <a:cxn ang="0">
                  <a:pos x="connsiteX8322" y="connsiteY8322"/>
                </a:cxn>
                <a:cxn ang="0">
                  <a:pos x="connsiteX8323" y="connsiteY8323"/>
                </a:cxn>
                <a:cxn ang="0">
                  <a:pos x="connsiteX8324" y="connsiteY8324"/>
                </a:cxn>
                <a:cxn ang="0">
                  <a:pos x="connsiteX8325" y="connsiteY8325"/>
                </a:cxn>
                <a:cxn ang="0">
                  <a:pos x="connsiteX8326" y="connsiteY8326"/>
                </a:cxn>
                <a:cxn ang="0">
                  <a:pos x="connsiteX8327" y="connsiteY8327"/>
                </a:cxn>
                <a:cxn ang="0">
                  <a:pos x="connsiteX8328" y="connsiteY8328"/>
                </a:cxn>
                <a:cxn ang="0">
                  <a:pos x="connsiteX8329" y="connsiteY8329"/>
                </a:cxn>
                <a:cxn ang="0">
                  <a:pos x="connsiteX8330" y="connsiteY8330"/>
                </a:cxn>
                <a:cxn ang="0">
                  <a:pos x="connsiteX8331" y="connsiteY8331"/>
                </a:cxn>
                <a:cxn ang="0">
                  <a:pos x="connsiteX8332" y="connsiteY8332"/>
                </a:cxn>
                <a:cxn ang="0">
                  <a:pos x="connsiteX8333" y="connsiteY8333"/>
                </a:cxn>
                <a:cxn ang="0">
                  <a:pos x="connsiteX8334" y="connsiteY8334"/>
                </a:cxn>
                <a:cxn ang="0">
                  <a:pos x="connsiteX8335" y="connsiteY8335"/>
                </a:cxn>
                <a:cxn ang="0">
                  <a:pos x="connsiteX8336" y="connsiteY8336"/>
                </a:cxn>
                <a:cxn ang="0">
                  <a:pos x="connsiteX8337" y="connsiteY8337"/>
                </a:cxn>
                <a:cxn ang="0">
                  <a:pos x="connsiteX8338" y="connsiteY8338"/>
                </a:cxn>
                <a:cxn ang="0">
                  <a:pos x="connsiteX8339" y="connsiteY8339"/>
                </a:cxn>
                <a:cxn ang="0">
                  <a:pos x="connsiteX8340" y="connsiteY8340"/>
                </a:cxn>
                <a:cxn ang="0">
                  <a:pos x="connsiteX8341" y="connsiteY8341"/>
                </a:cxn>
                <a:cxn ang="0">
                  <a:pos x="connsiteX8342" y="connsiteY8342"/>
                </a:cxn>
                <a:cxn ang="0">
                  <a:pos x="connsiteX8343" y="connsiteY8343"/>
                </a:cxn>
                <a:cxn ang="0">
                  <a:pos x="connsiteX8344" y="connsiteY8344"/>
                </a:cxn>
                <a:cxn ang="0">
                  <a:pos x="connsiteX8345" y="connsiteY8345"/>
                </a:cxn>
                <a:cxn ang="0">
                  <a:pos x="connsiteX8346" y="connsiteY8346"/>
                </a:cxn>
                <a:cxn ang="0">
                  <a:pos x="connsiteX8347" y="connsiteY8347"/>
                </a:cxn>
                <a:cxn ang="0">
                  <a:pos x="connsiteX8348" y="connsiteY8348"/>
                </a:cxn>
                <a:cxn ang="0">
                  <a:pos x="connsiteX8349" y="connsiteY8349"/>
                </a:cxn>
                <a:cxn ang="0">
                  <a:pos x="connsiteX8350" y="connsiteY8350"/>
                </a:cxn>
                <a:cxn ang="0">
                  <a:pos x="connsiteX8351" y="connsiteY8351"/>
                </a:cxn>
                <a:cxn ang="0">
                  <a:pos x="connsiteX8352" y="connsiteY8352"/>
                </a:cxn>
                <a:cxn ang="0">
                  <a:pos x="connsiteX8353" y="connsiteY8353"/>
                </a:cxn>
                <a:cxn ang="0">
                  <a:pos x="connsiteX8354" y="connsiteY8354"/>
                </a:cxn>
                <a:cxn ang="0">
                  <a:pos x="connsiteX8355" y="connsiteY8355"/>
                </a:cxn>
                <a:cxn ang="0">
                  <a:pos x="connsiteX8356" y="connsiteY8356"/>
                </a:cxn>
                <a:cxn ang="0">
                  <a:pos x="connsiteX8357" y="connsiteY8357"/>
                </a:cxn>
                <a:cxn ang="0">
                  <a:pos x="connsiteX8358" y="connsiteY8358"/>
                </a:cxn>
                <a:cxn ang="0">
                  <a:pos x="connsiteX8359" y="connsiteY8359"/>
                </a:cxn>
                <a:cxn ang="0">
                  <a:pos x="connsiteX8360" y="connsiteY8360"/>
                </a:cxn>
                <a:cxn ang="0">
                  <a:pos x="connsiteX8361" y="connsiteY8361"/>
                </a:cxn>
                <a:cxn ang="0">
                  <a:pos x="connsiteX8362" y="connsiteY8362"/>
                </a:cxn>
                <a:cxn ang="0">
                  <a:pos x="connsiteX8363" y="connsiteY8363"/>
                </a:cxn>
                <a:cxn ang="0">
                  <a:pos x="connsiteX8364" y="connsiteY8364"/>
                </a:cxn>
                <a:cxn ang="0">
                  <a:pos x="connsiteX8365" y="connsiteY8365"/>
                </a:cxn>
                <a:cxn ang="0">
                  <a:pos x="connsiteX8366" y="connsiteY8366"/>
                </a:cxn>
                <a:cxn ang="0">
                  <a:pos x="connsiteX8367" y="connsiteY8367"/>
                </a:cxn>
                <a:cxn ang="0">
                  <a:pos x="connsiteX8368" y="connsiteY8368"/>
                </a:cxn>
                <a:cxn ang="0">
                  <a:pos x="connsiteX8369" y="connsiteY8369"/>
                </a:cxn>
                <a:cxn ang="0">
                  <a:pos x="connsiteX8370" y="connsiteY8370"/>
                </a:cxn>
                <a:cxn ang="0">
                  <a:pos x="connsiteX8371" y="connsiteY8371"/>
                </a:cxn>
                <a:cxn ang="0">
                  <a:pos x="connsiteX8372" y="connsiteY8372"/>
                </a:cxn>
                <a:cxn ang="0">
                  <a:pos x="connsiteX8373" y="connsiteY8373"/>
                </a:cxn>
                <a:cxn ang="0">
                  <a:pos x="connsiteX8374" y="connsiteY8374"/>
                </a:cxn>
                <a:cxn ang="0">
                  <a:pos x="connsiteX8375" y="connsiteY8375"/>
                </a:cxn>
                <a:cxn ang="0">
                  <a:pos x="connsiteX8376" y="connsiteY8376"/>
                </a:cxn>
                <a:cxn ang="0">
                  <a:pos x="connsiteX8377" y="connsiteY8377"/>
                </a:cxn>
                <a:cxn ang="0">
                  <a:pos x="connsiteX8378" y="connsiteY8378"/>
                </a:cxn>
                <a:cxn ang="0">
                  <a:pos x="connsiteX8379" y="connsiteY8379"/>
                </a:cxn>
                <a:cxn ang="0">
                  <a:pos x="connsiteX8380" y="connsiteY8380"/>
                </a:cxn>
                <a:cxn ang="0">
                  <a:pos x="connsiteX8381" y="connsiteY8381"/>
                </a:cxn>
                <a:cxn ang="0">
                  <a:pos x="connsiteX8382" y="connsiteY8382"/>
                </a:cxn>
                <a:cxn ang="0">
                  <a:pos x="connsiteX8383" y="connsiteY8383"/>
                </a:cxn>
                <a:cxn ang="0">
                  <a:pos x="connsiteX8384" y="connsiteY8384"/>
                </a:cxn>
                <a:cxn ang="0">
                  <a:pos x="connsiteX8385" y="connsiteY8385"/>
                </a:cxn>
                <a:cxn ang="0">
                  <a:pos x="connsiteX8386" y="connsiteY8386"/>
                </a:cxn>
                <a:cxn ang="0">
                  <a:pos x="connsiteX8387" y="connsiteY8387"/>
                </a:cxn>
                <a:cxn ang="0">
                  <a:pos x="connsiteX8388" y="connsiteY8388"/>
                </a:cxn>
                <a:cxn ang="0">
                  <a:pos x="connsiteX8389" y="connsiteY8389"/>
                </a:cxn>
                <a:cxn ang="0">
                  <a:pos x="connsiteX8390" y="connsiteY8390"/>
                </a:cxn>
                <a:cxn ang="0">
                  <a:pos x="connsiteX8391" y="connsiteY8391"/>
                </a:cxn>
                <a:cxn ang="0">
                  <a:pos x="connsiteX8392" y="connsiteY8392"/>
                </a:cxn>
                <a:cxn ang="0">
                  <a:pos x="connsiteX8393" y="connsiteY8393"/>
                </a:cxn>
                <a:cxn ang="0">
                  <a:pos x="connsiteX8394" y="connsiteY8394"/>
                </a:cxn>
                <a:cxn ang="0">
                  <a:pos x="connsiteX8395" y="connsiteY8395"/>
                </a:cxn>
                <a:cxn ang="0">
                  <a:pos x="connsiteX8396" y="connsiteY8396"/>
                </a:cxn>
                <a:cxn ang="0">
                  <a:pos x="connsiteX8397" y="connsiteY8397"/>
                </a:cxn>
                <a:cxn ang="0">
                  <a:pos x="connsiteX8398" y="connsiteY8398"/>
                </a:cxn>
                <a:cxn ang="0">
                  <a:pos x="connsiteX8399" y="connsiteY8399"/>
                </a:cxn>
                <a:cxn ang="0">
                  <a:pos x="connsiteX8400" y="connsiteY8400"/>
                </a:cxn>
                <a:cxn ang="0">
                  <a:pos x="connsiteX8401" y="connsiteY8401"/>
                </a:cxn>
                <a:cxn ang="0">
                  <a:pos x="connsiteX8402" y="connsiteY8402"/>
                </a:cxn>
                <a:cxn ang="0">
                  <a:pos x="connsiteX8403" y="connsiteY8403"/>
                </a:cxn>
                <a:cxn ang="0">
                  <a:pos x="connsiteX8404" y="connsiteY8404"/>
                </a:cxn>
                <a:cxn ang="0">
                  <a:pos x="connsiteX8405" y="connsiteY8405"/>
                </a:cxn>
                <a:cxn ang="0">
                  <a:pos x="connsiteX8406" y="connsiteY8406"/>
                </a:cxn>
                <a:cxn ang="0">
                  <a:pos x="connsiteX8407" y="connsiteY8407"/>
                </a:cxn>
                <a:cxn ang="0">
                  <a:pos x="connsiteX8408" y="connsiteY8408"/>
                </a:cxn>
                <a:cxn ang="0">
                  <a:pos x="connsiteX8409" y="connsiteY8409"/>
                </a:cxn>
                <a:cxn ang="0">
                  <a:pos x="connsiteX8410" y="connsiteY8410"/>
                </a:cxn>
                <a:cxn ang="0">
                  <a:pos x="connsiteX8411" y="connsiteY8411"/>
                </a:cxn>
                <a:cxn ang="0">
                  <a:pos x="connsiteX8412" y="connsiteY8412"/>
                </a:cxn>
                <a:cxn ang="0">
                  <a:pos x="connsiteX8413" y="connsiteY8413"/>
                </a:cxn>
                <a:cxn ang="0">
                  <a:pos x="connsiteX8414" y="connsiteY8414"/>
                </a:cxn>
                <a:cxn ang="0">
                  <a:pos x="connsiteX8415" y="connsiteY8415"/>
                </a:cxn>
                <a:cxn ang="0">
                  <a:pos x="connsiteX8416" y="connsiteY8416"/>
                </a:cxn>
                <a:cxn ang="0">
                  <a:pos x="connsiteX8417" y="connsiteY8417"/>
                </a:cxn>
                <a:cxn ang="0">
                  <a:pos x="connsiteX8418" y="connsiteY8418"/>
                </a:cxn>
                <a:cxn ang="0">
                  <a:pos x="connsiteX8419" y="connsiteY8419"/>
                </a:cxn>
                <a:cxn ang="0">
                  <a:pos x="connsiteX8420" y="connsiteY8420"/>
                </a:cxn>
                <a:cxn ang="0">
                  <a:pos x="connsiteX8421" y="connsiteY8421"/>
                </a:cxn>
                <a:cxn ang="0">
                  <a:pos x="connsiteX8422" y="connsiteY8422"/>
                </a:cxn>
                <a:cxn ang="0">
                  <a:pos x="connsiteX8423" y="connsiteY8423"/>
                </a:cxn>
                <a:cxn ang="0">
                  <a:pos x="connsiteX8424" y="connsiteY8424"/>
                </a:cxn>
                <a:cxn ang="0">
                  <a:pos x="connsiteX8425" y="connsiteY8425"/>
                </a:cxn>
                <a:cxn ang="0">
                  <a:pos x="connsiteX8426" y="connsiteY8426"/>
                </a:cxn>
                <a:cxn ang="0">
                  <a:pos x="connsiteX8427" y="connsiteY8427"/>
                </a:cxn>
                <a:cxn ang="0">
                  <a:pos x="connsiteX8428" y="connsiteY8428"/>
                </a:cxn>
                <a:cxn ang="0">
                  <a:pos x="connsiteX8429" y="connsiteY8429"/>
                </a:cxn>
                <a:cxn ang="0">
                  <a:pos x="connsiteX8430" y="connsiteY8430"/>
                </a:cxn>
                <a:cxn ang="0">
                  <a:pos x="connsiteX8431" y="connsiteY8431"/>
                </a:cxn>
                <a:cxn ang="0">
                  <a:pos x="connsiteX8432" y="connsiteY8432"/>
                </a:cxn>
                <a:cxn ang="0">
                  <a:pos x="connsiteX8433" y="connsiteY8433"/>
                </a:cxn>
                <a:cxn ang="0">
                  <a:pos x="connsiteX8434" y="connsiteY8434"/>
                </a:cxn>
                <a:cxn ang="0">
                  <a:pos x="connsiteX8435" y="connsiteY8435"/>
                </a:cxn>
                <a:cxn ang="0">
                  <a:pos x="connsiteX8436" y="connsiteY8436"/>
                </a:cxn>
                <a:cxn ang="0">
                  <a:pos x="connsiteX8437" y="connsiteY8437"/>
                </a:cxn>
                <a:cxn ang="0">
                  <a:pos x="connsiteX8438" y="connsiteY8438"/>
                </a:cxn>
                <a:cxn ang="0">
                  <a:pos x="connsiteX8439" y="connsiteY8439"/>
                </a:cxn>
                <a:cxn ang="0">
                  <a:pos x="connsiteX8440" y="connsiteY8440"/>
                </a:cxn>
                <a:cxn ang="0">
                  <a:pos x="connsiteX8441" y="connsiteY8441"/>
                </a:cxn>
                <a:cxn ang="0">
                  <a:pos x="connsiteX8442" y="connsiteY8442"/>
                </a:cxn>
                <a:cxn ang="0">
                  <a:pos x="connsiteX8443" y="connsiteY8443"/>
                </a:cxn>
                <a:cxn ang="0">
                  <a:pos x="connsiteX8444" y="connsiteY8444"/>
                </a:cxn>
                <a:cxn ang="0">
                  <a:pos x="connsiteX8445" y="connsiteY8445"/>
                </a:cxn>
                <a:cxn ang="0">
                  <a:pos x="connsiteX8446" y="connsiteY8446"/>
                </a:cxn>
                <a:cxn ang="0">
                  <a:pos x="connsiteX8447" y="connsiteY8447"/>
                </a:cxn>
                <a:cxn ang="0">
                  <a:pos x="connsiteX8448" y="connsiteY8448"/>
                </a:cxn>
                <a:cxn ang="0">
                  <a:pos x="connsiteX8449" y="connsiteY8449"/>
                </a:cxn>
                <a:cxn ang="0">
                  <a:pos x="connsiteX8450" y="connsiteY8450"/>
                </a:cxn>
                <a:cxn ang="0">
                  <a:pos x="connsiteX8451" y="connsiteY8451"/>
                </a:cxn>
                <a:cxn ang="0">
                  <a:pos x="connsiteX8452" y="connsiteY8452"/>
                </a:cxn>
                <a:cxn ang="0">
                  <a:pos x="connsiteX8453" y="connsiteY8453"/>
                </a:cxn>
                <a:cxn ang="0">
                  <a:pos x="connsiteX8454" y="connsiteY8454"/>
                </a:cxn>
                <a:cxn ang="0">
                  <a:pos x="connsiteX8455" y="connsiteY8455"/>
                </a:cxn>
                <a:cxn ang="0">
                  <a:pos x="connsiteX8456" y="connsiteY8456"/>
                </a:cxn>
                <a:cxn ang="0">
                  <a:pos x="connsiteX8457" y="connsiteY8457"/>
                </a:cxn>
                <a:cxn ang="0">
                  <a:pos x="connsiteX8458" y="connsiteY8458"/>
                </a:cxn>
                <a:cxn ang="0">
                  <a:pos x="connsiteX8459" y="connsiteY8459"/>
                </a:cxn>
                <a:cxn ang="0">
                  <a:pos x="connsiteX8460" y="connsiteY8460"/>
                </a:cxn>
                <a:cxn ang="0">
                  <a:pos x="connsiteX8461" y="connsiteY8461"/>
                </a:cxn>
                <a:cxn ang="0">
                  <a:pos x="connsiteX8462" y="connsiteY8462"/>
                </a:cxn>
                <a:cxn ang="0">
                  <a:pos x="connsiteX8463" y="connsiteY8463"/>
                </a:cxn>
                <a:cxn ang="0">
                  <a:pos x="connsiteX8464" y="connsiteY8464"/>
                </a:cxn>
                <a:cxn ang="0">
                  <a:pos x="connsiteX8465" y="connsiteY8465"/>
                </a:cxn>
                <a:cxn ang="0">
                  <a:pos x="connsiteX8466" y="connsiteY8466"/>
                </a:cxn>
                <a:cxn ang="0">
                  <a:pos x="connsiteX8467" y="connsiteY8467"/>
                </a:cxn>
                <a:cxn ang="0">
                  <a:pos x="connsiteX8468" y="connsiteY8468"/>
                </a:cxn>
                <a:cxn ang="0">
                  <a:pos x="connsiteX8469" y="connsiteY8469"/>
                </a:cxn>
                <a:cxn ang="0">
                  <a:pos x="connsiteX8470" y="connsiteY8470"/>
                </a:cxn>
                <a:cxn ang="0">
                  <a:pos x="connsiteX8471" y="connsiteY8471"/>
                </a:cxn>
                <a:cxn ang="0">
                  <a:pos x="connsiteX8472" y="connsiteY8472"/>
                </a:cxn>
                <a:cxn ang="0">
                  <a:pos x="connsiteX8473" y="connsiteY8473"/>
                </a:cxn>
                <a:cxn ang="0">
                  <a:pos x="connsiteX8474" y="connsiteY8474"/>
                </a:cxn>
                <a:cxn ang="0">
                  <a:pos x="connsiteX8475" y="connsiteY8475"/>
                </a:cxn>
                <a:cxn ang="0">
                  <a:pos x="connsiteX8476" y="connsiteY8476"/>
                </a:cxn>
                <a:cxn ang="0">
                  <a:pos x="connsiteX8477" y="connsiteY8477"/>
                </a:cxn>
                <a:cxn ang="0">
                  <a:pos x="connsiteX8478" y="connsiteY8478"/>
                </a:cxn>
                <a:cxn ang="0">
                  <a:pos x="connsiteX8479" y="connsiteY8479"/>
                </a:cxn>
                <a:cxn ang="0">
                  <a:pos x="connsiteX8480" y="connsiteY8480"/>
                </a:cxn>
                <a:cxn ang="0">
                  <a:pos x="connsiteX8481" y="connsiteY8481"/>
                </a:cxn>
                <a:cxn ang="0">
                  <a:pos x="connsiteX8482" y="connsiteY8482"/>
                </a:cxn>
                <a:cxn ang="0">
                  <a:pos x="connsiteX8483" y="connsiteY8483"/>
                </a:cxn>
                <a:cxn ang="0">
                  <a:pos x="connsiteX8484" y="connsiteY8484"/>
                </a:cxn>
                <a:cxn ang="0">
                  <a:pos x="connsiteX8485" y="connsiteY8485"/>
                </a:cxn>
                <a:cxn ang="0">
                  <a:pos x="connsiteX8486" y="connsiteY8486"/>
                </a:cxn>
                <a:cxn ang="0">
                  <a:pos x="connsiteX8487" y="connsiteY8487"/>
                </a:cxn>
                <a:cxn ang="0">
                  <a:pos x="connsiteX8488" y="connsiteY8488"/>
                </a:cxn>
                <a:cxn ang="0">
                  <a:pos x="connsiteX8489" y="connsiteY8489"/>
                </a:cxn>
                <a:cxn ang="0">
                  <a:pos x="connsiteX8490" y="connsiteY8490"/>
                </a:cxn>
                <a:cxn ang="0">
                  <a:pos x="connsiteX8491" y="connsiteY8491"/>
                </a:cxn>
                <a:cxn ang="0">
                  <a:pos x="connsiteX8492" y="connsiteY8492"/>
                </a:cxn>
                <a:cxn ang="0">
                  <a:pos x="connsiteX8493" y="connsiteY8493"/>
                </a:cxn>
                <a:cxn ang="0">
                  <a:pos x="connsiteX8494" y="connsiteY8494"/>
                </a:cxn>
                <a:cxn ang="0">
                  <a:pos x="connsiteX8495" y="connsiteY8495"/>
                </a:cxn>
                <a:cxn ang="0">
                  <a:pos x="connsiteX8496" y="connsiteY8496"/>
                </a:cxn>
                <a:cxn ang="0">
                  <a:pos x="connsiteX8497" y="connsiteY8497"/>
                </a:cxn>
                <a:cxn ang="0">
                  <a:pos x="connsiteX8498" y="connsiteY8498"/>
                </a:cxn>
                <a:cxn ang="0">
                  <a:pos x="connsiteX8499" y="connsiteY8499"/>
                </a:cxn>
                <a:cxn ang="0">
                  <a:pos x="connsiteX8500" y="connsiteY8500"/>
                </a:cxn>
                <a:cxn ang="0">
                  <a:pos x="connsiteX8501" y="connsiteY8501"/>
                </a:cxn>
                <a:cxn ang="0">
                  <a:pos x="connsiteX8502" y="connsiteY8502"/>
                </a:cxn>
                <a:cxn ang="0">
                  <a:pos x="connsiteX8503" y="connsiteY8503"/>
                </a:cxn>
                <a:cxn ang="0">
                  <a:pos x="connsiteX8504" y="connsiteY8504"/>
                </a:cxn>
                <a:cxn ang="0">
                  <a:pos x="connsiteX8505" y="connsiteY8505"/>
                </a:cxn>
                <a:cxn ang="0">
                  <a:pos x="connsiteX8506" y="connsiteY8506"/>
                </a:cxn>
                <a:cxn ang="0">
                  <a:pos x="connsiteX8507" y="connsiteY8507"/>
                </a:cxn>
                <a:cxn ang="0">
                  <a:pos x="connsiteX8508" y="connsiteY8508"/>
                </a:cxn>
                <a:cxn ang="0">
                  <a:pos x="connsiteX8509" y="connsiteY8509"/>
                </a:cxn>
                <a:cxn ang="0">
                  <a:pos x="connsiteX8510" y="connsiteY8510"/>
                </a:cxn>
                <a:cxn ang="0">
                  <a:pos x="connsiteX8511" y="connsiteY8511"/>
                </a:cxn>
                <a:cxn ang="0">
                  <a:pos x="connsiteX8512" y="connsiteY8512"/>
                </a:cxn>
                <a:cxn ang="0">
                  <a:pos x="connsiteX8513" y="connsiteY8513"/>
                </a:cxn>
                <a:cxn ang="0">
                  <a:pos x="connsiteX8514" y="connsiteY8514"/>
                </a:cxn>
                <a:cxn ang="0">
                  <a:pos x="connsiteX8515" y="connsiteY8515"/>
                </a:cxn>
                <a:cxn ang="0">
                  <a:pos x="connsiteX8516" y="connsiteY8516"/>
                </a:cxn>
                <a:cxn ang="0">
                  <a:pos x="connsiteX8517" y="connsiteY8517"/>
                </a:cxn>
                <a:cxn ang="0">
                  <a:pos x="connsiteX8518" y="connsiteY8518"/>
                </a:cxn>
                <a:cxn ang="0">
                  <a:pos x="connsiteX8519" y="connsiteY8519"/>
                </a:cxn>
                <a:cxn ang="0">
                  <a:pos x="connsiteX8520" y="connsiteY8520"/>
                </a:cxn>
                <a:cxn ang="0">
                  <a:pos x="connsiteX8521" y="connsiteY8521"/>
                </a:cxn>
                <a:cxn ang="0">
                  <a:pos x="connsiteX8522" y="connsiteY8522"/>
                </a:cxn>
                <a:cxn ang="0">
                  <a:pos x="connsiteX8523" y="connsiteY8523"/>
                </a:cxn>
                <a:cxn ang="0">
                  <a:pos x="connsiteX8524" y="connsiteY8524"/>
                </a:cxn>
                <a:cxn ang="0">
                  <a:pos x="connsiteX8525" y="connsiteY8525"/>
                </a:cxn>
                <a:cxn ang="0">
                  <a:pos x="connsiteX8526" y="connsiteY8526"/>
                </a:cxn>
                <a:cxn ang="0">
                  <a:pos x="connsiteX8527" y="connsiteY8527"/>
                </a:cxn>
                <a:cxn ang="0">
                  <a:pos x="connsiteX8528" y="connsiteY8528"/>
                </a:cxn>
                <a:cxn ang="0">
                  <a:pos x="connsiteX8529" y="connsiteY8529"/>
                </a:cxn>
              </a:cxnLst>
              <a:rect l="l" t="t" r="r" b="b"/>
              <a:pathLst>
                <a:path w="3283645" h="1449582">
                  <a:moveTo>
                    <a:pt x="852178" y="1433485"/>
                  </a:moveTo>
                  <a:cubicBezTo>
                    <a:pt x="852178" y="1433485"/>
                    <a:pt x="852178" y="1433485"/>
                    <a:pt x="857353" y="1433485"/>
                  </a:cubicBezTo>
                  <a:cubicBezTo>
                    <a:pt x="857353" y="1438792"/>
                    <a:pt x="857353" y="1438792"/>
                    <a:pt x="857353" y="1438792"/>
                  </a:cubicBezTo>
                  <a:cubicBezTo>
                    <a:pt x="862527" y="1444271"/>
                    <a:pt x="862527" y="1444271"/>
                    <a:pt x="867534" y="1444271"/>
                  </a:cubicBezTo>
                  <a:cubicBezTo>
                    <a:pt x="867534" y="1444271"/>
                    <a:pt x="867534" y="1444271"/>
                    <a:pt x="867534" y="1449578"/>
                  </a:cubicBezTo>
                  <a:cubicBezTo>
                    <a:pt x="867534" y="1449578"/>
                    <a:pt x="867534" y="1449578"/>
                    <a:pt x="862527" y="1449578"/>
                  </a:cubicBezTo>
                  <a:lnTo>
                    <a:pt x="857353" y="1449578"/>
                  </a:lnTo>
                  <a:cubicBezTo>
                    <a:pt x="857353" y="1444271"/>
                    <a:pt x="857353" y="1444271"/>
                    <a:pt x="857353" y="1444271"/>
                  </a:cubicBezTo>
                  <a:cubicBezTo>
                    <a:pt x="857353" y="1438792"/>
                    <a:pt x="857353" y="1433485"/>
                    <a:pt x="852178" y="1433485"/>
                  </a:cubicBezTo>
                  <a:close/>
                  <a:moveTo>
                    <a:pt x="873444" y="1376560"/>
                  </a:moveTo>
                  <a:cubicBezTo>
                    <a:pt x="873444" y="1381881"/>
                    <a:pt x="873444" y="1381881"/>
                    <a:pt x="873444" y="1381881"/>
                  </a:cubicBezTo>
                  <a:cubicBezTo>
                    <a:pt x="873444" y="1387035"/>
                    <a:pt x="873444" y="1387035"/>
                    <a:pt x="873444" y="1387035"/>
                  </a:cubicBezTo>
                  <a:lnTo>
                    <a:pt x="873444" y="1392023"/>
                  </a:lnTo>
                  <a:lnTo>
                    <a:pt x="868022" y="1397177"/>
                  </a:lnTo>
                  <a:cubicBezTo>
                    <a:pt x="868022" y="1397177"/>
                    <a:pt x="868022" y="1397177"/>
                    <a:pt x="868022" y="1402497"/>
                  </a:cubicBezTo>
                  <a:cubicBezTo>
                    <a:pt x="868022" y="1402497"/>
                    <a:pt x="868022" y="1402497"/>
                    <a:pt x="868022" y="1407652"/>
                  </a:cubicBezTo>
                  <a:cubicBezTo>
                    <a:pt x="868022" y="1407652"/>
                    <a:pt x="868022" y="1407652"/>
                    <a:pt x="868022" y="1412640"/>
                  </a:cubicBezTo>
                  <a:cubicBezTo>
                    <a:pt x="862937" y="1412640"/>
                    <a:pt x="862937" y="1412640"/>
                    <a:pt x="862937" y="1417794"/>
                  </a:cubicBezTo>
                  <a:cubicBezTo>
                    <a:pt x="862937" y="1417794"/>
                    <a:pt x="862937" y="1417794"/>
                    <a:pt x="857683" y="1417794"/>
                  </a:cubicBezTo>
                  <a:cubicBezTo>
                    <a:pt x="857683" y="1417794"/>
                    <a:pt x="857683" y="1417794"/>
                    <a:pt x="852430" y="1412640"/>
                  </a:cubicBezTo>
                  <a:lnTo>
                    <a:pt x="857683" y="1412640"/>
                  </a:lnTo>
                  <a:lnTo>
                    <a:pt x="862937" y="1412640"/>
                  </a:lnTo>
                  <a:lnTo>
                    <a:pt x="862937" y="1407652"/>
                  </a:lnTo>
                  <a:cubicBezTo>
                    <a:pt x="862937" y="1402497"/>
                    <a:pt x="857683" y="1402497"/>
                    <a:pt x="857683" y="1402497"/>
                  </a:cubicBezTo>
                  <a:cubicBezTo>
                    <a:pt x="857683" y="1397177"/>
                    <a:pt x="857683" y="1397177"/>
                    <a:pt x="857683" y="1397177"/>
                  </a:cubicBezTo>
                  <a:lnTo>
                    <a:pt x="852430" y="1392023"/>
                  </a:lnTo>
                  <a:cubicBezTo>
                    <a:pt x="857683" y="1387035"/>
                    <a:pt x="857683" y="1387035"/>
                    <a:pt x="857683" y="1387035"/>
                  </a:cubicBezTo>
                  <a:cubicBezTo>
                    <a:pt x="857683" y="1387035"/>
                    <a:pt x="857683" y="1392023"/>
                    <a:pt x="862937" y="1392023"/>
                  </a:cubicBezTo>
                  <a:cubicBezTo>
                    <a:pt x="862937" y="1392023"/>
                    <a:pt x="862937" y="1392023"/>
                    <a:pt x="862937" y="1387035"/>
                  </a:cubicBezTo>
                  <a:cubicBezTo>
                    <a:pt x="862937" y="1387035"/>
                    <a:pt x="862937" y="1387035"/>
                    <a:pt x="868022" y="1387035"/>
                  </a:cubicBezTo>
                  <a:cubicBezTo>
                    <a:pt x="868022" y="1387035"/>
                    <a:pt x="868022" y="1387035"/>
                    <a:pt x="868022" y="1381881"/>
                  </a:cubicBezTo>
                  <a:cubicBezTo>
                    <a:pt x="868022" y="1381881"/>
                    <a:pt x="868022" y="1381881"/>
                    <a:pt x="873444" y="1376560"/>
                  </a:cubicBezTo>
                  <a:close/>
                  <a:moveTo>
                    <a:pt x="867702" y="1361034"/>
                  </a:moveTo>
                  <a:cubicBezTo>
                    <a:pt x="867702" y="1361034"/>
                    <a:pt x="867702" y="1366209"/>
                    <a:pt x="872717" y="1366209"/>
                  </a:cubicBezTo>
                  <a:cubicBezTo>
                    <a:pt x="872717" y="1371217"/>
                    <a:pt x="872717" y="1371217"/>
                    <a:pt x="872717" y="1371217"/>
                  </a:cubicBezTo>
                  <a:lnTo>
                    <a:pt x="867702" y="1366209"/>
                  </a:lnTo>
                  <a:cubicBezTo>
                    <a:pt x="867702" y="1366209"/>
                    <a:pt x="867702" y="1366209"/>
                    <a:pt x="867702" y="1361034"/>
                  </a:cubicBezTo>
                  <a:close/>
                  <a:moveTo>
                    <a:pt x="1013089" y="1220569"/>
                  </a:moveTo>
                  <a:cubicBezTo>
                    <a:pt x="1013089" y="1225744"/>
                    <a:pt x="1013089" y="1225744"/>
                    <a:pt x="1018405" y="1225744"/>
                  </a:cubicBezTo>
                  <a:lnTo>
                    <a:pt x="1018405" y="1230752"/>
                  </a:lnTo>
                  <a:cubicBezTo>
                    <a:pt x="1018405" y="1230752"/>
                    <a:pt x="1018405" y="1230752"/>
                    <a:pt x="1023555" y="1230752"/>
                  </a:cubicBezTo>
                  <a:cubicBezTo>
                    <a:pt x="1023555" y="1236094"/>
                    <a:pt x="1028705" y="1236094"/>
                    <a:pt x="1028705" y="1236094"/>
                  </a:cubicBezTo>
                  <a:cubicBezTo>
                    <a:pt x="1033690" y="1241270"/>
                    <a:pt x="1033690" y="1241270"/>
                    <a:pt x="1039004" y="1241270"/>
                  </a:cubicBezTo>
                  <a:cubicBezTo>
                    <a:pt x="1039004" y="1246445"/>
                    <a:pt x="1039004" y="1246445"/>
                    <a:pt x="1039004" y="1246445"/>
                  </a:cubicBezTo>
                  <a:lnTo>
                    <a:pt x="1039004" y="1251453"/>
                  </a:lnTo>
                  <a:lnTo>
                    <a:pt x="1039004" y="1256795"/>
                  </a:lnTo>
                  <a:lnTo>
                    <a:pt x="1039004" y="1261970"/>
                  </a:lnTo>
                  <a:cubicBezTo>
                    <a:pt x="1039004" y="1261970"/>
                    <a:pt x="1033690" y="1261970"/>
                    <a:pt x="1033690" y="1266978"/>
                  </a:cubicBezTo>
                  <a:lnTo>
                    <a:pt x="1028705" y="1266978"/>
                  </a:lnTo>
                  <a:cubicBezTo>
                    <a:pt x="1028705" y="1266978"/>
                    <a:pt x="1028705" y="1266978"/>
                    <a:pt x="1023555" y="1266978"/>
                  </a:cubicBezTo>
                  <a:cubicBezTo>
                    <a:pt x="1023555" y="1266978"/>
                    <a:pt x="1023555" y="1266978"/>
                    <a:pt x="1018405" y="1266978"/>
                  </a:cubicBezTo>
                  <a:cubicBezTo>
                    <a:pt x="1018405" y="1266978"/>
                    <a:pt x="1018405" y="1266978"/>
                    <a:pt x="1013089" y="1266978"/>
                  </a:cubicBezTo>
                  <a:cubicBezTo>
                    <a:pt x="1013089" y="1261970"/>
                    <a:pt x="1008105" y="1261970"/>
                    <a:pt x="1008105" y="1261970"/>
                  </a:cubicBezTo>
                  <a:cubicBezTo>
                    <a:pt x="1002955" y="1256795"/>
                    <a:pt x="1002955" y="1256795"/>
                    <a:pt x="1002955" y="1256795"/>
                  </a:cubicBezTo>
                  <a:lnTo>
                    <a:pt x="1002955" y="1251453"/>
                  </a:lnTo>
                  <a:cubicBezTo>
                    <a:pt x="1002955" y="1246445"/>
                    <a:pt x="1002955" y="1246445"/>
                    <a:pt x="1008105" y="1241270"/>
                  </a:cubicBezTo>
                  <a:lnTo>
                    <a:pt x="1008105" y="1236094"/>
                  </a:lnTo>
                  <a:cubicBezTo>
                    <a:pt x="1008105" y="1236094"/>
                    <a:pt x="1008105" y="1236094"/>
                    <a:pt x="1008105" y="1230752"/>
                  </a:cubicBezTo>
                  <a:cubicBezTo>
                    <a:pt x="1008105" y="1225744"/>
                    <a:pt x="1008105" y="1225744"/>
                    <a:pt x="1008105" y="1225744"/>
                  </a:cubicBezTo>
                  <a:lnTo>
                    <a:pt x="1013089" y="1225744"/>
                  </a:lnTo>
                  <a:close/>
                  <a:moveTo>
                    <a:pt x="1803082" y="1194956"/>
                  </a:moveTo>
                  <a:cubicBezTo>
                    <a:pt x="1803082" y="1200155"/>
                    <a:pt x="1803082" y="1200155"/>
                    <a:pt x="1803082" y="1200155"/>
                  </a:cubicBezTo>
                  <a:lnTo>
                    <a:pt x="1797888" y="1200155"/>
                  </a:lnTo>
                  <a:lnTo>
                    <a:pt x="1792693" y="1205354"/>
                  </a:lnTo>
                  <a:cubicBezTo>
                    <a:pt x="1792693" y="1205354"/>
                    <a:pt x="1792693" y="1205354"/>
                    <a:pt x="1787498" y="1210385"/>
                  </a:cubicBezTo>
                  <a:lnTo>
                    <a:pt x="1787498" y="1215752"/>
                  </a:lnTo>
                  <a:cubicBezTo>
                    <a:pt x="1787498" y="1215752"/>
                    <a:pt x="1787498" y="1215752"/>
                    <a:pt x="1787498" y="1220951"/>
                  </a:cubicBezTo>
                  <a:cubicBezTo>
                    <a:pt x="1792693" y="1220951"/>
                    <a:pt x="1792693" y="1220951"/>
                    <a:pt x="1792693" y="1226150"/>
                  </a:cubicBezTo>
                  <a:cubicBezTo>
                    <a:pt x="1792693" y="1226150"/>
                    <a:pt x="1792693" y="1226150"/>
                    <a:pt x="1797888" y="1226150"/>
                  </a:cubicBezTo>
                  <a:cubicBezTo>
                    <a:pt x="1803082" y="1226150"/>
                    <a:pt x="1803082" y="1226150"/>
                    <a:pt x="1803082" y="1226150"/>
                  </a:cubicBezTo>
                  <a:lnTo>
                    <a:pt x="1808277" y="1220951"/>
                  </a:lnTo>
                  <a:cubicBezTo>
                    <a:pt x="1808277" y="1220951"/>
                    <a:pt x="1813472" y="1220951"/>
                    <a:pt x="1813472" y="1215752"/>
                  </a:cubicBezTo>
                  <a:cubicBezTo>
                    <a:pt x="1813472" y="1215752"/>
                    <a:pt x="1813472" y="1210385"/>
                    <a:pt x="1818667" y="1205354"/>
                  </a:cubicBezTo>
                  <a:cubicBezTo>
                    <a:pt x="1818667" y="1205354"/>
                    <a:pt x="1818667" y="1205354"/>
                    <a:pt x="1813472" y="1200155"/>
                  </a:cubicBezTo>
                  <a:lnTo>
                    <a:pt x="1808277" y="1194956"/>
                  </a:lnTo>
                  <a:cubicBezTo>
                    <a:pt x="1808277" y="1194956"/>
                    <a:pt x="1808277" y="1194956"/>
                    <a:pt x="1803082" y="1194956"/>
                  </a:cubicBezTo>
                  <a:close/>
                  <a:moveTo>
                    <a:pt x="1039014" y="1179169"/>
                  </a:moveTo>
                  <a:lnTo>
                    <a:pt x="1039014" y="1184182"/>
                  </a:lnTo>
                  <a:cubicBezTo>
                    <a:pt x="1039014" y="1184182"/>
                    <a:pt x="1039014" y="1184182"/>
                    <a:pt x="1033996" y="1184182"/>
                  </a:cubicBezTo>
                  <a:cubicBezTo>
                    <a:pt x="1039014" y="1179169"/>
                    <a:pt x="1039014" y="1179169"/>
                    <a:pt x="1039014" y="1179169"/>
                  </a:cubicBezTo>
                  <a:close/>
                  <a:moveTo>
                    <a:pt x="1833538" y="1173994"/>
                  </a:moveTo>
                  <a:lnTo>
                    <a:pt x="1833538" y="1179087"/>
                  </a:lnTo>
                  <a:cubicBezTo>
                    <a:pt x="1833538" y="1179087"/>
                    <a:pt x="1833538" y="1179087"/>
                    <a:pt x="1833538" y="1184180"/>
                  </a:cubicBezTo>
                  <a:cubicBezTo>
                    <a:pt x="1833538" y="1184180"/>
                    <a:pt x="1833538" y="1179087"/>
                    <a:pt x="1828527" y="1179087"/>
                  </a:cubicBezTo>
                  <a:cubicBezTo>
                    <a:pt x="1833538" y="1179087"/>
                    <a:pt x="1833538" y="1179087"/>
                    <a:pt x="1833538" y="1173994"/>
                  </a:cubicBezTo>
                  <a:close/>
                  <a:moveTo>
                    <a:pt x="1813472" y="1137769"/>
                  </a:moveTo>
                  <a:lnTo>
                    <a:pt x="1818667" y="1137769"/>
                  </a:lnTo>
                  <a:cubicBezTo>
                    <a:pt x="1823862" y="1137769"/>
                    <a:pt x="1823862" y="1137769"/>
                    <a:pt x="1829057" y="1137769"/>
                  </a:cubicBezTo>
                  <a:cubicBezTo>
                    <a:pt x="1829057" y="1142968"/>
                    <a:pt x="1829057" y="1147999"/>
                    <a:pt x="1829057" y="1147999"/>
                  </a:cubicBezTo>
                  <a:cubicBezTo>
                    <a:pt x="1829057" y="1153366"/>
                    <a:pt x="1834252" y="1158565"/>
                    <a:pt x="1834252" y="1158565"/>
                  </a:cubicBezTo>
                  <a:lnTo>
                    <a:pt x="1834252" y="1163763"/>
                  </a:lnTo>
                  <a:cubicBezTo>
                    <a:pt x="1829057" y="1163763"/>
                    <a:pt x="1829057" y="1168794"/>
                    <a:pt x="1829057" y="1168794"/>
                  </a:cubicBezTo>
                  <a:cubicBezTo>
                    <a:pt x="1829057" y="1168794"/>
                    <a:pt x="1823862" y="1168794"/>
                    <a:pt x="1823862" y="1174161"/>
                  </a:cubicBezTo>
                  <a:cubicBezTo>
                    <a:pt x="1823862" y="1174161"/>
                    <a:pt x="1823862" y="1174161"/>
                    <a:pt x="1823862" y="1179360"/>
                  </a:cubicBezTo>
                  <a:lnTo>
                    <a:pt x="1823862" y="1184559"/>
                  </a:lnTo>
                  <a:cubicBezTo>
                    <a:pt x="1823862" y="1184559"/>
                    <a:pt x="1823862" y="1189590"/>
                    <a:pt x="1829057" y="1189590"/>
                  </a:cubicBezTo>
                  <a:cubicBezTo>
                    <a:pt x="1829057" y="1189590"/>
                    <a:pt x="1829057" y="1189590"/>
                    <a:pt x="1834252" y="1189590"/>
                  </a:cubicBezTo>
                  <a:cubicBezTo>
                    <a:pt x="1834252" y="1189590"/>
                    <a:pt x="1834252" y="1189590"/>
                    <a:pt x="1834252" y="1194956"/>
                  </a:cubicBezTo>
                  <a:cubicBezTo>
                    <a:pt x="1839447" y="1194956"/>
                    <a:pt x="1839447" y="1189590"/>
                    <a:pt x="1839447" y="1189590"/>
                  </a:cubicBezTo>
                  <a:cubicBezTo>
                    <a:pt x="1839447" y="1194956"/>
                    <a:pt x="1839447" y="1194956"/>
                    <a:pt x="1839447" y="1194956"/>
                  </a:cubicBezTo>
                  <a:cubicBezTo>
                    <a:pt x="1834252" y="1200155"/>
                    <a:pt x="1829057" y="1210385"/>
                    <a:pt x="1823862" y="1210385"/>
                  </a:cubicBezTo>
                  <a:cubicBezTo>
                    <a:pt x="1823862" y="1215752"/>
                    <a:pt x="1823862" y="1215752"/>
                    <a:pt x="1823862" y="1215752"/>
                  </a:cubicBezTo>
                  <a:cubicBezTo>
                    <a:pt x="1818667" y="1226150"/>
                    <a:pt x="1808277" y="1236547"/>
                    <a:pt x="1803082" y="1241746"/>
                  </a:cubicBezTo>
                  <a:lnTo>
                    <a:pt x="1797888" y="1241746"/>
                  </a:lnTo>
                  <a:cubicBezTo>
                    <a:pt x="1792693" y="1246945"/>
                    <a:pt x="1787498" y="1251976"/>
                    <a:pt x="1782303" y="1251976"/>
                  </a:cubicBezTo>
                  <a:lnTo>
                    <a:pt x="1777108" y="1251976"/>
                  </a:lnTo>
                  <a:cubicBezTo>
                    <a:pt x="1777108" y="1251976"/>
                    <a:pt x="1777108" y="1251976"/>
                    <a:pt x="1771913" y="1251976"/>
                  </a:cubicBezTo>
                  <a:cubicBezTo>
                    <a:pt x="1771913" y="1251976"/>
                    <a:pt x="1771913" y="1251976"/>
                    <a:pt x="1771913" y="1257343"/>
                  </a:cubicBezTo>
                  <a:cubicBezTo>
                    <a:pt x="1771913" y="1257343"/>
                    <a:pt x="1771913" y="1257343"/>
                    <a:pt x="1766551" y="1257343"/>
                  </a:cubicBezTo>
                  <a:cubicBezTo>
                    <a:pt x="1766551" y="1257343"/>
                    <a:pt x="1756329" y="1257343"/>
                    <a:pt x="1751134" y="1257343"/>
                  </a:cubicBezTo>
                  <a:cubicBezTo>
                    <a:pt x="1745939" y="1257343"/>
                    <a:pt x="1745939" y="1257343"/>
                    <a:pt x="1745939" y="1257343"/>
                  </a:cubicBezTo>
                  <a:lnTo>
                    <a:pt x="1740744" y="1257343"/>
                  </a:lnTo>
                  <a:lnTo>
                    <a:pt x="1735549" y="1257343"/>
                  </a:lnTo>
                  <a:lnTo>
                    <a:pt x="1730354" y="1262541"/>
                  </a:lnTo>
                  <a:lnTo>
                    <a:pt x="1725159" y="1262541"/>
                  </a:lnTo>
                  <a:cubicBezTo>
                    <a:pt x="1719964" y="1262541"/>
                    <a:pt x="1714769" y="1262541"/>
                    <a:pt x="1714769" y="1262541"/>
                  </a:cubicBezTo>
                  <a:cubicBezTo>
                    <a:pt x="1714769" y="1257343"/>
                    <a:pt x="1714769" y="1257343"/>
                    <a:pt x="1714769" y="1257343"/>
                  </a:cubicBezTo>
                  <a:lnTo>
                    <a:pt x="1714769" y="1251976"/>
                  </a:lnTo>
                  <a:cubicBezTo>
                    <a:pt x="1709575" y="1246945"/>
                    <a:pt x="1709575" y="1246945"/>
                    <a:pt x="1709575" y="1246945"/>
                  </a:cubicBezTo>
                  <a:cubicBezTo>
                    <a:pt x="1714769" y="1246945"/>
                    <a:pt x="1714769" y="1246945"/>
                    <a:pt x="1714769" y="1241746"/>
                  </a:cubicBezTo>
                  <a:lnTo>
                    <a:pt x="1714769" y="1236547"/>
                  </a:lnTo>
                  <a:cubicBezTo>
                    <a:pt x="1714769" y="1236547"/>
                    <a:pt x="1714769" y="1236547"/>
                    <a:pt x="1714769" y="1231181"/>
                  </a:cubicBezTo>
                  <a:cubicBezTo>
                    <a:pt x="1709575" y="1231181"/>
                    <a:pt x="1704380" y="1220951"/>
                    <a:pt x="1704380" y="1215752"/>
                  </a:cubicBezTo>
                  <a:cubicBezTo>
                    <a:pt x="1699185" y="1210385"/>
                    <a:pt x="1699185" y="1210385"/>
                    <a:pt x="1699185" y="1205354"/>
                  </a:cubicBezTo>
                  <a:lnTo>
                    <a:pt x="1704380" y="1210385"/>
                  </a:lnTo>
                  <a:cubicBezTo>
                    <a:pt x="1709575" y="1210385"/>
                    <a:pt x="1709575" y="1210385"/>
                    <a:pt x="1709575" y="1210385"/>
                  </a:cubicBezTo>
                  <a:lnTo>
                    <a:pt x="1714769" y="1210385"/>
                  </a:lnTo>
                  <a:cubicBezTo>
                    <a:pt x="1719964" y="1210385"/>
                    <a:pt x="1719964" y="1210385"/>
                    <a:pt x="1725159" y="1205354"/>
                  </a:cubicBezTo>
                  <a:cubicBezTo>
                    <a:pt x="1725159" y="1205354"/>
                    <a:pt x="1725159" y="1205354"/>
                    <a:pt x="1730354" y="1205354"/>
                  </a:cubicBezTo>
                  <a:cubicBezTo>
                    <a:pt x="1730354" y="1205354"/>
                    <a:pt x="1730354" y="1205354"/>
                    <a:pt x="1730354" y="1189590"/>
                  </a:cubicBezTo>
                  <a:cubicBezTo>
                    <a:pt x="1730354" y="1189590"/>
                    <a:pt x="1730354" y="1189590"/>
                    <a:pt x="1740744" y="1184559"/>
                  </a:cubicBezTo>
                  <a:cubicBezTo>
                    <a:pt x="1740744" y="1184559"/>
                    <a:pt x="1740744" y="1184559"/>
                    <a:pt x="1745939" y="1184559"/>
                  </a:cubicBezTo>
                  <a:lnTo>
                    <a:pt x="1751134" y="1179360"/>
                  </a:lnTo>
                  <a:cubicBezTo>
                    <a:pt x="1751134" y="1179360"/>
                    <a:pt x="1751134" y="1179360"/>
                    <a:pt x="1756329" y="1179360"/>
                  </a:cubicBezTo>
                  <a:lnTo>
                    <a:pt x="1756329" y="1174161"/>
                  </a:lnTo>
                  <a:lnTo>
                    <a:pt x="1761524" y="1174161"/>
                  </a:lnTo>
                  <a:cubicBezTo>
                    <a:pt x="1761524" y="1174161"/>
                    <a:pt x="1761524" y="1174161"/>
                    <a:pt x="1766551" y="1174161"/>
                  </a:cubicBezTo>
                  <a:cubicBezTo>
                    <a:pt x="1766551" y="1174161"/>
                    <a:pt x="1771913" y="1174161"/>
                    <a:pt x="1777108" y="1174161"/>
                  </a:cubicBezTo>
                  <a:cubicBezTo>
                    <a:pt x="1782303" y="1174161"/>
                    <a:pt x="1782303" y="1174161"/>
                    <a:pt x="1782303" y="1168794"/>
                  </a:cubicBezTo>
                  <a:cubicBezTo>
                    <a:pt x="1782303" y="1168794"/>
                    <a:pt x="1782303" y="1163763"/>
                    <a:pt x="1787498" y="1163763"/>
                  </a:cubicBezTo>
                  <a:cubicBezTo>
                    <a:pt x="1792693" y="1158565"/>
                    <a:pt x="1792693" y="1158565"/>
                    <a:pt x="1792693" y="1153366"/>
                  </a:cubicBezTo>
                  <a:lnTo>
                    <a:pt x="1797888" y="1153366"/>
                  </a:lnTo>
                  <a:cubicBezTo>
                    <a:pt x="1797888" y="1153366"/>
                    <a:pt x="1797888" y="1147999"/>
                    <a:pt x="1803082" y="1147999"/>
                  </a:cubicBezTo>
                  <a:lnTo>
                    <a:pt x="1803082" y="1142968"/>
                  </a:lnTo>
                  <a:cubicBezTo>
                    <a:pt x="1808277" y="1142968"/>
                    <a:pt x="1808277" y="1142968"/>
                    <a:pt x="1808277" y="1142968"/>
                  </a:cubicBezTo>
                  <a:cubicBezTo>
                    <a:pt x="1813472" y="1142968"/>
                    <a:pt x="1813472" y="1137769"/>
                    <a:pt x="1813472" y="1137769"/>
                  </a:cubicBezTo>
                  <a:close/>
                  <a:moveTo>
                    <a:pt x="924833" y="1137769"/>
                  </a:moveTo>
                  <a:lnTo>
                    <a:pt x="929858" y="1137769"/>
                  </a:lnTo>
                  <a:lnTo>
                    <a:pt x="935218" y="1137769"/>
                  </a:lnTo>
                  <a:cubicBezTo>
                    <a:pt x="935218" y="1137769"/>
                    <a:pt x="940410" y="1137769"/>
                    <a:pt x="940410" y="1142966"/>
                  </a:cubicBezTo>
                  <a:cubicBezTo>
                    <a:pt x="940410" y="1142966"/>
                    <a:pt x="940410" y="1142966"/>
                    <a:pt x="945602" y="1142966"/>
                  </a:cubicBezTo>
                  <a:cubicBezTo>
                    <a:pt x="945602" y="1142966"/>
                    <a:pt x="950626" y="1142966"/>
                    <a:pt x="950626" y="1137769"/>
                  </a:cubicBezTo>
                  <a:cubicBezTo>
                    <a:pt x="950626" y="1137769"/>
                    <a:pt x="950626" y="1137769"/>
                    <a:pt x="955986" y="1137769"/>
                  </a:cubicBezTo>
                  <a:cubicBezTo>
                    <a:pt x="955986" y="1137769"/>
                    <a:pt x="961178" y="1137769"/>
                    <a:pt x="961178" y="1142966"/>
                  </a:cubicBezTo>
                  <a:cubicBezTo>
                    <a:pt x="961178" y="1142966"/>
                    <a:pt x="961178" y="1142966"/>
                    <a:pt x="966370" y="1147995"/>
                  </a:cubicBezTo>
                  <a:cubicBezTo>
                    <a:pt x="971395" y="1153360"/>
                    <a:pt x="971395" y="1153360"/>
                    <a:pt x="971395" y="1153360"/>
                  </a:cubicBezTo>
                  <a:lnTo>
                    <a:pt x="976754" y="1153360"/>
                  </a:lnTo>
                  <a:cubicBezTo>
                    <a:pt x="976754" y="1153360"/>
                    <a:pt x="976754" y="1153360"/>
                    <a:pt x="981946" y="1158557"/>
                  </a:cubicBezTo>
                  <a:cubicBezTo>
                    <a:pt x="981946" y="1158557"/>
                    <a:pt x="987138" y="1158557"/>
                    <a:pt x="987138" y="1163754"/>
                  </a:cubicBezTo>
                  <a:cubicBezTo>
                    <a:pt x="992163" y="1163754"/>
                    <a:pt x="992163" y="1163754"/>
                    <a:pt x="992163" y="1163754"/>
                  </a:cubicBezTo>
                  <a:cubicBezTo>
                    <a:pt x="997522" y="1163754"/>
                    <a:pt x="997522" y="1163754"/>
                    <a:pt x="997522" y="1163754"/>
                  </a:cubicBezTo>
                  <a:cubicBezTo>
                    <a:pt x="997522" y="1163754"/>
                    <a:pt x="997522" y="1168783"/>
                    <a:pt x="1002714" y="1168783"/>
                  </a:cubicBezTo>
                  <a:cubicBezTo>
                    <a:pt x="1002714" y="1174147"/>
                    <a:pt x="1002714" y="1174147"/>
                    <a:pt x="1002714" y="1174147"/>
                  </a:cubicBezTo>
                  <a:cubicBezTo>
                    <a:pt x="997522" y="1174147"/>
                    <a:pt x="997522" y="1174147"/>
                    <a:pt x="997522" y="1174147"/>
                  </a:cubicBezTo>
                  <a:lnTo>
                    <a:pt x="997522" y="1179344"/>
                  </a:lnTo>
                  <a:cubicBezTo>
                    <a:pt x="992163" y="1179344"/>
                    <a:pt x="992163" y="1184541"/>
                    <a:pt x="992163" y="1184541"/>
                  </a:cubicBezTo>
                  <a:cubicBezTo>
                    <a:pt x="992163" y="1189570"/>
                    <a:pt x="992163" y="1189570"/>
                    <a:pt x="997522" y="1189570"/>
                  </a:cubicBezTo>
                  <a:lnTo>
                    <a:pt x="1002714" y="1194935"/>
                  </a:lnTo>
                  <a:lnTo>
                    <a:pt x="1007906" y="1194935"/>
                  </a:lnTo>
                  <a:lnTo>
                    <a:pt x="1007906" y="1189570"/>
                  </a:lnTo>
                  <a:cubicBezTo>
                    <a:pt x="1007906" y="1194935"/>
                    <a:pt x="1012931" y="1194935"/>
                    <a:pt x="1012931" y="1194935"/>
                  </a:cubicBezTo>
                  <a:cubicBezTo>
                    <a:pt x="1018290" y="1194935"/>
                    <a:pt x="1018290" y="1194935"/>
                    <a:pt x="1018290" y="1194935"/>
                  </a:cubicBezTo>
                  <a:cubicBezTo>
                    <a:pt x="1023482" y="1194935"/>
                    <a:pt x="1023482" y="1194935"/>
                    <a:pt x="1023482" y="1194935"/>
                  </a:cubicBezTo>
                  <a:cubicBezTo>
                    <a:pt x="1018290" y="1194935"/>
                    <a:pt x="1018290" y="1194935"/>
                    <a:pt x="1018290" y="1200132"/>
                  </a:cubicBezTo>
                  <a:cubicBezTo>
                    <a:pt x="1018290" y="1200132"/>
                    <a:pt x="1018290" y="1200132"/>
                    <a:pt x="1012931" y="1200132"/>
                  </a:cubicBezTo>
                  <a:cubicBezTo>
                    <a:pt x="1012931" y="1200132"/>
                    <a:pt x="1012931" y="1205329"/>
                    <a:pt x="1007906" y="1205329"/>
                  </a:cubicBezTo>
                  <a:lnTo>
                    <a:pt x="1007906" y="1210358"/>
                  </a:lnTo>
                  <a:cubicBezTo>
                    <a:pt x="1007906" y="1210358"/>
                    <a:pt x="1007906" y="1210358"/>
                    <a:pt x="1002714" y="1215722"/>
                  </a:cubicBezTo>
                  <a:cubicBezTo>
                    <a:pt x="1002714" y="1215722"/>
                    <a:pt x="1002714" y="1215722"/>
                    <a:pt x="1002714" y="1220919"/>
                  </a:cubicBezTo>
                  <a:cubicBezTo>
                    <a:pt x="1002714" y="1220919"/>
                    <a:pt x="1002714" y="1220919"/>
                    <a:pt x="997522" y="1220919"/>
                  </a:cubicBezTo>
                  <a:cubicBezTo>
                    <a:pt x="997522" y="1220919"/>
                    <a:pt x="997522" y="1220919"/>
                    <a:pt x="997522" y="1222868"/>
                  </a:cubicBezTo>
                  <a:lnTo>
                    <a:pt x="997522" y="1231145"/>
                  </a:lnTo>
                  <a:cubicBezTo>
                    <a:pt x="997522" y="1233828"/>
                    <a:pt x="997522" y="1235169"/>
                    <a:pt x="997522" y="1235840"/>
                  </a:cubicBezTo>
                  <a:cubicBezTo>
                    <a:pt x="997522" y="1236510"/>
                    <a:pt x="997522" y="1236510"/>
                    <a:pt x="997522" y="1236510"/>
                  </a:cubicBezTo>
                  <a:cubicBezTo>
                    <a:pt x="997522" y="1241707"/>
                    <a:pt x="997522" y="1246904"/>
                    <a:pt x="997522" y="1251933"/>
                  </a:cubicBezTo>
                  <a:cubicBezTo>
                    <a:pt x="997522" y="1251933"/>
                    <a:pt x="997522" y="1251933"/>
                    <a:pt x="997522" y="1257298"/>
                  </a:cubicBezTo>
                  <a:cubicBezTo>
                    <a:pt x="992163" y="1257298"/>
                    <a:pt x="992163" y="1257298"/>
                    <a:pt x="992163" y="1257298"/>
                  </a:cubicBezTo>
                  <a:lnTo>
                    <a:pt x="997522" y="1262494"/>
                  </a:lnTo>
                  <a:lnTo>
                    <a:pt x="997522" y="1267524"/>
                  </a:lnTo>
                  <a:cubicBezTo>
                    <a:pt x="997522" y="1272721"/>
                    <a:pt x="1002714" y="1272721"/>
                    <a:pt x="1002714" y="1272721"/>
                  </a:cubicBezTo>
                  <a:cubicBezTo>
                    <a:pt x="1002714" y="1272721"/>
                    <a:pt x="1002714" y="1272721"/>
                    <a:pt x="1002714" y="1278085"/>
                  </a:cubicBezTo>
                  <a:cubicBezTo>
                    <a:pt x="1007906" y="1278085"/>
                    <a:pt x="1007906" y="1278085"/>
                    <a:pt x="1007906" y="1278085"/>
                  </a:cubicBezTo>
                  <a:cubicBezTo>
                    <a:pt x="1002714" y="1283282"/>
                    <a:pt x="1002714" y="1283282"/>
                    <a:pt x="1007906" y="1288311"/>
                  </a:cubicBezTo>
                  <a:cubicBezTo>
                    <a:pt x="1007906" y="1288311"/>
                    <a:pt x="1007906" y="1293508"/>
                    <a:pt x="1012931" y="1293508"/>
                  </a:cubicBezTo>
                  <a:cubicBezTo>
                    <a:pt x="1007906" y="1293508"/>
                    <a:pt x="1007906" y="1298873"/>
                    <a:pt x="1007906" y="1298873"/>
                  </a:cubicBezTo>
                  <a:lnTo>
                    <a:pt x="1002714" y="1304070"/>
                  </a:lnTo>
                  <a:cubicBezTo>
                    <a:pt x="1002714" y="1304070"/>
                    <a:pt x="997522" y="1304070"/>
                    <a:pt x="992163" y="1309099"/>
                  </a:cubicBezTo>
                  <a:lnTo>
                    <a:pt x="987138" y="1309099"/>
                  </a:lnTo>
                  <a:cubicBezTo>
                    <a:pt x="981946" y="1309099"/>
                    <a:pt x="971395" y="1309099"/>
                    <a:pt x="971395" y="1309099"/>
                  </a:cubicBezTo>
                  <a:lnTo>
                    <a:pt x="966370" y="1309099"/>
                  </a:lnTo>
                  <a:cubicBezTo>
                    <a:pt x="966370" y="1309099"/>
                    <a:pt x="966370" y="1309099"/>
                    <a:pt x="935218" y="1293508"/>
                  </a:cubicBezTo>
                  <a:cubicBezTo>
                    <a:pt x="935218" y="1293508"/>
                    <a:pt x="935218" y="1293508"/>
                    <a:pt x="961178" y="1314296"/>
                  </a:cubicBezTo>
                  <a:cubicBezTo>
                    <a:pt x="961178" y="1319660"/>
                    <a:pt x="961178" y="1319660"/>
                    <a:pt x="961178" y="1319660"/>
                  </a:cubicBezTo>
                  <a:lnTo>
                    <a:pt x="961178" y="1324857"/>
                  </a:lnTo>
                  <a:cubicBezTo>
                    <a:pt x="961178" y="1329886"/>
                    <a:pt x="961178" y="1329886"/>
                    <a:pt x="961178" y="1329886"/>
                  </a:cubicBezTo>
                  <a:lnTo>
                    <a:pt x="955986" y="1335083"/>
                  </a:lnTo>
                  <a:lnTo>
                    <a:pt x="950626" y="1335083"/>
                  </a:lnTo>
                  <a:cubicBezTo>
                    <a:pt x="950626" y="1335083"/>
                    <a:pt x="945602" y="1335083"/>
                    <a:pt x="945602" y="1329886"/>
                  </a:cubicBezTo>
                  <a:cubicBezTo>
                    <a:pt x="940410" y="1329886"/>
                    <a:pt x="940410" y="1329886"/>
                    <a:pt x="940410" y="1329886"/>
                  </a:cubicBezTo>
                  <a:cubicBezTo>
                    <a:pt x="940410" y="1329886"/>
                    <a:pt x="935218" y="1329886"/>
                    <a:pt x="935218" y="1335083"/>
                  </a:cubicBezTo>
                  <a:lnTo>
                    <a:pt x="935218" y="1340448"/>
                  </a:lnTo>
                  <a:cubicBezTo>
                    <a:pt x="935218" y="1345645"/>
                    <a:pt x="935218" y="1345645"/>
                    <a:pt x="935218" y="1345645"/>
                  </a:cubicBezTo>
                  <a:cubicBezTo>
                    <a:pt x="935218" y="1345645"/>
                    <a:pt x="935218" y="1345645"/>
                    <a:pt x="935218" y="1350674"/>
                  </a:cubicBezTo>
                  <a:cubicBezTo>
                    <a:pt x="935218" y="1350674"/>
                    <a:pt x="935218" y="1350674"/>
                    <a:pt x="940410" y="1350674"/>
                  </a:cubicBezTo>
                  <a:cubicBezTo>
                    <a:pt x="940410" y="1355871"/>
                    <a:pt x="940410" y="1355871"/>
                    <a:pt x="940410" y="1355871"/>
                  </a:cubicBezTo>
                  <a:cubicBezTo>
                    <a:pt x="935218" y="1355871"/>
                    <a:pt x="935218" y="1355871"/>
                    <a:pt x="935218" y="1355871"/>
                  </a:cubicBezTo>
                  <a:cubicBezTo>
                    <a:pt x="935218" y="1355871"/>
                    <a:pt x="935218" y="1355871"/>
                    <a:pt x="929858" y="1355871"/>
                  </a:cubicBezTo>
                  <a:cubicBezTo>
                    <a:pt x="929858" y="1355871"/>
                    <a:pt x="929858" y="1355871"/>
                    <a:pt x="929858" y="1361235"/>
                  </a:cubicBezTo>
                  <a:lnTo>
                    <a:pt x="929858" y="1371462"/>
                  </a:lnTo>
                  <a:cubicBezTo>
                    <a:pt x="929858" y="1371462"/>
                    <a:pt x="929858" y="1371462"/>
                    <a:pt x="929858" y="1376658"/>
                  </a:cubicBezTo>
                  <a:cubicBezTo>
                    <a:pt x="924833" y="1376658"/>
                    <a:pt x="924833" y="1376658"/>
                    <a:pt x="924833" y="1376658"/>
                  </a:cubicBezTo>
                  <a:lnTo>
                    <a:pt x="919641" y="1376658"/>
                  </a:lnTo>
                  <a:cubicBezTo>
                    <a:pt x="909089" y="1387220"/>
                    <a:pt x="909089" y="1387220"/>
                    <a:pt x="909089" y="1387220"/>
                  </a:cubicBezTo>
                  <a:cubicBezTo>
                    <a:pt x="909089" y="1387220"/>
                    <a:pt x="909089" y="1392249"/>
                    <a:pt x="914449" y="1397446"/>
                  </a:cubicBezTo>
                  <a:lnTo>
                    <a:pt x="914449" y="1402810"/>
                  </a:lnTo>
                  <a:cubicBezTo>
                    <a:pt x="914449" y="1402810"/>
                    <a:pt x="914449" y="1402810"/>
                    <a:pt x="919641" y="1402810"/>
                  </a:cubicBezTo>
                  <a:cubicBezTo>
                    <a:pt x="924833" y="1402810"/>
                    <a:pt x="924833" y="1402810"/>
                    <a:pt x="924833" y="1402810"/>
                  </a:cubicBezTo>
                  <a:cubicBezTo>
                    <a:pt x="924833" y="1402810"/>
                    <a:pt x="924833" y="1402810"/>
                    <a:pt x="888321" y="1413037"/>
                  </a:cubicBezTo>
                  <a:cubicBezTo>
                    <a:pt x="888321" y="1413037"/>
                    <a:pt x="888321" y="1413037"/>
                    <a:pt x="914449" y="1413037"/>
                  </a:cubicBezTo>
                  <a:cubicBezTo>
                    <a:pt x="914449" y="1413037"/>
                    <a:pt x="914449" y="1413037"/>
                    <a:pt x="914449" y="1418234"/>
                  </a:cubicBezTo>
                  <a:cubicBezTo>
                    <a:pt x="914449" y="1418234"/>
                    <a:pt x="914449" y="1418234"/>
                    <a:pt x="909089" y="1418234"/>
                  </a:cubicBezTo>
                  <a:cubicBezTo>
                    <a:pt x="909089" y="1418234"/>
                    <a:pt x="909089" y="1418234"/>
                    <a:pt x="909089" y="1423598"/>
                  </a:cubicBezTo>
                  <a:cubicBezTo>
                    <a:pt x="909089" y="1423598"/>
                    <a:pt x="909089" y="1423598"/>
                    <a:pt x="909089" y="1428795"/>
                  </a:cubicBezTo>
                  <a:lnTo>
                    <a:pt x="904064" y="1428795"/>
                  </a:lnTo>
                  <a:cubicBezTo>
                    <a:pt x="904064" y="1428795"/>
                    <a:pt x="904064" y="1428795"/>
                    <a:pt x="872911" y="1428795"/>
                  </a:cubicBezTo>
                  <a:cubicBezTo>
                    <a:pt x="872911" y="1428795"/>
                    <a:pt x="872911" y="1428795"/>
                    <a:pt x="898873" y="1433824"/>
                  </a:cubicBezTo>
                  <a:cubicBezTo>
                    <a:pt x="898873" y="1439021"/>
                    <a:pt x="893680" y="1439021"/>
                    <a:pt x="893680" y="1439021"/>
                  </a:cubicBezTo>
                  <a:cubicBezTo>
                    <a:pt x="893680" y="1444386"/>
                    <a:pt x="898873" y="1449582"/>
                    <a:pt x="898873" y="1449582"/>
                  </a:cubicBezTo>
                  <a:cubicBezTo>
                    <a:pt x="898873" y="1449582"/>
                    <a:pt x="898873" y="1449582"/>
                    <a:pt x="893680" y="1449582"/>
                  </a:cubicBezTo>
                  <a:lnTo>
                    <a:pt x="888321" y="1449582"/>
                  </a:lnTo>
                  <a:cubicBezTo>
                    <a:pt x="888321" y="1449582"/>
                    <a:pt x="888321" y="1449582"/>
                    <a:pt x="883296" y="1449582"/>
                  </a:cubicBezTo>
                  <a:cubicBezTo>
                    <a:pt x="883296" y="1449582"/>
                    <a:pt x="883296" y="1449582"/>
                    <a:pt x="878103" y="1449582"/>
                  </a:cubicBezTo>
                  <a:cubicBezTo>
                    <a:pt x="878103" y="1449582"/>
                    <a:pt x="878103" y="1449582"/>
                    <a:pt x="872911" y="1449582"/>
                  </a:cubicBezTo>
                  <a:cubicBezTo>
                    <a:pt x="872911" y="1444386"/>
                    <a:pt x="872911" y="1444386"/>
                    <a:pt x="878103" y="1444386"/>
                  </a:cubicBezTo>
                  <a:lnTo>
                    <a:pt x="878103" y="1439021"/>
                  </a:lnTo>
                  <a:cubicBezTo>
                    <a:pt x="878103" y="1433824"/>
                    <a:pt x="872911" y="1433824"/>
                    <a:pt x="872911" y="1433824"/>
                  </a:cubicBezTo>
                  <a:cubicBezTo>
                    <a:pt x="872911" y="1433824"/>
                    <a:pt x="872911" y="1433824"/>
                    <a:pt x="867553" y="1433824"/>
                  </a:cubicBezTo>
                  <a:lnTo>
                    <a:pt x="862527" y="1433824"/>
                  </a:lnTo>
                  <a:cubicBezTo>
                    <a:pt x="862527" y="1428795"/>
                    <a:pt x="862527" y="1428795"/>
                    <a:pt x="862527" y="1428795"/>
                  </a:cubicBezTo>
                  <a:cubicBezTo>
                    <a:pt x="862527" y="1423598"/>
                    <a:pt x="862527" y="1423598"/>
                    <a:pt x="867553" y="1423598"/>
                  </a:cubicBezTo>
                  <a:cubicBezTo>
                    <a:pt x="867553" y="1423598"/>
                    <a:pt x="867553" y="1423598"/>
                    <a:pt x="872911" y="1418234"/>
                  </a:cubicBezTo>
                  <a:lnTo>
                    <a:pt x="878103" y="1413037"/>
                  </a:lnTo>
                  <a:cubicBezTo>
                    <a:pt x="878103" y="1413037"/>
                    <a:pt x="878103" y="1408007"/>
                    <a:pt x="872911" y="1408007"/>
                  </a:cubicBezTo>
                  <a:cubicBezTo>
                    <a:pt x="872911" y="1408007"/>
                    <a:pt x="872911" y="1408007"/>
                    <a:pt x="878103" y="1408007"/>
                  </a:cubicBezTo>
                  <a:lnTo>
                    <a:pt x="878103" y="1402810"/>
                  </a:lnTo>
                  <a:cubicBezTo>
                    <a:pt x="878103" y="1402810"/>
                    <a:pt x="878103" y="1402810"/>
                    <a:pt x="878103" y="1397446"/>
                  </a:cubicBezTo>
                  <a:cubicBezTo>
                    <a:pt x="878103" y="1397446"/>
                    <a:pt x="878103" y="1397446"/>
                    <a:pt x="878103" y="1392249"/>
                  </a:cubicBezTo>
                  <a:cubicBezTo>
                    <a:pt x="878103" y="1392249"/>
                    <a:pt x="883296" y="1392249"/>
                    <a:pt x="883296" y="1387220"/>
                  </a:cubicBezTo>
                  <a:lnTo>
                    <a:pt x="883296" y="1382023"/>
                  </a:lnTo>
                  <a:cubicBezTo>
                    <a:pt x="883296" y="1376658"/>
                    <a:pt x="883296" y="1376658"/>
                    <a:pt x="883296" y="1376658"/>
                  </a:cubicBezTo>
                  <a:lnTo>
                    <a:pt x="883296" y="1371462"/>
                  </a:lnTo>
                  <a:lnTo>
                    <a:pt x="883296" y="1366432"/>
                  </a:lnTo>
                  <a:lnTo>
                    <a:pt x="878103" y="1366432"/>
                  </a:lnTo>
                  <a:lnTo>
                    <a:pt x="878103" y="1361235"/>
                  </a:lnTo>
                  <a:cubicBezTo>
                    <a:pt x="878103" y="1361235"/>
                    <a:pt x="878103" y="1361235"/>
                    <a:pt x="878103" y="1355871"/>
                  </a:cubicBezTo>
                  <a:cubicBezTo>
                    <a:pt x="878103" y="1355871"/>
                    <a:pt x="878103" y="1355871"/>
                    <a:pt x="878103" y="1350674"/>
                  </a:cubicBezTo>
                  <a:cubicBezTo>
                    <a:pt x="878103" y="1350674"/>
                    <a:pt x="878103" y="1350674"/>
                    <a:pt x="878103" y="1345645"/>
                  </a:cubicBezTo>
                  <a:cubicBezTo>
                    <a:pt x="878103" y="1345645"/>
                    <a:pt x="878103" y="1345645"/>
                    <a:pt x="878103" y="1340448"/>
                  </a:cubicBezTo>
                  <a:cubicBezTo>
                    <a:pt x="878103" y="1340448"/>
                    <a:pt x="878103" y="1335083"/>
                    <a:pt x="878103" y="1329886"/>
                  </a:cubicBezTo>
                  <a:cubicBezTo>
                    <a:pt x="878103" y="1324857"/>
                    <a:pt x="883296" y="1324857"/>
                    <a:pt x="883296" y="1324857"/>
                  </a:cubicBezTo>
                  <a:lnTo>
                    <a:pt x="883296" y="1319660"/>
                  </a:lnTo>
                  <a:cubicBezTo>
                    <a:pt x="883296" y="1319660"/>
                    <a:pt x="883296" y="1319660"/>
                    <a:pt x="883296" y="1314296"/>
                  </a:cubicBezTo>
                  <a:cubicBezTo>
                    <a:pt x="883296" y="1314296"/>
                    <a:pt x="888321" y="1314296"/>
                    <a:pt x="888321" y="1309099"/>
                  </a:cubicBezTo>
                  <a:cubicBezTo>
                    <a:pt x="888321" y="1304070"/>
                    <a:pt x="888321" y="1298873"/>
                    <a:pt x="883296" y="1298873"/>
                  </a:cubicBezTo>
                  <a:lnTo>
                    <a:pt x="883296" y="1293508"/>
                  </a:lnTo>
                  <a:lnTo>
                    <a:pt x="883296" y="1288311"/>
                  </a:lnTo>
                  <a:cubicBezTo>
                    <a:pt x="888321" y="1288311"/>
                    <a:pt x="888321" y="1288311"/>
                    <a:pt x="888321" y="1288311"/>
                  </a:cubicBezTo>
                  <a:cubicBezTo>
                    <a:pt x="893680" y="1283282"/>
                    <a:pt x="893680" y="1283282"/>
                    <a:pt x="893680" y="1278085"/>
                  </a:cubicBezTo>
                  <a:lnTo>
                    <a:pt x="893680" y="1272721"/>
                  </a:lnTo>
                  <a:cubicBezTo>
                    <a:pt x="893680" y="1267524"/>
                    <a:pt x="898873" y="1262494"/>
                    <a:pt x="898873" y="1262494"/>
                  </a:cubicBezTo>
                  <a:cubicBezTo>
                    <a:pt x="898873" y="1257298"/>
                    <a:pt x="898873" y="1257298"/>
                    <a:pt x="898873" y="1257298"/>
                  </a:cubicBezTo>
                  <a:cubicBezTo>
                    <a:pt x="898873" y="1251933"/>
                    <a:pt x="898873" y="1246904"/>
                    <a:pt x="893680" y="1246904"/>
                  </a:cubicBezTo>
                  <a:lnTo>
                    <a:pt x="893680" y="1241707"/>
                  </a:lnTo>
                  <a:cubicBezTo>
                    <a:pt x="893680" y="1236510"/>
                    <a:pt x="893680" y="1236510"/>
                    <a:pt x="893680" y="1236510"/>
                  </a:cubicBezTo>
                  <a:cubicBezTo>
                    <a:pt x="893680" y="1231145"/>
                    <a:pt x="888321" y="1231145"/>
                    <a:pt x="888321" y="1231145"/>
                  </a:cubicBezTo>
                  <a:cubicBezTo>
                    <a:pt x="893680" y="1231145"/>
                    <a:pt x="893680" y="1231145"/>
                    <a:pt x="893680" y="1226116"/>
                  </a:cubicBezTo>
                  <a:lnTo>
                    <a:pt x="898873" y="1220919"/>
                  </a:lnTo>
                  <a:cubicBezTo>
                    <a:pt x="898873" y="1215722"/>
                    <a:pt x="898873" y="1215722"/>
                    <a:pt x="898873" y="1215722"/>
                  </a:cubicBezTo>
                  <a:cubicBezTo>
                    <a:pt x="898873" y="1215722"/>
                    <a:pt x="898873" y="1215722"/>
                    <a:pt x="898873" y="1210358"/>
                  </a:cubicBezTo>
                  <a:cubicBezTo>
                    <a:pt x="898873" y="1205329"/>
                    <a:pt x="898873" y="1205329"/>
                    <a:pt x="898873" y="1205329"/>
                  </a:cubicBezTo>
                  <a:cubicBezTo>
                    <a:pt x="898873" y="1200132"/>
                    <a:pt x="898873" y="1200132"/>
                    <a:pt x="904064" y="1194935"/>
                  </a:cubicBezTo>
                  <a:lnTo>
                    <a:pt x="904064" y="1189570"/>
                  </a:lnTo>
                  <a:cubicBezTo>
                    <a:pt x="909089" y="1189570"/>
                    <a:pt x="909089" y="1189570"/>
                    <a:pt x="909089" y="1189570"/>
                  </a:cubicBezTo>
                  <a:cubicBezTo>
                    <a:pt x="909089" y="1189570"/>
                    <a:pt x="909089" y="1189570"/>
                    <a:pt x="914449" y="1184541"/>
                  </a:cubicBezTo>
                  <a:cubicBezTo>
                    <a:pt x="914449" y="1179344"/>
                    <a:pt x="909089" y="1179344"/>
                    <a:pt x="909089" y="1179344"/>
                  </a:cubicBezTo>
                  <a:cubicBezTo>
                    <a:pt x="909089" y="1179344"/>
                    <a:pt x="909089" y="1179344"/>
                    <a:pt x="909089" y="1174147"/>
                  </a:cubicBezTo>
                  <a:cubicBezTo>
                    <a:pt x="909089" y="1168783"/>
                    <a:pt x="909089" y="1168783"/>
                    <a:pt x="909089" y="1168783"/>
                  </a:cubicBezTo>
                  <a:cubicBezTo>
                    <a:pt x="909089" y="1163754"/>
                    <a:pt x="909089" y="1163754"/>
                    <a:pt x="909089" y="1163754"/>
                  </a:cubicBezTo>
                  <a:cubicBezTo>
                    <a:pt x="909089" y="1163754"/>
                    <a:pt x="909089" y="1163754"/>
                    <a:pt x="909089" y="1158557"/>
                  </a:cubicBezTo>
                  <a:lnTo>
                    <a:pt x="914449" y="1158557"/>
                  </a:lnTo>
                  <a:cubicBezTo>
                    <a:pt x="919641" y="1158557"/>
                    <a:pt x="919641" y="1158557"/>
                    <a:pt x="919641" y="1158557"/>
                  </a:cubicBezTo>
                  <a:cubicBezTo>
                    <a:pt x="919641" y="1153360"/>
                    <a:pt x="919641" y="1153360"/>
                    <a:pt x="919641" y="1153360"/>
                  </a:cubicBezTo>
                  <a:cubicBezTo>
                    <a:pt x="924833" y="1147995"/>
                    <a:pt x="924833" y="1142966"/>
                    <a:pt x="924833" y="1142966"/>
                  </a:cubicBezTo>
                  <a:cubicBezTo>
                    <a:pt x="924833" y="1137769"/>
                    <a:pt x="924833" y="1137769"/>
                    <a:pt x="924833" y="1137769"/>
                  </a:cubicBezTo>
                  <a:close/>
                  <a:moveTo>
                    <a:pt x="971747" y="1105979"/>
                  </a:moveTo>
                  <a:cubicBezTo>
                    <a:pt x="971747" y="1105979"/>
                    <a:pt x="977088" y="1105979"/>
                    <a:pt x="982262" y="1105979"/>
                  </a:cubicBezTo>
                  <a:lnTo>
                    <a:pt x="987435" y="1105979"/>
                  </a:lnTo>
                  <a:cubicBezTo>
                    <a:pt x="992442" y="1105979"/>
                    <a:pt x="997783" y="1105979"/>
                    <a:pt x="997783" y="1105979"/>
                  </a:cubicBezTo>
                  <a:cubicBezTo>
                    <a:pt x="997783" y="1111349"/>
                    <a:pt x="997783" y="1116551"/>
                    <a:pt x="997783" y="1116551"/>
                  </a:cubicBezTo>
                  <a:cubicBezTo>
                    <a:pt x="997783" y="1121753"/>
                    <a:pt x="997783" y="1121753"/>
                    <a:pt x="997783" y="1121753"/>
                  </a:cubicBezTo>
                  <a:lnTo>
                    <a:pt x="997783" y="1126787"/>
                  </a:lnTo>
                  <a:cubicBezTo>
                    <a:pt x="997783" y="1132157"/>
                    <a:pt x="997783" y="1132157"/>
                    <a:pt x="997783" y="1132157"/>
                  </a:cubicBezTo>
                  <a:lnTo>
                    <a:pt x="1002956" y="1132157"/>
                  </a:lnTo>
                  <a:cubicBezTo>
                    <a:pt x="1002956" y="1137359"/>
                    <a:pt x="1002956" y="1137359"/>
                    <a:pt x="1008130" y="1137359"/>
                  </a:cubicBezTo>
                  <a:cubicBezTo>
                    <a:pt x="1013137" y="1137359"/>
                    <a:pt x="1013137" y="1137359"/>
                    <a:pt x="1013137" y="1137359"/>
                  </a:cubicBezTo>
                  <a:cubicBezTo>
                    <a:pt x="1013137" y="1137359"/>
                    <a:pt x="1013137" y="1137359"/>
                    <a:pt x="1018476" y="1137359"/>
                  </a:cubicBezTo>
                  <a:lnTo>
                    <a:pt x="1023650" y="1137359"/>
                  </a:lnTo>
                  <a:lnTo>
                    <a:pt x="1023650" y="1142561"/>
                  </a:lnTo>
                  <a:cubicBezTo>
                    <a:pt x="1023650" y="1142561"/>
                    <a:pt x="1023650" y="1142561"/>
                    <a:pt x="1023650" y="1147595"/>
                  </a:cubicBezTo>
                  <a:cubicBezTo>
                    <a:pt x="1023650" y="1152965"/>
                    <a:pt x="1023650" y="1152965"/>
                    <a:pt x="1023650" y="1152965"/>
                  </a:cubicBezTo>
                  <a:cubicBezTo>
                    <a:pt x="1028824" y="1158167"/>
                    <a:pt x="1028824" y="1158167"/>
                    <a:pt x="1028824" y="1158167"/>
                  </a:cubicBezTo>
                  <a:lnTo>
                    <a:pt x="1033831" y="1158167"/>
                  </a:lnTo>
                  <a:lnTo>
                    <a:pt x="1033831" y="1163368"/>
                  </a:lnTo>
                  <a:cubicBezTo>
                    <a:pt x="1028824" y="1163368"/>
                    <a:pt x="1028824" y="1168403"/>
                    <a:pt x="1028824" y="1168403"/>
                  </a:cubicBezTo>
                  <a:lnTo>
                    <a:pt x="1028824" y="1173772"/>
                  </a:lnTo>
                  <a:cubicBezTo>
                    <a:pt x="1028824" y="1173772"/>
                    <a:pt x="1028824" y="1173772"/>
                    <a:pt x="1028824" y="1178974"/>
                  </a:cubicBezTo>
                  <a:cubicBezTo>
                    <a:pt x="1023650" y="1178974"/>
                    <a:pt x="1023650" y="1178974"/>
                    <a:pt x="1023650" y="1184176"/>
                  </a:cubicBezTo>
                  <a:cubicBezTo>
                    <a:pt x="1023650" y="1184176"/>
                    <a:pt x="1023650" y="1184176"/>
                    <a:pt x="1018476" y="1184176"/>
                  </a:cubicBezTo>
                  <a:cubicBezTo>
                    <a:pt x="1018476" y="1184176"/>
                    <a:pt x="1018476" y="1184176"/>
                    <a:pt x="1013137" y="1184176"/>
                  </a:cubicBezTo>
                  <a:cubicBezTo>
                    <a:pt x="1013137" y="1184176"/>
                    <a:pt x="1013137" y="1184176"/>
                    <a:pt x="1008130" y="1184176"/>
                  </a:cubicBezTo>
                  <a:cubicBezTo>
                    <a:pt x="1008130" y="1184176"/>
                    <a:pt x="1008130" y="1184176"/>
                    <a:pt x="1002956" y="1184176"/>
                  </a:cubicBezTo>
                  <a:lnTo>
                    <a:pt x="1002956" y="1178974"/>
                  </a:lnTo>
                  <a:cubicBezTo>
                    <a:pt x="1008130" y="1178974"/>
                    <a:pt x="1008130" y="1178974"/>
                    <a:pt x="1008130" y="1173772"/>
                  </a:cubicBezTo>
                  <a:cubicBezTo>
                    <a:pt x="1013137" y="1168403"/>
                    <a:pt x="1013137" y="1168403"/>
                    <a:pt x="1013137" y="1168403"/>
                  </a:cubicBezTo>
                  <a:cubicBezTo>
                    <a:pt x="1013137" y="1163368"/>
                    <a:pt x="1013137" y="1163368"/>
                    <a:pt x="1013137" y="1163368"/>
                  </a:cubicBezTo>
                  <a:cubicBezTo>
                    <a:pt x="1008130" y="1163368"/>
                    <a:pt x="1008130" y="1158167"/>
                    <a:pt x="1008130" y="1158167"/>
                  </a:cubicBezTo>
                  <a:cubicBezTo>
                    <a:pt x="1008130" y="1158167"/>
                    <a:pt x="1008130" y="1158167"/>
                    <a:pt x="1002956" y="1158167"/>
                  </a:cubicBezTo>
                  <a:cubicBezTo>
                    <a:pt x="1002956" y="1158167"/>
                    <a:pt x="1002956" y="1158167"/>
                    <a:pt x="997783" y="1158167"/>
                  </a:cubicBezTo>
                  <a:lnTo>
                    <a:pt x="997783" y="1152965"/>
                  </a:lnTo>
                  <a:lnTo>
                    <a:pt x="992442" y="1152965"/>
                  </a:lnTo>
                  <a:cubicBezTo>
                    <a:pt x="987435" y="1152965"/>
                    <a:pt x="987435" y="1147595"/>
                    <a:pt x="987435" y="1147595"/>
                  </a:cubicBezTo>
                  <a:cubicBezTo>
                    <a:pt x="987435" y="1147595"/>
                    <a:pt x="987435" y="1147595"/>
                    <a:pt x="982262" y="1147595"/>
                  </a:cubicBezTo>
                  <a:lnTo>
                    <a:pt x="982262" y="1142561"/>
                  </a:lnTo>
                  <a:cubicBezTo>
                    <a:pt x="982262" y="1142561"/>
                    <a:pt x="982262" y="1142561"/>
                    <a:pt x="977088" y="1142561"/>
                  </a:cubicBezTo>
                  <a:cubicBezTo>
                    <a:pt x="971747" y="1137359"/>
                    <a:pt x="971747" y="1137359"/>
                    <a:pt x="971747" y="1137359"/>
                  </a:cubicBezTo>
                  <a:cubicBezTo>
                    <a:pt x="971747" y="1137359"/>
                    <a:pt x="971747" y="1137359"/>
                    <a:pt x="966740" y="1137359"/>
                  </a:cubicBezTo>
                  <a:lnTo>
                    <a:pt x="966740" y="1132157"/>
                  </a:lnTo>
                  <a:cubicBezTo>
                    <a:pt x="966740" y="1126787"/>
                    <a:pt x="966740" y="1126787"/>
                    <a:pt x="966740" y="1126787"/>
                  </a:cubicBezTo>
                  <a:cubicBezTo>
                    <a:pt x="966740" y="1121753"/>
                    <a:pt x="966740" y="1121753"/>
                    <a:pt x="966740" y="1121753"/>
                  </a:cubicBezTo>
                  <a:cubicBezTo>
                    <a:pt x="966740" y="1116551"/>
                    <a:pt x="966740" y="1116551"/>
                    <a:pt x="966740" y="1116551"/>
                  </a:cubicBezTo>
                  <a:cubicBezTo>
                    <a:pt x="966740" y="1116551"/>
                    <a:pt x="971747" y="1116551"/>
                    <a:pt x="971747" y="1111349"/>
                  </a:cubicBezTo>
                  <a:cubicBezTo>
                    <a:pt x="971747" y="1111349"/>
                    <a:pt x="971747" y="1111349"/>
                    <a:pt x="971747" y="1105979"/>
                  </a:cubicBezTo>
                  <a:close/>
                  <a:moveTo>
                    <a:pt x="1756300" y="1091194"/>
                  </a:moveTo>
                  <a:lnTo>
                    <a:pt x="1756300" y="1096403"/>
                  </a:lnTo>
                  <a:cubicBezTo>
                    <a:pt x="1756300" y="1096403"/>
                    <a:pt x="1756300" y="1096403"/>
                    <a:pt x="1761514" y="1096403"/>
                  </a:cubicBezTo>
                  <a:lnTo>
                    <a:pt x="1766560" y="1091194"/>
                  </a:lnTo>
                  <a:lnTo>
                    <a:pt x="1771943" y="1091194"/>
                  </a:lnTo>
                  <a:cubicBezTo>
                    <a:pt x="1771943" y="1091194"/>
                    <a:pt x="1771943" y="1096403"/>
                    <a:pt x="1777157" y="1096403"/>
                  </a:cubicBezTo>
                  <a:lnTo>
                    <a:pt x="1777157" y="1101611"/>
                  </a:lnTo>
                  <a:cubicBezTo>
                    <a:pt x="1777157" y="1101611"/>
                    <a:pt x="1777157" y="1106652"/>
                    <a:pt x="1782372" y="1106652"/>
                  </a:cubicBezTo>
                  <a:cubicBezTo>
                    <a:pt x="1782372" y="1112029"/>
                    <a:pt x="1787586" y="1112029"/>
                    <a:pt x="1787586" y="1112029"/>
                  </a:cubicBezTo>
                  <a:cubicBezTo>
                    <a:pt x="1787586" y="1112029"/>
                    <a:pt x="1787586" y="1112029"/>
                    <a:pt x="1787586" y="1117237"/>
                  </a:cubicBezTo>
                  <a:cubicBezTo>
                    <a:pt x="1792801" y="1117237"/>
                    <a:pt x="1792801" y="1117237"/>
                    <a:pt x="1792801" y="1117237"/>
                  </a:cubicBezTo>
                  <a:cubicBezTo>
                    <a:pt x="1792801" y="1122446"/>
                    <a:pt x="1792801" y="1122446"/>
                    <a:pt x="1798015" y="1127487"/>
                  </a:cubicBezTo>
                  <a:cubicBezTo>
                    <a:pt x="1798015" y="1132863"/>
                    <a:pt x="1803230" y="1132863"/>
                    <a:pt x="1803230" y="1132863"/>
                  </a:cubicBezTo>
                  <a:cubicBezTo>
                    <a:pt x="1803230" y="1132863"/>
                    <a:pt x="1798015" y="1132863"/>
                    <a:pt x="1798015" y="1138072"/>
                  </a:cubicBezTo>
                  <a:cubicBezTo>
                    <a:pt x="1792801" y="1143281"/>
                    <a:pt x="1792801" y="1143281"/>
                    <a:pt x="1792801" y="1143281"/>
                  </a:cubicBezTo>
                  <a:cubicBezTo>
                    <a:pt x="1792801" y="1143281"/>
                    <a:pt x="1792801" y="1143281"/>
                    <a:pt x="1787586" y="1143281"/>
                  </a:cubicBezTo>
                  <a:cubicBezTo>
                    <a:pt x="1787586" y="1148321"/>
                    <a:pt x="1787586" y="1148321"/>
                    <a:pt x="1787586" y="1153698"/>
                  </a:cubicBezTo>
                  <a:cubicBezTo>
                    <a:pt x="1782372" y="1153698"/>
                    <a:pt x="1782372" y="1153698"/>
                    <a:pt x="1777157" y="1158907"/>
                  </a:cubicBezTo>
                  <a:cubicBezTo>
                    <a:pt x="1777157" y="1158907"/>
                    <a:pt x="1777157" y="1158907"/>
                    <a:pt x="1777157" y="1164115"/>
                  </a:cubicBezTo>
                  <a:cubicBezTo>
                    <a:pt x="1771943" y="1164115"/>
                    <a:pt x="1766560" y="1169156"/>
                    <a:pt x="1766560" y="1169156"/>
                  </a:cubicBezTo>
                  <a:cubicBezTo>
                    <a:pt x="1766560" y="1169156"/>
                    <a:pt x="1766560" y="1169156"/>
                    <a:pt x="1766560" y="1164115"/>
                  </a:cubicBezTo>
                  <a:cubicBezTo>
                    <a:pt x="1761514" y="1164115"/>
                    <a:pt x="1761514" y="1164115"/>
                    <a:pt x="1761514" y="1164115"/>
                  </a:cubicBezTo>
                  <a:lnTo>
                    <a:pt x="1756300" y="1164115"/>
                  </a:lnTo>
                  <a:cubicBezTo>
                    <a:pt x="1751085" y="1164115"/>
                    <a:pt x="1751085" y="1164115"/>
                    <a:pt x="1751085" y="1174532"/>
                  </a:cubicBezTo>
                  <a:cubicBezTo>
                    <a:pt x="1745871" y="1174532"/>
                    <a:pt x="1745871" y="1174532"/>
                    <a:pt x="1745871" y="1174532"/>
                  </a:cubicBezTo>
                  <a:cubicBezTo>
                    <a:pt x="1745871" y="1174532"/>
                    <a:pt x="1745871" y="1174532"/>
                    <a:pt x="1740656" y="1174532"/>
                  </a:cubicBezTo>
                  <a:lnTo>
                    <a:pt x="1740656" y="1179741"/>
                  </a:lnTo>
                  <a:cubicBezTo>
                    <a:pt x="1740656" y="1179741"/>
                    <a:pt x="1740656" y="1179741"/>
                    <a:pt x="1735442" y="1179741"/>
                  </a:cubicBezTo>
                  <a:cubicBezTo>
                    <a:pt x="1735442" y="1174532"/>
                    <a:pt x="1735442" y="1174532"/>
                    <a:pt x="1735442" y="1174532"/>
                  </a:cubicBezTo>
                  <a:cubicBezTo>
                    <a:pt x="1735442" y="1169156"/>
                    <a:pt x="1735442" y="1169156"/>
                    <a:pt x="1735442" y="1169156"/>
                  </a:cubicBezTo>
                  <a:cubicBezTo>
                    <a:pt x="1735442" y="1164115"/>
                    <a:pt x="1735442" y="1164115"/>
                    <a:pt x="1730227" y="1158907"/>
                  </a:cubicBezTo>
                  <a:cubicBezTo>
                    <a:pt x="1730227" y="1158907"/>
                    <a:pt x="1730227" y="1158907"/>
                    <a:pt x="1730227" y="1132863"/>
                  </a:cubicBezTo>
                  <a:cubicBezTo>
                    <a:pt x="1730227" y="1132863"/>
                    <a:pt x="1730227" y="1132863"/>
                    <a:pt x="1740656" y="1132863"/>
                  </a:cubicBezTo>
                  <a:cubicBezTo>
                    <a:pt x="1740656" y="1132863"/>
                    <a:pt x="1740656" y="1132863"/>
                    <a:pt x="1740656" y="1096403"/>
                  </a:cubicBezTo>
                  <a:lnTo>
                    <a:pt x="1745871" y="1096403"/>
                  </a:lnTo>
                  <a:cubicBezTo>
                    <a:pt x="1751085" y="1091194"/>
                    <a:pt x="1751085" y="1091194"/>
                    <a:pt x="1756300" y="1091194"/>
                  </a:cubicBezTo>
                  <a:close/>
                  <a:moveTo>
                    <a:pt x="1662306" y="1080843"/>
                  </a:moveTo>
                  <a:cubicBezTo>
                    <a:pt x="1662306" y="1085875"/>
                    <a:pt x="1667518" y="1085875"/>
                    <a:pt x="1667518" y="1085875"/>
                  </a:cubicBezTo>
                  <a:cubicBezTo>
                    <a:pt x="1667518" y="1085875"/>
                    <a:pt x="1667518" y="1085875"/>
                    <a:pt x="1672730" y="1085875"/>
                  </a:cubicBezTo>
                  <a:lnTo>
                    <a:pt x="1677942" y="1085875"/>
                  </a:lnTo>
                  <a:cubicBezTo>
                    <a:pt x="1677942" y="1085875"/>
                    <a:pt x="1693577" y="1085875"/>
                    <a:pt x="1698788" y="1085875"/>
                  </a:cubicBezTo>
                  <a:cubicBezTo>
                    <a:pt x="1704000" y="1085875"/>
                    <a:pt x="1709212" y="1085875"/>
                    <a:pt x="1709212" y="1085875"/>
                  </a:cubicBezTo>
                  <a:cubicBezTo>
                    <a:pt x="1709212" y="1085875"/>
                    <a:pt x="1709212" y="1085875"/>
                    <a:pt x="1714424" y="1091243"/>
                  </a:cubicBezTo>
                  <a:cubicBezTo>
                    <a:pt x="1714424" y="1091243"/>
                    <a:pt x="1714424" y="1091243"/>
                    <a:pt x="1730059" y="1091243"/>
                  </a:cubicBezTo>
                  <a:cubicBezTo>
                    <a:pt x="1730059" y="1091243"/>
                    <a:pt x="1730059" y="1091243"/>
                    <a:pt x="1730059" y="1122442"/>
                  </a:cubicBezTo>
                  <a:cubicBezTo>
                    <a:pt x="1730059" y="1122442"/>
                    <a:pt x="1730059" y="1122442"/>
                    <a:pt x="1719635" y="1122442"/>
                  </a:cubicBezTo>
                  <a:cubicBezTo>
                    <a:pt x="1719635" y="1122442"/>
                    <a:pt x="1719635" y="1122442"/>
                    <a:pt x="1719635" y="1195241"/>
                  </a:cubicBezTo>
                  <a:cubicBezTo>
                    <a:pt x="1719635" y="1200440"/>
                    <a:pt x="1719635" y="1200440"/>
                    <a:pt x="1714424" y="1200440"/>
                  </a:cubicBezTo>
                  <a:lnTo>
                    <a:pt x="1709212" y="1200440"/>
                  </a:lnTo>
                  <a:lnTo>
                    <a:pt x="1704000" y="1200440"/>
                  </a:lnTo>
                  <a:cubicBezTo>
                    <a:pt x="1704000" y="1195241"/>
                    <a:pt x="1704000" y="1195241"/>
                    <a:pt x="1704000" y="1195241"/>
                  </a:cubicBezTo>
                  <a:cubicBezTo>
                    <a:pt x="1704000" y="1189873"/>
                    <a:pt x="1698788" y="1189873"/>
                    <a:pt x="1698788" y="1189873"/>
                  </a:cubicBezTo>
                  <a:cubicBezTo>
                    <a:pt x="1698788" y="1189873"/>
                    <a:pt x="1698788" y="1189873"/>
                    <a:pt x="1693577" y="1189873"/>
                  </a:cubicBezTo>
                  <a:lnTo>
                    <a:pt x="1693577" y="1195241"/>
                  </a:lnTo>
                  <a:cubicBezTo>
                    <a:pt x="1688365" y="1189873"/>
                    <a:pt x="1688365" y="1189873"/>
                    <a:pt x="1683153" y="1184841"/>
                  </a:cubicBezTo>
                  <a:cubicBezTo>
                    <a:pt x="1683153" y="1179641"/>
                    <a:pt x="1683153" y="1174441"/>
                    <a:pt x="1683153" y="1169073"/>
                  </a:cubicBezTo>
                  <a:cubicBezTo>
                    <a:pt x="1683153" y="1164041"/>
                    <a:pt x="1683153" y="1164041"/>
                    <a:pt x="1683153" y="1158841"/>
                  </a:cubicBezTo>
                  <a:lnTo>
                    <a:pt x="1677942" y="1153641"/>
                  </a:lnTo>
                  <a:cubicBezTo>
                    <a:pt x="1677942" y="1153641"/>
                    <a:pt x="1677942" y="1153641"/>
                    <a:pt x="1677942" y="1148274"/>
                  </a:cubicBezTo>
                  <a:cubicBezTo>
                    <a:pt x="1677942" y="1138042"/>
                    <a:pt x="1677942" y="1132842"/>
                    <a:pt x="1677942" y="1132842"/>
                  </a:cubicBezTo>
                  <a:cubicBezTo>
                    <a:pt x="1677942" y="1132842"/>
                    <a:pt x="1677942" y="1132842"/>
                    <a:pt x="1672730" y="1127474"/>
                  </a:cubicBezTo>
                  <a:cubicBezTo>
                    <a:pt x="1672730" y="1122442"/>
                    <a:pt x="1667518" y="1117242"/>
                    <a:pt x="1667518" y="1117242"/>
                  </a:cubicBezTo>
                  <a:cubicBezTo>
                    <a:pt x="1667518" y="1112042"/>
                    <a:pt x="1667518" y="1106675"/>
                    <a:pt x="1662306" y="1101643"/>
                  </a:cubicBezTo>
                  <a:cubicBezTo>
                    <a:pt x="1657095" y="1096443"/>
                    <a:pt x="1651883" y="1085875"/>
                    <a:pt x="1651883" y="1085875"/>
                  </a:cubicBezTo>
                  <a:cubicBezTo>
                    <a:pt x="1657095" y="1085875"/>
                    <a:pt x="1657095" y="1085875"/>
                    <a:pt x="1657095" y="1085875"/>
                  </a:cubicBezTo>
                  <a:close/>
                  <a:moveTo>
                    <a:pt x="1813292" y="1064579"/>
                  </a:moveTo>
                  <a:lnTo>
                    <a:pt x="1818513" y="1064579"/>
                  </a:lnTo>
                  <a:cubicBezTo>
                    <a:pt x="1818513" y="1069970"/>
                    <a:pt x="1823735" y="1069970"/>
                    <a:pt x="1823735" y="1069970"/>
                  </a:cubicBezTo>
                  <a:cubicBezTo>
                    <a:pt x="1828956" y="1069970"/>
                    <a:pt x="1828956" y="1069970"/>
                    <a:pt x="1828956" y="1069970"/>
                  </a:cubicBezTo>
                  <a:cubicBezTo>
                    <a:pt x="1834177" y="1069970"/>
                    <a:pt x="1834177" y="1075193"/>
                    <a:pt x="1834177" y="1075193"/>
                  </a:cubicBezTo>
                  <a:cubicBezTo>
                    <a:pt x="1839398" y="1075193"/>
                    <a:pt x="1839398" y="1075193"/>
                    <a:pt x="1839398" y="1075193"/>
                  </a:cubicBezTo>
                  <a:lnTo>
                    <a:pt x="1839398" y="1080415"/>
                  </a:lnTo>
                  <a:cubicBezTo>
                    <a:pt x="1839398" y="1085469"/>
                    <a:pt x="1839398" y="1085469"/>
                    <a:pt x="1844620" y="1090860"/>
                  </a:cubicBezTo>
                  <a:lnTo>
                    <a:pt x="1839398" y="1090860"/>
                  </a:lnTo>
                  <a:lnTo>
                    <a:pt x="1839398" y="1096083"/>
                  </a:lnTo>
                  <a:lnTo>
                    <a:pt x="1839398" y="1101306"/>
                  </a:lnTo>
                  <a:lnTo>
                    <a:pt x="1844620" y="1106360"/>
                  </a:lnTo>
                  <a:lnTo>
                    <a:pt x="1839398" y="1106360"/>
                  </a:lnTo>
                  <a:cubicBezTo>
                    <a:pt x="1839398" y="1111751"/>
                    <a:pt x="1839398" y="1111751"/>
                    <a:pt x="1839398" y="1116974"/>
                  </a:cubicBezTo>
                  <a:cubicBezTo>
                    <a:pt x="1839398" y="1116974"/>
                    <a:pt x="1839398" y="1116974"/>
                    <a:pt x="1839398" y="1122196"/>
                  </a:cubicBezTo>
                  <a:cubicBezTo>
                    <a:pt x="1834177" y="1122196"/>
                    <a:pt x="1834177" y="1122196"/>
                    <a:pt x="1828956" y="1127251"/>
                  </a:cubicBezTo>
                  <a:lnTo>
                    <a:pt x="1823735" y="1127251"/>
                  </a:lnTo>
                  <a:lnTo>
                    <a:pt x="1818513" y="1127251"/>
                  </a:lnTo>
                  <a:cubicBezTo>
                    <a:pt x="1813292" y="1127251"/>
                    <a:pt x="1813292" y="1127251"/>
                    <a:pt x="1813292" y="1127251"/>
                  </a:cubicBezTo>
                  <a:cubicBezTo>
                    <a:pt x="1813292" y="1127251"/>
                    <a:pt x="1813292" y="1127251"/>
                    <a:pt x="1813292" y="1122196"/>
                  </a:cubicBezTo>
                  <a:cubicBezTo>
                    <a:pt x="1813292" y="1122196"/>
                    <a:pt x="1813292" y="1122196"/>
                    <a:pt x="1808071" y="1122196"/>
                  </a:cubicBezTo>
                  <a:cubicBezTo>
                    <a:pt x="1808071" y="1122196"/>
                    <a:pt x="1808071" y="1122196"/>
                    <a:pt x="1802849" y="1122196"/>
                  </a:cubicBezTo>
                  <a:lnTo>
                    <a:pt x="1802849" y="1116974"/>
                  </a:lnTo>
                  <a:cubicBezTo>
                    <a:pt x="1802849" y="1116974"/>
                    <a:pt x="1802849" y="1111751"/>
                    <a:pt x="1797628" y="1111751"/>
                  </a:cubicBezTo>
                  <a:cubicBezTo>
                    <a:pt x="1797628" y="1106360"/>
                    <a:pt x="1792407" y="1101306"/>
                    <a:pt x="1792407" y="1101306"/>
                  </a:cubicBezTo>
                  <a:lnTo>
                    <a:pt x="1787185" y="1101306"/>
                  </a:lnTo>
                  <a:cubicBezTo>
                    <a:pt x="1787185" y="1101306"/>
                    <a:pt x="1787185" y="1101306"/>
                    <a:pt x="1787185" y="1096083"/>
                  </a:cubicBezTo>
                  <a:cubicBezTo>
                    <a:pt x="1781964" y="1096083"/>
                    <a:pt x="1781964" y="1096083"/>
                    <a:pt x="1781964" y="1096083"/>
                  </a:cubicBezTo>
                  <a:cubicBezTo>
                    <a:pt x="1781964" y="1090860"/>
                    <a:pt x="1781964" y="1090860"/>
                    <a:pt x="1781964" y="1090860"/>
                  </a:cubicBezTo>
                  <a:cubicBezTo>
                    <a:pt x="1781964" y="1090860"/>
                    <a:pt x="1781964" y="1090860"/>
                    <a:pt x="1787185" y="1090860"/>
                  </a:cubicBezTo>
                  <a:cubicBezTo>
                    <a:pt x="1787185" y="1090860"/>
                    <a:pt x="1787185" y="1090860"/>
                    <a:pt x="1792407" y="1090860"/>
                  </a:cubicBezTo>
                  <a:cubicBezTo>
                    <a:pt x="1797628" y="1090860"/>
                    <a:pt x="1797628" y="1085469"/>
                    <a:pt x="1797628" y="1085469"/>
                  </a:cubicBezTo>
                  <a:lnTo>
                    <a:pt x="1797628" y="1080415"/>
                  </a:lnTo>
                  <a:cubicBezTo>
                    <a:pt x="1797628" y="1080415"/>
                    <a:pt x="1797628" y="1080415"/>
                    <a:pt x="1802849" y="1080415"/>
                  </a:cubicBezTo>
                  <a:lnTo>
                    <a:pt x="1808071" y="1075193"/>
                  </a:lnTo>
                  <a:cubicBezTo>
                    <a:pt x="1813292" y="1075193"/>
                    <a:pt x="1813292" y="1069970"/>
                    <a:pt x="1813292" y="1069970"/>
                  </a:cubicBezTo>
                  <a:close/>
                  <a:moveTo>
                    <a:pt x="1865358" y="1049054"/>
                  </a:moveTo>
                  <a:cubicBezTo>
                    <a:pt x="1865358" y="1049054"/>
                    <a:pt x="1865358" y="1049054"/>
                    <a:pt x="1870491" y="1049054"/>
                  </a:cubicBezTo>
                  <a:cubicBezTo>
                    <a:pt x="1870491" y="1054229"/>
                    <a:pt x="1870491" y="1054229"/>
                    <a:pt x="1870491" y="1054229"/>
                  </a:cubicBezTo>
                  <a:lnTo>
                    <a:pt x="1870491" y="1059404"/>
                  </a:lnTo>
                  <a:lnTo>
                    <a:pt x="1870491" y="1064412"/>
                  </a:lnTo>
                  <a:cubicBezTo>
                    <a:pt x="1865358" y="1064412"/>
                    <a:pt x="1865358" y="1064412"/>
                    <a:pt x="1865358" y="1064412"/>
                  </a:cubicBezTo>
                  <a:cubicBezTo>
                    <a:pt x="1865358" y="1059404"/>
                    <a:pt x="1865358" y="1059404"/>
                    <a:pt x="1865358" y="1054229"/>
                  </a:cubicBezTo>
                  <a:close/>
                  <a:moveTo>
                    <a:pt x="1860226" y="1043879"/>
                  </a:moveTo>
                  <a:cubicBezTo>
                    <a:pt x="1865358" y="1043879"/>
                    <a:pt x="1865358" y="1043879"/>
                    <a:pt x="1865358" y="1049054"/>
                  </a:cubicBezTo>
                  <a:cubicBezTo>
                    <a:pt x="1865358" y="1043879"/>
                    <a:pt x="1860226" y="1043879"/>
                    <a:pt x="1860226" y="1043879"/>
                  </a:cubicBezTo>
                  <a:close/>
                  <a:moveTo>
                    <a:pt x="2000521" y="1033529"/>
                  </a:moveTo>
                  <a:lnTo>
                    <a:pt x="2000521" y="1038727"/>
                  </a:lnTo>
                  <a:cubicBezTo>
                    <a:pt x="2000521" y="1038727"/>
                    <a:pt x="2000521" y="1043925"/>
                    <a:pt x="2000521" y="1049123"/>
                  </a:cubicBezTo>
                  <a:lnTo>
                    <a:pt x="2000521" y="1054320"/>
                  </a:lnTo>
                  <a:cubicBezTo>
                    <a:pt x="2005743" y="1054320"/>
                    <a:pt x="2005743" y="1054320"/>
                    <a:pt x="2005743" y="1054320"/>
                  </a:cubicBezTo>
                  <a:cubicBezTo>
                    <a:pt x="2000521" y="1054320"/>
                    <a:pt x="2000521" y="1059518"/>
                    <a:pt x="2000521" y="1059518"/>
                  </a:cubicBezTo>
                  <a:cubicBezTo>
                    <a:pt x="2000521" y="1059518"/>
                    <a:pt x="2000521" y="1059518"/>
                    <a:pt x="1995300" y="1059518"/>
                  </a:cubicBezTo>
                  <a:cubicBezTo>
                    <a:pt x="1995300" y="1059518"/>
                    <a:pt x="1995300" y="1064549"/>
                    <a:pt x="1995300" y="1069914"/>
                  </a:cubicBezTo>
                  <a:lnTo>
                    <a:pt x="2000521" y="1075112"/>
                  </a:lnTo>
                  <a:cubicBezTo>
                    <a:pt x="1995300" y="1080310"/>
                    <a:pt x="1995300" y="1080310"/>
                    <a:pt x="1995300" y="1085340"/>
                  </a:cubicBezTo>
                  <a:cubicBezTo>
                    <a:pt x="1995300" y="1090706"/>
                    <a:pt x="1995300" y="1090706"/>
                    <a:pt x="1989910" y="1095904"/>
                  </a:cubicBezTo>
                  <a:cubicBezTo>
                    <a:pt x="1989910" y="1106132"/>
                    <a:pt x="1974415" y="1153081"/>
                    <a:pt x="1974415" y="1158279"/>
                  </a:cubicBezTo>
                  <a:cubicBezTo>
                    <a:pt x="1974415" y="1158279"/>
                    <a:pt x="1969025" y="1158279"/>
                    <a:pt x="1969025" y="1163476"/>
                  </a:cubicBezTo>
                  <a:cubicBezTo>
                    <a:pt x="1963972" y="1163476"/>
                    <a:pt x="1958751" y="1163476"/>
                    <a:pt x="1958751" y="1163476"/>
                  </a:cubicBezTo>
                  <a:cubicBezTo>
                    <a:pt x="1958751" y="1163476"/>
                    <a:pt x="1953530" y="1158279"/>
                    <a:pt x="1948140" y="1158279"/>
                  </a:cubicBezTo>
                  <a:cubicBezTo>
                    <a:pt x="1948140" y="1153081"/>
                    <a:pt x="1948140" y="1153081"/>
                    <a:pt x="1948140" y="1153081"/>
                  </a:cubicBezTo>
                  <a:cubicBezTo>
                    <a:pt x="1948140" y="1147715"/>
                    <a:pt x="1948140" y="1147715"/>
                    <a:pt x="1948140" y="1142685"/>
                  </a:cubicBezTo>
                  <a:cubicBezTo>
                    <a:pt x="1948140" y="1142685"/>
                    <a:pt x="1948140" y="1142685"/>
                    <a:pt x="1948140" y="1137487"/>
                  </a:cubicBezTo>
                  <a:cubicBezTo>
                    <a:pt x="1948140" y="1137487"/>
                    <a:pt x="1948140" y="1137487"/>
                    <a:pt x="1948140" y="1132289"/>
                  </a:cubicBezTo>
                  <a:cubicBezTo>
                    <a:pt x="1948140" y="1126924"/>
                    <a:pt x="1953530" y="1116695"/>
                    <a:pt x="1953530" y="1111498"/>
                  </a:cubicBezTo>
                  <a:cubicBezTo>
                    <a:pt x="1953530" y="1111498"/>
                    <a:pt x="1953530" y="1111498"/>
                    <a:pt x="1958751" y="1111498"/>
                  </a:cubicBezTo>
                  <a:cubicBezTo>
                    <a:pt x="1958751" y="1106132"/>
                    <a:pt x="1958751" y="1095904"/>
                    <a:pt x="1953530" y="1085340"/>
                  </a:cubicBezTo>
                  <a:cubicBezTo>
                    <a:pt x="1953530" y="1080310"/>
                    <a:pt x="1953530" y="1080310"/>
                    <a:pt x="1953530" y="1075112"/>
                  </a:cubicBezTo>
                  <a:cubicBezTo>
                    <a:pt x="1953530" y="1075112"/>
                    <a:pt x="1953530" y="1075112"/>
                    <a:pt x="1953530" y="1069914"/>
                  </a:cubicBezTo>
                  <a:lnTo>
                    <a:pt x="1958751" y="1069914"/>
                  </a:lnTo>
                  <a:cubicBezTo>
                    <a:pt x="1963972" y="1069914"/>
                    <a:pt x="1963972" y="1069914"/>
                    <a:pt x="1963972" y="1069914"/>
                  </a:cubicBezTo>
                  <a:lnTo>
                    <a:pt x="1969025" y="1069914"/>
                  </a:lnTo>
                  <a:cubicBezTo>
                    <a:pt x="1974415" y="1069914"/>
                    <a:pt x="1974415" y="1069914"/>
                    <a:pt x="1974415" y="1069914"/>
                  </a:cubicBezTo>
                  <a:cubicBezTo>
                    <a:pt x="1974415" y="1064549"/>
                    <a:pt x="1974415" y="1064549"/>
                    <a:pt x="1974415" y="1059518"/>
                  </a:cubicBezTo>
                  <a:lnTo>
                    <a:pt x="1979636" y="1059518"/>
                  </a:lnTo>
                  <a:cubicBezTo>
                    <a:pt x="1984858" y="1059518"/>
                    <a:pt x="1984858" y="1059518"/>
                    <a:pt x="1989910" y="1054320"/>
                  </a:cubicBezTo>
                  <a:lnTo>
                    <a:pt x="1989910" y="1049123"/>
                  </a:lnTo>
                  <a:cubicBezTo>
                    <a:pt x="1989910" y="1049123"/>
                    <a:pt x="1989910" y="1049123"/>
                    <a:pt x="1989910" y="1043925"/>
                  </a:cubicBezTo>
                  <a:lnTo>
                    <a:pt x="1995300" y="1043925"/>
                  </a:lnTo>
                  <a:cubicBezTo>
                    <a:pt x="1995300" y="1043925"/>
                    <a:pt x="2000521" y="1038727"/>
                    <a:pt x="2000521" y="1033529"/>
                  </a:cubicBezTo>
                  <a:close/>
                  <a:moveTo>
                    <a:pt x="1766407" y="1023226"/>
                  </a:moveTo>
                  <a:cubicBezTo>
                    <a:pt x="1771792" y="1023226"/>
                    <a:pt x="1771792" y="1023226"/>
                    <a:pt x="1771792" y="1023226"/>
                  </a:cubicBezTo>
                  <a:cubicBezTo>
                    <a:pt x="1777010" y="1023226"/>
                    <a:pt x="1777010" y="1028280"/>
                    <a:pt x="1782228" y="1028280"/>
                  </a:cubicBezTo>
                  <a:cubicBezTo>
                    <a:pt x="1782228" y="1028280"/>
                    <a:pt x="1782228" y="1028280"/>
                    <a:pt x="1787445" y="1028280"/>
                  </a:cubicBezTo>
                  <a:cubicBezTo>
                    <a:pt x="1792663" y="1028280"/>
                    <a:pt x="1792663" y="1028280"/>
                    <a:pt x="1792663" y="1028280"/>
                  </a:cubicBezTo>
                  <a:cubicBezTo>
                    <a:pt x="1792663" y="1028280"/>
                    <a:pt x="1797880" y="1028280"/>
                    <a:pt x="1803098" y="1033671"/>
                  </a:cubicBezTo>
                  <a:cubicBezTo>
                    <a:pt x="1803098" y="1033671"/>
                    <a:pt x="1803098" y="1033671"/>
                    <a:pt x="1803098" y="1038893"/>
                  </a:cubicBezTo>
                  <a:cubicBezTo>
                    <a:pt x="1808316" y="1038893"/>
                    <a:pt x="1808316" y="1044116"/>
                    <a:pt x="1813533" y="1044116"/>
                  </a:cubicBezTo>
                  <a:cubicBezTo>
                    <a:pt x="1813533" y="1044116"/>
                    <a:pt x="1813533" y="1044116"/>
                    <a:pt x="1818751" y="1049339"/>
                  </a:cubicBezTo>
                  <a:lnTo>
                    <a:pt x="1818751" y="1054561"/>
                  </a:lnTo>
                  <a:cubicBezTo>
                    <a:pt x="1818751" y="1059784"/>
                    <a:pt x="1818751" y="1059784"/>
                    <a:pt x="1818751" y="1059784"/>
                  </a:cubicBezTo>
                  <a:cubicBezTo>
                    <a:pt x="1813533" y="1054561"/>
                    <a:pt x="1813533" y="1054561"/>
                    <a:pt x="1813533" y="1054561"/>
                  </a:cubicBezTo>
                  <a:cubicBezTo>
                    <a:pt x="1813533" y="1054561"/>
                    <a:pt x="1813533" y="1054561"/>
                    <a:pt x="1803098" y="1064838"/>
                  </a:cubicBezTo>
                  <a:lnTo>
                    <a:pt x="1803098" y="1070229"/>
                  </a:lnTo>
                  <a:lnTo>
                    <a:pt x="1797880" y="1070229"/>
                  </a:lnTo>
                  <a:cubicBezTo>
                    <a:pt x="1792663" y="1075452"/>
                    <a:pt x="1792663" y="1075452"/>
                    <a:pt x="1792663" y="1080674"/>
                  </a:cubicBezTo>
                  <a:cubicBezTo>
                    <a:pt x="1787445" y="1080674"/>
                    <a:pt x="1787445" y="1080674"/>
                    <a:pt x="1787445" y="1080674"/>
                  </a:cubicBezTo>
                  <a:cubicBezTo>
                    <a:pt x="1782228" y="1080674"/>
                    <a:pt x="1782228" y="1080674"/>
                    <a:pt x="1782228" y="1080674"/>
                  </a:cubicBezTo>
                  <a:lnTo>
                    <a:pt x="1777010" y="1080674"/>
                  </a:lnTo>
                  <a:cubicBezTo>
                    <a:pt x="1777010" y="1080674"/>
                    <a:pt x="1777010" y="1080674"/>
                    <a:pt x="1777010" y="1075452"/>
                  </a:cubicBezTo>
                  <a:cubicBezTo>
                    <a:pt x="1771792" y="1075452"/>
                    <a:pt x="1771792" y="1075452"/>
                    <a:pt x="1771792" y="1075452"/>
                  </a:cubicBezTo>
                  <a:cubicBezTo>
                    <a:pt x="1766407" y="1075452"/>
                    <a:pt x="1766407" y="1075452"/>
                    <a:pt x="1766407" y="1075452"/>
                  </a:cubicBezTo>
                  <a:cubicBezTo>
                    <a:pt x="1766407" y="1075452"/>
                    <a:pt x="1761357" y="1075452"/>
                    <a:pt x="1756140" y="1075452"/>
                  </a:cubicBezTo>
                  <a:lnTo>
                    <a:pt x="1750922" y="1070229"/>
                  </a:lnTo>
                  <a:cubicBezTo>
                    <a:pt x="1750922" y="1064838"/>
                    <a:pt x="1750922" y="1064838"/>
                    <a:pt x="1750922" y="1064838"/>
                  </a:cubicBezTo>
                  <a:cubicBezTo>
                    <a:pt x="1750922" y="1064838"/>
                    <a:pt x="1750922" y="1064838"/>
                    <a:pt x="1750922" y="1038893"/>
                  </a:cubicBezTo>
                  <a:cubicBezTo>
                    <a:pt x="1750922" y="1038893"/>
                    <a:pt x="1750922" y="1038893"/>
                    <a:pt x="1766407" y="1038893"/>
                  </a:cubicBezTo>
                  <a:cubicBezTo>
                    <a:pt x="1766407" y="1038893"/>
                    <a:pt x="1766407" y="1038893"/>
                    <a:pt x="1766407" y="1023226"/>
                  </a:cubicBezTo>
                  <a:close/>
                  <a:moveTo>
                    <a:pt x="1855093" y="1023179"/>
                  </a:moveTo>
                  <a:cubicBezTo>
                    <a:pt x="1855093" y="1028187"/>
                    <a:pt x="1855093" y="1028187"/>
                    <a:pt x="1855093" y="1028187"/>
                  </a:cubicBezTo>
                  <a:cubicBezTo>
                    <a:pt x="1855093" y="1033529"/>
                    <a:pt x="1855093" y="1033529"/>
                    <a:pt x="1855093" y="1033529"/>
                  </a:cubicBezTo>
                  <a:cubicBezTo>
                    <a:pt x="1855093" y="1038704"/>
                    <a:pt x="1860226" y="1038704"/>
                    <a:pt x="1860226" y="1038704"/>
                  </a:cubicBezTo>
                  <a:cubicBezTo>
                    <a:pt x="1860226" y="1038704"/>
                    <a:pt x="1860226" y="1038704"/>
                    <a:pt x="1860226" y="1043879"/>
                  </a:cubicBezTo>
                  <a:lnTo>
                    <a:pt x="1855093" y="1043879"/>
                  </a:lnTo>
                  <a:cubicBezTo>
                    <a:pt x="1855093" y="1043879"/>
                    <a:pt x="1849961" y="1043879"/>
                    <a:pt x="1849961" y="1038704"/>
                  </a:cubicBezTo>
                  <a:cubicBezTo>
                    <a:pt x="1849961" y="1038704"/>
                    <a:pt x="1849961" y="1038704"/>
                    <a:pt x="1849961" y="1033529"/>
                  </a:cubicBezTo>
                  <a:cubicBezTo>
                    <a:pt x="1855093" y="1028187"/>
                    <a:pt x="1855093" y="1028187"/>
                    <a:pt x="1855093" y="1023179"/>
                  </a:cubicBezTo>
                  <a:close/>
                  <a:moveTo>
                    <a:pt x="2857568" y="1018003"/>
                  </a:moveTo>
                  <a:cubicBezTo>
                    <a:pt x="2857568" y="1023204"/>
                    <a:pt x="2862760" y="1028238"/>
                    <a:pt x="2862760" y="1028238"/>
                  </a:cubicBezTo>
                  <a:cubicBezTo>
                    <a:pt x="2862760" y="1033607"/>
                    <a:pt x="2862760" y="1033607"/>
                    <a:pt x="2862760" y="1033607"/>
                  </a:cubicBezTo>
                  <a:lnTo>
                    <a:pt x="2862760" y="1038809"/>
                  </a:lnTo>
                  <a:cubicBezTo>
                    <a:pt x="2862760" y="1044010"/>
                    <a:pt x="2862760" y="1044010"/>
                    <a:pt x="2867953" y="1049212"/>
                  </a:cubicBezTo>
                  <a:cubicBezTo>
                    <a:pt x="2867953" y="1049212"/>
                    <a:pt x="2867953" y="1054413"/>
                    <a:pt x="2873145" y="1054413"/>
                  </a:cubicBezTo>
                  <a:cubicBezTo>
                    <a:pt x="2873145" y="1054413"/>
                    <a:pt x="2873145" y="1054413"/>
                    <a:pt x="2878338" y="1049212"/>
                  </a:cubicBezTo>
                  <a:lnTo>
                    <a:pt x="2878338" y="1054413"/>
                  </a:lnTo>
                  <a:cubicBezTo>
                    <a:pt x="2883530" y="1059614"/>
                    <a:pt x="2883530" y="1064648"/>
                    <a:pt x="2883530" y="1064648"/>
                  </a:cubicBezTo>
                  <a:cubicBezTo>
                    <a:pt x="2883530" y="1070017"/>
                    <a:pt x="2883530" y="1070017"/>
                    <a:pt x="2883530" y="1075219"/>
                  </a:cubicBezTo>
                  <a:cubicBezTo>
                    <a:pt x="2883530" y="1075219"/>
                    <a:pt x="2883530" y="1075219"/>
                    <a:pt x="2888722" y="1080420"/>
                  </a:cubicBezTo>
                  <a:cubicBezTo>
                    <a:pt x="2888722" y="1080420"/>
                    <a:pt x="2888722" y="1080420"/>
                    <a:pt x="2888722" y="1085454"/>
                  </a:cubicBezTo>
                  <a:cubicBezTo>
                    <a:pt x="2888722" y="1090823"/>
                    <a:pt x="2888722" y="1096025"/>
                    <a:pt x="2893915" y="1101226"/>
                  </a:cubicBezTo>
                  <a:cubicBezTo>
                    <a:pt x="2893915" y="1106260"/>
                    <a:pt x="2899107" y="1106260"/>
                    <a:pt x="2904300" y="1106260"/>
                  </a:cubicBezTo>
                  <a:lnTo>
                    <a:pt x="2904300" y="1111629"/>
                  </a:lnTo>
                  <a:cubicBezTo>
                    <a:pt x="2909492" y="1111629"/>
                    <a:pt x="2909492" y="1111629"/>
                    <a:pt x="2909492" y="1111629"/>
                  </a:cubicBezTo>
                  <a:cubicBezTo>
                    <a:pt x="2914684" y="1116831"/>
                    <a:pt x="2914684" y="1116831"/>
                    <a:pt x="2914684" y="1116831"/>
                  </a:cubicBezTo>
                  <a:cubicBezTo>
                    <a:pt x="2914684" y="1122032"/>
                    <a:pt x="2914684" y="1122032"/>
                    <a:pt x="2919877" y="1122032"/>
                  </a:cubicBezTo>
                  <a:lnTo>
                    <a:pt x="2919877" y="1127066"/>
                  </a:lnTo>
                  <a:cubicBezTo>
                    <a:pt x="2919877" y="1127066"/>
                    <a:pt x="2919877" y="1127066"/>
                    <a:pt x="2919877" y="1132435"/>
                  </a:cubicBezTo>
                  <a:cubicBezTo>
                    <a:pt x="2919877" y="1137636"/>
                    <a:pt x="2919877" y="1137636"/>
                    <a:pt x="2925069" y="1137636"/>
                  </a:cubicBezTo>
                  <a:cubicBezTo>
                    <a:pt x="2925069" y="1142838"/>
                    <a:pt x="2925069" y="1142838"/>
                    <a:pt x="2930262" y="1142838"/>
                  </a:cubicBezTo>
                  <a:cubicBezTo>
                    <a:pt x="2935454" y="1147872"/>
                    <a:pt x="2935454" y="1147872"/>
                    <a:pt x="2940646" y="1153241"/>
                  </a:cubicBezTo>
                  <a:cubicBezTo>
                    <a:pt x="2940646" y="1158442"/>
                    <a:pt x="2945839" y="1158442"/>
                    <a:pt x="2945839" y="1158442"/>
                  </a:cubicBezTo>
                  <a:cubicBezTo>
                    <a:pt x="2945839" y="1163644"/>
                    <a:pt x="2945839" y="1163644"/>
                    <a:pt x="2951031" y="1163644"/>
                  </a:cubicBezTo>
                  <a:lnTo>
                    <a:pt x="2951031" y="1168677"/>
                  </a:lnTo>
                  <a:cubicBezTo>
                    <a:pt x="2951031" y="1168677"/>
                    <a:pt x="2951031" y="1168677"/>
                    <a:pt x="2956224" y="1168677"/>
                  </a:cubicBezTo>
                  <a:lnTo>
                    <a:pt x="2956224" y="1174047"/>
                  </a:lnTo>
                  <a:cubicBezTo>
                    <a:pt x="2956224" y="1174047"/>
                    <a:pt x="2956224" y="1174047"/>
                    <a:pt x="2956224" y="1179248"/>
                  </a:cubicBezTo>
                  <a:cubicBezTo>
                    <a:pt x="2956224" y="1184449"/>
                    <a:pt x="2956224" y="1184449"/>
                    <a:pt x="2951031" y="1184449"/>
                  </a:cubicBezTo>
                  <a:cubicBezTo>
                    <a:pt x="2951031" y="1189483"/>
                    <a:pt x="2951031" y="1189483"/>
                    <a:pt x="2956224" y="1194852"/>
                  </a:cubicBezTo>
                  <a:cubicBezTo>
                    <a:pt x="2956224" y="1200054"/>
                    <a:pt x="2956224" y="1200054"/>
                    <a:pt x="2956224" y="1200054"/>
                  </a:cubicBezTo>
                  <a:lnTo>
                    <a:pt x="2956224" y="1205255"/>
                  </a:lnTo>
                  <a:cubicBezTo>
                    <a:pt x="2956224" y="1210289"/>
                    <a:pt x="2956224" y="1220860"/>
                    <a:pt x="2956224" y="1220860"/>
                  </a:cubicBezTo>
                  <a:cubicBezTo>
                    <a:pt x="2956224" y="1220860"/>
                    <a:pt x="2956224" y="1226061"/>
                    <a:pt x="2951031" y="1231095"/>
                  </a:cubicBezTo>
                  <a:cubicBezTo>
                    <a:pt x="2951031" y="1231095"/>
                    <a:pt x="2951031" y="1236464"/>
                    <a:pt x="2951031" y="1241665"/>
                  </a:cubicBezTo>
                  <a:cubicBezTo>
                    <a:pt x="2945839" y="1241665"/>
                    <a:pt x="2945839" y="1241665"/>
                    <a:pt x="2945839" y="1246867"/>
                  </a:cubicBezTo>
                  <a:cubicBezTo>
                    <a:pt x="2940646" y="1246867"/>
                    <a:pt x="2935454" y="1251900"/>
                    <a:pt x="2935454" y="1257270"/>
                  </a:cubicBezTo>
                  <a:lnTo>
                    <a:pt x="2935454" y="1262471"/>
                  </a:lnTo>
                  <a:cubicBezTo>
                    <a:pt x="2935454" y="1267505"/>
                    <a:pt x="2930262" y="1272706"/>
                    <a:pt x="2925069" y="1283277"/>
                  </a:cubicBezTo>
                  <a:cubicBezTo>
                    <a:pt x="2925069" y="1288311"/>
                    <a:pt x="2925069" y="1293512"/>
                    <a:pt x="2925069" y="1293512"/>
                  </a:cubicBezTo>
                  <a:cubicBezTo>
                    <a:pt x="2925069" y="1298881"/>
                    <a:pt x="2925069" y="1298881"/>
                    <a:pt x="2925069" y="1298881"/>
                  </a:cubicBezTo>
                  <a:cubicBezTo>
                    <a:pt x="2925069" y="1298881"/>
                    <a:pt x="2925069" y="1298881"/>
                    <a:pt x="2919877" y="1298881"/>
                  </a:cubicBezTo>
                  <a:cubicBezTo>
                    <a:pt x="2919877" y="1298881"/>
                    <a:pt x="2919877" y="1298881"/>
                    <a:pt x="2914684" y="1298881"/>
                  </a:cubicBezTo>
                  <a:cubicBezTo>
                    <a:pt x="2909492" y="1298881"/>
                    <a:pt x="2904300" y="1298881"/>
                    <a:pt x="2904300" y="1304083"/>
                  </a:cubicBezTo>
                  <a:cubicBezTo>
                    <a:pt x="2899107" y="1304083"/>
                    <a:pt x="2899107" y="1309116"/>
                    <a:pt x="2893915" y="1309116"/>
                  </a:cubicBezTo>
                  <a:cubicBezTo>
                    <a:pt x="2888722" y="1304083"/>
                    <a:pt x="2888722" y="1304083"/>
                    <a:pt x="2883530" y="1304083"/>
                  </a:cubicBezTo>
                  <a:cubicBezTo>
                    <a:pt x="2878338" y="1304083"/>
                    <a:pt x="2878338" y="1304083"/>
                    <a:pt x="2873145" y="1304083"/>
                  </a:cubicBezTo>
                  <a:lnTo>
                    <a:pt x="2873145" y="1309116"/>
                  </a:lnTo>
                  <a:cubicBezTo>
                    <a:pt x="2867953" y="1309116"/>
                    <a:pt x="2867953" y="1309116"/>
                    <a:pt x="2867953" y="1309116"/>
                  </a:cubicBezTo>
                  <a:cubicBezTo>
                    <a:pt x="2862760" y="1304083"/>
                    <a:pt x="2862760" y="1304083"/>
                    <a:pt x="2857568" y="1304083"/>
                  </a:cubicBezTo>
                  <a:cubicBezTo>
                    <a:pt x="2857568" y="1304083"/>
                    <a:pt x="2857568" y="1304083"/>
                    <a:pt x="2852375" y="1304083"/>
                  </a:cubicBezTo>
                  <a:cubicBezTo>
                    <a:pt x="2847183" y="1304083"/>
                    <a:pt x="2847183" y="1304083"/>
                    <a:pt x="2847183" y="1304083"/>
                  </a:cubicBezTo>
                  <a:cubicBezTo>
                    <a:pt x="2841991" y="1304083"/>
                    <a:pt x="2841991" y="1298881"/>
                    <a:pt x="2841991" y="1298881"/>
                  </a:cubicBezTo>
                  <a:lnTo>
                    <a:pt x="2836798" y="1293512"/>
                  </a:lnTo>
                  <a:cubicBezTo>
                    <a:pt x="2836798" y="1288311"/>
                    <a:pt x="2836798" y="1283277"/>
                    <a:pt x="2831606" y="1278075"/>
                  </a:cubicBezTo>
                  <a:lnTo>
                    <a:pt x="2826413" y="1272706"/>
                  </a:lnTo>
                  <a:cubicBezTo>
                    <a:pt x="2826413" y="1272706"/>
                    <a:pt x="2826413" y="1272706"/>
                    <a:pt x="2826413" y="1267505"/>
                  </a:cubicBezTo>
                  <a:cubicBezTo>
                    <a:pt x="2826413" y="1267505"/>
                    <a:pt x="2821221" y="1262471"/>
                    <a:pt x="2821221" y="1257270"/>
                  </a:cubicBezTo>
                  <a:cubicBezTo>
                    <a:pt x="2821221" y="1251900"/>
                    <a:pt x="2821221" y="1251900"/>
                    <a:pt x="2821221" y="1246867"/>
                  </a:cubicBezTo>
                  <a:cubicBezTo>
                    <a:pt x="2821221" y="1246867"/>
                    <a:pt x="2821221" y="1246867"/>
                    <a:pt x="2821221" y="1241665"/>
                  </a:cubicBezTo>
                  <a:cubicBezTo>
                    <a:pt x="2821221" y="1241665"/>
                    <a:pt x="2821221" y="1241665"/>
                    <a:pt x="2810836" y="1241665"/>
                  </a:cubicBezTo>
                  <a:cubicBezTo>
                    <a:pt x="2810836" y="1241665"/>
                    <a:pt x="2810836" y="1241665"/>
                    <a:pt x="2810836" y="1246867"/>
                  </a:cubicBezTo>
                  <a:lnTo>
                    <a:pt x="2810836" y="1251900"/>
                  </a:lnTo>
                  <a:cubicBezTo>
                    <a:pt x="2805644" y="1251900"/>
                    <a:pt x="2800451" y="1257270"/>
                    <a:pt x="2800451" y="1262471"/>
                  </a:cubicBezTo>
                  <a:cubicBezTo>
                    <a:pt x="2795259" y="1262471"/>
                    <a:pt x="2795259" y="1262471"/>
                    <a:pt x="2795259" y="1262471"/>
                  </a:cubicBezTo>
                  <a:cubicBezTo>
                    <a:pt x="2795259" y="1257270"/>
                    <a:pt x="2790067" y="1251900"/>
                    <a:pt x="2790067" y="1246867"/>
                  </a:cubicBezTo>
                  <a:lnTo>
                    <a:pt x="2784874" y="1246867"/>
                  </a:lnTo>
                  <a:cubicBezTo>
                    <a:pt x="2784874" y="1241665"/>
                    <a:pt x="2779682" y="1236464"/>
                    <a:pt x="2774489" y="1236464"/>
                  </a:cubicBezTo>
                  <a:cubicBezTo>
                    <a:pt x="2769297" y="1236464"/>
                    <a:pt x="2764105" y="1236464"/>
                    <a:pt x="2764105" y="1231095"/>
                  </a:cubicBezTo>
                  <a:cubicBezTo>
                    <a:pt x="2758912" y="1231095"/>
                    <a:pt x="2758912" y="1231095"/>
                    <a:pt x="2753720" y="1231095"/>
                  </a:cubicBezTo>
                  <a:lnTo>
                    <a:pt x="2748527" y="1231095"/>
                  </a:lnTo>
                  <a:lnTo>
                    <a:pt x="2743502" y="1231095"/>
                  </a:lnTo>
                  <a:lnTo>
                    <a:pt x="2738143" y="1231095"/>
                  </a:lnTo>
                  <a:cubicBezTo>
                    <a:pt x="2738143" y="1231095"/>
                    <a:pt x="2738143" y="1231095"/>
                    <a:pt x="2732950" y="1231095"/>
                  </a:cubicBezTo>
                  <a:cubicBezTo>
                    <a:pt x="2732950" y="1231095"/>
                    <a:pt x="2727758" y="1231095"/>
                    <a:pt x="2727758" y="1236464"/>
                  </a:cubicBezTo>
                  <a:lnTo>
                    <a:pt x="2722565" y="1236464"/>
                  </a:lnTo>
                  <a:cubicBezTo>
                    <a:pt x="2712180" y="1236464"/>
                    <a:pt x="2706988" y="1241665"/>
                    <a:pt x="2701963" y="1241665"/>
                  </a:cubicBezTo>
                  <a:cubicBezTo>
                    <a:pt x="2691411" y="1241665"/>
                    <a:pt x="2686218" y="1246867"/>
                    <a:pt x="2686218" y="1246867"/>
                  </a:cubicBezTo>
                  <a:cubicBezTo>
                    <a:pt x="2686218" y="1251900"/>
                    <a:pt x="2686218" y="1251900"/>
                    <a:pt x="2686218" y="1251900"/>
                  </a:cubicBezTo>
                  <a:cubicBezTo>
                    <a:pt x="2686218" y="1251900"/>
                    <a:pt x="2686218" y="1251900"/>
                    <a:pt x="2686218" y="1257270"/>
                  </a:cubicBezTo>
                  <a:cubicBezTo>
                    <a:pt x="2681194" y="1257270"/>
                    <a:pt x="2681194" y="1257270"/>
                    <a:pt x="2681194" y="1257270"/>
                  </a:cubicBezTo>
                  <a:cubicBezTo>
                    <a:pt x="2675834" y="1257270"/>
                    <a:pt x="2670641" y="1257270"/>
                    <a:pt x="2670641" y="1257270"/>
                  </a:cubicBezTo>
                  <a:cubicBezTo>
                    <a:pt x="2670641" y="1257270"/>
                    <a:pt x="2665449" y="1257270"/>
                    <a:pt x="2660424" y="1257270"/>
                  </a:cubicBezTo>
                  <a:cubicBezTo>
                    <a:pt x="2655064" y="1257270"/>
                    <a:pt x="2655064" y="1257270"/>
                    <a:pt x="2655064" y="1257270"/>
                  </a:cubicBezTo>
                  <a:cubicBezTo>
                    <a:pt x="2644679" y="1257270"/>
                    <a:pt x="2634294" y="1262471"/>
                    <a:pt x="2634294" y="1267505"/>
                  </a:cubicBezTo>
                  <a:lnTo>
                    <a:pt x="2629102" y="1267505"/>
                  </a:lnTo>
                  <a:cubicBezTo>
                    <a:pt x="2623910" y="1267505"/>
                    <a:pt x="2623910" y="1267505"/>
                    <a:pt x="2623910" y="1267505"/>
                  </a:cubicBezTo>
                  <a:cubicBezTo>
                    <a:pt x="2623910" y="1267505"/>
                    <a:pt x="2618885" y="1267505"/>
                    <a:pt x="2613525" y="1267505"/>
                  </a:cubicBezTo>
                  <a:lnTo>
                    <a:pt x="2613525" y="1262471"/>
                  </a:lnTo>
                  <a:cubicBezTo>
                    <a:pt x="2613525" y="1262471"/>
                    <a:pt x="2608332" y="1262471"/>
                    <a:pt x="2608332" y="1257270"/>
                  </a:cubicBezTo>
                  <a:cubicBezTo>
                    <a:pt x="2613525" y="1257270"/>
                    <a:pt x="2613525" y="1257270"/>
                    <a:pt x="2613525" y="1251900"/>
                  </a:cubicBezTo>
                  <a:cubicBezTo>
                    <a:pt x="2613525" y="1251900"/>
                    <a:pt x="2613525" y="1251900"/>
                    <a:pt x="2613525" y="1246867"/>
                  </a:cubicBezTo>
                  <a:cubicBezTo>
                    <a:pt x="2613525" y="1246867"/>
                    <a:pt x="2613525" y="1241665"/>
                    <a:pt x="2613525" y="1236464"/>
                  </a:cubicBezTo>
                  <a:cubicBezTo>
                    <a:pt x="2608332" y="1226061"/>
                    <a:pt x="2608332" y="1220860"/>
                    <a:pt x="2608332" y="1220860"/>
                  </a:cubicBezTo>
                  <a:lnTo>
                    <a:pt x="2608332" y="1210289"/>
                  </a:lnTo>
                  <a:cubicBezTo>
                    <a:pt x="2608332" y="1205255"/>
                    <a:pt x="2603140" y="1205255"/>
                    <a:pt x="2603140" y="1200054"/>
                  </a:cubicBezTo>
                  <a:lnTo>
                    <a:pt x="2598115" y="1194852"/>
                  </a:lnTo>
                  <a:cubicBezTo>
                    <a:pt x="2598115" y="1189483"/>
                    <a:pt x="2598115" y="1184449"/>
                    <a:pt x="2598115" y="1184449"/>
                  </a:cubicBezTo>
                  <a:cubicBezTo>
                    <a:pt x="2598115" y="1184449"/>
                    <a:pt x="2592755" y="1184449"/>
                    <a:pt x="2592755" y="1179248"/>
                  </a:cubicBezTo>
                  <a:cubicBezTo>
                    <a:pt x="2598115" y="1179248"/>
                    <a:pt x="2598115" y="1179248"/>
                    <a:pt x="2598115" y="1179248"/>
                  </a:cubicBezTo>
                  <a:cubicBezTo>
                    <a:pt x="2598115" y="1179248"/>
                    <a:pt x="2598115" y="1174047"/>
                    <a:pt x="2603140" y="1174047"/>
                  </a:cubicBezTo>
                  <a:cubicBezTo>
                    <a:pt x="2603140" y="1168677"/>
                    <a:pt x="2598115" y="1163644"/>
                    <a:pt x="2598115" y="1163644"/>
                  </a:cubicBezTo>
                  <a:cubicBezTo>
                    <a:pt x="2592755" y="1158442"/>
                    <a:pt x="2592755" y="1158442"/>
                    <a:pt x="2592755" y="1153241"/>
                  </a:cubicBezTo>
                  <a:cubicBezTo>
                    <a:pt x="2598115" y="1147872"/>
                    <a:pt x="2598115" y="1147872"/>
                    <a:pt x="2598115" y="1142838"/>
                  </a:cubicBezTo>
                  <a:cubicBezTo>
                    <a:pt x="2598115" y="1142838"/>
                    <a:pt x="2598115" y="1142838"/>
                    <a:pt x="2598115" y="1137636"/>
                  </a:cubicBezTo>
                  <a:cubicBezTo>
                    <a:pt x="2603140" y="1137636"/>
                    <a:pt x="2603140" y="1137636"/>
                    <a:pt x="2603140" y="1137636"/>
                  </a:cubicBezTo>
                  <a:cubicBezTo>
                    <a:pt x="2603140" y="1132435"/>
                    <a:pt x="2603140" y="1132435"/>
                    <a:pt x="2603140" y="1132435"/>
                  </a:cubicBezTo>
                  <a:cubicBezTo>
                    <a:pt x="2608332" y="1132435"/>
                    <a:pt x="2613525" y="1127066"/>
                    <a:pt x="2618885" y="1122032"/>
                  </a:cubicBezTo>
                  <a:lnTo>
                    <a:pt x="2623910" y="1122032"/>
                  </a:lnTo>
                  <a:cubicBezTo>
                    <a:pt x="2623910" y="1122032"/>
                    <a:pt x="2623910" y="1122032"/>
                    <a:pt x="2629102" y="1122032"/>
                  </a:cubicBezTo>
                  <a:cubicBezTo>
                    <a:pt x="2629102" y="1122032"/>
                    <a:pt x="2634294" y="1122032"/>
                    <a:pt x="2634294" y="1116831"/>
                  </a:cubicBezTo>
                  <a:cubicBezTo>
                    <a:pt x="2639654" y="1116831"/>
                    <a:pt x="2639654" y="1111629"/>
                    <a:pt x="2644679" y="1111629"/>
                  </a:cubicBezTo>
                  <a:cubicBezTo>
                    <a:pt x="2644679" y="1111629"/>
                    <a:pt x="2644679" y="1111629"/>
                    <a:pt x="2649872" y="1111629"/>
                  </a:cubicBezTo>
                  <a:cubicBezTo>
                    <a:pt x="2649872" y="1111629"/>
                    <a:pt x="2649872" y="1111629"/>
                    <a:pt x="2655064" y="1111629"/>
                  </a:cubicBezTo>
                  <a:cubicBezTo>
                    <a:pt x="2660424" y="1111629"/>
                    <a:pt x="2660424" y="1111629"/>
                    <a:pt x="2660424" y="1106260"/>
                  </a:cubicBezTo>
                  <a:cubicBezTo>
                    <a:pt x="2665449" y="1101226"/>
                    <a:pt x="2670641" y="1096025"/>
                    <a:pt x="2670641" y="1096025"/>
                  </a:cubicBezTo>
                  <a:cubicBezTo>
                    <a:pt x="2675834" y="1090823"/>
                    <a:pt x="2675834" y="1090823"/>
                    <a:pt x="2675834" y="1085454"/>
                  </a:cubicBezTo>
                  <a:lnTo>
                    <a:pt x="2675834" y="1080420"/>
                  </a:lnTo>
                  <a:cubicBezTo>
                    <a:pt x="2681194" y="1080420"/>
                    <a:pt x="2681194" y="1080420"/>
                    <a:pt x="2681194" y="1085454"/>
                  </a:cubicBezTo>
                  <a:cubicBezTo>
                    <a:pt x="2681194" y="1085454"/>
                    <a:pt x="2681194" y="1085454"/>
                    <a:pt x="2686218" y="1106260"/>
                  </a:cubicBezTo>
                  <a:cubicBezTo>
                    <a:pt x="2686218" y="1106260"/>
                    <a:pt x="2686218" y="1106260"/>
                    <a:pt x="2686218" y="1080420"/>
                  </a:cubicBezTo>
                  <a:cubicBezTo>
                    <a:pt x="2686218" y="1080420"/>
                    <a:pt x="2686218" y="1075219"/>
                    <a:pt x="2686218" y="1070017"/>
                  </a:cubicBezTo>
                  <a:cubicBezTo>
                    <a:pt x="2691411" y="1070017"/>
                    <a:pt x="2691411" y="1070017"/>
                    <a:pt x="2691411" y="1070017"/>
                  </a:cubicBezTo>
                  <a:cubicBezTo>
                    <a:pt x="2696603" y="1070017"/>
                    <a:pt x="2696603" y="1070017"/>
                    <a:pt x="2696603" y="1070017"/>
                  </a:cubicBezTo>
                  <a:cubicBezTo>
                    <a:pt x="2701963" y="1064648"/>
                    <a:pt x="2701963" y="1064648"/>
                    <a:pt x="2701963" y="1064648"/>
                  </a:cubicBezTo>
                  <a:cubicBezTo>
                    <a:pt x="2701963" y="1059614"/>
                    <a:pt x="2706988" y="1059614"/>
                    <a:pt x="2706988" y="1059614"/>
                  </a:cubicBezTo>
                  <a:cubicBezTo>
                    <a:pt x="2706988" y="1054413"/>
                    <a:pt x="2706988" y="1049212"/>
                    <a:pt x="2706988" y="1049212"/>
                  </a:cubicBezTo>
                  <a:cubicBezTo>
                    <a:pt x="2712180" y="1049212"/>
                    <a:pt x="2712180" y="1049212"/>
                    <a:pt x="2712180" y="1049212"/>
                  </a:cubicBezTo>
                  <a:cubicBezTo>
                    <a:pt x="2717373" y="1049212"/>
                    <a:pt x="2717373" y="1049212"/>
                    <a:pt x="2717373" y="1049212"/>
                  </a:cubicBezTo>
                  <a:cubicBezTo>
                    <a:pt x="2717373" y="1049212"/>
                    <a:pt x="2722565" y="1049212"/>
                    <a:pt x="2722565" y="1054413"/>
                  </a:cubicBezTo>
                  <a:lnTo>
                    <a:pt x="2722565" y="1059614"/>
                  </a:lnTo>
                  <a:cubicBezTo>
                    <a:pt x="2722565" y="1059614"/>
                    <a:pt x="2722565" y="1059614"/>
                    <a:pt x="2727758" y="1059614"/>
                  </a:cubicBezTo>
                  <a:lnTo>
                    <a:pt x="2732950" y="1059614"/>
                  </a:lnTo>
                  <a:cubicBezTo>
                    <a:pt x="2732950" y="1059614"/>
                    <a:pt x="2732950" y="1059614"/>
                    <a:pt x="2738143" y="1059614"/>
                  </a:cubicBezTo>
                  <a:cubicBezTo>
                    <a:pt x="2738143" y="1059614"/>
                    <a:pt x="2738143" y="1059614"/>
                    <a:pt x="2743502" y="1064648"/>
                  </a:cubicBezTo>
                  <a:cubicBezTo>
                    <a:pt x="2743502" y="1064648"/>
                    <a:pt x="2743502" y="1064648"/>
                    <a:pt x="2743502" y="1054413"/>
                  </a:cubicBezTo>
                  <a:cubicBezTo>
                    <a:pt x="2743502" y="1054413"/>
                    <a:pt x="2743502" y="1054413"/>
                    <a:pt x="2743502" y="1049212"/>
                  </a:cubicBezTo>
                  <a:lnTo>
                    <a:pt x="2743502" y="1044010"/>
                  </a:lnTo>
                  <a:cubicBezTo>
                    <a:pt x="2748527" y="1044010"/>
                    <a:pt x="2748527" y="1044010"/>
                    <a:pt x="2748527" y="1038809"/>
                  </a:cubicBezTo>
                  <a:cubicBezTo>
                    <a:pt x="2753720" y="1038809"/>
                    <a:pt x="2753720" y="1033607"/>
                    <a:pt x="2753720" y="1033607"/>
                  </a:cubicBezTo>
                  <a:lnTo>
                    <a:pt x="2753720" y="1028238"/>
                  </a:lnTo>
                  <a:cubicBezTo>
                    <a:pt x="2758912" y="1028238"/>
                    <a:pt x="2758912" y="1028238"/>
                    <a:pt x="2758912" y="1028238"/>
                  </a:cubicBezTo>
                  <a:cubicBezTo>
                    <a:pt x="2764105" y="1028238"/>
                    <a:pt x="2764105" y="1033607"/>
                    <a:pt x="2764105" y="1033607"/>
                  </a:cubicBezTo>
                  <a:lnTo>
                    <a:pt x="2769297" y="1028238"/>
                  </a:lnTo>
                  <a:lnTo>
                    <a:pt x="2769297" y="1023204"/>
                  </a:lnTo>
                  <a:cubicBezTo>
                    <a:pt x="2774489" y="1023204"/>
                    <a:pt x="2774489" y="1028238"/>
                    <a:pt x="2774489" y="1028238"/>
                  </a:cubicBezTo>
                  <a:cubicBezTo>
                    <a:pt x="2779682" y="1028238"/>
                    <a:pt x="2779682" y="1028238"/>
                    <a:pt x="2779682" y="1023204"/>
                  </a:cubicBezTo>
                  <a:cubicBezTo>
                    <a:pt x="2779682" y="1028238"/>
                    <a:pt x="2784874" y="1028238"/>
                    <a:pt x="2784874" y="1028238"/>
                  </a:cubicBezTo>
                  <a:lnTo>
                    <a:pt x="2790067" y="1028238"/>
                  </a:lnTo>
                  <a:cubicBezTo>
                    <a:pt x="2790067" y="1028238"/>
                    <a:pt x="2790067" y="1028238"/>
                    <a:pt x="2795259" y="1028238"/>
                  </a:cubicBezTo>
                  <a:lnTo>
                    <a:pt x="2800451" y="1028238"/>
                  </a:lnTo>
                  <a:cubicBezTo>
                    <a:pt x="2800451" y="1028238"/>
                    <a:pt x="2800451" y="1028238"/>
                    <a:pt x="2805644" y="1028238"/>
                  </a:cubicBezTo>
                  <a:lnTo>
                    <a:pt x="2805644" y="1033607"/>
                  </a:lnTo>
                  <a:cubicBezTo>
                    <a:pt x="2800451" y="1033607"/>
                    <a:pt x="2800451" y="1033607"/>
                    <a:pt x="2800451" y="1033607"/>
                  </a:cubicBezTo>
                  <a:cubicBezTo>
                    <a:pt x="2795259" y="1033607"/>
                    <a:pt x="2795259" y="1033607"/>
                    <a:pt x="2795259" y="1038809"/>
                  </a:cubicBezTo>
                  <a:lnTo>
                    <a:pt x="2790067" y="1044010"/>
                  </a:lnTo>
                  <a:cubicBezTo>
                    <a:pt x="2790067" y="1049212"/>
                    <a:pt x="2790067" y="1049212"/>
                    <a:pt x="2790067" y="1049212"/>
                  </a:cubicBezTo>
                  <a:lnTo>
                    <a:pt x="2790067" y="1054413"/>
                  </a:lnTo>
                  <a:cubicBezTo>
                    <a:pt x="2795259" y="1059614"/>
                    <a:pt x="2800451" y="1064648"/>
                    <a:pt x="2805644" y="1070017"/>
                  </a:cubicBezTo>
                  <a:cubicBezTo>
                    <a:pt x="2805644" y="1070017"/>
                    <a:pt x="2805644" y="1070017"/>
                    <a:pt x="2810836" y="1075219"/>
                  </a:cubicBezTo>
                  <a:lnTo>
                    <a:pt x="2816029" y="1080420"/>
                  </a:lnTo>
                  <a:lnTo>
                    <a:pt x="2821221" y="1080420"/>
                  </a:lnTo>
                  <a:cubicBezTo>
                    <a:pt x="2821221" y="1080420"/>
                    <a:pt x="2821221" y="1080420"/>
                    <a:pt x="2826413" y="1080420"/>
                  </a:cubicBezTo>
                  <a:cubicBezTo>
                    <a:pt x="2826413" y="1085454"/>
                    <a:pt x="2831606" y="1085454"/>
                    <a:pt x="2836798" y="1090823"/>
                  </a:cubicBezTo>
                  <a:cubicBezTo>
                    <a:pt x="2836798" y="1090823"/>
                    <a:pt x="2841991" y="1085454"/>
                    <a:pt x="2847183" y="1085454"/>
                  </a:cubicBezTo>
                  <a:cubicBezTo>
                    <a:pt x="2847183" y="1080420"/>
                    <a:pt x="2852375" y="1075219"/>
                    <a:pt x="2852375" y="1070017"/>
                  </a:cubicBezTo>
                  <a:cubicBezTo>
                    <a:pt x="2852375" y="1064648"/>
                    <a:pt x="2852375" y="1064648"/>
                    <a:pt x="2852375" y="1064648"/>
                  </a:cubicBezTo>
                  <a:cubicBezTo>
                    <a:pt x="2857568" y="1064648"/>
                    <a:pt x="2857568" y="1059614"/>
                    <a:pt x="2857568" y="1054413"/>
                  </a:cubicBezTo>
                  <a:cubicBezTo>
                    <a:pt x="2852375" y="1049212"/>
                    <a:pt x="2852375" y="1038809"/>
                    <a:pt x="2852375" y="1038809"/>
                  </a:cubicBezTo>
                  <a:cubicBezTo>
                    <a:pt x="2857568" y="1033607"/>
                    <a:pt x="2857568" y="1033607"/>
                    <a:pt x="2857568" y="1033607"/>
                  </a:cubicBezTo>
                  <a:cubicBezTo>
                    <a:pt x="2857568" y="1033607"/>
                    <a:pt x="2857568" y="1033607"/>
                    <a:pt x="2857568" y="1028238"/>
                  </a:cubicBezTo>
                  <a:lnTo>
                    <a:pt x="2857568" y="1023204"/>
                  </a:lnTo>
                  <a:close/>
                  <a:moveTo>
                    <a:pt x="1911878" y="1012829"/>
                  </a:moveTo>
                  <a:cubicBezTo>
                    <a:pt x="1911878" y="1018029"/>
                    <a:pt x="1911878" y="1028260"/>
                    <a:pt x="1911878" y="1044027"/>
                  </a:cubicBezTo>
                  <a:lnTo>
                    <a:pt x="1911878" y="1049227"/>
                  </a:lnTo>
                  <a:lnTo>
                    <a:pt x="1911878" y="1054426"/>
                  </a:lnTo>
                  <a:cubicBezTo>
                    <a:pt x="1911878" y="1054426"/>
                    <a:pt x="1911878" y="1054426"/>
                    <a:pt x="1911878" y="1059626"/>
                  </a:cubicBezTo>
                  <a:lnTo>
                    <a:pt x="1911878" y="1064658"/>
                  </a:lnTo>
                  <a:cubicBezTo>
                    <a:pt x="1906829" y="1064658"/>
                    <a:pt x="1901612" y="1070025"/>
                    <a:pt x="1901612" y="1070025"/>
                  </a:cubicBezTo>
                  <a:lnTo>
                    <a:pt x="1896395" y="1075225"/>
                  </a:lnTo>
                  <a:cubicBezTo>
                    <a:pt x="1891177" y="1075225"/>
                    <a:pt x="1885960" y="1075225"/>
                    <a:pt x="1885960" y="1080425"/>
                  </a:cubicBezTo>
                  <a:cubicBezTo>
                    <a:pt x="1885960" y="1080425"/>
                    <a:pt x="1880743" y="1080425"/>
                    <a:pt x="1880743" y="1085456"/>
                  </a:cubicBezTo>
                  <a:cubicBezTo>
                    <a:pt x="1875526" y="1085456"/>
                    <a:pt x="1875526" y="1090824"/>
                    <a:pt x="1875526" y="1090824"/>
                  </a:cubicBezTo>
                  <a:cubicBezTo>
                    <a:pt x="1875526" y="1090824"/>
                    <a:pt x="1865092" y="1096024"/>
                    <a:pt x="1859874" y="1101223"/>
                  </a:cubicBezTo>
                  <a:cubicBezTo>
                    <a:pt x="1859874" y="1101223"/>
                    <a:pt x="1859874" y="1101223"/>
                    <a:pt x="1859874" y="1106255"/>
                  </a:cubicBezTo>
                  <a:cubicBezTo>
                    <a:pt x="1859874" y="1111623"/>
                    <a:pt x="1859874" y="1111623"/>
                    <a:pt x="1859874" y="1111623"/>
                  </a:cubicBezTo>
                  <a:cubicBezTo>
                    <a:pt x="1859874" y="1116822"/>
                    <a:pt x="1859874" y="1122022"/>
                    <a:pt x="1859874" y="1122022"/>
                  </a:cubicBezTo>
                  <a:cubicBezTo>
                    <a:pt x="1865092" y="1127054"/>
                    <a:pt x="1865092" y="1132421"/>
                    <a:pt x="1865092" y="1132421"/>
                  </a:cubicBezTo>
                  <a:cubicBezTo>
                    <a:pt x="1865092" y="1132421"/>
                    <a:pt x="1865092" y="1132421"/>
                    <a:pt x="1865092" y="1137621"/>
                  </a:cubicBezTo>
                  <a:cubicBezTo>
                    <a:pt x="1865092" y="1142821"/>
                    <a:pt x="1865092" y="1147853"/>
                    <a:pt x="1865092" y="1147853"/>
                  </a:cubicBezTo>
                  <a:cubicBezTo>
                    <a:pt x="1865092" y="1153220"/>
                    <a:pt x="1865092" y="1153220"/>
                    <a:pt x="1859874" y="1158420"/>
                  </a:cubicBezTo>
                  <a:cubicBezTo>
                    <a:pt x="1859874" y="1158420"/>
                    <a:pt x="1854657" y="1158420"/>
                    <a:pt x="1849440" y="1158420"/>
                  </a:cubicBezTo>
                  <a:cubicBezTo>
                    <a:pt x="1844223" y="1163619"/>
                    <a:pt x="1844223" y="1163619"/>
                    <a:pt x="1844223" y="1168651"/>
                  </a:cubicBezTo>
                  <a:cubicBezTo>
                    <a:pt x="1844223" y="1168651"/>
                    <a:pt x="1844223" y="1168651"/>
                    <a:pt x="1839006" y="1168651"/>
                  </a:cubicBezTo>
                  <a:cubicBezTo>
                    <a:pt x="1839006" y="1163619"/>
                    <a:pt x="1839006" y="1163619"/>
                    <a:pt x="1839006" y="1158420"/>
                  </a:cubicBezTo>
                  <a:cubicBezTo>
                    <a:pt x="1839006" y="1153220"/>
                    <a:pt x="1839006" y="1147853"/>
                    <a:pt x="1833788" y="1142821"/>
                  </a:cubicBezTo>
                  <a:cubicBezTo>
                    <a:pt x="1833788" y="1142821"/>
                    <a:pt x="1833788" y="1142821"/>
                    <a:pt x="1833788" y="1137621"/>
                  </a:cubicBezTo>
                  <a:lnTo>
                    <a:pt x="1833788" y="1132421"/>
                  </a:lnTo>
                  <a:cubicBezTo>
                    <a:pt x="1839006" y="1132421"/>
                    <a:pt x="1839006" y="1132421"/>
                    <a:pt x="1839006" y="1132421"/>
                  </a:cubicBezTo>
                  <a:cubicBezTo>
                    <a:pt x="1839006" y="1127054"/>
                    <a:pt x="1839006" y="1127054"/>
                    <a:pt x="1839006" y="1127054"/>
                  </a:cubicBezTo>
                  <a:cubicBezTo>
                    <a:pt x="1844223" y="1127054"/>
                    <a:pt x="1844223" y="1127054"/>
                    <a:pt x="1844223" y="1122022"/>
                  </a:cubicBezTo>
                  <a:cubicBezTo>
                    <a:pt x="1844223" y="1122022"/>
                    <a:pt x="1844223" y="1122022"/>
                    <a:pt x="1844223" y="1116822"/>
                  </a:cubicBezTo>
                  <a:cubicBezTo>
                    <a:pt x="1849440" y="1116822"/>
                    <a:pt x="1849440" y="1111623"/>
                    <a:pt x="1849440" y="1106255"/>
                  </a:cubicBezTo>
                  <a:cubicBezTo>
                    <a:pt x="1849440" y="1101223"/>
                    <a:pt x="1849440" y="1101223"/>
                    <a:pt x="1849440" y="1096024"/>
                  </a:cubicBezTo>
                  <a:lnTo>
                    <a:pt x="1849440" y="1090824"/>
                  </a:lnTo>
                  <a:lnTo>
                    <a:pt x="1849440" y="1085456"/>
                  </a:lnTo>
                  <a:lnTo>
                    <a:pt x="1849440" y="1080425"/>
                  </a:lnTo>
                  <a:cubicBezTo>
                    <a:pt x="1849440" y="1075225"/>
                    <a:pt x="1849440" y="1075225"/>
                    <a:pt x="1849440" y="1070025"/>
                  </a:cubicBezTo>
                  <a:cubicBezTo>
                    <a:pt x="1849440" y="1070025"/>
                    <a:pt x="1844223" y="1070025"/>
                    <a:pt x="1844223" y="1064658"/>
                  </a:cubicBezTo>
                  <a:cubicBezTo>
                    <a:pt x="1839006" y="1064658"/>
                    <a:pt x="1839006" y="1064658"/>
                    <a:pt x="1833788" y="1064658"/>
                  </a:cubicBezTo>
                  <a:cubicBezTo>
                    <a:pt x="1833788" y="1059626"/>
                    <a:pt x="1833788" y="1059626"/>
                    <a:pt x="1833788" y="1059626"/>
                  </a:cubicBezTo>
                  <a:cubicBezTo>
                    <a:pt x="1828571" y="1059626"/>
                    <a:pt x="1828571" y="1059626"/>
                    <a:pt x="1828571" y="1059626"/>
                  </a:cubicBezTo>
                  <a:cubicBezTo>
                    <a:pt x="1823354" y="1059626"/>
                    <a:pt x="1823354" y="1059626"/>
                    <a:pt x="1823354" y="1059626"/>
                  </a:cubicBezTo>
                  <a:cubicBezTo>
                    <a:pt x="1823354" y="1059626"/>
                    <a:pt x="1823354" y="1059626"/>
                    <a:pt x="1823354" y="1054426"/>
                  </a:cubicBezTo>
                  <a:cubicBezTo>
                    <a:pt x="1828571" y="1054426"/>
                    <a:pt x="1839006" y="1054426"/>
                    <a:pt x="1839006" y="1054426"/>
                  </a:cubicBezTo>
                  <a:cubicBezTo>
                    <a:pt x="1844223" y="1054426"/>
                    <a:pt x="1844223" y="1049227"/>
                    <a:pt x="1844223" y="1049227"/>
                  </a:cubicBezTo>
                  <a:cubicBezTo>
                    <a:pt x="1849440" y="1049227"/>
                    <a:pt x="1849440" y="1049227"/>
                    <a:pt x="1849440" y="1049227"/>
                  </a:cubicBezTo>
                  <a:cubicBezTo>
                    <a:pt x="1849440" y="1054426"/>
                    <a:pt x="1849440" y="1054426"/>
                    <a:pt x="1849440" y="1054426"/>
                  </a:cubicBezTo>
                  <a:cubicBezTo>
                    <a:pt x="1854657" y="1054426"/>
                    <a:pt x="1854657" y="1054426"/>
                    <a:pt x="1854657" y="1054426"/>
                  </a:cubicBezTo>
                  <a:cubicBezTo>
                    <a:pt x="1854657" y="1059626"/>
                    <a:pt x="1854657" y="1059626"/>
                    <a:pt x="1854657" y="1059626"/>
                  </a:cubicBezTo>
                  <a:lnTo>
                    <a:pt x="1854657" y="1064658"/>
                  </a:lnTo>
                  <a:cubicBezTo>
                    <a:pt x="1854657" y="1070025"/>
                    <a:pt x="1854657" y="1070025"/>
                    <a:pt x="1859874" y="1070025"/>
                  </a:cubicBezTo>
                  <a:cubicBezTo>
                    <a:pt x="1859874" y="1075225"/>
                    <a:pt x="1859874" y="1075225"/>
                    <a:pt x="1859874" y="1075225"/>
                  </a:cubicBezTo>
                  <a:lnTo>
                    <a:pt x="1865092" y="1080425"/>
                  </a:lnTo>
                  <a:cubicBezTo>
                    <a:pt x="1870309" y="1080425"/>
                    <a:pt x="1870309" y="1080425"/>
                    <a:pt x="1870309" y="1075225"/>
                  </a:cubicBezTo>
                  <a:lnTo>
                    <a:pt x="1870309" y="1070025"/>
                  </a:lnTo>
                  <a:cubicBezTo>
                    <a:pt x="1875526" y="1070025"/>
                    <a:pt x="1875526" y="1064658"/>
                    <a:pt x="1875526" y="1059626"/>
                  </a:cubicBezTo>
                  <a:lnTo>
                    <a:pt x="1875526" y="1054426"/>
                  </a:lnTo>
                  <a:cubicBezTo>
                    <a:pt x="1875526" y="1054426"/>
                    <a:pt x="1875526" y="1054426"/>
                    <a:pt x="1875526" y="1049227"/>
                  </a:cubicBezTo>
                  <a:cubicBezTo>
                    <a:pt x="1875526" y="1049227"/>
                    <a:pt x="1875526" y="1049227"/>
                    <a:pt x="1875526" y="1044027"/>
                  </a:cubicBezTo>
                  <a:cubicBezTo>
                    <a:pt x="1870309" y="1044027"/>
                    <a:pt x="1870309" y="1038827"/>
                    <a:pt x="1870309" y="1033628"/>
                  </a:cubicBezTo>
                  <a:cubicBezTo>
                    <a:pt x="1865092" y="1033628"/>
                    <a:pt x="1865092" y="1033628"/>
                    <a:pt x="1865092" y="1033628"/>
                  </a:cubicBezTo>
                  <a:cubicBezTo>
                    <a:pt x="1865092" y="1028260"/>
                    <a:pt x="1865092" y="1028260"/>
                    <a:pt x="1865092" y="1028260"/>
                  </a:cubicBezTo>
                  <a:lnTo>
                    <a:pt x="1865092" y="1023228"/>
                  </a:lnTo>
                  <a:cubicBezTo>
                    <a:pt x="1865092" y="1023228"/>
                    <a:pt x="1865092" y="1023228"/>
                    <a:pt x="1870309" y="1023228"/>
                  </a:cubicBezTo>
                  <a:cubicBezTo>
                    <a:pt x="1875526" y="1023228"/>
                    <a:pt x="1875526" y="1023228"/>
                    <a:pt x="1875526" y="1023228"/>
                  </a:cubicBezTo>
                  <a:cubicBezTo>
                    <a:pt x="1875526" y="1023228"/>
                    <a:pt x="1875526" y="1023228"/>
                    <a:pt x="1880743" y="1023228"/>
                  </a:cubicBezTo>
                  <a:cubicBezTo>
                    <a:pt x="1880743" y="1023228"/>
                    <a:pt x="1880743" y="1023228"/>
                    <a:pt x="1885960" y="1023228"/>
                  </a:cubicBezTo>
                  <a:lnTo>
                    <a:pt x="1891177" y="1023228"/>
                  </a:lnTo>
                  <a:cubicBezTo>
                    <a:pt x="1891177" y="1023228"/>
                    <a:pt x="1891177" y="1018029"/>
                    <a:pt x="1896395" y="1018029"/>
                  </a:cubicBezTo>
                  <a:cubicBezTo>
                    <a:pt x="1896395" y="1023228"/>
                    <a:pt x="1896395" y="1023228"/>
                    <a:pt x="1896395" y="1023228"/>
                  </a:cubicBezTo>
                  <a:cubicBezTo>
                    <a:pt x="1901612" y="1023228"/>
                    <a:pt x="1901612" y="1018029"/>
                    <a:pt x="1901612" y="1018029"/>
                  </a:cubicBezTo>
                  <a:cubicBezTo>
                    <a:pt x="1906829" y="1018029"/>
                    <a:pt x="1906829" y="1018029"/>
                    <a:pt x="1906829" y="1018029"/>
                  </a:cubicBezTo>
                  <a:cubicBezTo>
                    <a:pt x="1906829" y="1018029"/>
                    <a:pt x="1911878" y="1018029"/>
                    <a:pt x="1911878" y="1012829"/>
                  </a:cubicBezTo>
                  <a:close/>
                  <a:moveTo>
                    <a:pt x="1855093" y="1002479"/>
                  </a:moveTo>
                  <a:lnTo>
                    <a:pt x="1860226" y="1007654"/>
                  </a:lnTo>
                  <a:cubicBezTo>
                    <a:pt x="1860226" y="1007654"/>
                    <a:pt x="1860226" y="1012829"/>
                    <a:pt x="1860226" y="1018004"/>
                  </a:cubicBezTo>
                  <a:cubicBezTo>
                    <a:pt x="1855093" y="1023179"/>
                    <a:pt x="1855093" y="1023179"/>
                    <a:pt x="1855093" y="1023179"/>
                  </a:cubicBezTo>
                  <a:lnTo>
                    <a:pt x="1855093" y="1018004"/>
                  </a:lnTo>
                  <a:lnTo>
                    <a:pt x="1855093" y="1012829"/>
                  </a:lnTo>
                  <a:lnTo>
                    <a:pt x="1855093" y="1007654"/>
                  </a:lnTo>
                  <a:close/>
                  <a:moveTo>
                    <a:pt x="925494" y="1002479"/>
                  </a:moveTo>
                  <a:cubicBezTo>
                    <a:pt x="930529" y="1002479"/>
                    <a:pt x="930529" y="1002479"/>
                    <a:pt x="930529" y="1002479"/>
                  </a:cubicBezTo>
                  <a:lnTo>
                    <a:pt x="930529" y="1007677"/>
                  </a:lnTo>
                  <a:cubicBezTo>
                    <a:pt x="930529" y="1007677"/>
                    <a:pt x="930529" y="1007677"/>
                    <a:pt x="930529" y="1012875"/>
                  </a:cubicBezTo>
                  <a:cubicBezTo>
                    <a:pt x="930529" y="1018073"/>
                    <a:pt x="930529" y="1023270"/>
                    <a:pt x="935898" y="1023270"/>
                  </a:cubicBezTo>
                  <a:cubicBezTo>
                    <a:pt x="935898" y="1028301"/>
                    <a:pt x="935898" y="1028301"/>
                    <a:pt x="941102" y="1028301"/>
                  </a:cubicBezTo>
                  <a:cubicBezTo>
                    <a:pt x="941102" y="1033666"/>
                    <a:pt x="946303" y="1033666"/>
                    <a:pt x="946303" y="1033666"/>
                  </a:cubicBezTo>
                  <a:cubicBezTo>
                    <a:pt x="951337" y="1033666"/>
                    <a:pt x="951337" y="1033666"/>
                    <a:pt x="956707" y="1033666"/>
                  </a:cubicBezTo>
                  <a:cubicBezTo>
                    <a:pt x="956707" y="1033666"/>
                    <a:pt x="956707" y="1033666"/>
                    <a:pt x="956707" y="1038864"/>
                  </a:cubicBezTo>
                  <a:cubicBezTo>
                    <a:pt x="961910" y="1038864"/>
                    <a:pt x="961910" y="1038864"/>
                    <a:pt x="961910" y="1038864"/>
                  </a:cubicBezTo>
                  <a:cubicBezTo>
                    <a:pt x="961910" y="1044062"/>
                    <a:pt x="967112" y="1044062"/>
                    <a:pt x="967112" y="1044062"/>
                  </a:cubicBezTo>
                  <a:cubicBezTo>
                    <a:pt x="972146" y="1044062"/>
                    <a:pt x="972146" y="1044062"/>
                    <a:pt x="972146" y="1044062"/>
                  </a:cubicBezTo>
                  <a:lnTo>
                    <a:pt x="977517" y="1044062"/>
                  </a:lnTo>
                  <a:cubicBezTo>
                    <a:pt x="977517" y="1044062"/>
                    <a:pt x="977517" y="1044062"/>
                    <a:pt x="977517" y="1049260"/>
                  </a:cubicBezTo>
                  <a:cubicBezTo>
                    <a:pt x="977517" y="1049260"/>
                    <a:pt x="977517" y="1049260"/>
                    <a:pt x="977517" y="1054458"/>
                  </a:cubicBezTo>
                  <a:lnTo>
                    <a:pt x="977517" y="1059656"/>
                  </a:lnTo>
                  <a:cubicBezTo>
                    <a:pt x="977517" y="1059656"/>
                    <a:pt x="977517" y="1059656"/>
                    <a:pt x="977517" y="1064686"/>
                  </a:cubicBezTo>
                  <a:lnTo>
                    <a:pt x="977517" y="1070051"/>
                  </a:lnTo>
                  <a:cubicBezTo>
                    <a:pt x="982719" y="1075249"/>
                    <a:pt x="982719" y="1075249"/>
                    <a:pt x="982719" y="1075249"/>
                  </a:cubicBezTo>
                  <a:cubicBezTo>
                    <a:pt x="987921" y="1075249"/>
                    <a:pt x="987921" y="1075249"/>
                    <a:pt x="987921" y="1075249"/>
                  </a:cubicBezTo>
                  <a:lnTo>
                    <a:pt x="992955" y="1075249"/>
                  </a:lnTo>
                  <a:cubicBezTo>
                    <a:pt x="992955" y="1080447"/>
                    <a:pt x="998326" y="1085477"/>
                    <a:pt x="998326" y="1085477"/>
                  </a:cubicBezTo>
                  <a:lnTo>
                    <a:pt x="1003527" y="1085477"/>
                  </a:lnTo>
                  <a:cubicBezTo>
                    <a:pt x="1003527" y="1085477"/>
                    <a:pt x="1003527" y="1085477"/>
                    <a:pt x="1003527" y="1090843"/>
                  </a:cubicBezTo>
                  <a:cubicBezTo>
                    <a:pt x="1003527" y="1090843"/>
                    <a:pt x="1003527" y="1096041"/>
                    <a:pt x="998326" y="1096041"/>
                  </a:cubicBezTo>
                  <a:cubicBezTo>
                    <a:pt x="998326" y="1096041"/>
                    <a:pt x="992955" y="1096041"/>
                    <a:pt x="987921" y="1096041"/>
                  </a:cubicBezTo>
                  <a:lnTo>
                    <a:pt x="982719" y="1096041"/>
                  </a:lnTo>
                  <a:cubicBezTo>
                    <a:pt x="977517" y="1096041"/>
                    <a:pt x="972146" y="1101239"/>
                    <a:pt x="967112" y="1101239"/>
                  </a:cubicBezTo>
                  <a:lnTo>
                    <a:pt x="961910" y="1106269"/>
                  </a:lnTo>
                  <a:cubicBezTo>
                    <a:pt x="961910" y="1106269"/>
                    <a:pt x="961910" y="1106269"/>
                    <a:pt x="961910" y="1111635"/>
                  </a:cubicBezTo>
                  <a:cubicBezTo>
                    <a:pt x="961910" y="1111635"/>
                    <a:pt x="961910" y="1111635"/>
                    <a:pt x="961910" y="1116833"/>
                  </a:cubicBezTo>
                  <a:cubicBezTo>
                    <a:pt x="961910" y="1116833"/>
                    <a:pt x="961910" y="1116833"/>
                    <a:pt x="961910" y="1122031"/>
                  </a:cubicBezTo>
                  <a:lnTo>
                    <a:pt x="956707" y="1122031"/>
                  </a:lnTo>
                  <a:lnTo>
                    <a:pt x="956707" y="1127061"/>
                  </a:lnTo>
                  <a:lnTo>
                    <a:pt x="951337" y="1127061"/>
                  </a:lnTo>
                  <a:cubicBezTo>
                    <a:pt x="946303" y="1127061"/>
                    <a:pt x="946303" y="1127061"/>
                    <a:pt x="946303" y="1127061"/>
                  </a:cubicBezTo>
                  <a:cubicBezTo>
                    <a:pt x="941102" y="1127061"/>
                    <a:pt x="941102" y="1127061"/>
                    <a:pt x="935898" y="1127061"/>
                  </a:cubicBezTo>
                  <a:cubicBezTo>
                    <a:pt x="930529" y="1127061"/>
                    <a:pt x="930529" y="1127061"/>
                    <a:pt x="930529" y="1127061"/>
                  </a:cubicBezTo>
                  <a:cubicBezTo>
                    <a:pt x="930529" y="1127061"/>
                    <a:pt x="930529" y="1127061"/>
                    <a:pt x="930529" y="1122031"/>
                  </a:cubicBezTo>
                  <a:cubicBezTo>
                    <a:pt x="930529" y="1122031"/>
                    <a:pt x="930529" y="1122031"/>
                    <a:pt x="925494" y="1127061"/>
                  </a:cubicBezTo>
                  <a:cubicBezTo>
                    <a:pt x="920292" y="1127061"/>
                    <a:pt x="920292" y="1127061"/>
                    <a:pt x="920292" y="1127061"/>
                  </a:cubicBezTo>
                  <a:cubicBezTo>
                    <a:pt x="920292" y="1127061"/>
                    <a:pt x="920292" y="1132426"/>
                    <a:pt x="915090" y="1132426"/>
                  </a:cubicBezTo>
                  <a:lnTo>
                    <a:pt x="915090" y="1127061"/>
                  </a:lnTo>
                  <a:cubicBezTo>
                    <a:pt x="915090" y="1127061"/>
                    <a:pt x="915090" y="1122031"/>
                    <a:pt x="909719" y="1122031"/>
                  </a:cubicBezTo>
                  <a:cubicBezTo>
                    <a:pt x="909719" y="1116833"/>
                    <a:pt x="909719" y="1116833"/>
                    <a:pt x="909719" y="1111635"/>
                  </a:cubicBezTo>
                  <a:cubicBezTo>
                    <a:pt x="909719" y="1106269"/>
                    <a:pt x="909719" y="1106269"/>
                    <a:pt x="909719" y="1106269"/>
                  </a:cubicBezTo>
                  <a:cubicBezTo>
                    <a:pt x="909719" y="1101239"/>
                    <a:pt x="909719" y="1101239"/>
                    <a:pt x="909719" y="1101239"/>
                  </a:cubicBezTo>
                  <a:lnTo>
                    <a:pt x="909719" y="1096041"/>
                  </a:lnTo>
                  <a:cubicBezTo>
                    <a:pt x="904685" y="1096041"/>
                    <a:pt x="904685" y="1096041"/>
                    <a:pt x="904685" y="1096041"/>
                  </a:cubicBezTo>
                  <a:cubicBezTo>
                    <a:pt x="904685" y="1090843"/>
                    <a:pt x="904685" y="1090843"/>
                    <a:pt x="904685" y="1085477"/>
                  </a:cubicBezTo>
                  <a:cubicBezTo>
                    <a:pt x="904685" y="1085477"/>
                    <a:pt x="899482" y="1085477"/>
                    <a:pt x="899482" y="1080447"/>
                  </a:cubicBezTo>
                  <a:cubicBezTo>
                    <a:pt x="904685" y="1075249"/>
                    <a:pt x="904685" y="1075249"/>
                    <a:pt x="904685" y="1075249"/>
                  </a:cubicBezTo>
                  <a:cubicBezTo>
                    <a:pt x="904685" y="1070051"/>
                    <a:pt x="904685" y="1070051"/>
                    <a:pt x="904685" y="1070051"/>
                  </a:cubicBezTo>
                  <a:cubicBezTo>
                    <a:pt x="904685" y="1064686"/>
                    <a:pt x="904685" y="1064686"/>
                    <a:pt x="904685" y="1064686"/>
                  </a:cubicBezTo>
                  <a:cubicBezTo>
                    <a:pt x="904685" y="1059656"/>
                    <a:pt x="904685" y="1059656"/>
                    <a:pt x="904685" y="1059656"/>
                  </a:cubicBezTo>
                  <a:lnTo>
                    <a:pt x="904685" y="1054458"/>
                  </a:lnTo>
                  <a:lnTo>
                    <a:pt x="904685" y="1049260"/>
                  </a:lnTo>
                  <a:cubicBezTo>
                    <a:pt x="904685" y="1044062"/>
                    <a:pt x="904685" y="1044062"/>
                    <a:pt x="904685" y="1044062"/>
                  </a:cubicBezTo>
                  <a:lnTo>
                    <a:pt x="904685" y="1038864"/>
                  </a:lnTo>
                  <a:cubicBezTo>
                    <a:pt x="904685" y="1038864"/>
                    <a:pt x="904685" y="1038864"/>
                    <a:pt x="904685" y="1033666"/>
                  </a:cubicBezTo>
                  <a:cubicBezTo>
                    <a:pt x="909719" y="1033666"/>
                    <a:pt x="909719" y="1028301"/>
                    <a:pt x="909719" y="1028301"/>
                  </a:cubicBezTo>
                  <a:cubicBezTo>
                    <a:pt x="909719" y="1023270"/>
                    <a:pt x="904685" y="1023270"/>
                    <a:pt x="904685" y="1023270"/>
                  </a:cubicBezTo>
                  <a:cubicBezTo>
                    <a:pt x="904685" y="1018073"/>
                    <a:pt x="904685" y="1018073"/>
                    <a:pt x="904685" y="1018073"/>
                  </a:cubicBezTo>
                  <a:cubicBezTo>
                    <a:pt x="909719" y="1018073"/>
                    <a:pt x="909719" y="1018073"/>
                    <a:pt x="909719" y="1018073"/>
                  </a:cubicBezTo>
                  <a:lnTo>
                    <a:pt x="909719" y="1012875"/>
                  </a:lnTo>
                  <a:cubicBezTo>
                    <a:pt x="915090" y="1012875"/>
                    <a:pt x="915090" y="1012875"/>
                    <a:pt x="915090" y="1012875"/>
                  </a:cubicBezTo>
                  <a:cubicBezTo>
                    <a:pt x="915090" y="1012875"/>
                    <a:pt x="915090" y="1012875"/>
                    <a:pt x="920292" y="1007677"/>
                  </a:cubicBezTo>
                  <a:cubicBezTo>
                    <a:pt x="925494" y="1007677"/>
                    <a:pt x="925494" y="1002479"/>
                    <a:pt x="925494" y="1002479"/>
                  </a:cubicBezTo>
                  <a:close/>
                  <a:moveTo>
                    <a:pt x="1812986" y="986953"/>
                  </a:moveTo>
                  <a:cubicBezTo>
                    <a:pt x="1818139" y="986953"/>
                    <a:pt x="1818139" y="986953"/>
                    <a:pt x="1818139" y="986953"/>
                  </a:cubicBezTo>
                  <a:lnTo>
                    <a:pt x="1823292" y="986953"/>
                  </a:lnTo>
                  <a:cubicBezTo>
                    <a:pt x="1823292" y="986953"/>
                    <a:pt x="1823292" y="986953"/>
                    <a:pt x="1828445" y="986953"/>
                  </a:cubicBezTo>
                  <a:cubicBezTo>
                    <a:pt x="1828445" y="992176"/>
                    <a:pt x="1828445" y="992176"/>
                    <a:pt x="1833598" y="992176"/>
                  </a:cubicBezTo>
                  <a:cubicBezTo>
                    <a:pt x="1833598" y="997398"/>
                    <a:pt x="1838751" y="997398"/>
                    <a:pt x="1838751" y="997398"/>
                  </a:cubicBezTo>
                  <a:cubicBezTo>
                    <a:pt x="1843904" y="997398"/>
                    <a:pt x="1843904" y="997398"/>
                    <a:pt x="1843904" y="997398"/>
                  </a:cubicBezTo>
                  <a:lnTo>
                    <a:pt x="1843904" y="1002621"/>
                  </a:lnTo>
                  <a:cubicBezTo>
                    <a:pt x="1843904" y="1002621"/>
                    <a:pt x="1843904" y="1002621"/>
                    <a:pt x="1849057" y="1007843"/>
                  </a:cubicBezTo>
                  <a:cubicBezTo>
                    <a:pt x="1843904" y="1007843"/>
                    <a:pt x="1843904" y="1007843"/>
                    <a:pt x="1843904" y="1007843"/>
                  </a:cubicBezTo>
                  <a:lnTo>
                    <a:pt x="1843904" y="1013066"/>
                  </a:lnTo>
                  <a:lnTo>
                    <a:pt x="1843904" y="1018289"/>
                  </a:lnTo>
                  <a:cubicBezTo>
                    <a:pt x="1843904" y="1023511"/>
                    <a:pt x="1843904" y="1023511"/>
                    <a:pt x="1843904" y="1023511"/>
                  </a:cubicBezTo>
                  <a:lnTo>
                    <a:pt x="1843904" y="1028565"/>
                  </a:lnTo>
                  <a:cubicBezTo>
                    <a:pt x="1843904" y="1033957"/>
                    <a:pt x="1843904" y="1033957"/>
                    <a:pt x="1843904" y="1033957"/>
                  </a:cubicBezTo>
                  <a:cubicBezTo>
                    <a:pt x="1843904" y="1033957"/>
                    <a:pt x="1843904" y="1033957"/>
                    <a:pt x="1838751" y="1033957"/>
                  </a:cubicBezTo>
                  <a:lnTo>
                    <a:pt x="1838751" y="1039179"/>
                  </a:lnTo>
                  <a:cubicBezTo>
                    <a:pt x="1838751" y="1044402"/>
                    <a:pt x="1838751" y="1044402"/>
                    <a:pt x="1838751" y="1044402"/>
                  </a:cubicBezTo>
                  <a:cubicBezTo>
                    <a:pt x="1833598" y="1044402"/>
                    <a:pt x="1823292" y="1049624"/>
                    <a:pt x="1823292" y="1049624"/>
                  </a:cubicBezTo>
                  <a:cubicBezTo>
                    <a:pt x="1823292" y="1049624"/>
                    <a:pt x="1823292" y="1049624"/>
                    <a:pt x="1823292" y="1018289"/>
                  </a:cubicBezTo>
                  <a:cubicBezTo>
                    <a:pt x="1823292" y="1018289"/>
                    <a:pt x="1823292" y="1018289"/>
                    <a:pt x="1812986" y="1018289"/>
                  </a:cubicBezTo>
                  <a:cubicBezTo>
                    <a:pt x="1812986" y="1018289"/>
                    <a:pt x="1812986" y="1018289"/>
                    <a:pt x="1812986" y="1023511"/>
                  </a:cubicBezTo>
                  <a:lnTo>
                    <a:pt x="1807833" y="1018289"/>
                  </a:lnTo>
                  <a:lnTo>
                    <a:pt x="1807833" y="1013066"/>
                  </a:lnTo>
                  <a:cubicBezTo>
                    <a:pt x="1807833" y="1013066"/>
                    <a:pt x="1807833" y="1013066"/>
                    <a:pt x="1807833" y="1007843"/>
                  </a:cubicBezTo>
                  <a:cubicBezTo>
                    <a:pt x="1807833" y="1007843"/>
                    <a:pt x="1807833" y="1007843"/>
                    <a:pt x="1807833" y="1002621"/>
                  </a:cubicBezTo>
                  <a:lnTo>
                    <a:pt x="1807833" y="997398"/>
                  </a:lnTo>
                  <a:cubicBezTo>
                    <a:pt x="1812986" y="992176"/>
                    <a:pt x="1812986" y="992176"/>
                    <a:pt x="1812986" y="992176"/>
                  </a:cubicBezTo>
                  <a:cubicBezTo>
                    <a:pt x="1812986" y="992176"/>
                    <a:pt x="1812986" y="992176"/>
                    <a:pt x="1812986" y="986953"/>
                  </a:cubicBezTo>
                  <a:close/>
                  <a:moveTo>
                    <a:pt x="1657084" y="961078"/>
                  </a:moveTo>
                  <a:cubicBezTo>
                    <a:pt x="1657084" y="961078"/>
                    <a:pt x="1657084" y="961078"/>
                    <a:pt x="1688289" y="961078"/>
                  </a:cubicBezTo>
                  <a:cubicBezTo>
                    <a:pt x="1693490" y="966278"/>
                    <a:pt x="1693490" y="971478"/>
                    <a:pt x="1693490" y="971478"/>
                  </a:cubicBezTo>
                  <a:cubicBezTo>
                    <a:pt x="1693490" y="971478"/>
                    <a:pt x="1693490" y="971478"/>
                    <a:pt x="1693490" y="976678"/>
                  </a:cubicBezTo>
                  <a:lnTo>
                    <a:pt x="1698691" y="976678"/>
                  </a:lnTo>
                  <a:cubicBezTo>
                    <a:pt x="1698691" y="981877"/>
                    <a:pt x="1698691" y="981877"/>
                    <a:pt x="1698691" y="981877"/>
                  </a:cubicBezTo>
                  <a:cubicBezTo>
                    <a:pt x="1698691" y="981877"/>
                    <a:pt x="1698691" y="981877"/>
                    <a:pt x="1698691" y="987077"/>
                  </a:cubicBezTo>
                  <a:cubicBezTo>
                    <a:pt x="1703892" y="987077"/>
                    <a:pt x="1703892" y="987077"/>
                    <a:pt x="1703892" y="987077"/>
                  </a:cubicBezTo>
                  <a:cubicBezTo>
                    <a:pt x="1703892" y="987077"/>
                    <a:pt x="1703892" y="987077"/>
                    <a:pt x="1709093" y="987077"/>
                  </a:cubicBezTo>
                  <a:cubicBezTo>
                    <a:pt x="1709093" y="987077"/>
                    <a:pt x="1709093" y="981877"/>
                    <a:pt x="1714294" y="981877"/>
                  </a:cubicBezTo>
                  <a:cubicBezTo>
                    <a:pt x="1714294" y="987077"/>
                    <a:pt x="1719495" y="987077"/>
                    <a:pt x="1719495" y="987077"/>
                  </a:cubicBezTo>
                  <a:cubicBezTo>
                    <a:pt x="1724696" y="987077"/>
                    <a:pt x="1724696" y="981877"/>
                    <a:pt x="1724696" y="981877"/>
                  </a:cubicBezTo>
                  <a:lnTo>
                    <a:pt x="1724696" y="976678"/>
                  </a:lnTo>
                  <a:cubicBezTo>
                    <a:pt x="1724696" y="976678"/>
                    <a:pt x="1724696" y="976678"/>
                    <a:pt x="1740299" y="976678"/>
                  </a:cubicBezTo>
                  <a:lnTo>
                    <a:pt x="1740299" y="981877"/>
                  </a:lnTo>
                  <a:cubicBezTo>
                    <a:pt x="1740299" y="981877"/>
                    <a:pt x="1740299" y="981877"/>
                    <a:pt x="1740299" y="987077"/>
                  </a:cubicBezTo>
                  <a:lnTo>
                    <a:pt x="1740299" y="992277"/>
                  </a:lnTo>
                  <a:cubicBezTo>
                    <a:pt x="1740299" y="992277"/>
                    <a:pt x="1740299" y="992277"/>
                    <a:pt x="1740299" y="997477"/>
                  </a:cubicBezTo>
                  <a:cubicBezTo>
                    <a:pt x="1740299" y="997477"/>
                    <a:pt x="1740299" y="997477"/>
                    <a:pt x="1740299" y="1002677"/>
                  </a:cubicBezTo>
                  <a:cubicBezTo>
                    <a:pt x="1740299" y="1007877"/>
                    <a:pt x="1740299" y="1007877"/>
                    <a:pt x="1740299" y="1007877"/>
                  </a:cubicBezTo>
                  <a:cubicBezTo>
                    <a:pt x="1740299" y="1013077"/>
                    <a:pt x="1740299" y="1013077"/>
                    <a:pt x="1740299" y="1013077"/>
                  </a:cubicBezTo>
                  <a:cubicBezTo>
                    <a:pt x="1740299" y="1013077"/>
                    <a:pt x="1740299" y="1013077"/>
                    <a:pt x="1745500" y="1013077"/>
                  </a:cubicBezTo>
                  <a:cubicBezTo>
                    <a:pt x="1745500" y="1018277"/>
                    <a:pt x="1745500" y="1018277"/>
                    <a:pt x="1750701" y="1018277"/>
                  </a:cubicBezTo>
                  <a:cubicBezTo>
                    <a:pt x="1750701" y="1018277"/>
                    <a:pt x="1755901" y="1018277"/>
                    <a:pt x="1761102" y="1018277"/>
                  </a:cubicBezTo>
                  <a:cubicBezTo>
                    <a:pt x="1761102" y="1018277"/>
                    <a:pt x="1761102" y="1018277"/>
                    <a:pt x="1761102" y="1028509"/>
                  </a:cubicBezTo>
                  <a:cubicBezTo>
                    <a:pt x="1761102" y="1028509"/>
                    <a:pt x="1761102" y="1028509"/>
                    <a:pt x="1740299" y="1028509"/>
                  </a:cubicBezTo>
                  <a:cubicBezTo>
                    <a:pt x="1740299" y="1028509"/>
                    <a:pt x="1740299" y="1028509"/>
                    <a:pt x="1740299" y="1070275"/>
                  </a:cubicBezTo>
                  <a:lnTo>
                    <a:pt x="1745500" y="1075475"/>
                  </a:lnTo>
                  <a:cubicBezTo>
                    <a:pt x="1745500" y="1075475"/>
                    <a:pt x="1745500" y="1080675"/>
                    <a:pt x="1750701" y="1080675"/>
                  </a:cubicBezTo>
                  <a:cubicBezTo>
                    <a:pt x="1745500" y="1080675"/>
                    <a:pt x="1740299" y="1080675"/>
                    <a:pt x="1740299" y="1080675"/>
                  </a:cubicBezTo>
                  <a:cubicBezTo>
                    <a:pt x="1735098" y="1080675"/>
                    <a:pt x="1735098" y="1080675"/>
                    <a:pt x="1735098" y="1080675"/>
                  </a:cubicBezTo>
                  <a:cubicBezTo>
                    <a:pt x="1735098" y="1080675"/>
                    <a:pt x="1735098" y="1080675"/>
                    <a:pt x="1714294" y="1080675"/>
                  </a:cubicBezTo>
                  <a:cubicBezTo>
                    <a:pt x="1714294" y="1080675"/>
                    <a:pt x="1714294" y="1080675"/>
                    <a:pt x="1714294" y="1075475"/>
                  </a:cubicBezTo>
                  <a:cubicBezTo>
                    <a:pt x="1714294" y="1075475"/>
                    <a:pt x="1714294" y="1075475"/>
                    <a:pt x="1709093" y="1075475"/>
                  </a:cubicBezTo>
                  <a:cubicBezTo>
                    <a:pt x="1709093" y="1075475"/>
                    <a:pt x="1703892" y="1075475"/>
                    <a:pt x="1698691" y="1075475"/>
                  </a:cubicBezTo>
                  <a:cubicBezTo>
                    <a:pt x="1693490" y="1075475"/>
                    <a:pt x="1677888" y="1075475"/>
                    <a:pt x="1677888" y="1075475"/>
                  </a:cubicBezTo>
                  <a:cubicBezTo>
                    <a:pt x="1672687" y="1075475"/>
                    <a:pt x="1672687" y="1075475"/>
                    <a:pt x="1672687" y="1075475"/>
                  </a:cubicBezTo>
                  <a:cubicBezTo>
                    <a:pt x="1672687" y="1075475"/>
                    <a:pt x="1667486" y="1075475"/>
                    <a:pt x="1667486" y="1070275"/>
                  </a:cubicBezTo>
                  <a:lnTo>
                    <a:pt x="1662285" y="1070275"/>
                  </a:lnTo>
                  <a:lnTo>
                    <a:pt x="1657084" y="1070275"/>
                  </a:lnTo>
                  <a:cubicBezTo>
                    <a:pt x="1657084" y="1075475"/>
                    <a:pt x="1657084" y="1075475"/>
                    <a:pt x="1657084" y="1075475"/>
                  </a:cubicBezTo>
                  <a:lnTo>
                    <a:pt x="1651883" y="1075475"/>
                  </a:lnTo>
                  <a:cubicBezTo>
                    <a:pt x="1651883" y="1070275"/>
                    <a:pt x="1651883" y="1064908"/>
                    <a:pt x="1651883" y="1064908"/>
                  </a:cubicBezTo>
                  <a:cubicBezTo>
                    <a:pt x="1657084" y="1064908"/>
                    <a:pt x="1657084" y="1059876"/>
                    <a:pt x="1657084" y="1054676"/>
                  </a:cubicBezTo>
                  <a:cubicBezTo>
                    <a:pt x="1657084" y="1049476"/>
                    <a:pt x="1657084" y="1044276"/>
                    <a:pt x="1657084" y="1039076"/>
                  </a:cubicBezTo>
                  <a:cubicBezTo>
                    <a:pt x="1662285" y="1039076"/>
                    <a:pt x="1662285" y="1039076"/>
                    <a:pt x="1662285" y="1039076"/>
                  </a:cubicBezTo>
                  <a:cubicBezTo>
                    <a:pt x="1662285" y="1033876"/>
                    <a:pt x="1667486" y="1033876"/>
                    <a:pt x="1667486" y="1033876"/>
                  </a:cubicBezTo>
                  <a:cubicBezTo>
                    <a:pt x="1667486" y="1028509"/>
                    <a:pt x="1672687" y="1023476"/>
                    <a:pt x="1672687" y="1023476"/>
                  </a:cubicBezTo>
                  <a:cubicBezTo>
                    <a:pt x="1672687" y="1018277"/>
                    <a:pt x="1672687" y="1018277"/>
                    <a:pt x="1672687" y="1018277"/>
                  </a:cubicBezTo>
                  <a:cubicBezTo>
                    <a:pt x="1672687" y="1013077"/>
                    <a:pt x="1672687" y="1007877"/>
                    <a:pt x="1672687" y="1007877"/>
                  </a:cubicBezTo>
                  <a:cubicBezTo>
                    <a:pt x="1672687" y="1007877"/>
                    <a:pt x="1672687" y="1002677"/>
                    <a:pt x="1667486" y="1002677"/>
                  </a:cubicBezTo>
                  <a:cubicBezTo>
                    <a:pt x="1667486" y="1002677"/>
                    <a:pt x="1667486" y="997477"/>
                    <a:pt x="1667486" y="992277"/>
                  </a:cubicBezTo>
                  <a:lnTo>
                    <a:pt x="1667486" y="987077"/>
                  </a:lnTo>
                  <a:cubicBezTo>
                    <a:pt x="1667486" y="981877"/>
                    <a:pt x="1667486" y="981877"/>
                    <a:pt x="1667486" y="976678"/>
                  </a:cubicBezTo>
                  <a:cubicBezTo>
                    <a:pt x="1667486" y="976678"/>
                    <a:pt x="1662285" y="966278"/>
                    <a:pt x="1657084" y="961078"/>
                  </a:cubicBezTo>
                  <a:close/>
                  <a:moveTo>
                    <a:pt x="1672613" y="945141"/>
                  </a:moveTo>
                  <a:cubicBezTo>
                    <a:pt x="1672613" y="950332"/>
                    <a:pt x="1672613" y="950332"/>
                    <a:pt x="1677805" y="950332"/>
                  </a:cubicBezTo>
                  <a:lnTo>
                    <a:pt x="1667421" y="950332"/>
                  </a:lnTo>
                  <a:cubicBezTo>
                    <a:pt x="1667421" y="945141"/>
                    <a:pt x="1672613" y="945141"/>
                    <a:pt x="1672613" y="945141"/>
                  </a:cubicBezTo>
                  <a:close/>
                  <a:moveTo>
                    <a:pt x="2847005" y="930028"/>
                  </a:moveTo>
                  <a:cubicBezTo>
                    <a:pt x="2852217" y="930028"/>
                    <a:pt x="2857429" y="930028"/>
                    <a:pt x="2857429" y="930028"/>
                  </a:cubicBezTo>
                  <a:lnTo>
                    <a:pt x="2862640" y="935244"/>
                  </a:lnTo>
                  <a:cubicBezTo>
                    <a:pt x="2862640" y="935244"/>
                    <a:pt x="2862640" y="935244"/>
                    <a:pt x="2867852" y="935244"/>
                  </a:cubicBezTo>
                  <a:cubicBezTo>
                    <a:pt x="2873064" y="940460"/>
                    <a:pt x="2873064" y="940460"/>
                    <a:pt x="2878275" y="940460"/>
                  </a:cubicBezTo>
                  <a:cubicBezTo>
                    <a:pt x="2878275" y="940460"/>
                    <a:pt x="2878275" y="940460"/>
                    <a:pt x="2883487" y="940460"/>
                  </a:cubicBezTo>
                  <a:cubicBezTo>
                    <a:pt x="2883487" y="945675"/>
                    <a:pt x="2883487" y="945675"/>
                    <a:pt x="2888699" y="945675"/>
                  </a:cubicBezTo>
                  <a:cubicBezTo>
                    <a:pt x="2888699" y="950891"/>
                    <a:pt x="2888699" y="950891"/>
                    <a:pt x="2888699" y="950891"/>
                  </a:cubicBezTo>
                  <a:lnTo>
                    <a:pt x="2888699" y="956107"/>
                  </a:lnTo>
                  <a:cubicBezTo>
                    <a:pt x="2888699" y="961323"/>
                    <a:pt x="2893911" y="961323"/>
                    <a:pt x="2893911" y="961323"/>
                  </a:cubicBezTo>
                  <a:cubicBezTo>
                    <a:pt x="2899122" y="961323"/>
                    <a:pt x="2899122" y="961323"/>
                    <a:pt x="2899122" y="961323"/>
                  </a:cubicBezTo>
                  <a:cubicBezTo>
                    <a:pt x="2899122" y="961323"/>
                    <a:pt x="2899122" y="961323"/>
                    <a:pt x="2904334" y="961323"/>
                  </a:cubicBezTo>
                  <a:cubicBezTo>
                    <a:pt x="2899122" y="961323"/>
                    <a:pt x="2899122" y="961323"/>
                    <a:pt x="2899122" y="966539"/>
                  </a:cubicBezTo>
                  <a:cubicBezTo>
                    <a:pt x="2899122" y="966539"/>
                    <a:pt x="2899122" y="966539"/>
                    <a:pt x="2899122" y="971755"/>
                  </a:cubicBezTo>
                  <a:cubicBezTo>
                    <a:pt x="2899122" y="971755"/>
                    <a:pt x="2899122" y="976970"/>
                    <a:pt x="2904334" y="976970"/>
                  </a:cubicBezTo>
                  <a:lnTo>
                    <a:pt x="2904334" y="982186"/>
                  </a:lnTo>
                  <a:cubicBezTo>
                    <a:pt x="2904334" y="982186"/>
                    <a:pt x="2909546" y="982186"/>
                    <a:pt x="2909546" y="987402"/>
                  </a:cubicBezTo>
                  <a:cubicBezTo>
                    <a:pt x="2909546" y="987402"/>
                    <a:pt x="2909546" y="987402"/>
                    <a:pt x="2909546" y="992618"/>
                  </a:cubicBezTo>
                  <a:lnTo>
                    <a:pt x="2914758" y="992618"/>
                  </a:lnTo>
                  <a:cubicBezTo>
                    <a:pt x="2914758" y="997834"/>
                    <a:pt x="2919969" y="997834"/>
                    <a:pt x="2919969" y="997834"/>
                  </a:cubicBezTo>
                  <a:cubicBezTo>
                    <a:pt x="2919969" y="997834"/>
                    <a:pt x="2919969" y="1003050"/>
                    <a:pt x="2925181" y="1003050"/>
                  </a:cubicBezTo>
                  <a:cubicBezTo>
                    <a:pt x="2925181" y="1003050"/>
                    <a:pt x="2925181" y="1003050"/>
                    <a:pt x="2919969" y="1003050"/>
                  </a:cubicBezTo>
                  <a:lnTo>
                    <a:pt x="2914758" y="997834"/>
                  </a:lnTo>
                  <a:lnTo>
                    <a:pt x="2909546" y="997834"/>
                  </a:lnTo>
                  <a:cubicBezTo>
                    <a:pt x="2909546" y="997834"/>
                    <a:pt x="2909546" y="992618"/>
                    <a:pt x="2904334" y="992618"/>
                  </a:cubicBezTo>
                  <a:cubicBezTo>
                    <a:pt x="2904334" y="987402"/>
                    <a:pt x="2904334" y="987402"/>
                    <a:pt x="2899122" y="987402"/>
                  </a:cubicBezTo>
                  <a:lnTo>
                    <a:pt x="2899122" y="982186"/>
                  </a:lnTo>
                  <a:cubicBezTo>
                    <a:pt x="2899122" y="982186"/>
                    <a:pt x="2899122" y="982186"/>
                    <a:pt x="2893911" y="976970"/>
                  </a:cubicBezTo>
                  <a:lnTo>
                    <a:pt x="2888699" y="976970"/>
                  </a:lnTo>
                  <a:cubicBezTo>
                    <a:pt x="2888699" y="976970"/>
                    <a:pt x="2888699" y="976970"/>
                    <a:pt x="2883487" y="976970"/>
                  </a:cubicBezTo>
                  <a:cubicBezTo>
                    <a:pt x="2878275" y="976970"/>
                    <a:pt x="2878275" y="976970"/>
                    <a:pt x="2878275" y="976970"/>
                  </a:cubicBezTo>
                  <a:cubicBezTo>
                    <a:pt x="2878275" y="976970"/>
                    <a:pt x="2873064" y="976970"/>
                    <a:pt x="2867852" y="982186"/>
                  </a:cubicBezTo>
                  <a:cubicBezTo>
                    <a:pt x="2867852" y="987402"/>
                    <a:pt x="2867852" y="987402"/>
                    <a:pt x="2867852" y="987402"/>
                  </a:cubicBezTo>
                  <a:cubicBezTo>
                    <a:pt x="2867852" y="987402"/>
                    <a:pt x="2862640" y="987402"/>
                    <a:pt x="2862640" y="992618"/>
                  </a:cubicBezTo>
                  <a:lnTo>
                    <a:pt x="2857429" y="992618"/>
                  </a:lnTo>
                  <a:cubicBezTo>
                    <a:pt x="2857429" y="992618"/>
                    <a:pt x="2857429" y="992618"/>
                    <a:pt x="2852217" y="992618"/>
                  </a:cubicBezTo>
                  <a:lnTo>
                    <a:pt x="2847005" y="992618"/>
                  </a:lnTo>
                  <a:cubicBezTo>
                    <a:pt x="2847005" y="987402"/>
                    <a:pt x="2847005" y="982186"/>
                    <a:pt x="2847005" y="982186"/>
                  </a:cubicBezTo>
                  <a:cubicBezTo>
                    <a:pt x="2847005" y="971755"/>
                    <a:pt x="2847005" y="971755"/>
                    <a:pt x="2847005" y="971755"/>
                  </a:cubicBezTo>
                  <a:cubicBezTo>
                    <a:pt x="2847005" y="966539"/>
                    <a:pt x="2847005" y="966539"/>
                    <a:pt x="2847005" y="966539"/>
                  </a:cubicBezTo>
                  <a:lnTo>
                    <a:pt x="2847005" y="961323"/>
                  </a:lnTo>
                  <a:cubicBezTo>
                    <a:pt x="2847005" y="961323"/>
                    <a:pt x="2847005" y="961323"/>
                    <a:pt x="2847005" y="930028"/>
                  </a:cubicBezTo>
                  <a:close/>
                  <a:moveTo>
                    <a:pt x="2774573" y="924941"/>
                  </a:moveTo>
                  <a:cubicBezTo>
                    <a:pt x="2774573" y="924941"/>
                    <a:pt x="2774573" y="924941"/>
                    <a:pt x="2779791" y="924941"/>
                  </a:cubicBezTo>
                  <a:lnTo>
                    <a:pt x="2785008" y="930160"/>
                  </a:lnTo>
                  <a:lnTo>
                    <a:pt x="2790226" y="935379"/>
                  </a:lnTo>
                  <a:cubicBezTo>
                    <a:pt x="2790226" y="935379"/>
                    <a:pt x="2790226" y="935379"/>
                    <a:pt x="2785008" y="935379"/>
                  </a:cubicBezTo>
                  <a:cubicBezTo>
                    <a:pt x="2785008" y="930160"/>
                    <a:pt x="2779791" y="930160"/>
                    <a:pt x="2779791" y="930160"/>
                  </a:cubicBezTo>
                  <a:cubicBezTo>
                    <a:pt x="2779791" y="930160"/>
                    <a:pt x="2774573" y="930160"/>
                    <a:pt x="2774573" y="935379"/>
                  </a:cubicBezTo>
                  <a:cubicBezTo>
                    <a:pt x="2774573" y="930160"/>
                    <a:pt x="2774573" y="930160"/>
                    <a:pt x="2774573" y="930160"/>
                  </a:cubicBezTo>
                  <a:cubicBezTo>
                    <a:pt x="2774573" y="924941"/>
                    <a:pt x="2774573" y="924941"/>
                    <a:pt x="2774573" y="924941"/>
                  </a:cubicBezTo>
                  <a:close/>
                  <a:moveTo>
                    <a:pt x="1818018" y="924853"/>
                  </a:moveTo>
                  <a:cubicBezTo>
                    <a:pt x="1818018" y="929946"/>
                    <a:pt x="1818018" y="929946"/>
                    <a:pt x="1818018" y="929946"/>
                  </a:cubicBezTo>
                  <a:lnTo>
                    <a:pt x="1818018" y="935039"/>
                  </a:lnTo>
                  <a:cubicBezTo>
                    <a:pt x="1813006" y="935039"/>
                    <a:pt x="1813006" y="935039"/>
                    <a:pt x="1813006" y="935039"/>
                  </a:cubicBezTo>
                  <a:cubicBezTo>
                    <a:pt x="1813006" y="935039"/>
                    <a:pt x="1813006" y="935039"/>
                    <a:pt x="1813006" y="929946"/>
                  </a:cubicBezTo>
                  <a:cubicBezTo>
                    <a:pt x="1818018" y="929946"/>
                    <a:pt x="1818018" y="929946"/>
                    <a:pt x="1818018" y="924853"/>
                  </a:cubicBezTo>
                  <a:close/>
                  <a:moveTo>
                    <a:pt x="2644492" y="924753"/>
                  </a:moveTo>
                  <a:lnTo>
                    <a:pt x="2649798" y="924753"/>
                  </a:lnTo>
                  <a:cubicBezTo>
                    <a:pt x="2649798" y="929895"/>
                    <a:pt x="2649798" y="929895"/>
                    <a:pt x="2649798" y="929895"/>
                  </a:cubicBezTo>
                  <a:cubicBezTo>
                    <a:pt x="2649798" y="929895"/>
                    <a:pt x="2649798" y="924753"/>
                    <a:pt x="2644492" y="924753"/>
                  </a:cubicBezTo>
                  <a:close/>
                  <a:moveTo>
                    <a:pt x="2816314" y="914503"/>
                  </a:moveTo>
                  <a:lnTo>
                    <a:pt x="2821531" y="914503"/>
                  </a:lnTo>
                  <a:cubicBezTo>
                    <a:pt x="2821531" y="914503"/>
                    <a:pt x="2821531" y="914503"/>
                    <a:pt x="2826749" y="919722"/>
                  </a:cubicBezTo>
                  <a:cubicBezTo>
                    <a:pt x="2826749" y="919722"/>
                    <a:pt x="2826749" y="924941"/>
                    <a:pt x="2831967" y="924941"/>
                  </a:cubicBezTo>
                  <a:cubicBezTo>
                    <a:pt x="2831967" y="924941"/>
                    <a:pt x="2831967" y="924941"/>
                    <a:pt x="2837184" y="924941"/>
                  </a:cubicBezTo>
                  <a:cubicBezTo>
                    <a:pt x="2842402" y="924941"/>
                    <a:pt x="2842402" y="924941"/>
                    <a:pt x="2842402" y="924941"/>
                  </a:cubicBezTo>
                  <a:cubicBezTo>
                    <a:pt x="2842402" y="924941"/>
                    <a:pt x="2842402" y="924941"/>
                    <a:pt x="2842402" y="961474"/>
                  </a:cubicBezTo>
                  <a:lnTo>
                    <a:pt x="2842402" y="966693"/>
                  </a:lnTo>
                  <a:cubicBezTo>
                    <a:pt x="2842402" y="971912"/>
                    <a:pt x="2842402" y="971912"/>
                    <a:pt x="2842402" y="971912"/>
                  </a:cubicBezTo>
                  <a:cubicBezTo>
                    <a:pt x="2842402" y="971912"/>
                    <a:pt x="2842402" y="971912"/>
                    <a:pt x="2842402" y="982350"/>
                  </a:cubicBezTo>
                  <a:cubicBezTo>
                    <a:pt x="2842402" y="977131"/>
                    <a:pt x="2837184" y="977131"/>
                    <a:pt x="2837184" y="977131"/>
                  </a:cubicBezTo>
                  <a:lnTo>
                    <a:pt x="2831967" y="977131"/>
                  </a:lnTo>
                  <a:cubicBezTo>
                    <a:pt x="2826749" y="977131"/>
                    <a:pt x="2826749" y="977131"/>
                    <a:pt x="2826749" y="982350"/>
                  </a:cubicBezTo>
                  <a:cubicBezTo>
                    <a:pt x="2821531" y="982350"/>
                    <a:pt x="2821531" y="982350"/>
                    <a:pt x="2821531" y="982350"/>
                  </a:cubicBezTo>
                  <a:cubicBezTo>
                    <a:pt x="2821531" y="982350"/>
                    <a:pt x="2821531" y="982350"/>
                    <a:pt x="2821531" y="977131"/>
                  </a:cubicBezTo>
                  <a:cubicBezTo>
                    <a:pt x="2826749" y="977131"/>
                    <a:pt x="2826749" y="977131"/>
                    <a:pt x="2826749" y="971912"/>
                  </a:cubicBezTo>
                  <a:cubicBezTo>
                    <a:pt x="2831967" y="971912"/>
                    <a:pt x="2831967" y="971912"/>
                    <a:pt x="2826749" y="966693"/>
                  </a:cubicBezTo>
                  <a:cubicBezTo>
                    <a:pt x="2826749" y="961474"/>
                    <a:pt x="2826749" y="961474"/>
                    <a:pt x="2826749" y="961474"/>
                  </a:cubicBezTo>
                  <a:cubicBezTo>
                    <a:pt x="2826749" y="956255"/>
                    <a:pt x="2826749" y="956255"/>
                    <a:pt x="2821531" y="956255"/>
                  </a:cubicBezTo>
                  <a:cubicBezTo>
                    <a:pt x="2821531" y="956255"/>
                    <a:pt x="2821531" y="956255"/>
                    <a:pt x="2821531" y="951036"/>
                  </a:cubicBezTo>
                  <a:cubicBezTo>
                    <a:pt x="2821531" y="951036"/>
                    <a:pt x="2821531" y="951036"/>
                    <a:pt x="2816314" y="951036"/>
                  </a:cubicBezTo>
                  <a:cubicBezTo>
                    <a:pt x="2816314" y="951036"/>
                    <a:pt x="2816314" y="951036"/>
                    <a:pt x="2816314" y="945817"/>
                  </a:cubicBezTo>
                  <a:cubicBezTo>
                    <a:pt x="2811096" y="940598"/>
                    <a:pt x="2811096" y="940598"/>
                    <a:pt x="2811096" y="940598"/>
                  </a:cubicBezTo>
                  <a:cubicBezTo>
                    <a:pt x="2805879" y="940598"/>
                    <a:pt x="2805879" y="940598"/>
                    <a:pt x="2805879" y="940598"/>
                  </a:cubicBezTo>
                  <a:lnTo>
                    <a:pt x="2800661" y="940598"/>
                  </a:lnTo>
                  <a:cubicBezTo>
                    <a:pt x="2795443" y="940598"/>
                    <a:pt x="2795443" y="940598"/>
                    <a:pt x="2795443" y="940598"/>
                  </a:cubicBezTo>
                  <a:cubicBezTo>
                    <a:pt x="2795443" y="940598"/>
                    <a:pt x="2795443" y="940598"/>
                    <a:pt x="2795443" y="935379"/>
                  </a:cubicBezTo>
                  <a:cubicBezTo>
                    <a:pt x="2795443" y="935379"/>
                    <a:pt x="2800661" y="930160"/>
                    <a:pt x="2805879" y="930160"/>
                  </a:cubicBezTo>
                  <a:cubicBezTo>
                    <a:pt x="2805879" y="924941"/>
                    <a:pt x="2805879" y="924941"/>
                    <a:pt x="2805879" y="924941"/>
                  </a:cubicBezTo>
                  <a:lnTo>
                    <a:pt x="2811096" y="924941"/>
                  </a:lnTo>
                  <a:cubicBezTo>
                    <a:pt x="2811096" y="924941"/>
                    <a:pt x="2816314" y="919722"/>
                    <a:pt x="2816314" y="914503"/>
                  </a:cubicBezTo>
                  <a:close/>
                  <a:moveTo>
                    <a:pt x="1813006" y="914503"/>
                  </a:moveTo>
                  <a:cubicBezTo>
                    <a:pt x="1818098" y="914503"/>
                    <a:pt x="1818098" y="914503"/>
                    <a:pt x="1818098" y="914503"/>
                  </a:cubicBezTo>
                  <a:cubicBezTo>
                    <a:pt x="1818098" y="914503"/>
                    <a:pt x="1818098" y="914503"/>
                    <a:pt x="1813006" y="919516"/>
                  </a:cubicBezTo>
                  <a:cubicBezTo>
                    <a:pt x="1813006" y="919516"/>
                    <a:pt x="1813006" y="919516"/>
                    <a:pt x="1813006" y="914503"/>
                  </a:cubicBezTo>
                  <a:close/>
                  <a:moveTo>
                    <a:pt x="2649798" y="909328"/>
                  </a:moveTo>
                  <a:cubicBezTo>
                    <a:pt x="2649798" y="909328"/>
                    <a:pt x="2649798" y="909328"/>
                    <a:pt x="2655104" y="909328"/>
                  </a:cubicBezTo>
                  <a:cubicBezTo>
                    <a:pt x="2655104" y="914470"/>
                    <a:pt x="2655104" y="914470"/>
                    <a:pt x="2660581" y="914470"/>
                  </a:cubicBezTo>
                  <a:cubicBezTo>
                    <a:pt x="2660581" y="914470"/>
                    <a:pt x="2660581" y="914470"/>
                    <a:pt x="2660581" y="919612"/>
                  </a:cubicBezTo>
                  <a:lnTo>
                    <a:pt x="2655104" y="919612"/>
                  </a:lnTo>
                  <a:lnTo>
                    <a:pt x="2649798" y="924753"/>
                  </a:lnTo>
                  <a:cubicBezTo>
                    <a:pt x="2649798" y="919612"/>
                    <a:pt x="2649798" y="919612"/>
                    <a:pt x="2649798" y="919612"/>
                  </a:cubicBezTo>
                  <a:cubicBezTo>
                    <a:pt x="2649798" y="919612"/>
                    <a:pt x="2649798" y="919612"/>
                    <a:pt x="2649798" y="914470"/>
                  </a:cubicBezTo>
                  <a:close/>
                  <a:moveTo>
                    <a:pt x="1828595" y="909328"/>
                  </a:moveTo>
                  <a:cubicBezTo>
                    <a:pt x="1828595" y="909328"/>
                    <a:pt x="1828595" y="909328"/>
                    <a:pt x="1854631" y="909328"/>
                  </a:cubicBezTo>
                  <a:cubicBezTo>
                    <a:pt x="1854631" y="909328"/>
                    <a:pt x="1854631" y="909328"/>
                    <a:pt x="1885875" y="930142"/>
                  </a:cubicBezTo>
                  <a:cubicBezTo>
                    <a:pt x="1885875" y="930142"/>
                    <a:pt x="1885875" y="930142"/>
                    <a:pt x="1885875" y="935346"/>
                  </a:cubicBezTo>
                  <a:cubicBezTo>
                    <a:pt x="1885875" y="935346"/>
                    <a:pt x="1885875" y="935346"/>
                    <a:pt x="1896290" y="945753"/>
                  </a:cubicBezTo>
                  <a:cubicBezTo>
                    <a:pt x="1896290" y="945753"/>
                    <a:pt x="1896290" y="945753"/>
                    <a:pt x="1896290" y="950957"/>
                  </a:cubicBezTo>
                  <a:cubicBezTo>
                    <a:pt x="1896290" y="956160"/>
                    <a:pt x="1896290" y="961364"/>
                    <a:pt x="1896290" y="961364"/>
                  </a:cubicBezTo>
                  <a:lnTo>
                    <a:pt x="1896290" y="966568"/>
                  </a:lnTo>
                  <a:cubicBezTo>
                    <a:pt x="1901497" y="966568"/>
                    <a:pt x="1901497" y="966568"/>
                    <a:pt x="1901497" y="971771"/>
                  </a:cubicBezTo>
                  <a:lnTo>
                    <a:pt x="1901497" y="976975"/>
                  </a:lnTo>
                  <a:cubicBezTo>
                    <a:pt x="1901497" y="976975"/>
                    <a:pt x="1901497" y="976975"/>
                    <a:pt x="1901497" y="982178"/>
                  </a:cubicBezTo>
                  <a:cubicBezTo>
                    <a:pt x="1901497" y="982178"/>
                    <a:pt x="1901497" y="987382"/>
                    <a:pt x="1901497" y="992586"/>
                  </a:cubicBezTo>
                  <a:cubicBezTo>
                    <a:pt x="1901497" y="992586"/>
                    <a:pt x="1901497" y="992586"/>
                    <a:pt x="1901497" y="997789"/>
                  </a:cubicBezTo>
                  <a:lnTo>
                    <a:pt x="1906704" y="1002993"/>
                  </a:lnTo>
                  <a:lnTo>
                    <a:pt x="1906704" y="1008196"/>
                  </a:lnTo>
                  <a:cubicBezTo>
                    <a:pt x="1906704" y="1008196"/>
                    <a:pt x="1906704" y="1008196"/>
                    <a:pt x="1901497" y="1008196"/>
                  </a:cubicBezTo>
                  <a:lnTo>
                    <a:pt x="1896290" y="1008196"/>
                  </a:lnTo>
                  <a:lnTo>
                    <a:pt x="1891082" y="1008196"/>
                  </a:lnTo>
                  <a:lnTo>
                    <a:pt x="1885875" y="1013400"/>
                  </a:lnTo>
                  <a:cubicBezTo>
                    <a:pt x="1880668" y="1013400"/>
                    <a:pt x="1880668" y="1013400"/>
                    <a:pt x="1880668" y="1013400"/>
                  </a:cubicBezTo>
                  <a:cubicBezTo>
                    <a:pt x="1875460" y="1013400"/>
                    <a:pt x="1875460" y="1013400"/>
                    <a:pt x="1875460" y="1013400"/>
                  </a:cubicBezTo>
                  <a:cubicBezTo>
                    <a:pt x="1875460" y="1013400"/>
                    <a:pt x="1875460" y="1013400"/>
                    <a:pt x="1870253" y="1013400"/>
                  </a:cubicBezTo>
                  <a:lnTo>
                    <a:pt x="1865046" y="1013400"/>
                  </a:lnTo>
                  <a:cubicBezTo>
                    <a:pt x="1865046" y="1008196"/>
                    <a:pt x="1865046" y="1008196"/>
                    <a:pt x="1865046" y="1008196"/>
                  </a:cubicBezTo>
                  <a:lnTo>
                    <a:pt x="1865046" y="1002993"/>
                  </a:lnTo>
                  <a:cubicBezTo>
                    <a:pt x="1865046" y="997789"/>
                    <a:pt x="1865046" y="997789"/>
                    <a:pt x="1865046" y="997789"/>
                  </a:cubicBezTo>
                  <a:cubicBezTo>
                    <a:pt x="1865046" y="992586"/>
                    <a:pt x="1859838" y="992586"/>
                    <a:pt x="1859838" y="992586"/>
                  </a:cubicBezTo>
                  <a:lnTo>
                    <a:pt x="1854631" y="992586"/>
                  </a:lnTo>
                  <a:cubicBezTo>
                    <a:pt x="1849424" y="992586"/>
                    <a:pt x="1849424" y="992586"/>
                    <a:pt x="1849424" y="992586"/>
                  </a:cubicBezTo>
                  <a:cubicBezTo>
                    <a:pt x="1844217" y="987382"/>
                    <a:pt x="1844217" y="987382"/>
                    <a:pt x="1844217" y="987382"/>
                  </a:cubicBezTo>
                  <a:cubicBezTo>
                    <a:pt x="1839009" y="987382"/>
                    <a:pt x="1839009" y="987382"/>
                    <a:pt x="1839009" y="987382"/>
                  </a:cubicBezTo>
                  <a:cubicBezTo>
                    <a:pt x="1833802" y="982178"/>
                    <a:pt x="1833802" y="982178"/>
                    <a:pt x="1828595" y="982178"/>
                  </a:cubicBezTo>
                  <a:cubicBezTo>
                    <a:pt x="1828595" y="982178"/>
                    <a:pt x="1828595" y="982178"/>
                    <a:pt x="1828595" y="976975"/>
                  </a:cubicBezTo>
                  <a:cubicBezTo>
                    <a:pt x="1828595" y="976975"/>
                    <a:pt x="1828595" y="971771"/>
                    <a:pt x="1823387" y="971771"/>
                  </a:cubicBezTo>
                  <a:cubicBezTo>
                    <a:pt x="1823387" y="966568"/>
                    <a:pt x="1823387" y="966568"/>
                    <a:pt x="1823387" y="966568"/>
                  </a:cubicBezTo>
                  <a:cubicBezTo>
                    <a:pt x="1823387" y="961364"/>
                    <a:pt x="1818180" y="961364"/>
                    <a:pt x="1818180" y="961364"/>
                  </a:cubicBezTo>
                  <a:cubicBezTo>
                    <a:pt x="1818180" y="956160"/>
                    <a:pt x="1818180" y="956160"/>
                    <a:pt x="1818180" y="956160"/>
                  </a:cubicBezTo>
                  <a:lnTo>
                    <a:pt x="1818180" y="950957"/>
                  </a:lnTo>
                  <a:cubicBezTo>
                    <a:pt x="1818180" y="945753"/>
                    <a:pt x="1818180" y="945753"/>
                    <a:pt x="1818180" y="945753"/>
                  </a:cubicBezTo>
                  <a:cubicBezTo>
                    <a:pt x="1818180" y="945753"/>
                    <a:pt x="1823387" y="945753"/>
                    <a:pt x="1823387" y="940550"/>
                  </a:cubicBezTo>
                  <a:cubicBezTo>
                    <a:pt x="1823387" y="940550"/>
                    <a:pt x="1823387" y="940550"/>
                    <a:pt x="1823387" y="935346"/>
                  </a:cubicBezTo>
                  <a:lnTo>
                    <a:pt x="1828595" y="935346"/>
                  </a:lnTo>
                  <a:lnTo>
                    <a:pt x="1828595" y="930142"/>
                  </a:lnTo>
                  <a:cubicBezTo>
                    <a:pt x="1828595" y="930142"/>
                    <a:pt x="1828595" y="930142"/>
                    <a:pt x="1828595" y="924939"/>
                  </a:cubicBezTo>
                  <a:cubicBezTo>
                    <a:pt x="1828595" y="919735"/>
                    <a:pt x="1828595" y="919735"/>
                    <a:pt x="1828595" y="919735"/>
                  </a:cubicBezTo>
                  <a:lnTo>
                    <a:pt x="1833802" y="914531"/>
                  </a:lnTo>
                  <a:close/>
                  <a:moveTo>
                    <a:pt x="2759052" y="904153"/>
                  </a:moveTo>
                  <a:lnTo>
                    <a:pt x="2764184" y="904153"/>
                  </a:lnTo>
                  <a:cubicBezTo>
                    <a:pt x="2764184" y="904153"/>
                    <a:pt x="2764184" y="904153"/>
                    <a:pt x="2769317" y="904153"/>
                  </a:cubicBezTo>
                  <a:cubicBezTo>
                    <a:pt x="2774449" y="904153"/>
                    <a:pt x="2774449" y="904153"/>
                    <a:pt x="2779582" y="904153"/>
                  </a:cubicBezTo>
                  <a:lnTo>
                    <a:pt x="2779582" y="909246"/>
                  </a:lnTo>
                  <a:cubicBezTo>
                    <a:pt x="2779582" y="914339"/>
                    <a:pt x="2779582" y="914339"/>
                    <a:pt x="2779582" y="914339"/>
                  </a:cubicBezTo>
                  <a:cubicBezTo>
                    <a:pt x="2774449" y="914339"/>
                    <a:pt x="2774449" y="914339"/>
                    <a:pt x="2769317" y="914339"/>
                  </a:cubicBezTo>
                  <a:lnTo>
                    <a:pt x="2764184" y="914339"/>
                  </a:lnTo>
                  <a:cubicBezTo>
                    <a:pt x="2764184" y="909246"/>
                    <a:pt x="2764184" y="909246"/>
                    <a:pt x="2759052" y="904153"/>
                  </a:cubicBezTo>
                  <a:close/>
                  <a:moveTo>
                    <a:pt x="847087" y="904153"/>
                  </a:moveTo>
                  <a:cubicBezTo>
                    <a:pt x="847087" y="909352"/>
                    <a:pt x="852453" y="909352"/>
                    <a:pt x="852453" y="909352"/>
                  </a:cubicBezTo>
                  <a:lnTo>
                    <a:pt x="857651" y="909352"/>
                  </a:lnTo>
                  <a:lnTo>
                    <a:pt x="857651" y="914552"/>
                  </a:lnTo>
                  <a:lnTo>
                    <a:pt x="857651" y="919751"/>
                  </a:lnTo>
                  <a:cubicBezTo>
                    <a:pt x="857651" y="924951"/>
                    <a:pt x="862850" y="924951"/>
                    <a:pt x="867881" y="924951"/>
                  </a:cubicBezTo>
                  <a:cubicBezTo>
                    <a:pt x="873248" y="924951"/>
                    <a:pt x="873248" y="924951"/>
                    <a:pt x="873248" y="924951"/>
                  </a:cubicBezTo>
                  <a:lnTo>
                    <a:pt x="878446" y="924951"/>
                  </a:lnTo>
                  <a:lnTo>
                    <a:pt x="883645" y="924951"/>
                  </a:lnTo>
                  <a:lnTo>
                    <a:pt x="883645" y="930150"/>
                  </a:lnTo>
                  <a:cubicBezTo>
                    <a:pt x="883645" y="930150"/>
                    <a:pt x="883645" y="930150"/>
                    <a:pt x="883645" y="935350"/>
                  </a:cubicBezTo>
                  <a:lnTo>
                    <a:pt x="878446" y="935350"/>
                  </a:lnTo>
                  <a:lnTo>
                    <a:pt x="873248" y="935350"/>
                  </a:lnTo>
                  <a:cubicBezTo>
                    <a:pt x="873248" y="940549"/>
                    <a:pt x="867881" y="940549"/>
                    <a:pt x="867881" y="940549"/>
                  </a:cubicBezTo>
                  <a:cubicBezTo>
                    <a:pt x="867881" y="945748"/>
                    <a:pt x="867881" y="945748"/>
                    <a:pt x="862850" y="945748"/>
                  </a:cubicBezTo>
                  <a:cubicBezTo>
                    <a:pt x="862850" y="945748"/>
                    <a:pt x="862850" y="945748"/>
                    <a:pt x="857651" y="950948"/>
                  </a:cubicBezTo>
                  <a:cubicBezTo>
                    <a:pt x="857651" y="950948"/>
                    <a:pt x="857651" y="950948"/>
                    <a:pt x="857651" y="956147"/>
                  </a:cubicBezTo>
                  <a:cubicBezTo>
                    <a:pt x="857651" y="956147"/>
                    <a:pt x="857651" y="956147"/>
                    <a:pt x="857651" y="961347"/>
                  </a:cubicBezTo>
                  <a:lnTo>
                    <a:pt x="852453" y="966546"/>
                  </a:lnTo>
                  <a:lnTo>
                    <a:pt x="852453" y="971746"/>
                  </a:lnTo>
                  <a:cubicBezTo>
                    <a:pt x="852453" y="971746"/>
                    <a:pt x="852453" y="971746"/>
                    <a:pt x="852453" y="976945"/>
                  </a:cubicBezTo>
                  <a:cubicBezTo>
                    <a:pt x="852453" y="976945"/>
                    <a:pt x="852453" y="976945"/>
                    <a:pt x="852453" y="982145"/>
                  </a:cubicBezTo>
                  <a:lnTo>
                    <a:pt x="857651" y="987344"/>
                  </a:lnTo>
                  <a:cubicBezTo>
                    <a:pt x="857651" y="992543"/>
                    <a:pt x="857651" y="992543"/>
                    <a:pt x="857651" y="992543"/>
                  </a:cubicBezTo>
                  <a:cubicBezTo>
                    <a:pt x="857651" y="997743"/>
                    <a:pt x="862850" y="997743"/>
                    <a:pt x="862850" y="997743"/>
                  </a:cubicBezTo>
                  <a:cubicBezTo>
                    <a:pt x="862850" y="1002942"/>
                    <a:pt x="862850" y="1002942"/>
                    <a:pt x="867881" y="1002942"/>
                  </a:cubicBezTo>
                  <a:cubicBezTo>
                    <a:pt x="867881" y="1008142"/>
                    <a:pt x="873248" y="1008142"/>
                    <a:pt x="873248" y="1008142"/>
                  </a:cubicBezTo>
                  <a:cubicBezTo>
                    <a:pt x="878446" y="1008142"/>
                    <a:pt x="878446" y="1008142"/>
                    <a:pt x="878446" y="1008142"/>
                  </a:cubicBezTo>
                  <a:cubicBezTo>
                    <a:pt x="878446" y="1008142"/>
                    <a:pt x="878446" y="1008142"/>
                    <a:pt x="883645" y="1008142"/>
                  </a:cubicBezTo>
                  <a:cubicBezTo>
                    <a:pt x="883645" y="1013341"/>
                    <a:pt x="883645" y="1018541"/>
                    <a:pt x="888676" y="1018541"/>
                  </a:cubicBezTo>
                  <a:cubicBezTo>
                    <a:pt x="888676" y="1018541"/>
                    <a:pt x="888676" y="1018541"/>
                    <a:pt x="894041" y="1018541"/>
                  </a:cubicBezTo>
                  <a:cubicBezTo>
                    <a:pt x="894041" y="1018541"/>
                    <a:pt x="899240" y="1023740"/>
                    <a:pt x="899240" y="1028772"/>
                  </a:cubicBezTo>
                  <a:cubicBezTo>
                    <a:pt x="899240" y="1028772"/>
                    <a:pt x="899240" y="1028772"/>
                    <a:pt x="899240" y="1034139"/>
                  </a:cubicBezTo>
                  <a:cubicBezTo>
                    <a:pt x="899240" y="1034139"/>
                    <a:pt x="899240" y="1034139"/>
                    <a:pt x="899240" y="1039338"/>
                  </a:cubicBezTo>
                  <a:cubicBezTo>
                    <a:pt x="894041" y="1039338"/>
                    <a:pt x="894041" y="1039338"/>
                    <a:pt x="894041" y="1044538"/>
                  </a:cubicBezTo>
                  <a:lnTo>
                    <a:pt x="899240" y="1044538"/>
                  </a:lnTo>
                  <a:cubicBezTo>
                    <a:pt x="899240" y="1049737"/>
                    <a:pt x="899240" y="1049737"/>
                    <a:pt x="899240" y="1049737"/>
                  </a:cubicBezTo>
                  <a:lnTo>
                    <a:pt x="894041" y="1049737"/>
                  </a:lnTo>
                  <a:cubicBezTo>
                    <a:pt x="894041" y="1049737"/>
                    <a:pt x="894041" y="1049737"/>
                    <a:pt x="894041" y="1054937"/>
                  </a:cubicBezTo>
                  <a:cubicBezTo>
                    <a:pt x="894041" y="1054937"/>
                    <a:pt x="894041" y="1054937"/>
                    <a:pt x="894041" y="1060136"/>
                  </a:cubicBezTo>
                  <a:cubicBezTo>
                    <a:pt x="894041" y="1065168"/>
                    <a:pt x="894041" y="1070535"/>
                    <a:pt x="899240" y="1070535"/>
                  </a:cubicBezTo>
                  <a:lnTo>
                    <a:pt x="894041" y="1070535"/>
                  </a:lnTo>
                  <a:cubicBezTo>
                    <a:pt x="894041" y="1075735"/>
                    <a:pt x="894041" y="1075735"/>
                    <a:pt x="894041" y="1075735"/>
                  </a:cubicBezTo>
                  <a:cubicBezTo>
                    <a:pt x="888676" y="1080934"/>
                    <a:pt x="888676" y="1080934"/>
                    <a:pt x="888676" y="1080934"/>
                  </a:cubicBezTo>
                  <a:lnTo>
                    <a:pt x="894041" y="1085966"/>
                  </a:lnTo>
                  <a:cubicBezTo>
                    <a:pt x="894041" y="1091333"/>
                    <a:pt x="894041" y="1091333"/>
                    <a:pt x="894041" y="1091333"/>
                  </a:cubicBezTo>
                  <a:lnTo>
                    <a:pt x="899240" y="1091333"/>
                  </a:lnTo>
                  <a:lnTo>
                    <a:pt x="899240" y="1096533"/>
                  </a:lnTo>
                  <a:lnTo>
                    <a:pt x="899240" y="1101732"/>
                  </a:lnTo>
                  <a:lnTo>
                    <a:pt x="899240" y="1106764"/>
                  </a:lnTo>
                  <a:lnTo>
                    <a:pt x="899240" y="1112131"/>
                  </a:lnTo>
                  <a:cubicBezTo>
                    <a:pt x="899240" y="1112131"/>
                    <a:pt x="899240" y="1117330"/>
                    <a:pt x="904439" y="1122530"/>
                  </a:cubicBezTo>
                  <a:cubicBezTo>
                    <a:pt x="904439" y="1127561"/>
                    <a:pt x="904439" y="1132929"/>
                    <a:pt x="909469" y="1132929"/>
                  </a:cubicBezTo>
                  <a:cubicBezTo>
                    <a:pt x="909469" y="1132929"/>
                    <a:pt x="909469" y="1132929"/>
                    <a:pt x="909469" y="1138128"/>
                  </a:cubicBezTo>
                  <a:cubicBezTo>
                    <a:pt x="909469" y="1143328"/>
                    <a:pt x="909469" y="1143328"/>
                    <a:pt x="914836" y="1143328"/>
                  </a:cubicBezTo>
                  <a:lnTo>
                    <a:pt x="914836" y="1148359"/>
                  </a:lnTo>
                  <a:cubicBezTo>
                    <a:pt x="909469" y="1148359"/>
                    <a:pt x="909469" y="1153726"/>
                    <a:pt x="904439" y="1153726"/>
                  </a:cubicBezTo>
                  <a:lnTo>
                    <a:pt x="899240" y="1158926"/>
                  </a:lnTo>
                  <a:lnTo>
                    <a:pt x="904439" y="1164125"/>
                  </a:lnTo>
                  <a:lnTo>
                    <a:pt x="899240" y="1169157"/>
                  </a:lnTo>
                  <a:lnTo>
                    <a:pt x="904439" y="1169157"/>
                  </a:lnTo>
                  <a:lnTo>
                    <a:pt x="904439" y="1174524"/>
                  </a:lnTo>
                  <a:lnTo>
                    <a:pt x="904439" y="1179724"/>
                  </a:lnTo>
                  <a:lnTo>
                    <a:pt x="899240" y="1179724"/>
                  </a:lnTo>
                  <a:cubicBezTo>
                    <a:pt x="899240" y="1179724"/>
                    <a:pt x="899240" y="1179724"/>
                    <a:pt x="899240" y="1184923"/>
                  </a:cubicBezTo>
                  <a:cubicBezTo>
                    <a:pt x="899240" y="1184923"/>
                    <a:pt x="899240" y="1189955"/>
                    <a:pt x="894041" y="1189955"/>
                  </a:cubicBezTo>
                  <a:cubicBezTo>
                    <a:pt x="894041" y="1195322"/>
                    <a:pt x="888676" y="1200521"/>
                    <a:pt x="888676" y="1205721"/>
                  </a:cubicBezTo>
                  <a:lnTo>
                    <a:pt x="888676" y="1210753"/>
                  </a:lnTo>
                  <a:cubicBezTo>
                    <a:pt x="888676" y="1210753"/>
                    <a:pt x="888676" y="1210753"/>
                    <a:pt x="888676" y="1216120"/>
                  </a:cubicBezTo>
                  <a:lnTo>
                    <a:pt x="888676" y="1221319"/>
                  </a:lnTo>
                  <a:cubicBezTo>
                    <a:pt x="888676" y="1221319"/>
                    <a:pt x="888676" y="1221319"/>
                    <a:pt x="883645" y="1226519"/>
                  </a:cubicBezTo>
                  <a:cubicBezTo>
                    <a:pt x="883645" y="1226519"/>
                    <a:pt x="883645" y="1226519"/>
                    <a:pt x="883645" y="1231550"/>
                  </a:cubicBezTo>
                  <a:lnTo>
                    <a:pt x="883645" y="1236918"/>
                  </a:lnTo>
                  <a:cubicBezTo>
                    <a:pt x="883645" y="1242117"/>
                    <a:pt x="883645" y="1242117"/>
                    <a:pt x="883645" y="1242117"/>
                  </a:cubicBezTo>
                  <a:cubicBezTo>
                    <a:pt x="883645" y="1247316"/>
                    <a:pt x="888676" y="1247316"/>
                    <a:pt x="888676" y="1247316"/>
                  </a:cubicBezTo>
                  <a:cubicBezTo>
                    <a:pt x="888676" y="1252348"/>
                    <a:pt x="888676" y="1252348"/>
                    <a:pt x="888676" y="1252348"/>
                  </a:cubicBezTo>
                  <a:lnTo>
                    <a:pt x="888676" y="1257715"/>
                  </a:lnTo>
                  <a:cubicBezTo>
                    <a:pt x="888676" y="1262915"/>
                    <a:pt x="888676" y="1267946"/>
                    <a:pt x="888676" y="1267946"/>
                  </a:cubicBezTo>
                  <a:cubicBezTo>
                    <a:pt x="883645" y="1267946"/>
                    <a:pt x="883645" y="1267946"/>
                    <a:pt x="883645" y="1267946"/>
                  </a:cubicBezTo>
                  <a:cubicBezTo>
                    <a:pt x="883645" y="1273146"/>
                    <a:pt x="883645" y="1273146"/>
                    <a:pt x="883645" y="1273146"/>
                  </a:cubicBezTo>
                  <a:lnTo>
                    <a:pt x="883645" y="1278513"/>
                  </a:lnTo>
                  <a:cubicBezTo>
                    <a:pt x="883645" y="1283713"/>
                    <a:pt x="878446" y="1283713"/>
                    <a:pt x="878446" y="1283713"/>
                  </a:cubicBezTo>
                  <a:cubicBezTo>
                    <a:pt x="878446" y="1283713"/>
                    <a:pt x="878446" y="1283713"/>
                    <a:pt x="878446" y="1288744"/>
                  </a:cubicBezTo>
                  <a:lnTo>
                    <a:pt x="878446" y="1293944"/>
                  </a:lnTo>
                  <a:cubicBezTo>
                    <a:pt x="878446" y="1299311"/>
                    <a:pt x="878446" y="1299311"/>
                    <a:pt x="878446" y="1299311"/>
                  </a:cubicBezTo>
                  <a:cubicBezTo>
                    <a:pt x="878446" y="1304510"/>
                    <a:pt x="878446" y="1304510"/>
                    <a:pt x="878446" y="1304510"/>
                  </a:cubicBezTo>
                  <a:lnTo>
                    <a:pt x="878446" y="1309542"/>
                  </a:lnTo>
                  <a:cubicBezTo>
                    <a:pt x="873248" y="1309542"/>
                    <a:pt x="873248" y="1309542"/>
                    <a:pt x="873248" y="1314741"/>
                  </a:cubicBezTo>
                  <a:cubicBezTo>
                    <a:pt x="873248" y="1320109"/>
                    <a:pt x="873248" y="1320109"/>
                    <a:pt x="873248" y="1320109"/>
                  </a:cubicBezTo>
                  <a:lnTo>
                    <a:pt x="873248" y="1325308"/>
                  </a:lnTo>
                  <a:cubicBezTo>
                    <a:pt x="867881" y="1330340"/>
                    <a:pt x="867881" y="1330340"/>
                    <a:pt x="867881" y="1330340"/>
                  </a:cubicBezTo>
                  <a:cubicBezTo>
                    <a:pt x="867881" y="1335539"/>
                    <a:pt x="873248" y="1340906"/>
                    <a:pt x="873248" y="1340906"/>
                  </a:cubicBezTo>
                  <a:cubicBezTo>
                    <a:pt x="873248" y="1340906"/>
                    <a:pt x="873248" y="1340906"/>
                    <a:pt x="867881" y="1335539"/>
                  </a:cubicBezTo>
                  <a:lnTo>
                    <a:pt x="862850" y="1335539"/>
                  </a:lnTo>
                  <a:cubicBezTo>
                    <a:pt x="862850" y="1335539"/>
                    <a:pt x="862850" y="1335539"/>
                    <a:pt x="857651" y="1335539"/>
                  </a:cubicBezTo>
                  <a:cubicBezTo>
                    <a:pt x="857651" y="1335539"/>
                    <a:pt x="862850" y="1330340"/>
                    <a:pt x="862850" y="1325308"/>
                  </a:cubicBezTo>
                  <a:cubicBezTo>
                    <a:pt x="867881" y="1320109"/>
                    <a:pt x="862850" y="1314741"/>
                    <a:pt x="862850" y="1314741"/>
                  </a:cubicBezTo>
                  <a:lnTo>
                    <a:pt x="862850" y="1309542"/>
                  </a:lnTo>
                  <a:cubicBezTo>
                    <a:pt x="862850" y="1304510"/>
                    <a:pt x="862850" y="1304510"/>
                    <a:pt x="862850" y="1299311"/>
                  </a:cubicBezTo>
                  <a:cubicBezTo>
                    <a:pt x="862850" y="1299311"/>
                    <a:pt x="862850" y="1299311"/>
                    <a:pt x="862850" y="1293944"/>
                  </a:cubicBezTo>
                  <a:lnTo>
                    <a:pt x="867881" y="1293944"/>
                  </a:lnTo>
                  <a:cubicBezTo>
                    <a:pt x="867881" y="1288744"/>
                    <a:pt x="867881" y="1288744"/>
                    <a:pt x="867881" y="1288744"/>
                  </a:cubicBezTo>
                  <a:lnTo>
                    <a:pt x="867881" y="1283713"/>
                  </a:lnTo>
                  <a:lnTo>
                    <a:pt x="873248" y="1278513"/>
                  </a:lnTo>
                  <a:cubicBezTo>
                    <a:pt x="878446" y="1273146"/>
                    <a:pt x="878446" y="1267946"/>
                    <a:pt x="878446" y="1267946"/>
                  </a:cubicBezTo>
                  <a:cubicBezTo>
                    <a:pt x="878446" y="1262915"/>
                    <a:pt x="878446" y="1262915"/>
                    <a:pt x="878446" y="1262915"/>
                  </a:cubicBezTo>
                  <a:cubicBezTo>
                    <a:pt x="878446" y="1257715"/>
                    <a:pt x="878446" y="1252348"/>
                    <a:pt x="878446" y="1252348"/>
                  </a:cubicBezTo>
                  <a:lnTo>
                    <a:pt x="878446" y="1247316"/>
                  </a:lnTo>
                  <a:cubicBezTo>
                    <a:pt x="878446" y="1247316"/>
                    <a:pt x="883645" y="1236918"/>
                    <a:pt x="878446" y="1236918"/>
                  </a:cubicBezTo>
                  <a:cubicBezTo>
                    <a:pt x="878446" y="1231550"/>
                    <a:pt x="878446" y="1231550"/>
                    <a:pt x="878446" y="1231550"/>
                  </a:cubicBezTo>
                  <a:cubicBezTo>
                    <a:pt x="878446" y="1226519"/>
                    <a:pt x="878446" y="1226519"/>
                    <a:pt x="878446" y="1226519"/>
                  </a:cubicBezTo>
                  <a:lnTo>
                    <a:pt x="878446" y="1221319"/>
                  </a:lnTo>
                  <a:cubicBezTo>
                    <a:pt x="883645" y="1221319"/>
                    <a:pt x="883645" y="1216120"/>
                    <a:pt x="883645" y="1216120"/>
                  </a:cubicBezTo>
                  <a:cubicBezTo>
                    <a:pt x="883645" y="1210753"/>
                    <a:pt x="883645" y="1210753"/>
                    <a:pt x="883645" y="1210753"/>
                  </a:cubicBezTo>
                  <a:lnTo>
                    <a:pt x="883645" y="1205721"/>
                  </a:lnTo>
                  <a:cubicBezTo>
                    <a:pt x="883645" y="1205721"/>
                    <a:pt x="883645" y="1205721"/>
                    <a:pt x="883645" y="1200521"/>
                  </a:cubicBezTo>
                  <a:lnTo>
                    <a:pt x="883645" y="1195322"/>
                  </a:lnTo>
                  <a:cubicBezTo>
                    <a:pt x="888676" y="1195322"/>
                    <a:pt x="888676" y="1189955"/>
                    <a:pt x="888676" y="1189955"/>
                  </a:cubicBezTo>
                  <a:lnTo>
                    <a:pt x="888676" y="1184923"/>
                  </a:lnTo>
                  <a:cubicBezTo>
                    <a:pt x="888676" y="1179724"/>
                    <a:pt x="888676" y="1179724"/>
                    <a:pt x="888676" y="1179724"/>
                  </a:cubicBezTo>
                  <a:lnTo>
                    <a:pt x="888676" y="1174524"/>
                  </a:lnTo>
                  <a:cubicBezTo>
                    <a:pt x="888676" y="1169157"/>
                    <a:pt x="888676" y="1169157"/>
                    <a:pt x="888676" y="1164125"/>
                  </a:cubicBezTo>
                  <a:cubicBezTo>
                    <a:pt x="888676" y="1158926"/>
                    <a:pt x="888676" y="1158926"/>
                    <a:pt x="888676" y="1158926"/>
                  </a:cubicBezTo>
                  <a:cubicBezTo>
                    <a:pt x="888676" y="1153726"/>
                    <a:pt x="894041" y="1148359"/>
                    <a:pt x="888676" y="1148359"/>
                  </a:cubicBezTo>
                  <a:cubicBezTo>
                    <a:pt x="888676" y="1148359"/>
                    <a:pt x="888676" y="1148359"/>
                    <a:pt x="888676" y="1143328"/>
                  </a:cubicBezTo>
                  <a:cubicBezTo>
                    <a:pt x="894041" y="1143328"/>
                    <a:pt x="894041" y="1143328"/>
                    <a:pt x="894041" y="1138128"/>
                  </a:cubicBezTo>
                  <a:cubicBezTo>
                    <a:pt x="894041" y="1132929"/>
                    <a:pt x="894041" y="1132929"/>
                    <a:pt x="894041" y="1127561"/>
                  </a:cubicBezTo>
                  <a:cubicBezTo>
                    <a:pt x="894041" y="1122530"/>
                    <a:pt x="894041" y="1117330"/>
                    <a:pt x="894041" y="1117330"/>
                  </a:cubicBezTo>
                  <a:lnTo>
                    <a:pt x="894041" y="1112131"/>
                  </a:lnTo>
                  <a:lnTo>
                    <a:pt x="894041" y="1106764"/>
                  </a:lnTo>
                  <a:cubicBezTo>
                    <a:pt x="894041" y="1096533"/>
                    <a:pt x="894041" y="1091333"/>
                    <a:pt x="888676" y="1091333"/>
                  </a:cubicBezTo>
                  <a:cubicBezTo>
                    <a:pt x="888676" y="1085966"/>
                    <a:pt x="888676" y="1085966"/>
                    <a:pt x="883645" y="1080934"/>
                  </a:cubicBezTo>
                  <a:cubicBezTo>
                    <a:pt x="878446" y="1080934"/>
                    <a:pt x="878446" y="1080934"/>
                    <a:pt x="878446" y="1075735"/>
                  </a:cubicBezTo>
                  <a:lnTo>
                    <a:pt x="873248" y="1070535"/>
                  </a:lnTo>
                  <a:cubicBezTo>
                    <a:pt x="867881" y="1070535"/>
                    <a:pt x="867881" y="1070535"/>
                    <a:pt x="867881" y="1070535"/>
                  </a:cubicBezTo>
                  <a:cubicBezTo>
                    <a:pt x="867881" y="1070535"/>
                    <a:pt x="862850" y="1065168"/>
                    <a:pt x="857651" y="1065168"/>
                  </a:cubicBezTo>
                  <a:cubicBezTo>
                    <a:pt x="857651" y="1065168"/>
                    <a:pt x="857651" y="1060136"/>
                    <a:pt x="852453" y="1060136"/>
                  </a:cubicBezTo>
                  <a:cubicBezTo>
                    <a:pt x="852453" y="1060136"/>
                    <a:pt x="852453" y="1054937"/>
                    <a:pt x="847087" y="1054937"/>
                  </a:cubicBezTo>
                  <a:lnTo>
                    <a:pt x="842056" y="1049737"/>
                  </a:lnTo>
                  <a:cubicBezTo>
                    <a:pt x="836858" y="1049737"/>
                    <a:pt x="836858" y="1049737"/>
                    <a:pt x="836858" y="1044538"/>
                  </a:cubicBezTo>
                  <a:cubicBezTo>
                    <a:pt x="836858" y="1044538"/>
                    <a:pt x="836858" y="1044538"/>
                    <a:pt x="836858" y="1039338"/>
                  </a:cubicBezTo>
                  <a:cubicBezTo>
                    <a:pt x="836858" y="1039338"/>
                    <a:pt x="836858" y="1034139"/>
                    <a:pt x="836858" y="1028772"/>
                  </a:cubicBezTo>
                  <a:cubicBezTo>
                    <a:pt x="831659" y="1028772"/>
                    <a:pt x="831659" y="1023740"/>
                    <a:pt x="831659" y="1023740"/>
                  </a:cubicBezTo>
                  <a:cubicBezTo>
                    <a:pt x="826461" y="1018541"/>
                    <a:pt x="826461" y="1018541"/>
                    <a:pt x="826461" y="1018541"/>
                  </a:cubicBezTo>
                  <a:cubicBezTo>
                    <a:pt x="826461" y="1018541"/>
                    <a:pt x="826461" y="1018541"/>
                    <a:pt x="826461" y="1013341"/>
                  </a:cubicBezTo>
                  <a:cubicBezTo>
                    <a:pt x="826461" y="1008142"/>
                    <a:pt x="826461" y="1008142"/>
                    <a:pt x="821262" y="1002942"/>
                  </a:cubicBezTo>
                  <a:lnTo>
                    <a:pt x="816064" y="997743"/>
                  </a:lnTo>
                  <a:cubicBezTo>
                    <a:pt x="816064" y="992543"/>
                    <a:pt x="816064" y="992543"/>
                    <a:pt x="816064" y="992543"/>
                  </a:cubicBezTo>
                  <a:cubicBezTo>
                    <a:pt x="816064" y="992543"/>
                    <a:pt x="816064" y="987344"/>
                    <a:pt x="816064" y="982145"/>
                  </a:cubicBezTo>
                  <a:cubicBezTo>
                    <a:pt x="810697" y="982145"/>
                    <a:pt x="810697" y="982145"/>
                    <a:pt x="810697" y="982145"/>
                  </a:cubicBezTo>
                  <a:lnTo>
                    <a:pt x="810697" y="976945"/>
                  </a:lnTo>
                  <a:lnTo>
                    <a:pt x="805667" y="976945"/>
                  </a:lnTo>
                  <a:cubicBezTo>
                    <a:pt x="805667" y="971746"/>
                    <a:pt x="805667" y="971746"/>
                    <a:pt x="805667" y="966546"/>
                  </a:cubicBezTo>
                  <a:cubicBezTo>
                    <a:pt x="800468" y="961347"/>
                    <a:pt x="795270" y="956147"/>
                    <a:pt x="795270" y="956147"/>
                  </a:cubicBezTo>
                  <a:lnTo>
                    <a:pt x="795270" y="950948"/>
                  </a:lnTo>
                  <a:cubicBezTo>
                    <a:pt x="795270" y="950948"/>
                    <a:pt x="795270" y="950948"/>
                    <a:pt x="795270" y="945748"/>
                  </a:cubicBezTo>
                  <a:cubicBezTo>
                    <a:pt x="800468" y="945748"/>
                    <a:pt x="800468" y="945748"/>
                    <a:pt x="800468" y="945748"/>
                  </a:cubicBezTo>
                  <a:cubicBezTo>
                    <a:pt x="800468" y="950948"/>
                    <a:pt x="805667" y="950948"/>
                    <a:pt x="805667" y="956147"/>
                  </a:cubicBezTo>
                  <a:cubicBezTo>
                    <a:pt x="805667" y="956147"/>
                    <a:pt x="805667" y="956147"/>
                    <a:pt x="810697" y="956147"/>
                  </a:cubicBezTo>
                  <a:cubicBezTo>
                    <a:pt x="810697" y="956147"/>
                    <a:pt x="810697" y="956147"/>
                    <a:pt x="810697" y="950948"/>
                  </a:cubicBezTo>
                  <a:lnTo>
                    <a:pt x="816064" y="950948"/>
                  </a:lnTo>
                  <a:cubicBezTo>
                    <a:pt x="816064" y="945748"/>
                    <a:pt x="816064" y="945748"/>
                    <a:pt x="816064" y="945748"/>
                  </a:cubicBezTo>
                  <a:cubicBezTo>
                    <a:pt x="816064" y="940549"/>
                    <a:pt x="821262" y="935350"/>
                    <a:pt x="821262" y="930150"/>
                  </a:cubicBezTo>
                  <a:cubicBezTo>
                    <a:pt x="821262" y="930150"/>
                    <a:pt x="821262" y="924951"/>
                    <a:pt x="826461" y="924951"/>
                  </a:cubicBezTo>
                  <a:cubicBezTo>
                    <a:pt x="836858" y="924951"/>
                    <a:pt x="842056" y="919751"/>
                    <a:pt x="842056" y="914552"/>
                  </a:cubicBezTo>
                  <a:cubicBezTo>
                    <a:pt x="842056" y="914552"/>
                    <a:pt x="842056" y="914552"/>
                    <a:pt x="842056" y="909352"/>
                  </a:cubicBezTo>
                  <a:cubicBezTo>
                    <a:pt x="847087" y="909352"/>
                    <a:pt x="847087" y="909352"/>
                    <a:pt x="847087" y="909352"/>
                  </a:cubicBezTo>
                  <a:close/>
                  <a:moveTo>
                    <a:pt x="810569" y="882713"/>
                  </a:moveTo>
                  <a:lnTo>
                    <a:pt x="810569" y="887940"/>
                  </a:lnTo>
                  <a:cubicBezTo>
                    <a:pt x="815890" y="887940"/>
                    <a:pt x="815890" y="887940"/>
                    <a:pt x="815890" y="887940"/>
                  </a:cubicBezTo>
                  <a:cubicBezTo>
                    <a:pt x="815890" y="893167"/>
                    <a:pt x="821045" y="893167"/>
                    <a:pt x="821045" y="893167"/>
                  </a:cubicBezTo>
                  <a:cubicBezTo>
                    <a:pt x="821045" y="893167"/>
                    <a:pt x="821045" y="893167"/>
                    <a:pt x="826200" y="893167"/>
                  </a:cubicBezTo>
                  <a:cubicBezTo>
                    <a:pt x="826200" y="898394"/>
                    <a:pt x="831356" y="898394"/>
                    <a:pt x="831356" y="898394"/>
                  </a:cubicBezTo>
                  <a:cubicBezTo>
                    <a:pt x="831356" y="898394"/>
                    <a:pt x="831356" y="893167"/>
                    <a:pt x="836511" y="893167"/>
                  </a:cubicBezTo>
                  <a:lnTo>
                    <a:pt x="836511" y="898394"/>
                  </a:lnTo>
                  <a:lnTo>
                    <a:pt x="841666" y="898394"/>
                  </a:lnTo>
                  <a:cubicBezTo>
                    <a:pt x="841666" y="903621"/>
                    <a:pt x="841666" y="903621"/>
                    <a:pt x="841666" y="903621"/>
                  </a:cubicBezTo>
                  <a:cubicBezTo>
                    <a:pt x="836511" y="903621"/>
                    <a:pt x="836511" y="903621"/>
                    <a:pt x="836511" y="903621"/>
                  </a:cubicBezTo>
                  <a:lnTo>
                    <a:pt x="836511" y="908848"/>
                  </a:lnTo>
                  <a:cubicBezTo>
                    <a:pt x="831356" y="914075"/>
                    <a:pt x="831356" y="914075"/>
                    <a:pt x="826200" y="914075"/>
                  </a:cubicBezTo>
                  <a:cubicBezTo>
                    <a:pt x="821045" y="919301"/>
                    <a:pt x="815890" y="919301"/>
                    <a:pt x="815890" y="924528"/>
                  </a:cubicBezTo>
                  <a:cubicBezTo>
                    <a:pt x="810569" y="929755"/>
                    <a:pt x="810569" y="934982"/>
                    <a:pt x="810569" y="940209"/>
                  </a:cubicBezTo>
                  <a:cubicBezTo>
                    <a:pt x="805579" y="940209"/>
                    <a:pt x="805579" y="940209"/>
                    <a:pt x="805579" y="940209"/>
                  </a:cubicBezTo>
                  <a:cubicBezTo>
                    <a:pt x="805579" y="940209"/>
                    <a:pt x="805579" y="934982"/>
                    <a:pt x="800424" y="934982"/>
                  </a:cubicBezTo>
                  <a:cubicBezTo>
                    <a:pt x="800424" y="934982"/>
                    <a:pt x="800424" y="934982"/>
                    <a:pt x="800424" y="929755"/>
                  </a:cubicBezTo>
                  <a:cubicBezTo>
                    <a:pt x="800424" y="924528"/>
                    <a:pt x="800424" y="924528"/>
                    <a:pt x="805579" y="924528"/>
                  </a:cubicBezTo>
                  <a:cubicBezTo>
                    <a:pt x="805579" y="919301"/>
                    <a:pt x="805579" y="919301"/>
                    <a:pt x="805579" y="914075"/>
                  </a:cubicBezTo>
                  <a:cubicBezTo>
                    <a:pt x="800424" y="914075"/>
                    <a:pt x="800424" y="908848"/>
                    <a:pt x="800424" y="914075"/>
                  </a:cubicBezTo>
                  <a:lnTo>
                    <a:pt x="795270" y="914075"/>
                  </a:lnTo>
                  <a:cubicBezTo>
                    <a:pt x="795270" y="908848"/>
                    <a:pt x="795270" y="908848"/>
                    <a:pt x="795270" y="908848"/>
                  </a:cubicBezTo>
                  <a:cubicBezTo>
                    <a:pt x="795270" y="903621"/>
                    <a:pt x="800424" y="903621"/>
                    <a:pt x="800424" y="898394"/>
                  </a:cubicBezTo>
                  <a:cubicBezTo>
                    <a:pt x="800424" y="898394"/>
                    <a:pt x="800424" y="898394"/>
                    <a:pt x="800424" y="893167"/>
                  </a:cubicBezTo>
                  <a:cubicBezTo>
                    <a:pt x="800424" y="887940"/>
                    <a:pt x="800424" y="887940"/>
                    <a:pt x="800424" y="887940"/>
                  </a:cubicBezTo>
                  <a:lnTo>
                    <a:pt x="805579" y="887940"/>
                  </a:lnTo>
                  <a:cubicBezTo>
                    <a:pt x="805579" y="882713"/>
                    <a:pt x="805579" y="882713"/>
                    <a:pt x="810569" y="882713"/>
                  </a:cubicBezTo>
                  <a:close/>
                  <a:moveTo>
                    <a:pt x="1652454" y="872363"/>
                  </a:moveTo>
                  <a:lnTo>
                    <a:pt x="1657628" y="872363"/>
                  </a:lnTo>
                  <a:cubicBezTo>
                    <a:pt x="1657628" y="877590"/>
                    <a:pt x="1657628" y="877590"/>
                    <a:pt x="1657628" y="877590"/>
                  </a:cubicBezTo>
                  <a:cubicBezTo>
                    <a:pt x="1657628" y="877590"/>
                    <a:pt x="1657628" y="877590"/>
                    <a:pt x="1657628" y="882817"/>
                  </a:cubicBezTo>
                  <a:lnTo>
                    <a:pt x="1662802" y="888044"/>
                  </a:lnTo>
                  <a:cubicBezTo>
                    <a:pt x="1662802" y="888044"/>
                    <a:pt x="1662802" y="888044"/>
                    <a:pt x="1662802" y="882817"/>
                  </a:cubicBezTo>
                  <a:cubicBezTo>
                    <a:pt x="1667975" y="882817"/>
                    <a:pt x="1667975" y="882817"/>
                    <a:pt x="1667975" y="882817"/>
                  </a:cubicBezTo>
                  <a:cubicBezTo>
                    <a:pt x="1667975" y="882817"/>
                    <a:pt x="1667975" y="882817"/>
                    <a:pt x="1667975" y="888044"/>
                  </a:cubicBezTo>
                  <a:lnTo>
                    <a:pt x="1662802" y="893271"/>
                  </a:lnTo>
                  <a:lnTo>
                    <a:pt x="1667975" y="898498"/>
                  </a:lnTo>
                  <a:cubicBezTo>
                    <a:pt x="1667975" y="903725"/>
                    <a:pt x="1667975" y="903725"/>
                    <a:pt x="1667975" y="903725"/>
                  </a:cubicBezTo>
                  <a:cubicBezTo>
                    <a:pt x="1673149" y="903725"/>
                    <a:pt x="1673149" y="908951"/>
                    <a:pt x="1673149" y="908951"/>
                  </a:cubicBezTo>
                  <a:lnTo>
                    <a:pt x="1673149" y="914178"/>
                  </a:lnTo>
                  <a:lnTo>
                    <a:pt x="1667975" y="914178"/>
                  </a:lnTo>
                  <a:cubicBezTo>
                    <a:pt x="1667975" y="914178"/>
                    <a:pt x="1667975" y="914178"/>
                    <a:pt x="1667975" y="908951"/>
                  </a:cubicBezTo>
                  <a:cubicBezTo>
                    <a:pt x="1667975" y="908951"/>
                    <a:pt x="1667975" y="908951"/>
                    <a:pt x="1662802" y="914178"/>
                  </a:cubicBezTo>
                  <a:cubicBezTo>
                    <a:pt x="1662802" y="914178"/>
                    <a:pt x="1662802" y="914178"/>
                    <a:pt x="1662802" y="908951"/>
                  </a:cubicBezTo>
                  <a:cubicBezTo>
                    <a:pt x="1662802" y="908951"/>
                    <a:pt x="1662802" y="908951"/>
                    <a:pt x="1652454" y="908951"/>
                  </a:cubicBezTo>
                  <a:cubicBezTo>
                    <a:pt x="1652454" y="908951"/>
                    <a:pt x="1652454" y="908951"/>
                    <a:pt x="1652454" y="914178"/>
                  </a:cubicBezTo>
                  <a:cubicBezTo>
                    <a:pt x="1652454" y="914178"/>
                    <a:pt x="1652454" y="914178"/>
                    <a:pt x="1642441" y="914178"/>
                  </a:cubicBezTo>
                  <a:lnTo>
                    <a:pt x="1642441" y="924632"/>
                  </a:lnTo>
                  <a:cubicBezTo>
                    <a:pt x="1642441" y="924632"/>
                    <a:pt x="1642274" y="924632"/>
                    <a:pt x="1647281" y="929859"/>
                  </a:cubicBezTo>
                  <a:cubicBezTo>
                    <a:pt x="1647281" y="929859"/>
                    <a:pt x="1647281" y="929859"/>
                    <a:pt x="1642441" y="929859"/>
                  </a:cubicBezTo>
                  <a:cubicBezTo>
                    <a:pt x="1637102" y="919405"/>
                    <a:pt x="1631928" y="914178"/>
                    <a:pt x="1631928" y="914178"/>
                  </a:cubicBezTo>
                  <a:cubicBezTo>
                    <a:pt x="1631928" y="914178"/>
                    <a:pt x="1631928" y="914178"/>
                    <a:pt x="1631928" y="908951"/>
                  </a:cubicBezTo>
                  <a:cubicBezTo>
                    <a:pt x="1631928" y="908951"/>
                    <a:pt x="1631928" y="908951"/>
                    <a:pt x="1626755" y="908951"/>
                  </a:cubicBezTo>
                  <a:cubicBezTo>
                    <a:pt x="1626755" y="903725"/>
                    <a:pt x="1626755" y="903725"/>
                    <a:pt x="1626755" y="903725"/>
                  </a:cubicBezTo>
                  <a:lnTo>
                    <a:pt x="1626755" y="898498"/>
                  </a:lnTo>
                  <a:cubicBezTo>
                    <a:pt x="1626755" y="898498"/>
                    <a:pt x="1631928" y="893271"/>
                    <a:pt x="1631928" y="888044"/>
                  </a:cubicBezTo>
                  <a:cubicBezTo>
                    <a:pt x="1631928" y="888044"/>
                    <a:pt x="1631928" y="888044"/>
                    <a:pt x="1652454" y="888044"/>
                  </a:cubicBezTo>
                  <a:cubicBezTo>
                    <a:pt x="1652454" y="888044"/>
                    <a:pt x="1652454" y="888044"/>
                    <a:pt x="1652454" y="872363"/>
                  </a:cubicBezTo>
                  <a:close/>
                  <a:moveTo>
                    <a:pt x="950683" y="856892"/>
                  </a:moveTo>
                  <a:cubicBezTo>
                    <a:pt x="956045" y="856892"/>
                    <a:pt x="956045" y="856892"/>
                    <a:pt x="956045" y="856892"/>
                  </a:cubicBezTo>
                  <a:lnTo>
                    <a:pt x="956045" y="862094"/>
                  </a:lnTo>
                  <a:lnTo>
                    <a:pt x="950683" y="862094"/>
                  </a:lnTo>
                  <a:close/>
                  <a:moveTo>
                    <a:pt x="1828486" y="856838"/>
                  </a:moveTo>
                  <a:cubicBezTo>
                    <a:pt x="1833639" y="856838"/>
                    <a:pt x="1833639" y="856838"/>
                    <a:pt x="1833639" y="856838"/>
                  </a:cubicBezTo>
                  <a:cubicBezTo>
                    <a:pt x="1833639" y="856838"/>
                    <a:pt x="1833639" y="856838"/>
                    <a:pt x="1838792" y="856838"/>
                  </a:cubicBezTo>
                  <a:lnTo>
                    <a:pt x="1843945" y="856838"/>
                  </a:lnTo>
                  <a:cubicBezTo>
                    <a:pt x="1849098" y="856838"/>
                    <a:pt x="1849098" y="856838"/>
                    <a:pt x="1849098" y="856838"/>
                  </a:cubicBezTo>
                  <a:cubicBezTo>
                    <a:pt x="1854251" y="856838"/>
                    <a:pt x="1854251" y="856838"/>
                    <a:pt x="1854251" y="856838"/>
                  </a:cubicBezTo>
                  <a:cubicBezTo>
                    <a:pt x="1854251" y="856838"/>
                    <a:pt x="1854251" y="861995"/>
                    <a:pt x="1859404" y="867151"/>
                  </a:cubicBezTo>
                  <a:lnTo>
                    <a:pt x="1859404" y="872308"/>
                  </a:lnTo>
                  <a:lnTo>
                    <a:pt x="1859404" y="877464"/>
                  </a:lnTo>
                  <a:cubicBezTo>
                    <a:pt x="1859404" y="877464"/>
                    <a:pt x="1859404" y="877464"/>
                    <a:pt x="1854251" y="877464"/>
                  </a:cubicBezTo>
                  <a:cubicBezTo>
                    <a:pt x="1854251" y="882621"/>
                    <a:pt x="1849098" y="887778"/>
                    <a:pt x="1849098" y="887778"/>
                  </a:cubicBezTo>
                  <a:cubicBezTo>
                    <a:pt x="1849098" y="892934"/>
                    <a:pt x="1849098" y="892934"/>
                    <a:pt x="1849098" y="898091"/>
                  </a:cubicBezTo>
                  <a:cubicBezTo>
                    <a:pt x="1849098" y="898091"/>
                    <a:pt x="1849098" y="898091"/>
                    <a:pt x="1823333" y="898091"/>
                  </a:cubicBezTo>
                  <a:cubicBezTo>
                    <a:pt x="1823333" y="898091"/>
                    <a:pt x="1823333" y="898091"/>
                    <a:pt x="1818180" y="903248"/>
                  </a:cubicBezTo>
                  <a:cubicBezTo>
                    <a:pt x="1818180" y="898091"/>
                    <a:pt x="1818180" y="898091"/>
                    <a:pt x="1818180" y="898091"/>
                  </a:cubicBezTo>
                  <a:lnTo>
                    <a:pt x="1818180" y="892934"/>
                  </a:lnTo>
                  <a:lnTo>
                    <a:pt x="1823333" y="887778"/>
                  </a:lnTo>
                  <a:cubicBezTo>
                    <a:pt x="1823333" y="882621"/>
                    <a:pt x="1823333" y="882621"/>
                    <a:pt x="1828486" y="882621"/>
                  </a:cubicBezTo>
                  <a:cubicBezTo>
                    <a:pt x="1833639" y="877464"/>
                    <a:pt x="1833639" y="872308"/>
                    <a:pt x="1833639" y="872308"/>
                  </a:cubicBezTo>
                  <a:lnTo>
                    <a:pt x="1833639" y="867151"/>
                  </a:lnTo>
                  <a:cubicBezTo>
                    <a:pt x="1833639" y="867151"/>
                    <a:pt x="1833639" y="861995"/>
                    <a:pt x="1828486" y="861995"/>
                  </a:cubicBezTo>
                  <a:cubicBezTo>
                    <a:pt x="1828486" y="861995"/>
                    <a:pt x="1828486" y="861995"/>
                    <a:pt x="1828486" y="856838"/>
                  </a:cubicBezTo>
                  <a:close/>
                  <a:moveTo>
                    <a:pt x="1698913" y="856838"/>
                  </a:moveTo>
                  <a:lnTo>
                    <a:pt x="1704139" y="856838"/>
                  </a:lnTo>
                  <a:cubicBezTo>
                    <a:pt x="1709364" y="856838"/>
                    <a:pt x="1709364" y="862049"/>
                    <a:pt x="1709364" y="862049"/>
                  </a:cubicBezTo>
                  <a:cubicBezTo>
                    <a:pt x="1704139" y="867259"/>
                    <a:pt x="1704139" y="872470"/>
                    <a:pt x="1704139" y="882892"/>
                  </a:cubicBezTo>
                  <a:cubicBezTo>
                    <a:pt x="1704139" y="882892"/>
                    <a:pt x="1704139" y="888102"/>
                    <a:pt x="1698913" y="893313"/>
                  </a:cubicBezTo>
                  <a:lnTo>
                    <a:pt x="1698913" y="898524"/>
                  </a:lnTo>
                  <a:cubicBezTo>
                    <a:pt x="1693688" y="898524"/>
                    <a:pt x="1693688" y="903735"/>
                    <a:pt x="1693688" y="903735"/>
                  </a:cubicBezTo>
                  <a:cubicBezTo>
                    <a:pt x="1693688" y="908945"/>
                    <a:pt x="1693688" y="908945"/>
                    <a:pt x="1693688" y="908945"/>
                  </a:cubicBezTo>
                  <a:cubicBezTo>
                    <a:pt x="1693688" y="908945"/>
                    <a:pt x="1693688" y="908945"/>
                    <a:pt x="1688462" y="908945"/>
                  </a:cubicBezTo>
                  <a:cubicBezTo>
                    <a:pt x="1688462" y="914156"/>
                    <a:pt x="1688462" y="914156"/>
                    <a:pt x="1688462" y="919367"/>
                  </a:cubicBezTo>
                  <a:lnTo>
                    <a:pt x="1688462" y="924578"/>
                  </a:lnTo>
                  <a:lnTo>
                    <a:pt x="1688462" y="929788"/>
                  </a:lnTo>
                  <a:lnTo>
                    <a:pt x="1683237" y="929788"/>
                  </a:lnTo>
                  <a:lnTo>
                    <a:pt x="1683237" y="934999"/>
                  </a:lnTo>
                  <a:lnTo>
                    <a:pt x="1678011" y="934999"/>
                  </a:lnTo>
                  <a:cubicBezTo>
                    <a:pt x="1678011" y="934999"/>
                    <a:pt x="1678011" y="934999"/>
                    <a:pt x="1672785" y="934999"/>
                  </a:cubicBezTo>
                  <a:lnTo>
                    <a:pt x="1667560" y="934999"/>
                  </a:lnTo>
                  <a:cubicBezTo>
                    <a:pt x="1667560" y="934999"/>
                    <a:pt x="1667560" y="934999"/>
                    <a:pt x="1662334" y="934999"/>
                  </a:cubicBezTo>
                  <a:cubicBezTo>
                    <a:pt x="1662334" y="934999"/>
                    <a:pt x="1662334" y="934999"/>
                    <a:pt x="1657109" y="940210"/>
                  </a:cubicBezTo>
                  <a:cubicBezTo>
                    <a:pt x="1657109" y="940210"/>
                    <a:pt x="1657109" y="940210"/>
                    <a:pt x="1657109" y="929788"/>
                  </a:cubicBezTo>
                  <a:cubicBezTo>
                    <a:pt x="1657109" y="929788"/>
                    <a:pt x="1657109" y="929788"/>
                    <a:pt x="1651883" y="924578"/>
                  </a:cubicBezTo>
                  <a:cubicBezTo>
                    <a:pt x="1651883" y="924578"/>
                    <a:pt x="1651883" y="924578"/>
                    <a:pt x="1657109" y="924578"/>
                  </a:cubicBezTo>
                  <a:lnTo>
                    <a:pt x="1662334" y="924578"/>
                  </a:lnTo>
                  <a:cubicBezTo>
                    <a:pt x="1662334" y="924578"/>
                    <a:pt x="1662334" y="924578"/>
                    <a:pt x="1667560" y="924578"/>
                  </a:cubicBezTo>
                  <a:cubicBezTo>
                    <a:pt x="1667560" y="924578"/>
                    <a:pt x="1667560" y="924578"/>
                    <a:pt x="1672785" y="924578"/>
                  </a:cubicBezTo>
                  <a:cubicBezTo>
                    <a:pt x="1672785" y="919367"/>
                    <a:pt x="1678011" y="919367"/>
                    <a:pt x="1678011" y="914156"/>
                  </a:cubicBezTo>
                  <a:lnTo>
                    <a:pt x="1678011" y="908945"/>
                  </a:lnTo>
                  <a:lnTo>
                    <a:pt x="1678011" y="903735"/>
                  </a:lnTo>
                  <a:cubicBezTo>
                    <a:pt x="1678011" y="898524"/>
                    <a:pt x="1678011" y="898524"/>
                    <a:pt x="1678011" y="898524"/>
                  </a:cubicBezTo>
                  <a:cubicBezTo>
                    <a:pt x="1678011" y="898524"/>
                    <a:pt x="1678011" y="893313"/>
                    <a:pt x="1672785" y="893313"/>
                  </a:cubicBezTo>
                  <a:cubicBezTo>
                    <a:pt x="1678011" y="893313"/>
                    <a:pt x="1678011" y="888102"/>
                    <a:pt x="1678011" y="888102"/>
                  </a:cubicBezTo>
                  <a:cubicBezTo>
                    <a:pt x="1678011" y="882892"/>
                    <a:pt x="1678011" y="882892"/>
                    <a:pt x="1678011" y="877681"/>
                  </a:cubicBezTo>
                  <a:lnTo>
                    <a:pt x="1683237" y="877681"/>
                  </a:lnTo>
                  <a:cubicBezTo>
                    <a:pt x="1683237" y="877681"/>
                    <a:pt x="1683237" y="877681"/>
                    <a:pt x="1688462" y="877681"/>
                  </a:cubicBezTo>
                  <a:cubicBezTo>
                    <a:pt x="1683237" y="888102"/>
                    <a:pt x="1683237" y="888102"/>
                    <a:pt x="1683237" y="888102"/>
                  </a:cubicBezTo>
                  <a:cubicBezTo>
                    <a:pt x="1688462" y="877681"/>
                    <a:pt x="1688462" y="877681"/>
                    <a:pt x="1688462" y="877681"/>
                  </a:cubicBezTo>
                  <a:cubicBezTo>
                    <a:pt x="1688462" y="877681"/>
                    <a:pt x="1688462" y="877681"/>
                    <a:pt x="1693688" y="877681"/>
                  </a:cubicBezTo>
                  <a:cubicBezTo>
                    <a:pt x="1693688" y="877681"/>
                    <a:pt x="1693688" y="877681"/>
                    <a:pt x="1693688" y="872470"/>
                  </a:cubicBezTo>
                  <a:cubicBezTo>
                    <a:pt x="1693688" y="872470"/>
                    <a:pt x="1693688" y="872470"/>
                    <a:pt x="1693688" y="867259"/>
                  </a:cubicBezTo>
                  <a:cubicBezTo>
                    <a:pt x="1693688" y="867259"/>
                    <a:pt x="1693688" y="867259"/>
                    <a:pt x="1698913" y="856838"/>
                  </a:cubicBezTo>
                  <a:close/>
                  <a:moveTo>
                    <a:pt x="2613167" y="851663"/>
                  </a:moveTo>
                  <a:cubicBezTo>
                    <a:pt x="2618547" y="851663"/>
                    <a:pt x="2623590" y="851663"/>
                    <a:pt x="2623590" y="851663"/>
                  </a:cubicBezTo>
                  <a:cubicBezTo>
                    <a:pt x="2623590" y="856874"/>
                    <a:pt x="2623590" y="856874"/>
                    <a:pt x="2623590" y="856874"/>
                  </a:cubicBezTo>
                  <a:cubicBezTo>
                    <a:pt x="2623590" y="862084"/>
                    <a:pt x="2623590" y="867295"/>
                    <a:pt x="2628802" y="867295"/>
                  </a:cubicBezTo>
                  <a:cubicBezTo>
                    <a:pt x="2628802" y="867295"/>
                    <a:pt x="2628802" y="867295"/>
                    <a:pt x="2628802" y="872506"/>
                  </a:cubicBezTo>
                  <a:cubicBezTo>
                    <a:pt x="2628802" y="872506"/>
                    <a:pt x="2628802" y="872506"/>
                    <a:pt x="2628802" y="877717"/>
                  </a:cubicBezTo>
                  <a:lnTo>
                    <a:pt x="2628802" y="882927"/>
                  </a:lnTo>
                  <a:cubicBezTo>
                    <a:pt x="2628802" y="888138"/>
                    <a:pt x="2628802" y="888138"/>
                    <a:pt x="2623590" y="888138"/>
                  </a:cubicBezTo>
                  <a:cubicBezTo>
                    <a:pt x="2623590" y="888138"/>
                    <a:pt x="2623590" y="893349"/>
                    <a:pt x="2623590" y="898560"/>
                  </a:cubicBezTo>
                  <a:cubicBezTo>
                    <a:pt x="2623590" y="898560"/>
                    <a:pt x="2623590" y="898560"/>
                    <a:pt x="2623590" y="903770"/>
                  </a:cubicBezTo>
                  <a:cubicBezTo>
                    <a:pt x="2618547" y="903770"/>
                    <a:pt x="2613167" y="914192"/>
                    <a:pt x="2613167" y="919403"/>
                  </a:cubicBezTo>
                  <a:cubicBezTo>
                    <a:pt x="2613167" y="924613"/>
                    <a:pt x="2613167" y="924613"/>
                    <a:pt x="2613167" y="924613"/>
                  </a:cubicBezTo>
                  <a:lnTo>
                    <a:pt x="2613167" y="929824"/>
                  </a:lnTo>
                  <a:cubicBezTo>
                    <a:pt x="2607955" y="929824"/>
                    <a:pt x="2607955" y="929824"/>
                    <a:pt x="2607955" y="929824"/>
                  </a:cubicBezTo>
                  <a:lnTo>
                    <a:pt x="2602743" y="935035"/>
                  </a:lnTo>
                  <a:cubicBezTo>
                    <a:pt x="2602743" y="929824"/>
                    <a:pt x="2602743" y="929824"/>
                    <a:pt x="2602743" y="929824"/>
                  </a:cubicBezTo>
                  <a:cubicBezTo>
                    <a:pt x="2597700" y="929824"/>
                    <a:pt x="2597700" y="924613"/>
                    <a:pt x="2597700" y="924613"/>
                  </a:cubicBezTo>
                  <a:cubicBezTo>
                    <a:pt x="2597700" y="924613"/>
                    <a:pt x="2597700" y="924613"/>
                    <a:pt x="2592320" y="924613"/>
                  </a:cubicBezTo>
                  <a:cubicBezTo>
                    <a:pt x="2587108" y="924613"/>
                    <a:pt x="2587108" y="924613"/>
                    <a:pt x="2587108" y="924613"/>
                  </a:cubicBezTo>
                  <a:cubicBezTo>
                    <a:pt x="2581896" y="924613"/>
                    <a:pt x="2581896" y="924613"/>
                    <a:pt x="2576853" y="924613"/>
                  </a:cubicBezTo>
                  <a:cubicBezTo>
                    <a:pt x="2576853" y="924613"/>
                    <a:pt x="2576853" y="919403"/>
                    <a:pt x="2571473" y="919403"/>
                  </a:cubicBezTo>
                  <a:cubicBezTo>
                    <a:pt x="2571473" y="919403"/>
                    <a:pt x="2571473" y="919403"/>
                    <a:pt x="2571473" y="924613"/>
                  </a:cubicBezTo>
                  <a:cubicBezTo>
                    <a:pt x="2571473" y="924613"/>
                    <a:pt x="2571473" y="924613"/>
                    <a:pt x="2566261" y="924613"/>
                  </a:cubicBezTo>
                  <a:cubicBezTo>
                    <a:pt x="2566261" y="924613"/>
                    <a:pt x="2566261" y="924613"/>
                    <a:pt x="2561050" y="924613"/>
                  </a:cubicBezTo>
                  <a:cubicBezTo>
                    <a:pt x="2561050" y="924613"/>
                    <a:pt x="2561050" y="924613"/>
                    <a:pt x="2561050" y="919403"/>
                  </a:cubicBezTo>
                  <a:lnTo>
                    <a:pt x="2561050" y="914192"/>
                  </a:lnTo>
                  <a:lnTo>
                    <a:pt x="2561050" y="908981"/>
                  </a:lnTo>
                  <a:cubicBezTo>
                    <a:pt x="2561050" y="903770"/>
                    <a:pt x="2556006" y="903770"/>
                    <a:pt x="2556006" y="903770"/>
                  </a:cubicBezTo>
                  <a:lnTo>
                    <a:pt x="2556006" y="898560"/>
                  </a:lnTo>
                  <a:cubicBezTo>
                    <a:pt x="2556006" y="898560"/>
                    <a:pt x="2556006" y="888138"/>
                    <a:pt x="2550626" y="888138"/>
                  </a:cubicBezTo>
                  <a:lnTo>
                    <a:pt x="2550626" y="882927"/>
                  </a:lnTo>
                  <a:cubicBezTo>
                    <a:pt x="2556006" y="882927"/>
                    <a:pt x="2556006" y="882927"/>
                    <a:pt x="2556006" y="882927"/>
                  </a:cubicBezTo>
                  <a:cubicBezTo>
                    <a:pt x="2556006" y="882927"/>
                    <a:pt x="2556006" y="882927"/>
                    <a:pt x="2556006" y="888138"/>
                  </a:cubicBezTo>
                  <a:lnTo>
                    <a:pt x="2561050" y="888138"/>
                  </a:lnTo>
                  <a:cubicBezTo>
                    <a:pt x="2566261" y="888138"/>
                    <a:pt x="2566261" y="888138"/>
                    <a:pt x="2566261" y="888138"/>
                  </a:cubicBezTo>
                  <a:cubicBezTo>
                    <a:pt x="2571473" y="888138"/>
                    <a:pt x="2571473" y="888138"/>
                    <a:pt x="2571473" y="888138"/>
                  </a:cubicBezTo>
                  <a:cubicBezTo>
                    <a:pt x="2576853" y="888138"/>
                    <a:pt x="2576853" y="888138"/>
                    <a:pt x="2576853" y="888138"/>
                  </a:cubicBezTo>
                  <a:cubicBezTo>
                    <a:pt x="2576853" y="882927"/>
                    <a:pt x="2581896" y="882927"/>
                    <a:pt x="2581896" y="882927"/>
                  </a:cubicBezTo>
                  <a:cubicBezTo>
                    <a:pt x="2587108" y="882927"/>
                    <a:pt x="2587108" y="888138"/>
                    <a:pt x="2592320" y="888138"/>
                  </a:cubicBezTo>
                  <a:cubicBezTo>
                    <a:pt x="2592320" y="882927"/>
                    <a:pt x="2597700" y="882927"/>
                    <a:pt x="2597700" y="882927"/>
                  </a:cubicBezTo>
                  <a:cubicBezTo>
                    <a:pt x="2597700" y="882927"/>
                    <a:pt x="2597700" y="882927"/>
                    <a:pt x="2602743" y="882927"/>
                  </a:cubicBezTo>
                  <a:cubicBezTo>
                    <a:pt x="2602743" y="882927"/>
                    <a:pt x="2602743" y="882927"/>
                    <a:pt x="2607955" y="877717"/>
                  </a:cubicBezTo>
                  <a:cubicBezTo>
                    <a:pt x="2607955" y="877717"/>
                    <a:pt x="2607955" y="877717"/>
                    <a:pt x="2607955" y="872506"/>
                  </a:cubicBezTo>
                  <a:lnTo>
                    <a:pt x="2607955" y="867295"/>
                  </a:lnTo>
                  <a:cubicBezTo>
                    <a:pt x="2607955" y="867295"/>
                    <a:pt x="2607955" y="867295"/>
                    <a:pt x="2613167" y="867295"/>
                  </a:cubicBezTo>
                  <a:lnTo>
                    <a:pt x="2613167" y="862084"/>
                  </a:lnTo>
                  <a:cubicBezTo>
                    <a:pt x="2613167" y="856874"/>
                    <a:pt x="2613167" y="856874"/>
                    <a:pt x="2613167" y="856874"/>
                  </a:cubicBezTo>
                  <a:cubicBezTo>
                    <a:pt x="2613167" y="851663"/>
                    <a:pt x="2613167" y="851663"/>
                    <a:pt x="2613167" y="851663"/>
                  </a:cubicBezTo>
                  <a:close/>
                  <a:moveTo>
                    <a:pt x="2608110" y="851663"/>
                  </a:moveTo>
                  <a:cubicBezTo>
                    <a:pt x="2602960" y="856805"/>
                    <a:pt x="2602960" y="856805"/>
                    <a:pt x="2602960" y="856805"/>
                  </a:cubicBezTo>
                  <a:cubicBezTo>
                    <a:pt x="2602960" y="856805"/>
                    <a:pt x="2602960" y="851663"/>
                    <a:pt x="2608110" y="851663"/>
                  </a:cubicBezTo>
                  <a:close/>
                  <a:moveTo>
                    <a:pt x="2597976" y="851663"/>
                  </a:moveTo>
                  <a:lnTo>
                    <a:pt x="2597976" y="856805"/>
                  </a:lnTo>
                  <a:lnTo>
                    <a:pt x="2602960" y="856805"/>
                  </a:lnTo>
                  <a:lnTo>
                    <a:pt x="2602960" y="861947"/>
                  </a:lnTo>
                  <a:cubicBezTo>
                    <a:pt x="2602960" y="867088"/>
                    <a:pt x="2602960" y="867088"/>
                    <a:pt x="2602960" y="867088"/>
                  </a:cubicBezTo>
                  <a:cubicBezTo>
                    <a:pt x="2602960" y="867088"/>
                    <a:pt x="2602960" y="867088"/>
                    <a:pt x="2597976" y="867088"/>
                  </a:cubicBezTo>
                  <a:cubicBezTo>
                    <a:pt x="2597976" y="872230"/>
                    <a:pt x="2597976" y="872230"/>
                    <a:pt x="2597976" y="872230"/>
                  </a:cubicBezTo>
                  <a:cubicBezTo>
                    <a:pt x="2592660" y="872230"/>
                    <a:pt x="2592660" y="877372"/>
                    <a:pt x="2592660" y="877372"/>
                  </a:cubicBezTo>
                  <a:cubicBezTo>
                    <a:pt x="2592660" y="877372"/>
                    <a:pt x="2592660" y="877372"/>
                    <a:pt x="2587510" y="877372"/>
                  </a:cubicBezTo>
                  <a:cubicBezTo>
                    <a:pt x="2587510" y="872230"/>
                    <a:pt x="2582360" y="872230"/>
                    <a:pt x="2582360" y="872230"/>
                  </a:cubicBezTo>
                  <a:cubicBezTo>
                    <a:pt x="2577376" y="872230"/>
                    <a:pt x="2577376" y="877372"/>
                    <a:pt x="2572060" y="877372"/>
                  </a:cubicBezTo>
                  <a:cubicBezTo>
                    <a:pt x="2572060" y="872230"/>
                    <a:pt x="2577376" y="872230"/>
                    <a:pt x="2577376" y="867088"/>
                  </a:cubicBezTo>
                  <a:cubicBezTo>
                    <a:pt x="2577376" y="867088"/>
                    <a:pt x="2582360" y="867088"/>
                    <a:pt x="2587510" y="867088"/>
                  </a:cubicBezTo>
                  <a:lnTo>
                    <a:pt x="2587510" y="861947"/>
                  </a:lnTo>
                  <a:cubicBezTo>
                    <a:pt x="2592660" y="861947"/>
                    <a:pt x="2592660" y="861947"/>
                    <a:pt x="2592660" y="856805"/>
                  </a:cubicBezTo>
                  <a:cubicBezTo>
                    <a:pt x="2592660" y="856805"/>
                    <a:pt x="2597976" y="856805"/>
                    <a:pt x="2597976" y="851663"/>
                  </a:cubicBezTo>
                  <a:close/>
                  <a:moveTo>
                    <a:pt x="1860308" y="846488"/>
                  </a:moveTo>
                  <a:cubicBezTo>
                    <a:pt x="1865529" y="846488"/>
                    <a:pt x="1865529" y="846488"/>
                    <a:pt x="1865529" y="846488"/>
                  </a:cubicBezTo>
                  <a:cubicBezTo>
                    <a:pt x="1870751" y="846488"/>
                    <a:pt x="1870751" y="846488"/>
                    <a:pt x="1870751" y="846488"/>
                  </a:cubicBezTo>
                  <a:cubicBezTo>
                    <a:pt x="1870751" y="846488"/>
                    <a:pt x="1870751" y="846488"/>
                    <a:pt x="1875972" y="856905"/>
                  </a:cubicBezTo>
                  <a:cubicBezTo>
                    <a:pt x="1875972" y="856905"/>
                    <a:pt x="1875972" y="856905"/>
                    <a:pt x="1875972" y="851697"/>
                  </a:cubicBezTo>
                  <a:cubicBezTo>
                    <a:pt x="1881193" y="851697"/>
                    <a:pt x="1881193" y="851697"/>
                    <a:pt x="1881193" y="851697"/>
                  </a:cubicBezTo>
                  <a:cubicBezTo>
                    <a:pt x="1886415" y="851697"/>
                    <a:pt x="1886415" y="851697"/>
                    <a:pt x="1886415" y="856905"/>
                  </a:cubicBezTo>
                  <a:cubicBezTo>
                    <a:pt x="1891636" y="856905"/>
                    <a:pt x="1891636" y="862114"/>
                    <a:pt x="1891636" y="862114"/>
                  </a:cubicBezTo>
                  <a:cubicBezTo>
                    <a:pt x="1896857" y="862114"/>
                    <a:pt x="1902079" y="862114"/>
                    <a:pt x="1907300" y="862114"/>
                  </a:cubicBezTo>
                  <a:cubicBezTo>
                    <a:pt x="1907300" y="862114"/>
                    <a:pt x="1907300" y="862114"/>
                    <a:pt x="1912353" y="862114"/>
                  </a:cubicBezTo>
                  <a:cubicBezTo>
                    <a:pt x="1912353" y="862114"/>
                    <a:pt x="1912353" y="862114"/>
                    <a:pt x="1917742" y="856905"/>
                  </a:cubicBezTo>
                  <a:cubicBezTo>
                    <a:pt x="1917742" y="851697"/>
                    <a:pt x="1917742" y="851697"/>
                    <a:pt x="1917742" y="851697"/>
                  </a:cubicBezTo>
                  <a:cubicBezTo>
                    <a:pt x="1917742" y="856905"/>
                    <a:pt x="1917742" y="856905"/>
                    <a:pt x="1922964" y="856905"/>
                  </a:cubicBezTo>
                  <a:cubicBezTo>
                    <a:pt x="1917742" y="856905"/>
                    <a:pt x="1917742" y="862114"/>
                    <a:pt x="1917742" y="867322"/>
                  </a:cubicBezTo>
                  <a:cubicBezTo>
                    <a:pt x="1917742" y="867322"/>
                    <a:pt x="1917742" y="867322"/>
                    <a:pt x="1917742" y="872531"/>
                  </a:cubicBezTo>
                  <a:cubicBezTo>
                    <a:pt x="1917742" y="882948"/>
                    <a:pt x="1917742" y="903783"/>
                    <a:pt x="1917742" y="903783"/>
                  </a:cubicBezTo>
                  <a:cubicBezTo>
                    <a:pt x="1917742" y="908992"/>
                    <a:pt x="1922964" y="908992"/>
                    <a:pt x="1922964" y="908992"/>
                  </a:cubicBezTo>
                  <a:cubicBezTo>
                    <a:pt x="1922964" y="908992"/>
                    <a:pt x="1922964" y="908992"/>
                    <a:pt x="1922964" y="914200"/>
                  </a:cubicBezTo>
                  <a:cubicBezTo>
                    <a:pt x="1917742" y="914200"/>
                    <a:pt x="1917742" y="914200"/>
                    <a:pt x="1917742" y="919409"/>
                  </a:cubicBezTo>
                  <a:cubicBezTo>
                    <a:pt x="1912353" y="919409"/>
                    <a:pt x="1912353" y="919409"/>
                    <a:pt x="1912353" y="924618"/>
                  </a:cubicBezTo>
                  <a:cubicBezTo>
                    <a:pt x="1907300" y="924618"/>
                    <a:pt x="1907300" y="924618"/>
                    <a:pt x="1907300" y="924618"/>
                  </a:cubicBezTo>
                  <a:cubicBezTo>
                    <a:pt x="1907300" y="929826"/>
                    <a:pt x="1907300" y="929826"/>
                    <a:pt x="1907300" y="935035"/>
                  </a:cubicBezTo>
                  <a:cubicBezTo>
                    <a:pt x="1907300" y="935035"/>
                    <a:pt x="1907300" y="935035"/>
                    <a:pt x="1902079" y="935035"/>
                  </a:cubicBezTo>
                  <a:cubicBezTo>
                    <a:pt x="1902079" y="935035"/>
                    <a:pt x="1902079" y="935035"/>
                    <a:pt x="1896857" y="929826"/>
                  </a:cubicBezTo>
                  <a:cubicBezTo>
                    <a:pt x="1896857" y="929826"/>
                    <a:pt x="1896857" y="929826"/>
                    <a:pt x="1896857" y="924618"/>
                  </a:cubicBezTo>
                  <a:cubicBezTo>
                    <a:pt x="1896857" y="924618"/>
                    <a:pt x="1896857" y="924618"/>
                    <a:pt x="1860308" y="903783"/>
                  </a:cubicBezTo>
                  <a:cubicBezTo>
                    <a:pt x="1860308" y="898574"/>
                    <a:pt x="1860308" y="893366"/>
                    <a:pt x="1860308" y="893366"/>
                  </a:cubicBezTo>
                  <a:cubicBezTo>
                    <a:pt x="1860308" y="888157"/>
                    <a:pt x="1860308" y="888157"/>
                    <a:pt x="1865529" y="888157"/>
                  </a:cubicBezTo>
                  <a:cubicBezTo>
                    <a:pt x="1865529" y="882948"/>
                    <a:pt x="1865529" y="882948"/>
                    <a:pt x="1865529" y="882948"/>
                  </a:cubicBezTo>
                  <a:cubicBezTo>
                    <a:pt x="1865529" y="882948"/>
                    <a:pt x="1865529" y="882948"/>
                    <a:pt x="1870751" y="877740"/>
                  </a:cubicBezTo>
                  <a:cubicBezTo>
                    <a:pt x="1870751" y="877740"/>
                    <a:pt x="1870751" y="877740"/>
                    <a:pt x="1870751" y="872531"/>
                  </a:cubicBezTo>
                  <a:lnTo>
                    <a:pt x="1865529" y="862114"/>
                  </a:lnTo>
                  <a:cubicBezTo>
                    <a:pt x="1865529" y="856905"/>
                    <a:pt x="1865529" y="856905"/>
                    <a:pt x="1865529" y="856905"/>
                  </a:cubicBezTo>
                  <a:cubicBezTo>
                    <a:pt x="1865529" y="856905"/>
                    <a:pt x="1865529" y="856905"/>
                    <a:pt x="1865529" y="851697"/>
                  </a:cubicBezTo>
                  <a:cubicBezTo>
                    <a:pt x="1865529" y="851697"/>
                    <a:pt x="1860308" y="851697"/>
                    <a:pt x="1860308" y="846488"/>
                  </a:cubicBezTo>
                  <a:close/>
                  <a:moveTo>
                    <a:pt x="976827" y="846488"/>
                  </a:moveTo>
                  <a:cubicBezTo>
                    <a:pt x="982022" y="851690"/>
                    <a:pt x="982022" y="851690"/>
                    <a:pt x="982022" y="851690"/>
                  </a:cubicBezTo>
                  <a:lnTo>
                    <a:pt x="982022" y="856892"/>
                  </a:lnTo>
                  <a:lnTo>
                    <a:pt x="982022" y="862094"/>
                  </a:lnTo>
                  <a:lnTo>
                    <a:pt x="982022" y="867296"/>
                  </a:lnTo>
                  <a:lnTo>
                    <a:pt x="982022" y="872498"/>
                  </a:lnTo>
                  <a:cubicBezTo>
                    <a:pt x="982022" y="877700"/>
                    <a:pt x="982022" y="877700"/>
                    <a:pt x="987218" y="882902"/>
                  </a:cubicBezTo>
                  <a:cubicBezTo>
                    <a:pt x="992245" y="882902"/>
                    <a:pt x="992245" y="882902"/>
                    <a:pt x="992245" y="882902"/>
                  </a:cubicBezTo>
                  <a:cubicBezTo>
                    <a:pt x="997608" y="882902"/>
                    <a:pt x="997608" y="882902"/>
                    <a:pt x="997608" y="882902"/>
                  </a:cubicBezTo>
                  <a:cubicBezTo>
                    <a:pt x="1002804" y="882902"/>
                    <a:pt x="1002804" y="882902"/>
                    <a:pt x="1002804" y="882902"/>
                  </a:cubicBezTo>
                  <a:cubicBezTo>
                    <a:pt x="1008000" y="882902"/>
                    <a:pt x="1008000" y="882902"/>
                    <a:pt x="1008000" y="877700"/>
                  </a:cubicBezTo>
                  <a:cubicBezTo>
                    <a:pt x="1013027" y="877700"/>
                    <a:pt x="1013027" y="877700"/>
                    <a:pt x="1013027" y="877700"/>
                  </a:cubicBezTo>
                  <a:cubicBezTo>
                    <a:pt x="1018389" y="877700"/>
                    <a:pt x="1018389" y="877700"/>
                    <a:pt x="1018389" y="877700"/>
                  </a:cubicBezTo>
                  <a:cubicBezTo>
                    <a:pt x="1018389" y="877700"/>
                    <a:pt x="1018389" y="877700"/>
                    <a:pt x="1023585" y="877700"/>
                  </a:cubicBezTo>
                  <a:cubicBezTo>
                    <a:pt x="1023585" y="877700"/>
                    <a:pt x="1023585" y="872498"/>
                    <a:pt x="1028780" y="872498"/>
                  </a:cubicBezTo>
                  <a:cubicBezTo>
                    <a:pt x="1033808" y="872498"/>
                    <a:pt x="1033808" y="872498"/>
                    <a:pt x="1033808" y="872498"/>
                  </a:cubicBezTo>
                  <a:cubicBezTo>
                    <a:pt x="1039171" y="872498"/>
                    <a:pt x="1039171" y="872498"/>
                    <a:pt x="1039171" y="872498"/>
                  </a:cubicBezTo>
                  <a:cubicBezTo>
                    <a:pt x="1039171" y="872498"/>
                    <a:pt x="1039171" y="872498"/>
                    <a:pt x="1044368" y="872498"/>
                  </a:cubicBezTo>
                  <a:cubicBezTo>
                    <a:pt x="1044368" y="872498"/>
                    <a:pt x="1044368" y="872498"/>
                    <a:pt x="1049563" y="872498"/>
                  </a:cubicBezTo>
                  <a:lnTo>
                    <a:pt x="1054590" y="872498"/>
                  </a:lnTo>
                  <a:cubicBezTo>
                    <a:pt x="1059953" y="867296"/>
                    <a:pt x="1059953" y="867296"/>
                    <a:pt x="1059953" y="862094"/>
                  </a:cubicBezTo>
                  <a:cubicBezTo>
                    <a:pt x="1059953" y="862094"/>
                    <a:pt x="1059953" y="862094"/>
                    <a:pt x="1059953" y="856892"/>
                  </a:cubicBezTo>
                  <a:lnTo>
                    <a:pt x="1065148" y="856892"/>
                  </a:lnTo>
                  <a:cubicBezTo>
                    <a:pt x="1065148" y="862094"/>
                    <a:pt x="1065148" y="862094"/>
                    <a:pt x="1065148" y="867296"/>
                  </a:cubicBezTo>
                  <a:cubicBezTo>
                    <a:pt x="1065148" y="872498"/>
                    <a:pt x="1070344" y="877700"/>
                    <a:pt x="1070344" y="877700"/>
                  </a:cubicBezTo>
                  <a:cubicBezTo>
                    <a:pt x="1070344" y="877700"/>
                    <a:pt x="1070344" y="877700"/>
                    <a:pt x="1075372" y="882902"/>
                  </a:cubicBezTo>
                  <a:cubicBezTo>
                    <a:pt x="1070344" y="882902"/>
                    <a:pt x="1070344" y="882902"/>
                    <a:pt x="1070344" y="888104"/>
                  </a:cubicBezTo>
                  <a:lnTo>
                    <a:pt x="1065148" y="893306"/>
                  </a:lnTo>
                  <a:cubicBezTo>
                    <a:pt x="1070344" y="898508"/>
                    <a:pt x="1070344" y="898508"/>
                    <a:pt x="1070344" y="898508"/>
                  </a:cubicBezTo>
                  <a:lnTo>
                    <a:pt x="1075372" y="898508"/>
                  </a:lnTo>
                  <a:cubicBezTo>
                    <a:pt x="1075372" y="898508"/>
                    <a:pt x="1075372" y="903710"/>
                    <a:pt x="1080567" y="903710"/>
                  </a:cubicBezTo>
                  <a:cubicBezTo>
                    <a:pt x="1080567" y="903710"/>
                    <a:pt x="1080567" y="903710"/>
                    <a:pt x="1085930" y="898508"/>
                  </a:cubicBezTo>
                  <a:cubicBezTo>
                    <a:pt x="1085930" y="898508"/>
                    <a:pt x="1085930" y="898508"/>
                    <a:pt x="1085930" y="908912"/>
                  </a:cubicBezTo>
                  <a:cubicBezTo>
                    <a:pt x="1085930" y="908912"/>
                    <a:pt x="1085930" y="908912"/>
                    <a:pt x="1096154" y="908912"/>
                  </a:cubicBezTo>
                  <a:cubicBezTo>
                    <a:pt x="1096154" y="908912"/>
                    <a:pt x="1096154" y="908912"/>
                    <a:pt x="1096154" y="903710"/>
                  </a:cubicBezTo>
                  <a:lnTo>
                    <a:pt x="1101517" y="903710"/>
                  </a:lnTo>
                  <a:cubicBezTo>
                    <a:pt x="1106713" y="903710"/>
                    <a:pt x="1106713" y="903710"/>
                    <a:pt x="1106713" y="903710"/>
                  </a:cubicBezTo>
                  <a:lnTo>
                    <a:pt x="1106713" y="908912"/>
                  </a:lnTo>
                  <a:cubicBezTo>
                    <a:pt x="1106713" y="908912"/>
                    <a:pt x="1106713" y="908912"/>
                    <a:pt x="1111740" y="908912"/>
                  </a:cubicBezTo>
                  <a:cubicBezTo>
                    <a:pt x="1111740" y="908912"/>
                    <a:pt x="1111740" y="914114"/>
                    <a:pt x="1116936" y="914114"/>
                  </a:cubicBezTo>
                  <a:lnTo>
                    <a:pt x="1122299" y="914114"/>
                  </a:lnTo>
                  <a:cubicBezTo>
                    <a:pt x="1122299" y="919316"/>
                    <a:pt x="1122299" y="919316"/>
                    <a:pt x="1122299" y="919316"/>
                  </a:cubicBezTo>
                  <a:cubicBezTo>
                    <a:pt x="1122299" y="924518"/>
                    <a:pt x="1122299" y="929720"/>
                    <a:pt x="1122299" y="929720"/>
                  </a:cubicBezTo>
                  <a:cubicBezTo>
                    <a:pt x="1122299" y="929720"/>
                    <a:pt x="1122299" y="929720"/>
                    <a:pt x="1116936" y="945326"/>
                  </a:cubicBezTo>
                  <a:cubicBezTo>
                    <a:pt x="1116936" y="945326"/>
                    <a:pt x="1116936" y="945326"/>
                    <a:pt x="1132522" y="924518"/>
                  </a:cubicBezTo>
                  <a:cubicBezTo>
                    <a:pt x="1137718" y="924518"/>
                    <a:pt x="1137718" y="924518"/>
                    <a:pt x="1137718" y="924518"/>
                  </a:cubicBezTo>
                  <a:cubicBezTo>
                    <a:pt x="1143080" y="924518"/>
                    <a:pt x="1143080" y="924518"/>
                    <a:pt x="1143080" y="924518"/>
                  </a:cubicBezTo>
                  <a:cubicBezTo>
                    <a:pt x="1143080" y="929720"/>
                    <a:pt x="1143080" y="929720"/>
                    <a:pt x="1148276" y="929720"/>
                  </a:cubicBezTo>
                  <a:cubicBezTo>
                    <a:pt x="1148276" y="929720"/>
                    <a:pt x="1153304" y="929720"/>
                    <a:pt x="1153304" y="924518"/>
                  </a:cubicBezTo>
                  <a:lnTo>
                    <a:pt x="1153304" y="929720"/>
                  </a:lnTo>
                  <a:lnTo>
                    <a:pt x="1158500" y="929720"/>
                  </a:lnTo>
                  <a:cubicBezTo>
                    <a:pt x="1158500" y="929720"/>
                    <a:pt x="1158500" y="929720"/>
                    <a:pt x="1163862" y="929720"/>
                  </a:cubicBezTo>
                  <a:lnTo>
                    <a:pt x="1169058" y="929720"/>
                  </a:lnTo>
                  <a:cubicBezTo>
                    <a:pt x="1169058" y="929720"/>
                    <a:pt x="1174085" y="929720"/>
                    <a:pt x="1174085" y="934922"/>
                  </a:cubicBezTo>
                  <a:cubicBezTo>
                    <a:pt x="1179280" y="934922"/>
                    <a:pt x="1179280" y="934922"/>
                    <a:pt x="1179280" y="934922"/>
                  </a:cubicBezTo>
                  <a:cubicBezTo>
                    <a:pt x="1179280" y="934922"/>
                    <a:pt x="1179280" y="934922"/>
                    <a:pt x="1184644" y="940124"/>
                  </a:cubicBezTo>
                  <a:cubicBezTo>
                    <a:pt x="1184644" y="945326"/>
                    <a:pt x="1189839" y="945326"/>
                    <a:pt x="1194867" y="950528"/>
                  </a:cubicBezTo>
                  <a:cubicBezTo>
                    <a:pt x="1200062" y="950528"/>
                    <a:pt x="1205425" y="955730"/>
                    <a:pt x="1205425" y="955730"/>
                  </a:cubicBezTo>
                  <a:lnTo>
                    <a:pt x="1210620" y="955730"/>
                  </a:lnTo>
                  <a:cubicBezTo>
                    <a:pt x="1210620" y="955730"/>
                    <a:pt x="1210620" y="955730"/>
                    <a:pt x="1210620" y="960932"/>
                  </a:cubicBezTo>
                  <a:cubicBezTo>
                    <a:pt x="1210620" y="960932"/>
                    <a:pt x="1210620" y="960932"/>
                    <a:pt x="1215648" y="960932"/>
                  </a:cubicBezTo>
                  <a:lnTo>
                    <a:pt x="1215648" y="966134"/>
                  </a:lnTo>
                  <a:cubicBezTo>
                    <a:pt x="1215648" y="971336"/>
                    <a:pt x="1215648" y="976538"/>
                    <a:pt x="1215648" y="976538"/>
                  </a:cubicBezTo>
                  <a:cubicBezTo>
                    <a:pt x="1215648" y="981740"/>
                    <a:pt x="1215648" y="981740"/>
                    <a:pt x="1215648" y="981740"/>
                  </a:cubicBezTo>
                  <a:cubicBezTo>
                    <a:pt x="1215648" y="981740"/>
                    <a:pt x="1215648" y="986942"/>
                    <a:pt x="1210620" y="986942"/>
                  </a:cubicBezTo>
                  <a:lnTo>
                    <a:pt x="1210620" y="992144"/>
                  </a:lnTo>
                  <a:cubicBezTo>
                    <a:pt x="1205425" y="992144"/>
                    <a:pt x="1205425" y="992144"/>
                    <a:pt x="1205425" y="997346"/>
                  </a:cubicBezTo>
                  <a:cubicBezTo>
                    <a:pt x="1205425" y="997346"/>
                    <a:pt x="1205425" y="1002548"/>
                    <a:pt x="1200062" y="1002548"/>
                  </a:cubicBezTo>
                  <a:cubicBezTo>
                    <a:pt x="1194867" y="1007750"/>
                    <a:pt x="1189839" y="1007750"/>
                    <a:pt x="1189839" y="1012952"/>
                  </a:cubicBezTo>
                  <a:lnTo>
                    <a:pt x="1189839" y="1018154"/>
                  </a:lnTo>
                  <a:cubicBezTo>
                    <a:pt x="1189839" y="1023356"/>
                    <a:pt x="1189839" y="1023356"/>
                    <a:pt x="1189839" y="1023356"/>
                  </a:cubicBezTo>
                  <a:cubicBezTo>
                    <a:pt x="1189839" y="1023356"/>
                    <a:pt x="1189839" y="1023356"/>
                    <a:pt x="1184644" y="1023356"/>
                  </a:cubicBezTo>
                  <a:cubicBezTo>
                    <a:pt x="1184644" y="1028391"/>
                    <a:pt x="1184644" y="1028391"/>
                    <a:pt x="1184644" y="1028391"/>
                  </a:cubicBezTo>
                  <a:cubicBezTo>
                    <a:pt x="1179280" y="1028391"/>
                    <a:pt x="1179280" y="1028391"/>
                    <a:pt x="1179280" y="1028391"/>
                  </a:cubicBezTo>
                  <a:cubicBezTo>
                    <a:pt x="1179280" y="1028391"/>
                    <a:pt x="1179280" y="1028391"/>
                    <a:pt x="1174085" y="1028391"/>
                  </a:cubicBezTo>
                  <a:cubicBezTo>
                    <a:pt x="1174085" y="1028391"/>
                    <a:pt x="1174085" y="1028391"/>
                    <a:pt x="1174085" y="1033760"/>
                  </a:cubicBezTo>
                  <a:cubicBezTo>
                    <a:pt x="1174085" y="1033760"/>
                    <a:pt x="1174085" y="1033760"/>
                    <a:pt x="1174085" y="1038962"/>
                  </a:cubicBezTo>
                  <a:cubicBezTo>
                    <a:pt x="1174085" y="1049366"/>
                    <a:pt x="1174085" y="1054568"/>
                    <a:pt x="1174085" y="1054568"/>
                  </a:cubicBezTo>
                  <a:cubicBezTo>
                    <a:pt x="1179280" y="1054568"/>
                    <a:pt x="1179280" y="1059771"/>
                    <a:pt x="1179280" y="1059771"/>
                  </a:cubicBezTo>
                  <a:cubicBezTo>
                    <a:pt x="1179280" y="1064805"/>
                    <a:pt x="1174085" y="1064805"/>
                    <a:pt x="1174085" y="1064805"/>
                  </a:cubicBezTo>
                  <a:cubicBezTo>
                    <a:pt x="1174085" y="1070175"/>
                    <a:pt x="1174085" y="1070175"/>
                    <a:pt x="1174085" y="1070175"/>
                  </a:cubicBezTo>
                  <a:cubicBezTo>
                    <a:pt x="1174085" y="1075377"/>
                    <a:pt x="1174085" y="1080579"/>
                    <a:pt x="1174085" y="1080579"/>
                  </a:cubicBezTo>
                  <a:lnTo>
                    <a:pt x="1169058" y="1085613"/>
                  </a:lnTo>
                  <a:cubicBezTo>
                    <a:pt x="1169058" y="1090983"/>
                    <a:pt x="1169058" y="1096185"/>
                    <a:pt x="1169058" y="1101387"/>
                  </a:cubicBezTo>
                  <a:cubicBezTo>
                    <a:pt x="1169058" y="1101387"/>
                    <a:pt x="1169058" y="1106421"/>
                    <a:pt x="1163862" y="1106421"/>
                  </a:cubicBezTo>
                  <a:cubicBezTo>
                    <a:pt x="1163862" y="1111791"/>
                    <a:pt x="1163862" y="1111791"/>
                    <a:pt x="1163862" y="1111791"/>
                  </a:cubicBezTo>
                  <a:cubicBezTo>
                    <a:pt x="1158500" y="1116993"/>
                    <a:pt x="1158500" y="1122195"/>
                    <a:pt x="1158500" y="1127229"/>
                  </a:cubicBezTo>
                  <a:cubicBezTo>
                    <a:pt x="1153304" y="1127229"/>
                    <a:pt x="1153304" y="1127229"/>
                    <a:pt x="1153304" y="1132599"/>
                  </a:cubicBezTo>
                  <a:cubicBezTo>
                    <a:pt x="1153304" y="1132599"/>
                    <a:pt x="1148276" y="1132599"/>
                    <a:pt x="1148276" y="1137801"/>
                  </a:cubicBezTo>
                  <a:lnTo>
                    <a:pt x="1143080" y="1137801"/>
                  </a:lnTo>
                  <a:cubicBezTo>
                    <a:pt x="1143080" y="1137801"/>
                    <a:pt x="1143080" y="1137801"/>
                    <a:pt x="1143080" y="1132599"/>
                  </a:cubicBezTo>
                  <a:cubicBezTo>
                    <a:pt x="1143080" y="1132599"/>
                    <a:pt x="1143080" y="1132599"/>
                    <a:pt x="1137718" y="1132599"/>
                  </a:cubicBezTo>
                  <a:cubicBezTo>
                    <a:pt x="1137718" y="1137801"/>
                    <a:pt x="1132522" y="1137801"/>
                    <a:pt x="1132522" y="1137801"/>
                  </a:cubicBezTo>
                  <a:cubicBezTo>
                    <a:pt x="1127494" y="1137801"/>
                    <a:pt x="1127494" y="1137801"/>
                    <a:pt x="1122299" y="1143003"/>
                  </a:cubicBezTo>
                  <a:lnTo>
                    <a:pt x="1116936" y="1148037"/>
                  </a:lnTo>
                  <a:cubicBezTo>
                    <a:pt x="1116936" y="1148037"/>
                    <a:pt x="1116936" y="1148037"/>
                    <a:pt x="1111740" y="1148037"/>
                  </a:cubicBezTo>
                  <a:cubicBezTo>
                    <a:pt x="1106713" y="1148037"/>
                    <a:pt x="1106713" y="1153407"/>
                    <a:pt x="1101517" y="1153407"/>
                  </a:cubicBezTo>
                  <a:cubicBezTo>
                    <a:pt x="1101517" y="1158609"/>
                    <a:pt x="1096154" y="1163811"/>
                    <a:pt x="1096154" y="1163811"/>
                  </a:cubicBezTo>
                  <a:cubicBezTo>
                    <a:pt x="1091125" y="1163811"/>
                    <a:pt x="1091125" y="1163811"/>
                    <a:pt x="1091125" y="1163811"/>
                  </a:cubicBezTo>
                  <a:cubicBezTo>
                    <a:pt x="1085930" y="1163811"/>
                    <a:pt x="1085930" y="1168845"/>
                    <a:pt x="1085930" y="1168845"/>
                  </a:cubicBezTo>
                  <a:cubicBezTo>
                    <a:pt x="1085930" y="1168845"/>
                    <a:pt x="1085930" y="1168845"/>
                    <a:pt x="1085930" y="1174215"/>
                  </a:cubicBezTo>
                  <a:lnTo>
                    <a:pt x="1085930" y="1179417"/>
                  </a:lnTo>
                  <a:cubicBezTo>
                    <a:pt x="1085930" y="1179417"/>
                    <a:pt x="1085930" y="1179417"/>
                    <a:pt x="1085930" y="1184619"/>
                  </a:cubicBezTo>
                  <a:cubicBezTo>
                    <a:pt x="1085930" y="1189653"/>
                    <a:pt x="1091125" y="1189653"/>
                    <a:pt x="1091125" y="1189653"/>
                  </a:cubicBezTo>
                  <a:cubicBezTo>
                    <a:pt x="1085930" y="1189653"/>
                    <a:pt x="1085930" y="1195023"/>
                    <a:pt x="1085930" y="1200225"/>
                  </a:cubicBezTo>
                  <a:lnTo>
                    <a:pt x="1080567" y="1205427"/>
                  </a:lnTo>
                  <a:cubicBezTo>
                    <a:pt x="1075372" y="1205427"/>
                    <a:pt x="1075372" y="1210461"/>
                    <a:pt x="1070344" y="1221033"/>
                  </a:cubicBezTo>
                  <a:cubicBezTo>
                    <a:pt x="1070344" y="1221033"/>
                    <a:pt x="1065148" y="1231269"/>
                    <a:pt x="1059953" y="1231269"/>
                  </a:cubicBezTo>
                  <a:cubicBezTo>
                    <a:pt x="1059953" y="1236639"/>
                    <a:pt x="1054590" y="1236639"/>
                    <a:pt x="1049563" y="1241841"/>
                  </a:cubicBezTo>
                  <a:cubicBezTo>
                    <a:pt x="1049563" y="1236639"/>
                    <a:pt x="1044368" y="1236639"/>
                    <a:pt x="1044368" y="1236639"/>
                  </a:cubicBezTo>
                  <a:cubicBezTo>
                    <a:pt x="1044368" y="1236639"/>
                    <a:pt x="1044368" y="1236639"/>
                    <a:pt x="1039171" y="1236639"/>
                  </a:cubicBezTo>
                  <a:lnTo>
                    <a:pt x="1039171" y="1231269"/>
                  </a:lnTo>
                  <a:cubicBezTo>
                    <a:pt x="1039171" y="1231269"/>
                    <a:pt x="1033808" y="1226235"/>
                    <a:pt x="1028780" y="1226235"/>
                  </a:cubicBezTo>
                  <a:cubicBezTo>
                    <a:pt x="1028780" y="1221033"/>
                    <a:pt x="1028780" y="1221033"/>
                    <a:pt x="1023585" y="1221033"/>
                  </a:cubicBezTo>
                  <a:cubicBezTo>
                    <a:pt x="1023585" y="1221033"/>
                    <a:pt x="1023585" y="1215831"/>
                    <a:pt x="1018389" y="1215831"/>
                  </a:cubicBezTo>
                  <a:cubicBezTo>
                    <a:pt x="1018389" y="1210461"/>
                    <a:pt x="1018389" y="1210461"/>
                    <a:pt x="1018389" y="1210461"/>
                  </a:cubicBezTo>
                  <a:lnTo>
                    <a:pt x="1023585" y="1205427"/>
                  </a:lnTo>
                  <a:cubicBezTo>
                    <a:pt x="1023585" y="1205427"/>
                    <a:pt x="1023585" y="1200225"/>
                    <a:pt x="1028780" y="1200225"/>
                  </a:cubicBezTo>
                  <a:cubicBezTo>
                    <a:pt x="1033808" y="1195023"/>
                    <a:pt x="1033808" y="1195023"/>
                    <a:pt x="1033808" y="1195023"/>
                  </a:cubicBezTo>
                  <a:lnTo>
                    <a:pt x="1039171" y="1195023"/>
                  </a:lnTo>
                  <a:cubicBezTo>
                    <a:pt x="1039171" y="1195023"/>
                    <a:pt x="1044368" y="1189653"/>
                    <a:pt x="1044368" y="1184619"/>
                  </a:cubicBezTo>
                  <a:cubicBezTo>
                    <a:pt x="1044368" y="1184619"/>
                    <a:pt x="1049563" y="1184619"/>
                    <a:pt x="1049563" y="1179417"/>
                  </a:cubicBezTo>
                  <a:lnTo>
                    <a:pt x="1044368" y="1179417"/>
                  </a:lnTo>
                  <a:cubicBezTo>
                    <a:pt x="1044368" y="1174215"/>
                    <a:pt x="1044368" y="1174215"/>
                    <a:pt x="1044368" y="1174215"/>
                  </a:cubicBezTo>
                  <a:lnTo>
                    <a:pt x="1044368" y="1168845"/>
                  </a:lnTo>
                  <a:cubicBezTo>
                    <a:pt x="1044368" y="1163811"/>
                    <a:pt x="1044368" y="1163811"/>
                    <a:pt x="1039171" y="1163811"/>
                  </a:cubicBezTo>
                  <a:cubicBezTo>
                    <a:pt x="1039171" y="1163811"/>
                    <a:pt x="1039171" y="1163811"/>
                    <a:pt x="1039171" y="1158609"/>
                  </a:cubicBezTo>
                  <a:cubicBezTo>
                    <a:pt x="1039171" y="1158609"/>
                    <a:pt x="1044368" y="1158609"/>
                    <a:pt x="1044368" y="1153407"/>
                  </a:cubicBezTo>
                  <a:cubicBezTo>
                    <a:pt x="1044368" y="1148037"/>
                    <a:pt x="1039171" y="1143003"/>
                    <a:pt x="1033808" y="1143003"/>
                  </a:cubicBezTo>
                  <a:cubicBezTo>
                    <a:pt x="1033808" y="1143003"/>
                    <a:pt x="1033808" y="1143003"/>
                    <a:pt x="1028780" y="1143003"/>
                  </a:cubicBezTo>
                  <a:cubicBezTo>
                    <a:pt x="1028780" y="1143003"/>
                    <a:pt x="1028780" y="1137801"/>
                    <a:pt x="1028780" y="1132599"/>
                  </a:cubicBezTo>
                  <a:lnTo>
                    <a:pt x="1023585" y="1132599"/>
                  </a:lnTo>
                  <a:lnTo>
                    <a:pt x="1023585" y="1127229"/>
                  </a:lnTo>
                  <a:cubicBezTo>
                    <a:pt x="1018389" y="1127229"/>
                    <a:pt x="1018389" y="1127229"/>
                    <a:pt x="1018389" y="1127229"/>
                  </a:cubicBezTo>
                  <a:cubicBezTo>
                    <a:pt x="1013027" y="1127229"/>
                    <a:pt x="1013027" y="1127229"/>
                    <a:pt x="1013027" y="1127229"/>
                  </a:cubicBezTo>
                  <a:cubicBezTo>
                    <a:pt x="1013027" y="1127229"/>
                    <a:pt x="1013027" y="1127229"/>
                    <a:pt x="1008000" y="1127229"/>
                  </a:cubicBezTo>
                  <a:lnTo>
                    <a:pt x="1008000" y="1122195"/>
                  </a:lnTo>
                  <a:lnTo>
                    <a:pt x="1008000" y="1116993"/>
                  </a:lnTo>
                  <a:cubicBezTo>
                    <a:pt x="1008000" y="1111791"/>
                    <a:pt x="1008000" y="1111791"/>
                    <a:pt x="1008000" y="1106421"/>
                  </a:cubicBezTo>
                  <a:cubicBezTo>
                    <a:pt x="1008000" y="1106421"/>
                    <a:pt x="1008000" y="1106421"/>
                    <a:pt x="1008000" y="1101387"/>
                  </a:cubicBezTo>
                  <a:lnTo>
                    <a:pt x="1008000" y="1096185"/>
                  </a:lnTo>
                  <a:cubicBezTo>
                    <a:pt x="1013027" y="1096185"/>
                    <a:pt x="1013027" y="1096185"/>
                    <a:pt x="1013027" y="1090983"/>
                  </a:cubicBezTo>
                  <a:lnTo>
                    <a:pt x="1008000" y="1085613"/>
                  </a:lnTo>
                  <a:cubicBezTo>
                    <a:pt x="1008000" y="1080579"/>
                    <a:pt x="1008000" y="1080579"/>
                    <a:pt x="1008000" y="1075377"/>
                  </a:cubicBezTo>
                  <a:lnTo>
                    <a:pt x="1002804" y="1075377"/>
                  </a:lnTo>
                  <a:lnTo>
                    <a:pt x="1002804" y="1070175"/>
                  </a:lnTo>
                  <a:lnTo>
                    <a:pt x="1002804" y="1064805"/>
                  </a:lnTo>
                  <a:cubicBezTo>
                    <a:pt x="1002804" y="1064805"/>
                    <a:pt x="1002804" y="1064805"/>
                    <a:pt x="997608" y="1064805"/>
                  </a:cubicBezTo>
                  <a:cubicBezTo>
                    <a:pt x="997608" y="1064805"/>
                    <a:pt x="997608" y="1064805"/>
                    <a:pt x="992245" y="1064805"/>
                  </a:cubicBezTo>
                  <a:lnTo>
                    <a:pt x="987218" y="1064805"/>
                  </a:lnTo>
                  <a:lnTo>
                    <a:pt x="987218" y="1059771"/>
                  </a:lnTo>
                  <a:cubicBezTo>
                    <a:pt x="987218" y="1059771"/>
                    <a:pt x="987218" y="1059771"/>
                    <a:pt x="987218" y="1054568"/>
                  </a:cubicBezTo>
                  <a:cubicBezTo>
                    <a:pt x="987218" y="1054568"/>
                    <a:pt x="987218" y="1054568"/>
                    <a:pt x="982022" y="1054568"/>
                  </a:cubicBezTo>
                  <a:cubicBezTo>
                    <a:pt x="982022" y="1049366"/>
                    <a:pt x="987218" y="1049366"/>
                    <a:pt x="987218" y="1049366"/>
                  </a:cubicBezTo>
                  <a:cubicBezTo>
                    <a:pt x="987218" y="1044164"/>
                    <a:pt x="987218" y="1044164"/>
                    <a:pt x="982022" y="1044164"/>
                  </a:cubicBezTo>
                  <a:cubicBezTo>
                    <a:pt x="982022" y="1038962"/>
                    <a:pt x="982022" y="1033760"/>
                    <a:pt x="976827" y="1033760"/>
                  </a:cubicBezTo>
                  <a:cubicBezTo>
                    <a:pt x="976827" y="1033760"/>
                    <a:pt x="976827" y="1033760"/>
                    <a:pt x="971464" y="1033760"/>
                  </a:cubicBezTo>
                  <a:cubicBezTo>
                    <a:pt x="966436" y="1033760"/>
                    <a:pt x="966436" y="1028391"/>
                    <a:pt x="966436" y="1028391"/>
                  </a:cubicBezTo>
                  <a:cubicBezTo>
                    <a:pt x="966436" y="1028391"/>
                    <a:pt x="966436" y="1028391"/>
                    <a:pt x="961241" y="1028391"/>
                  </a:cubicBezTo>
                  <a:lnTo>
                    <a:pt x="956045" y="1028391"/>
                  </a:lnTo>
                  <a:cubicBezTo>
                    <a:pt x="956045" y="1028391"/>
                    <a:pt x="950683" y="1028391"/>
                    <a:pt x="950683" y="1023356"/>
                  </a:cubicBezTo>
                  <a:cubicBezTo>
                    <a:pt x="950683" y="1023356"/>
                    <a:pt x="950683" y="1023356"/>
                    <a:pt x="945654" y="1023356"/>
                  </a:cubicBezTo>
                  <a:lnTo>
                    <a:pt x="945654" y="1018154"/>
                  </a:lnTo>
                  <a:lnTo>
                    <a:pt x="940459" y="1018154"/>
                  </a:lnTo>
                  <a:cubicBezTo>
                    <a:pt x="940459" y="1018154"/>
                    <a:pt x="940459" y="1018154"/>
                    <a:pt x="940459" y="1012952"/>
                  </a:cubicBezTo>
                  <a:cubicBezTo>
                    <a:pt x="940459" y="1007750"/>
                    <a:pt x="940459" y="1007750"/>
                    <a:pt x="940459" y="1007750"/>
                  </a:cubicBezTo>
                  <a:lnTo>
                    <a:pt x="940459" y="1002548"/>
                  </a:lnTo>
                  <a:cubicBezTo>
                    <a:pt x="940459" y="1002548"/>
                    <a:pt x="940459" y="1002548"/>
                    <a:pt x="940459" y="997346"/>
                  </a:cubicBezTo>
                  <a:cubicBezTo>
                    <a:pt x="935264" y="992144"/>
                    <a:pt x="935264" y="992144"/>
                    <a:pt x="935264" y="992144"/>
                  </a:cubicBezTo>
                  <a:cubicBezTo>
                    <a:pt x="929901" y="992144"/>
                    <a:pt x="929901" y="992144"/>
                    <a:pt x="929901" y="997346"/>
                  </a:cubicBezTo>
                  <a:cubicBezTo>
                    <a:pt x="929901" y="992144"/>
                    <a:pt x="924874" y="992144"/>
                    <a:pt x="924874" y="992144"/>
                  </a:cubicBezTo>
                  <a:cubicBezTo>
                    <a:pt x="924874" y="992144"/>
                    <a:pt x="919678" y="992144"/>
                    <a:pt x="919678" y="997346"/>
                  </a:cubicBezTo>
                  <a:cubicBezTo>
                    <a:pt x="914482" y="997346"/>
                    <a:pt x="914482" y="1002548"/>
                    <a:pt x="909120" y="1002548"/>
                  </a:cubicBezTo>
                  <a:cubicBezTo>
                    <a:pt x="909120" y="1002548"/>
                    <a:pt x="909120" y="1007750"/>
                    <a:pt x="904091" y="1007750"/>
                  </a:cubicBezTo>
                  <a:cubicBezTo>
                    <a:pt x="898895" y="1007750"/>
                    <a:pt x="898895" y="1007750"/>
                    <a:pt x="898895" y="1007750"/>
                  </a:cubicBezTo>
                  <a:cubicBezTo>
                    <a:pt x="898895" y="1007750"/>
                    <a:pt x="898895" y="1007750"/>
                    <a:pt x="893700" y="1007750"/>
                  </a:cubicBezTo>
                  <a:lnTo>
                    <a:pt x="888337" y="1007750"/>
                  </a:lnTo>
                  <a:cubicBezTo>
                    <a:pt x="888337" y="1002548"/>
                    <a:pt x="888337" y="997346"/>
                    <a:pt x="888337" y="997346"/>
                  </a:cubicBezTo>
                  <a:cubicBezTo>
                    <a:pt x="888337" y="997346"/>
                    <a:pt x="888337" y="997346"/>
                    <a:pt x="888337" y="976538"/>
                  </a:cubicBezTo>
                  <a:cubicBezTo>
                    <a:pt x="888337" y="976538"/>
                    <a:pt x="888337" y="976538"/>
                    <a:pt x="883309" y="992144"/>
                  </a:cubicBezTo>
                  <a:cubicBezTo>
                    <a:pt x="878114" y="997346"/>
                    <a:pt x="878114" y="997346"/>
                    <a:pt x="878114" y="997346"/>
                  </a:cubicBezTo>
                  <a:cubicBezTo>
                    <a:pt x="878114" y="997346"/>
                    <a:pt x="878114" y="997346"/>
                    <a:pt x="872918" y="997346"/>
                  </a:cubicBezTo>
                  <a:cubicBezTo>
                    <a:pt x="872918" y="997346"/>
                    <a:pt x="872918" y="997346"/>
                    <a:pt x="872918" y="992144"/>
                  </a:cubicBezTo>
                  <a:lnTo>
                    <a:pt x="867556" y="992144"/>
                  </a:lnTo>
                  <a:cubicBezTo>
                    <a:pt x="867556" y="986942"/>
                    <a:pt x="867556" y="986942"/>
                    <a:pt x="862527" y="981740"/>
                  </a:cubicBezTo>
                  <a:lnTo>
                    <a:pt x="862527" y="976538"/>
                  </a:lnTo>
                  <a:lnTo>
                    <a:pt x="862527" y="971336"/>
                  </a:lnTo>
                  <a:cubicBezTo>
                    <a:pt x="867556" y="966134"/>
                    <a:pt x="867556" y="966134"/>
                    <a:pt x="867556" y="960932"/>
                  </a:cubicBezTo>
                  <a:cubicBezTo>
                    <a:pt x="867556" y="955730"/>
                    <a:pt x="867556" y="955730"/>
                    <a:pt x="867556" y="955730"/>
                  </a:cubicBezTo>
                  <a:cubicBezTo>
                    <a:pt x="867556" y="955730"/>
                    <a:pt x="867556" y="955730"/>
                    <a:pt x="867556" y="950528"/>
                  </a:cubicBezTo>
                  <a:cubicBezTo>
                    <a:pt x="867556" y="950528"/>
                    <a:pt x="872918" y="950528"/>
                    <a:pt x="872918" y="945326"/>
                  </a:cubicBezTo>
                  <a:cubicBezTo>
                    <a:pt x="872918" y="945326"/>
                    <a:pt x="872918" y="945326"/>
                    <a:pt x="878114" y="945326"/>
                  </a:cubicBezTo>
                  <a:cubicBezTo>
                    <a:pt x="883309" y="945326"/>
                    <a:pt x="883309" y="945326"/>
                    <a:pt x="888337" y="945326"/>
                  </a:cubicBezTo>
                  <a:lnTo>
                    <a:pt x="893700" y="945326"/>
                  </a:lnTo>
                  <a:cubicBezTo>
                    <a:pt x="893700" y="940124"/>
                    <a:pt x="893700" y="940124"/>
                    <a:pt x="893700" y="940124"/>
                  </a:cubicBezTo>
                  <a:cubicBezTo>
                    <a:pt x="893700" y="940124"/>
                    <a:pt x="893700" y="940124"/>
                    <a:pt x="894999" y="940124"/>
                  </a:cubicBezTo>
                  <a:lnTo>
                    <a:pt x="898895" y="940124"/>
                  </a:lnTo>
                  <a:cubicBezTo>
                    <a:pt x="898895" y="934922"/>
                    <a:pt x="898895" y="934922"/>
                    <a:pt x="898895" y="934922"/>
                  </a:cubicBezTo>
                  <a:cubicBezTo>
                    <a:pt x="898895" y="919316"/>
                    <a:pt x="898895" y="908912"/>
                    <a:pt x="898895" y="903710"/>
                  </a:cubicBezTo>
                  <a:cubicBezTo>
                    <a:pt x="898895" y="898508"/>
                    <a:pt x="898895" y="893306"/>
                    <a:pt x="893700" y="893306"/>
                  </a:cubicBezTo>
                  <a:cubicBezTo>
                    <a:pt x="893700" y="893306"/>
                    <a:pt x="898895" y="893306"/>
                    <a:pt x="898895" y="888104"/>
                  </a:cubicBezTo>
                  <a:lnTo>
                    <a:pt x="904091" y="888104"/>
                  </a:lnTo>
                  <a:lnTo>
                    <a:pt x="904091" y="882902"/>
                  </a:lnTo>
                  <a:cubicBezTo>
                    <a:pt x="904091" y="882902"/>
                    <a:pt x="904091" y="882902"/>
                    <a:pt x="904091" y="877700"/>
                  </a:cubicBezTo>
                  <a:lnTo>
                    <a:pt x="909120" y="877700"/>
                  </a:lnTo>
                  <a:cubicBezTo>
                    <a:pt x="914482" y="877700"/>
                    <a:pt x="914482" y="877700"/>
                    <a:pt x="914482" y="877700"/>
                  </a:cubicBezTo>
                  <a:cubicBezTo>
                    <a:pt x="914482" y="877700"/>
                    <a:pt x="914482" y="877700"/>
                    <a:pt x="914482" y="882902"/>
                  </a:cubicBezTo>
                  <a:cubicBezTo>
                    <a:pt x="919678" y="888104"/>
                    <a:pt x="919678" y="888104"/>
                    <a:pt x="919678" y="888104"/>
                  </a:cubicBezTo>
                  <a:cubicBezTo>
                    <a:pt x="924874" y="888104"/>
                    <a:pt x="924874" y="888104"/>
                    <a:pt x="924874" y="888104"/>
                  </a:cubicBezTo>
                  <a:cubicBezTo>
                    <a:pt x="929901" y="888104"/>
                    <a:pt x="929901" y="888104"/>
                    <a:pt x="929901" y="888104"/>
                  </a:cubicBezTo>
                  <a:lnTo>
                    <a:pt x="935264" y="888104"/>
                  </a:lnTo>
                  <a:lnTo>
                    <a:pt x="940459" y="888104"/>
                  </a:lnTo>
                  <a:cubicBezTo>
                    <a:pt x="940459" y="882902"/>
                    <a:pt x="940459" y="882902"/>
                    <a:pt x="945654" y="882902"/>
                  </a:cubicBezTo>
                  <a:cubicBezTo>
                    <a:pt x="945654" y="882902"/>
                    <a:pt x="945654" y="882902"/>
                    <a:pt x="950683" y="882902"/>
                  </a:cubicBezTo>
                  <a:cubicBezTo>
                    <a:pt x="950683" y="877700"/>
                    <a:pt x="950683" y="877700"/>
                    <a:pt x="950683" y="877700"/>
                  </a:cubicBezTo>
                  <a:cubicBezTo>
                    <a:pt x="950683" y="877700"/>
                    <a:pt x="950683" y="877700"/>
                    <a:pt x="950683" y="872498"/>
                  </a:cubicBezTo>
                  <a:lnTo>
                    <a:pt x="956045" y="872498"/>
                  </a:lnTo>
                  <a:lnTo>
                    <a:pt x="961241" y="867296"/>
                  </a:lnTo>
                  <a:lnTo>
                    <a:pt x="956045" y="862094"/>
                  </a:lnTo>
                  <a:cubicBezTo>
                    <a:pt x="956045" y="862094"/>
                    <a:pt x="956045" y="862094"/>
                    <a:pt x="961241" y="862094"/>
                  </a:cubicBezTo>
                  <a:lnTo>
                    <a:pt x="961241" y="856892"/>
                  </a:lnTo>
                  <a:cubicBezTo>
                    <a:pt x="961241" y="856892"/>
                    <a:pt x="961241" y="856892"/>
                    <a:pt x="966436" y="856892"/>
                  </a:cubicBezTo>
                  <a:lnTo>
                    <a:pt x="971464" y="851690"/>
                  </a:lnTo>
                  <a:lnTo>
                    <a:pt x="976827" y="851690"/>
                  </a:lnTo>
                  <a:cubicBezTo>
                    <a:pt x="976827" y="851690"/>
                    <a:pt x="976827" y="851690"/>
                    <a:pt x="976827" y="846488"/>
                  </a:cubicBezTo>
                  <a:close/>
                  <a:moveTo>
                    <a:pt x="2426458" y="841313"/>
                  </a:moveTo>
                  <a:lnTo>
                    <a:pt x="2431831" y="841313"/>
                  </a:lnTo>
                  <a:cubicBezTo>
                    <a:pt x="2437037" y="841313"/>
                    <a:pt x="2437037" y="841313"/>
                    <a:pt x="2437037" y="841313"/>
                  </a:cubicBezTo>
                  <a:cubicBezTo>
                    <a:pt x="2442074" y="841313"/>
                    <a:pt x="2442074" y="841313"/>
                    <a:pt x="2442074" y="841313"/>
                  </a:cubicBezTo>
                  <a:cubicBezTo>
                    <a:pt x="2447280" y="846514"/>
                    <a:pt x="2447280" y="846514"/>
                    <a:pt x="2447280" y="846514"/>
                  </a:cubicBezTo>
                  <a:cubicBezTo>
                    <a:pt x="2447280" y="851715"/>
                    <a:pt x="2447280" y="851715"/>
                    <a:pt x="2452485" y="851715"/>
                  </a:cubicBezTo>
                  <a:cubicBezTo>
                    <a:pt x="2452485" y="856916"/>
                    <a:pt x="2457859" y="862117"/>
                    <a:pt x="2462896" y="862117"/>
                  </a:cubicBezTo>
                  <a:cubicBezTo>
                    <a:pt x="2462896" y="867318"/>
                    <a:pt x="2462896" y="867318"/>
                    <a:pt x="2462896" y="872519"/>
                  </a:cubicBezTo>
                  <a:cubicBezTo>
                    <a:pt x="2468102" y="872519"/>
                    <a:pt x="2473475" y="872519"/>
                    <a:pt x="2473475" y="872519"/>
                  </a:cubicBezTo>
                  <a:cubicBezTo>
                    <a:pt x="2473475" y="872519"/>
                    <a:pt x="2473475" y="872519"/>
                    <a:pt x="2478513" y="872519"/>
                  </a:cubicBezTo>
                  <a:cubicBezTo>
                    <a:pt x="2478513" y="872519"/>
                    <a:pt x="2478513" y="877720"/>
                    <a:pt x="2483718" y="877720"/>
                  </a:cubicBezTo>
                  <a:lnTo>
                    <a:pt x="2483718" y="882921"/>
                  </a:lnTo>
                  <a:cubicBezTo>
                    <a:pt x="2483718" y="882921"/>
                    <a:pt x="2483718" y="882921"/>
                    <a:pt x="2488924" y="888122"/>
                  </a:cubicBezTo>
                  <a:lnTo>
                    <a:pt x="2494297" y="888122"/>
                  </a:lnTo>
                  <a:cubicBezTo>
                    <a:pt x="2494297" y="893323"/>
                    <a:pt x="2494297" y="893323"/>
                    <a:pt x="2499334" y="893323"/>
                  </a:cubicBezTo>
                  <a:cubicBezTo>
                    <a:pt x="2494297" y="898524"/>
                    <a:pt x="2499334" y="898524"/>
                    <a:pt x="2499334" y="898524"/>
                  </a:cubicBezTo>
                  <a:cubicBezTo>
                    <a:pt x="2499334" y="903725"/>
                    <a:pt x="2499334" y="903725"/>
                    <a:pt x="2499334" y="903725"/>
                  </a:cubicBezTo>
                  <a:cubicBezTo>
                    <a:pt x="2499334" y="908926"/>
                    <a:pt x="2504540" y="908926"/>
                    <a:pt x="2504540" y="908926"/>
                  </a:cubicBezTo>
                  <a:cubicBezTo>
                    <a:pt x="2504540" y="914127"/>
                    <a:pt x="2504540" y="919328"/>
                    <a:pt x="2509745" y="919328"/>
                  </a:cubicBezTo>
                  <a:cubicBezTo>
                    <a:pt x="2509745" y="924529"/>
                    <a:pt x="2515119" y="924529"/>
                    <a:pt x="2515119" y="924529"/>
                  </a:cubicBezTo>
                  <a:cubicBezTo>
                    <a:pt x="2515119" y="924529"/>
                    <a:pt x="2515119" y="929730"/>
                    <a:pt x="2520156" y="929730"/>
                  </a:cubicBezTo>
                  <a:cubicBezTo>
                    <a:pt x="2520156" y="929730"/>
                    <a:pt x="2520156" y="929730"/>
                    <a:pt x="2515119" y="929730"/>
                  </a:cubicBezTo>
                  <a:cubicBezTo>
                    <a:pt x="2515119" y="929730"/>
                    <a:pt x="2515119" y="929730"/>
                    <a:pt x="2520156" y="934931"/>
                  </a:cubicBezTo>
                  <a:lnTo>
                    <a:pt x="2520156" y="940132"/>
                  </a:lnTo>
                  <a:cubicBezTo>
                    <a:pt x="2520156" y="945333"/>
                    <a:pt x="2520156" y="950534"/>
                    <a:pt x="2520156" y="950534"/>
                  </a:cubicBezTo>
                  <a:cubicBezTo>
                    <a:pt x="2515119" y="950534"/>
                    <a:pt x="2515119" y="950534"/>
                    <a:pt x="2515119" y="950534"/>
                  </a:cubicBezTo>
                  <a:cubicBezTo>
                    <a:pt x="2515119" y="950534"/>
                    <a:pt x="2515119" y="955735"/>
                    <a:pt x="2509745" y="955735"/>
                  </a:cubicBezTo>
                  <a:lnTo>
                    <a:pt x="2509745" y="950534"/>
                  </a:lnTo>
                  <a:cubicBezTo>
                    <a:pt x="2509745" y="950534"/>
                    <a:pt x="2504540" y="950534"/>
                    <a:pt x="2504540" y="945333"/>
                  </a:cubicBezTo>
                  <a:lnTo>
                    <a:pt x="2499334" y="940132"/>
                  </a:lnTo>
                  <a:cubicBezTo>
                    <a:pt x="2499334" y="940132"/>
                    <a:pt x="2499334" y="940132"/>
                    <a:pt x="2494297" y="940132"/>
                  </a:cubicBezTo>
                  <a:lnTo>
                    <a:pt x="2488924" y="929730"/>
                  </a:lnTo>
                  <a:cubicBezTo>
                    <a:pt x="2483718" y="924529"/>
                    <a:pt x="2478513" y="919328"/>
                    <a:pt x="2478513" y="919328"/>
                  </a:cubicBezTo>
                  <a:cubicBezTo>
                    <a:pt x="2478513" y="919328"/>
                    <a:pt x="2478513" y="914127"/>
                    <a:pt x="2478513" y="908926"/>
                  </a:cubicBezTo>
                  <a:cubicBezTo>
                    <a:pt x="2473475" y="903725"/>
                    <a:pt x="2468102" y="893323"/>
                    <a:pt x="2468102" y="893323"/>
                  </a:cubicBezTo>
                  <a:cubicBezTo>
                    <a:pt x="2462896" y="888122"/>
                    <a:pt x="2462896" y="888122"/>
                    <a:pt x="2462896" y="888122"/>
                  </a:cubicBezTo>
                  <a:lnTo>
                    <a:pt x="2462896" y="882921"/>
                  </a:lnTo>
                  <a:cubicBezTo>
                    <a:pt x="2462896" y="877720"/>
                    <a:pt x="2457859" y="877720"/>
                    <a:pt x="2457859" y="872519"/>
                  </a:cubicBezTo>
                  <a:lnTo>
                    <a:pt x="2452485" y="867318"/>
                  </a:lnTo>
                  <a:lnTo>
                    <a:pt x="2447280" y="867318"/>
                  </a:lnTo>
                  <a:cubicBezTo>
                    <a:pt x="2447280" y="862117"/>
                    <a:pt x="2447280" y="862117"/>
                    <a:pt x="2442074" y="856916"/>
                  </a:cubicBezTo>
                  <a:lnTo>
                    <a:pt x="2442074" y="851715"/>
                  </a:lnTo>
                  <a:lnTo>
                    <a:pt x="2437037" y="851715"/>
                  </a:lnTo>
                  <a:cubicBezTo>
                    <a:pt x="2431831" y="851715"/>
                    <a:pt x="2431831" y="846514"/>
                    <a:pt x="2431831" y="846514"/>
                  </a:cubicBezTo>
                  <a:cubicBezTo>
                    <a:pt x="2431831" y="841313"/>
                    <a:pt x="2431831" y="841313"/>
                    <a:pt x="2426458" y="841313"/>
                  </a:cubicBezTo>
                  <a:close/>
                  <a:moveTo>
                    <a:pt x="1719337" y="841313"/>
                  </a:moveTo>
                  <a:lnTo>
                    <a:pt x="1724528" y="841313"/>
                  </a:lnTo>
                  <a:lnTo>
                    <a:pt x="1724528" y="846504"/>
                  </a:lnTo>
                  <a:cubicBezTo>
                    <a:pt x="1729720" y="851696"/>
                    <a:pt x="1729720" y="851696"/>
                    <a:pt x="1734912" y="851696"/>
                  </a:cubicBezTo>
                  <a:lnTo>
                    <a:pt x="1740103" y="851696"/>
                  </a:lnTo>
                  <a:lnTo>
                    <a:pt x="1745295" y="851696"/>
                  </a:lnTo>
                  <a:cubicBezTo>
                    <a:pt x="1750486" y="851696"/>
                    <a:pt x="1750486" y="851696"/>
                    <a:pt x="1750486" y="851696"/>
                  </a:cubicBezTo>
                  <a:cubicBezTo>
                    <a:pt x="1750486" y="851696"/>
                    <a:pt x="1755678" y="851696"/>
                    <a:pt x="1755678" y="846504"/>
                  </a:cubicBezTo>
                  <a:cubicBezTo>
                    <a:pt x="1760870" y="846504"/>
                    <a:pt x="1760870" y="846504"/>
                    <a:pt x="1765894" y="846504"/>
                  </a:cubicBezTo>
                  <a:cubicBezTo>
                    <a:pt x="1765894" y="846504"/>
                    <a:pt x="1765894" y="846504"/>
                    <a:pt x="1771253" y="846504"/>
                  </a:cubicBezTo>
                  <a:cubicBezTo>
                    <a:pt x="1776444" y="846504"/>
                    <a:pt x="1776444" y="841313"/>
                    <a:pt x="1776444" y="841313"/>
                  </a:cubicBezTo>
                  <a:lnTo>
                    <a:pt x="1781636" y="841313"/>
                  </a:lnTo>
                  <a:lnTo>
                    <a:pt x="1786827" y="841313"/>
                  </a:lnTo>
                  <a:cubicBezTo>
                    <a:pt x="1792019" y="841313"/>
                    <a:pt x="1792019" y="841313"/>
                    <a:pt x="1792019" y="841313"/>
                  </a:cubicBezTo>
                  <a:cubicBezTo>
                    <a:pt x="1792019" y="846504"/>
                    <a:pt x="1797210" y="846504"/>
                    <a:pt x="1797210" y="846504"/>
                  </a:cubicBezTo>
                  <a:cubicBezTo>
                    <a:pt x="1797210" y="846504"/>
                    <a:pt x="1797210" y="846504"/>
                    <a:pt x="1802402" y="851696"/>
                  </a:cubicBezTo>
                  <a:cubicBezTo>
                    <a:pt x="1802402" y="851696"/>
                    <a:pt x="1802402" y="851696"/>
                    <a:pt x="1807593" y="851696"/>
                  </a:cubicBezTo>
                  <a:cubicBezTo>
                    <a:pt x="1807593" y="851696"/>
                    <a:pt x="1807593" y="851696"/>
                    <a:pt x="1812785" y="851696"/>
                  </a:cubicBezTo>
                  <a:cubicBezTo>
                    <a:pt x="1817977" y="851696"/>
                    <a:pt x="1817977" y="851696"/>
                    <a:pt x="1817977" y="851696"/>
                  </a:cubicBezTo>
                  <a:cubicBezTo>
                    <a:pt x="1817977" y="851696"/>
                    <a:pt x="1817977" y="856887"/>
                    <a:pt x="1823168" y="856887"/>
                  </a:cubicBezTo>
                  <a:cubicBezTo>
                    <a:pt x="1823168" y="862078"/>
                    <a:pt x="1823168" y="862078"/>
                    <a:pt x="1823168" y="862078"/>
                  </a:cubicBezTo>
                  <a:cubicBezTo>
                    <a:pt x="1823168" y="867270"/>
                    <a:pt x="1823168" y="872461"/>
                    <a:pt x="1828360" y="872461"/>
                  </a:cubicBezTo>
                  <a:lnTo>
                    <a:pt x="1823168" y="872461"/>
                  </a:lnTo>
                  <a:cubicBezTo>
                    <a:pt x="1823168" y="877653"/>
                    <a:pt x="1817977" y="877653"/>
                    <a:pt x="1817977" y="877653"/>
                  </a:cubicBezTo>
                  <a:cubicBezTo>
                    <a:pt x="1812785" y="882844"/>
                    <a:pt x="1812785" y="888035"/>
                    <a:pt x="1812785" y="893227"/>
                  </a:cubicBezTo>
                  <a:cubicBezTo>
                    <a:pt x="1812785" y="898418"/>
                    <a:pt x="1812785" y="903610"/>
                    <a:pt x="1812785" y="903610"/>
                  </a:cubicBezTo>
                  <a:cubicBezTo>
                    <a:pt x="1807593" y="903610"/>
                    <a:pt x="1807593" y="903610"/>
                    <a:pt x="1807593" y="908801"/>
                  </a:cubicBezTo>
                  <a:lnTo>
                    <a:pt x="1807593" y="913992"/>
                  </a:lnTo>
                  <a:lnTo>
                    <a:pt x="1802402" y="919184"/>
                  </a:lnTo>
                  <a:cubicBezTo>
                    <a:pt x="1802402" y="924375"/>
                    <a:pt x="1802402" y="924375"/>
                    <a:pt x="1807593" y="924375"/>
                  </a:cubicBezTo>
                  <a:cubicBezTo>
                    <a:pt x="1807593" y="924375"/>
                    <a:pt x="1807593" y="924375"/>
                    <a:pt x="1807593" y="929566"/>
                  </a:cubicBezTo>
                  <a:cubicBezTo>
                    <a:pt x="1807593" y="929566"/>
                    <a:pt x="1807593" y="929566"/>
                    <a:pt x="1807593" y="934758"/>
                  </a:cubicBezTo>
                  <a:cubicBezTo>
                    <a:pt x="1807593" y="934758"/>
                    <a:pt x="1807593" y="934758"/>
                    <a:pt x="1807593" y="939949"/>
                  </a:cubicBezTo>
                  <a:cubicBezTo>
                    <a:pt x="1807593" y="939949"/>
                    <a:pt x="1807593" y="939949"/>
                    <a:pt x="1807593" y="945141"/>
                  </a:cubicBezTo>
                  <a:cubicBezTo>
                    <a:pt x="1807593" y="945141"/>
                    <a:pt x="1807593" y="945141"/>
                    <a:pt x="1807593" y="950332"/>
                  </a:cubicBezTo>
                  <a:cubicBezTo>
                    <a:pt x="1807593" y="955523"/>
                    <a:pt x="1807593" y="955523"/>
                    <a:pt x="1807593" y="955523"/>
                  </a:cubicBezTo>
                  <a:lnTo>
                    <a:pt x="1807593" y="960715"/>
                  </a:lnTo>
                  <a:lnTo>
                    <a:pt x="1812785" y="965906"/>
                  </a:lnTo>
                  <a:cubicBezTo>
                    <a:pt x="1812785" y="965906"/>
                    <a:pt x="1812785" y="965906"/>
                    <a:pt x="1812785" y="971098"/>
                  </a:cubicBezTo>
                  <a:cubicBezTo>
                    <a:pt x="1817977" y="971098"/>
                    <a:pt x="1817977" y="971098"/>
                    <a:pt x="1817977" y="976289"/>
                  </a:cubicBezTo>
                  <a:cubicBezTo>
                    <a:pt x="1817977" y="976289"/>
                    <a:pt x="1812785" y="976289"/>
                    <a:pt x="1812785" y="981480"/>
                  </a:cubicBezTo>
                  <a:cubicBezTo>
                    <a:pt x="1807593" y="981480"/>
                    <a:pt x="1807593" y="981480"/>
                    <a:pt x="1807593" y="981480"/>
                  </a:cubicBezTo>
                  <a:cubicBezTo>
                    <a:pt x="1807593" y="981480"/>
                    <a:pt x="1802402" y="981480"/>
                    <a:pt x="1802402" y="986672"/>
                  </a:cubicBezTo>
                  <a:lnTo>
                    <a:pt x="1797210" y="991863"/>
                  </a:lnTo>
                  <a:cubicBezTo>
                    <a:pt x="1797210" y="997054"/>
                    <a:pt x="1802402" y="997054"/>
                    <a:pt x="1802402" y="997054"/>
                  </a:cubicBezTo>
                  <a:cubicBezTo>
                    <a:pt x="1802402" y="1002246"/>
                    <a:pt x="1802402" y="1002246"/>
                    <a:pt x="1802402" y="1002246"/>
                  </a:cubicBezTo>
                  <a:cubicBezTo>
                    <a:pt x="1802402" y="1007437"/>
                    <a:pt x="1802402" y="1007437"/>
                    <a:pt x="1802402" y="1007437"/>
                  </a:cubicBezTo>
                  <a:cubicBezTo>
                    <a:pt x="1802402" y="1007437"/>
                    <a:pt x="1802402" y="1007437"/>
                    <a:pt x="1802402" y="1012629"/>
                  </a:cubicBezTo>
                  <a:cubicBezTo>
                    <a:pt x="1802402" y="1012629"/>
                    <a:pt x="1797210" y="1012629"/>
                    <a:pt x="1797210" y="1017820"/>
                  </a:cubicBezTo>
                  <a:lnTo>
                    <a:pt x="1792019" y="1012629"/>
                  </a:lnTo>
                  <a:cubicBezTo>
                    <a:pt x="1786827" y="1017820"/>
                    <a:pt x="1786827" y="1017820"/>
                    <a:pt x="1786827" y="1017820"/>
                  </a:cubicBezTo>
                  <a:lnTo>
                    <a:pt x="1781636" y="1017820"/>
                  </a:lnTo>
                  <a:cubicBezTo>
                    <a:pt x="1781636" y="1017820"/>
                    <a:pt x="1781636" y="1017820"/>
                    <a:pt x="1776444" y="1012629"/>
                  </a:cubicBezTo>
                  <a:cubicBezTo>
                    <a:pt x="1776444" y="1012629"/>
                    <a:pt x="1776444" y="1007437"/>
                    <a:pt x="1771253" y="1007437"/>
                  </a:cubicBezTo>
                  <a:lnTo>
                    <a:pt x="1771253" y="1012629"/>
                  </a:lnTo>
                  <a:lnTo>
                    <a:pt x="1765894" y="1007437"/>
                  </a:lnTo>
                  <a:lnTo>
                    <a:pt x="1760870" y="1007437"/>
                  </a:lnTo>
                  <a:cubicBezTo>
                    <a:pt x="1755678" y="1007437"/>
                    <a:pt x="1755678" y="1007437"/>
                    <a:pt x="1750486" y="1007437"/>
                  </a:cubicBezTo>
                  <a:cubicBezTo>
                    <a:pt x="1750486" y="1007437"/>
                    <a:pt x="1750486" y="1007437"/>
                    <a:pt x="1750486" y="1002246"/>
                  </a:cubicBezTo>
                  <a:cubicBezTo>
                    <a:pt x="1750486" y="997054"/>
                    <a:pt x="1750486" y="997054"/>
                    <a:pt x="1745295" y="997054"/>
                  </a:cubicBezTo>
                  <a:cubicBezTo>
                    <a:pt x="1745295" y="991863"/>
                    <a:pt x="1745295" y="986672"/>
                    <a:pt x="1745295" y="986672"/>
                  </a:cubicBezTo>
                  <a:cubicBezTo>
                    <a:pt x="1745295" y="981480"/>
                    <a:pt x="1745295" y="981480"/>
                    <a:pt x="1745295" y="981480"/>
                  </a:cubicBezTo>
                  <a:lnTo>
                    <a:pt x="1745295" y="976289"/>
                  </a:lnTo>
                  <a:cubicBezTo>
                    <a:pt x="1745295" y="976289"/>
                    <a:pt x="1745295" y="976289"/>
                    <a:pt x="1745295" y="971098"/>
                  </a:cubicBezTo>
                  <a:cubicBezTo>
                    <a:pt x="1745295" y="971098"/>
                    <a:pt x="1745295" y="971098"/>
                    <a:pt x="1750486" y="965906"/>
                  </a:cubicBezTo>
                  <a:cubicBezTo>
                    <a:pt x="1750486" y="965906"/>
                    <a:pt x="1750486" y="965906"/>
                    <a:pt x="1734912" y="965906"/>
                  </a:cubicBezTo>
                  <a:cubicBezTo>
                    <a:pt x="1734912" y="965906"/>
                    <a:pt x="1734912" y="965906"/>
                    <a:pt x="1714145" y="965906"/>
                  </a:cubicBezTo>
                  <a:cubicBezTo>
                    <a:pt x="1714145" y="965906"/>
                    <a:pt x="1714145" y="965906"/>
                    <a:pt x="1719337" y="971098"/>
                  </a:cubicBezTo>
                  <a:cubicBezTo>
                    <a:pt x="1719337" y="971098"/>
                    <a:pt x="1719337" y="971098"/>
                    <a:pt x="1714145" y="976289"/>
                  </a:cubicBezTo>
                  <a:cubicBezTo>
                    <a:pt x="1708954" y="976289"/>
                    <a:pt x="1708954" y="976289"/>
                    <a:pt x="1703762" y="976289"/>
                  </a:cubicBezTo>
                  <a:lnTo>
                    <a:pt x="1703762" y="971098"/>
                  </a:lnTo>
                  <a:cubicBezTo>
                    <a:pt x="1703762" y="965906"/>
                    <a:pt x="1698571" y="965906"/>
                    <a:pt x="1698571" y="965906"/>
                  </a:cubicBezTo>
                  <a:cubicBezTo>
                    <a:pt x="1698571" y="965906"/>
                    <a:pt x="1698571" y="965906"/>
                    <a:pt x="1698571" y="960715"/>
                  </a:cubicBezTo>
                  <a:lnTo>
                    <a:pt x="1698571" y="955523"/>
                  </a:lnTo>
                  <a:cubicBezTo>
                    <a:pt x="1698571" y="955523"/>
                    <a:pt x="1698571" y="955523"/>
                    <a:pt x="1698571" y="950332"/>
                  </a:cubicBezTo>
                  <a:cubicBezTo>
                    <a:pt x="1698571" y="950332"/>
                    <a:pt x="1698571" y="950332"/>
                    <a:pt x="1683240" y="950332"/>
                  </a:cubicBezTo>
                  <a:lnTo>
                    <a:pt x="1677805" y="950332"/>
                  </a:lnTo>
                  <a:cubicBezTo>
                    <a:pt x="1677805" y="950332"/>
                    <a:pt x="1677805" y="950332"/>
                    <a:pt x="1682996" y="945141"/>
                  </a:cubicBezTo>
                  <a:cubicBezTo>
                    <a:pt x="1688188" y="939949"/>
                    <a:pt x="1693379" y="939949"/>
                    <a:pt x="1693379" y="934758"/>
                  </a:cubicBezTo>
                  <a:cubicBezTo>
                    <a:pt x="1693379" y="929566"/>
                    <a:pt x="1693379" y="929566"/>
                    <a:pt x="1693379" y="924375"/>
                  </a:cubicBezTo>
                  <a:lnTo>
                    <a:pt x="1693379" y="919184"/>
                  </a:lnTo>
                  <a:cubicBezTo>
                    <a:pt x="1693379" y="919184"/>
                    <a:pt x="1693379" y="919184"/>
                    <a:pt x="1698571" y="913992"/>
                  </a:cubicBezTo>
                  <a:lnTo>
                    <a:pt x="1698571" y="908801"/>
                  </a:lnTo>
                  <a:cubicBezTo>
                    <a:pt x="1703762" y="908801"/>
                    <a:pt x="1703762" y="908801"/>
                    <a:pt x="1703762" y="908801"/>
                  </a:cubicBezTo>
                  <a:cubicBezTo>
                    <a:pt x="1703762" y="903610"/>
                    <a:pt x="1703762" y="903610"/>
                    <a:pt x="1703762" y="903610"/>
                  </a:cubicBezTo>
                  <a:cubicBezTo>
                    <a:pt x="1708954" y="903610"/>
                    <a:pt x="1708954" y="898418"/>
                    <a:pt x="1708954" y="893227"/>
                  </a:cubicBezTo>
                  <a:cubicBezTo>
                    <a:pt x="1708954" y="893227"/>
                    <a:pt x="1708954" y="888035"/>
                    <a:pt x="1708954" y="882844"/>
                  </a:cubicBezTo>
                  <a:cubicBezTo>
                    <a:pt x="1708954" y="872461"/>
                    <a:pt x="1714145" y="872461"/>
                    <a:pt x="1714145" y="867270"/>
                  </a:cubicBezTo>
                  <a:cubicBezTo>
                    <a:pt x="1714145" y="862078"/>
                    <a:pt x="1719337" y="856887"/>
                    <a:pt x="1719337" y="851696"/>
                  </a:cubicBezTo>
                  <a:cubicBezTo>
                    <a:pt x="1719337" y="846504"/>
                    <a:pt x="1719337" y="846504"/>
                    <a:pt x="1719337" y="846504"/>
                  </a:cubicBezTo>
                  <a:close/>
                  <a:moveTo>
                    <a:pt x="2473021" y="836138"/>
                  </a:moveTo>
                  <a:cubicBezTo>
                    <a:pt x="2478028" y="841289"/>
                    <a:pt x="2478028" y="841289"/>
                    <a:pt x="2478028" y="841289"/>
                  </a:cubicBezTo>
                  <a:cubicBezTo>
                    <a:pt x="2478028" y="841289"/>
                    <a:pt x="2483201" y="841289"/>
                    <a:pt x="2483201" y="836138"/>
                  </a:cubicBezTo>
                  <a:cubicBezTo>
                    <a:pt x="2488375" y="836138"/>
                    <a:pt x="2488375" y="836138"/>
                    <a:pt x="2488375" y="836138"/>
                  </a:cubicBezTo>
                  <a:cubicBezTo>
                    <a:pt x="2493716" y="836138"/>
                    <a:pt x="2493716" y="841289"/>
                    <a:pt x="2493716" y="841289"/>
                  </a:cubicBezTo>
                  <a:cubicBezTo>
                    <a:pt x="2493716" y="846440"/>
                    <a:pt x="2493716" y="846440"/>
                    <a:pt x="2493716" y="851592"/>
                  </a:cubicBezTo>
                  <a:cubicBezTo>
                    <a:pt x="2493716" y="856743"/>
                    <a:pt x="2493716" y="861894"/>
                    <a:pt x="2493716" y="861894"/>
                  </a:cubicBezTo>
                  <a:cubicBezTo>
                    <a:pt x="2498722" y="867045"/>
                    <a:pt x="2498722" y="867045"/>
                    <a:pt x="2498722" y="867045"/>
                  </a:cubicBezTo>
                  <a:cubicBezTo>
                    <a:pt x="2498722" y="867045"/>
                    <a:pt x="2498722" y="867045"/>
                    <a:pt x="2498722" y="872197"/>
                  </a:cubicBezTo>
                  <a:cubicBezTo>
                    <a:pt x="2498722" y="872197"/>
                    <a:pt x="2498722" y="872197"/>
                    <a:pt x="2493716" y="872197"/>
                  </a:cubicBezTo>
                  <a:cubicBezTo>
                    <a:pt x="2493716" y="867045"/>
                    <a:pt x="2493716" y="867045"/>
                    <a:pt x="2488375" y="867045"/>
                  </a:cubicBezTo>
                  <a:cubicBezTo>
                    <a:pt x="2488375" y="867045"/>
                    <a:pt x="2488375" y="867045"/>
                    <a:pt x="2488375" y="861894"/>
                  </a:cubicBezTo>
                  <a:cubicBezTo>
                    <a:pt x="2483201" y="861894"/>
                    <a:pt x="2483201" y="861894"/>
                    <a:pt x="2483201" y="861894"/>
                  </a:cubicBezTo>
                  <a:cubicBezTo>
                    <a:pt x="2483201" y="856743"/>
                    <a:pt x="2483201" y="851592"/>
                    <a:pt x="2483201" y="851592"/>
                  </a:cubicBezTo>
                  <a:cubicBezTo>
                    <a:pt x="2478028" y="851592"/>
                    <a:pt x="2478028" y="846440"/>
                    <a:pt x="2478028" y="846440"/>
                  </a:cubicBezTo>
                  <a:cubicBezTo>
                    <a:pt x="2478028" y="841289"/>
                    <a:pt x="2478028" y="841289"/>
                    <a:pt x="2473021" y="836138"/>
                  </a:cubicBezTo>
                  <a:close/>
                  <a:moveTo>
                    <a:pt x="1013136" y="836138"/>
                  </a:moveTo>
                  <a:cubicBezTo>
                    <a:pt x="1018476" y="836138"/>
                    <a:pt x="1018476" y="836138"/>
                    <a:pt x="1018476" y="836138"/>
                  </a:cubicBezTo>
                  <a:cubicBezTo>
                    <a:pt x="1023650" y="836138"/>
                    <a:pt x="1023650" y="836138"/>
                    <a:pt x="1023650" y="836138"/>
                  </a:cubicBezTo>
                  <a:cubicBezTo>
                    <a:pt x="1028824" y="836138"/>
                    <a:pt x="1028824" y="836138"/>
                    <a:pt x="1028824" y="836138"/>
                  </a:cubicBezTo>
                  <a:cubicBezTo>
                    <a:pt x="1033831" y="836138"/>
                    <a:pt x="1033831" y="836138"/>
                    <a:pt x="1033831" y="841285"/>
                  </a:cubicBezTo>
                  <a:cubicBezTo>
                    <a:pt x="1033831" y="841285"/>
                    <a:pt x="1033831" y="841285"/>
                    <a:pt x="1033831" y="846433"/>
                  </a:cubicBezTo>
                  <a:cubicBezTo>
                    <a:pt x="1033831" y="846433"/>
                    <a:pt x="1033831" y="846433"/>
                    <a:pt x="1044344" y="841285"/>
                  </a:cubicBezTo>
                  <a:lnTo>
                    <a:pt x="1049518" y="841285"/>
                  </a:lnTo>
                  <a:cubicBezTo>
                    <a:pt x="1049518" y="841285"/>
                    <a:pt x="1049518" y="841285"/>
                    <a:pt x="1054524" y="841285"/>
                  </a:cubicBezTo>
                  <a:cubicBezTo>
                    <a:pt x="1054524" y="841285"/>
                    <a:pt x="1054524" y="841285"/>
                    <a:pt x="1054524" y="846433"/>
                  </a:cubicBezTo>
                  <a:lnTo>
                    <a:pt x="1054524" y="851580"/>
                  </a:lnTo>
                  <a:cubicBezTo>
                    <a:pt x="1054524" y="856727"/>
                    <a:pt x="1049518" y="856727"/>
                    <a:pt x="1049518" y="861875"/>
                  </a:cubicBezTo>
                  <a:cubicBezTo>
                    <a:pt x="1049518" y="861875"/>
                    <a:pt x="1049518" y="861875"/>
                    <a:pt x="1049518" y="867022"/>
                  </a:cubicBezTo>
                  <a:lnTo>
                    <a:pt x="1044344" y="867022"/>
                  </a:lnTo>
                  <a:cubicBezTo>
                    <a:pt x="1044344" y="867022"/>
                    <a:pt x="1044344" y="867022"/>
                    <a:pt x="1039170" y="867022"/>
                  </a:cubicBezTo>
                  <a:cubicBezTo>
                    <a:pt x="1039170" y="861875"/>
                    <a:pt x="1033831" y="861875"/>
                    <a:pt x="1033831" y="861875"/>
                  </a:cubicBezTo>
                  <a:lnTo>
                    <a:pt x="1028824" y="861875"/>
                  </a:lnTo>
                  <a:cubicBezTo>
                    <a:pt x="1028824" y="861875"/>
                    <a:pt x="1028824" y="861875"/>
                    <a:pt x="1023650" y="861875"/>
                  </a:cubicBezTo>
                  <a:lnTo>
                    <a:pt x="1018476" y="861875"/>
                  </a:lnTo>
                  <a:lnTo>
                    <a:pt x="1013136" y="861875"/>
                  </a:lnTo>
                  <a:cubicBezTo>
                    <a:pt x="1013136" y="856727"/>
                    <a:pt x="1013136" y="856727"/>
                    <a:pt x="1013136" y="851580"/>
                  </a:cubicBezTo>
                  <a:cubicBezTo>
                    <a:pt x="1008129" y="851580"/>
                    <a:pt x="1008129" y="851580"/>
                    <a:pt x="1008129" y="851580"/>
                  </a:cubicBezTo>
                  <a:cubicBezTo>
                    <a:pt x="1008129" y="851580"/>
                    <a:pt x="1008129" y="851580"/>
                    <a:pt x="1008129" y="846433"/>
                  </a:cubicBezTo>
                  <a:lnTo>
                    <a:pt x="1013136" y="841285"/>
                  </a:lnTo>
                  <a:close/>
                  <a:moveTo>
                    <a:pt x="2623958" y="825788"/>
                  </a:moveTo>
                  <a:cubicBezTo>
                    <a:pt x="2623958" y="825788"/>
                    <a:pt x="2623958" y="825788"/>
                    <a:pt x="2629212" y="825788"/>
                  </a:cubicBezTo>
                  <a:cubicBezTo>
                    <a:pt x="2629212" y="830921"/>
                    <a:pt x="2629212" y="830921"/>
                    <a:pt x="2629212" y="830921"/>
                  </a:cubicBezTo>
                  <a:cubicBezTo>
                    <a:pt x="2629212" y="830921"/>
                    <a:pt x="2629212" y="836055"/>
                    <a:pt x="2634465" y="836055"/>
                  </a:cubicBezTo>
                  <a:cubicBezTo>
                    <a:pt x="2634465" y="836055"/>
                    <a:pt x="2634465" y="836055"/>
                    <a:pt x="2639889" y="836055"/>
                  </a:cubicBezTo>
                  <a:cubicBezTo>
                    <a:pt x="2634465" y="836055"/>
                    <a:pt x="2634465" y="841189"/>
                    <a:pt x="2634465" y="841189"/>
                  </a:cubicBezTo>
                  <a:cubicBezTo>
                    <a:pt x="2629212" y="841189"/>
                    <a:pt x="2629212" y="841189"/>
                    <a:pt x="2629212" y="841189"/>
                  </a:cubicBezTo>
                  <a:cubicBezTo>
                    <a:pt x="2629212" y="841189"/>
                    <a:pt x="2629212" y="841189"/>
                    <a:pt x="2629212" y="846322"/>
                  </a:cubicBezTo>
                  <a:cubicBezTo>
                    <a:pt x="2623958" y="841189"/>
                    <a:pt x="2618873" y="841189"/>
                    <a:pt x="2613450" y="841189"/>
                  </a:cubicBezTo>
                  <a:lnTo>
                    <a:pt x="2613450" y="836055"/>
                  </a:lnTo>
                  <a:cubicBezTo>
                    <a:pt x="2618873" y="836055"/>
                    <a:pt x="2618873" y="830921"/>
                    <a:pt x="2623958" y="825788"/>
                  </a:cubicBezTo>
                  <a:close/>
                  <a:moveTo>
                    <a:pt x="982234" y="810263"/>
                  </a:moveTo>
                  <a:lnTo>
                    <a:pt x="987380" y="810263"/>
                  </a:lnTo>
                  <a:cubicBezTo>
                    <a:pt x="992360" y="810263"/>
                    <a:pt x="992360" y="815486"/>
                    <a:pt x="992360" y="815486"/>
                  </a:cubicBezTo>
                  <a:cubicBezTo>
                    <a:pt x="992360" y="820877"/>
                    <a:pt x="992360" y="820877"/>
                    <a:pt x="997672" y="825931"/>
                  </a:cubicBezTo>
                  <a:cubicBezTo>
                    <a:pt x="997672" y="825931"/>
                    <a:pt x="997672" y="825931"/>
                    <a:pt x="1002817" y="825931"/>
                  </a:cubicBezTo>
                  <a:cubicBezTo>
                    <a:pt x="1002817" y="825931"/>
                    <a:pt x="1002817" y="825931"/>
                    <a:pt x="1007963" y="831153"/>
                  </a:cubicBezTo>
                  <a:cubicBezTo>
                    <a:pt x="1007963" y="831153"/>
                    <a:pt x="1007963" y="831153"/>
                    <a:pt x="1007963" y="836376"/>
                  </a:cubicBezTo>
                  <a:cubicBezTo>
                    <a:pt x="1002817" y="836376"/>
                    <a:pt x="1002817" y="836376"/>
                    <a:pt x="1002817" y="836376"/>
                  </a:cubicBezTo>
                  <a:lnTo>
                    <a:pt x="997672" y="841599"/>
                  </a:lnTo>
                  <a:cubicBezTo>
                    <a:pt x="997672" y="846821"/>
                    <a:pt x="997672" y="846821"/>
                    <a:pt x="997672" y="846821"/>
                  </a:cubicBezTo>
                  <a:cubicBezTo>
                    <a:pt x="997672" y="846821"/>
                    <a:pt x="997672" y="846821"/>
                    <a:pt x="997672" y="852044"/>
                  </a:cubicBezTo>
                  <a:cubicBezTo>
                    <a:pt x="997672" y="852044"/>
                    <a:pt x="997672" y="857267"/>
                    <a:pt x="1002817" y="857267"/>
                  </a:cubicBezTo>
                  <a:lnTo>
                    <a:pt x="1002817" y="862489"/>
                  </a:lnTo>
                  <a:lnTo>
                    <a:pt x="1007963" y="867712"/>
                  </a:lnTo>
                  <a:cubicBezTo>
                    <a:pt x="1002817" y="867712"/>
                    <a:pt x="1002817" y="872934"/>
                    <a:pt x="1002817" y="872934"/>
                  </a:cubicBezTo>
                  <a:cubicBezTo>
                    <a:pt x="1002817" y="872934"/>
                    <a:pt x="1002817" y="872934"/>
                    <a:pt x="997672" y="872934"/>
                  </a:cubicBezTo>
                  <a:cubicBezTo>
                    <a:pt x="997672" y="872934"/>
                    <a:pt x="997672" y="872934"/>
                    <a:pt x="992360" y="872934"/>
                  </a:cubicBezTo>
                  <a:cubicBezTo>
                    <a:pt x="992360" y="872934"/>
                    <a:pt x="992360" y="867712"/>
                    <a:pt x="987380" y="867712"/>
                  </a:cubicBezTo>
                  <a:cubicBezTo>
                    <a:pt x="987380" y="862489"/>
                    <a:pt x="992360" y="862489"/>
                    <a:pt x="992360" y="862489"/>
                  </a:cubicBezTo>
                  <a:cubicBezTo>
                    <a:pt x="992360" y="862489"/>
                    <a:pt x="987380" y="862489"/>
                    <a:pt x="987380" y="857267"/>
                  </a:cubicBezTo>
                  <a:cubicBezTo>
                    <a:pt x="992360" y="857267"/>
                    <a:pt x="992360" y="852044"/>
                    <a:pt x="992360" y="852044"/>
                  </a:cubicBezTo>
                  <a:cubicBezTo>
                    <a:pt x="992360" y="846821"/>
                    <a:pt x="992360" y="846821"/>
                    <a:pt x="987380" y="841599"/>
                  </a:cubicBezTo>
                  <a:lnTo>
                    <a:pt x="992360" y="841599"/>
                  </a:lnTo>
                  <a:cubicBezTo>
                    <a:pt x="992360" y="841599"/>
                    <a:pt x="992360" y="841599"/>
                    <a:pt x="992360" y="836376"/>
                  </a:cubicBezTo>
                  <a:cubicBezTo>
                    <a:pt x="992360" y="836376"/>
                    <a:pt x="992360" y="836376"/>
                    <a:pt x="987380" y="836376"/>
                  </a:cubicBezTo>
                  <a:cubicBezTo>
                    <a:pt x="987380" y="831153"/>
                    <a:pt x="987380" y="831153"/>
                    <a:pt x="982234" y="831153"/>
                  </a:cubicBezTo>
                  <a:cubicBezTo>
                    <a:pt x="982234" y="831153"/>
                    <a:pt x="982234" y="831153"/>
                    <a:pt x="977088" y="831153"/>
                  </a:cubicBezTo>
                  <a:cubicBezTo>
                    <a:pt x="977088" y="831153"/>
                    <a:pt x="977088" y="831153"/>
                    <a:pt x="977088" y="825931"/>
                  </a:cubicBezTo>
                  <a:lnTo>
                    <a:pt x="982234" y="825931"/>
                  </a:lnTo>
                  <a:cubicBezTo>
                    <a:pt x="982234" y="825931"/>
                    <a:pt x="982234" y="825931"/>
                    <a:pt x="987380" y="820877"/>
                  </a:cubicBezTo>
                  <a:cubicBezTo>
                    <a:pt x="987380" y="815486"/>
                    <a:pt x="987380" y="815486"/>
                    <a:pt x="982234" y="810263"/>
                  </a:cubicBezTo>
                  <a:close/>
                  <a:moveTo>
                    <a:pt x="1444169" y="810239"/>
                  </a:moveTo>
                  <a:cubicBezTo>
                    <a:pt x="1444169" y="810239"/>
                    <a:pt x="1444169" y="810239"/>
                    <a:pt x="1449315" y="810239"/>
                  </a:cubicBezTo>
                  <a:cubicBezTo>
                    <a:pt x="1449315" y="810239"/>
                    <a:pt x="1449315" y="810239"/>
                    <a:pt x="1449315" y="815390"/>
                  </a:cubicBezTo>
                  <a:lnTo>
                    <a:pt x="1454627" y="820708"/>
                  </a:lnTo>
                  <a:cubicBezTo>
                    <a:pt x="1459607" y="820708"/>
                    <a:pt x="1459607" y="820708"/>
                    <a:pt x="1459607" y="820708"/>
                  </a:cubicBezTo>
                  <a:cubicBezTo>
                    <a:pt x="1459607" y="820708"/>
                    <a:pt x="1459607" y="820708"/>
                    <a:pt x="1459607" y="825693"/>
                  </a:cubicBezTo>
                  <a:cubicBezTo>
                    <a:pt x="1459607" y="825693"/>
                    <a:pt x="1459607" y="825693"/>
                    <a:pt x="1459607" y="830844"/>
                  </a:cubicBezTo>
                  <a:lnTo>
                    <a:pt x="1464753" y="830844"/>
                  </a:lnTo>
                  <a:cubicBezTo>
                    <a:pt x="1464753" y="830844"/>
                    <a:pt x="1464753" y="830844"/>
                    <a:pt x="1469899" y="835995"/>
                  </a:cubicBezTo>
                  <a:cubicBezTo>
                    <a:pt x="1464753" y="835995"/>
                    <a:pt x="1464753" y="835995"/>
                    <a:pt x="1464753" y="835995"/>
                  </a:cubicBezTo>
                  <a:lnTo>
                    <a:pt x="1464753" y="841147"/>
                  </a:lnTo>
                  <a:lnTo>
                    <a:pt x="1459607" y="835995"/>
                  </a:lnTo>
                  <a:cubicBezTo>
                    <a:pt x="1454627" y="835995"/>
                    <a:pt x="1454627" y="830844"/>
                    <a:pt x="1449315" y="825693"/>
                  </a:cubicBezTo>
                  <a:cubicBezTo>
                    <a:pt x="1444169" y="825693"/>
                    <a:pt x="1439023" y="820708"/>
                    <a:pt x="1439023" y="820708"/>
                  </a:cubicBezTo>
                  <a:cubicBezTo>
                    <a:pt x="1439023" y="815390"/>
                    <a:pt x="1439023" y="815390"/>
                    <a:pt x="1439023" y="815390"/>
                  </a:cubicBezTo>
                  <a:cubicBezTo>
                    <a:pt x="1444169" y="815390"/>
                    <a:pt x="1444169" y="815390"/>
                    <a:pt x="1444169" y="810239"/>
                  </a:cubicBezTo>
                  <a:close/>
                  <a:moveTo>
                    <a:pt x="1548410" y="805288"/>
                  </a:moveTo>
                  <a:cubicBezTo>
                    <a:pt x="1553423" y="805288"/>
                    <a:pt x="1553423" y="805288"/>
                    <a:pt x="1553423" y="805288"/>
                  </a:cubicBezTo>
                  <a:lnTo>
                    <a:pt x="1553423" y="810530"/>
                  </a:lnTo>
                  <a:cubicBezTo>
                    <a:pt x="1553423" y="815772"/>
                    <a:pt x="1553423" y="815772"/>
                    <a:pt x="1553423" y="815772"/>
                  </a:cubicBezTo>
                  <a:lnTo>
                    <a:pt x="1548410" y="821183"/>
                  </a:lnTo>
                  <a:lnTo>
                    <a:pt x="1548410" y="815772"/>
                  </a:lnTo>
                  <a:cubicBezTo>
                    <a:pt x="1548410" y="810530"/>
                    <a:pt x="1548410" y="810530"/>
                    <a:pt x="1548410" y="810530"/>
                  </a:cubicBezTo>
                  <a:cubicBezTo>
                    <a:pt x="1548410" y="810530"/>
                    <a:pt x="1548410" y="810530"/>
                    <a:pt x="1548410" y="805288"/>
                  </a:cubicBezTo>
                  <a:close/>
                  <a:moveTo>
                    <a:pt x="2701457" y="800051"/>
                  </a:moveTo>
                  <a:cubicBezTo>
                    <a:pt x="2701457" y="800051"/>
                    <a:pt x="2701457" y="800051"/>
                    <a:pt x="2706411" y="800051"/>
                  </a:cubicBezTo>
                  <a:cubicBezTo>
                    <a:pt x="2706411" y="805033"/>
                    <a:pt x="2706411" y="805033"/>
                    <a:pt x="2706411" y="805033"/>
                  </a:cubicBezTo>
                  <a:lnTo>
                    <a:pt x="2706411" y="810180"/>
                  </a:lnTo>
                  <a:cubicBezTo>
                    <a:pt x="2706411" y="810180"/>
                    <a:pt x="2706411" y="810180"/>
                    <a:pt x="2706411" y="815327"/>
                  </a:cubicBezTo>
                  <a:cubicBezTo>
                    <a:pt x="2701457" y="815327"/>
                    <a:pt x="2701457" y="815327"/>
                    <a:pt x="2701457" y="815327"/>
                  </a:cubicBezTo>
                  <a:cubicBezTo>
                    <a:pt x="2701457" y="815327"/>
                    <a:pt x="2701457" y="815327"/>
                    <a:pt x="2696174" y="820641"/>
                  </a:cubicBezTo>
                  <a:cubicBezTo>
                    <a:pt x="2696174" y="820641"/>
                    <a:pt x="2696174" y="825622"/>
                    <a:pt x="2701457" y="825622"/>
                  </a:cubicBezTo>
                  <a:lnTo>
                    <a:pt x="2696174" y="825622"/>
                  </a:lnTo>
                  <a:lnTo>
                    <a:pt x="2691055" y="825622"/>
                  </a:lnTo>
                  <a:lnTo>
                    <a:pt x="2691055" y="820641"/>
                  </a:lnTo>
                  <a:cubicBezTo>
                    <a:pt x="2696174" y="815327"/>
                    <a:pt x="2696174" y="815327"/>
                    <a:pt x="2691055" y="810180"/>
                  </a:cubicBezTo>
                  <a:cubicBezTo>
                    <a:pt x="2691055" y="810180"/>
                    <a:pt x="2696174" y="810180"/>
                    <a:pt x="2696174" y="805033"/>
                  </a:cubicBezTo>
                  <a:cubicBezTo>
                    <a:pt x="2701457" y="800051"/>
                    <a:pt x="2701457" y="800051"/>
                    <a:pt x="2701457" y="800051"/>
                  </a:cubicBezTo>
                  <a:close/>
                  <a:moveTo>
                    <a:pt x="779747" y="799913"/>
                  </a:moveTo>
                  <a:lnTo>
                    <a:pt x="784839" y="799913"/>
                  </a:lnTo>
                  <a:cubicBezTo>
                    <a:pt x="789930" y="804921"/>
                    <a:pt x="789930" y="804921"/>
                    <a:pt x="789930" y="804921"/>
                  </a:cubicBezTo>
                  <a:cubicBezTo>
                    <a:pt x="789930" y="804921"/>
                    <a:pt x="789930" y="804921"/>
                    <a:pt x="784839" y="804921"/>
                  </a:cubicBezTo>
                  <a:lnTo>
                    <a:pt x="779747" y="804921"/>
                  </a:lnTo>
                  <a:cubicBezTo>
                    <a:pt x="779747" y="799913"/>
                    <a:pt x="779747" y="799913"/>
                    <a:pt x="779747" y="799913"/>
                  </a:cubicBezTo>
                  <a:close/>
                  <a:moveTo>
                    <a:pt x="1548410" y="794805"/>
                  </a:moveTo>
                  <a:cubicBezTo>
                    <a:pt x="1548410" y="794805"/>
                    <a:pt x="1553423" y="794805"/>
                    <a:pt x="1553423" y="800216"/>
                  </a:cubicBezTo>
                  <a:lnTo>
                    <a:pt x="1553423" y="805288"/>
                  </a:lnTo>
                  <a:cubicBezTo>
                    <a:pt x="1553423" y="800216"/>
                    <a:pt x="1548410" y="800216"/>
                    <a:pt x="1548410" y="800216"/>
                  </a:cubicBezTo>
                  <a:cubicBezTo>
                    <a:pt x="1548410" y="800216"/>
                    <a:pt x="1548410" y="800216"/>
                    <a:pt x="1548410" y="794805"/>
                  </a:cubicBezTo>
                  <a:close/>
                  <a:moveTo>
                    <a:pt x="1662802" y="794776"/>
                  </a:moveTo>
                  <a:cubicBezTo>
                    <a:pt x="1662802" y="794776"/>
                    <a:pt x="1662802" y="794776"/>
                    <a:pt x="1663448" y="794776"/>
                  </a:cubicBezTo>
                  <a:lnTo>
                    <a:pt x="1667329" y="794776"/>
                  </a:lnTo>
                  <a:lnTo>
                    <a:pt x="1667975" y="794776"/>
                  </a:lnTo>
                  <a:cubicBezTo>
                    <a:pt x="1673149" y="800157"/>
                    <a:pt x="1673149" y="800157"/>
                    <a:pt x="1673149" y="800157"/>
                  </a:cubicBezTo>
                  <a:cubicBezTo>
                    <a:pt x="1673149" y="800157"/>
                    <a:pt x="1678323" y="800157"/>
                    <a:pt x="1678323" y="805202"/>
                  </a:cubicBezTo>
                  <a:cubicBezTo>
                    <a:pt x="1678323" y="805202"/>
                    <a:pt x="1678323" y="805202"/>
                    <a:pt x="1678323" y="810415"/>
                  </a:cubicBezTo>
                  <a:lnTo>
                    <a:pt x="1678323" y="815628"/>
                  </a:lnTo>
                  <a:lnTo>
                    <a:pt x="1673149" y="821010"/>
                  </a:lnTo>
                  <a:cubicBezTo>
                    <a:pt x="1673149" y="821010"/>
                    <a:pt x="1673149" y="826055"/>
                    <a:pt x="1673149" y="831268"/>
                  </a:cubicBezTo>
                  <a:cubicBezTo>
                    <a:pt x="1673149" y="831268"/>
                    <a:pt x="1673149" y="831268"/>
                    <a:pt x="1673149" y="836481"/>
                  </a:cubicBezTo>
                  <a:cubicBezTo>
                    <a:pt x="1673149" y="841694"/>
                    <a:pt x="1673149" y="841694"/>
                    <a:pt x="1673149" y="841694"/>
                  </a:cubicBezTo>
                  <a:cubicBezTo>
                    <a:pt x="1673149" y="841694"/>
                    <a:pt x="1673149" y="841694"/>
                    <a:pt x="1673149" y="846907"/>
                  </a:cubicBezTo>
                  <a:lnTo>
                    <a:pt x="1678323" y="846907"/>
                  </a:lnTo>
                  <a:cubicBezTo>
                    <a:pt x="1678323" y="846907"/>
                    <a:pt x="1678323" y="846907"/>
                    <a:pt x="1678323" y="852120"/>
                  </a:cubicBezTo>
                  <a:lnTo>
                    <a:pt x="1678323" y="857333"/>
                  </a:lnTo>
                  <a:cubicBezTo>
                    <a:pt x="1678323" y="857333"/>
                    <a:pt x="1683496" y="857333"/>
                    <a:pt x="1683496" y="862547"/>
                  </a:cubicBezTo>
                  <a:lnTo>
                    <a:pt x="1688670" y="862547"/>
                  </a:lnTo>
                  <a:lnTo>
                    <a:pt x="1688670" y="867760"/>
                  </a:lnTo>
                  <a:cubicBezTo>
                    <a:pt x="1683496" y="867760"/>
                    <a:pt x="1683496" y="867760"/>
                    <a:pt x="1683496" y="867760"/>
                  </a:cubicBezTo>
                  <a:cubicBezTo>
                    <a:pt x="1683496" y="867760"/>
                    <a:pt x="1683496" y="867760"/>
                    <a:pt x="1662802" y="867760"/>
                  </a:cubicBezTo>
                  <a:cubicBezTo>
                    <a:pt x="1657628" y="862547"/>
                    <a:pt x="1652454" y="862547"/>
                    <a:pt x="1652454" y="862547"/>
                  </a:cubicBezTo>
                  <a:cubicBezTo>
                    <a:pt x="1652454" y="862547"/>
                    <a:pt x="1652454" y="862547"/>
                    <a:pt x="1647281" y="862547"/>
                  </a:cubicBezTo>
                  <a:cubicBezTo>
                    <a:pt x="1647281" y="862547"/>
                    <a:pt x="1647281" y="862547"/>
                    <a:pt x="1642441" y="867760"/>
                  </a:cubicBezTo>
                  <a:cubicBezTo>
                    <a:pt x="1642441" y="867760"/>
                    <a:pt x="1642441" y="867760"/>
                    <a:pt x="1637102" y="867760"/>
                  </a:cubicBezTo>
                  <a:cubicBezTo>
                    <a:pt x="1637102" y="862547"/>
                    <a:pt x="1637102" y="857333"/>
                    <a:pt x="1637102" y="852120"/>
                  </a:cubicBezTo>
                  <a:cubicBezTo>
                    <a:pt x="1637102" y="846907"/>
                    <a:pt x="1637102" y="846907"/>
                    <a:pt x="1631928" y="841694"/>
                  </a:cubicBezTo>
                  <a:lnTo>
                    <a:pt x="1626755" y="841694"/>
                  </a:lnTo>
                  <a:cubicBezTo>
                    <a:pt x="1626755" y="841694"/>
                    <a:pt x="1626755" y="841694"/>
                    <a:pt x="1626755" y="836481"/>
                  </a:cubicBezTo>
                  <a:lnTo>
                    <a:pt x="1626755" y="831268"/>
                  </a:lnTo>
                  <a:cubicBezTo>
                    <a:pt x="1626755" y="831268"/>
                    <a:pt x="1631928" y="826055"/>
                    <a:pt x="1637102" y="826055"/>
                  </a:cubicBezTo>
                  <a:lnTo>
                    <a:pt x="1642441" y="826055"/>
                  </a:lnTo>
                  <a:cubicBezTo>
                    <a:pt x="1642441" y="826055"/>
                    <a:pt x="1642274" y="826055"/>
                    <a:pt x="1647281" y="826055"/>
                  </a:cubicBezTo>
                  <a:cubicBezTo>
                    <a:pt x="1652454" y="826055"/>
                    <a:pt x="1652454" y="821010"/>
                    <a:pt x="1652454" y="821010"/>
                  </a:cubicBezTo>
                  <a:cubicBezTo>
                    <a:pt x="1652454" y="821010"/>
                    <a:pt x="1657628" y="815628"/>
                    <a:pt x="1657628" y="810415"/>
                  </a:cubicBezTo>
                  <a:lnTo>
                    <a:pt x="1657628" y="805202"/>
                  </a:lnTo>
                  <a:lnTo>
                    <a:pt x="1662802" y="805202"/>
                  </a:lnTo>
                  <a:cubicBezTo>
                    <a:pt x="1662802" y="800157"/>
                    <a:pt x="1662802" y="800157"/>
                    <a:pt x="1662802" y="800157"/>
                  </a:cubicBezTo>
                  <a:cubicBezTo>
                    <a:pt x="1662802" y="794776"/>
                    <a:pt x="1662802" y="794776"/>
                    <a:pt x="1662802" y="794776"/>
                  </a:cubicBezTo>
                  <a:close/>
                  <a:moveTo>
                    <a:pt x="1433905" y="789563"/>
                  </a:moveTo>
                  <a:cubicBezTo>
                    <a:pt x="1433905" y="794705"/>
                    <a:pt x="1438859" y="800012"/>
                    <a:pt x="1438859" y="800012"/>
                  </a:cubicBezTo>
                  <a:cubicBezTo>
                    <a:pt x="1438859" y="800012"/>
                    <a:pt x="1438859" y="800012"/>
                    <a:pt x="1438859" y="804988"/>
                  </a:cubicBezTo>
                  <a:lnTo>
                    <a:pt x="1438859" y="810130"/>
                  </a:lnTo>
                  <a:cubicBezTo>
                    <a:pt x="1433905" y="810130"/>
                    <a:pt x="1433905" y="810130"/>
                    <a:pt x="1428622" y="815272"/>
                  </a:cubicBezTo>
                  <a:cubicBezTo>
                    <a:pt x="1428622" y="810130"/>
                    <a:pt x="1428622" y="810130"/>
                    <a:pt x="1428622" y="810130"/>
                  </a:cubicBezTo>
                  <a:lnTo>
                    <a:pt x="1423503" y="804988"/>
                  </a:lnTo>
                  <a:cubicBezTo>
                    <a:pt x="1423503" y="800012"/>
                    <a:pt x="1423503" y="800012"/>
                    <a:pt x="1423503" y="800012"/>
                  </a:cubicBezTo>
                  <a:cubicBezTo>
                    <a:pt x="1423503" y="794705"/>
                    <a:pt x="1428622" y="794705"/>
                    <a:pt x="1428622" y="794705"/>
                  </a:cubicBezTo>
                  <a:cubicBezTo>
                    <a:pt x="1428622" y="794705"/>
                    <a:pt x="1428622" y="789563"/>
                    <a:pt x="1433905" y="789563"/>
                  </a:cubicBezTo>
                  <a:close/>
                  <a:moveTo>
                    <a:pt x="1481097" y="784388"/>
                  </a:moveTo>
                  <a:cubicBezTo>
                    <a:pt x="1481097" y="789615"/>
                    <a:pt x="1486252" y="789615"/>
                    <a:pt x="1486252" y="789615"/>
                  </a:cubicBezTo>
                  <a:cubicBezTo>
                    <a:pt x="1486252" y="789615"/>
                    <a:pt x="1486252" y="789615"/>
                    <a:pt x="1491407" y="789615"/>
                  </a:cubicBezTo>
                  <a:cubicBezTo>
                    <a:pt x="1491407" y="794842"/>
                    <a:pt x="1496562" y="794842"/>
                    <a:pt x="1496562" y="794842"/>
                  </a:cubicBezTo>
                  <a:cubicBezTo>
                    <a:pt x="1501717" y="794842"/>
                    <a:pt x="1501717" y="794842"/>
                    <a:pt x="1501717" y="794842"/>
                  </a:cubicBezTo>
                  <a:cubicBezTo>
                    <a:pt x="1506873" y="794842"/>
                    <a:pt x="1506873" y="794842"/>
                    <a:pt x="1506873" y="794842"/>
                  </a:cubicBezTo>
                  <a:lnTo>
                    <a:pt x="1512028" y="794842"/>
                  </a:lnTo>
                  <a:cubicBezTo>
                    <a:pt x="1512028" y="800237"/>
                    <a:pt x="1512028" y="800237"/>
                    <a:pt x="1512028" y="800237"/>
                  </a:cubicBezTo>
                  <a:cubicBezTo>
                    <a:pt x="1512028" y="805296"/>
                    <a:pt x="1512028" y="805296"/>
                    <a:pt x="1512028" y="805296"/>
                  </a:cubicBezTo>
                  <a:lnTo>
                    <a:pt x="1512028" y="810523"/>
                  </a:lnTo>
                  <a:cubicBezTo>
                    <a:pt x="1512028" y="810523"/>
                    <a:pt x="1512028" y="810523"/>
                    <a:pt x="1506873" y="810523"/>
                  </a:cubicBezTo>
                  <a:cubicBezTo>
                    <a:pt x="1506873" y="815750"/>
                    <a:pt x="1506873" y="815750"/>
                    <a:pt x="1506873" y="815750"/>
                  </a:cubicBezTo>
                  <a:cubicBezTo>
                    <a:pt x="1506873" y="821145"/>
                    <a:pt x="1506873" y="821145"/>
                    <a:pt x="1506873" y="826203"/>
                  </a:cubicBezTo>
                  <a:cubicBezTo>
                    <a:pt x="1506873" y="826203"/>
                    <a:pt x="1506873" y="826203"/>
                    <a:pt x="1506873" y="831430"/>
                  </a:cubicBezTo>
                  <a:lnTo>
                    <a:pt x="1501717" y="831430"/>
                  </a:lnTo>
                  <a:lnTo>
                    <a:pt x="1496562" y="831430"/>
                  </a:lnTo>
                  <a:cubicBezTo>
                    <a:pt x="1491407" y="831430"/>
                    <a:pt x="1491407" y="831430"/>
                    <a:pt x="1491407" y="836657"/>
                  </a:cubicBezTo>
                  <a:cubicBezTo>
                    <a:pt x="1486252" y="836657"/>
                    <a:pt x="1481097" y="841884"/>
                    <a:pt x="1476108" y="841884"/>
                  </a:cubicBezTo>
                  <a:lnTo>
                    <a:pt x="1476108" y="836657"/>
                  </a:lnTo>
                  <a:cubicBezTo>
                    <a:pt x="1476108" y="831430"/>
                    <a:pt x="1476108" y="831430"/>
                    <a:pt x="1476108" y="831430"/>
                  </a:cubicBezTo>
                  <a:cubicBezTo>
                    <a:pt x="1476108" y="831430"/>
                    <a:pt x="1476108" y="831430"/>
                    <a:pt x="1476108" y="826203"/>
                  </a:cubicBezTo>
                  <a:cubicBezTo>
                    <a:pt x="1476108" y="826203"/>
                    <a:pt x="1476108" y="826203"/>
                    <a:pt x="1470786" y="826203"/>
                  </a:cubicBezTo>
                  <a:cubicBezTo>
                    <a:pt x="1470786" y="826203"/>
                    <a:pt x="1470786" y="826203"/>
                    <a:pt x="1470786" y="821145"/>
                  </a:cubicBezTo>
                  <a:cubicBezTo>
                    <a:pt x="1470786" y="821145"/>
                    <a:pt x="1470786" y="821145"/>
                    <a:pt x="1465631" y="821145"/>
                  </a:cubicBezTo>
                  <a:cubicBezTo>
                    <a:pt x="1465631" y="815750"/>
                    <a:pt x="1465631" y="815750"/>
                    <a:pt x="1465631" y="815750"/>
                  </a:cubicBezTo>
                  <a:cubicBezTo>
                    <a:pt x="1465631" y="815750"/>
                    <a:pt x="1465631" y="815750"/>
                    <a:pt x="1470786" y="815750"/>
                  </a:cubicBezTo>
                  <a:cubicBezTo>
                    <a:pt x="1470786" y="810523"/>
                    <a:pt x="1470786" y="810523"/>
                    <a:pt x="1470786" y="810523"/>
                  </a:cubicBezTo>
                  <a:lnTo>
                    <a:pt x="1470786" y="805296"/>
                  </a:lnTo>
                  <a:cubicBezTo>
                    <a:pt x="1470786" y="805296"/>
                    <a:pt x="1470786" y="805296"/>
                    <a:pt x="1481097" y="805296"/>
                  </a:cubicBezTo>
                  <a:cubicBezTo>
                    <a:pt x="1481097" y="805296"/>
                    <a:pt x="1481097" y="805296"/>
                    <a:pt x="1476108" y="800237"/>
                  </a:cubicBezTo>
                  <a:cubicBezTo>
                    <a:pt x="1476108" y="800237"/>
                    <a:pt x="1476108" y="800237"/>
                    <a:pt x="1470786" y="800237"/>
                  </a:cubicBezTo>
                  <a:cubicBezTo>
                    <a:pt x="1476108" y="800237"/>
                    <a:pt x="1476108" y="800237"/>
                    <a:pt x="1476108" y="794842"/>
                  </a:cubicBezTo>
                  <a:cubicBezTo>
                    <a:pt x="1476108" y="794842"/>
                    <a:pt x="1470786" y="794842"/>
                    <a:pt x="1470786" y="789615"/>
                  </a:cubicBezTo>
                  <a:lnTo>
                    <a:pt x="1476108" y="789615"/>
                  </a:lnTo>
                  <a:cubicBezTo>
                    <a:pt x="1476108" y="789615"/>
                    <a:pt x="1481097" y="789615"/>
                    <a:pt x="1481097" y="784388"/>
                  </a:cubicBezTo>
                  <a:close/>
                  <a:moveTo>
                    <a:pt x="1751322" y="779213"/>
                  </a:moveTo>
                  <a:lnTo>
                    <a:pt x="1751322" y="784221"/>
                  </a:lnTo>
                  <a:lnTo>
                    <a:pt x="1756524" y="784221"/>
                  </a:lnTo>
                  <a:cubicBezTo>
                    <a:pt x="1756524" y="789396"/>
                    <a:pt x="1756524" y="789396"/>
                    <a:pt x="1756524" y="789396"/>
                  </a:cubicBezTo>
                  <a:cubicBezTo>
                    <a:pt x="1756524" y="789396"/>
                    <a:pt x="1756524" y="789396"/>
                    <a:pt x="1756524" y="794571"/>
                  </a:cubicBezTo>
                  <a:cubicBezTo>
                    <a:pt x="1756524" y="794571"/>
                    <a:pt x="1756524" y="794571"/>
                    <a:pt x="1756524" y="799913"/>
                  </a:cubicBezTo>
                  <a:cubicBezTo>
                    <a:pt x="1756524" y="799913"/>
                    <a:pt x="1756524" y="799913"/>
                    <a:pt x="1756524" y="804921"/>
                  </a:cubicBezTo>
                  <a:cubicBezTo>
                    <a:pt x="1756524" y="804921"/>
                    <a:pt x="1756524" y="804921"/>
                    <a:pt x="1761726" y="804921"/>
                  </a:cubicBezTo>
                  <a:cubicBezTo>
                    <a:pt x="1761726" y="804921"/>
                    <a:pt x="1761726" y="810096"/>
                    <a:pt x="1766761" y="810096"/>
                  </a:cubicBezTo>
                  <a:cubicBezTo>
                    <a:pt x="1766761" y="810096"/>
                    <a:pt x="1766761" y="810096"/>
                    <a:pt x="1772131" y="810096"/>
                  </a:cubicBezTo>
                  <a:cubicBezTo>
                    <a:pt x="1772131" y="815271"/>
                    <a:pt x="1772131" y="815271"/>
                    <a:pt x="1772131" y="820613"/>
                  </a:cubicBezTo>
                  <a:cubicBezTo>
                    <a:pt x="1777333" y="820613"/>
                    <a:pt x="1777333" y="820613"/>
                    <a:pt x="1777333" y="820613"/>
                  </a:cubicBezTo>
                  <a:cubicBezTo>
                    <a:pt x="1782535" y="820613"/>
                    <a:pt x="1782535" y="820613"/>
                    <a:pt x="1782535" y="820613"/>
                  </a:cubicBezTo>
                  <a:cubicBezTo>
                    <a:pt x="1782535" y="825621"/>
                    <a:pt x="1782535" y="825621"/>
                    <a:pt x="1782535" y="825621"/>
                  </a:cubicBezTo>
                  <a:cubicBezTo>
                    <a:pt x="1782535" y="830796"/>
                    <a:pt x="1782535" y="830796"/>
                    <a:pt x="1782535" y="830796"/>
                  </a:cubicBezTo>
                  <a:cubicBezTo>
                    <a:pt x="1782535" y="830796"/>
                    <a:pt x="1782535" y="830796"/>
                    <a:pt x="1777333" y="830796"/>
                  </a:cubicBezTo>
                  <a:cubicBezTo>
                    <a:pt x="1777333" y="830796"/>
                    <a:pt x="1772131" y="830796"/>
                    <a:pt x="1772131" y="835971"/>
                  </a:cubicBezTo>
                  <a:lnTo>
                    <a:pt x="1766761" y="835971"/>
                  </a:lnTo>
                  <a:lnTo>
                    <a:pt x="1761726" y="835971"/>
                  </a:lnTo>
                  <a:cubicBezTo>
                    <a:pt x="1761726" y="835971"/>
                    <a:pt x="1756524" y="835971"/>
                    <a:pt x="1756524" y="841146"/>
                  </a:cubicBezTo>
                  <a:cubicBezTo>
                    <a:pt x="1756524" y="841146"/>
                    <a:pt x="1756524" y="841146"/>
                    <a:pt x="1756524" y="835971"/>
                  </a:cubicBezTo>
                  <a:cubicBezTo>
                    <a:pt x="1756524" y="835971"/>
                    <a:pt x="1756524" y="835971"/>
                    <a:pt x="1751322" y="835971"/>
                  </a:cubicBezTo>
                  <a:cubicBezTo>
                    <a:pt x="1751322" y="835971"/>
                    <a:pt x="1751322" y="841146"/>
                    <a:pt x="1746119" y="841146"/>
                  </a:cubicBezTo>
                  <a:cubicBezTo>
                    <a:pt x="1746119" y="841146"/>
                    <a:pt x="1746119" y="841146"/>
                    <a:pt x="1746119" y="846321"/>
                  </a:cubicBezTo>
                  <a:cubicBezTo>
                    <a:pt x="1746119" y="846321"/>
                    <a:pt x="1746119" y="841146"/>
                    <a:pt x="1740917" y="841146"/>
                  </a:cubicBezTo>
                  <a:cubicBezTo>
                    <a:pt x="1735715" y="841146"/>
                    <a:pt x="1735715" y="841146"/>
                    <a:pt x="1735715" y="841146"/>
                  </a:cubicBezTo>
                  <a:cubicBezTo>
                    <a:pt x="1730513" y="835971"/>
                    <a:pt x="1730513" y="830796"/>
                    <a:pt x="1725310" y="830796"/>
                  </a:cubicBezTo>
                  <a:cubicBezTo>
                    <a:pt x="1720108" y="830796"/>
                    <a:pt x="1720108" y="835971"/>
                    <a:pt x="1720108" y="835971"/>
                  </a:cubicBezTo>
                  <a:cubicBezTo>
                    <a:pt x="1714906" y="835971"/>
                    <a:pt x="1714906" y="835971"/>
                    <a:pt x="1714906" y="835971"/>
                  </a:cubicBezTo>
                  <a:cubicBezTo>
                    <a:pt x="1714906" y="841146"/>
                    <a:pt x="1714906" y="841146"/>
                    <a:pt x="1714906" y="841146"/>
                  </a:cubicBezTo>
                  <a:cubicBezTo>
                    <a:pt x="1709703" y="841146"/>
                    <a:pt x="1709703" y="846321"/>
                    <a:pt x="1709703" y="851496"/>
                  </a:cubicBezTo>
                  <a:cubicBezTo>
                    <a:pt x="1704501" y="851496"/>
                    <a:pt x="1704501" y="846321"/>
                    <a:pt x="1704501" y="846321"/>
                  </a:cubicBezTo>
                  <a:cubicBezTo>
                    <a:pt x="1699299" y="846321"/>
                    <a:pt x="1694097" y="851496"/>
                    <a:pt x="1694097" y="851496"/>
                  </a:cubicBezTo>
                  <a:cubicBezTo>
                    <a:pt x="1694097" y="851496"/>
                    <a:pt x="1694097" y="851496"/>
                    <a:pt x="1694097" y="856671"/>
                  </a:cubicBezTo>
                  <a:cubicBezTo>
                    <a:pt x="1688894" y="856671"/>
                    <a:pt x="1688894" y="856671"/>
                    <a:pt x="1688894" y="856671"/>
                  </a:cubicBezTo>
                  <a:cubicBezTo>
                    <a:pt x="1688894" y="856671"/>
                    <a:pt x="1688894" y="856671"/>
                    <a:pt x="1688894" y="851496"/>
                  </a:cubicBezTo>
                  <a:lnTo>
                    <a:pt x="1683692" y="851496"/>
                  </a:lnTo>
                  <a:lnTo>
                    <a:pt x="1683692" y="846321"/>
                  </a:lnTo>
                  <a:cubicBezTo>
                    <a:pt x="1683692" y="846321"/>
                    <a:pt x="1683692" y="841146"/>
                    <a:pt x="1678490" y="835971"/>
                  </a:cubicBezTo>
                  <a:cubicBezTo>
                    <a:pt x="1678490" y="830796"/>
                    <a:pt x="1678490" y="830796"/>
                    <a:pt x="1678490" y="830796"/>
                  </a:cubicBezTo>
                  <a:lnTo>
                    <a:pt x="1678490" y="825621"/>
                  </a:lnTo>
                  <a:lnTo>
                    <a:pt x="1683692" y="825621"/>
                  </a:lnTo>
                  <a:cubicBezTo>
                    <a:pt x="1683692" y="825621"/>
                    <a:pt x="1683692" y="825621"/>
                    <a:pt x="1683692" y="820613"/>
                  </a:cubicBezTo>
                  <a:cubicBezTo>
                    <a:pt x="1683692" y="820613"/>
                    <a:pt x="1688894" y="820613"/>
                    <a:pt x="1688894" y="815271"/>
                  </a:cubicBezTo>
                  <a:lnTo>
                    <a:pt x="1694097" y="815271"/>
                  </a:lnTo>
                  <a:cubicBezTo>
                    <a:pt x="1699299" y="815271"/>
                    <a:pt x="1699299" y="815271"/>
                    <a:pt x="1699299" y="815271"/>
                  </a:cubicBezTo>
                  <a:cubicBezTo>
                    <a:pt x="1704501" y="815271"/>
                    <a:pt x="1704501" y="815271"/>
                    <a:pt x="1704501" y="810096"/>
                  </a:cubicBezTo>
                  <a:lnTo>
                    <a:pt x="1709703" y="810096"/>
                  </a:lnTo>
                  <a:lnTo>
                    <a:pt x="1714906" y="810096"/>
                  </a:lnTo>
                  <a:cubicBezTo>
                    <a:pt x="1720108" y="810096"/>
                    <a:pt x="1720108" y="810096"/>
                    <a:pt x="1720108" y="810096"/>
                  </a:cubicBezTo>
                  <a:cubicBezTo>
                    <a:pt x="1720108" y="804921"/>
                    <a:pt x="1720108" y="804921"/>
                    <a:pt x="1720108" y="799913"/>
                  </a:cubicBezTo>
                  <a:lnTo>
                    <a:pt x="1725310" y="799913"/>
                  </a:lnTo>
                  <a:cubicBezTo>
                    <a:pt x="1725310" y="799913"/>
                    <a:pt x="1725310" y="799913"/>
                    <a:pt x="1730513" y="799913"/>
                  </a:cubicBezTo>
                  <a:lnTo>
                    <a:pt x="1735715" y="799913"/>
                  </a:lnTo>
                  <a:cubicBezTo>
                    <a:pt x="1735715" y="794571"/>
                    <a:pt x="1740917" y="794571"/>
                    <a:pt x="1740917" y="789396"/>
                  </a:cubicBezTo>
                  <a:cubicBezTo>
                    <a:pt x="1746119" y="784221"/>
                    <a:pt x="1746119" y="784221"/>
                    <a:pt x="1746119" y="784221"/>
                  </a:cubicBezTo>
                  <a:cubicBezTo>
                    <a:pt x="1746119" y="784221"/>
                    <a:pt x="1746119" y="784221"/>
                    <a:pt x="1751322" y="779213"/>
                  </a:cubicBezTo>
                  <a:close/>
                  <a:moveTo>
                    <a:pt x="1517506" y="779213"/>
                  </a:moveTo>
                  <a:lnTo>
                    <a:pt x="1522486" y="779213"/>
                  </a:lnTo>
                  <a:cubicBezTo>
                    <a:pt x="1532778" y="779213"/>
                    <a:pt x="1538090" y="779213"/>
                    <a:pt x="1538090" y="779213"/>
                  </a:cubicBezTo>
                  <a:cubicBezTo>
                    <a:pt x="1538090" y="779213"/>
                    <a:pt x="1538090" y="779213"/>
                    <a:pt x="1538090" y="784221"/>
                  </a:cubicBezTo>
                  <a:cubicBezTo>
                    <a:pt x="1538090" y="784221"/>
                    <a:pt x="1538090" y="784221"/>
                    <a:pt x="1538090" y="789396"/>
                  </a:cubicBezTo>
                  <a:cubicBezTo>
                    <a:pt x="1538090" y="789396"/>
                    <a:pt x="1538090" y="789396"/>
                    <a:pt x="1538090" y="794571"/>
                  </a:cubicBezTo>
                  <a:cubicBezTo>
                    <a:pt x="1543070" y="794571"/>
                    <a:pt x="1543070" y="794571"/>
                    <a:pt x="1543070" y="794571"/>
                  </a:cubicBezTo>
                  <a:cubicBezTo>
                    <a:pt x="1543070" y="799913"/>
                    <a:pt x="1543070" y="799913"/>
                    <a:pt x="1543070" y="804921"/>
                  </a:cubicBezTo>
                  <a:lnTo>
                    <a:pt x="1543070" y="810096"/>
                  </a:lnTo>
                  <a:cubicBezTo>
                    <a:pt x="1543070" y="815271"/>
                    <a:pt x="1543070" y="815271"/>
                    <a:pt x="1543070" y="815271"/>
                  </a:cubicBezTo>
                  <a:lnTo>
                    <a:pt x="1543070" y="820613"/>
                  </a:lnTo>
                  <a:cubicBezTo>
                    <a:pt x="1543070" y="825621"/>
                    <a:pt x="1543070" y="825621"/>
                    <a:pt x="1543070" y="825621"/>
                  </a:cubicBezTo>
                  <a:lnTo>
                    <a:pt x="1538090" y="830796"/>
                  </a:lnTo>
                  <a:cubicBezTo>
                    <a:pt x="1532778" y="830796"/>
                    <a:pt x="1527632" y="835971"/>
                    <a:pt x="1522486" y="835971"/>
                  </a:cubicBezTo>
                  <a:lnTo>
                    <a:pt x="1522486" y="841146"/>
                  </a:lnTo>
                  <a:cubicBezTo>
                    <a:pt x="1522486" y="835971"/>
                    <a:pt x="1517506" y="835971"/>
                    <a:pt x="1517506" y="835971"/>
                  </a:cubicBezTo>
                  <a:lnTo>
                    <a:pt x="1517506" y="830796"/>
                  </a:lnTo>
                  <a:cubicBezTo>
                    <a:pt x="1517506" y="830796"/>
                    <a:pt x="1517506" y="830796"/>
                    <a:pt x="1517506" y="825621"/>
                  </a:cubicBezTo>
                  <a:lnTo>
                    <a:pt x="1512194" y="825621"/>
                  </a:lnTo>
                  <a:cubicBezTo>
                    <a:pt x="1517506" y="820613"/>
                    <a:pt x="1517506" y="820613"/>
                    <a:pt x="1517506" y="815271"/>
                  </a:cubicBezTo>
                  <a:cubicBezTo>
                    <a:pt x="1522486" y="810096"/>
                    <a:pt x="1522486" y="810096"/>
                    <a:pt x="1522486" y="804921"/>
                  </a:cubicBezTo>
                  <a:cubicBezTo>
                    <a:pt x="1522486" y="799913"/>
                    <a:pt x="1522486" y="799913"/>
                    <a:pt x="1522486" y="799913"/>
                  </a:cubicBezTo>
                  <a:cubicBezTo>
                    <a:pt x="1522486" y="799913"/>
                    <a:pt x="1522486" y="794571"/>
                    <a:pt x="1517506" y="794571"/>
                  </a:cubicBezTo>
                  <a:cubicBezTo>
                    <a:pt x="1517506" y="794571"/>
                    <a:pt x="1517506" y="794571"/>
                    <a:pt x="1517506" y="789396"/>
                  </a:cubicBezTo>
                  <a:cubicBezTo>
                    <a:pt x="1522486" y="789396"/>
                    <a:pt x="1522486" y="789396"/>
                    <a:pt x="1522486" y="789396"/>
                  </a:cubicBezTo>
                  <a:cubicBezTo>
                    <a:pt x="1522486" y="784221"/>
                    <a:pt x="1522486" y="784221"/>
                    <a:pt x="1522486" y="784221"/>
                  </a:cubicBezTo>
                  <a:cubicBezTo>
                    <a:pt x="1522486" y="784221"/>
                    <a:pt x="1517506" y="784221"/>
                    <a:pt x="1517506" y="779213"/>
                  </a:cubicBezTo>
                  <a:close/>
                  <a:moveTo>
                    <a:pt x="748704" y="779213"/>
                  </a:moveTo>
                  <a:cubicBezTo>
                    <a:pt x="753837" y="779213"/>
                    <a:pt x="753837" y="779213"/>
                    <a:pt x="753837" y="779213"/>
                  </a:cubicBezTo>
                  <a:lnTo>
                    <a:pt x="758969" y="779213"/>
                  </a:lnTo>
                  <a:lnTo>
                    <a:pt x="758969" y="784181"/>
                  </a:lnTo>
                  <a:cubicBezTo>
                    <a:pt x="764101" y="784181"/>
                    <a:pt x="764101" y="784181"/>
                    <a:pt x="764101" y="784181"/>
                  </a:cubicBezTo>
                  <a:lnTo>
                    <a:pt x="769234" y="789314"/>
                  </a:lnTo>
                  <a:cubicBezTo>
                    <a:pt x="769234" y="794448"/>
                    <a:pt x="769234" y="794448"/>
                    <a:pt x="769234" y="794448"/>
                  </a:cubicBezTo>
                  <a:lnTo>
                    <a:pt x="764101" y="789314"/>
                  </a:lnTo>
                  <a:cubicBezTo>
                    <a:pt x="758969" y="789314"/>
                    <a:pt x="753837" y="784181"/>
                    <a:pt x="753837" y="784181"/>
                  </a:cubicBezTo>
                  <a:close/>
                  <a:moveTo>
                    <a:pt x="888313" y="774037"/>
                  </a:moveTo>
                  <a:lnTo>
                    <a:pt x="893683" y="774037"/>
                  </a:lnTo>
                  <a:cubicBezTo>
                    <a:pt x="898886" y="774037"/>
                    <a:pt x="904088" y="774037"/>
                    <a:pt x="904088" y="774037"/>
                  </a:cubicBezTo>
                  <a:cubicBezTo>
                    <a:pt x="904088" y="779408"/>
                    <a:pt x="904088" y="779408"/>
                    <a:pt x="904088" y="779408"/>
                  </a:cubicBezTo>
                  <a:cubicBezTo>
                    <a:pt x="904088" y="784444"/>
                    <a:pt x="909123" y="784444"/>
                    <a:pt x="909123" y="784444"/>
                  </a:cubicBezTo>
                  <a:cubicBezTo>
                    <a:pt x="909123" y="784444"/>
                    <a:pt x="909123" y="784444"/>
                    <a:pt x="914493" y="784444"/>
                  </a:cubicBezTo>
                  <a:cubicBezTo>
                    <a:pt x="919695" y="784444"/>
                    <a:pt x="919695" y="784444"/>
                    <a:pt x="924898" y="784444"/>
                  </a:cubicBezTo>
                  <a:cubicBezTo>
                    <a:pt x="929932" y="784444"/>
                    <a:pt x="929932" y="784444"/>
                    <a:pt x="929932" y="784444"/>
                  </a:cubicBezTo>
                  <a:cubicBezTo>
                    <a:pt x="935302" y="784444"/>
                    <a:pt x="940504" y="789648"/>
                    <a:pt x="940504" y="789648"/>
                  </a:cubicBezTo>
                  <a:cubicBezTo>
                    <a:pt x="940504" y="789648"/>
                    <a:pt x="940504" y="789648"/>
                    <a:pt x="950741" y="784444"/>
                  </a:cubicBezTo>
                  <a:cubicBezTo>
                    <a:pt x="956111" y="784444"/>
                    <a:pt x="956111" y="784444"/>
                    <a:pt x="956111" y="784444"/>
                  </a:cubicBezTo>
                  <a:cubicBezTo>
                    <a:pt x="956111" y="784444"/>
                    <a:pt x="956111" y="789648"/>
                    <a:pt x="961313" y="789648"/>
                  </a:cubicBezTo>
                  <a:cubicBezTo>
                    <a:pt x="961313" y="789648"/>
                    <a:pt x="966515" y="794851"/>
                    <a:pt x="971550" y="794851"/>
                  </a:cubicBezTo>
                  <a:cubicBezTo>
                    <a:pt x="971550" y="794851"/>
                    <a:pt x="971550" y="794851"/>
                    <a:pt x="966515" y="805259"/>
                  </a:cubicBezTo>
                  <a:cubicBezTo>
                    <a:pt x="966515" y="805259"/>
                    <a:pt x="966515" y="805259"/>
                    <a:pt x="971550" y="800223"/>
                  </a:cubicBezTo>
                  <a:cubicBezTo>
                    <a:pt x="971550" y="805259"/>
                    <a:pt x="976920" y="805259"/>
                    <a:pt x="976920" y="805259"/>
                  </a:cubicBezTo>
                  <a:cubicBezTo>
                    <a:pt x="976920" y="805259"/>
                    <a:pt x="976920" y="805259"/>
                    <a:pt x="976920" y="810462"/>
                  </a:cubicBezTo>
                  <a:lnTo>
                    <a:pt x="976920" y="815666"/>
                  </a:lnTo>
                  <a:cubicBezTo>
                    <a:pt x="971550" y="815666"/>
                    <a:pt x="971550" y="821037"/>
                    <a:pt x="971550" y="821037"/>
                  </a:cubicBezTo>
                  <a:cubicBezTo>
                    <a:pt x="966515" y="826073"/>
                    <a:pt x="966515" y="826073"/>
                    <a:pt x="966515" y="826073"/>
                  </a:cubicBezTo>
                  <a:cubicBezTo>
                    <a:pt x="966515" y="831277"/>
                    <a:pt x="966515" y="831277"/>
                    <a:pt x="966515" y="831277"/>
                  </a:cubicBezTo>
                  <a:cubicBezTo>
                    <a:pt x="966515" y="831277"/>
                    <a:pt x="971550" y="831277"/>
                    <a:pt x="971550" y="836480"/>
                  </a:cubicBezTo>
                  <a:cubicBezTo>
                    <a:pt x="971550" y="841684"/>
                    <a:pt x="971550" y="841684"/>
                    <a:pt x="971550" y="841684"/>
                  </a:cubicBezTo>
                  <a:cubicBezTo>
                    <a:pt x="971550" y="841684"/>
                    <a:pt x="966515" y="841684"/>
                    <a:pt x="966515" y="846887"/>
                  </a:cubicBezTo>
                  <a:cubicBezTo>
                    <a:pt x="961313" y="846887"/>
                    <a:pt x="961313" y="846887"/>
                    <a:pt x="961313" y="846887"/>
                  </a:cubicBezTo>
                  <a:lnTo>
                    <a:pt x="956111" y="846887"/>
                  </a:lnTo>
                  <a:cubicBezTo>
                    <a:pt x="956111" y="846887"/>
                    <a:pt x="956111" y="846887"/>
                    <a:pt x="950741" y="846887"/>
                  </a:cubicBezTo>
                  <a:lnTo>
                    <a:pt x="950741" y="841684"/>
                  </a:lnTo>
                  <a:cubicBezTo>
                    <a:pt x="945706" y="841684"/>
                    <a:pt x="945706" y="846887"/>
                    <a:pt x="945706" y="846887"/>
                  </a:cubicBezTo>
                  <a:cubicBezTo>
                    <a:pt x="945706" y="846887"/>
                    <a:pt x="945706" y="846887"/>
                    <a:pt x="945706" y="841684"/>
                  </a:cubicBezTo>
                  <a:lnTo>
                    <a:pt x="940504" y="841684"/>
                  </a:lnTo>
                  <a:cubicBezTo>
                    <a:pt x="940504" y="841684"/>
                    <a:pt x="940504" y="841684"/>
                    <a:pt x="940504" y="846887"/>
                  </a:cubicBezTo>
                  <a:lnTo>
                    <a:pt x="935302" y="846887"/>
                  </a:lnTo>
                  <a:cubicBezTo>
                    <a:pt x="935302" y="852091"/>
                    <a:pt x="940504" y="852091"/>
                    <a:pt x="940504" y="852091"/>
                  </a:cubicBezTo>
                  <a:cubicBezTo>
                    <a:pt x="940504" y="857295"/>
                    <a:pt x="940504" y="857295"/>
                    <a:pt x="940504" y="857295"/>
                  </a:cubicBezTo>
                  <a:cubicBezTo>
                    <a:pt x="940504" y="862498"/>
                    <a:pt x="940504" y="862498"/>
                    <a:pt x="940504" y="862498"/>
                  </a:cubicBezTo>
                  <a:cubicBezTo>
                    <a:pt x="940504" y="867702"/>
                    <a:pt x="945706" y="867702"/>
                    <a:pt x="945706" y="867702"/>
                  </a:cubicBezTo>
                  <a:cubicBezTo>
                    <a:pt x="945706" y="872905"/>
                    <a:pt x="945706" y="872905"/>
                    <a:pt x="940504" y="872905"/>
                  </a:cubicBezTo>
                  <a:cubicBezTo>
                    <a:pt x="940504" y="872905"/>
                    <a:pt x="940504" y="872905"/>
                    <a:pt x="935302" y="878109"/>
                  </a:cubicBezTo>
                  <a:lnTo>
                    <a:pt x="929932" y="878109"/>
                  </a:lnTo>
                  <a:cubicBezTo>
                    <a:pt x="929932" y="878109"/>
                    <a:pt x="929932" y="878109"/>
                    <a:pt x="924898" y="878109"/>
                  </a:cubicBezTo>
                  <a:cubicBezTo>
                    <a:pt x="924898" y="872905"/>
                    <a:pt x="924898" y="872905"/>
                    <a:pt x="919695" y="872905"/>
                  </a:cubicBezTo>
                  <a:cubicBezTo>
                    <a:pt x="919695" y="867702"/>
                    <a:pt x="919695" y="867702"/>
                    <a:pt x="919695" y="867702"/>
                  </a:cubicBezTo>
                  <a:cubicBezTo>
                    <a:pt x="919695" y="867702"/>
                    <a:pt x="919695" y="867702"/>
                    <a:pt x="919695" y="862498"/>
                  </a:cubicBezTo>
                  <a:lnTo>
                    <a:pt x="919695" y="857295"/>
                  </a:lnTo>
                  <a:cubicBezTo>
                    <a:pt x="919695" y="857295"/>
                    <a:pt x="919695" y="857295"/>
                    <a:pt x="919695" y="852091"/>
                  </a:cubicBezTo>
                  <a:cubicBezTo>
                    <a:pt x="919695" y="846887"/>
                    <a:pt x="914493" y="846887"/>
                    <a:pt x="914493" y="846887"/>
                  </a:cubicBezTo>
                  <a:cubicBezTo>
                    <a:pt x="914493" y="841684"/>
                    <a:pt x="914493" y="841684"/>
                    <a:pt x="914493" y="841684"/>
                  </a:cubicBezTo>
                  <a:lnTo>
                    <a:pt x="914493" y="836480"/>
                  </a:lnTo>
                  <a:cubicBezTo>
                    <a:pt x="914493" y="836480"/>
                    <a:pt x="919695" y="836480"/>
                    <a:pt x="919695" y="831277"/>
                  </a:cubicBezTo>
                  <a:cubicBezTo>
                    <a:pt x="919695" y="831277"/>
                    <a:pt x="919695" y="831277"/>
                    <a:pt x="919695" y="826073"/>
                  </a:cubicBezTo>
                  <a:cubicBezTo>
                    <a:pt x="919695" y="821037"/>
                    <a:pt x="914493" y="821037"/>
                    <a:pt x="914493" y="821037"/>
                  </a:cubicBezTo>
                  <a:cubicBezTo>
                    <a:pt x="909123" y="821037"/>
                    <a:pt x="909123" y="821037"/>
                    <a:pt x="909123" y="821037"/>
                  </a:cubicBezTo>
                  <a:cubicBezTo>
                    <a:pt x="909123" y="821037"/>
                    <a:pt x="909123" y="821037"/>
                    <a:pt x="904088" y="821037"/>
                  </a:cubicBezTo>
                  <a:lnTo>
                    <a:pt x="898886" y="821037"/>
                  </a:lnTo>
                  <a:cubicBezTo>
                    <a:pt x="898886" y="821037"/>
                    <a:pt x="893683" y="815666"/>
                    <a:pt x="888313" y="815666"/>
                  </a:cubicBezTo>
                  <a:cubicBezTo>
                    <a:pt x="888313" y="810462"/>
                    <a:pt x="883279" y="810462"/>
                    <a:pt x="883279" y="810462"/>
                  </a:cubicBezTo>
                  <a:cubicBezTo>
                    <a:pt x="883279" y="810462"/>
                    <a:pt x="883279" y="810462"/>
                    <a:pt x="878076" y="815666"/>
                  </a:cubicBezTo>
                  <a:cubicBezTo>
                    <a:pt x="872874" y="815666"/>
                    <a:pt x="872874" y="810462"/>
                    <a:pt x="872874" y="810462"/>
                  </a:cubicBezTo>
                  <a:lnTo>
                    <a:pt x="872874" y="805259"/>
                  </a:lnTo>
                  <a:cubicBezTo>
                    <a:pt x="872874" y="805259"/>
                    <a:pt x="872874" y="805259"/>
                    <a:pt x="872874" y="800223"/>
                  </a:cubicBezTo>
                  <a:lnTo>
                    <a:pt x="878076" y="800223"/>
                  </a:lnTo>
                  <a:lnTo>
                    <a:pt x="883279" y="794851"/>
                  </a:lnTo>
                  <a:cubicBezTo>
                    <a:pt x="883279" y="794851"/>
                    <a:pt x="883279" y="789648"/>
                    <a:pt x="883279" y="784444"/>
                  </a:cubicBezTo>
                  <a:lnTo>
                    <a:pt x="883279" y="779408"/>
                  </a:lnTo>
                  <a:close/>
                  <a:moveTo>
                    <a:pt x="857682" y="774037"/>
                  </a:moveTo>
                  <a:lnTo>
                    <a:pt x="862897" y="774037"/>
                  </a:lnTo>
                  <a:cubicBezTo>
                    <a:pt x="862897" y="779400"/>
                    <a:pt x="862897" y="784428"/>
                    <a:pt x="862897" y="784428"/>
                  </a:cubicBezTo>
                  <a:lnTo>
                    <a:pt x="862897" y="789623"/>
                  </a:lnTo>
                  <a:cubicBezTo>
                    <a:pt x="857682" y="789623"/>
                    <a:pt x="857682" y="789623"/>
                    <a:pt x="857682" y="789623"/>
                  </a:cubicBezTo>
                  <a:lnTo>
                    <a:pt x="857682" y="794819"/>
                  </a:lnTo>
                  <a:cubicBezTo>
                    <a:pt x="857682" y="794819"/>
                    <a:pt x="857682" y="800182"/>
                    <a:pt x="862897" y="800182"/>
                  </a:cubicBezTo>
                  <a:cubicBezTo>
                    <a:pt x="862897" y="805210"/>
                    <a:pt x="862897" y="805210"/>
                    <a:pt x="867943" y="805210"/>
                  </a:cubicBezTo>
                  <a:cubicBezTo>
                    <a:pt x="867943" y="805210"/>
                    <a:pt x="867943" y="805210"/>
                    <a:pt x="867943" y="810405"/>
                  </a:cubicBezTo>
                  <a:cubicBezTo>
                    <a:pt x="862897" y="810405"/>
                    <a:pt x="862897" y="810405"/>
                    <a:pt x="862897" y="810405"/>
                  </a:cubicBezTo>
                  <a:cubicBezTo>
                    <a:pt x="862897" y="815601"/>
                    <a:pt x="867943" y="815601"/>
                    <a:pt x="867943" y="815601"/>
                  </a:cubicBezTo>
                  <a:cubicBezTo>
                    <a:pt x="867943" y="820964"/>
                    <a:pt x="867943" y="820964"/>
                    <a:pt x="873325" y="820964"/>
                  </a:cubicBezTo>
                  <a:cubicBezTo>
                    <a:pt x="873325" y="820964"/>
                    <a:pt x="873325" y="825992"/>
                    <a:pt x="878541" y="825992"/>
                  </a:cubicBezTo>
                  <a:lnTo>
                    <a:pt x="883757" y="820964"/>
                  </a:lnTo>
                  <a:lnTo>
                    <a:pt x="888803" y="820964"/>
                  </a:lnTo>
                  <a:lnTo>
                    <a:pt x="888803" y="825992"/>
                  </a:lnTo>
                  <a:cubicBezTo>
                    <a:pt x="894186" y="825992"/>
                    <a:pt x="894186" y="825992"/>
                    <a:pt x="894186" y="825992"/>
                  </a:cubicBezTo>
                  <a:cubicBezTo>
                    <a:pt x="894186" y="831187"/>
                    <a:pt x="894186" y="831187"/>
                    <a:pt x="894186" y="831187"/>
                  </a:cubicBezTo>
                  <a:cubicBezTo>
                    <a:pt x="894186" y="831187"/>
                    <a:pt x="894186" y="831187"/>
                    <a:pt x="899400" y="831187"/>
                  </a:cubicBezTo>
                  <a:cubicBezTo>
                    <a:pt x="899400" y="831187"/>
                    <a:pt x="899400" y="831187"/>
                    <a:pt x="904615" y="831187"/>
                  </a:cubicBezTo>
                  <a:cubicBezTo>
                    <a:pt x="909662" y="831187"/>
                    <a:pt x="909662" y="831187"/>
                    <a:pt x="909662" y="831187"/>
                  </a:cubicBezTo>
                  <a:cubicBezTo>
                    <a:pt x="909662" y="831187"/>
                    <a:pt x="909662" y="831187"/>
                    <a:pt x="909662" y="836383"/>
                  </a:cubicBezTo>
                  <a:lnTo>
                    <a:pt x="909662" y="841578"/>
                  </a:lnTo>
                  <a:lnTo>
                    <a:pt x="909662" y="846774"/>
                  </a:lnTo>
                  <a:cubicBezTo>
                    <a:pt x="909662" y="846774"/>
                    <a:pt x="909662" y="851969"/>
                    <a:pt x="909662" y="857165"/>
                  </a:cubicBezTo>
                  <a:lnTo>
                    <a:pt x="909662" y="862360"/>
                  </a:lnTo>
                  <a:lnTo>
                    <a:pt x="909662" y="867555"/>
                  </a:lnTo>
                  <a:cubicBezTo>
                    <a:pt x="909662" y="867555"/>
                    <a:pt x="904615" y="867555"/>
                    <a:pt x="904615" y="872751"/>
                  </a:cubicBezTo>
                  <a:lnTo>
                    <a:pt x="899400" y="872751"/>
                  </a:lnTo>
                  <a:cubicBezTo>
                    <a:pt x="894186" y="867555"/>
                    <a:pt x="894186" y="867555"/>
                    <a:pt x="894186" y="867555"/>
                  </a:cubicBezTo>
                  <a:lnTo>
                    <a:pt x="888803" y="872751"/>
                  </a:lnTo>
                  <a:cubicBezTo>
                    <a:pt x="888803" y="877946"/>
                    <a:pt x="888803" y="877946"/>
                    <a:pt x="888803" y="877946"/>
                  </a:cubicBezTo>
                  <a:cubicBezTo>
                    <a:pt x="888803" y="877946"/>
                    <a:pt x="888803" y="877946"/>
                    <a:pt x="888803" y="883142"/>
                  </a:cubicBezTo>
                  <a:lnTo>
                    <a:pt x="888803" y="888337"/>
                  </a:lnTo>
                  <a:cubicBezTo>
                    <a:pt x="888803" y="888337"/>
                    <a:pt x="888803" y="888337"/>
                    <a:pt x="888803" y="893533"/>
                  </a:cubicBezTo>
                  <a:cubicBezTo>
                    <a:pt x="888803" y="898728"/>
                    <a:pt x="888803" y="898728"/>
                    <a:pt x="888803" y="898728"/>
                  </a:cubicBezTo>
                  <a:cubicBezTo>
                    <a:pt x="888803" y="903924"/>
                    <a:pt x="894186" y="903924"/>
                    <a:pt x="894186" y="903924"/>
                  </a:cubicBezTo>
                  <a:cubicBezTo>
                    <a:pt x="894186" y="909119"/>
                    <a:pt x="894186" y="914315"/>
                    <a:pt x="894186" y="919510"/>
                  </a:cubicBezTo>
                  <a:cubicBezTo>
                    <a:pt x="888803" y="919510"/>
                    <a:pt x="888803" y="914315"/>
                    <a:pt x="888803" y="914315"/>
                  </a:cubicBezTo>
                  <a:cubicBezTo>
                    <a:pt x="888803" y="914315"/>
                    <a:pt x="888803" y="914315"/>
                    <a:pt x="883757" y="914315"/>
                  </a:cubicBezTo>
                  <a:lnTo>
                    <a:pt x="878541" y="914315"/>
                  </a:lnTo>
                  <a:cubicBezTo>
                    <a:pt x="878541" y="914315"/>
                    <a:pt x="878541" y="914315"/>
                    <a:pt x="873325" y="914315"/>
                  </a:cubicBezTo>
                  <a:cubicBezTo>
                    <a:pt x="873325" y="914315"/>
                    <a:pt x="873325" y="914315"/>
                    <a:pt x="867943" y="914315"/>
                  </a:cubicBezTo>
                  <a:cubicBezTo>
                    <a:pt x="867943" y="914315"/>
                    <a:pt x="867943" y="909119"/>
                    <a:pt x="862897" y="909119"/>
                  </a:cubicBezTo>
                  <a:cubicBezTo>
                    <a:pt x="862897" y="909119"/>
                    <a:pt x="862897" y="909119"/>
                    <a:pt x="862897" y="903924"/>
                  </a:cubicBezTo>
                  <a:cubicBezTo>
                    <a:pt x="862897" y="903924"/>
                    <a:pt x="862897" y="903924"/>
                    <a:pt x="857682" y="903924"/>
                  </a:cubicBezTo>
                  <a:cubicBezTo>
                    <a:pt x="857682" y="903924"/>
                    <a:pt x="857682" y="898728"/>
                    <a:pt x="852467" y="898728"/>
                  </a:cubicBezTo>
                  <a:cubicBezTo>
                    <a:pt x="852467" y="893533"/>
                    <a:pt x="852467" y="893533"/>
                    <a:pt x="852467" y="893533"/>
                  </a:cubicBezTo>
                  <a:cubicBezTo>
                    <a:pt x="847085" y="893533"/>
                    <a:pt x="847085" y="893533"/>
                    <a:pt x="847085" y="888337"/>
                  </a:cubicBezTo>
                  <a:cubicBezTo>
                    <a:pt x="847085" y="888337"/>
                    <a:pt x="847085" y="888337"/>
                    <a:pt x="842038" y="888337"/>
                  </a:cubicBezTo>
                  <a:lnTo>
                    <a:pt x="836823" y="883142"/>
                  </a:lnTo>
                  <a:cubicBezTo>
                    <a:pt x="836823" y="883142"/>
                    <a:pt x="836823" y="883142"/>
                    <a:pt x="831608" y="883142"/>
                  </a:cubicBezTo>
                  <a:cubicBezTo>
                    <a:pt x="831608" y="883142"/>
                    <a:pt x="831608" y="883142"/>
                    <a:pt x="831608" y="888337"/>
                  </a:cubicBezTo>
                  <a:lnTo>
                    <a:pt x="826393" y="888337"/>
                  </a:lnTo>
                  <a:cubicBezTo>
                    <a:pt x="826393" y="883142"/>
                    <a:pt x="826393" y="883142"/>
                    <a:pt x="826393" y="883142"/>
                  </a:cubicBezTo>
                  <a:cubicBezTo>
                    <a:pt x="821179" y="883142"/>
                    <a:pt x="821179" y="883142"/>
                    <a:pt x="821179" y="883142"/>
                  </a:cubicBezTo>
                  <a:cubicBezTo>
                    <a:pt x="821179" y="883142"/>
                    <a:pt x="821179" y="877946"/>
                    <a:pt x="815964" y="877946"/>
                  </a:cubicBezTo>
                  <a:lnTo>
                    <a:pt x="815964" y="872751"/>
                  </a:lnTo>
                  <a:cubicBezTo>
                    <a:pt x="821179" y="872751"/>
                    <a:pt x="821179" y="867555"/>
                    <a:pt x="821179" y="867555"/>
                  </a:cubicBezTo>
                  <a:cubicBezTo>
                    <a:pt x="821179" y="867555"/>
                    <a:pt x="826393" y="867555"/>
                    <a:pt x="826393" y="862360"/>
                  </a:cubicBezTo>
                  <a:cubicBezTo>
                    <a:pt x="826393" y="862360"/>
                    <a:pt x="826393" y="862360"/>
                    <a:pt x="826393" y="857165"/>
                  </a:cubicBezTo>
                  <a:cubicBezTo>
                    <a:pt x="826393" y="857165"/>
                    <a:pt x="831608" y="851969"/>
                    <a:pt x="826393" y="846774"/>
                  </a:cubicBezTo>
                  <a:lnTo>
                    <a:pt x="826393" y="841578"/>
                  </a:lnTo>
                  <a:lnTo>
                    <a:pt x="826393" y="836383"/>
                  </a:lnTo>
                  <a:cubicBezTo>
                    <a:pt x="826393" y="836383"/>
                    <a:pt x="831608" y="831187"/>
                    <a:pt x="826393" y="825992"/>
                  </a:cubicBezTo>
                  <a:lnTo>
                    <a:pt x="821179" y="815601"/>
                  </a:lnTo>
                  <a:cubicBezTo>
                    <a:pt x="826393" y="815601"/>
                    <a:pt x="826393" y="815601"/>
                    <a:pt x="826393" y="815601"/>
                  </a:cubicBezTo>
                  <a:cubicBezTo>
                    <a:pt x="826393" y="815601"/>
                    <a:pt x="831608" y="815601"/>
                    <a:pt x="831608" y="810405"/>
                  </a:cubicBezTo>
                  <a:cubicBezTo>
                    <a:pt x="831608" y="810405"/>
                    <a:pt x="831608" y="810405"/>
                    <a:pt x="831608" y="805210"/>
                  </a:cubicBezTo>
                  <a:cubicBezTo>
                    <a:pt x="831608" y="800182"/>
                    <a:pt x="831608" y="800182"/>
                    <a:pt x="836823" y="800182"/>
                  </a:cubicBezTo>
                  <a:lnTo>
                    <a:pt x="842038" y="800182"/>
                  </a:lnTo>
                  <a:cubicBezTo>
                    <a:pt x="842038" y="794819"/>
                    <a:pt x="842038" y="794819"/>
                    <a:pt x="842038" y="789623"/>
                  </a:cubicBezTo>
                  <a:lnTo>
                    <a:pt x="847085" y="784428"/>
                  </a:lnTo>
                  <a:lnTo>
                    <a:pt x="847085" y="779400"/>
                  </a:lnTo>
                  <a:cubicBezTo>
                    <a:pt x="847085" y="779400"/>
                    <a:pt x="847085" y="779400"/>
                    <a:pt x="852467" y="794819"/>
                  </a:cubicBezTo>
                  <a:cubicBezTo>
                    <a:pt x="852467" y="794819"/>
                    <a:pt x="852467" y="794819"/>
                    <a:pt x="857682" y="774037"/>
                  </a:cubicBezTo>
                  <a:close/>
                  <a:moveTo>
                    <a:pt x="2010718" y="768863"/>
                  </a:moveTo>
                  <a:cubicBezTo>
                    <a:pt x="2010718" y="768863"/>
                    <a:pt x="2016091" y="774060"/>
                    <a:pt x="2016091" y="779425"/>
                  </a:cubicBezTo>
                  <a:cubicBezTo>
                    <a:pt x="2010718" y="779425"/>
                    <a:pt x="2010718" y="779425"/>
                    <a:pt x="2010718" y="789651"/>
                  </a:cubicBezTo>
                  <a:cubicBezTo>
                    <a:pt x="2010718" y="789651"/>
                    <a:pt x="2010718" y="794848"/>
                    <a:pt x="2000475" y="810439"/>
                  </a:cubicBezTo>
                  <a:cubicBezTo>
                    <a:pt x="1995269" y="821001"/>
                    <a:pt x="1989896" y="831227"/>
                    <a:pt x="1989896" y="836424"/>
                  </a:cubicBezTo>
                  <a:cubicBezTo>
                    <a:pt x="1984859" y="836424"/>
                    <a:pt x="1984859" y="841621"/>
                    <a:pt x="1984859" y="841621"/>
                  </a:cubicBezTo>
                  <a:cubicBezTo>
                    <a:pt x="1979653" y="841621"/>
                    <a:pt x="1979653" y="846818"/>
                    <a:pt x="1974448" y="852015"/>
                  </a:cubicBezTo>
                  <a:cubicBezTo>
                    <a:pt x="1974448" y="857212"/>
                    <a:pt x="1969074" y="862409"/>
                    <a:pt x="1969074" y="862409"/>
                  </a:cubicBezTo>
                  <a:cubicBezTo>
                    <a:pt x="1964037" y="862409"/>
                    <a:pt x="1953626" y="872803"/>
                    <a:pt x="1948252" y="872803"/>
                  </a:cubicBezTo>
                  <a:cubicBezTo>
                    <a:pt x="1948252" y="878000"/>
                    <a:pt x="1938009" y="888394"/>
                    <a:pt x="1932804" y="893591"/>
                  </a:cubicBezTo>
                  <a:cubicBezTo>
                    <a:pt x="1932804" y="898788"/>
                    <a:pt x="1932804" y="898788"/>
                    <a:pt x="1927431" y="898788"/>
                  </a:cubicBezTo>
                  <a:lnTo>
                    <a:pt x="1927431" y="903985"/>
                  </a:lnTo>
                  <a:cubicBezTo>
                    <a:pt x="1927431" y="903985"/>
                    <a:pt x="1927431" y="903985"/>
                    <a:pt x="1922393" y="898788"/>
                  </a:cubicBezTo>
                  <a:lnTo>
                    <a:pt x="1922393" y="893591"/>
                  </a:lnTo>
                  <a:cubicBezTo>
                    <a:pt x="1922393" y="883197"/>
                    <a:pt x="1922393" y="878000"/>
                    <a:pt x="1922393" y="872803"/>
                  </a:cubicBezTo>
                  <a:cubicBezTo>
                    <a:pt x="1922393" y="867606"/>
                    <a:pt x="1922393" y="867606"/>
                    <a:pt x="1922393" y="867606"/>
                  </a:cubicBezTo>
                  <a:cubicBezTo>
                    <a:pt x="1922393" y="867606"/>
                    <a:pt x="1922393" y="867606"/>
                    <a:pt x="1927431" y="867606"/>
                  </a:cubicBezTo>
                  <a:cubicBezTo>
                    <a:pt x="1927431" y="862409"/>
                    <a:pt x="1927431" y="862409"/>
                    <a:pt x="1927431" y="862409"/>
                  </a:cubicBezTo>
                  <a:cubicBezTo>
                    <a:pt x="1927431" y="862409"/>
                    <a:pt x="1927431" y="862409"/>
                    <a:pt x="1932804" y="852015"/>
                  </a:cubicBezTo>
                  <a:cubicBezTo>
                    <a:pt x="1938009" y="852015"/>
                    <a:pt x="1938009" y="852015"/>
                    <a:pt x="1938009" y="852015"/>
                  </a:cubicBezTo>
                  <a:cubicBezTo>
                    <a:pt x="1943215" y="852015"/>
                    <a:pt x="1943215" y="852015"/>
                    <a:pt x="1943215" y="846818"/>
                  </a:cubicBezTo>
                  <a:lnTo>
                    <a:pt x="1948252" y="846818"/>
                  </a:lnTo>
                  <a:lnTo>
                    <a:pt x="1958831" y="846818"/>
                  </a:lnTo>
                  <a:cubicBezTo>
                    <a:pt x="1958831" y="846818"/>
                    <a:pt x="1958831" y="846818"/>
                    <a:pt x="1979653" y="815636"/>
                  </a:cubicBezTo>
                  <a:cubicBezTo>
                    <a:pt x="1984859" y="815636"/>
                    <a:pt x="1984859" y="815636"/>
                    <a:pt x="1984859" y="815636"/>
                  </a:cubicBezTo>
                  <a:cubicBezTo>
                    <a:pt x="1989896" y="810439"/>
                    <a:pt x="1989896" y="810439"/>
                    <a:pt x="1989896" y="810439"/>
                  </a:cubicBezTo>
                  <a:lnTo>
                    <a:pt x="1989896" y="805242"/>
                  </a:lnTo>
                  <a:lnTo>
                    <a:pt x="1984859" y="805242"/>
                  </a:lnTo>
                  <a:cubicBezTo>
                    <a:pt x="1979653" y="805242"/>
                    <a:pt x="1979653" y="805242"/>
                    <a:pt x="1979653" y="805242"/>
                  </a:cubicBezTo>
                  <a:cubicBezTo>
                    <a:pt x="1979653" y="805242"/>
                    <a:pt x="1979653" y="805242"/>
                    <a:pt x="1974448" y="805242"/>
                  </a:cubicBezTo>
                  <a:cubicBezTo>
                    <a:pt x="1974448" y="805242"/>
                    <a:pt x="1974448" y="800213"/>
                    <a:pt x="1969074" y="800213"/>
                  </a:cubicBezTo>
                  <a:cubicBezTo>
                    <a:pt x="1969074" y="800213"/>
                    <a:pt x="1964037" y="794848"/>
                    <a:pt x="1958831" y="794848"/>
                  </a:cubicBezTo>
                  <a:lnTo>
                    <a:pt x="1953626" y="794848"/>
                  </a:lnTo>
                  <a:lnTo>
                    <a:pt x="1948252" y="794848"/>
                  </a:lnTo>
                  <a:cubicBezTo>
                    <a:pt x="1948252" y="789651"/>
                    <a:pt x="1943215" y="789651"/>
                    <a:pt x="1943215" y="784454"/>
                  </a:cubicBezTo>
                  <a:lnTo>
                    <a:pt x="1943215" y="779425"/>
                  </a:lnTo>
                  <a:cubicBezTo>
                    <a:pt x="1948252" y="784454"/>
                    <a:pt x="1948252" y="784454"/>
                    <a:pt x="1953626" y="784454"/>
                  </a:cubicBezTo>
                  <a:cubicBezTo>
                    <a:pt x="1958831" y="784454"/>
                    <a:pt x="1958831" y="784454"/>
                    <a:pt x="1964037" y="784454"/>
                  </a:cubicBezTo>
                  <a:lnTo>
                    <a:pt x="1969074" y="784454"/>
                  </a:lnTo>
                  <a:cubicBezTo>
                    <a:pt x="1969074" y="784454"/>
                    <a:pt x="1969074" y="784454"/>
                    <a:pt x="1974448" y="784454"/>
                  </a:cubicBezTo>
                  <a:cubicBezTo>
                    <a:pt x="1974448" y="784454"/>
                    <a:pt x="1974448" y="784454"/>
                    <a:pt x="1974448" y="779425"/>
                  </a:cubicBezTo>
                  <a:lnTo>
                    <a:pt x="1979653" y="779425"/>
                  </a:lnTo>
                  <a:cubicBezTo>
                    <a:pt x="1984859" y="779425"/>
                    <a:pt x="1984859" y="779425"/>
                    <a:pt x="1989896" y="779425"/>
                  </a:cubicBezTo>
                  <a:cubicBezTo>
                    <a:pt x="1989896" y="779425"/>
                    <a:pt x="1989896" y="779425"/>
                    <a:pt x="1995269" y="774060"/>
                  </a:cubicBezTo>
                  <a:cubicBezTo>
                    <a:pt x="1995269" y="774060"/>
                    <a:pt x="2000475" y="774060"/>
                    <a:pt x="2005680" y="774060"/>
                  </a:cubicBezTo>
                  <a:cubicBezTo>
                    <a:pt x="2010718" y="768863"/>
                    <a:pt x="2010718" y="768863"/>
                    <a:pt x="2010718" y="768863"/>
                  </a:cubicBezTo>
                  <a:close/>
                  <a:moveTo>
                    <a:pt x="1563822" y="768863"/>
                  </a:moveTo>
                  <a:cubicBezTo>
                    <a:pt x="1563822" y="768863"/>
                    <a:pt x="1563822" y="768863"/>
                    <a:pt x="1568940" y="768863"/>
                  </a:cubicBezTo>
                  <a:lnTo>
                    <a:pt x="1568940" y="774078"/>
                  </a:lnTo>
                  <a:cubicBezTo>
                    <a:pt x="1568940" y="774078"/>
                    <a:pt x="1568940" y="774078"/>
                    <a:pt x="1568940" y="779462"/>
                  </a:cubicBezTo>
                  <a:cubicBezTo>
                    <a:pt x="1568940" y="784509"/>
                    <a:pt x="1568940" y="784509"/>
                    <a:pt x="1568940" y="784509"/>
                  </a:cubicBezTo>
                  <a:cubicBezTo>
                    <a:pt x="1568940" y="784509"/>
                    <a:pt x="1568940" y="789724"/>
                    <a:pt x="1563822" y="789724"/>
                  </a:cubicBezTo>
                  <a:cubicBezTo>
                    <a:pt x="1563822" y="789724"/>
                    <a:pt x="1563822" y="789724"/>
                    <a:pt x="1563822" y="794939"/>
                  </a:cubicBezTo>
                  <a:lnTo>
                    <a:pt x="1563822" y="800323"/>
                  </a:lnTo>
                  <a:cubicBezTo>
                    <a:pt x="1563822" y="800323"/>
                    <a:pt x="1563822" y="800323"/>
                    <a:pt x="1563822" y="805370"/>
                  </a:cubicBezTo>
                  <a:cubicBezTo>
                    <a:pt x="1563822" y="810585"/>
                    <a:pt x="1563822" y="810585"/>
                    <a:pt x="1563822" y="815800"/>
                  </a:cubicBezTo>
                  <a:cubicBezTo>
                    <a:pt x="1563822" y="821184"/>
                    <a:pt x="1563822" y="821184"/>
                    <a:pt x="1563822" y="821184"/>
                  </a:cubicBezTo>
                  <a:lnTo>
                    <a:pt x="1558868" y="821184"/>
                  </a:lnTo>
                  <a:cubicBezTo>
                    <a:pt x="1558868" y="815800"/>
                    <a:pt x="1558868" y="815800"/>
                    <a:pt x="1558868" y="810585"/>
                  </a:cubicBezTo>
                  <a:cubicBezTo>
                    <a:pt x="1558868" y="805370"/>
                    <a:pt x="1558868" y="800323"/>
                    <a:pt x="1558868" y="800323"/>
                  </a:cubicBezTo>
                  <a:cubicBezTo>
                    <a:pt x="1558868" y="794939"/>
                    <a:pt x="1558868" y="789724"/>
                    <a:pt x="1558868" y="789724"/>
                  </a:cubicBezTo>
                  <a:lnTo>
                    <a:pt x="1558868" y="784509"/>
                  </a:lnTo>
                  <a:cubicBezTo>
                    <a:pt x="1558868" y="784509"/>
                    <a:pt x="1558868" y="784509"/>
                    <a:pt x="1553584" y="784509"/>
                  </a:cubicBezTo>
                  <a:lnTo>
                    <a:pt x="1553584" y="779462"/>
                  </a:lnTo>
                  <a:cubicBezTo>
                    <a:pt x="1553584" y="779462"/>
                    <a:pt x="1553584" y="779462"/>
                    <a:pt x="1553584" y="774078"/>
                  </a:cubicBezTo>
                  <a:cubicBezTo>
                    <a:pt x="1553584" y="774078"/>
                    <a:pt x="1553584" y="774078"/>
                    <a:pt x="1563822" y="774078"/>
                  </a:cubicBezTo>
                  <a:cubicBezTo>
                    <a:pt x="1563822" y="774078"/>
                    <a:pt x="1563822" y="774078"/>
                    <a:pt x="1563822" y="768863"/>
                  </a:cubicBezTo>
                  <a:close/>
                  <a:moveTo>
                    <a:pt x="1418432" y="763687"/>
                  </a:moveTo>
                  <a:cubicBezTo>
                    <a:pt x="1423658" y="763687"/>
                    <a:pt x="1423658" y="763687"/>
                    <a:pt x="1423658" y="763687"/>
                  </a:cubicBezTo>
                  <a:cubicBezTo>
                    <a:pt x="1423658" y="768844"/>
                    <a:pt x="1428883" y="768844"/>
                    <a:pt x="1428883" y="768844"/>
                  </a:cubicBezTo>
                  <a:cubicBezTo>
                    <a:pt x="1434278" y="768844"/>
                    <a:pt x="1434278" y="768844"/>
                    <a:pt x="1434278" y="768844"/>
                  </a:cubicBezTo>
                  <a:cubicBezTo>
                    <a:pt x="1439335" y="768844"/>
                    <a:pt x="1439335" y="768844"/>
                    <a:pt x="1439335" y="768844"/>
                  </a:cubicBezTo>
                  <a:cubicBezTo>
                    <a:pt x="1444560" y="768844"/>
                    <a:pt x="1444560" y="768844"/>
                    <a:pt x="1444560" y="768844"/>
                  </a:cubicBezTo>
                  <a:cubicBezTo>
                    <a:pt x="1444560" y="768844"/>
                    <a:pt x="1444560" y="768844"/>
                    <a:pt x="1449785" y="768844"/>
                  </a:cubicBezTo>
                  <a:cubicBezTo>
                    <a:pt x="1449785" y="768844"/>
                    <a:pt x="1449785" y="768844"/>
                    <a:pt x="1455180" y="768844"/>
                  </a:cubicBezTo>
                  <a:cubicBezTo>
                    <a:pt x="1455180" y="768844"/>
                    <a:pt x="1455180" y="768844"/>
                    <a:pt x="1455180" y="763687"/>
                  </a:cubicBezTo>
                  <a:cubicBezTo>
                    <a:pt x="1455180" y="768844"/>
                    <a:pt x="1455180" y="768844"/>
                    <a:pt x="1460237" y="774000"/>
                  </a:cubicBezTo>
                  <a:lnTo>
                    <a:pt x="1460237" y="779323"/>
                  </a:lnTo>
                  <a:cubicBezTo>
                    <a:pt x="1460237" y="779323"/>
                    <a:pt x="1460237" y="779323"/>
                    <a:pt x="1460237" y="784313"/>
                  </a:cubicBezTo>
                  <a:lnTo>
                    <a:pt x="1460237" y="789470"/>
                  </a:lnTo>
                  <a:cubicBezTo>
                    <a:pt x="1460237" y="789470"/>
                    <a:pt x="1460237" y="794627"/>
                    <a:pt x="1465463" y="794627"/>
                  </a:cubicBezTo>
                  <a:cubicBezTo>
                    <a:pt x="1465463" y="799950"/>
                    <a:pt x="1465463" y="799950"/>
                    <a:pt x="1465463" y="799950"/>
                  </a:cubicBezTo>
                  <a:cubicBezTo>
                    <a:pt x="1460237" y="799950"/>
                    <a:pt x="1460237" y="799950"/>
                    <a:pt x="1460237" y="799950"/>
                  </a:cubicBezTo>
                  <a:cubicBezTo>
                    <a:pt x="1460237" y="804940"/>
                    <a:pt x="1460237" y="804940"/>
                    <a:pt x="1460237" y="804940"/>
                  </a:cubicBezTo>
                  <a:cubicBezTo>
                    <a:pt x="1460237" y="804940"/>
                    <a:pt x="1460237" y="804940"/>
                    <a:pt x="1455180" y="810097"/>
                  </a:cubicBezTo>
                  <a:lnTo>
                    <a:pt x="1455180" y="804940"/>
                  </a:lnTo>
                  <a:lnTo>
                    <a:pt x="1455180" y="799950"/>
                  </a:lnTo>
                  <a:lnTo>
                    <a:pt x="1449785" y="794627"/>
                  </a:lnTo>
                  <a:cubicBezTo>
                    <a:pt x="1449785" y="794627"/>
                    <a:pt x="1449785" y="794627"/>
                    <a:pt x="1444560" y="799950"/>
                  </a:cubicBezTo>
                  <a:cubicBezTo>
                    <a:pt x="1444560" y="794627"/>
                    <a:pt x="1444560" y="789470"/>
                    <a:pt x="1444560" y="789470"/>
                  </a:cubicBezTo>
                  <a:cubicBezTo>
                    <a:pt x="1444560" y="789470"/>
                    <a:pt x="1444560" y="789470"/>
                    <a:pt x="1444560" y="784313"/>
                  </a:cubicBezTo>
                  <a:cubicBezTo>
                    <a:pt x="1439335" y="784313"/>
                    <a:pt x="1439335" y="779323"/>
                    <a:pt x="1434278" y="779323"/>
                  </a:cubicBezTo>
                  <a:cubicBezTo>
                    <a:pt x="1428883" y="779323"/>
                    <a:pt x="1428883" y="779323"/>
                    <a:pt x="1428883" y="779323"/>
                  </a:cubicBezTo>
                  <a:lnTo>
                    <a:pt x="1428883" y="784313"/>
                  </a:lnTo>
                  <a:cubicBezTo>
                    <a:pt x="1423658" y="784313"/>
                    <a:pt x="1423658" y="784313"/>
                    <a:pt x="1423658" y="784313"/>
                  </a:cubicBezTo>
                  <a:lnTo>
                    <a:pt x="1418432" y="784313"/>
                  </a:lnTo>
                  <a:cubicBezTo>
                    <a:pt x="1413375" y="779323"/>
                    <a:pt x="1413375" y="779323"/>
                    <a:pt x="1407981" y="774000"/>
                  </a:cubicBezTo>
                  <a:lnTo>
                    <a:pt x="1413375" y="774000"/>
                  </a:lnTo>
                  <a:cubicBezTo>
                    <a:pt x="1413375" y="774000"/>
                    <a:pt x="1418432" y="774000"/>
                    <a:pt x="1418432" y="768844"/>
                  </a:cubicBezTo>
                  <a:cubicBezTo>
                    <a:pt x="1418432" y="763687"/>
                    <a:pt x="1418432" y="763687"/>
                    <a:pt x="1418432" y="763687"/>
                  </a:cubicBezTo>
                  <a:close/>
                  <a:moveTo>
                    <a:pt x="1397467" y="763687"/>
                  </a:moveTo>
                  <a:cubicBezTo>
                    <a:pt x="1397467" y="763687"/>
                    <a:pt x="1402641" y="763687"/>
                    <a:pt x="1407814" y="763687"/>
                  </a:cubicBezTo>
                  <a:cubicBezTo>
                    <a:pt x="1407814" y="763687"/>
                    <a:pt x="1402641" y="763687"/>
                    <a:pt x="1402641" y="768700"/>
                  </a:cubicBezTo>
                  <a:cubicBezTo>
                    <a:pt x="1402641" y="768700"/>
                    <a:pt x="1402641" y="768700"/>
                    <a:pt x="1397467" y="768700"/>
                  </a:cubicBezTo>
                  <a:close/>
                  <a:moveTo>
                    <a:pt x="2462767" y="752963"/>
                  </a:moveTo>
                  <a:cubicBezTo>
                    <a:pt x="2462767" y="758345"/>
                    <a:pt x="2467972" y="758345"/>
                    <a:pt x="2467972" y="758345"/>
                  </a:cubicBezTo>
                  <a:cubicBezTo>
                    <a:pt x="2462767" y="758345"/>
                    <a:pt x="2462767" y="758345"/>
                    <a:pt x="2462767" y="758345"/>
                  </a:cubicBezTo>
                  <a:cubicBezTo>
                    <a:pt x="2462767" y="758345"/>
                    <a:pt x="2462767" y="758345"/>
                    <a:pt x="2462767" y="752963"/>
                  </a:cubicBezTo>
                  <a:close/>
                  <a:moveTo>
                    <a:pt x="1589948" y="748162"/>
                  </a:moveTo>
                  <a:cubicBezTo>
                    <a:pt x="1595159" y="753369"/>
                    <a:pt x="1595159" y="753369"/>
                    <a:pt x="1595159" y="753369"/>
                  </a:cubicBezTo>
                  <a:cubicBezTo>
                    <a:pt x="1600538" y="753369"/>
                    <a:pt x="1600538" y="758743"/>
                    <a:pt x="1600538" y="758743"/>
                  </a:cubicBezTo>
                  <a:lnTo>
                    <a:pt x="1605580" y="758743"/>
                  </a:lnTo>
                  <a:cubicBezTo>
                    <a:pt x="1610791" y="758743"/>
                    <a:pt x="1610791" y="758743"/>
                    <a:pt x="1610791" y="758743"/>
                  </a:cubicBezTo>
                  <a:lnTo>
                    <a:pt x="1616001" y="753369"/>
                  </a:lnTo>
                  <a:lnTo>
                    <a:pt x="1616001" y="758743"/>
                  </a:lnTo>
                  <a:cubicBezTo>
                    <a:pt x="1616001" y="758743"/>
                    <a:pt x="1621380" y="763782"/>
                    <a:pt x="1626423" y="763782"/>
                  </a:cubicBezTo>
                  <a:lnTo>
                    <a:pt x="1631633" y="763782"/>
                  </a:lnTo>
                  <a:cubicBezTo>
                    <a:pt x="1631633" y="758743"/>
                    <a:pt x="1631633" y="758743"/>
                    <a:pt x="1636844" y="758743"/>
                  </a:cubicBezTo>
                  <a:lnTo>
                    <a:pt x="1636844" y="753369"/>
                  </a:lnTo>
                  <a:lnTo>
                    <a:pt x="1642221" y="753369"/>
                  </a:lnTo>
                  <a:cubicBezTo>
                    <a:pt x="1642221" y="753369"/>
                    <a:pt x="1642053" y="753369"/>
                    <a:pt x="1647096" y="753369"/>
                  </a:cubicBezTo>
                  <a:cubicBezTo>
                    <a:pt x="1647096" y="758743"/>
                    <a:pt x="1652306" y="758743"/>
                    <a:pt x="1652306" y="758743"/>
                  </a:cubicBezTo>
                  <a:cubicBezTo>
                    <a:pt x="1657517" y="758743"/>
                    <a:pt x="1662728" y="758743"/>
                    <a:pt x="1662728" y="753369"/>
                  </a:cubicBezTo>
                  <a:cubicBezTo>
                    <a:pt x="1667938" y="753369"/>
                    <a:pt x="1667938" y="753369"/>
                    <a:pt x="1667938" y="758743"/>
                  </a:cubicBezTo>
                  <a:cubicBezTo>
                    <a:pt x="1667938" y="758743"/>
                    <a:pt x="1667938" y="763782"/>
                    <a:pt x="1673149" y="763782"/>
                  </a:cubicBezTo>
                  <a:cubicBezTo>
                    <a:pt x="1673149" y="763782"/>
                    <a:pt x="1673149" y="763782"/>
                    <a:pt x="1673149" y="768989"/>
                  </a:cubicBezTo>
                  <a:cubicBezTo>
                    <a:pt x="1667938" y="768989"/>
                    <a:pt x="1667938" y="768989"/>
                    <a:pt x="1662728" y="768989"/>
                  </a:cubicBezTo>
                  <a:cubicBezTo>
                    <a:pt x="1662728" y="774196"/>
                    <a:pt x="1662728" y="774196"/>
                    <a:pt x="1662728" y="779571"/>
                  </a:cubicBezTo>
                  <a:cubicBezTo>
                    <a:pt x="1662728" y="779571"/>
                    <a:pt x="1662728" y="779571"/>
                    <a:pt x="1662728" y="784609"/>
                  </a:cubicBezTo>
                  <a:lnTo>
                    <a:pt x="1657517" y="784609"/>
                  </a:lnTo>
                  <a:cubicBezTo>
                    <a:pt x="1657517" y="789816"/>
                    <a:pt x="1657517" y="789816"/>
                    <a:pt x="1657517" y="795023"/>
                  </a:cubicBezTo>
                  <a:cubicBezTo>
                    <a:pt x="1652306" y="795023"/>
                    <a:pt x="1652306" y="795023"/>
                    <a:pt x="1652306" y="800398"/>
                  </a:cubicBezTo>
                  <a:cubicBezTo>
                    <a:pt x="1652306" y="805436"/>
                    <a:pt x="1647096" y="810643"/>
                    <a:pt x="1647096" y="810643"/>
                  </a:cubicBezTo>
                  <a:cubicBezTo>
                    <a:pt x="1647096" y="815850"/>
                    <a:pt x="1647096" y="815850"/>
                    <a:pt x="1647096" y="815850"/>
                  </a:cubicBezTo>
                  <a:cubicBezTo>
                    <a:pt x="1642053" y="815850"/>
                    <a:pt x="1642221" y="815850"/>
                    <a:pt x="1642221" y="815850"/>
                  </a:cubicBezTo>
                  <a:cubicBezTo>
                    <a:pt x="1636844" y="815850"/>
                    <a:pt x="1631633" y="815850"/>
                    <a:pt x="1631633" y="815850"/>
                  </a:cubicBezTo>
                  <a:lnTo>
                    <a:pt x="1621380" y="826264"/>
                  </a:lnTo>
                  <a:cubicBezTo>
                    <a:pt x="1616001" y="831470"/>
                    <a:pt x="1616001" y="836677"/>
                    <a:pt x="1616001" y="836677"/>
                  </a:cubicBezTo>
                  <a:cubicBezTo>
                    <a:pt x="1616001" y="836677"/>
                    <a:pt x="1616001" y="836677"/>
                    <a:pt x="1616001" y="841884"/>
                  </a:cubicBezTo>
                  <a:cubicBezTo>
                    <a:pt x="1610791" y="841884"/>
                    <a:pt x="1600538" y="841884"/>
                    <a:pt x="1600538" y="841884"/>
                  </a:cubicBezTo>
                  <a:cubicBezTo>
                    <a:pt x="1595159" y="841884"/>
                    <a:pt x="1595159" y="841884"/>
                    <a:pt x="1595159" y="841884"/>
                  </a:cubicBezTo>
                  <a:cubicBezTo>
                    <a:pt x="1595159" y="836677"/>
                    <a:pt x="1595159" y="831470"/>
                    <a:pt x="1589948" y="826264"/>
                  </a:cubicBezTo>
                  <a:cubicBezTo>
                    <a:pt x="1584738" y="826264"/>
                    <a:pt x="1584738" y="821225"/>
                    <a:pt x="1579695" y="821225"/>
                  </a:cubicBezTo>
                  <a:cubicBezTo>
                    <a:pt x="1574316" y="821225"/>
                    <a:pt x="1574316" y="821225"/>
                    <a:pt x="1574316" y="821225"/>
                  </a:cubicBezTo>
                  <a:cubicBezTo>
                    <a:pt x="1574316" y="821225"/>
                    <a:pt x="1574316" y="821225"/>
                    <a:pt x="1569105" y="821225"/>
                  </a:cubicBezTo>
                  <a:cubicBezTo>
                    <a:pt x="1569105" y="815850"/>
                    <a:pt x="1569105" y="815850"/>
                    <a:pt x="1569105" y="815850"/>
                  </a:cubicBezTo>
                  <a:cubicBezTo>
                    <a:pt x="1569105" y="810643"/>
                    <a:pt x="1569105" y="810643"/>
                    <a:pt x="1569105" y="805436"/>
                  </a:cubicBezTo>
                  <a:lnTo>
                    <a:pt x="1569105" y="800398"/>
                  </a:lnTo>
                  <a:cubicBezTo>
                    <a:pt x="1569105" y="800398"/>
                    <a:pt x="1574316" y="800398"/>
                    <a:pt x="1574316" y="795023"/>
                  </a:cubicBezTo>
                  <a:lnTo>
                    <a:pt x="1579695" y="789816"/>
                  </a:lnTo>
                  <a:cubicBezTo>
                    <a:pt x="1579695" y="789816"/>
                    <a:pt x="1579695" y="789816"/>
                    <a:pt x="1579695" y="784609"/>
                  </a:cubicBezTo>
                  <a:cubicBezTo>
                    <a:pt x="1579695" y="784609"/>
                    <a:pt x="1579695" y="784609"/>
                    <a:pt x="1579695" y="779571"/>
                  </a:cubicBezTo>
                  <a:lnTo>
                    <a:pt x="1579695" y="774196"/>
                  </a:lnTo>
                  <a:lnTo>
                    <a:pt x="1579695" y="768989"/>
                  </a:lnTo>
                  <a:cubicBezTo>
                    <a:pt x="1579695" y="768989"/>
                    <a:pt x="1579695" y="768989"/>
                    <a:pt x="1579695" y="763782"/>
                  </a:cubicBezTo>
                  <a:cubicBezTo>
                    <a:pt x="1579695" y="758743"/>
                    <a:pt x="1584738" y="758743"/>
                    <a:pt x="1584738" y="753369"/>
                  </a:cubicBezTo>
                  <a:lnTo>
                    <a:pt x="1589948" y="753369"/>
                  </a:lnTo>
                  <a:cubicBezTo>
                    <a:pt x="1589948" y="748162"/>
                    <a:pt x="1589948" y="748162"/>
                    <a:pt x="1589948" y="748162"/>
                  </a:cubicBezTo>
                  <a:close/>
                  <a:moveTo>
                    <a:pt x="2498703" y="742987"/>
                  </a:moveTo>
                  <a:cubicBezTo>
                    <a:pt x="2503856" y="742987"/>
                    <a:pt x="2503856" y="742987"/>
                    <a:pt x="2503856" y="742987"/>
                  </a:cubicBezTo>
                  <a:cubicBezTo>
                    <a:pt x="2509009" y="742987"/>
                    <a:pt x="2509009" y="742987"/>
                    <a:pt x="2509009" y="742987"/>
                  </a:cubicBezTo>
                  <a:cubicBezTo>
                    <a:pt x="2509009" y="742987"/>
                    <a:pt x="2509009" y="742987"/>
                    <a:pt x="2514328" y="742987"/>
                  </a:cubicBezTo>
                  <a:cubicBezTo>
                    <a:pt x="2514328" y="748219"/>
                    <a:pt x="2514328" y="748219"/>
                    <a:pt x="2514328" y="748219"/>
                  </a:cubicBezTo>
                  <a:cubicBezTo>
                    <a:pt x="2519315" y="748219"/>
                    <a:pt x="2519315" y="748219"/>
                    <a:pt x="2519315" y="748219"/>
                  </a:cubicBezTo>
                  <a:cubicBezTo>
                    <a:pt x="2524468" y="748219"/>
                    <a:pt x="2524468" y="748219"/>
                    <a:pt x="2524468" y="748219"/>
                  </a:cubicBezTo>
                  <a:lnTo>
                    <a:pt x="2524468" y="742987"/>
                  </a:lnTo>
                  <a:cubicBezTo>
                    <a:pt x="2529621" y="742987"/>
                    <a:pt x="2529621" y="742987"/>
                    <a:pt x="2529621" y="742987"/>
                  </a:cubicBezTo>
                  <a:cubicBezTo>
                    <a:pt x="2529621" y="742987"/>
                    <a:pt x="2529621" y="742987"/>
                    <a:pt x="2534940" y="742987"/>
                  </a:cubicBezTo>
                  <a:lnTo>
                    <a:pt x="2534940" y="748219"/>
                  </a:lnTo>
                  <a:cubicBezTo>
                    <a:pt x="2534940" y="753452"/>
                    <a:pt x="2534940" y="753452"/>
                    <a:pt x="2534940" y="753452"/>
                  </a:cubicBezTo>
                  <a:cubicBezTo>
                    <a:pt x="2534940" y="758853"/>
                    <a:pt x="2534940" y="758853"/>
                    <a:pt x="2534940" y="758853"/>
                  </a:cubicBezTo>
                  <a:cubicBezTo>
                    <a:pt x="2529621" y="758853"/>
                    <a:pt x="2529621" y="758853"/>
                    <a:pt x="2529621" y="763917"/>
                  </a:cubicBezTo>
                  <a:cubicBezTo>
                    <a:pt x="2529621" y="763917"/>
                    <a:pt x="2529621" y="763917"/>
                    <a:pt x="2524468" y="763917"/>
                  </a:cubicBezTo>
                  <a:cubicBezTo>
                    <a:pt x="2524468" y="763917"/>
                    <a:pt x="2524468" y="763917"/>
                    <a:pt x="2519315" y="763917"/>
                  </a:cubicBezTo>
                  <a:lnTo>
                    <a:pt x="2519315" y="769149"/>
                  </a:lnTo>
                  <a:cubicBezTo>
                    <a:pt x="2514328" y="769149"/>
                    <a:pt x="2514328" y="774382"/>
                    <a:pt x="2514328" y="774382"/>
                  </a:cubicBezTo>
                  <a:cubicBezTo>
                    <a:pt x="2509009" y="774382"/>
                    <a:pt x="2509009" y="774382"/>
                    <a:pt x="2509009" y="774382"/>
                  </a:cubicBezTo>
                  <a:cubicBezTo>
                    <a:pt x="2509009" y="774382"/>
                    <a:pt x="2509009" y="774382"/>
                    <a:pt x="2509009" y="779783"/>
                  </a:cubicBezTo>
                  <a:cubicBezTo>
                    <a:pt x="2503856" y="774382"/>
                    <a:pt x="2503856" y="774382"/>
                    <a:pt x="2503856" y="774382"/>
                  </a:cubicBezTo>
                  <a:cubicBezTo>
                    <a:pt x="2498703" y="774382"/>
                    <a:pt x="2498703" y="769149"/>
                    <a:pt x="2498703" y="769149"/>
                  </a:cubicBezTo>
                  <a:cubicBezTo>
                    <a:pt x="2498703" y="769149"/>
                    <a:pt x="2498703" y="769149"/>
                    <a:pt x="2498703" y="763917"/>
                  </a:cubicBezTo>
                  <a:cubicBezTo>
                    <a:pt x="2498703" y="763917"/>
                    <a:pt x="2493716" y="758853"/>
                    <a:pt x="2493716" y="753452"/>
                  </a:cubicBezTo>
                  <a:cubicBezTo>
                    <a:pt x="2493716" y="753452"/>
                    <a:pt x="2493716" y="753452"/>
                    <a:pt x="2493716" y="748219"/>
                  </a:cubicBezTo>
                  <a:cubicBezTo>
                    <a:pt x="2493716" y="748219"/>
                    <a:pt x="2493716" y="748219"/>
                    <a:pt x="2498703" y="742987"/>
                  </a:cubicBezTo>
                  <a:close/>
                  <a:moveTo>
                    <a:pt x="1881128" y="742987"/>
                  </a:moveTo>
                  <a:cubicBezTo>
                    <a:pt x="1886326" y="742987"/>
                    <a:pt x="1886326" y="742987"/>
                    <a:pt x="1886326" y="742987"/>
                  </a:cubicBezTo>
                  <a:cubicBezTo>
                    <a:pt x="1886326" y="748189"/>
                    <a:pt x="1886326" y="748189"/>
                    <a:pt x="1891525" y="748189"/>
                  </a:cubicBezTo>
                  <a:lnTo>
                    <a:pt x="1891525" y="742987"/>
                  </a:lnTo>
                  <a:cubicBezTo>
                    <a:pt x="1891525" y="742987"/>
                    <a:pt x="1891525" y="742987"/>
                    <a:pt x="1896723" y="742987"/>
                  </a:cubicBezTo>
                  <a:cubicBezTo>
                    <a:pt x="1901922" y="742987"/>
                    <a:pt x="1901922" y="742987"/>
                    <a:pt x="1901922" y="742987"/>
                  </a:cubicBezTo>
                  <a:cubicBezTo>
                    <a:pt x="1901922" y="742987"/>
                    <a:pt x="1901922" y="742987"/>
                    <a:pt x="1907120" y="742987"/>
                  </a:cubicBezTo>
                  <a:cubicBezTo>
                    <a:pt x="1907120" y="742987"/>
                    <a:pt x="1912151" y="742987"/>
                    <a:pt x="1917518" y="748189"/>
                  </a:cubicBezTo>
                  <a:cubicBezTo>
                    <a:pt x="1922716" y="753391"/>
                    <a:pt x="1922716" y="753391"/>
                    <a:pt x="1922716" y="753391"/>
                  </a:cubicBezTo>
                  <a:cubicBezTo>
                    <a:pt x="1927747" y="758761"/>
                    <a:pt x="1927747" y="758761"/>
                    <a:pt x="1927747" y="758761"/>
                  </a:cubicBezTo>
                  <a:cubicBezTo>
                    <a:pt x="1927747" y="763796"/>
                    <a:pt x="1927747" y="763796"/>
                    <a:pt x="1922716" y="763796"/>
                  </a:cubicBezTo>
                  <a:lnTo>
                    <a:pt x="1922716" y="768998"/>
                  </a:lnTo>
                  <a:lnTo>
                    <a:pt x="1922716" y="774200"/>
                  </a:lnTo>
                  <a:cubicBezTo>
                    <a:pt x="1922716" y="779570"/>
                    <a:pt x="1927747" y="779570"/>
                    <a:pt x="1927747" y="779570"/>
                  </a:cubicBezTo>
                  <a:cubicBezTo>
                    <a:pt x="1933113" y="779570"/>
                    <a:pt x="1933113" y="779570"/>
                    <a:pt x="1933113" y="779570"/>
                  </a:cubicBezTo>
                  <a:cubicBezTo>
                    <a:pt x="1933113" y="784605"/>
                    <a:pt x="1938312" y="795009"/>
                    <a:pt x="1943510" y="800379"/>
                  </a:cubicBezTo>
                  <a:cubicBezTo>
                    <a:pt x="1948541" y="805414"/>
                    <a:pt x="1948541" y="805414"/>
                    <a:pt x="1953907" y="805414"/>
                  </a:cubicBezTo>
                  <a:lnTo>
                    <a:pt x="1959106" y="805414"/>
                  </a:lnTo>
                  <a:cubicBezTo>
                    <a:pt x="1959106" y="805414"/>
                    <a:pt x="1964304" y="810616"/>
                    <a:pt x="1969335" y="810616"/>
                  </a:cubicBezTo>
                  <a:lnTo>
                    <a:pt x="1974701" y="810616"/>
                  </a:lnTo>
                  <a:cubicBezTo>
                    <a:pt x="1974701" y="810616"/>
                    <a:pt x="1974701" y="810616"/>
                    <a:pt x="1959106" y="836627"/>
                  </a:cubicBezTo>
                  <a:cubicBezTo>
                    <a:pt x="1953907" y="836627"/>
                    <a:pt x="1948541" y="836627"/>
                    <a:pt x="1948541" y="836627"/>
                  </a:cubicBezTo>
                  <a:cubicBezTo>
                    <a:pt x="1943510" y="836627"/>
                    <a:pt x="1938312" y="836627"/>
                    <a:pt x="1938312" y="841830"/>
                  </a:cubicBezTo>
                  <a:cubicBezTo>
                    <a:pt x="1938312" y="841830"/>
                    <a:pt x="1938312" y="841830"/>
                    <a:pt x="1933113" y="841830"/>
                  </a:cubicBezTo>
                  <a:cubicBezTo>
                    <a:pt x="1933113" y="841830"/>
                    <a:pt x="1933113" y="841830"/>
                    <a:pt x="1927747" y="841830"/>
                  </a:cubicBezTo>
                  <a:cubicBezTo>
                    <a:pt x="1927747" y="841830"/>
                    <a:pt x="1927747" y="841830"/>
                    <a:pt x="1927747" y="847032"/>
                  </a:cubicBezTo>
                  <a:lnTo>
                    <a:pt x="1922716" y="847032"/>
                  </a:lnTo>
                  <a:cubicBezTo>
                    <a:pt x="1922716" y="847032"/>
                    <a:pt x="1922716" y="841830"/>
                    <a:pt x="1917518" y="841830"/>
                  </a:cubicBezTo>
                  <a:cubicBezTo>
                    <a:pt x="1917518" y="841830"/>
                    <a:pt x="1917518" y="841830"/>
                    <a:pt x="1912151" y="847032"/>
                  </a:cubicBezTo>
                  <a:cubicBezTo>
                    <a:pt x="1912151" y="847032"/>
                    <a:pt x="1912151" y="847032"/>
                    <a:pt x="1907120" y="852234"/>
                  </a:cubicBezTo>
                  <a:lnTo>
                    <a:pt x="1901922" y="852234"/>
                  </a:lnTo>
                  <a:cubicBezTo>
                    <a:pt x="1896723" y="852234"/>
                    <a:pt x="1896723" y="852234"/>
                    <a:pt x="1896723" y="852234"/>
                  </a:cubicBezTo>
                  <a:cubicBezTo>
                    <a:pt x="1896723" y="852234"/>
                    <a:pt x="1891525" y="852234"/>
                    <a:pt x="1891525" y="847032"/>
                  </a:cubicBezTo>
                  <a:cubicBezTo>
                    <a:pt x="1891525" y="847032"/>
                    <a:pt x="1886326" y="847032"/>
                    <a:pt x="1886326" y="841830"/>
                  </a:cubicBezTo>
                  <a:cubicBezTo>
                    <a:pt x="1886326" y="841830"/>
                    <a:pt x="1881128" y="841830"/>
                    <a:pt x="1875929" y="841830"/>
                  </a:cubicBezTo>
                  <a:lnTo>
                    <a:pt x="1875929" y="836627"/>
                  </a:lnTo>
                  <a:cubicBezTo>
                    <a:pt x="1875929" y="836627"/>
                    <a:pt x="1875929" y="831425"/>
                    <a:pt x="1870731" y="831425"/>
                  </a:cubicBezTo>
                  <a:cubicBezTo>
                    <a:pt x="1870731" y="826223"/>
                    <a:pt x="1870731" y="826223"/>
                    <a:pt x="1865532" y="826223"/>
                  </a:cubicBezTo>
                  <a:cubicBezTo>
                    <a:pt x="1865532" y="821188"/>
                    <a:pt x="1865532" y="821188"/>
                    <a:pt x="1865532" y="815818"/>
                  </a:cubicBezTo>
                  <a:cubicBezTo>
                    <a:pt x="1865532" y="815818"/>
                    <a:pt x="1860334" y="815818"/>
                    <a:pt x="1860334" y="810616"/>
                  </a:cubicBezTo>
                  <a:cubicBezTo>
                    <a:pt x="1860334" y="810616"/>
                    <a:pt x="1860334" y="810616"/>
                    <a:pt x="1855135" y="810616"/>
                  </a:cubicBezTo>
                  <a:cubicBezTo>
                    <a:pt x="1855135" y="810616"/>
                    <a:pt x="1855135" y="810616"/>
                    <a:pt x="1855135" y="805414"/>
                  </a:cubicBezTo>
                  <a:cubicBezTo>
                    <a:pt x="1860334" y="810616"/>
                    <a:pt x="1860334" y="805414"/>
                    <a:pt x="1860334" y="805414"/>
                  </a:cubicBezTo>
                  <a:cubicBezTo>
                    <a:pt x="1860334" y="800379"/>
                    <a:pt x="1860334" y="800379"/>
                    <a:pt x="1860334" y="800379"/>
                  </a:cubicBezTo>
                  <a:lnTo>
                    <a:pt x="1860334" y="795009"/>
                  </a:lnTo>
                  <a:cubicBezTo>
                    <a:pt x="1860334" y="795009"/>
                    <a:pt x="1860334" y="795009"/>
                    <a:pt x="1860334" y="789807"/>
                  </a:cubicBezTo>
                  <a:cubicBezTo>
                    <a:pt x="1865532" y="789807"/>
                    <a:pt x="1865532" y="784605"/>
                    <a:pt x="1865532" y="784605"/>
                  </a:cubicBezTo>
                  <a:cubicBezTo>
                    <a:pt x="1865532" y="784605"/>
                    <a:pt x="1865532" y="784605"/>
                    <a:pt x="1870731" y="779570"/>
                  </a:cubicBezTo>
                  <a:lnTo>
                    <a:pt x="1870731" y="768998"/>
                  </a:lnTo>
                  <a:cubicBezTo>
                    <a:pt x="1870731" y="763796"/>
                    <a:pt x="1870731" y="763796"/>
                    <a:pt x="1870731" y="763796"/>
                  </a:cubicBezTo>
                  <a:lnTo>
                    <a:pt x="1875929" y="763796"/>
                  </a:lnTo>
                  <a:lnTo>
                    <a:pt x="1881128" y="758761"/>
                  </a:lnTo>
                  <a:cubicBezTo>
                    <a:pt x="1881128" y="758761"/>
                    <a:pt x="1881128" y="758761"/>
                    <a:pt x="1881128" y="753391"/>
                  </a:cubicBezTo>
                  <a:cubicBezTo>
                    <a:pt x="1881128" y="748189"/>
                    <a:pt x="1881128" y="748189"/>
                    <a:pt x="1881128" y="748189"/>
                  </a:cubicBezTo>
                  <a:close/>
                  <a:moveTo>
                    <a:pt x="753779" y="742987"/>
                  </a:moveTo>
                  <a:lnTo>
                    <a:pt x="758920" y="742987"/>
                  </a:lnTo>
                  <a:cubicBezTo>
                    <a:pt x="764060" y="742987"/>
                    <a:pt x="764060" y="742987"/>
                    <a:pt x="764060" y="742987"/>
                  </a:cubicBezTo>
                  <a:cubicBezTo>
                    <a:pt x="764060" y="748134"/>
                    <a:pt x="764060" y="748134"/>
                    <a:pt x="764060" y="753282"/>
                  </a:cubicBezTo>
                  <a:cubicBezTo>
                    <a:pt x="764060" y="758595"/>
                    <a:pt x="764060" y="763576"/>
                    <a:pt x="764060" y="768724"/>
                  </a:cubicBezTo>
                  <a:cubicBezTo>
                    <a:pt x="764060" y="768724"/>
                    <a:pt x="764060" y="768724"/>
                    <a:pt x="764060" y="773871"/>
                  </a:cubicBezTo>
                  <a:cubicBezTo>
                    <a:pt x="764060" y="768724"/>
                    <a:pt x="758920" y="768724"/>
                    <a:pt x="758920" y="768724"/>
                  </a:cubicBezTo>
                  <a:cubicBezTo>
                    <a:pt x="753779" y="768724"/>
                    <a:pt x="753779" y="768724"/>
                    <a:pt x="753779" y="768724"/>
                  </a:cubicBezTo>
                  <a:lnTo>
                    <a:pt x="748638" y="768724"/>
                  </a:lnTo>
                  <a:cubicBezTo>
                    <a:pt x="748638" y="768724"/>
                    <a:pt x="748638" y="768724"/>
                    <a:pt x="743498" y="768724"/>
                  </a:cubicBezTo>
                  <a:cubicBezTo>
                    <a:pt x="743498" y="768724"/>
                    <a:pt x="743498" y="763576"/>
                    <a:pt x="738357" y="763576"/>
                  </a:cubicBezTo>
                  <a:cubicBezTo>
                    <a:pt x="738357" y="758595"/>
                    <a:pt x="738357" y="758595"/>
                    <a:pt x="738357" y="758595"/>
                  </a:cubicBezTo>
                  <a:cubicBezTo>
                    <a:pt x="743498" y="753282"/>
                    <a:pt x="743498" y="753282"/>
                    <a:pt x="743498" y="748134"/>
                  </a:cubicBezTo>
                  <a:cubicBezTo>
                    <a:pt x="748638" y="748134"/>
                    <a:pt x="748638" y="748134"/>
                    <a:pt x="753779" y="742987"/>
                  </a:cubicBezTo>
                  <a:close/>
                  <a:moveTo>
                    <a:pt x="1527933" y="737812"/>
                  </a:moveTo>
                  <a:cubicBezTo>
                    <a:pt x="1533138" y="737812"/>
                    <a:pt x="1538511" y="737812"/>
                    <a:pt x="1538511" y="737812"/>
                  </a:cubicBezTo>
                  <a:cubicBezTo>
                    <a:pt x="1538511" y="742820"/>
                    <a:pt x="1543547" y="742820"/>
                    <a:pt x="1543547" y="742820"/>
                  </a:cubicBezTo>
                  <a:cubicBezTo>
                    <a:pt x="1543547" y="747995"/>
                    <a:pt x="1543547" y="747995"/>
                    <a:pt x="1548752" y="753170"/>
                  </a:cubicBezTo>
                  <a:cubicBezTo>
                    <a:pt x="1548752" y="753170"/>
                    <a:pt x="1548752" y="753170"/>
                    <a:pt x="1548752" y="758512"/>
                  </a:cubicBezTo>
                  <a:cubicBezTo>
                    <a:pt x="1548752" y="758512"/>
                    <a:pt x="1548752" y="758512"/>
                    <a:pt x="1553957" y="758512"/>
                  </a:cubicBezTo>
                  <a:lnTo>
                    <a:pt x="1553957" y="763520"/>
                  </a:lnTo>
                  <a:cubicBezTo>
                    <a:pt x="1553957" y="763520"/>
                    <a:pt x="1553957" y="763520"/>
                    <a:pt x="1559329" y="763520"/>
                  </a:cubicBezTo>
                  <a:cubicBezTo>
                    <a:pt x="1559329" y="763520"/>
                    <a:pt x="1559329" y="763520"/>
                    <a:pt x="1548752" y="768695"/>
                  </a:cubicBezTo>
                  <a:lnTo>
                    <a:pt x="1543547" y="768695"/>
                  </a:lnTo>
                  <a:lnTo>
                    <a:pt x="1538511" y="768695"/>
                  </a:lnTo>
                  <a:cubicBezTo>
                    <a:pt x="1538511" y="768695"/>
                    <a:pt x="1538511" y="768695"/>
                    <a:pt x="1533138" y="768695"/>
                  </a:cubicBezTo>
                  <a:cubicBezTo>
                    <a:pt x="1533138" y="768695"/>
                    <a:pt x="1527933" y="768695"/>
                    <a:pt x="1522729" y="768695"/>
                  </a:cubicBezTo>
                  <a:lnTo>
                    <a:pt x="1517692" y="768695"/>
                  </a:lnTo>
                  <a:cubicBezTo>
                    <a:pt x="1517692" y="768695"/>
                    <a:pt x="1512319" y="768695"/>
                    <a:pt x="1512319" y="773870"/>
                  </a:cubicBezTo>
                  <a:cubicBezTo>
                    <a:pt x="1512319" y="779212"/>
                    <a:pt x="1507114" y="779212"/>
                    <a:pt x="1507114" y="779212"/>
                  </a:cubicBezTo>
                  <a:lnTo>
                    <a:pt x="1512319" y="784220"/>
                  </a:lnTo>
                  <a:lnTo>
                    <a:pt x="1507114" y="784220"/>
                  </a:lnTo>
                  <a:lnTo>
                    <a:pt x="1501910" y="784220"/>
                  </a:lnTo>
                  <a:cubicBezTo>
                    <a:pt x="1501910" y="784220"/>
                    <a:pt x="1501910" y="784220"/>
                    <a:pt x="1496705" y="784220"/>
                  </a:cubicBezTo>
                  <a:cubicBezTo>
                    <a:pt x="1496705" y="784220"/>
                    <a:pt x="1496705" y="779212"/>
                    <a:pt x="1491500" y="779212"/>
                  </a:cubicBezTo>
                  <a:cubicBezTo>
                    <a:pt x="1496705" y="779212"/>
                    <a:pt x="1496705" y="779212"/>
                    <a:pt x="1496705" y="773870"/>
                  </a:cubicBezTo>
                  <a:cubicBezTo>
                    <a:pt x="1496705" y="773870"/>
                    <a:pt x="1496705" y="773870"/>
                    <a:pt x="1496705" y="768695"/>
                  </a:cubicBezTo>
                  <a:cubicBezTo>
                    <a:pt x="1501910" y="768695"/>
                    <a:pt x="1501910" y="768695"/>
                    <a:pt x="1501910" y="763520"/>
                  </a:cubicBezTo>
                  <a:lnTo>
                    <a:pt x="1501910" y="758512"/>
                  </a:lnTo>
                  <a:cubicBezTo>
                    <a:pt x="1501910" y="758512"/>
                    <a:pt x="1501910" y="758512"/>
                    <a:pt x="1507114" y="758512"/>
                  </a:cubicBezTo>
                  <a:cubicBezTo>
                    <a:pt x="1512319" y="758512"/>
                    <a:pt x="1512319" y="753170"/>
                    <a:pt x="1517692" y="753170"/>
                  </a:cubicBezTo>
                  <a:lnTo>
                    <a:pt x="1517692" y="747995"/>
                  </a:lnTo>
                  <a:cubicBezTo>
                    <a:pt x="1517692" y="747995"/>
                    <a:pt x="1517692" y="747995"/>
                    <a:pt x="1522729" y="747995"/>
                  </a:cubicBezTo>
                  <a:cubicBezTo>
                    <a:pt x="1522729" y="747995"/>
                    <a:pt x="1522729" y="747995"/>
                    <a:pt x="1527933" y="747995"/>
                  </a:cubicBezTo>
                  <a:cubicBezTo>
                    <a:pt x="1527933" y="747995"/>
                    <a:pt x="1527933" y="747995"/>
                    <a:pt x="1527933" y="742820"/>
                  </a:cubicBezTo>
                  <a:cubicBezTo>
                    <a:pt x="1527933" y="742820"/>
                    <a:pt x="1527933" y="742820"/>
                    <a:pt x="1527933" y="737812"/>
                  </a:cubicBezTo>
                  <a:close/>
                  <a:moveTo>
                    <a:pt x="2540179" y="727462"/>
                  </a:moveTo>
                  <a:cubicBezTo>
                    <a:pt x="2545320" y="727462"/>
                    <a:pt x="2545320" y="727462"/>
                    <a:pt x="2545320" y="727462"/>
                  </a:cubicBezTo>
                  <a:cubicBezTo>
                    <a:pt x="2545320" y="732470"/>
                    <a:pt x="2545320" y="737812"/>
                    <a:pt x="2550460" y="742820"/>
                  </a:cubicBezTo>
                  <a:lnTo>
                    <a:pt x="2550460" y="747995"/>
                  </a:lnTo>
                  <a:cubicBezTo>
                    <a:pt x="2550460" y="753170"/>
                    <a:pt x="2550460" y="753170"/>
                    <a:pt x="2550460" y="753170"/>
                  </a:cubicBezTo>
                  <a:cubicBezTo>
                    <a:pt x="2550460" y="753170"/>
                    <a:pt x="2550460" y="753170"/>
                    <a:pt x="2550460" y="758512"/>
                  </a:cubicBezTo>
                  <a:lnTo>
                    <a:pt x="2550460" y="763520"/>
                  </a:lnTo>
                  <a:cubicBezTo>
                    <a:pt x="2545320" y="768695"/>
                    <a:pt x="2540179" y="773870"/>
                    <a:pt x="2540179" y="773870"/>
                  </a:cubicBezTo>
                  <a:cubicBezTo>
                    <a:pt x="2540179" y="773870"/>
                    <a:pt x="2540179" y="773870"/>
                    <a:pt x="2540179" y="779212"/>
                  </a:cubicBezTo>
                  <a:cubicBezTo>
                    <a:pt x="2535205" y="779212"/>
                    <a:pt x="2529899" y="779212"/>
                    <a:pt x="2529899" y="784220"/>
                  </a:cubicBezTo>
                  <a:lnTo>
                    <a:pt x="2524758" y="779212"/>
                  </a:lnTo>
                  <a:cubicBezTo>
                    <a:pt x="2529899" y="779212"/>
                    <a:pt x="2529899" y="779212"/>
                    <a:pt x="2529899" y="773870"/>
                  </a:cubicBezTo>
                  <a:cubicBezTo>
                    <a:pt x="2529899" y="773870"/>
                    <a:pt x="2529899" y="768695"/>
                    <a:pt x="2535205" y="768695"/>
                  </a:cubicBezTo>
                  <a:lnTo>
                    <a:pt x="2540179" y="768695"/>
                  </a:lnTo>
                  <a:cubicBezTo>
                    <a:pt x="2540179" y="763520"/>
                    <a:pt x="2540179" y="763520"/>
                    <a:pt x="2540179" y="763520"/>
                  </a:cubicBezTo>
                  <a:cubicBezTo>
                    <a:pt x="2540179" y="758512"/>
                    <a:pt x="2540179" y="758512"/>
                    <a:pt x="2540179" y="758512"/>
                  </a:cubicBezTo>
                  <a:lnTo>
                    <a:pt x="2540179" y="753170"/>
                  </a:lnTo>
                  <a:cubicBezTo>
                    <a:pt x="2540179" y="753170"/>
                    <a:pt x="2540179" y="753170"/>
                    <a:pt x="2540179" y="747995"/>
                  </a:cubicBezTo>
                  <a:cubicBezTo>
                    <a:pt x="2540179" y="742820"/>
                    <a:pt x="2540179" y="742820"/>
                    <a:pt x="2540179" y="742820"/>
                  </a:cubicBezTo>
                  <a:cubicBezTo>
                    <a:pt x="2540179" y="737812"/>
                    <a:pt x="2540179" y="737812"/>
                    <a:pt x="2540179" y="737812"/>
                  </a:cubicBezTo>
                  <a:cubicBezTo>
                    <a:pt x="2540179" y="732470"/>
                    <a:pt x="2540179" y="732470"/>
                    <a:pt x="2540179" y="732470"/>
                  </a:cubicBezTo>
                  <a:close/>
                  <a:moveTo>
                    <a:pt x="722080" y="727462"/>
                  </a:moveTo>
                  <a:cubicBezTo>
                    <a:pt x="727234" y="727462"/>
                    <a:pt x="727234" y="727462"/>
                    <a:pt x="727234" y="727462"/>
                  </a:cubicBezTo>
                  <a:cubicBezTo>
                    <a:pt x="732390" y="727462"/>
                    <a:pt x="732390" y="727462"/>
                    <a:pt x="737545" y="727462"/>
                  </a:cubicBezTo>
                  <a:cubicBezTo>
                    <a:pt x="737545" y="727462"/>
                    <a:pt x="737545" y="727462"/>
                    <a:pt x="742700" y="727462"/>
                  </a:cubicBezTo>
                  <a:cubicBezTo>
                    <a:pt x="742700" y="727462"/>
                    <a:pt x="742700" y="727462"/>
                    <a:pt x="747855" y="727462"/>
                  </a:cubicBezTo>
                  <a:cubicBezTo>
                    <a:pt x="753010" y="727462"/>
                    <a:pt x="753010" y="727462"/>
                    <a:pt x="753010" y="727462"/>
                  </a:cubicBezTo>
                  <a:cubicBezTo>
                    <a:pt x="758166" y="727462"/>
                    <a:pt x="758166" y="727462"/>
                    <a:pt x="763321" y="732470"/>
                  </a:cubicBezTo>
                  <a:lnTo>
                    <a:pt x="758166" y="732470"/>
                  </a:lnTo>
                  <a:cubicBezTo>
                    <a:pt x="758166" y="732470"/>
                    <a:pt x="758166" y="732470"/>
                    <a:pt x="753010" y="732470"/>
                  </a:cubicBezTo>
                  <a:cubicBezTo>
                    <a:pt x="753010" y="732470"/>
                    <a:pt x="753010" y="732470"/>
                    <a:pt x="747855" y="732470"/>
                  </a:cubicBezTo>
                  <a:cubicBezTo>
                    <a:pt x="747855" y="732470"/>
                    <a:pt x="747855" y="732470"/>
                    <a:pt x="747855" y="737812"/>
                  </a:cubicBezTo>
                  <a:cubicBezTo>
                    <a:pt x="742700" y="737812"/>
                    <a:pt x="742700" y="737812"/>
                    <a:pt x="742700" y="737812"/>
                  </a:cubicBezTo>
                  <a:lnTo>
                    <a:pt x="737545" y="737812"/>
                  </a:lnTo>
                  <a:cubicBezTo>
                    <a:pt x="737545" y="742820"/>
                    <a:pt x="737545" y="742820"/>
                    <a:pt x="737545" y="742820"/>
                  </a:cubicBezTo>
                  <a:cubicBezTo>
                    <a:pt x="732390" y="742820"/>
                    <a:pt x="732390" y="742820"/>
                    <a:pt x="732390" y="742820"/>
                  </a:cubicBezTo>
                  <a:cubicBezTo>
                    <a:pt x="732390" y="742820"/>
                    <a:pt x="732390" y="742820"/>
                    <a:pt x="732390" y="747995"/>
                  </a:cubicBezTo>
                  <a:cubicBezTo>
                    <a:pt x="732390" y="742820"/>
                    <a:pt x="727234" y="737812"/>
                    <a:pt x="727234" y="737812"/>
                  </a:cubicBezTo>
                  <a:cubicBezTo>
                    <a:pt x="722080" y="737812"/>
                    <a:pt x="722080" y="737812"/>
                    <a:pt x="722080" y="737812"/>
                  </a:cubicBezTo>
                  <a:cubicBezTo>
                    <a:pt x="716924" y="737812"/>
                    <a:pt x="716924" y="737812"/>
                    <a:pt x="716924" y="737812"/>
                  </a:cubicBezTo>
                  <a:lnTo>
                    <a:pt x="722080" y="732470"/>
                  </a:lnTo>
                  <a:cubicBezTo>
                    <a:pt x="722080" y="732470"/>
                    <a:pt x="722080" y="732470"/>
                    <a:pt x="722080" y="727462"/>
                  </a:cubicBezTo>
                  <a:close/>
                  <a:moveTo>
                    <a:pt x="1402969" y="717112"/>
                  </a:moveTo>
                  <a:lnTo>
                    <a:pt x="1408183" y="722120"/>
                  </a:lnTo>
                  <a:cubicBezTo>
                    <a:pt x="1413565" y="727295"/>
                    <a:pt x="1413565" y="727295"/>
                    <a:pt x="1413565" y="727295"/>
                  </a:cubicBezTo>
                  <a:lnTo>
                    <a:pt x="1418610" y="732303"/>
                  </a:lnTo>
                  <a:cubicBezTo>
                    <a:pt x="1418610" y="737645"/>
                    <a:pt x="1423825" y="737645"/>
                    <a:pt x="1423825" y="737645"/>
                  </a:cubicBezTo>
                  <a:lnTo>
                    <a:pt x="1423825" y="742653"/>
                  </a:lnTo>
                  <a:lnTo>
                    <a:pt x="1423825" y="747828"/>
                  </a:lnTo>
                  <a:cubicBezTo>
                    <a:pt x="1423825" y="753003"/>
                    <a:pt x="1429039" y="753003"/>
                    <a:pt x="1429039" y="753003"/>
                  </a:cubicBezTo>
                  <a:cubicBezTo>
                    <a:pt x="1429039" y="758345"/>
                    <a:pt x="1429039" y="758345"/>
                    <a:pt x="1434421" y="758345"/>
                  </a:cubicBezTo>
                  <a:cubicBezTo>
                    <a:pt x="1429039" y="758345"/>
                    <a:pt x="1429039" y="758345"/>
                    <a:pt x="1429039" y="758345"/>
                  </a:cubicBezTo>
                  <a:lnTo>
                    <a:pt x="1423825" y="758345"/>
                  </a:lnTo>
                  <a:cubicBezTo>
                    <a:pt x="1423825" y="758345"/>
                    <a:pt x="1423825" y="758345"/>
                    <a:pt x="1423825" y="753003"/>
                  </a:cubicBezTo>
                  <a:cubicBezTo>
                    <a:pt x="1418610" y="753003"/>
                    <a:pt x="1418610" y="753003"/>
                    <a:pt x="1413565" y="753003"/>
                  </a:cubicBezTo>
                  <a:cubicBezTo>
                    <a:pt x="1418610" y="753003"/>
                    <a:pt x="1418610" y="747828"/>
                    <a:pt x="1418610" y="747828"/>
                  </a:cubicBezTo>
                  <a:cubicBezTo>
                    <a:pt x="1413565" y="747828"/>
                    <a:pt x="1413565" y="742653"/>
                    <a:pt x="1413565" y="742653"/>
                  </a:cubicBezTo>
                  <a:cubicBezTo>
                    <a:pt x="1413565" y="742653"/>
                    <a:pt x="1413565" y="742653"/>
                    <a:pt x="1408183" y="742653"/>
                  </a:cubicBezTo>
                  <a:cubicBezTo>
                    <a:pt x="1408183" y="742653"/>
                    <a:pt x="1408183" y="737645"/>
                    <a:pt x="1402969" y="737645"/>
                  </a:cubicBezTo>
                  <a:lnTo>
                    <a:pt x="1397755" y="737645"/>
                  </a:lnTo>
                  <a:cubicBezTo>
                    <a:pt x="1397755" y="737645"/>
                    <a:pt x="1397755" y="742653"/>
                    <a:pt x="1392709" y="742653"/>
                  </a:cubicBezTo>
                  <a:cubicBezTo>
                    <a:pt x="1387327" y="742653"/>
                    <a:pt x="1387327" y="737645"/>
                    <a:pt x="1387327" y="737645"/>
                  </a:cubicBezTo>
                  <a:cubicBezTo>
                    <a:pt x="1387327" y="737645"/>
                    <a:pt x="1387327" y="737645"/>
                    <a:pt x="1382113" y="737645"/>
                  </a:cubicBezTo>
                  <a:cubicBezTo>
                    <a:pt x="1387327" y="732303"/>
                    <a:pt x="1387327" y="732303"/>
                    <a:pt x="1387327" y="727295"/>
                  </a:cubicBezTo>
                  <a:lnTo>
                    <a:pt x="1392709" y="722120"/>
                  </a:lnTo>
                  <a:cubicBezTo>
                    <a:pt x="1397755" y="722120"/>
                    <a:pt x="1397755" y="722120"/>
                    <a:pt x="1402969" y="722120"/>
                  </a:cubicBezTo>
                  <a:cubicBezTo>
                    <a:pt x="1402969" y="717112"/>
                    <a:pt x="1402969" y="717112"/>
                    <a:pt x="1402969" y="717112"/>
                  </a:cubicBezTo>
                  <a:close/>
                  <a:moveTo>
                    <a:pt x="701321" y="706762"/>
                  </a:moveTo>
                  <a:cubicBezTo>
                    <a:pt x="701321" y="706762"/>
                    <a:pt x="701321" y="706762"/>
                    <a:pt x="711586" y="706762"/>
                  </a:cubicBezTo>
                  <a:cubicBezTo>
                    <a:pt x="711586" y="711937"/>
                    <a:pt x="711586" y="711937"/>
                    <a:pt x="711586" y="711937"/>
                  </a:cubicBezTo>
                  <a:cubicBezTo>
                    <a:pt x="711586" y="717279"/>
                    <a:pt x="711586" y="722287"/>
                    <a:pt x="711586" y="722287"/>
                  </a:cubicBezTo>
                  <a:cubicBezTo>
                    <a:pt x="711586" y="722287"/>
                    <a:pt x="711586" y="722287"/>
                    <a:pt x="711586" y="727462"/>
                  </a:cubicBezTo>
                  <a:cubicBezTo>
                    <a:pt x="711586" y="732470"/>
                    <a:pt x="711586" y="732470"/>
                    <a:pt x="711586" y="732470"/>
                  </a:cubicBezTo>
                  <a:lnTo>
                    <a:pt x="711586" y="737812"/>
                  </a:lnTo>
                  <a:lnTo>
                    <a:pt x="706453" y="737812"/>
                  </a:lnTo>
                  <a:cubicBezTo>
                    <a:pt x="706453" y="737812"/>
                    <a:pt x="701321" y="737812"/>
                    <a:pt x="701321" y="742820"/>
                  </a:cubicBezTo>
                  <a:cubicBezTo>
                    <a:pt x="696188" y="742820"/>
                    <a:pt x="691056" y="737812"/>
                    <a:pt x="691056" y="732470"/>
                  </a:cubicBezTo>
                  <a:cubicBezTo>
                    <a:pt x="691056" y="727462"/>
                    <a:pt x="691056" y="727462"/>
                    <a:pt x="691056" y="727462"/>
                  </a:cubicBezTo>
                  <a:cubicBezTo>
                    <a:pt x="696188" y="727462"/>
                    <a:pt x="696188" y="727462"/>
                    <a:pt x="696188" y="727462"/>
                  </a:cubicBezTo>
                  <a:cubicBezTo>
                    <a:pt x="701321" y="727462"/>
                    <a:pt x="701321" y="727462"/>
                    <a:pt x="701321" y="727462"/>
                  </a:cubicBezTo>
                  <a:cubicBezTo>
                    <a:pt x="706453" y="722287"/>
                    <a:pt x="706453" y="722287"/>
                    <a:pt x="706453" y="722287"/>
                  </a:cubicBezTo>
                  <a:cubicBezTo>
                    <a:pt x="706453" y="717279"/>
                    <a:pt x="706453" y="717279"/>
                    <a:pt x="706453" y="717279"/>
                  </a:cubicBezTo>
                  <a:cubicBezTo>
                    <a:pt x="706453" y="717279"/>
                    <a:pt x="706453" y="717279"/>
                    <a:pt x="706453" y="711937"/>
                  </a:cubicBezTo>
                  <a:cubicBezTo>
                    <a:pt x="706453" y="706762"/>
                    <a:pt x="701321" y="706762"/>
                    <a:pt x="701321" y="706762"/>
                  </a:cubicBezTo>
                  <a:close/>
                  <a:moveTo>
                    <a:pt x="2514411" y="701587"/>
                  </a:moveTo>
                  <a:cubicBezTo>
                    <a:pt x="2514411" y="706762"/>
                    <a:pt x="2519378" y="706762"/>
                    <a:pt x="2519378" y="711937"/>
                  </a:cubicBezTo>
                  <a:lnTo>
                    <a:pt x="2524510" y="717279"/>
                  </a:lnTo>
                  <a:cubicBezTo>
                    <a:pt x="2524510" y="722287"/>
                    <a:pt x="2529643" y="722287"/>
                    <a:pt x="2529643" y="722287"/>
                  </a:cubicBezTo>
                  <a:lnTo>
                    <a:pt x="2529643" y="727462"/>
                  </a:lnTo>
                  <a:lnTo>
                    <a:pt x="2534941" y="732470"/>
                  </a:lnTo>
                  <a:cubicBezTo>
                    <a:pt x="2529643" y="732470"/>
                    <a:pt x="2529643" y="732470"/>
                    <a:pt x="2529643" y="732470"/>
                  </a:cubicBezTo>
                  <a:cubicBezTo>
                    <a:pt x="2529643" y="732470"/>
                    <a:pt x="2529643" y="732470"/>
                    <a:pt x="2524510" y="732470"/>
                  </a:cubicBezTo>
                  <a:cubicBezTo>
                    <a:pt x="2524510" y="727462"/>
                    <a:pt x="2524510" y="727462"/>
                    <a:pt x="2524510" y="727462"/>
                  </a:cubicBezTo>
                  <a:cubicBezTo>
                    <a:pt x="2524510" y="722287"/>
                    <a:pt x="2524510" y="722287"/>
                    <a:pt x="2524510" y="722287"/>
                  </a:cubicBezTo>
                  <a:cubicBezTo>
                    <a:pt x="2524510" y="717279"/>
                    <a:pt x="2519378" y="717279"/>
                    <a:pt x="2519378" y="717279"/>
                  </a:cubicBezTo>
                  <a:cubicBezTo>
                    <a:pt x="2519378" y="717279"/>
                    <a:pt x="2519378" y="717279"/>
                    <a:pt x="2514411" y="717279"/>
                  </a:cubicBezTo>
                  <a:cubicBezTo>
                    <a:pt x="2514411" y="711937"/>
                    <a:pt x="2514411" y="711937"/>
                    <a:pt x="2514411" y="711937"/>
                  </a:cubicBezTo>
                  <a:close/>
                  <a:moveTo>
                    <a:pt x="2010641" y="696412"/>
                  </a:moveTo>
                  <a:cubicBezTo>
                    <a:pt x="2016018" y="696412"/>
                    <a:pt x="2016018" y="696412"/>
                    <a:pt x="2016018" y="696412"/>
                  </a:cubicBezTo>
                  <a:cubicBezTo>
                    <a:pt x="2016018" y="696412"/>
                    <a:pt x="2016018" y="696412"/>
                    <a:pt x="2021228" y="696412"/>
                  </a:cubicBezTo>
                  <a:cubicBezTo>
                    <a:pt x="2021228" y="701435"/>
                    <a:pt x="2021228" y="701435"/>
                    <a:pt x="2021228" y="701435"/>
                  </a:cubicBezTo>
                  <a:cubicBezTo>
                    <a:pt x="2021228" y="701435"/>
                    <a:pt x="2021228" y="701435"/>
                    <a:pt x="2021228" y="706625"/>
                  </a:cubicBezTo>
                  <a:cubicBezTo>
                    <a:pt x="2026437" y="706625"/>
                    <a:pt x="2026437" y="706625"/>
                    <a:pt x="2026437" y="706625"/>
                  </a:cubicBezTo>
                  <a:lnTo>
                    <a:pt x="2026437" y="711815"/>
                  </a:lnTo>
                  <a:cubicBezTo>
                    <a:pt x="2026437" y="717173"/>
                    <a:pt x="2026437" y="717173"/>
                    <a:pt x="2021228" y="717173"/>
                  </a:cubicBezTo>
                  <a:lnTo>
                    <a:pt x="2021228" y="722196"/>
                  </a:lnTo>
                  <a:cubicBezTo>
                    <a:pt x="2016018" y="727386"/>
                    <a:pt x="2010641" y="727386"/>
                    <a:pt x="2010641" y="727386"/>
                  </a:cubicBezTo>
                  <a:cubicBezTo>
                    <a:pt x="2005600" y="727386"/>
                    <a:pt x="2005600" y="727386"/>
                    <a:pt x="2005600" y="727386"/>
                  </a:cubicBezTo>
                  <a:lnTo>
                    <a:pt x="2000390" y="732409"/>
                  </a:lnTo>
                  <a:cubicBezTo>
                    <a:pt x="1995181" y="732409"/>
                    <a:pt x="1989803" y="737766"/>
                    <a:pt x="1989803" y="737766"/>
                  </a:cubicBezTo>
                  <a:cubicBezTo>
                    <a:pt x="1989803" y="737766"/>
                    <a:pt x="1989803" y="737766"/>
                    <a:pt x="1984762" y="737766"/>
                  </a:cubicBezTo>
                  <a:cubicBezTo>
                    <a:pt x="1984762" y="737766"/>
                    <a:pt x="1979553" y="737766"/>
                    <a:pt x="1979553" y="742789"/>
                  </a:cubicBezTo>
                  <a:cubicBezTo>
                    <a:pt x="1974343" y="742789"/>
                    <a:pt x="1974343" y="742789"/>
                    <a:pt x="1968966" y="742789"/>
                  </a:cubicBezTo>
                  <a:cubicBezTo>
                    <a:pt x="1968966" y="747979"/>
                    <a:pt x="1963925" y="747979"/>
                    <a:pt x="1963925" y="747979"/>
                  </a:cubicBezTo>
                  <a:cubicBezTo>
                    <a:pt x="1963925" y="747979"/>
                    <a:pt x="1963925" y="747979"/>
                    <a:pt x="1963925" y="742789"/>
                  </a:cubicBezTo>
                  <a:cubicBezTo>
                    <a:pt x="1963925" y="742789"/>
                    <a:pt x="1963925" y="742789"/>
                    <a:pt x="1958715" y="747979"/>
                  </a:cubicBezTo>
                  <a:lnTo>
                    <a:pt x="1958715" y="753169"/>
                  </a:lnTo>
                  <a:cubicBezTo>
                    <a:pt x="1953506" y="753169"/>
                    <a:pt x="1953506" y="753169"/>
                    <a:pt x="1948128" y="753169"/>
                  </a:cubicBezTo>
                  <a:lnTo>
                    <a:pt x="1943087" y="753169"/>
                  </a:lnTo>
                  <a:cubicBezTo>
                    <a:pt x="1943087" y="747979"/>
                    <a:pt x="1943087" y="747979"/>
                    <a:pt x="1943087" y="747979"/>
                  </a:cubicBezTo>
                  <a:cubicBezTo>
                    <a:pt x="1943087" y="742789"/>
                    <a:pt x="1943087" y="737766"/>
                    <a:pt x="1943087" y="732409"/>
                  </a:cubicBezTo>
                  <a:cubicBezTo>
                    <a:pt x="1943087" y="732409"/>
                    <a:pt x="1943087" y="732409"/>
                    <a:pt x="1943087" y="727386"/>
                  </a:cubicBezTo>
                  <a:lnTo>
                    <a:pt x="1943087" y="722196"/>
                  </a:lnTo>
                  <a:cubicBezTo>
                    <a:pt x="1943087" y="717173"/>
                    <a:pt x="1943087" y="717173"/>
                    <a:pt x="1943087" y="717173"/>
                  </a:cubicBezTo>
                  <a:cubicBezTo>
                    <a:pt x="1943087" y="717173"/>
                    <a:pt x="1943087" y="717173"/>
                    <a:pt x="1943087" y="711815"/>
                  </a:cubicBezTo>
                  <a:cubicBezTo>
                    <a:pt x="1948128" y="711815"/>
                    <a:pt x="1948128" y="711815"/>
                    <a:pt x="1948128" y="711815"/>
                  </a:cubicBezTo>
                  <a:cubicBezTo>
                    <a:pt x="1953506" y="711815"/>
                    <a:pt x="1953506" y="711815"/>
                    <a:pt x="1953506" y="711815"/>
                  </a:cubicBezTo>
                  <a:lnTo>
                    <a:pt x="1958715" y="711815"/>
                  </a:lnTo>
                  <a:cubicBezTo>
                    <a:pt x="1958715" y="711815"/>
                    <a:pt x="1958715" y="717173"/>
                    <a:pt x="1963925" y="717173"/>
                  </a:cubicBezTo>
                  <a:cubicBezTo>
                    <a:pt x="1963925" y="717173"/>
                    <a:pt x="1968966" y="717173"/>
                    <a:pt x="1968966" y="722196"/>
                  </a:cubicBezTo>
                  <a:cubicBezTo>
                    <a:pt x="1968966" y="722196"/>
                    <a:pt x="1968966" y="722196"/>
                    <a:pt x="1974343" y="722196"/>
                  </a:cubicBezTo>
                  <a:cubicBezTo>
                    <a:pt x="1979553" y="722196"/>
                    <a:pt x="1979553" y="722196"/>
                    <a:pt x="1979553" y="717173"/>
                  </a:cubicBezTo>
                  <a:cubicBezTo>
                    <a:pt x="1979553" y="717173"/>
                    <a:pt x="1979553" y="717173"/>
                    <a:pt x="1984762" y="717173"/>
                  </a:cubicBezTo>
                  <a:cubicBezTo>
                    <a:pt x="1984762" y="711815"/>
                    <a:pt x="1984762" y="711815"/>
                    <a:pt x="1984762" y="711815"/>
                  </a:cubicBezTo>
                  <a:cubicBezTo>
                    <a:pt x="1984762" y="711815"/>
                    <a:pt x="1984762" y="711815"/>
                    <a:pt x="1984762" y="706625"/>
                  </a:cubicBezTo>
                  <a:cubicBezTo>
                    <a:pt x="1989803" y="706625"/>
                    <a:pt x="1995181" y="706625"/>
                    <a:pt x="1995181" y="701435"/>
                  </a:cubicBezTo>
                  <a:cubicBezTo>
                    <a:pt x="1995181" y="701435"/>
                    <a:pt x="1995181" y="701435"/>
                    <a:pt x="2000390" y="701435"/>
                  </a:cubicBezTo>
                  <a:cubicBezTo>
                    <a:pt x="2005600" y="701435"/>
                    <a:pt x="2005600" y="701435"/>
                    <a:pt x="2010641" y="696412"/>
                  </a:cubicBezTo>
                  <a:close/>
                  <a:moveTo>
                    <a:pt x="883167" y="686062"/>
                  </a:moveTo>
                  <a:lnTo>
                    <a:pt x="888121" y="686062"/>
                  </a:lnTo>
                  <a:lnTo>
                    <a:pt x="888121" y="691433"/>
                  </a:lnTo>
                  <a:cubicBezTo>
                    <a:pt x="893404" y="691433"/>
                    <a:pt x="893404" y="691433"/>
                    <a:pt x="893404" y="691433"/>
                  </a:cubicBezTo>
                  <a:cubicBezTo>
                    <a:pt x="893404" y="691433"/>
                    <a:pt x="888121" y="691433"/>
                    <a:pt x="888121" y="696978"/>
                  </a:cubicBezTo>
                  <a:lnTo>
                    <a:pt x="883167" y="691433"/>
                  </a:lnTo>
                  <a:cubicBezTo>
                    <a:pt x="883167" y="691433"/>
                    <a:pt x="883167" y="691433"/>
                    <a:pt x="878048" y="691433"/>
                  </a:cubicBezTo>
                  <a:cubicBezTo>
                    <a:pt x="883167" y="691433"/>
                    <a:pt x="883167" y="691433"/>
                    <a:pt x="883167" y="686062"/>
                  </a:cubicBezTo>
                  <a:close/>
                  <a:moveTo>
                    <a:pt x="2462767" y="680148"/>
                  </a:moveTo>
                  <a:cubicBezTo>
                    <a:pt x="2462767" y="680148"/>
                    <a:pt x="2462767" y="680148"/>
                    <a:pt x="2467972" y="680148"/>
                  </a:cubicBezTo>
                  <a:cubicBezTo>
                    <a:pt x="2467972" y="680148"/>
                    <a:pt x="2467972" y="680148"/>
                    <a:pt x="2467972" y="685361"/>
                  </a:cubicBezTo>
                  <a:cubicBezTo>
                    <a:pt x="2467972" y="685361"/>
                    <a:pt x="2467972" y="685361"/>
                    <a:pt x="2473345" y="685361"/>
                  </a:cubicBezTo>
                  <a:cubicBezTo>
                    <a:pt x="2473345" y="690574"/>
                    <a:pt x="2473345" y="690574"/>
                    <a:pt x="2473345" y="690574"/>
                  </a:cubicBezTo>
                  <a:cubicBezTo>
                    <a:pt x="2473345" y="695955"/>
                    <a:pt x="2473345" y="695955"/>
                    <a:pt x="2473345" y="695955"/>
                  </a:cubicBezTo>
                  <a:cubicBezTo>
                    <a:pt x="2473345" y="701000"/>
                    <a:pt x="2473345" y="701000"/>
                    <a:pt x="2473345" y="701000"/>
                  </a:cubicBezTo>
                  <a:cubicBezTo>
                    <a:pt x="2473345" y="701000"/>
                    <a:pt x="2473345" y="701000"/>
                    <a:pt x="2473345" y="706213"/>
                  </a:cubicBezTo>
                  <a:cubicBezTo>
                    <a:pt x="2473345" y="706213"/>
                    <a:pt x="2473345" y="711427"/>
                    <a:pt x="2478381" y="711427"/>
                  </a:cubicBezTo>
                  <a:cubicBezTo>
                    <a:pt x="2483586" y="711427"/>
                    <a:pt x="2483586" y="706213"/>
                    <a:pt x="2483586" y="706213"/>
                  </a:cubicBezTo>
                  <a:lnTo>
                    <a:pt x="2483586" y="701000"/>
                  </a:lnTo>
                  <a:cubicBezTo>
                    <a:pt x="2488791" y="701000"/>
                    <a:pt x="2488791" y="701000"/>
                    <a:pt x="2488791" y="701000"/>
                  </a:cubicBezTo>
                  <a:cubicBezTo>
                    <a:pt x="2488791" y="706213"/>
                    <a:pt x="2488791" y="706213"/>
                    <a:pt x="2494163" y="706213"/>
                  </a:cubicBezTo>
                  <a:lnTo>
                    <a:pt x="2499200" y="701000"/>
                  </a:lnTo>
                  <a:cubicBezTo>
                    <a:pt x="2504405" y="701000"/>
                    <a:pt x="2504405" y="701000"/>
                    <a:pt x="2504405" y="701000"/>
                  </a:cubicBezTo>
                  <a:lnTo>
                    <a:pt x="2504405" y="706213"/>
                  </a:lnTo>
                  <a:lnTo>
                    <a:pt x="2509610" y="706213"/>
                  </a:lnTo>
                  <a:lnTo>
                    <a:pt x="2509610" y="711427"/>
                  </a:lnTo>
                  <a:lnTo>
                    <a:pt x="2509610" y="716808"/>
                  </a:lnTo>
                  <a:cubicBezTo>
                    <a:pt x="2509610" y="716808"/>
                    <a:pt x="2509610" y="721853"/>
                    <a:pt x="2514982" y="721853"/>
                  </a:cubicBezTo>
                  <a:cubicBezTo>
                    <a:pt x="2514982" y="727066"/>
                    <a:pt x="2514982" y="727066"/>
                    <a:pt x="2514982" y="727066"/>
                  </a:cubicBezTo>
                  <a:lnTo>
                    <a:pt x="2514982" y="732111"/>
                  </a:lnTo>
                  <a:cubicBezTo>
                    <a:pt x="2514982" y="732111"/>
                    <a:pt x="2514982" y="732111"/>
                    <a:pt x="2514982" y="737492"/>
                  </a:cubicBezTo>
                  <a:cubicBezTo>
                    <a:pt x="2514982" y="732111"/>
                    <a:pt x="2509610" y="732111"/>
                    <a:pt x="2509610" y="732111"/>
                  </a:cubicBezTo>
                  <a:cubicBezTo>
                    <a:pt x="2509610" y="732111"/>
                    <a:pt x="2509610" y="732111"/>
                    <a:pt x="2504405" y="737492"/>
                  </a:cubicBezTo>
                  <a:cubicBezTo>
                    <a:pt x="2504405" y="737492"/>
                    <a:pt x="2504405" y="737492"/>
                    <a:pt x="2504405" y="732111"/>
                  </a:cubicBezTo>
                  <a:lnTo>
                    <a:pt x="2499200" y="732111"/>
                  </a:lnTo>
                  <a:lnTo>
                    <a:pt x="2494163" y="737492"/>
                  </a:lnTo>
                  <a:cubicBezTo>
                    <a:pt x="2488791" y="742537"/>
                    <a:pt x="2488791" y="742537"/>
                    <a:pt x="2488791" y="747750"/>
                  </a:cubicBezTo>
                  <a:cubicBezTo>
                    <a:pt x="2488791" y="752963"/>
                    <a:pt x="2488791" y="752963"/>
                    <a:pt x="2488791" y="752963"/>
                  </a:cubicBezTo>
                  <a:cubicBezTo>
                    <a:pt x="2483586" y="752963"/>
                    <a:pt x="2483586" y="752963"/>
                    <a:pt x="2483586" y="752963"/>
                  </a:cubicBezTo>
                  <a:cubicBezTo>
                    <a:pt x="2483586" y="752963"/>
                    <a:pt x="2483586" y="752963"/>
                    <a:pt x="2478381" y="752963"/>
                  </a:cubicBezTo>
                  <a:cubicBezTo>
                    <a:pt x="2478381" y="752963"/>
                    <a:pt x="2483586" y="747750"/>
                    <a:pt x="2478381" y="747750"/>
                  </a:cubicBezTo>
                  <a:cubicBezTo>
                    <a:pt x="2478381" y="742537"/>
                    <a:pt x="2473345" y="742537"/>
                    <a:pt x="2473345" y="742537"/>
                  </a:cubicBezTo>
                  <a:cubicBezTo>
                    <a:pt x="2467972" y="742537"/>
                    <a:pt x="2462767" y="752963"/>
                    <a:pt x="2462767" y="752963"/>
                  </a:cubicBezTo>
                  <a:cubicBezTo>
                    <a:pt x="2462767" y="747750"/>
                    <a:pt x="2462767" y="737492"/>
                    <a:pt x="2457730" y="737492"/>
                  </a:cubicBezTo>
                  <a:lnTo>
                    <a:pt x="2457730" y="732111"/>
                  </a:lnTo>
                  <a:lnTo>
                    <a:pt x="2457730" y="727066"/>
                  </a:lnTo>
                  <a:cubicBezTo>
                    <a:pt x="2457730" y="727066"/>
                    <a:pt x="2457730" y="727066"/>
                    <a:pt x="2457730" y="721853"/>
                  </a:cubicBezTo>
                  <a:cubicBezTo>
                    <a:pt x="2462767" y="721853"/>
                    <a:pt x="2462767" y="721853"/>
                    <a:pt x="2462767" y="721853"/>
                  </a:cubicBezTo>
                  <a:cubicBezTo>
                    <a:pt x="2462767" y="716808"/>
                    <a:pt x="2457730" y="716808"/>
                    <a:pt x="2457730" y="716808"/>
                  </a:cubicBezTo>
                  <a:lnTo>
                    <a:pt x="2457730" y="711427"/>
                  </a:lnTo>
                  <a:cubicBezTo>
                    <a:pt x="2457730" y="711427"/>
                    <a:pt x="2457730" y="706213"/>
                    <a:pt x="2452358" y="706213"/>
                  </a:cubicBezTo>
                  <a:cubicBezTo>
                    <a:pt x="2452358" y="701000"/>
                    <a:pt x="2452358" y="701000"/>
                    <a:pt x="2452358" y="701000"/>
                  </a:cubicBezTo>
                  <a:cubicBezTo>
                    <a:pt x="2452358" y="701000"/>
                    <a:pt x="2452358" y="701000"/>
                    <a:pt x="2447153" y="701000"/>
                  </a:cubicBezTo>
                  <a:cubicBezTo>
                    <a:pt x="2447153" y="695955"/>
                    <a:pt x="2447153" y="695955"/>
                    <a:pt x="2447153" y="695955"/>
                  </a:cubicBezTo>
                  <a:cubicBezTo>
                    <a:pt x="2452358" y="695955"/>
                    <a:pt x="2452358" y="695955"/>
                    <a:pt x="2452358" y="690574"/>
                  </a:cubicBezTo>
                  <a:cubicBezTo>
                    <a:pt x="2452358" y="690574"/>
                    <a:pt x="2452358" y="690574"/>
                    <a:pt x="2452358" y="685361"/>
                  </a:cubicBezTo>
                  <a:cubicBezTo>
                    <a:pt x="2457730" y="685361"/>
                    <a:pt x="2457730" y="685361"/>
                    <a:pt x="2457730" y="685361"/>
                  </a:cubicBezTo>
                  <a:cubicBezTo>
                    <a:pt x="2457730" y="685361"/>
                    <a:pt x="2462767" y="685361"/>
                    <a:pt x="2462767" y="680148"/>
                  </a:cubicBezTo>
                  <a:close/>
                  <a:moveTo>
                    <a:pt x="2514328" y="680004"/>
                  </a:moveTo>
                  <a:lnTo>
                    <a:pt x="2519315" y="680004"/>
                  </a:lnTo>
                  <a:lnTo>
                    <a:pt x="2514328" y="685156"/>
                  </a:lnTo>
                  <a:close/>
                  <a:moveTo>
                    <a:pt x="831362" y="670062"/>
                  </a:moveTo>
                  <a:lnTo>
                    <a:pt x="836494" y="670062"/>
                  </a:lnTo>
                  <a:cubicBezTo>
                    <a:pt x="836494" y="670062"/>
                    <a:pt x="836494" y="670062"/>
                    <a:pt x="836494" y="675541"/>
                  </a:cubicBezTo>
                  <a:cubicBezTo>
                    <a:pt x="831362" y="675541"/>
                    <a:pt x="831362" y="675541"/>
                    <a:pt x="831362" y="675541"/>
                  </a:cubicBezTo>
                  <a:cubicBezTo>
                    <a:pt x="831362" y="675541"/>
                    <a:pt x="831362" y="675541"/>
                    <a:pt x="831362" y="670062"/>
                  </a:cubicBezTo>
                  <a:close/>
                  <a:moveTo>
                    <a:pt x="717410" y="664926"/>
                  </a:moveTo>
                  <a:cubicBezTo>
                    <a:pt x="722612" y="664926"/>
                    <a:pt x="722612" y="664926"/>
                    <a:pt x="722612" y="664926"/>
                  </a:cubicBezTo>
                  <a:lnTo>
                    <a:pt x="727814" y="664926"/>
                  </a:lnTo>
                  <a:cubicBezTo>
                    <a:pt x="733016" y="664926"/>
                    <a:pt x="733016" y="664926"/>
                    <a:pt x="733016" y="664926"/>
                  </a:cubicBezTo>
                  <a:lnTo>
                    <a:pt x="733016" y="670123"/>
                  </a:lnTo>
                  <a:lnTo>
                    <a:pt x="727814" y="670123"/>
                  </a:lnTo>
                  <a:cubicBezTo>
                    <a:pt x="727814" y="675488"/>
                    <a:pt x="722612" y="680518"/>
                    <a:pt x="722612" y="680518"/>
                  </a:cubicBezTo>
                  <a:cubicBezTo>
                    <a:pt x="722612" y="685716"/>
                    <a:pt x="727814" y="685716"/>
                    <a:pt x="727814" y="685716"/>
                  </a:cubicBezTo>
                  <a:cubicBezTo>
                    <a:pt x="727814" y="685716"/>
                    <a:pt x="727814" y="685716"/>
                    <a:pt x="722612" y="685716"/>
                  </a:cubicBezTo>
                  <a:lnTo>
                    <a:pt x="722612" y="690913"/>
                  </a:lnTo>
                  <a:cubicBezTo>
                    <a:pt x="717410" y="690913"/>
                    <a:pt x="717410" y="690913"/>
                    <a:pt x="717410" y="696278"/>
                  </a:cubicBezTo>
                  <a:cubicBezTo>
                    <a:pt x="717410" y="696278"/>
                    <a:pt x="717410" y="696278"/>
                    <a:pt x="712208" y="685716"/>
                  </a:cubicBezTo>
                  <a:cubicBezTo>
                    <a:pt x="712208" y="685716"/>
                    <a:pt x="712208" y="685716"/>
                    <a:pt x="712208" y="696278"/>
                  </a:cubicBezTo>
                  <a:cubicBezTo>
                    <a:pt x="712208" y="696278"/>
                    <a:pt x="712208" y="696278"/>
                    <a:pt x="709606" y="696278"/>
                  </a:cubicBezTo>
                  <a:lnTo>
                    <a:pt x="696601" y="696278"/>
                  </a:lnTo>
                  <a:cubicBezTo>
                    <a:pt x="701803" y="690913"/>
                    <a:pt x="701803" y="690913"/>
                    <a:pt x="701803" y="685716"/>
                  </a:cubicBezTo>
                  <a:cubicBezTo>
                    <a:pt x="701803" y="680518"/>
                    <a:pt x="707005" y="675488"/>
                    <a:pt x="707005" y="675488"/>
                  </a:cubicBezTo>
                  <a:cubicBezTo>
                    <a:pt x="707005" y="670123"/>
                    <a:pt x="707005" y="670123"/>
                    <a:pt x="707005" y="670123"/>
                  </a:cubicBezTo>
                  <a:cubicBezTo>
                    <a:pt x="712208" y="670123"/>
                    <a:pt x="717410" y="670123"/>
                    <a:pt x="717410" y="664926"/>
                  </a:cubicBezTo>
                  <a:close/>
                  <a:moveTo>
                    <a:pt x="2488487" y="664680"/>
                  </a:moveTo>
                  <a:lnTo>
                    <a:pt x="2488487" y="669913"/>
                  </a:lnTo>
                  <a:cubicBezTo>
                    <a:pt x="2493799" y="669913"/>
                    <a:pt x="2493799" y="675314"/>
                    <a:pt x="2498779" y="675314"/>
                  </a:cubicBezTo>
                  <a:lnTo>
                    <a:pt x="2503925" y="675314"/>
                  </a:lnTo>
                  <a:cubicBezTo>
                    <a:pt x="2503925" y="675314"/>
                    <a:pt x="2503925" y="675314"/>
                    <a:pt x="2503925" y="680378"/>
                  </a:cubicBezTo>
                  <a:lnTo>
                    <a:pt x="2498779" y="680378"/>
                  </a:lnTo>
                  <a:lnTo>
                    <a:pt x="2498779" y="685610"/>
                  </a:lnTo>
                  <a:cubicBezTo>
                    <a:pt x="2498779" y="685610"/>
                    <a:pt x="2498779" y="685610"/>
                    <a:pt x="2503925" y="690843"/>
                  </a:cubicBezTo>
                  <a:lnTo>
                    <a:pt x="2498779" y="690843"/>
                  </a:lnTo>
                  <a:cubicBezTo>
                    <a:pt x="2498779" y="690843"/>
                    <a:pt x="2498779" y="690843"/>
                    <a:pt x="2493799" y="690843"/>
                  </a:cubicBezTo>
                  <a:cubicBezTo>
                    <a:pt x="2493799" y="690843"/>
                    <a:pt x="2493799" y="690843"/>
                    <a:pt x="2493799" y="696244"/>
                  </a:cubicBezTo>
                  <a:cubicBezTo>
                    <a:pt x="2488487" y="690843"/>
                    <a:pt x="2488487" y="690843"/>
                    <a:pt x="2488487" y="690843"/>
                  </a:cubicBezTo>
                  <a:cubicBezTo>
                    <a:pt x="2488487" y="690843"/>
                    <a:pt x="2483341" y="690843"/>
                    <a:pt x="2483341" y="696244"/>
                  </a:cubicBezTo>
                  <a:cubicBezTo>
                    <a:pt x="2483341" y="690843"/>
                    <a:pt x="2483341" y="690843"/>
                    <a:pt x="2483341" y="690843"/>
                  </a:cubicBezTo>
                  <a:lnTo>
                    <a:pt x="2483341" y="685610"/>
                  </a:lnTo>
                  <a:cubicBezTo>
                    <a:pt x="2483341" y="685610"/>
                    <a:pt x="2483341" y="685610"/>
                    <a:pt x="2483341" y="680378"/>
                  </a:cubicBezTo>
                  <a:cubicBezTo>
                    <a:pt x="2483341" y="680378"/>
                    <a:pt x="2483341" y="680378"/>
                    <a:pt x="2478195" y="675314"/>
                  </a:cubicBezTo>
                  <a:cubicBezTo>
                    <a:pt x="2478195" y="675314"/>
                    <a:pt x="2478195" y="675314"/>
                    <a:pt x="2478195" y="669913"/>
                  </a:cubicBezTo>
                  <a:lnTo>
                    <a:pt x="2483341" y="669913"/>
                  </a:lnTo>
                  <a:cubicBezTo>
                    <a:pt x="2488487" y="669913"/>
                    <a:pt x="2488487" y="664680"/>
                    <a:pt x="2488487" y="664680"/>
                  </a:cubicBezTo>
                  <a:close/>
                  <a:moveTo>
                    <a:pt x="815964" y="659448"/>
                  </a:moveTo>
                  <a:lnTo>
                    <a:pt x="821097" y="659448"/>
                  </a:lnTo>
                  <a:cubicBezTo>
                    <a:pt x="821097" y="664755"/>
                    <a:pt x="826229" y="664755"/>
                    <a:pt x="826229" y="670062"/>
                  </a:cubicBezTo>
                  <a:cubicBezTo>
                    <a:pt x="821097" y="670062"/>
                    <a:pt x="821097" y="664755"/>
                    <a:pt x="815964" y="664755"/>
                  </a:cubicBezTo>
                  <a:cubicBezTo>
                    <a:pt x="815964" y="664755"/>
                    <a:pt x="815964" y="664755"/>
                    <a:pt x="815964" y="659448"/>
                  </a:cubicBezTo>
                  <a:close/>
                  <a:moveTo>
                    <a:pt x="1865209" y="655012"/>
                  </a:moveTo>
                  <a:cubicBezTo>
                    <a:pt x="1870404" y="655012"/>
                    <a:pt x="1870404" y="655012"/>
                    <a:pt x="1870404" y="655012"/>
                  </a:cubicBezTo>
                  <a:cubicBezTo>
                    <a:pt x="1870404" y="655012"/>
                    <a:pt x="1875599" y="655012"/>
                    <a:pt x="1875599" y="660043"/>
                  </a:cubicBezTo>
                  <a:lnTo>
                    <a:pt x="1880794" y="660043"/>
                  </a:lnTo>
                  <a:cubicBezTo>
                    <a:pt x="1880794" y="660043"/>
                    <a:pt x="1880794" y="660043"/>
                    <a:pt x="1880794" y="665242"/>
                  </a:cubicBezTo>
                  <a:cubicBezTo>
                    <a:pt x="1880794" y="670441"/>
                    <a:pt x="1880794" y="670441"/>
                    <a:pt x="1880794" y="670441"/>
                  </a:cubicBezTo>
                  <a:lnTo>
                    <a:pt x="1880794" y="675807"/>
                  </a:lnTo>
                  <a:cubicBezTo>
                    <a:pt x="1880794" y="680839"/>
                    <a:pt x="1885989" y="691236"/>
                    <a:pt x="1885989" y="696603"/>
                  </a:cubicBezTo>
                  <a:lnTo>
                    <a:pt x="1891184" y="701634"/>
                  </a:lnTo>
                  <a:cubicBezTo>
                    <a:pt x="1891184" y="701634"/>
                    <a:pt x="1885989" y="701634"/>
                    <a:pt x="1885989" y="706833"/>
                  </a:cubicBezTo>
                  <a:cubicBezTo>
                    <a:pt x="1880794" y="706833"/>
                    <a:pt x="1880794" y="706833"/>
                    <a:pt x="1880794" y="712032"/>
                  </a:cubicBezTo>
                  <a:cubicBezTo>
                    <a:pt x="1880794" y="717399"/>
                    <a:pt x="1880794" y="717399"/>
                    <a:pt x="1880794" y="717399"/>
                  </a:cubicBezTo>
                  <a:cubicBezTo>
                    <a:pt x="1880794" y="722430"/>
                    <a:pt x="1880794" y="722430"/>
                    <a:pt x="1875599" y="722430"/>
                  </a:cubicBezTo>
                  <a:cubicBezTo>
                    <a:pt x="1875599" y="727629"/>
                    <a:pt x="1875599" y="727629"/>
                    <a:pt x="1875599" y="732660"/>
                  </a:cubicBezTo>
                  <a:lnTo>
                    <a:pt x="1875599" y="738026"/>
                  </a:lnTo>
                  <a:cubicBezTo>
                    <a:pt x="1875599" y="743058"/>
                    <a:pt x="1875599" y="743058"/>
                    <a:pt x="1875599" y="743058"/>
                  </a:cubicBezTo>
                  <a:cubicBezTo>
                    <a:pt x="1875599" y="748256"/>
                    <a:pt x="1870404" y="748256"/>
                    <a:pt x="1870404" y="748256"/>
                  </a:cubicBezTo>
                  <a:lnTo>
                    <a:pt x="1870404" y="753455"/>
                  </a:lnTo>
                  <a:cubicBezTo>
                    <a:pt x="1865209" y="758822"/>
                    <a:pt x="1865209" y="758822"/>
                    <a:pt x="1865209" y="758822"/>
                  </a:cubicBezTo>
                  <a:lnTo>
                    <a:pt x="1860014" y="763853"/>
                  </a:lnTo>
                  <a:cubicBezTo>
                    <a:pt x="1860014" y="769052"/>
                    <a:pt x="1860014" y="769052"/>
                    <a:pt x="1860014" y="774251"/>
                  </a:cubicBezTo>
                  <a:cubicBezTo>
                    <a:pt x="1854819" y="774251"/>
                    <a:pt x="1854819" y="779617"/>
                    <a:pt x="1854819" y="779617"/>
                  </a:cubicBezTo>
                  <a:lnTo>
                    <a:pt x="1854819" y="784649"/>
                  </a:lnTo>
                  <a:lnTo>
                    <a:pt x="1854819" y="789848"/>
                  </a:lnTo>
                  <a:cubicBezTo>
                    <a:pt x="1854819" y="795046"/>
                    <a:pt x="1854819" y="795046"/>
                    <a:pt x="1854819" y="795046"/>
                  </a:cubicBezTo>
                  <a:cubicBezTo>
                    <a:pt x="1854819" y="795046"/>
                    <a:pt x="1854819" y="795046"/>
                    <a:pt x="1854819" y="800413"/>
                  </a:cubicBezTo>
                  <a:cubicBezTo>
                    <a:pt x="1849625" y="800413"/>
                    <a:pt x="1849625" y="795046"/>
                    <a:pt x="1849625" y="795046"/>
                  </a:cubicBezTo>
                  <a:cubicBezTo>
                    <a:pt x="1844430" y="795046"/>
                    <a:pt x="1844430" y="800413"/>
                    <a:pt x="1844430" y="800413"/>
                  </a:cubicBezTo>
                  <a:cubicBezTo>
                    <a:pt x="1844430" y="800413"/>
                    <a:pt x="1844430" y="800413"/>
                    <a:pt x="1844430" y="805444"/>
                  </a:cubicBezTo>
                  <a:cubicBezTo>
                    <a:pt x="1844430" y="805444"/>
                    <a:pt x="1844430" y="805444"/>
                    <a:pt x="1844430" y="810643"/>
                  </a:cubicBezTo>
                  <a:cubicBezTo>
                    <a:pt x="1844430" y="815842"/>
                    <a:pt x="1844430" y="815842"/>
                    <a:pt x="1849625" y="815842"/>
                  </a:cubicBezTo>
                  <a:cubicBezTo>
                    <a:pt x="1849625" y="815842"/>
                    <a:pt x="1849625" y="815842"/>
                    <a:pt x="1854819" y="815842"/>
                  </a:cubicBezTo>
                  <a:lnTo>
                    <a:pt x="1854819" y="821209"/>
                  </a:lnTo>
                  <a:lnTo>
                    <a:pt x="1860014" y="821209"/>
                  </a:lnTo>
                  <a:cubicBezTo>
                    <a:pt x="1860014" y="826240"/>
                    <a:pt x="1860014" y="826240"/>
                    <a:pt x="1860014" y="826240"/>
                  </a:cubicBezTo>
                  <a:lnTo>
                    <a:pt x="1860014" y="831439"/>
                  </a:lnTo>
                  <a:cubicBezTo>
                    <a:pt x="1865209" y="831439"/>
                    <a:pt x="1865209" y="831439"/>
                    <a:pt x="1865209" y="831439"/>
                  </a:cubicBezTo>
                  <a:cubicBezTo>
                    <a:pt x="1865209" y="836638"/>
                    <a:pt x="1865209" y="836638"/>
                    <a:pt x="1865209" y="836638"/>
                  </a:cubicBezTo>
                  <a:cubicBezTo>
                    <a:pt x="1865209" y="836638"/>
                    <a:pt x="1865209" y="836638"/>
                    <a:pt x="1860014" y="836638"/>
                  </a:cubicBezTo>
                  <a:cubicBezTo>
                    <a:pt x="1854819" y="841836"/>
                    <a:pt x="1854819" y="841836"/>
                    <a:pt x="1854819" y="841836"/>
                  </a:cubicBezTo>
                  <a:cubicBezTo>
                    <a:pt x="1854819" y="841836"/>
                    <a:pt x="1854819" y="841836"/>
                    <a:pt x="1854819" y="847035"/>
                  </a:cubicBezTo>
                  <a:cubicBezTo>
                    <a:pt x="1854819" y="847035"/>
                    <a:pt x="1854819" y="847035"/>
                    <a:pt x="1849625" y="847035"/>
                  </a:cubicBezTo>
                  <a:cubicBezTo>
                    <a:pt x="1849625" y="847035"/>
                    <a:pt x="1849625" y="847035"/>
                    <a:pt x="1844430" y="847035"/>
                  </a:cubicBezTo>
                  <a:lnTo>
                    <a:pt x="1839235" y="847035"/>
                  </a:lnTo>
                  <a:lnTo>
                    <a:pt x="1834040" y="847035"/>
                  </a:lnTo>
                  <a:cubicBezTo>
                    <a:pt x="1834040" y="847035"/>
                    <a:pt x="1834040" y="847035"/>
                    <a:pt x="1828845" y="847035"/>
                  </a:cubicBezTo>
                  <a:cubicBezTo>
                    <a:pt x="1828845" y="852234"/>
                    <a:pt x="1828845" y="852234"/>
                    <a:pt x="1828845" y="852234"/>
                  </a:cubicBezTo>
                  <a:cubicBezTo>
                    <a:pt x="1823650" y="847035"/>
                    <a:pt x="1823650" y="847035"/>
                    <a:pt x="1823650" y="847035"/>
                  </a:cubicBezTo>
                  <a:lnTo>
                    <a:pt x="1818455" y="841836"/>
                  </a:lnTo>
                  <a:cubicBezTo>
                    <a:pt x="1818455" y="841836"/>
                    <a:pt x="1818455" y="841836"/>
                    <a:pt x="1818455" y="836638"/>
                  </a:cubicBezTo>
                  <a:cubicBezTo>
                    <a:pt x="1818455" y="836638"/>
                    <a:pt x="1818455" y="836638"/>
                    <a:pt x="1813261" y="841836"/>
                  </a:cubicBezTo>
                  <a:cubicBezTo>
                    <a:pt x="1813261" y="841836"/>
                    <a:pt x="1813261" y="841836"/>
                    <a:pt x="1808066" y="841836"/>
                  </a:cubicBezTo>
                  <a:cubicBezTo>
                    <a:pt x="1808066" y="841836"/>
                    <a:pt x="1808066" y="841836"/>
                    <a:pt x="1802871" y="841836"/>
                  </a:cubicBezTo>
                  <a:cubicBezTo>
                    <a:pt x="1802871" y="841836"/>
                    <a:pt x="1802871" y="841836"/>
                    <a:pt x="1797676" y="841836"/>
                  </a:cubicBezTo>
                  <a:cubicBezTo>
                    <a:pt x="1797676" y="836638"/>
                    <a:pt x="1797676" y="836638"/>
                    <a:pt x="1797676" y="836638"/>
                  </a:cubicBezTo>
                  <a:cubicBezTo>
                    <a:pt x="1797676" y="836638"/>
                    <a:pt x="1797676" y="836638"/>
                    <a:pt x="1797676" y="831439"/>
                  </a:cubicBezTo>
                  <a:cubicBezTo>
                    <a:pt x="1797676" y="831439"/>
                    <a:pt x="1797676" y="831439"/>
                    <a:pt x="1797676" y="826240"/>
                  </a:cubicBezTo>
                  <a:cubicBezTo>
                    <a:pt x="1797676" y="826240"/>
                    <a:pt x="1797676" y="826240"/>
                    <a:pt x="1792481" y="826240"/>
                  </a:cubicBezTo>
                  <a:cubicBezTo>
                    <a:pt x="1792481" y="821209"/>
                    <a:pt x="1787286" y="821209"/>
                    <a:pt x="1787286" y="815842"/>
                  </a:cubicBezTo>
                  <a:cubicBezTo>
                    <a:pt x="1787286" y="815842"/>
                    <a:pt x="1787286" y="815842"/>
                    <a:pt x="1782091" y="810643"/>
                  </a:cubicBezTo>
                  <a:lnTo>
                    <a:pt x="1776896" y="810643"/>
                  </a:lnTo>
                  <a:cubicBezTo>
                    <a:pt x="1776896" y="805444"/>
                    <a:pt x="1776896" y="805444"/>
                    <a:pt x="1776896" y="805444"/>
                  </a:cubicBezTo>
                  <a:cubicBezTo>
                    <a:pt x="1771702" y="805444"/>
                    <a:pt x="1771702" y="805444"/>
                    <a:pt x="1771702" y="805444"/>
                  </a:cubicBezTo>
                  <a:lnTo>
                    <a:pt x="1771702" y="800413"/>
                  </a:lnTo>
                  <a:cubicBezTo>
                    <a:pt x="1771702" y="800413"/>
                    <a:pt x="1771702" y="800413"/>
                    <a:pt x="1766339" y="800413"/>
                  </a:cubicBezTo>
                  <a:lnTo>
                    <a:pt x="1766339" y="795046"/>
                  </a:lnTo>
                  <a:cubicBezTo>
                    <a:pt x="1766339" y="795046"/>
                    <a:pt x="1766339" y="795046"/>
                    <a:pt x="1761312" y="795046"/>
                  </a:cubicBezTo>
                  <a:cubicBezTo>
                    <a:pt x="1761312" y="795046"/>
                    <a:pt x="1761312" y="789848"/>
                    <a:pt x="1766339" y="789848"/>
                  </a:cubicBezTo>
                  <a:cubicBezTo>
                    <a:pt x="1766339" y="784649"/>
                    <a:pt x="1761312" y="784649"/>
                    <a:pt x="1761312" y="779617"/>
                  </a:cubicBezTo>
                  <a:cubicBezTo>
                    <a:pt x="1761312" y="774251"/>
                    <a:pt x="1756117" y="774251"/>
                    <a:pt x="1756117" y="774251"/>
                  </a:cubicBezTo>
                  <a:lnTo>
                    <a:pt x="1756117" y="769052"/>
                  </a:lnTo>
                  <a:lnTo>
                    <a:pt x="1756117" y="763853"/>
                  </a:lnTo>
                  <a:cubicBezTo>
                    <a:pt x="1756117" y="758822"/>
                    <a:pt x="1750922" y="758822"/>
                    <a:pt x="1750922" y="758822"/>
                  </a:cubicBezTo>
                  <a:lnTo>
                    <a:pt x="1750922" y="753455"/>
                  </a:lnTo>
                  <a:cubicBezTo>
                    <a:pt x="1750922" y="753455"/>
                    <a:pt x="1750922" y="753455"/>
                    <a:pt x="1750922" y="748256"/>
                  </a:cubicBezTo>
                  <a:lnTo>
                    <a:pt x="1750922" y="743058"/>
                  </a:lnTo>
                  <a:cubicBezTo>
                    <a:pt x="1756117" y="738026"/>
                    <a:pt x="1756117" y="738026"/>
                    <a:pt x="1756117" y="738026"/>
                  </a:cubicBezTo>
                  <a:cubicBezTo>
                    <a:pt x="1756117" y="732660"/>
                    <a:pt x="1756117" y="732660"/>
                    <a:pt x="1756117" y="732660"/>
                  </a:cubicBezTo>
                  <a:cubicBezTo>
                    <a:pt x="1756117" y="732660"/>
                    <a:pt x="1756117" y="732660"/>
                    <a:pt x="1756117" y="727629"/>
                  </a:cubicBezTo>
                  <a:cubicBezTo>
                    <a:pt x="1756117" y="727629"/>
                    <a:pt x="1756117" y="727629"/>
                    <a:pt x="1766339" y="727629"/>
                  </a:cubicBezTo>
                  <a:cubicBezTo>
                    <a:pt x="1766339" y="727629"/>
                    <a:pt x="1766339" y="727629"/>
                    <a:pt x="1766339" y="686037"/>
                  </a:cubicBezTo>
                  <a:cubicBezTo>
                    <a:pt x="1766339" y="686037"/>
                    <a:pt x="1766339" y="686037"/>
                    <a:pt x="1776896" y="686037"/>
                  </a:cubicBezTo>
                  <a:cubicBezTo>
                    <a:pt x="1776896" y="686037"/>
                    <a:pt x="1776896" y="686037"/>
                    <a:pt x="1776896" y="675807"/>
                  </a:cubicBezTo>
                  <a:cubicBezTo>
                    <a:pt x="1776896" y="670441"/>
                    <a:pt x="1776896" y="665242"/>
                    <a:pt x="1776896" y="665242"/>
                  </a:cubicBezTo>
                  <a:cubicBezTo>
                    <a:pt x="1776896" y="665242"/>
                    <a:pt x="1776896" y="665242"/>
                    <a:pt x="1834040" y="665242"/>
                  </a:cubicBezTo>
                  <a:cubicBezTo>
                    <a:pt x="1834040" y="665242"/>
                    <a:pt x="1834040" y="665242"/>
                    <a:pt x="1849625" y="665242"/>
                  </a:cubicBezTo>
                  <a:cubicBezTo>
                    <a:pt x="1849625" y="665242"/>
                    <a:pt x="1849625" y="665242"/>
                    <a:pt x="1854819" y="665242"/>
                  </a:cubicBezTo>
                  <a:cubicBezTo>
                    <a:pt x="1854819" y="665242"/>
                    <a:pt x="1854819" y="665242"/>
                    <a:pt x="1860014" y="665242"/>
                  </a:cubicBezTo>
                  <a:lnTo>
                    <a:pt x="1860014" y="660043"/>
                  </a:lnTo>
                  <a:cubicBezTo>
                    <a:pt x="1865209" y="660043"/>
                    <a:pt x="1865209" y="655012"/>
                    <a:pt x="1865209" y="655012"/>
                  </a:cubicBezTo>
                  <a:close/>
                  <a:moveTo>
                    <a:pt x="800402" y="654354"/>
                  </a:moveTo>
                  <a:cubicBezTo>
                    <a:pt x="800402" y="654354"/>
                    <a:pt x="800402" y="654354"/>
                    <a:pt x="805534" y="654354"/>
                  </a:cubicBezTo>
                  <a:lnTo>
                    <a:pt x="810501" y="654354"/>
                  </a:lnTo>
                  <a:cubicBezTo>
                    <a:pt x="815799" y="654354"/>
                    <a:pt x="815799" y="654354"/>
                    <a:pt x="815799" y="659283"/>
                  </a:cubicBezTo>
                  <a:cubicBezTo>
                    <a:pt x="815799" y="659283"/>
                    <a:pt x="815799" y="659283"/>
                    <a:pt x="810501" y="659283"/>
                  </a:cubicBezTo>
                  <a:cubicBezTo>
                    <a:pt x="810501" y="659283"/>
                    <a:pt x="805534" y="654354"/>
                    <a:pt x="800402" y="654354"/>
                  </a:cubicBezTo>
                  <a:close/>
                  <a:moveTo>
                    <a:pt x="2514328" y="649097"/>
                  </a:moveTo>
                  <a:cubicBezTo>
                    <a:pt x="2519315" y="649097"/>
                    <a:pt x="2519315" y="654414"/>
                    <a:pt x="2519315" y="654414"/>
                  </a:cubicBezTo>
                  <a:lnTo>
                    <a:pt x="2524468" y="654414"/>
                  </a:lnTo>
                  <a:lnTo>
                    <a:pt x="2524468" y="659399"/>
                  </a:lnTo>
                  <a:cubicBezTo>
                    <a:pt x="2524468" y="659399"/>
                    <a:pt x="2524468" y="659399"/>
                    <a:pt x="2529621" y="664551"/>
                  </a:cubicBezTo>
                  <a:cubicBezTo>
                    <a:pt x="2534940" y="664551"/>
                    <a:pt x="2534940" y="664551"/>
                    <a:pt x="2534940" y="664551"/>
                  </a:cubicBezTo>
                  <a:cubicBezTo>
                    <a:pt x="2529621" y="664551"/>
                    <a:pt x="2529621" y="664551"/>
                    <a:pt x="2529621" y="669702"/>
                  </a:cubicBezTo>
                  <a:cubicBezTo>
                    <a:pt x="2529621" y="669702"/>
                    <a:pt x="2529621" y="669702"/>
                    <a:pt x="2529621" y="675019"/>
                  </a:cubicBezTo>
                  <a:cubicBezTo>
                    <a:pt x="2524468" y="675019"/>
                    <a:pt x="2524468" y="675019"/>
                    <a:pt x="2524468" y="675019"/>
                  </a:cubicBezTo>
                  <a:cubicBezTo>
                    <a:pt x="2524468" y="675019"/>
                    <a:pt x="2519315" y="675019"/>
                    <a:pt x="2519315" y="680004"/>
                  </a:cubicBezTo>
                  <a:cubicBezTo>
                    <a:pt x="2519315" y="675019"/>
                    <a:pt x="2519315" y="675019"/>
                    <a:pt x="2514328" y="675019"/>
                  </a:cubicBezTo>
                  <a:cubicBezTo>
                    <a:pt x="2514328" y="669702"/>
                    <a:pt x="2514328" y="669702"/>
                    <a:pt x="2514328" y="664551"/>
                  </a:cubicBezTo>
                  <a:lnTo>
                    <a:pt x="2509009" y="664551"/>
                  </a:lnTo>
                  <a:cubicBezTo>
                    <a:pt x="2509009" y="664551"/>
                    <a:pt x="2509009" y="664551"/>
                    <a:pt x="2503856" y="659399"/>
                  </a:cubicBezTo>
                  <a:lnTo>
                    <a:pt x="2503856" y="664551"/>
                  </a:lnTo>
                  <a:cubicBezTo>
                    <a:pt x="2498703" y="664551"/>
                    <a:pt x="2498703" y="664551"/>
                    <a:pt x="2498703" y="664551"/>
                  </a:cubicBezTo>
                  <a:cubicBezTo>
                    <a:pt x="2498703" y="659399"/>
                    <a:pt x="2498703" y="659399"/>
                    <a:pt x="2498703" y="654414"/>
                  </a:cubicBezTo>
                  <a:cubicBezTo>
                    <a:pt x="2503856" y="654414"/>
                    <a:pt x="2503856" y="654414"/>
                    <a:pt x="2503856" y="654414"/>
                  </a:cubicBezTo>
                  <a:cubicBezTo>
                    <a:pt x="2509009" y="654414"/>
                    <a:pt x="2509009" y="654414"/>
                    <a:pt x="2509009" y="654414"/>
                  </a:cubicBezTo>
                  <a:lnTo>
                    <a:pt x="2514328" y="654414"/>
                  </a:lnTo>
                  <a:cubicBezTo>
                    <a:pt x="2514328" y="649097"/>
                    <a:pt x="2514328" y="649097"/>
                    <a:pt x="2514328" y="649097"/>
                  </a:cubicBezTo>
                  <a:close/>
                  <a:moveTo>
                    <a:pt x="795270" y="649097"/>
                  </a:moveTo>
                  <a:cubicBezTo>
                    <a:pt x="800402" y="654354"/>
                    <a:pt x="800402" y="654354"/>
                    <a:pt x="800402" y="654354"/>
                  </a:cubicBezTo>
                  <a:cubicBezTo>
                    <a:pt x="800402" y="654354"/>
                    <a:pt x="800402" y="654354"/>
                    <a:pt x="795270" y="654354"/>
                  </a:cubicBezTo>
                  <a:cubicBezTo>
                    <a:pt x="795270" y="654354"/>
                    <a:pt x="795270" y="654354"/>
                    <a:pt x="795270" y="649097"/>
                  </a:cubicBezTo>
                  <a:close/>
                  <a:moveTo>
                    <a:pt x="1688972" y="643922"/>
                  </a:moveTo>
                  <a:cubicBezTo>
                    <a:pt x="1688972" y="643922"/>
                    <a:pt x="1688972" y="643922"/>
                    <a:pt x="1756667" y="685513"/>
                  </a:cubicBezTo>
                  <a:cubicBezTo>
                    <a:pt x="1756667" y="685513"/>
                    <a:pt x="1756667" y="685513"/>
                    <a:pt x="1756667" y="721905"/>
                  </a:cubicBezTo>
                  <a:cubicBezTo>
                    <a:pt x="1756667" y="721905"/>
                    <a:pt x="1756667" y="721905"/>
                    <a:pt x="1751460" y="721905"/>
                  </a:cubicBezTo>
                  <a:cubicBezTo>
                    <a:pt x="1751460" y="721905"/>
                    <a:pt x="1751460" y="721905"/>
                    <a:pt x="1751460" y="727104"/>
                  </a:cubicBezTo>
                  <a:lnTo>
                    <a:pt x="1751460" y="732135"/>
                  </a:lnTo>
                  <a:cubicBezTo>
                    <a:pt x="1746253" y="732135"/>
                    <a:pt x="1746253" y="732135"/>
                    <a:pt x="1746253" y="737502"/>
                  </a:cubicBezTo>
                  <a:lnTo>
                    <a:pt x="1741045" y="742533"/>
                  </a:lnTo>
                  <a:cubicBezTo>
                    <a:pt x="1741045" y="742533"/>
                    <a:pt x="1741045" y="742533"/>
                    <a:pt x="1741045" y="747732"/>
                  </a:cubicBezTo>
                  <a:lnTo>
                    <a:pt x="1741045" y="752930"/>
                  </a:lnTo>
                  <a:cubicBezTo>
                    <a:pt x="1741045" y="758297"/>
                    <a:pt x="1741045" y="758297"/>
                    <a:pt x="1741045" y="758297"/>
                  </a:cubicBezTo>
                  <a:cubicBezTo>
                    <a:pt x="1741045" y="758297"/>
                    <a:pt x="1741045" y="763328"/>
                    <a:pt x="1746253" y="763328"/>
                  </a:cubicBezTo>
                  <a:cubicBezTo>
                    <a:pt x="1746253" y="768527"/>
                    <a:pt x="1746253" y="768527"/>
                    <a:pt x="1746253" y="768527"/>
                  </a:cubicBezTo>
                  <a:cubicBezTo>
                    <a:pt x="1746253" y="768527"/>
                    <a:pt x="1746253" y="768527"/>
                    <a:pt x="1741045" y="773726"/>
                  </a:cubicBezTo>
                  <a:cubicBezTo>
                    <a:pt x="1741045" y="773726"/>
                    <a:pt x="1741045" y="773726"/>
                    <a:pt x="1741045" y="779093"/>
                  </a:cubicBezTo>
                  <a:cubicBezTo>
                    <a:pt x="1735838" y="779093"/>
                    <a:pt x="1735838" y="779093"/>
                    <a:pt x="1735838" y="779093"/>
                  </a:cubicBezTo>
                  <a:lnTo>
                    <a:pt x="1735838" y="784124"/>
                  </a:lnTo>
                  <a:cubicBezTo>
                    <a:pt x="1730631" y="784124"/>
                    <a:pt x="1730631" y="789323"/>
                    <a:pt x="1730631" y="789323"/>
                  </a:cubicBezTo>
                  <a:cubicBezTo>
                    <a:pt x="1725423" y="789323"/>
                    <a:pt x="1725423" y="789323"/>
                    <a:pt x="1725423" y="789323"/>
                  </a:cubicBezTo>
                  <a:lnTo>
                    <a:pt x="1720216" y="789323"/>
                  </a:lnTo>
                  <a:cubicBezTo>
                    <a:pt x="1720216" y="789323"/>
                    <a:pt x="1715009" y="789323"/>
                    <a:pt x="1715009" y="794521"/>
                  </a:cubicBezTo>
                  <a:cubicBezTo>
                    <a:pt x="1715009" y="794521"/>
                    <a:pt x="1715009" y="794521"/>
                    <a:pt x="1715009" y="799888"/>
                  </a:cubicBezTo>
                  <a:lnTo>
                    <a:pt x="1709801" y="799888"/>
                  </a:lnTo>
                  <a:cubicBezTo>
                    <a:pt x="1704594" y="799888"/>
                    <a:pt x="1704594" y="799888"/>
                    <a:pt x="1704594" y="799888"/>
                  </a:cubicBezTo>
                  <a:lnTo>
                    <a:pt x="1699387" y="804919"/>
                  </a:lnTo>
                  <a:cubicBezTo>
                    <a:pt x="1699387" y="804919"/>
                    <a:pt x="1699387" y="804919"/>
                    <a:pt x="1694179" y="804919"/>
                  </a:cubicBezTo>
                  <a:cubicBezTo>
                    <a:pt x="1688972" y="804919"/>
                    <a:pt x="1688972" y="804919"/>
                    <a:pt x="1688972" y="804919"/>
                  </a:cubicBezTo>
                  <a:cubicBezTo>
                    <a:pt x="1688972" y="804919"/>
                    <a:pt x="1688972" y="804919"/>
                    <a:pt x="1683765" y="794521"/>
                  </a:cubicBezTo>
                  <a:lnTo>
                    <a:pt x="1688972" y="789323"/>
                  </a:lnTo>
                  <a:cubicBezTo>
                    <a:pt x="1688972" y="789323"/>
                    <a:pt x="1688972" y="789323"/>
                    <a:pt x="1688972" y="784124"/>
                  </a:cubicBezTo>
                  <a:cubicBezTo>
                    <a:pt x="1688972" y="784124"/>
                    <a:pt x="1688972" y="784124"/>
                    <a:pt x="1683765" y="779093"/>
                  </a:cubicBezTo>
                  <a:cubicBezTo>
                    <a:pt x="1683765" y="773726"/>
                    <a:pt x="1683765" y="763328"/>
                    <a:pt x="1683765" y="763328"/>
                  </a:cubicBezTo>
                  <a:cubicBezTo>
                    <a:pt x="1683765" y="758297"/>
                    <a:pt x="1683765" y="758297"/>
                    <a:pt x="1683765" y="752930"/>
                  </a:cubicBezTo>
                  <a:cubicBezTo>
                    <a:pt x="1683765" y="752930"/>
                    <a:pt x="1683765" y="752930"/>
                    <a:pt x="1678558" y="752930"/>
                  </a:cubicBezTo>
                  <a:lnTo>
                    <a:pt x="1678558" y="747732"/>
                  </a:lnTo>
                  <a:lnTo>
                    <a:pt x="1673350" y="747732"/>
                  </a:lnTo>
                  <a:lnTo>
                    <a:pt x="1673350" y="742533"/>
                  </a:lnTo>
                  <a:lnTo>
                    <a:pt x="1668143" y="742533"/>
                  </a:lnTo>
                  <a:cubicBezTo>
                    <a:pt x="1673350" y="737502"/>
                    <a:pt x="1673350" y="737502"/>
                    <a:pt x="1673350" y="732135"/>
                  </a:cubicBezTo>
                  <a:cubicBezTo>
                    <a:pt x="1673350" y="732135"/>
                    <a:pt x="1673350" y="732135"/>
                    <a:pt x="1678558" y="727104"/>
                  </a:cubicBezTo>
                  <a:lnTo>
                    <a:pt x="1683765" y="721905"/>
                  </a:lnTo>
                  <a:cubicBezTo>
                    <a:pt x="1683765" y="721905"/>
                    <a:pt x="1683765" y="721905"/>
                    <a:pt x="1683765" y="716874"/>
                  </a:cubicBezTo>
                  <a:cubicBezTo>
                    <a:pt x="1683765" y="716874"/>
                    <a:pt x="1683765" y="716874"/>
                    <a:pt x="1688972" y="716874"/>
                  </a:cubicBezTo>
                  <a:cubicBezTo>
                    <a:pt x="1688972" y="716874"/>
                    <a:pt x="1688972" y="711507"/>
                    <a:pt x="1688972" y="706308"/>
                  </a:cubicBezTo>
                  <a:cubicBezTo>
                    <a:pt x="1688972" y="701109"/>
                    <a:pt x="1688972" y="696078"/>
                    <a:pt x="1688972" y="685513"/>
                  </a:cubicBezTo>
                  <a:cubicBezTo>
                    <a:pt x="1688972" y="680314"/>
                    <a:pt x="1694179" y="675283"/>
                    <a:pt x="1694179" y="675283"/>
                  </a:cubicBezTo>
                  <a:cubicBezTo>
                    <a:pt x="1694179" y="675283"/>
                    <a:pt x="1694179" y="675283"/>
                    <a:pt x="1694179" y="669916"/>
                  </a:cubicBezTo>
                  <a:cubicBezTo>
                    <a:pt x="1694179" y="669916"/>
                    <a:pt x="1694179" y="669916"/>
                    <a:pt x="1688972" y="669916"/>
                  </a:cubicBezTo>
                  <a:cubicBezTo>
                    <a:pt x="1688972" y="664717"/>
                    <a:pt x="1688972" y="664717"/>
                    <a:pt x="1688972" y="659518"/>
                  </a:cubicBezTo>
                  <a:cubicBezTo>
                    <a:pt x="1683765" y="659518"/>
                    <a:pt x="1683765" y="659518"/>
                    <a:pt x="1683765" y="659518"/>
                  </a:cubicBezTo>
                  <a:cubicBezTo>
                    <a:pt x="1683765" y="659518"/>
                    <a:pt x="1683765" y="654487"/>
                    <a:pt x="1683765" y="649121"/>
                  </a:cubicBezTo>
                  <a:cubicBezTo>
                    <a:pt x="1688972" y="649121"/>
                    <a:pt x="1688972" y="649121"/>
                    <a:pt x="1688972" y="643922"/>
                  </a:cubicBezTo>
                  <a:close/>
                  <a:moveTo>
                    <a:pt x="1652283" y="643922"/>
                  </a:moveTo>
                  <a:lnTo>
                    <a:pt x="1657486" y="643922"/>
                  </a:lnTo>
                  <a:cubicBezTo>
                    <a:pt x="1657486" y="649123"/>
                    <a:pt x="1662688" y="649123"/>
                    <a:pt x="1662688" y="649123"/>
                  </a:cubicBezTo>
                  <a:lnTo>
                    <a:pt x="1667890" y="654492"/>
                  </a:lnTo>
                  <a:cubicBezTo>
                    <a:pt x="1667890" y="654492"/>
                    <a:pt x="1667890" y="654492"/>
                    <a:pt x="1673092" y="654492"/>
                  </a:cubicBezTo>
                  <a:cubicBezTo>
                    <a:pt x="1673092" y="654492"/>
                    <a:pt x="1673092" y="654492"/>
                    <a:pt x="1678294" y="654492"/>
                  </a:cubicBezTo>
                  <a:cubicBezTo>
                    <a:pt x="1678294" y="659525"/>
                    <a:pt x="1678294" y="659525"/>
                    <a:pt x="1678294" y="659525"/>
                  </a:cubicBezTo>
                  <a:cubicBezTo>
                    <a:pt x="1678294" y="664726"/>
                    <a:pt x="1678294" y="664726"/>
                    <a:pt x="1678294" y="669927"/>
                  </a:cubicBezTo>
                  <a:lnTo>
                    <a:pt x="1683496" y="675296"/>
                  </a:lnTo>
                  <a:cubicBezTo>
                    <a:pt x="1683496" y="680329"/>
                    <a:pt x="1683496" y="680329"/>
                    <a:pt x="1683496" y="685530"/>
                  </a:cubicBezTo>
                  <a:cubicBezTo>
                    <a:pt x="1683496" y="696100"/>
                    <a:pt x="1683496" y="701133"/>
                    <a:pt x="1683496" y="706334"/>
                  </a:cubicBezTo>
                  <a:cubicBezTo>
                    <a:pt x="1683496" y="711535"/>
                    <a:pt x="1678294" y="711535"/>
                    <a:pt x="1678294" y="711535"/>
                  </a:cubicBezTo>
                  <a:lnTo>
                    <a:pt x="1678294" y="716904"/>
                  </a:lnTo>
                  <a:cubicBezTo>
                    <a:pt x="1678294" y="716904"/>
                    <a:pt x="1673092" y="716904"/>
                    <a:pt x="1673092" y="721937"/>
                  </a:cubicBezTo>
                  <a:cubicBezTo>
                    <a:pt x="1667890" y="721937"/>
                    <a:pt x="1662688" y="727138"/>
                    <a:pt x="1662688" y="732171"/>
                  </a:cubicBezTo>
                  <a:lnTo>
                    <a:pt x="1662688" y="737540"/>
                  </a:lnTo>
                  <a:lnTo>
                    <a:pt x="1662688" y="742573"/>
                  </a:lnTo>
                  <a:lnTo>
                    <a:pt x="1657486" y="742573"/>
                  </a:lnTo>
                  <a:cubicBezTo>
                    <a:pt x="1657486" y="747774"/>
                    <a:pt x="1652283" y="747774"/>
                    <a:pt x="1652283" y="747774"/>
                  </a:cubicBezTo>
                  <a:lnTo>
                    <a:pt x="1647081" y="742573"/>
                  </a:lnTo>
                  <a:cubicBezTo>
                    <a:pt x="1642047" y="742573"/>
                    <a:pt x="1642215" y="742573"/>
                    <a:pt x="1636847" y="742573"/>
                  </a:cubicBezTo>
                  <a:cubicBezTo>
                    <a:pt x="1636847" y="747774"/>
                    <a:pt x="1636847" y="747774"/>
                    <a:pt x="1636847" y="747774"/>
                  </a:cubicBezTo>
                  <a:cubicBezTo>
                    <a:pt x="1631644" y="747774"/>
                    <a:pt x="1631644" y="747774"/>
                    <a:pt x="1631644" y="747774"/>
                  </a:cubicBezTo>
                  <a:cubicBezTo>
                    <a:pt x="1631644" y="752975"/>
                    <a:pt x="1626442" y="752975"/>
                    <a:pt x="1626442" y="752975"/>
                  </a:cubicBezTo>
                  <a:cubicBezTo>
                    <a:pt x="1626442" y="752975"/>
                    <a:pt x="1621408" y="752975"/>
                    <a:pt x="1621408" y="747774"/>
                  </a:cubicBezTo>
                  <a:cubicBezTo>
                    <a:pt x="1616038" y="747774"/>
                    <a:pt x="1616038" y="747774"/>
                    <a:pt x="1616038" y="747774"/>
                  </a:cubicBezTo>
                  <a:cubicBezTo>
                    <a:pt x="1610836" y="747774"/>
                    <a:pt x="1610836" y="747774"/>
                    <a:pt x="1605634" y="747774"/>
                  </a:cubicBezTo>
                  <a:lnTo>
                    <a:pt x="1605634" y="742573"/>
                  </a:lnTo>
                  <a:cubicBezTo>
                    <a:pt x="1600600" y="742573"/>
                    <a:pt x="1600600" y="742573"/>
                    <a:pt x="1600600" y="742573"/>
                  </a:cubicBezTo>
                  <a:cubicBezTo>
                    <a:pt x="1600600" y="742573"/>
                    <a:pt x="1600600" y="742573"/>
                    <a:pt x="1595229" y="742573"/>
                  </a:cubicBezTo>
                  <a:cubicBezTo>
                    <a:pt x="1590027" y="742573"/>
                    <a:pt x="1590027" y="742573"/>
                    <a:pt x="1590027" y="742573"/>
                  </a:cubicBezTo>
                  <a:cubicBezTo>
                    <a:pt x="1584825" y="742573"/>
                    <a:pt x="1584825" y="742573"/>
                    <a:pt x="1579791" y="742573"/>
                  </a:cubicBezTo>
                  <a:cubicBezTo>
                    <a:pt x="1579791" y="742573"/>
                    <a:pt x="1574421" y="747774"/>
                    <a:pt x="1574421" y="752975"/>
                  </a:cubicBezTo>
                  <a:cubicBezTo>
                    <a:pt x="1574421" y="752975"/>
                    <a:pt x="1574421" y="752975"/>
                    <a:pt x="1569219" y="758344"/>
                  </a:cubicBezTo>
                  <a:lnTo>
                    <a:pt x="1569219" y="752975"/>
                  </a:lnTo>
                  <a:lnTo>
                    <a:pt x="1564017" y="758344"/>
                  </a:lnTo>
                  <a:cubicBezTo>
                    <a:pt x="1564017" y="752975"/>
                    <a:pt x="1564017" y="752975"/>
                    <a:pt x="1564017" y="752975"/>
                  </a:cubicBezTo>
                  <a:cubicBezTo>
                    <a:pt x="1564017" y="752975"/>
                    <a:pt x="1564017" y="752975"/>
                    <a:pt x="1558982" y="752975"/>
                  </a:cubicBezTo>
                  <a:cubicBezTo>
                    <a:pt x="1558982" y="752975"/>
                    <a:pt x="1558982" y="752975"/>
                    <a:pt x="1553613" y="752975"/>
                  </a:cubicBezTo>
                  <a:cubicBezTo>
                    <a:pt x="1553613" y="747774"/>
                    <a:pt x="1553613" y="747774"/>
                    <a:pt x="1553613" y="747774"/>
                  </a:cubicBezTo>
                  <a:lnTo>
                    <a:pt x="1553613" y="742573"/>
                  </a:lnTo>
                  <a:lnTo>
                    <a:pt x="1548410" y="742573"/>
                  </a:lnTo>
                  <a:lnTo>
                    <a:pt x="1548410" y="737540"/>
                  </a:lnTo>
                  <a:cubicBezTo>
                    <a:pt x="1553613" y="737540"/>
                    <a:pt x="1553613" y="737540"/>
                    <a:pt x="1553613" y="737540"/>
                  </a:cubicBezTo>
                  <a:cubicBezTo>
                    <a:pt x="1553613" y="732171"/>
                    <a:pt x="1553613" y="732171"/>
                    <a:pt x="1553613" y="732171"/>
                  </a:cubicBezTo>
                  <a:lnTo>
                    <a:pt x="1558982" y="732171"/>
                  </a:lnTo>
                  <a:cubicBezTo>
                    <a:pt x="1564017" y="732171"/>
                    <a:pt x="1564017" y="732171"/>
                    <a:pt x="1564017" y="732171"/>
                  </a:cubicBezTo>
                  <a:cubicBezTo>
                    <a:pt x="1569219" y="732171"/>
                    <a:pt x="1569219" y="732171"/>
                    <a:pt x="1569219" y="732171"/>
                  </a:cubicBezTo>
                  <a:cubicBezTo>
                    <a:pt x="1574421" y="732171"/>
                    <a:pt x="1574421" y="732171"/>
                    <a:pt x="1579791" y="727138"/>
                  </a:cubicBezTo>
                  <a:cubicBezTo>
                    <a:pt x="1579791" y="727138"/>
                    <a:pt x="1579791" y="721937"/>
                    <a:pt x="1584825" y="711535"/>
                  </a:cubicBezTo>
                  <a:lnTo>
                    <a:pt x="1584825" y="706334"/>
                  </a:lnTo>
                  <a:cubicBezTo>
                    <a:pt x="1584825" y="701133"/>
                    <a:pt x="1584825" y="696100"/>
                    <a:pt x="1584825" y="690731"/>
                  </a:cubicBezTo>
                  <a:cubicBezTo>
                    <a:pt x="1584825" y="690731"/>
                    <a:pt x="1590027" y="690731"/>
                    <a:pt x="1595229" y="690731"/>
                  </a:cubicBezTo>
                  <a:cubicBezTo>
                    <a:pt x="1595229" y="690731"/>
                    <a:pt x="1600600" y="685530"/>
                    <a:pt x="1605634" y="680329"/>
                  </a:cubicBezTo>
                  <a:cubicBezTo>
                    <a:pt x="1610836" y="675296"/>
                    <a:pt x="1610836" y="675296"/>
                    <a:pt x="1616038" y="669927"/>
                  </a:cubicBezTo>
                  <a:cubicBezTo>
                    <a:pt x="1616038" y="669927"/>
                    <a:pt x="1636847" y="654492"/>
                    <a:pt x="1642215" y="654492"/>
                  </a:cubicBezTo>
                  <a:cubicBezTo>
                    <a:pt x="1642215" y="654492"/>
                    <a:pt x="1642215" y="654492"/>
                    <a:pt x="1652283" y="643922"/>
                  </a:cubicBezTo>
                  <a:close/>
                  <a:moveTo>
                    <a:pt x="2057933" y="638580"/>
                  </a:moveTo>
                  <a:cubicBezTo>
                    <a:pt x="2057933" y="638580"/>
                    <a:pt x="2057933" y="638580"/>
                    <a:pt x="2063155" y="638580"/>
                  </a:cubicBezTo>
                  <a:lnTo>
                    <a:pt x="2068376" y="638580"/>
                  </a:lnTo>
                  <a:cubicBezTo>
                    <a:pt x="2068376" y="638580"/>
                    <a:pt x="2073429" y="643755"/>
                    <a:pt x="2078818" y="643755"/>
                  </a:cubicBezTo>
                  <a:cubicBezTo>
                    <a:pt x="2078818" y="643755"/>
                    <a:pt x="2078818" y="643755"/>
                    <a:pt x="2084039" y="643755"/>
                  </a:cubicBezTo>
                  <a:cubicBezTo>
                    <a:pt x="2084039" y="643755"/>
                    <a:pt x="2084039" y="643755"/>
                    <a:pt x="2089261" y="648930"/>
                  </a:cubicBezTo>
                  <a:cubicBezTo>
                    <a:pt x="2089261" y="648930"/>
                    <a:pt x="2089261" y="648930"/>
                    <a:pt x="2089261" y="654272"/>
                  </a:cubicBezTo>
                  <a:cubicBezTo>
                    <a:pt x="2089261" y="654272"/>
                    <a:pt x="2089261" y="659280"/>
                    <a:pt x="2084039" y="664455"/>
                  </a:cubicBezTo>
                  <a:cubicBezTo>
                    <a:pt x="2084039" y="664455"/>
                    <a:pt x="2084039" y="664455"/>
                    <a:pt x="2084039" y="669630"/>
                  </a:cubicBezTo>
                  <a:cubicBezTo>
                    <a:pt x="2078818" y="669630"/>
                    <a:pt x="2078818" y="669630"/>
                    <a:pt x="2078818" y="669630"/>
                  </a:cubicBezTo>
                  <a:cubicBezTo>
                    <a:pt x="2078818" y="669630"/>
                    <a:pt x="2078818" y="674972"/>
                    <a:pt x="2073429" y="674972"/>
                  </a:cubicBezTo>
                  <a:cubicBezTo>
                    <a:pt x="2073429" y="679981"/>
                    <a:pt x="2073429" y="685156"/>
                    <a:pt x="2073429" y="685156"/>
                  </a:cubicBezTo>
                  <a:cubicBezTo>
                    <a:pt x="2073429" y="685156"/>
                    <a:pt x="2073429" y="685156"/>
                    <a:pt x="2068376" y="685156"/>
                  </a:cubicBezTo>
                  <a:cubicBezTo>
                    <a:pt x="2063155" y="690331"/>
                    <a:pt x="2063155" y="690331"/>
                    <a:pt x="2063155" y="695673"/>
                  </a:cubicBezTo>
                  <a:lnTo>
                    <a:pt x="2057933" y="695673"/>
                  </a:lnTo>
                  <a:cubicBezTo>
                    <a:pt x="2057933" y="695673"/>
                    <a:pt x="2052544" y="695673"/>
                    <a:pt x="2047491" y="705856"/>
                  </a:cubicBezTo>
                  <a:cubicBezTo>
                    <a:pt x="2042270" y="705856"/>
                    <a:pt x="2037049" y="705856"/>
                    <a:pt x="2031659" y="705856"/>
                  </a:cubicBezTo>
                  <a:cubicBezTo>
                    <a:pt x="2031659" y="700681"/>
                    <a:pt x="2031659" y="700681"/>
                    <a:pt x="2026606" y="695673"/>
                  </a:cubicBezTo>
                  <a:cubicBezTo>
                    <a:pt x="2026606" y="690331"/>
                    <a:pt x="2026606" y="690331"/>
                    <a:pt x="2031659" y="690331"/>
                  </a:cubicBezTo>
                  <a:cubicBezTo>
                    <a:pt x="2037049" y="690331"/>
                    <a:pt x="2037049" y="685156"/>
                    <a:pt x="2037049" y="685156"/>
                  </a:cubicBezTo>
                  <a:cubicBezTo>
                    <a:pt x="2042270" y="685156"/>
                    <a:pt x="2042270" y="685156"/>
                    <a:pt x="2047491" y="685156"/>
                  </a:cubicBezTo>
                  <a:lnTo>
                    <a:pt x="2052544" y="685156"/>
                  </a:lnTo>
                  <a:cubicBezTo>
                    <a:pt x="2052544" y="685156"/>
                    <a:pt x="2052544" y="685156"/>
                    <a:pt x="2052544" y="679981"/>
                  </a:cubicBezTo>
                  <a:cubicBezTo>
                    <a:pt x="2052544" y="679981"/>
                    <a:pt x="2052544" y="679981"/>
                    <a:pt x="2063155" y="648930"/>
                  </a:cubicBezTo>
                  <a:cubicBezTo>
                    <a:pt x="2063155" y="648930"/>
                    <a:pt x="2063155" y="648930"/>
                    <a:pt x="2057933" y="648930"/>
                  </a:cubicBezTo>
                  <a:cubicBezTo>
                    <a:pt x="2057933" y="643755"/>
                    <a:pt x="2057933" y="643755"/>
                    <a:pt x="2057933" y="643755"/>
                  </a:cubicBezTo>
                  <a:close/>
                  <a:moveTo>
                    <a:pt x="1486432" y="628397"/>
                  </a:moveTo>
                  <a:cubicBezTo>
                    <a:pt x="1486432" y="628397"/>
                    <a:pt x="1486432" y="628397"/>
                    <a:pt x="1491633" y="628397"/>
                  </a:cubicBezTo>
                  <a:cubicBezTo>
                    <a:pt x="1491633" y="628397"/>
                    <a:pt x="1491633" y="628397"/>
                    <a:pt x="1548845" y="669955"/>
                  </a:cubicBezTo>
                  <a:cubicBezTo>
                    <a:pt x="1548845" y="669955"/>
                    <a:pt x="1548845" y="669955"/>
                    <a:pt x="1559415" y="680344"/>
                  </a:cubicBezTo>
                  <a:cubicBezTo>
                    <a:pt x="1564449" y="680344"/>
                    <a:pt x="1564449" y="685539"/>
                    <a:pt x="1564449" y="685539"/>
                  </a:cubicBezTo>
                  <a:cubicBezTo>
                    <a:pt x="1564449" y="685539"/>
                    <a:pt x="1564449" y="685539"/>
                    <a:pt x="1564449" y="690734"/>
                  </a:cubicBezTo>
                  <a:cubicBezTo>
                    <a:pt x="1564449" y="690734"/>
                    <a:pt x="1564449" y="690734"/>
                    <a:pt x="1569650" y="696096"/>
                  </a:cubicBezTo>
                  <a:lnTo>
                    <a:pt x="1574851" y="696096"/>
                  </a:lnTo>
                  <a:cubicBezTo>
                    <a:pt x="1574851" y="696096"/>
                    <a:pt x="1574851" y="701123"/>
                    <a:pt x="1574851" y="706318"/>
                  </a:cubicBezTo>
                  <a:cubicBezTo>
                    <a:pt x="1574851" y="706318"/>
                    <a:pt x="1574851" y="706318"/>
                    <a:pt x="1574851" y="711513"/>
                  </a:cubicBezTo>
                  <a:cubicBezTo>
                    <a:pt x="1574851" y="716875"/>
                    <a:pt x="1574851" y="721902"/>
                    <a:pt x="1574851" y="721902"/>
                  </a:cubicBezTo>
                  <a:lnTo>
                    <a:pt x="1569650" y="721902"/>
                  </a:lnTo>
                  <a:cubicBezTo>
                    <a:pt x="1569650" y="721902"/>
                    <a:pt x="1569650" y="721902"/>
                    <a:pt x="1564449" y="721902"/>
                  </a:cubicBezTo>
                  <a:lnTo>
                    <a:pt x="1559415" y="721902"/>
                  </a:lnTo>
                  <a:lnTo>
                    <a:pt x="1554046" y="721902"/>
                  </a:lnTo>
                  <a:cubicBezTo>
                    <a:pt x="1548845" y="727097"/>
                    <a:pt x="1548845" y="727097"/>
                    <a:pt x="1548845" y="727097"/>
                  </a:cubicBezTo>
                  <a:cubicBezTo>
                    <a:pt x="1543644" y="727097"/>
                    <a:pt x="1543644" y="727097"/>
                    <a:pt x="1543644" y="727097"/>
                  </a:cubicBezTo>
                  <a:cubicBezTo>
                    <a:pt x="1538611" y="727097"/>
                    <a:pt x="1538611" y="727097"/>
                    <a:pt x="1538611" y="727097"/>
                  </a:cubicBezTo>
                  <a:cubicBezTo>
                    <a:pt x="1533242" y="727097"/>
                    <a:pt x="1533242" y="727097"/>
                    <a:pt x="1528041" y="732124"/>
                  </a:cubicBezTo>
                  <a:cubicBezTo>
                    <a:pt x="1522840" y="732124"/>
                    <a:pt x="1522840" y="732124"/>
                    <a:pt x="1522840" y="732124"/>
                  </a:cubicBezTo>
                  <a:cubicBezTo>
                    <a:pt x="1522840" y="732124"/>
                    <a:pt x="1522840" y="732124"/>
                    <a:pt x="1517807" y="732124"/>
                  </a:cubicBezTo>
                  <a:cubicBezTo>
                    <a:pt x="1517807" y="732124"/>
                    <a:pt x="1517807" y="732124"/>
                    <a:pt x="1517807" y="737486"/>
                  </a:cubicBezTo>
                  <a:cubicBezTo>
                    <a:pt x="1517807" y="737486"/>
                    <a:pt x="1517807" y="737486"/>
                    <a:pt x="1512438" y="737486"/>
                  </a:cubicBezTo>
                  <a:lnTo>
                    <a:pt x="1512438" y="742514"/>
                  </a:lnTo>
                  <a:cubicBezTo>
                    <a:pt x="1512438" y="742514"/>
                    <a:pt x="1507236" y="742514"/>
                    <a:pt x="1507236" y="747708"/>
                  </a:cubicBezTo>
                  <a:cubicBezTo>
                    <a:pt x="1507236" y="747708"/>
                    <a:pt x="1507236" y="747708"/>
                    <a:pt x="1502036" y="742514"/>
                  </a:cubicBezTo>
                  <a:cubicBezTo>
                    <a:pt x="1502036" y="742514"/>
                    <a:pt x="1502036" y="742514"/>
                    <a:pt x="1502036" y="747708"/>
                  </a:cubicBezTo>
                  <a:cubicBezTo>
                    <a:pt x="1496834" y="747708"/>
                    <a:pt x="1496834" y="752903"/>
                    <a:pt x="1496834" y="752903"/>
                  </a:cubicBezTo>
                  <a:cubicBezTo>
                    <a:pt x="1496834" y="758265"/>
                    <a:pt x="1496834" y="758265"/>
                    <a:pt x="1496834" y="758265"/>
                  </a:cubicBezTo>
                  <a:lnTo>
                    <a:pt x="1491633" y="758265"/>
                  </a:lnTo>
                  <a:cubicBezTo>
                    <a:pt x="1486432" y="763293"/>
                    <a:pt x="1486432" y="763293"/>
                    <a:pt x="1486432" y="768487"/>
                  </a:cubicBezTo>
                  <a:lnTo>
                    <a:pt x="1486432" y="773682"/>
                  </a:lnTo>
                  <a:cubicBezTo>
                    <a:pt x="1486432" y="773682"/>
                    <a:pt x="1486432" y="773682"/>
                    <a:pt x="1481231" y="773682"/>
                  </a:cubicBezTo>
                  <a:cubicBezTo>
                    <a:pt x="1481231" y="773682"/>
                    <a:pt x="1481231" y="773682"/>
                    <a:pt x="1476198" y="773682"/>
                  </a:cubicBezTo>
                  <a:cubicBezTo>
                    <a:pt x="1476198" y="779044"/>
                    <a:pt x="1476198" y="779044"/>
                    <a:pt x="1476198" y="779044"/>
                  </a:cubicBezTo>
                  <a:lnTo>
                    <a:pt x="1470829" y="779044"/>
                  </a:lnTo>
                  <a:cubicBezTo>
                    <a:pt x="1470829" y="779044"/>
                    <a:pt x="1470829" y="779044"/>
                    <a:pt x="1465628" y="779044"/>
                  </a:cubicBezTo>
                  <a:lnTo>
                    <a:pt x="1465628" y="773682"/>
                  </a:lnTo>
                  <a:lnTo>
                    <a:pt x="1465628" y="768487"/>
                  </a:lnTo>
                  <a:lnTo>
                    <a:pt x="1465628" y="763293"/>
                  </a:lnTo>
                  <a:cubicBezTo>
                    <a:pt x="1460427" y="763293"/>
                    <a:pt x="1460427" y="763293"/>
                    <a:pt x="1460427" y="763293"/>
                  </a:cubicBezTo>
                  <a:cubicBezTo>
                    <a:pt x="1460427" y="758265"/>
                    <a:pt x="1460427" y="758265"/>
                    <a:pt x="1460427" y="758265"/>
                  </a:cubicBezTo>
                  <a:cubicBezTo>
                    <a:pt x="1460427" y="752903"/>
                    <a:pt x="1460427" y="752903"/>
                    <a:pt x="1455393" y="752903"/>
                  </a:cubicBezTo>
                  <a:cubicBezTo>
                    <a:pt x="1455393" y="752903"/>
                    <a:pt x="1455393" y="752903"/>
                    <a:pt x="1455393" y="758265"/>
                  </a:cubicBezTo>
                  <a:lnTo>
                    <a:pt x="1450025" y="758265"/>
                  </a:lnTo>
                  <a:cubicBezTo>
                    <a:pt x="1444823" y="758265"/>
                    <a:pt x="1444823" y="758265"/>
                    <a:pt x="1444823" y="758265"/>
                  </a:cubicBezTo>
                  <a:cubicBezTo>
                    <a:pt x="1444823" y="758265"/>
                    <a:pt x="1444823" y="758265"/>
                    <a:pt x="1439622" y="758265"/>
                  </a:cubicBezTo>
                  <a:cubicBezTo>
                    <a:pt x="1439622" y="752903"/>
                    <a:pt x="1439622" y="752903"/>
                    <a:pt x="1439622" y="752903"/>
                  </a:cubicBezTo>
                  <a:cubicBezTo>
                    <a:pt x="1439622" y="747708"/>
                    <a:pt x="1434589" y="747708"/>
                    <a:pt x="1434589" y="747708"/>
                  </a:cubicBezTo>
                  <a:cubicBezTo>
                    <a:pt x="1434589" y="747708"/>
                    <a:pt x="1434589" y="747708"/>
                    <a:pt x="1434589" y="742514"/>
                  </a:cubicBezTo>
                  <a:lnTo>
                    <a:pt x="1434589" y="737486"/>
                  </a:lnTo>
                  <a:cubicBezTo>
                    <a:pt x="1434589" y="737486"/>
                    <a:pt x="1434589" y="737486"/>
                    <a:pt x="1434589" y="732124"/>
                  </a:cubicBezTo>
                  <a:lnTo>
                    <a:pt x="1439622" y="737486"/>
                  </a:lnTo>
                  <a:cubicBezTo>
                    <a:pt x="1444823" y="737486"/>
                    <a:pt x="1444823" y="737486"/>
                    <a:pt x="1444823" y="732124"/>
                  </a:cubicBezTo>
                  <a:lnTo>
                    <a:pt x="1450025" y="732124"/>
                  </a:lnTo>
                  <a:lnTo>
                    <a:pt x="1455393" y="732124"/>
                  </a:lnTo>
                  <a:cubicBezTo>
                    <a:pt x="1455393" y="732124"/>
                    <a:pt x="1455393" y="732124"/>
                    <a:pt x="1460427" y="732124"/>
                  </a:cubicBezTo>
                  <a:cubicBezTo>
                    <a:pt x="1460427" y="732124"/>
                    <a:pt x="1460427" y="732124"/>
                    <a:pt x="1491633" y="732124"/>
                  </a:cubicBezTo>
                  <a:cubicBezTo>
                    <a:pt x="1491633" y="732124"/>
                    <a:pt x="1491633" y="732124"/>
                    <a:pt x="1496834" y="716875"/>
                  </a:cubicBezTo>
                  <a:cubicBezTo>
                    <a:pt x="1496834" y="716875"/>
                    <a:pt x="1496834" y="716875"/>
                    <a:pt x="1491633" y="711513"/>
                  </a:cubicBezTo>
                  <a:cubicBezTo>
                    <a:pt x="1491633" y="711513"/>
                    <a:pt x="1491633" y="711513"/>
                    <a:pt x="1486432" y="628397"/>
                  </a:cubicBezTo>
                  <a:close/>
                  <a:moveTo>
                    <a:pt x="2369058" y="623222"/>
                  </a:moveTo>
                  <a:cubicBezTo>
                    <a:pt x="2374312" y="628464"/>
                    <a:pt x="2379397" y="628464"/>
                    <a:pt x="2379397" y="628464"/>
                  </a:cubicBezTo>
                  <a:cubicBezTo>
                    <a:pt x="2384650" y="628464"/>
                    <a:pt x="2384650" y="628464"/>
                    <a:pt x="2390074" y="628464"/>
                  </a:cubicBezTo>
                  <a:cubicBezTo>
                    <a:pt x="2384650" y="628464"/>
                    <a:pt x="2384650" y="628464"/>
                    <a:pt x="2384650" y="633875"/>
                  </a:cubicBezTo>
                  <a:lnTo>
                    <a:pt x="2379397" y="638948"/>
                  </a:lnTo>
                  <a:lnTo>
                    <a:pt x="2379397" y="644190"/>
                  </a:lnTo>
                  <a:cubicBezTo>
                    <a:pt x="2379397" y="649432"/>
                    <a:pt x="2379397" y="649432"/>
                    <a:pt x="2379397" y="649432"/>
                  </a:cubicBezTo>
                  <a:cubicBezTo>
                    <a:pt x="2379397" y="649432"/>
                    <a:pt x="2379397" y="649432"/>
                    <a:pt x="2379397" y="654843"/>
                  </a:cubicBezTo>
                  <a:cubicBezTo>
                    <a:pt x="2374312" y="654843"/>
                    <a:pt x="2374312" y="654843"/>
                    <a:pt x="2369058" y="654843"/>
                  </a:cubicBezTo>
                  <a:cubicBezTo>
                    <a:pt x="2369058" y="649432"/>
                    <a:pt x="2369058" y="649432"/>
                    <a:pt x="2369058" y="649432"/>
                  </a:cubicBezTo>
                  <a:lnTo>
                    <a:pt x="2369058" y="644190"/>
                  </a:lnTo>
                  <a:cubicBezTo>
                    <a:pt x="2363635" y="644190"/>
                    <a:pt x="2363635" y="644190"/>
                    <a:pt x="2363635" y="638948"/>
                  </a:cubicBezTo>
                  <a:cubicBezTo>
                    <a:pt x="2363635" y="638948"/>
                    <a:pt x="2369058" y="638948"/>
                    <a:pt x="2369058" y="633875"/>
                  </a:cubicBezTo>
                  <a:cubicBezTo>
                    <a:pt x="2369058" y="633875"/>
                    <a:pt x="2363635" y="633875"/>
                    <a:pt x="2363635" y="628464"/>
                  </a:cubicBezTo>
                  <a:cubicBezTo>
                    <a:pt x="2369058" y="628464"/>
                    <a:pt x="2369058" y="623222"/>
                    <a:pt x="2369058" y="623222"/>
                  </a:cubicBezTo>
                  <a:close/>
                  <a:moveTo>
                    <a:pt x="2057482" y="623222"/>
                  </a:moveTo>
                  <a:cubicBezTo>
                    <a:pt x="2057482" y="628355"/>
                    <a:pt x="2057482" y="628355"/>
                    <a:pt x="2057482" y="628355"/>
                  </a:cubicBezTo>
                  <a:cubicBezTo>
                    <a:pt x="2052170" y="628355"/>
                    <a:pt x="2052170" y="633655"/>
                    <a:pt x="2052170" y="633655"/>
                  </a:cubicBezTo>
                  <a:cubicBezTo>
                    <a:pt x="2052170" y="633655"/>
                    <a:pt x="2052170" y="633655"/>
                    <a:pt x="2052170" y="638623"/>
                  </a:cubicBezTo>
                  <a:cubicBezTo>
                    <a:pt x="2047190" y="638623"/>
                    <a:pt x="2047190" y="643756"/>
                    <a:pt x="2047190" y="643756"/>
                  </a:cubicBezTo>
                  <a:lnTo>
                    <a:pt x="2042044" y="643756"/>
                  </a:lnTo>
                  <a:cubicBezTo>
                    <a:pt x="2036898" y="643756"/>
                    <a:pt x="2036898" y="643756"/>
                    <a:pt x="2036898" y="643756"/>
                  </a:cubicBezTo>
                  <a:cubicBezTo>
                    <a:pt x="2031586" y="643756"/>
                    <a:pt x="2026606" y="643756"/>
                    <a:pt x="2026606" y="643756"/>
                  </a:cubicBezTo>
                  <a:lnTo>
                    <a:pt x="2026606" y="638623"/>
                  </a:lnTo>
                  <a:cubicBezTo>
                    <a:pt x="2026606" y="638623"/>
                    <a:pt x="2026606" y="638623"/>
                    <a:pt x="2031586" y="638623"/>
                  </a:cubicBezTo>
                  <a:cubicBezTo>
                    <a:pt x="2031586" y="638623"/>
                    <a:pt x="2031586" y="638623"/>
                    <a:pt x="2036898" y="638623"/>
                  </a:cubicBezTo>
                  <a:cubicBezTo>
                    <a:pt x="2036898" y="638623"/>
                    <a:pt x="2036898" y="638623"/>
                    <a:pt x="2042044" y="638623"/>
                  </a:cubicBezTo>
                  <a:cubicBezTo>
                    <a:pt x="2042044" y="638623"/>
                    <a:pt x="2042044" y="638623"/>
                    <a:pt x="2042044" y="633655"/>
                  </a:cubicBezTo>
                  <a:cubicBezTo>
                    <a:pt x="2042044" y="638623"/>
                    <a:pt x="2047190" y="638623"/>
                    <a:pt x="2047190" y="638623"/>
                  </a:cubicBezTo>
                  <a:cubicBezTo>
                    <a:pt x="2047190" y="638623"/>
                    <a:pt x="2052170" y="633655"/>
                    <a:pt x="2052170" y="628355"/>
                  </a:cubicBezTo>
                  <a:cubicBezTo>
                    <a:pt x="2052170" y="628355"/>
                    <a:pt x="2052170" y="628355"/>
                    <a:pt x="2057482" y="623222"/>
                  </a:cubicBezTo>
                  <a:close/>
                  <a:moveTo>
                    <a:pt x="1465342" y="607697"/>
                  </a:moveTo>
                  <a:cubicBezTo>
                    <a:pt x="1465342" y="607697"/>
                    <a:pt x="1465342" y="607697"/>
                    <a:pt x="1480954" y="618264"/>
                  </a:cubicBezTo>
                  <a:cubicBezTo>
                    <a:pt x="1480954" y="618264"/>
                    <a:pt x="1480954" y="618264"/>
                    <a:pt x="1475918" y="618264"/>
                  </a:cubicBezTo>
                  <a:cubicBezTo>
                    <a:pt x="1475918" y="618264"/>
                    <a:pt x="1475918" y="618264"/>
                    <a:pt x="1486157" y="717062"/>
                  </a:cubicBezTo>
                  <a:cubicBezTo>
                    <a:pt x="1486157" y="717062"/>
                    <a:pt x="1486157" y="717062"/>
                    <a:pt x="1486157" y="722094"/>
                  </a:cubicBezTo>
                  <a:cubicBezTo>
                    <a:pt x="1486157" y="722094"/>
                    <a:pt x="1486157" y="722094"/>
                    <a:pt x="1460138" y="722094"/>
                  </a:cubicBezTo>
                  <a:lnTo>
                    <a:pt x="1455103" y="722094"/>
                  </a:lnTo>
                  <a:cubicBezTo>
                    <a:pt x="1449731" y="722094"/>
                    <a:pt x="1449731" y="722094"/>
                    <a:pt x="1449731" y="722094"/>
                  </a:cubicBezTo>
                  <a:cubicBezTo>
                    <a:pt x="1444527" y="722094"/>
                    <a:pt x="1444527" y="722094"/>
                    <a:pt x="1444527" y="722094"/>
                  </a:cubicBezTo>
                  <a:lnTo>
                    <a:pt x="1439323" y="722094"/>
                  </a:lnTo>
                  <a:lnTo>
                    <a:pt x="1434288" y="722094"/>
                  </a:lnTo>
                  <a:lnTo>
                    <a:pt x="1428916" y="722094"/>
                  </a:lnTo>
                  <a:cubicBezTo>
                    <a:pt x="1428916" y="727294"/>
                    <a:pt x="1428916" y="727294"/>
                    <a:pt x="1428916" y="727294"/>
                  </a:cubicBezTo>
                  <a:cubicBezTo>
                    <a:pt x="1423713" y="727294"/>
                    <a:pt x="1418509" y="722094"/>
                    <a:pt x="1418509" y="722094"/>
                  </a:cubicBezTo>
                  <a:cubicBezTo>
                    <a:pt x="1418509" y="717062"/>
                    <a:pt x="1418509" y="717062"/>
                    <a:pt x="1413472" y="717062"/>
                  </a:cubicBezTo>
                  <a:cubicBezTo>
                    <a:pt x="1413472" y="717062"/>
                    <a:pt x="1413472" y="717062"/>
                    <a:pt x="1413472" y="711694"/>
                  </a:cubicBezTo>
                  <a:cubicBezTo>
                    <a:pt x="1408101" y="711694"/>
                    <a:pt x="1408101" y="711694"/>
                    <a:pt x="1402897" y="711694"/>
                  </a:cubicBezTo>
                  <a:cubicBezTo>
                    <a:pt x="1402897" y="711694"/>
                    <a:pt x="1402897" y="711694"/>
                    <a:pt x="1397693" y="711694"/>
                  </a:cubicBezTo>
                  <a:cubicBezTo>
                    <a:pt x="1397693" y="711694"/>
                    <a:pt x="1397693" y="711694"/>
                    <a:pt x="1392658" y="711694"/>
                  </a:cubicBezTo>
                  <a:cubicBezTo>
                    <a:pt x="1392658" y="706495"/>
                    <a:pt x="1397693" y="706495"/>
                    <a:pt x="1397693" y="696263"/>
                  </a:cubicBezTo>
                  <a:cubicBezTo>
                    <a:pt x="1392658" y="696263"/>
                    <a:pt x="1392658" y="690895"/>
                    <a:pt x="1392658" y="690895"/>
                  </a:cubicBezTo>
                  <a:cubicBezTo>
                    <a:pt x="1392658" y="685695"/>
                    <a:pt x="1392658" y="680495"/>
                    <a:pt x="1392658" y="680495"/>
                  </a:cubicBezTo>
                  <a:cubicBezTo>
                    <a:pt x="1392658" y="675463"/>
                    <a:pt x="1392658" y="675463"/>
                    <a:pt x="1392658" y="675463"/>
                  </a:cubicBezTo>
                  <a:cubicBezTo>
                    <a:pt x="1392658" y="670095"/>
                    <a:pt x="1392658" y="670095"/>
                    <a:pt x="1387286" y="670095"/>
                  </a:cubicBezTo>
                  <a:cubicBezTo>
                    <a:pt x="1387286" y="670095"/>
                    <a:pt x="1387286" y="670095"/>
                    <a:pt x="1423713" y="670095"/>
                  </a:cubicBezTo>
                  <a:cubicBezTo>
                    <a:pt x="1423713" y="670095"/>
                    <a:pt x="1423713" y="670095"/>
                    <a:pt x="1423713" y="664896"/>
                  </a:cubicBezTo>
                  <a:cubicBezTo>
                    <a:pt x="1423713" y="664896"/>
                    <a:pt x="1423713" y="664896"/>
                    <a:pt x="1423713" y="659696"/>
                  </a:cubicBezTo>
                  <a:lnTo>
                    <a:pt x="1423713" y="654664"/>
                  </a:lnTo>
                  <a:lnTo>
                    <a:pt x="1423713" y="649296"/>
                  </a:lnTo>
                  <a:cubicBezTo>
                    <a:pt x="1423713" y="649296"/>
                    <a:pt x="1423713" y="649296"/>
                    <a:pt x="1428916" y="649296"/>
                  </a:cubicBezTo>
                  <a:cubicBezTo>
                    <a:pt x="1428916" y="644096"/>
                    <a:pt x="1428916" y="644096"/>
                    <a:pt x="1428916" y="644096"/>
                  </a:cubicBezTo>
                  <a:cubicBezTo>
                    <a:pt x="1428916" y="644096"/>
                    <a:pt x="1428916" y="644096"/>
                    <a:pt x="1434288" y="644096"/>
                  </a:cubicBezTo>
                  <a:cubicBezTo>
                    <a:pt x="1434288" y="644096"/>
                    <a:pt x="1434288" y="644096"/>
                    <a:pt x="1434288" y="618264"/>
                  </a:cubicBezTo>
                  <a:cubicBezTo>
                    <a:pt x="1434288" y="618264"/>
                    <a:pt x="1434288" y="618264"/>
                    <a:pt x="1465342" y="618264"/>
                  </a:cubicBezTo>
                  <a:cubicBezTo>
                    <a:pt x="1465342" y="618264"/>
                    <a:pt x="1465342" y="618264"/>
                    <a:pt x="1465342" y="607697"/>
                  </a:cubicBezTo>
                  <a:close/>
                  <a:moveTo>
                    <a:pt x="1423719" y="602522"/>
                  </a:moveTo>
                  <a:cubicBezTo>
                    <a:pt x="1423719" y="602522"/>
                    <a:pt x="1423719" y="602522"/>
                    <a:pt x="1455115" y="602522"/>
                  </a:cubicBezTo>
                  <a:cubicBezTo>
                    <a:pt x="1455115" y="602522"/>
                    <a:pt x="1455115" y="602522"/>
                    <a:pt x="1455115" y="607749"/>
                  </a:cubicBezTo>
                  <a:cubicBezTo>
                    <a:pt x="1455115" y="607749"/>
                    <a:pt x="1455115" y="607749"/>
                    <a:pt x="1423719" y="607749"/>
                  </a:cubicBezTo>
                  <a:cubicBezTo>
                    <a:pt x="1423719" y="607749"/>
                    <a:pt x="1423719" y="607749"/>
                    <a:pt x="1423719" y="639110"/>
                  </a:cubicBezTo>
                  <a:cubicBezTo>
                    <a:pt x="1423719" y="639110"/>
                    <a:pt x="1418514" y="639110"/>
                    <a:pt x="1418514" y="644337"/>
                  </a:cubicBezTo>
                  <a:cubicBezTo>
                    <a:pt x="1413478" y="649564"/>
                    <a:pt x="1413478" y="649564"/>
                    <a:pt x="1413478" y="654960"/>
                  </a:cubicBezTo>
                  <a:lnTo>
                    <a:pt x="1413478" y="660018"/>
                  </a:lnTo>
                  <a:cubicBezTo>
                    <a:pt x="1413478" y="660018"/>
                    <a:pt x="1413478" y="660018"/>
                    <a:pt x="1387286" y="660018"/>
                  </a:cubicBezTo>
                  <a:cubicBezTo>
                    <a:pt x="1387286" y="660018"/>
                    <a:pt x="1387286" y="660018"/>
                    <a:pt x="1387286" y="654960"/>
                  </a:cubicBezTo>
                  <a:lnTo>
                    <a:pt x="1392658" y="654960"/>
                  </a:lnTo>
                  <a:cubicBezTo>
                    <a:pt x="1392658" y="649564"/>
                    <a:pt x="1392658" y="649564"/>
                    <a:pt x="1392658" y="644337"/>
                  </a:cubicBezTo>
                  <a:lnTo>
                    <a:pt x="1397695" y="639110"/>
                  </a:lnTo>
                  <a:cubicBezTo>
                    <a:pt x="1402900" y="639110"/>
                    <a:pt x="1402900" y="634052"/>
                    <a:pt x="1402900" y="634052"/>
                  </a:cubicBezTo>
                  <a:cubicBezTo>
                    <a:pt x="1408105" y="634052"/>
                    <a:pt x="1408105" y="628657"/>
                    <a:pt x="1408105" y="628657"/>
                  </a:cubicBezTo>
                  <a:cubicBezTo>
                    <a:pt x="1408105" y="623430"/>
                    <a:pt x="1408105" y="623430"/>
                    <a:pt x="1408105" y="618371"/>
                  </a:cubicBezTo>
                  <a:lnTo>
                    <a:pt x="1413478" y="613144"/>
                  </a:lnTo>
                  <a:cubicBezTo>
                    <a:pt x="1418514" y="613144"/>
                    <a:pt x="1418514" y="607749"/>
                    <a:pt x="1418514" y="607749"/>
                  </a:cubicBezTo>
                  <a:cubicBezTo>
                    <a:pt x="1418514" y="602522"/>
                    <a:pt x="1423719" y="602522"/>
                    <a:pt x="1423719" y="602522"/>
                  </a:cubicBezTo>
                  <a:close/>
                  <a:moveTo>
                    <a:pt x="2379729" y="597347"/>
                  </a:moveTo>
                  <a:cubicBezTo>
                    <a:pt x="2384902" y="597347"/>
                    <a:pt x="2384902" y="597347"/>
                    <a:pt x="2384902" y="597347"/>
                  </a:cubicBezTo>
                  <a:cubicBezTo>
                    <a:pt x="2384902" y="597347"/>
                    <a:pt x="2384902" y="597347"/>
                    <a:pt x="2384902" y="602355"/>
                  </a:cubicBezTo>
                  <a:cubicBezTo>
                    <a:pt x="2384902" y="602355"/>
                    <a:pt x="2384902" y="602355"/>
                    <a:pt x="2379729" y="602355"/>
                  </a:cubicBezTo>
                  <a:close/>
                  <a:moveTo>
                    <a:pt x="2405722" y="592607"/>
                  </a:moveTo>
                  <a:lnTo>
                    <a:pt x="2411020" y="592607"/>
                  </a:lnTo>
                  <a:lnTo>
                    <a:pt x="2411020" y="597915"/>
                  </a:lnTo>
                  <a:cubicBezTo>
                    <a:pt x="2405722" y="597915"/>
                    <a:pt x="2405722" y="597915"/>
                    <a:pt x="2405722" y="597915"/>
                  </a:cubicBezTo>
                  <a:cubicBezTo>
                    <a:pt x="2400590" y="597915"/>
                    <a:pt x="2400590" y="597915"/>
                    <a:pt x="2400590" y="597915"/>
                  </a:cubicBezTo>
                  <a:cubicBezTo>
                    <a:pt x="2400590" y="592607"/>
                    <a:pt x="2405722" y="592607"/>
                    <a:pt x="2405722" y="592607"/>
                  </a:cubicBezTo>
                  <a:close/>
                  <a:moveTo>
                    <a:pt x="2442331" y="592172"/>
                  </a:moveTo>
                  <a:cubicBezTo>
                    <a:pt x="2442331" y="592172"/>
                    <a:pt x="2442331" y="592172"/>
                    <a:pt x="2447548" y="592172"/>
                  </a:cubicBezTo>
                  <a:cubicBezTo>
                    <a:pt x="2447548" y="597371"/>
                    <a:pt x="2447548" y="597371"/>
                    <a:pt x="2447548" y="597371"/>
                  </a:cubicBezTo>
                  <a:lnTo>
                    <a:pt x="2452766" y="597371"/>
                  </a:lnTo>
                  <a:cubicBezTo>
                    <a:pt x="2452766" y="597371"/>
                    <a:pt x="2452766" y="597371"/>
                    <a:pt x="2452766" y="602402"/>
                  </a:cubicBezTo>
                  <a:lnTo>
                    <a:pt x="2452766" y="607601"/>
                  </a:lnTo>
                  <a:cubicBezTo>
                    <a:pt x="2452766" y="612967"/>
                    <a:pt x="2452766" y="612967"/>
                    <a:pt x="2452766" y="612967"/>
                  </a:cubicBezTo>
                  <a:lnTo>
                    <a:pt x="2447548" y="618166"/>
                  </a:lnTo>
                  <a:cubicBezTo>
                    <a:pt x="2447548" y="618166"/>
                    <a:pt x="2447548" y="618166"/>
                    <a:pt x="2442331" y="618166"/>
                  </a:cubicBezTo>
                  <a:lnTo>
                    <a:pt x="2442331" y="623197"/>
                  </a:lnTo>
                  <a:lnTo>
                    <a:pt x="2442331" y="628396"/>
                  </a:lnTo>
                  <a:cubicBezTo>
                    <a:pt x="2442331" y="628396"/>
                    <a:pt x="2442331" y="628396"/>
                    <a:pt x="2442331" y="633763"/>
                  </a:cubicBezTo>
                  <a:cubicBezTo>
                    <a:pt x="2442331" y="633763"/>
                    <a:pt x="2442331" y="633763"/>
                    <a:pt x="2442331" y="638794"/>
                  </a:cubicBezTo>
                  <a:cubicBezTo>
                    <a:pt x="2442331" y="638794"/>
                    <a:pt x="2442331" y="643993"/>
                    <a:pt x="2447548" y="643993"/>
                  </a:cubicBezTo>
                  <a:lnTo>
                    <a:pt x="2447548" y="638794"/>
                  </a:lnTo>
                  <a:cubicBezTo>
                    <a:pt x="2447548" y="638794"/>
                    <a:pt x="2447548" y="638794"/>
                    <a:pt x="2452766" y="638794"/>
                  </a:cubicBezTo>
                  <a:lnTo>
                    <a:pt x="2452766" y="643993"/>
                  </a:lnTo>
                  <a:lnTo>
                    <a:pt x="2458152" y="649191"/>
                  </a:lnTo>
                  <a:cubicBezTo>
                    <a:pt x="2458152" y="649191"/>
                    <a:pt x="2458152" y="649191"/>
                    <a:pt x="2458152" y="654558"/>
                  </a:cubicBezTo>
                  <a:cubicBezTo>
                    <a:pt x="2458152" y="654558"/>
                    <a:pt x="2458152" y="659589"/>
                    <a:pt x="2463201" y="659589"/>
                  </a:cubicBezTo>
                  <a:cubicBezTo>
                    <a:pt x="2463201" y="664788"/>
                    <a:pt x="2468419" y="664788"/>
                    <a:pt x="2468419" y="664788"/>
                  </a:cubicBezTo>
                  <a:cubicBezTo>
                    <a:pt x="2468419" y="669987"/>
                    <a:pt x="2468419" y="669987"/>
                    <a:pt x="2468419" y="669987"/>
                  </a:cubicBezTo>
                  <a:cubicBezTo>
                    <a:pt x="2463201" y="669987"/>
                    <a:pt x="2458152" y="669987"/>
                    <a:pt x="2458152" y="675353"/>
                  </a:cubicBezTo>
                  <a:cubicBezTo>
                    <a:pt x="2458152" y="675353"/>
                    <a:pt x="2458152" y="675353"/>
                    <a:pt x="2452766" y="675353"/>
                  </a:cubicBezTo>
                  <a:cubicBezTo>
                    <a:pt x="2447548" y="675353"/>
                    <a:pt x="2447548" y="675353"/>
                    <a:pt x="2447548" y="675353"/>
                  </a:cubicBezTo>
                  <a:cubicBezTo>
                    <a:pt x="2447548" y="680385"/>
                    <a:pt x="2447548" y="680385"/>
                    <a:pt x="2447548" y="680385"/>
                  </a:cubicBezTo>
                  <a:lnTo>
                    <a:pt x="2442331" y="680385"/>
                  </a:lnTo>
                  <a:lnTo>
                    <a:pt x="2442331" y="685583"/>
                  </a:lnTo>
                  <a:cubicBezTo>
                    <a:pt x="2442331" y="685583"/>
                    <a:pt x="2442331" y="685583"/>
                    <a:pt x="2442331" y="690782"/>
                  </a:cubicBezTo>
                  <a:cubicBezTo>
                    <a:pt x="2442331" y="690782"/>
                    <a:pt x="2437282" y="690782"/>
                    <a:pt x="2437282" y="696149"/>
                  </a:cubicBezTo>
                  <a:cubicBezTo>
                    <a:pt x="2437282" y="696149"/>
                    <a:pt x="2437282" y="696149"/>
                    <a:pt x="2442331" y="696149"/>
                  </a:cubicBezTo>
                  <a:lnTo>
                    <a:pt x="2442331" y="701180"/>
                  </a:lnTo>
                  <a:cubicBezTo>
                    <a:pt x="2437282" y="701180"/>
                    <a:pt x="2437282" y="701180"/>
                    <a:pt x="2437282" y="701180"/>
                  </a:cubicBezTo>
                  <a:cubicBezTo>
                    <a:pt x="2437282" y="706379"/>
                    <a:pt x="2437282" y="706379"/>
                    <a:pt x="2437282" y="711578"/>
                  </a:cubicBezTo>
                  <a:cubicBezTo>
                    <a:pt x="2432064" y="711578"/>
                    <a:pt x="2432064" y="711578"/>
                    <a:pt x="2432064" y="716944"/>
                  </a:cubicBezTo>
                  <a:cubicBezTo>
                    <a:pt x="2426678" y="716944"/>
                    <a:pt x="2426678" y="716944"/>
                    <a:pt x="2426678" y="716944"/>
                  </a:cubicBezTo>
                  <a:lnTo>
                    <a:pt x="2421460" y="716944"/>
                  </a:lnTo>
                  <a:lnTo>
                    <a:pt x="2416411" y="716944"/>
                  </a:lnTo>
                  <a:cubicBezTo>
                    <a:pt x="2416411" y="716944"/>
                    <a:pt x="2416411" y="716944"/>
                    <a:pt x="2416411" y="711578"/>
                  </a:cubicBezTo>
                  <a:cubicBezTo>
                    <a:pt x="2421460" y="711578"/>
                    <a:pt x="2421460" y="706379"/>
                    <a:pt x="2421460" y="696149"/>
                  </a:cubicBezTo>
                  <a:cubicBezTo>
                    <a:pt x="2421460" y="696149"/>
                    <a:pt x="2416411" y="696149"/>
                    <a:pt x="2416411" y="690782"/>
                  </a:cubicBezTo>
                  <a:cubicBezTo>
                    <a:pt x="2416411" y="690782"/>
                    <a:pt x="2416411" y="690782"/>
                    <a:pt x="2416411" y="685583"/>
                  </a:cubicBezTo>
                  <a:cubicBezTo>
                    <a:pt x="2416411" y="680385"/>
                    <a:pt x="2416411" y="680385"/>
                    <a:pt x="2416411" y="680385"/>
                  </a:cubicBezTo>
                  <a:cubicBezTo>
                    <a:pt x="2416411" y="680385"/>
                    <a:pt x="2416411" y="675353"/>
                    <a:pt x="2411194" y="675353"/>
                  </a:cubicBezTo>
                  <a:lnTo>
                    <a:pt x="2405808" y="669987"/>
                  </a:lnTo>
                  <a:lnTo>
                    <a:pt x="2400590" y="669987"/>
                  </a:lnTo>
                  <a:cubicBezTo>
                    <a:pt x="2400590" y="669987"/>
                    <a:pt x="2400590" y="669987"/>
                    <a:pt x="2400590" y="664788"/>
                  </a:cubicBezTo>
                  <a:cubicBezTo>
                    <a:pt x="2405808" y="664788"/>
                    <a:pt x="2405808" y="664788"/>
                    <a:pt x="2405808" y="664788"/>
                  </a:cubicBezTo>
                  <a:cubicBezTo>
                    <a:pt x="2405808" y="664788"/>
                    <a:pt x="2405808" y="664788"/>
                    <a:pt x="2405808" y="659589"/>
                  </a:cubicBezTo>
                  <a:cubicBezTo>
                    <a:pt x="2411194" y="659589"/>
                    <a:pt x="2411194" y="659589"/>
                    <a:pt x="2411194" y="659589"/>
                  </a:cubicBezTo>
                  <a:cubicBezTo>
                    <a:pt x="2411194" y="654558"/>
                    <a:pt x="2411194" y="654558"/>
                    <a:pt x="2411194" y="654558"/>
                  </a:cubicBezTo>
                  <a:lnTo>
                    <a:pt x="2411194" y="649191"/>
                  </a:lnTo>
                  <a:lnTo>
                    <a:pt x="2411194" y="643993"/>
                  </a:lnTo>
                  <a:cubicBezTo>
                    <a:pt x="2411194" y="643993"/>
                    <a:pt x="2411194" y="643993"/>
                    <a:pt x="2411194" y="638794"/>
                  </a:cubicBezTo>
                  <a:cubicBezTo>
                    <a:pt x="2411194" y="643993"/>
                    <a:pt x="2411194" y="643993"/>
                    <a:pt x="2416411" y="643993"/>
                  </a:cubicBezTo>
                  <a:lnTo>
                    <a:pt x="2421460" y="638794"/>
                  </a:lnTo>
                  <a:cubicBezTo>
                    <a:pt x="2421460" y="633763"/>
                    <a:pt x="2421460" y="633763"/>
                    <a:pt x="2421460" y="628396"/>
                  </a:cubicBezTo>
                  <a:lnTo>
                    <a:pt x="2421460" y="623197"/>
                  </a:lnTo>
                  <a:cubicBezTo>
                    <a:pt x="2426678" y="623197"/>
                    <a:pt x="2426678" y="618166"/>
                    <a:pt x="2426678" y="618166"/>
                  </a:cubicBezTo>
                  <a:cubicBezTo>
                    <a:pt x="2426678" y="612967"/>
                    <a:pt x="2426678" y="612967"/>
                    <a:pt x="2426678" y="612967"/>
                  </a:cubicBezTo>
                  <a:cubicBezTo>
                    <a:pt x="2432064" y="612967"/>
                    <a:pt x="2432064" y="607601"/>
                    <a:pt x="2432064" y="607601"/>
                  </a:cubicBezTo>
                  <a:lnTo>
                    <a:pt x="2437282" y="607601"/>
                  </a:lnTo>
                  <a:cubicBezTo>
                    <a:pt x="2442331" y="607601"/>
                    <a:pt x="2442331" y="607601"/>
                    <a:pt x="2442331" y="607601"/>
                  </a:cubicBezTo>
                  <a:lnTo>
                    <a:pt x="2447548" y="602402"/>
                  </a:lnTo>
                  <a:cubicBezTo>
                    <a:pt x="2447548" y="602402"/>
                    <a:pt x="2447548" y="602402"/>
                    <a:pt x="2442331" y="597371"/>
                  </a:cubicBezTo>
                  <a:close/>
                  <a:moveTo>
                    <a:pt x="2426808" y="592172"/>
                  </a:moveTo>
                  <a:cubicBezTo>
                    <a:pt x="2432203" y="592172"/>
                    <a:pt x="2432203" y="597347"/>
                    <a:pt x="2432203" y="597347"/>
                  </a:cubicBezTo>
                  <a:cubicBezTo>
                    <a:pt x="2426808" y="597347"/>
                    <a:pt x="2426808" y="602355"/>
                    <a:pt x="2426808" y="602355"/>
                  </a:cubicBezTo>
                  <a:cubicBezTo>
                    <a:pt x="2421583" y="602355"/>
                    <a:pt x="2421583" y="602355"/>
                    <a:pt x="2421583" y="607530"/>
                  </a:cubicBezTo>
                  <a:lnTo>
                    <a:pt x="2416526" y="607530"/>
                  </a:lnTo>
                  <a:cubicBezTo>
                    <a:pt x="2416526" y="612872"/>
                    <a:pt x="2416526" y="612872"/>
                    <a:pt x="2416526" y="612872"/>
                  </a:cubicBezTo>
                  <a:lnTo>
                    <a:pt x="2416526" y="618047"/>
                  </a:lnTo>
                  <a:lnTo>
                    <a:pt x="2416526" y="623055"/>
                  </a:lnTo>
                  <a:cubicBezTo>
                    <a:pt x="2416526" y="623055"/>
                    <a:pt x="2416526" y="623055"/>
                    <a:pt x="2416526" y="628230"/>
                  </a:cubicBezTo>
                  <a:cubicBezTo>
                    <a:pt x="2416526" y="628230"/>
                    <a:pt x="2416526" y="628230"/>
                    <a:pt x="2411300" y="633572"/>
                  </a:cubicBezTo>
                  <a:cubicBezTo>
                    <a:pt x="2411300" y="633572"/>
                    <a:pt x="2411300" y="628230"/>
                    <a:pt x="2405906" y="628230"/>
                  </a:cubicBezTo>
                  <a:lnTo>
                    <a:pt x="2405906" y="633572"/>
                  </a:lnTo>
                  <a:cubicBezTo>
                    <a:pt x="2400680" y="633572"/>
                    <a:pt x="2400680" y="638581"/>
                    <a:pt x="2400680" y="638581"/>
                  </a:cubicBezTo>
                  <a:cubicBezTo>
                    <a:pt x="2400680" y="638581"/>
                    <a:pt x="2400680" y="638581"/>
                    <a:pt x="2400680" y="643756"/>
                  </a:cubicBezTo>
                  <a:lnTo>
                    <a:pt x="2400680" y="648931"/>
                  </a:lnTo>
                  <a:lnTo>
                    <a:pt x="2400680" y="654273"/>
                  </a:lnTo>
                  <a:lnTo>
                    <a:pt x="2395623" y="654273"/>
                  </a:lnTo>
                  <a:cubicBezTo>
                    <a:pt x="2395623" y="654273"/>
                    <a:pt x="2395623" y="654273"/>
                    <a:pt x="2395623" y="648931"/>
                  </a:cubicBezTo>
                  <a:cubicBezTo>
                    <a:pt x="2395623" y="648931"/>
                    <a:pt x="2395623" y="648931"/>
                    <a:pt x="2390398" y="648931"/>
                  </a:cubicBezTo>
                  <a:cubicBezTo>
                    <a:pt x="2390398" y="643756"/>
                    <a:pt x="2390398" y="643756"/>
                    <a:pt x="2390398" y="643756"/>
                  </a:cubicBezTo>
                  <a:cubicBezTo>
                    <a:pt x="2390398" y="643756"/>
                    <a:pt x="2390398" y="643756"/>
                    <a:pt x="2390398" y="638581"/>
                  </a:cubicBezTo>
                  <a:cubicBezTo>
                    <a:pt x="2390398" y="638581"/>
                    <a:pt x="2390398" y="638581"/>
                    <a:pt x="2395623" y="638581"/>
                  </a:cubicBezTo>
                  <a:cubicBezTo>
                    <a:pt x="2395623" y="638581"/>
                    <a:pt x="2400680" y="633572"/>
                    <a:pt x="2400680" y="628230"/>
                  </a:cubicBezTo>
                  <a:cubicBezTo>
                    <a:pt x="2400680" y="628230"/>
                    <a:pt x="2400680" y="628230"/>
                    <a:pt x="2400680" y="623055"/>
                  </a:cubicBezTo>
                  <a:cubicBezTo>
                    <a:pt x="2400680" y="618047"/>
                    <a:pt x="2400680" y="618047"/>
                    <a:pt x="2395623" y="618047"/>
                  </a:cubicBezTo>
                  <a:cubicBezTo>
                    <a:pt x="2395623" y="618047"/>
                    <a:pt x="2395623" y="618047"/>
                    <a:pt x="2390398" y="618047"/>
                  </a:cubicBezTo>
                  <a:cubicBezTo>
                    <a:pt x="2385004" y="618047"/>
                    <a:pt x="2385004" y="618047"/>
                    <a:pt x="2379778" y="618047"/>
                  </a:cubicBezTo>
                  <a:lnTo>
                    <a:pt x="2379778" y="612872"/>
                  </a:lnTo>
                  <a:cubicBezTo>
                    <a:pt x="2379778" y="612872"/>
                    <a:pt x="2374721" y="612872"/>
                    <a:pt x="2374721" y="607530"/>
                  </a:cubicBezTo>
                  <a:lnTo>
                    <a:pt x="2379778" y="607530"/>
                  </a:lnTo>
                  <a:lnTo>
                    <a:pt x="2385004" y="612872"/>
                  </a:lnTo>
                  <a:cubicBezTo>
                    <a:pt x="2385004" y="612872"/>
                    <a:pt x="2385004" y="612872"/>
                    <a:pt x="2390398" y="612872"/>
                  </a:cubicBezTo>
                  <a:cubicBezTo>
                    <a:pt x="2390398" y="607530"/>
                    <a:pt x="2395623" y="607530"/>
                    <a:pt x="2395623" y="607530"/>
                  </a:cubicBezTo>
                  <a:lnTo>
                    <a:pt x="2400680" y="607530"/>
                  </a:lnTo>
                  <a:lnTo>
                    <a:pt x="2405906" y="607530"/>
                  </a:lnTo>
                  <a:cubicBezTo>
                    <a:pt x="2405906" y="607530"/>
                    <a:pt x="2411300" y="602355"/>
                    <a:pt x="2416526" y="602355"/>
                  </a:cubicBezTo>
                  <a:cubicBezTo>
                    <a:pt x="2416526" y="602355"/>
                    <a:pt x="2416526" y="602355"/>
                    <a:pt x="2416526" y="597347"/>
                  </a:cubicBezTo>
                  <a:cubicBezTo>
                    <a:pt x="2421583" y="597347"/>
                    <a:pt x="2421583" y="597347"/>
                    <a:pt x="2426808" y="597347"/>
                  </a:cubicBezTo>
                  <a:cubicBezTo>
                    <a:pt x="2426808" y="592172"/>
                    <a:pt x="2426808" y="592172"/>
                    <a:pt x="2426808" y="592172"/>
                  </a:cubicBezTo>
                  <a:close/>
                  <a:moveTo>
                    <a:pt x="2374722" y="592172"/>
                  </a:moveTo>
                  <a:cubicBezTo>
                    <a:pt x="2374722" y="597347"/>
                    <a:pt x="2374722" y="597347"/>
                    <a:pt x="2379729" y="597347"/>
                  </a:cubicBezTo>
                  <a:cubicBezTo>
                    <a:pt x="2374722" y="597347"/>
                    <a:pt x="2374722" y="597347"/>
                    <a:pt x="2374722" y="597347"/>
                  </a:cubicBezTo>
                  <a:lnTo>
                    <a:pt x="2369548" y="597347"/>
                  </a:lnTo>
                  <a:cubicBezTo>
                    <a:pt x="2374722" y="597347"/>
                    <a:pt x="2374722" y="597347"/>
                    <a:pt x="2374722" y="592172"/>
                  </a:cubicBezTo>
                  <a:close/>
                  <a:moveTo>
                    <a:pt x="488439" y="587378"/>
                  </a:moveTo>
                  <a:lnTo>
                    <a:pt x="488439" y="592769"/>
                  </a:lnTo>
                  <a:cubicBezTo>
                    <a:pt x="493592" y="597992"/>
                    <a:pt x="493592" y="603046"/>
                    <a:pt x="498911" y="603046"/>
                  </a:cubicBezTo>
                  <a:cubicBezTo>
                    <a:pt x="498911" y="608268"/>
                    <a:pt x="498911" y="608268"/>
                    <a:pt x="498911" y="608268"/>
                  </a:cubicBezTo>
                  <a:lnTo>
                    <a:pt x="493592" y="603046"/>
                  </a:lnTo>
                  <a:lnTo>
                    <a:pt x="488439" y="603046"/>
                  </a:lnTo>
                  <a:cubicBezTo>
                    <a:pt x="488439" y="603046"/>
                    <a:pt x="488439" y="603046"/>
                    <a:pt x="488439" y="597992"/>
                  </a:cubicBezTo>
                  <a:cubicBezTo>
                    <a:pt x="483286" y="597992"/>
                    <a:pt x="483286" y="597992"/>
                    <a:pt x="483286" y="597992"/>
                  </a:cubicBezTo>
                  <a:cubicBezTo>
                    <a:pt x="483286" y="597992"/>
                    <a:pt x="483286" y="597992"/>
                    <a:pt x="478299" y="597992"/>
                  </a:cubicBezTo>
                  <a:cubicBezTo>
                    <a:pt x="483286" y="592769"/>
                    <a:pt x="483286" y="592769"/>
                    <a:pt x="483286" y="592769"/>
                  </a:cubicBezTo>
                  <a:cubicBezTo>
                    <a:pt x="483286" y="592769"/>
                    <a:pt x="488439" y="592769"/>
                    <a:pt x="488439" y="587378"/>
                  </a:cubicBezTo>
                  <a:close/>
                  <a:moveTo>
                    <a:pt x="2416153" y="587129"/>
                  </a:moveTo>
                  <a:lnTo>
                    <a:pt x="2416153" y="592607"/>
                  </a:lnTo>
                  <a:cubicBezTo>
                    <a:pt x="2411020" y="592607"/>
                    <a:pt x="2411020" y="592607"/>
                    <a:pt x="2411020" y="592607"/>
                  </a:cubicBezTo>
                  <a:cubicBezTo>
                    <a:pt x="2411020" y="592607"/>
                    <a:pt x="2411020" y="592607"/>
                    <a:pt x="2416153" y="587129"/>
                  </a:cubicBezTo>
                  <a:close/>
                  <a:moveTo>
                    <a:pt x="2416153" y="581822"/>
                  </a:moveTo>
                  <a:lnTo>
                    <a:pt x="2421120" y="587129"/>
                  </a:lnTo>
                  <a:lnTo>
                    <a:pt x="2416153" y="587129"/>
                  </a:lnTo>
                  <a:cubicBezTo>
                    <a:pt x="2416153" y="587129"/>
                    <a:pt x="2416153" y="587129"/>
                    <a:pt x="2416153" y="581822"/>
                  </a:cubicBezTo>
                  <a:close/>
                  <a:moveTo>
                    <a:pt x="2291203" y="571472"/>
                  </a:moveTo>
                  <a:cubicBezTo>
                    <a:pt x="2296256" y="571472"/>
                    <a:pt x="2296256" y="571472"/>
                    <a:pt x="2296256" y="571472"/>
                  </a:cubicBezTo>
                  <a:cubicBezTo>
                    <a:pt x="2296256" y="571472"/>
                    <a:pt x="2296256" y="571472"/>
                    <a:pt x="2301477" y="571472"/>
                  </a:cubicBezTo>
                  <a:cubicBezTo>
                    <a:pt x="2301477" y="576647"/>
                    <a:pt x="2301477" y="576647"/>
                    <a:pt x="2306867" y="576647"/>
                  </a:cubicBezTo>
                  <a:cubicBezTo>
                    <a:pt x="2306867" y="581655"/>
                    <a:pt x="2306867" y="581655"/>
                    <a:pt x="2312088" y="581655"/>
                  </a:cubicBezTo>
                  <a:cubicBezTo>
                    <a:pt x="2312088" y="586830"/>
                    <a:pt x="2312088" y="586830"/>
                    <a:pt x="2317141" y="586830"/>
                  </a:cubicBezTo>
                  <a:cubicBezTo>
                    <a:pt x="2317141" y="586830"/>
                    <a:pt x="2317141" y="586830"/>
                    <a:pt x="2317141" y="581655"/>
                  </a:cubicBezTo>
                  <a:cubicBezTo>
                    <a:pt x="2317141" y="586830"/>
                    <a:pt x="2317141" y="586830"/>
                    <a:pt x="2322362" y="586830"/>
                  </a:cubicBezTo>
                  <a:lnTo>
                    <a:pt x="2327752" y="592172"/>
                  </a:lnTo>
                  <a:lnTo>
                    <a:pt x="2332973" y="592172"/>
                  </a:lnTo>
                  <a:cubicBezTo>
                    <a:pt x="2332973" y="597347"/>
                    <a:pt x="2332973" y="597347"/>
                    <a:pt x="2338026" y="597347"/>
                  </a:cubicBezTo>
                  <a:cubicBezTo>
                    <a:pt x="2343247" y="597347"/>
                    <a:pt x="2343247" y="597347"/>
                    <a:pt x="2343247" y="597347"/>
                  </a:cubicBezTo>
                  <a:lnTo>
                    <a:pt x="2348636" y="597347"/>
                  </a:lnTo>
                  <a:cubicBezTo>
                    <a:pt x="2348636" y="597347"/>
                    <a:pt x="2348636" y="597347"/>
                    <a:pt x="2353858" y="597347"/>
                  </a:cubicBezTo>
                  <a:lnTo>
                    <a:pt x="2353858" y="602355"/>
                  </a:lnTo>
                  <a:lnTo>
                    <a:pt x="2348636" y="607530"/>
                  </a:lnTo>
                  <a:cubicBezTo>
                    <a:pt x="2348636" y="607530"/>
                    <a:pt x="2348636" y="607530"/>
                    <a:pt x="2348636" y="602355"/>
                  </a:cubicBezTo>
                  <a:lnTo>
                    <a:pt x="2343247" y="602355"/>
                  </a:lnTo>
                  <a:cubicBezTo>
                    <a:pt x="2343247" y="602355"/>
                    <a:pt x="2343247" y="602355"/>
                    <a:pt x="2338026" y="602355"/>
                  </a:cubicBezTo>
                  <a:cubicBezTo>
                    <a:pt x="2338026" y="602355"/>
                    <a:pt x="2338026" y="602355"/>
                    <a:pt x="2332973" y="602355"/>
                  </a:cubicBezTo>
                  <a:cubicBezTo>
                    <a:pt x="2327752" y="602355"/>
                    <a:pt x="2327752" y="602355"/>
                    <a:pt x="2327752" y="602355"/>
                  </a:cubicBezTo>
                  <a:cubicBezTo>
                    <a:pt x="2327752" y="597347"/>
                    <a:pt x="2327752" y="597347"/>
                    <a:pt x="2327752" y="597347"/>
                  </a:cubicBezTo>
                  <a:cubicBezTo>
                    <a:pt x="2327752" y="592172"/>
                    <a:pt x="2322362" y="592172"/>
                    <a:pt x="2322362" y="592172"/>
                  </a:cubicBezTo>
                  <a:lnTo>
                    <a:pt x="2317141" y="592172"/>
                  </a:lnTo>
                  <a:cubicBezTo>
                    <a:pt x="2317141" y="592172"/>
                    <a:pt x="2317141" y="592172"/>
                    <a:pt x="2312088" y="592172"/>
                  </a:cubicBezTo>
                  <a:lnTo>
                    <a:pt x="2306867" y="592172"/>
                  </a:lnTo>
                  <a:cubicBezTo>
                    <a:pt x="2306867" y="592172"/>
                    <a:pt x="2306867" y="592172"/>
                    <a:pt x="2306867" y="586830"/>
                  </a:cubicBezTo>
                  <a:cubicBezTo>
                    <a:pt x="2301477" y="586830"/>
                    <a:pt x="2301477" y="586830"/>
                    <a:pt x="2301477" y="586830"/>
                  </a:cubicBezTo>
                  <a:lnTo>
                    <a:pt x="2296256" y="586830"/>
                  </a:lnTo>
                  <a:cubicBezTo>
                    <a:pt x="2296256" y="586830"/>
                    <a:pt x="2296256" y="581655"/>
                    <a:pt x="2291203" y="581655"/>
                  </a:cubicBezTo>
                  <a:cubicBezTo>
                    <a:pt x="2291203" y="581655"/>
                    <a:pt x="2291203" y="581655"/>
                    <a:pt x="2291203" y="576647"/>
                  </a:cubicBezTo>
                  <a:cubicBezTo>
                    <a:pt x="2291203" y="571472"/>
                    <a:pt x="2291203" y="571472"/>
                    <a:pt x="2291203" y="571472"/>
                  </a:cubicBezTo>
                  <a:close/>
                  <a:moveTo>
                    <a:pt x="472980" y="566487"/>
                  </a:moveTo>
                  <a:cubicBezTo>
                    <a:pt x="472980" y="571878"/>
                    <a:pt x="478299" y="577101"/>
                    <a:pt x="478299" y="577101"/>
                  </a:cubicBezTo>
                  <a:cubicBezTo>
                    <a:pt x="483286" y="577101"/>
                    <a:pt x="483286" y="577101"/>
                    <a:pt x="488439" y="577101"/>
                  </a:cubicBezTo>
                  <a:cubicBezTo>
                    <a:pt x="488439" y="582155"/>
                    <a:pt x="488439" y="582155"/>
                    <a:pt x="488439" y="582155"/>
                  </a:cubicBezTo>
                  <a:cubicBezTo>
                    <a:pt x="488439" y="582155"/>
                    <a:pt x="488439" y="583461"/>
                    <a:pt x="488439" y="585441"/>
                  </a:cubicBezTo>
                  <a:lnTo>
                    <a:pt x="488439" y="587378"/>
                  </a:lnTo>
                  <a:cubicBezTo>
                    <a:pt x="488439" y="587378"/>
                    <a:pt x="488439" y="587378"/>
                    <a:pt x="483286" y="582155"/>
                  </a:cubicBezTo>
                  <a:lnTo>
                    <a:pt x="472980" y="571878"/>
                  </a:lnTo>
                  <a:close/>
                  <a:moveTo>
                    <a:pt x="1839288" y="560984"/>
                  </a:moveTo>
                  <a:cubicBezTo>
                    <a:pt x="1839288" y="560984"/>
                    <a:pt x="1844493" y="560984"/>
                    <a:pt x="1849699" y="560984"/>
                  </a:cubicBezTo>
                  <a:lnTo>
                    <a:pt x="1854904" y="560984"/>
                  </a:lnTo>
                  <a:cubicBezTo>
                    <a:pt x="1854904" y="566189"/>
                    <a:pt x="1854904" y="566189"/>
                    <a:pt x="1854904" y="566189"/>
                  </a:cubicBezTo>
                  <a:cubicBezTo>
                    <a:pt x="1854904" y="566189"/>
                    <a:pt x="1854904" y="571562"/>
                    <a:pt x="1860110" y="571562"/>
                  </a:cubicBezTo>
                  <a:cubicBezTo>
                    <a:pt x="1860110" y="571562"/>
                    <a:pt x="1860110" y="571562"/>
                    <a:pt x="1860110" y="576767"/>
                  </a:cubicBezTo>
                  <a:cubicBezTo>
                    <a:pt x="1860110" y="581805"/>
                    <a:pt x="1860110" y="581805"/>
                    <a:pt x="1860110" y="587010"/>
                  </a:cubicBezTo>
                  <a:lnTo>
                    <a:pt x="1854904" y="587010"/>
                  </a:lnTo>
                  <a:cubicBezTo>
                    <a:pt x="1854904" y="587010"/>
                    <a:pt x="1849699" y="587010"/>
                    <a:pt x="1849699" y="581805"/>
                  </a:cubicBezTo>
                  <a:cubicBezTo>
                    <a:pt x="1849699" y="576767"/>
                    <a:pt x="1844493" y="571562"/>
                    <a:pt x="1844493" y="571562"/>
                  </a:cubicBezTo>
                  <a:close/>
                  <a:moveTo>
                    <a:pt x="1891453" y="555947"/>
                  </a:moveTo>
                  <a:cubicBezTo>
                    <a:pt x="1896647" y="555947"/>
                    <a:pt x="1896647" y="555947"/>
                    <a:pt x="1896647" y="555947"/>
                  </a:cubicBezTo>
                  <a:cubicBezTo>
                    <a:pt x="1896647" y="555947"/>
                    <a:pt x="1896647" y="555947"/>
                    <a:pt x="1901842" y="555947"/>
                  </a:cubicBezTo>
                  <a:lnTo>
                    <a:pt x="1907036" y="555947"/>
                  </a:lnTo>
                  <a:cubicBezTo>
                    <a:pt x="1907036" y="555947"/>
                    <a:pt x="1907036" y="555947"/>
                    <a:pt x="1912063" y="555947"/>
                  </a:cubicBezTo>
                  <a:cubicBezTo>
                    <a:pt x="1917424" y="555947"/>
                    <a:pt x="1917424" y="555947"/>
                    <a:pt x="1917424" y="555947"/>
                  </a:cubicBezTo>
                  <a:cubicBezTo>
                    <a:pt x="1917424" y="560979"/>
                    <a:pt x="1917424" y="560979"/>
                    <a:pt x="1917424" y="560979"/>
                  </a:cubicBezTo>
                  <a:cubicBezTo>
                    <a:pt x="1922619" y="560979"/>
                    <a:pt x="1922619" y="560979"/>
                    <a:pt x="1922619" y="560979"/>
                  </a:cubicBezTo>
                  <a:cubicBezTo>
                    <a:pt x="1927645" y="560979"/>
                    <a:pt x="1927645" y="560979"/>
                    <a:pt x="1927645" y="560979"/>
                  </a:cubicBezTo>
                  <a:lnTo>
                    <a:pt x="1933007" y="566178"/>
                  </a:lnTo>
                  <a:lnTo>
                    <a:pt x="1938201" y="571546"/>
                  </a:lnTo>
                  <a:cubicBezTo>
                    <a:pt x="1938201" y="571546"/>
                    <a:pt x="1938201" y="571546"/>
                    <a:pt x="1943395" y="571546"/>
                  </a:cubicBezTo>
                  <a:cubicBezTo>
                    <a:pt x="1943395" y="576746"/>
                    <a:pt x="1948422" y="581777"/>
                    <a:pt x="1953784" y="586977"/>
                  </a:cubicBezTo>
                  <a:cubicBezTo>
                    <a:pt x="1958978" y="586977"/>
                    <a:pt x="1964172" y="586977"/>
                    <a:pt x="1969199" y="586977"/>
                  </a:cubicBezTo>
                  <a:cubicBezTo>
                    <a:pt x="1969199" y="586977"/>
                    <a:pt x="1969199" y="586977"/>
                    <a:pt x="1974561" y="586977"/>
                  </a:cubicBezTo>
                  <a:cubicBezTo>
                    <a:pt x="1974561" y="586977"/>
                    <a:pt x="1974561" y="586977"/>
                    <a:pt x="1979755" y="586977"/>
                  </a:cubicBezTo>
                  <a:cubicBezTo>
                    <a:pt x="1979755" y="592345"/>
                    <a:pt x="1979755" y="592345"/>
                    <a:pt x="1984949" y="592345"/>
                  </a:cubicBezTo>
                  <a:cubicBezTo>
                    <a:pt x="1984949" y="592345"/>
                    <a:pt x="1984949" y="592345"/>
                    <a:pt x="1989976" y="592345"/>
                  </a:cubicBezTo>
                  <a:cubicBezTo>
                    <a:pt x="1989976" y="597544"/>
                    <a:pt x="1995338" y="602576"/>
                    <a:pt x="1995338" y="602576"/>
                  </a:cubicBezTo>
                  <a:cubicBezTo>
                    <a:pt x="1995338" y="602576"/>
                    <a:pt x="2000532" y="602576"/>
                    <a:pt x="2000532" y="607776"/>
                  </a:cubicBezTo>
                  <a:cubicBezTo>
                    <a:pt x="2000532" y="607776"/>
                    <a:pt x="2000532" y="607776"/>
                    <a:pt x="2000532" y="613143"/>
                  </a:cubicBezTo>
                  <a:cubicBezTo>
                    <a:pt x="2000532" y="618343"/>
                    <a:pt x="2000532" y="618343"/>
                    <a:pt x="2000532" y="618343"/>
                  </a:cubicBezTo>
                  <a:lnTo>
                    <a:pt x="2005726" y="623375"/>
                  </a:lnTo>
                  <a:cubicBezTo>
                    <a:pt x="2010753" y="628574"/>
                    <a:pt x="2010753" y="633942"/>
                    <a:pt x="2010753" y="633942"/>
                  </a:cubicBezTo>
                  <a:lnTo>
                    <a:pt x="2016115" y="628574"/>
                  </a:lnTo>
                  <a:cubicBezTo>
                    <a:pt x="2016115" y="633942"/>
                    <a:pt x="2016115" y="633942"/>
                    <a:pt x="2016115" y="633942"/>
                  </a:cubicBezTo>
                  <a:cubicBezTo>
                    <a:pt x="2016115" y="638974"/>
                    <a:pt x="2016115" y="638974"/>
                    <a:pt x="2016115" y="638974"/>
                  </a:cubicBezTo>
                  <a:cubicBezTo>
                    <a:pt x="2016115" y="638974"/>
                    <a:pt x="2016115" y="638974"/>
                    <a:pt x="2016115" y="644173"/>
                  </a:cubicBezTo>
                  <a:cubicBezTo>
                    <a:pt x="2021309" y="649373"/>
                    <a:pt x="2021309" y="654741"/>
                    <a:pt x="2026503" y="654741"/>
                  </a:cubicBezTo>
                  <a:cubicBezTo>
                    <a:pt x="2026503" y="654741"/>
                    <a:pt x="2031530" y="654741"/>
                    <a:pt x="2036891" y="654741"/>
                  </a:cubicBezTo>
                  <a:cubicBezTo>
                    <a:pt x="2042086" y="654741"/>
                    <a:pt x="2047280" y="654741"/>
                    <a:pt x="2047280" y="654741"/>
                  </a:cubicBezTo>
                  <a:cubicBezTo>
                    <a:pt x="2052307" y="654741"/>
                    <a:pt x="2052307" y="654741"/>
                    <a:pt x="2052307" y="654741"/>
                  </a:cubicBezTo>
                  <a:cubicBezTo>
                    <a:pt x="2052307" y="654741"/>
                    <a:pt x="2052307" y="654741"/>
                    <a:pt x="2047280" y="675539"/>
                  </a:cubicBezTo>
                  <a:cubicBezTo>
                    <a:pt x="2042086" y="675539"/>
                    <a:pt x="2036891" y="675539"/>
                    <a:pt x="2036891" y="680571"/>
                  </a:cubicBezTo>
                  <a:cubicBezTo>
                    <a:pt x="2036891" y="680571"/>
                    <a:pt x="2031530" y="680571"/>
                    <a:pt x="2026503" y="680571"/>
                  </a:cubicBezTo>
                  <a:cubicBezTo>
                    <a:pt x="2026503" y="685771"/>
                    <a:pt x="2021309" y="685771"/>
                    <a:pt x="2021309" y="685771"/>
                  </a:cubicBezTo>
                  <a:cubicBezTo>
                    <a:pt x="2016115" y="685771"/>
                    <a:pt x="2010753" y="685771"/>
                    <a:pt x="2010753" y="685771"/>
                  </a:cubicBezTo>
                  <a:cubicBezTo>
                    <a:pt x="2010753" y="690970"/>
                    <a:pt x="2005726" y="690970"/>
                    <a:pt x="2005726" y="690970"/>
                  </a:cubicBezTo>
                  <a:lnTo>
                    <a:pt x="2000532" y="690970"/>
                  </a:lnTo>
                  <a:cubicBezTo>
                    <a:pt x="1995338" y="690970"/>
                    <a:pt x="1995338" y="690970"/>
                    <a:pt x="1995338" y="690970"/>
                  </a:cubicBezTo>
                  <a:cubicBezTo>
                    <a:pt x="1995338" y="690970"/>
                    <a:pt x="1995338" y="690970"/>
                    <a:pt x="1989976" y="696338"/>
                  </a:cubicBezTo>
                  <a:lnTo>
                    <a:pt x="1984949" y="701370"/>
                  </a:lnTo>
                  <a:cubicBezTo>
                    <a:pt x="1979755" y="701370"/>
                    <a:pt x="1979755" y="706569"/>
                    <a:pt x="1974561" y="706569"/>
                  </a:cubicBezTo>
                  <a:cubicBezTo>
                    <a:pt x="1974561" y="706569"/>
                    <a:pt x="1974561" y="706569"/>
                    <a:pt x="1974561" y="711769"/>
                  </a:cubicBezTo>
                  <a:cubicBezTo>
                    <a:pt x="1969199" y="711769"/>
                    <a:pt x="1969199" y="706569"/>
                    <a:pt x="1964172" y="706569"/>
                  </a:cubicBezTo>
                  <a:cubicBezTo>
                    <a:pt x="1964172" y="706569"/>
                    <a:pt x="1964172" y="706569"/>
                    <a:pt x="1958978" y="706569"/>
                  </a:cubicBezTo>
                  <a:cubicBezTo>
                    <a:pt x="1958978" y="701370"/>
                    <a:pt x="1958978" y="701370"/>
                    <a:pt x="1953784" y="701370"/>
                  </a:cubicBezTo>
                  <a:cubicBezTo>
                    <a:pt x="1953784" y="701370"/>
                    <a:pt x="1953784" y="701370"/>
                    <a:pt x="1948422" y="701370"/>
                  </a:cubicBezTo>
                  <a:cubicBezTo>
                    <a:pt x="1948422" y="701370"/>
                    <a:pt x="1948422" y="701370"/>
                    <a:pt x="1943395" y="701370"/>
                  </a:cubicBezTo>
                  <a:cubicBezTo>
                    <a:pt x="1938201" y="701370"/>
                    <a:pt x="1938201" y="701370"/>
                    <a:pt x="1938201" y="706569"/>
                  </a:cubicBezTo>
                  <a:cubicBezTo>
                    <a:pt x="1938201" y="701370"/>
                    <a:pt x="1933007" y="701370"/>
                    <a:pt x="1933007" y="701370"/>
                  </a:cubicBezTo>
                  <a:cubicBezTo>
                    <a:pt x="1927645" y="696338"/>
                    <a:pt x="1927645" y="696338"/>
                    <a:pt x="1927645" y="690970"/>
                  </a:cubicBezTo>
                  <a:cubicBezTo>
                    <a:pt x="1922619" y="680571"/>
                    <a:pt x="1922619" y="675539"/>
                    <a:pt x="1917424" y="675539"/>
                  </a:cubicBezTo>
                  <a:cubicBezTo>
                    <a:pt x="1917424" y="675539"/>
                    <a:pt x="1912063" y="670172"/>
                    <a:pt x="1907036" y="664972"/>
                  </a:cubicBezTo>
                  <a:cubicBezTo>
                    <a:pt x="1907036" y="664972"/>
                    <a:pt x="1907036" y="659772"/>
                    <a:pt x="1907036" y="654741"/>
                  </a:cubicBezTo>
                  <a:cubicBezTo>
                    <a:pt x="1907036" y="654741"/>
                    <a:pt x="1907036" y="649373"/>
                    <a:pt x="1907036" y="644173"/>
                  </a:cubicBezTo>
                  <a:cubicBezTo>
                    <a:pt x="1907036" y="644173"/>
                    <a:pt x="1907036" y="644173"/>
                    <a:pt x="1901842" y="644173"/>
                  </a:cubicBezTo>
                  <a:cubicBezTo>
                    <a:pt x="1901842" y="638974"/>
                    <a:pt x="1901842" y="638974"/>
                    <a:pt x="1901842" y="638974"/>
                  </a:cubicBezTo>
                  <a:cubicBezTo>
                    <a:pt x="1901842" y="633942"/>
                    <a:pt x="1896647" y="633942"/>
                    <a:pt x="1896647" y="633942"/>
                  </a:cubicBezTo>
                  <a:cubicBezTo>
                    <a:pt x="1896647" y="633942"/>
                    <a:pt x="1896647" y="633942"/>
                    <a:pt x="1891453" y="633942"/>
                  </a:cubicBezTo>
                  <a:cubicBezTo>
                    <a:pt x="1891453" y="628574"/>
                    <a:pt x="1891453" y="628574"/>
                    <a:pt x="1891453" y="628574"/>
                  </a:cubicBezTo>
                  <a:cubicBezTo>
                    <a:pt x="1891453" y="623375"/>
                    <a:pt x="1886259" y="618343"/>
                    <a:pt x="1886259" y="618343"/>
                  </a:cubicBezTo>
                  <a:cubicBezTo>
                    <a:pt x="1886259" y="613143"/>
                    <a:pt x="1881065" y="613143"/>
                    <a:pt x="1881065" y="613143"/>
                  </a:cubicBezTo>
                  <a:cubicBezTo>
                    <a:pt x="1881065" y="613143"/>
                    <a:pt x="1881065" y="613143"/>
                    <a:pt x="1881065" y="607776"/>
                  </a:cubicBezTo>
                  <a:cubicBezTo>
                    <a:pt x="1875871" y="602576"/>
                    <a:pt x="1875871" y="597544"/>
                    <a:pt x="1870676" y="592345"/>
                  </a:cubicBezTo>
                  <a:cubicBezTo>
                    <a:pt x="1870676" y="592345"/>
                    <a:pt x="1870676" y="586977"/>
                    <a:pt x="1865482" y="586977"/>
                  </a:cubicBezTo>
                  <a:cubicBezTo>
                    <a:pt x="1865482" y="586977"/>
                    <a:pt x="1865482" y="586977"/>
                    <a:pt x="1865482" y="581777"/>
                  </a:cubicBezTo>
                  <a:lnTo>
                    <a:pt x="1870676" y="581777"/>
                  </a:lnTo>
                  <a:lnTo>
                    <a:pt x="1870676" y="586977"/>
                  </a:lnTo>
                  <a:cubicBezTo>
                    <a:pt x="1875871" y="586977"/>
                    <a:pt x="1875871" y="586977"/>
                    <a:pt x="1875871" y="581777"/>
                  </a:cubicBezTo>
                  <a:cubicBezTo>
                    <a:pt x="1881065" y="581777"/>
                    <a:pt x="1881065" y="581777"/>
                    <a:pt x="1881065" y="576746"/>
                  </a:cubicBezTo>
                  <a:lnTo>
                    <a:pt x="1886259" y="576746"/>
                  </a:lnTo>
                  <a:cubicBezTo>
                    <a:pt x="1886259" y="576746"/>
                    <a:pt x="1891453" y="576746"/>
                    <a:pt x="1891453" y="571546"/>
                  </a:cubicBezTo>
                  <a:cubicBezTo>
                    <a:pt x="1896647" y="571546"/>
                    <a:pt x="1896647" y="566178"/>
                    <a:pt x="1896647" y="560979"/>
                  </a:cubicBezTo>
                  <a:cubicBezTo>
                    <a:pt x="1896647" y="560979"/>
                    <a:pt x="1896647" y="555947"/>
                    <a:pt x="1891453" y="555947"/>
                  </a:cubicBezTo>
                  <a:close/>
                  <a:moveTo>
                    <a:pt x="1828877" y="555947"/>
                  </a:moveTo>
                  <a:cubicBezTo>
                    <a:pt x="1828877" y="560984"/>
                    <a:pt x="1834083" y="560984"/>
                    <a:pt x="1834083" y="560984"/>
                  </a:cubicBezTo>
                  <a:lnTo>
                    <a:pt x="1839288" y="560984"/>
                  </a:lnTo>
                  <a:cubicBezTo>
                    <a:pt x="1839288" y="560984"/>
                    <a:pt x="1839288" y="560984"/>
                    <a:pt x="1834083" y="581805"/>
                  </a:cubicBezTo>
                  <a:cubicBezTo>
                    <a:pt x="1834083" y="581805"/>
                    <a:pt x="1834083" y="581805"/>
                    <a:pt x="1839288" y="581805"/>
                  </a:cubicBezTo>
                  <a:cubicBezTo>
                    <a:pt x="1839288" y="587010"/>
                    <a:pt x="1844493" y="592383"/>
                    <a:pt x="1849699" y="592383"/>
                  </a:cubicBezTo>
                  <a:cubicBezTo>
                    <a:pt x="1849699" y="597588"/>
                    <a:pt x="1849699" y="602625"/>
                    <a:pt x="1849699" y="607830"/>
                  </a:cubicBezTo>
                  <a:cubicBezTo>
                    <a:pt x="1854904" y="613203"/>
                    <a:pt x="1854904" y="613203"/>
                    <a:pt x="1854904" y="618408"/>
                  </a:cubicBezTo>
                  <a:cubicBezTo>
                    <a:pt x="1854904" y="618408"/>
                    <a:pt x="1860110" y="634024"/>
                    <a:pt x="1865315" y="644266"/>
                  </a:cubicBezTo>
                  <a:cubicBezTo>
                    <a:pt x="1860110" y="644266"/>
                    <a:pt x="1860110" y="644266"/>
                    <a:pt x="1860110" y="644266"/>
                  </a:cubicBezTo>
                  <a:cubicBezTo>
                    <a:pt x="1860110" y="649471"/>
                    <a:pt x="1860110" y="649471"/>
                    <a:pt x="1860110" y="649471"/>
                  </a:cubicBezTo>
                  <a:cubicBezTo>
                    <a:pt x="1854904" y="649471"/>
                    <a:pt x="1854904" y="649471"/>
                    <a:pt x="1854904" y="654844"/>
                  </a:cubicBezTo>
                  <a:cubicBezTo>
                    <a:pt x="1854904" y="654844"/>
                    <a:pt x="1854904" y="654844"/>
                    <a:pt x="1839288" y="654844"/>
                  </a:cubicBezTo>
                  <a:cubicBezTo>
                    <a:pt x="1834083" y="654844"/>
                    <a:pt x="1834083" y="649471"/>
                    <a:pt x="1834083" y="649471"/>
                  </a:cubicBezTo>
                  <a:cubicBezTo>
                    <a:pt x="1828877" y="649471"/>
                    <a:pt x="1828877" y="649471"/>
                    <a:pt x="1828877" y="654844"/>
                  </a:cubicBezTo>
                  <a:cubicBezTo>
                    <a:pt x="1828877" y="654844"/>
                    <a:pt x="1828877" y="654844"/>
                    <a:pt x="1776823" y="654844"/>
                  </a:cubicBezTo>
                  <a:cubicBezTo>
                    <a:pt x="1776823" y="644266"/>
                    <a:pt x="1776823" y="628651"/>
                    <a:pt x="1776823" y="613203"/>
                  </a:cubicBezTo>
                  <a:cubicBezTo>
                    <a:pt x="1776823" y="597588"/>
                    <a:pt x="1776823" y="592383"/>
                    <a:pt x="1776823" y="587010"/>
                  </a:cubicBezTo>
                  <a:cubicBezTo>
                    <a:pt x="1776823" y="581805"/>
                    <a:pt x="1776823" y="581805"/>
                    <a:pt x="1776823" y="576767"/>
                  </a:cubicBezTo>
                  <a:cubicBezTo>
                    <a:pt x="1776823" y="571562"/>
                    <a:pt x="1771617" y="571562"/>
                    <a:pt x="1771617" y="571562"/>
                  </a:cubicBezTo>
                  <a:cubicBezTo>
                    <a:pt x="1771617" y="571562"/>
                    <a:pt x="1771617" y="571562"/>
                    <a:pt x="1776823" y="571562"/>
                  </a:cubicBezTo>
                  <a:cubicBezTo>
                    <a:pt x="1776823" y="566189"/>
                    <a:pt x="1776823" y="566189"/>
                    <a:pt x="1776823" y="560984"/>
                  </a:cubicBezTo>
                  <a:lnTo>
                    <a:pt x="1782028" y="560984"/>
                  </a:lnTo>
                  <a:lnTo>
                    <a:pt x="1808055" y="566189"/>
                  </a:lnTo>
                  <a:cubicBezTo>
                    <a:pt x="1813261" y="566189"/>
                    <a:pt x="1818466" y="560984"/>
                    <a:pt x="1823672" y="560984"/>
                  </a:cubicBezTo>
                  <a:cubicBezTo>
                    <a:pt x="1828877" y="560984"/>
                    <a:pt x="1828877" y="555947"/>
                    <a:pt x="1828877" y="555947"/>
                  </a:cubicBezTo>
                  <a:close/>
                  <a:moveTo>
                    <a:pt x="493716" y="555947"/>
                  </a:moveTo>
                  <a:cubicBezTo>
                    <a:pt x="499086" y="555947"/>
                    <a:pt x="509323" y="560977"/>
                    <a:pt x="509323" y="560977"/>
                  </a:cubicBezTo>
                  <a:cubicBezTo>
                    <a:pt x="509323" y="560977"/>
                    <a:pt x="514525" y="560977"/>
                    <a:pt x="519895" y="560977"/>
                  </a:cubicBezTo>
                  <a:cubicBezTo>
                    <a:pt x="530131" y="560977"/>
                    <a:pt x="535334" y="560977"/>
                    <a:pt x="535334" y="560977"/>
                  </a:cubicBezTo>
                  <a:cubicBezTo>
                    <a:pt x="535334" y="560977"/>
                    <a:pt x="535334" y="560977"/>
                    <a:pt x="540704" y="560977"/>
                  </a:cubicBezTo>
                  <a:cubicBezTo>
                    <a:pt x="540704" y="560977"/>
                    <a:pt x="540704" y="560977"/>
                    <a:pt x="540704" y="555947"/>
                  </a:cubicBezTo>
                  <a:lnTo>
                    <a:pt x="545738" y="555947"/>
                  </a:lnTo>
                  <a:cubicBezTo>
                    <a:pt x="545738" y="555947"/>
                    <a:pt x="545738" y="555947"/>
                    <a:pt x="550940" y="555947"/>
                  </a:cubicBezTo>
                  <a:cubicBezTo>
                    <a:pt x="550940" y="555947"/>
                    <a:pt x="561344" y="560977"/>
                    <a:pt x="561344" y="566174"/>
                  </a:cubicBezTo>
                  <a:lnTo>
                    <a:pt x="566547" y="571539"/>
                  </a:lnTo>
                  <a:cubicBezTo>
                    <a:pt x="566547" y="576737"/>
                    <a:pt x="571749" y="581766"/>
                    <a:pt x="576951" y="586964"/>
                  </a:cubicBezTo>
                  <a:cubicBezTo>
                    <a:pt x="576951" y="586964"/>
                    <a:pt x="576951" y="586964"/>
                    <a:pt x="582153" y="586964"/>
                  </a:cubicBezTo>
                  <a:cubicBezTo>
                    <a:pt x="587355" y="586964"/>
                    <a:pt x="587355" y="581766"/>
                    <a:pt x="592557" y="581766"/>
                  </a:cubicBezTo>
                  <a:cubicBezTo>
                    <a:pt x="592557" y="581766"/>
                    <a:pt x="592557" y="581766"/>
                    <a:pt x="592557" y="576737"/>
                  </a:cubicBezTo>
                  <a:cubicBezTo>
                    <a:pt x="597760" y="576737"/>
                    <a:pt x="597760" y="576737"/>
                    <a:pt x="597760" y="576737"/>
                  </a:cubicBezTo>
                  <a:cubicBezTo>
                    <a:pt x="597760" y="581766"/>
                    <a:pt x="602962" y="586964"/>
                    <a:pt x="608164" y="592329"/>
                  </a:cubicBezTo>
                  <a:cubicBezTo>
                    <a:pt x="608164" y="597527"/>
                    <a:pt x="613366" y="597527"/>
                    <a:pt x="613366" y="602556"/>
                  </a:cubicBezTo>
                  <a:cubicBezTo>
                    <a:pt x="613366" y="607754"/>
                    <a:pt x="613366" y="607754"/>
                    <a:pt x="613366" y="607754"/>
                  </a:cubicBezTo>
                  <a:cubicBezTo>
                    <a:pt x="618568" y="607754"/>
                    <a:pt x="618568" y="613119"/>
                    <a:pt x="618568" y="613119"/>
                  </a:cubicBezTo>
                  <a:lnTo>
                    <a:pt x="623771" y="613119"/>
                  </a:lnTo>
                  <a:cubicBezTo>
                    <a:pt x="623771" y="618316"/>
                    <a:pt x="628973" y="618316"/>
                    <a:pt x="628973" y="618316"/>
                  </a:cubicBezTo>
                  <a:cubicBezTo>
                    <a:pt x="634175" y="618316"/>
                    <a:pt x="634175" y="618316"/>
                    <a:pt x="634175" y="618316"/>
                  </a:cubicBezTo>
                  <a:cubicBezTo>
                    <a:pt x="634175" y="623346"/>
                    <a:pt x="628973" y="633909"/>
                    <a:pt x="628973" y="638938"/>
                  </a:cubicBezTo>
                  <a:cubicBezTo>
                    <a:pt x="628973" y="638938"/>
                    <a:pt x="628973" y="638938"/>
                    <a:pt x="628973" y="644136"/>
                  </a:cubicBezTo>
                  <a:cubicBezTo>
                    <a:pt x="628973" y="649333"/>
                    <a:pt x="628973" y="649333"/>
                    <a:pt x="628973" y="654699"/>
                  </a:cubicBezTo>
                  <a:cubicBezTo>
                    <a:pt x="628973" y="659728"/>
                    <a:pt x="634175" y="670123"/>
                    <a:pt x="639377" y="675488"/>
                  </a:cubicBezTo>
                  <a:lnTo>
                    <a:pt x="639377" y="680518"/>
                  </a:lnTo>
                  <a:cubicBezTo>
                    <a:pt x="639377" y="680518"/>
                    <a:pt x="644579" y="680518"/>
                    <a:pt x="644579" y="685716"/>
                  </a:cubicBezTo>
                  <a:cubicBezTo>
                    <a:pt x="644579" y="690913"/>
                    <a:pt x="644579" y="690913"/>
                    <a:pt x="644579" y="690913"/>
                  </a:cubicBezTo>
                  <a:cubicBezTo>
                    <a:pt x="649781" y="690913"/>
                    <a:pt x="649781" y="690913"/>
                    <a:pt x="649781" y="690913"/>
                  </a:cubicBezTo>
                  <a:cubicBezTo>
                    <a:pt x="649781" y="696278"/>
                    <a:pt x="649781" y="696278"/>
                    <a:pt x="654984" y="696278"/>
                  </a:cubicBezTo>
                  <a:cubicBezTo>
                    <a:pt x="660186" y="696278"/>
                    <a:pt x="660186" y="696278"/>
                    <a:pt x="660186" y="701308"/>
                  </a:cubicBezTo>
                  <a:lnTo>
                    <a:pt x="665388" y="701308"/>
                  </a:lnTo>
                  <a:cubicBezTo>
                    <a:pt x="665388" y="701308"/>
                    <a:pt x="675792" y="701308"/>
                    <a:pt x="680994" y="701308"/>
                  </a:cubicBezTo>
                  <a:cubicBezTo>
                    <a:pt x="680994" y="701308"/>
                    <a:pt x="680994" y="701308"/>
                    <a:pt x="686197" y="696278"/>
                  </a:cubicBezTo>
                  <a:lnTo>
                    <a:pt x="691399" y="696278"/>
                  </a:lnTo>
                  <a:cubicBezTo>
                    <a:pt x="691399" y="696278"/>
                    <a:pt x="691399" y="696278"/>
                    <a:pt x="691399" y="701308"/>
                  </a:cubicBezTo>
                  <a:cubicBezTo>
                    <a:pt x="691399" y="701308"/>
                    <a:pt x="691399" y="701308"/>
                    <a:pt x="686197" y="706505"/>
                  </a:cubicBezTo>
                  <a:cubicBezTo>
                    <a:pt x="686197" y="706505"/>
                    <a:pt x="686197" y="706505"/>
                    <a:pt x="691399" y="711703"/>
                  </a:cubicBezTo>
                  <a:lnTo>
                    <a:pt x="696601" y="717068"/>
                  </a:lnTo>
                  <a:cubicBezTo>
                    <a:pt x="696601" y="717068"/>
                    <a:pt x="696601" y="717068"/>
                    <a:pt x="691399" y="717068"/>
                  </a:cubicBezTo>
                  <a:cubicBezTo>
                    <a:pt x="686197" y="717068"/>
                    <a:pt x="686197" y="717068"/>
                    <a:pt x="686197" y="722098"/>
                  </a:cubicBezTo>
                  <a:lnTo>
                    <a:pt x="680994" y="727295"/>
                  </a:lnTo>
                  <a:cubicBezTo>
                    <a:pt x="680994" y="727295"/>
                    <a:pt x="680994" y="727295"/>
                    <a:pt x="675792" y="722098"/>
                  </a:cubicBezTo>
                  <a:cubicBezTo>
                    <a:pt x="670590" y="717068"/>
                    <a:pt x="670590" y="717068"/>
                    <a:pt x="665388" y="717068"/>
                  </a:cubicBezTo>
                  <a:cubicBezTo>
                    <a:pt x="665388" y="711703"/>
                    <a:pt x="665388" y="711703"/>
                    <a:pt x="660186" y="711703"/>
                  </a:cubicBezTo>
                  <a:cubicBezTo>
                    <a:pt x="660186" y="711703"/>
                    <a:pt x="660186" y="717068"/>
                    <a:pt x="654984" y="717068"/>
                  </a:cubicBezTo>
                  <a:cubicBezTo>
                    <a:pt x="649781" y="717068"/>
                    <a:pt x="649781" y="722098"/>
                    <a:pt x="649781" y="722098"/>
                  </a:cubicBezTo>
                  <a:cubicBezTo>
                    <a:pt x="644579" y="722098"/>
                    <a:pt x="644579" y="722098"/>
                    <a:pt x="644579" y="722098"/>
                  </a:cubicBezTo>
                  <a:cubicBezTo>
                    <a:pt x="639377" y="722098"/>
                    <a:pt x="639377" y="722098"/>
                    <a:pt x="639377" y="717068"/>
                  </a:cubicBezTo>
                  <a:cubicBezTo>
                    <a:pt x="634175" y="717068"/>
                    <a:pt x="634175" y="717068"/>
                    <a:pt x="634175" y="717068"/>
                  </a:cubicBezTo>
                  <a:cubicBezTo>
                    <a:pt x="634175" y="717068"/>
                    <a:pt x="628973" y="717068"/>
                    <a:pt x="628973" y="711703"/>
                  </a:cubicBezTo>
                  <a:cubicBezTo>
                    <a:pt x="623771" y="711703"/>
                    <a:pt x="623771" y="711703"/>
                    <a:pt x="618568" y="711703"/>
                  </a:cubicBezTo>
                  <a:cubicBezTo>
                    <a:pt x="613366" y="711703"/>
                    <a:pt x="613366" y="706505"/>
                    <a:pt x="608164" y="706505"/>
                  </a:cubicBezTo>
                  <a:cubicBezTo>
                    <a:pt x="608164" y="706505"/>
                    <a:pt x="602962" y="706505"/>
                    <a:pt x="602962" y="701308"/>
                  </a:cubicBezTo>
                  <a:cubicBezTo>
                    <a:pt x="602962" y="701308"/>
                    <a:pt x="602962" y="701308"/>
                    <a:pt x="597760" y="696278"/>
                  </a:cubicBezTo>
                  <a:cubicBezTo>
                    <a:pt x="592557" y="696278"/>
                    <a:pt x="592557" y="696278"/>
                    <a:pt x="592557" y="696278"/>
                  </a:cubicBezTo>
                  <a:lnTo>
                    <a:pt x="587355" y="696278"/>
                  </a:lnTo>
                  <a:cubicBezTo>
                    <a:pt x="582153" y="690913"/>
                    <a:pt x="576951" y="685716"/>
                    <a:pt x="576951" y="685716"/>
                  </a:cubicBezTo>
                  <a:cubicBezTo>
                    <a:pt x="571749" y="685716"/>
                    <a:pt x="571749" y="685716"/>
                    <a:pt x="571749" y="685716"/>
                  </a:cubicBezTo>
                  <a:cubicBezTo>
                    <a:pt x="571749" y="680518"/>
                    <a:pt x="571749" y="680518"/>
                    <a:pt x="571749" y="680518"/>
                  </a:cubicBezTo>
                  <a:cubicBezTo>
                    <a:pt x="566547" y="680518"/>
                    <a:pt x="566547" y="680518"/>
                    <a:pt x="566547" y="675488"/>
                  </a:cubicBezTo>
                  <a:lnTo>
                    <a:pt x="566547" y="670123"/>
                  </a:lnTo>
                  <a:cubicBezTo>
                    <a:pt x="571749" y="664926"/>
                    <a:pt x="571749" y="659728"/>
                    <a:pt x="566547" y="654699"/>
                  </a:cubicBezTo>
                  <a:cubicBezTo>
                    <a:pt x="566547" y="654699"/>
                    <a:pt x="556142" y="638938"/>
                    <a:pt x="550940" y="633909"/>
                  </a:cubicBezTo>
                  <a:cubicBezTo>
                    <a:pt x="545738" y="628544"/>
                    <a:pt x="545738" y="628544"/>
                    <a:pt x="545738" y="628544"/>
                  </a:cubicBezTo>
                  <a:cubicBezTo>
                    <a:pt x="545738" y="623346"/>
                    <a:pt x="540704" y="618316"/>
                    <a:pt x="535334" y="618316"/>
                  </a:cubicBezTo>
                  <a:lnTo>
                    <a:pt x="530131" y="618316"/>
                  </a:lnTo>
                  <a:cubicBezTo>
                    <a:pt x="535334" y="613119"/>
                    <a:pt x="535334" y="613119"/>
                    <a:pt x="535334" y="607754"/>
                  </a:cubicBezTo>
                  <a:lnTo>
                    <a:pt x="530131" y="602556"/>
                  </a:lnTo>
                  <a:lnTo>
                    <a:pt x="524929" y="602556"/>
                  </a:lnTo>
                  <a:lnTo>
                    <a:pt x="519895" y="602556"/>
                  </a:lnTo>
                  <a:cubicBezTo>
                    <a:pt x="519895" y="597527"/>
                    <a:pt x="519895" y="597527"/>
                    <a:pt x="519895" y="597527"/>
                  </a:cubicBezTo>
                  <a:lnTo>
                    <a:pt x="519895" y="592329"/>
                  </a:lnTo>
                  <a:cubicBezTo>
                    <a:pt x="519895" y="586964"/>
                    <a:pt x="514525" y="586964"/>
                    <a:pt x="514525" y="586964"/>
                  </a:cubicBezTo>
                  <a:cubicBezTo>
                    <a:pt x="509323" y="586964"/>
                    <a:pt x="509323" y="586964"/>
                    <a:pt x="509323" y="586964"/>
                  </a:cubicBezTo>
                  <a:cubicBezTo>
                    <a:pt x="504121" y="581766"/>
                    <a:pt x="504121" y="576737"/>
                    <a:pt x="499086" y="576737"/>
                  </a:cubicBezTo>
                  <a:cubicBezTo>
                    <a:pt x="499086" y="571539"/>
                    <a:pt x="499086" y="571539"/>
                    <a:pt x="499086" y="571539"/>
                  </a:cubicBezTo>
                  <a:cubicBezTo>
                    <a:pt x="499086" y="571539"/>
                    <a:pt x="499086" y="571539"/>
                    <a:pt x="499086" y="566174"/>
                  </a:cubicBezTo>
                  <a:cubicBezTo>
                    <a:pt x="499086" y="560977"/>
                    <a:pt x="499086" y="560977"/>
                    <a:pt x="493716" y="555947"/>
                  </a:cubicBezTo>
                  <a:close/>
                  <a:moveTo>
                    <a:pt x="1875775" y="550772"/>
                  </a:moveTo>
                  <a:lnTo>
                    <a:pt x="1880893" y="550772"/>
                  </a:lnTo>
                  <a:cubicBezTo>
                    <a:pt x="1880893" y="555914"/>
                    <a:pt x="1880893" y="555914"/>
                    <a:pt x="1880893" y="555914"/>
                  </a:cubicBezTo>
                  <a:cubicBezTo>
                    <a:pt x="1880893" y="560890"/>
                    <a:pt x="1880893" y="560890"/>
                    <a:pt x="1886012" y="560890"/>
                  </a:cubicBezTo>
                  <a:lnTo>
                    <a:pt x="1886012" y="566031"/>
                  </a:lnTo>
                  <a:cubicBezTo>
                    <a:pt x="1880893" y="566031"/>
                    <a:pt x="1875775" y="571339"/>
                    <a:pt x="1875775" y="571339"/>
                  </a:cubicBezTo>
                  <a:lnTo>
                    <a:pt x="1875775" y="576481"/>
                  </a:lnTo>
                  <a:cubicBezTo>
                    <a:pt x="1870656" y="576481"/>
                    <a:pt x="1870656" y="576481"/>
                    <a:pt x="1870656" y="576481"/>
                  </a:cubicBezTo>
                  <a:cubicBezTo>
                    <a:pt x="1870656" y="571339"/>
                    <a:pt x="1870656" y="571339"/>
                    <a:pt x="1870656" y="571339"/>
                  </a:cubicBezTo>
                  <a:lnTo>
                    <a:pt x="1870656" y="566031"/>
                  </a:lnTo>
                  <a:cubicBezTo>
                    <a:pt x="1870656" y="566031"/>
                    <a:pt x="1875775" y="560890"/>
                    <a:pt x="1870656" y="560890"/>
                  </a:cubicBezTo>
                  <a:cubicBezTo>
                    <a:pt x="1870656" y="555914"/>
                    <a:pt x="1870656" y="555914"/>
                    <a:pt x="1870656" y="555914"/>
                  </a:cubicBezTo>
                  <a:cubicBezTo>
                    <a:pt x="1875775" y="555914"/>
                    <a:pt x="1875775" y="555914"/>
                    <a:pt x="1875775" y="550772"/>
                  </a:cubicBezTo>
                  <a:close/>
                  <a:moveTo>
                    <a:pt x="1652593" y="545597"/>
                  </a:moveTo>
                  <a:cubicBezTo>
                    <a:pt x="1652593" y="545597"/>
                    <a:pt x="1652593" y="545597"/>
                    <a:pt x="1657802" y="545597"/>
                  </a:cubicBezTo>
                  <a:cubicBezTo>
                    <a:pt x="1657802" y="545597"/>
                    <a:pt x="1657802" y="545597"/>
                    <a:pt x="1663011" y="545597"/>
                  </a:cubicBezTo>
                  <a:cubicBezTo>
                    <a:pt x="1663011" y="545597"/>
                    <a:pt x="1663011" y="545597"/>
                    <a:pt x="1668219" y="545597"/>
                  </a:cubicBezTo>
                  <a:cubicBezTo>
                    <a:pt x="1668219" y="545597"/>
                    <a:pt x="1668219" y="545597"/>
                    <a:pt x="1673428" y="545597"/>
                  </a:cubicBezTo>
                  <a:lnTo>
                    <a:pt x="1678636" y="550956"/>
                  </a:lnTo>
                  <a:lnTo>
                    <a:pt x="1683845" y="556147"/>
                  </a:lnTo>
                  <a:cubicBezTo>
                    <a:pt x="1683845" y="561170"/>
                    <a:pt x="1689053" y="561170"/>
                    <a:pt x="1694262" y="561170"/>
                  </a:cubicBezTo>
                  <a:cubicBezTo>
                    <a:pt x="1699470" y="561170"/>
                    <a:pt x="1699470" y="561170"/>
                    <a:pt x="1704679" y="566362"/>
                  </a:cubicBezTo>
                  <a:cubicBezTo>
                    <a:pt x="1709888" y="571720"/>
                    <a:pt x="1715096" y="571720"/>
                    <a:pt x="1715096" y="571720"/>
                  </a:cubicBezTo>
                  <a:cubicBezTo>
                    <a:pt x="1720305" y="571720"/>
                    <a:pt x="1720305" y="571720"/>
                    <a:pt x="1720305" y="571720"/>
                  </a:cubicBezTo>
                  <a:cubicBezTo>
                    <a:pt x="1725513" y="571720"/>
                    <a:pt x="1730722" y="561170"/>
                    <a:pt x="1730722" y="556147"/>
                  </a:cubicBezTo>
                  <a:cubicBezTo>
                    <a:pt x="1730722" y="550956"/>
                    <a:pt x="1730722" y="550956"/>
                    <a:pt x="1730722" y="550956"/>
                  </a:cubicBezTo>
                  <a:cubicBezTo>
                    <a:pt x="1730722" y="545597"/>
                    <a:pt x="1741139" y="545597"/>
                    <a:pt x="1741139" y="545597"/>
                  </a:cubicBezTo>
                  <a:lnTo>
                    <a:pt x="1746348" y="545597"/>
                  </a:lnTo>
                  <a:lnTo>
                    <a:pt x="1751556" y="545597"/>
                  </a:lnTo>
                  <a:cubicBezTo>
                    <a:pt x="1751556" y="550956"/>
                    <a:pt x="1756765" y="550956"/>
                    <a:pt x="1756765" y="550956"/>
                  </a:cubicBezTo>
                  <a:cubicBezTo>
                    <a:pt x="1761974" y="550956"/>
                    <a:pt x="1761974" y="550956"/>
                    <a:pt x="1761974" y="550956"/>
                  </a:cubicBezTo>
                  <a:cubicBezTo>
                    <a:pt x="1761974" y="556147"/>
                    <a:pt x="1767014" y="556147"/>
                    <a:pt x="1767014" y="556147"/>
                  </a:cubicBezTo>
                  <a:cubicBezTo>
                    <a:pt x="1767014" y="556147"/>
                    <a:pt x="1767014" y="556147"/>
                    <a:pt x="1767014" y="561170"/>
                  </a:cubicBezTo>
                  <a:lnTo>
                    <a:pt x="1767014" y="566362"/>
                  </a:lnTo>
                  <a:cubicBezTo>
                    <a:pt x="1767014" y="571720"/>
                    <a:pt x="1767014" y="571720"/>
                    <a:pt x="1767014" y="571720"/>
                  </a:cubicBezTo>
                  <a:cubicBezTo>
                    <a:pt x="1767014" y="576912"/>
                    <a:pt x="1767014" y="576912"/>
                    <a:pt x="1767014" y="576912"/>
                  </a:cubicBezTo>
                  <a:lnTo>
                    <a:pt x="1767014" y="581935"/>
                  </a:lnTo>
                  <a:cubicBezTo>
                    <a:pt x="1767014" y="581935"/>
                    <a:pt x="1767014" y="581935"/>
                    <a:pt x="1767014" y="587126"/>
                  </a:cubicBezTo>
                  <a:cubicBezTo>
                    <a:pt x="1767014" y="592485"/>
                    <a:pt x="1767014" y="597676"/>
                    <a:pt x="1767014" y="613250"/>
                  </a:cubicBezTo>
                  <a:cubicBezTo>
                    <a:pt x="1767014" y="628656"/>
                    <a:pt x="1767014" y="644230"/>
                    <a:pt x="1767014" y="659803"/>
                  </a:cubicBezTo>
                  <a:cubicBezTo>
                    <a:pt x="1767014" y="664995"/>
                    <a:pt x="1767014" y="670186"/>
                    <a:pt x="1767014" y="675544"/>
                  </a:cubicBezTo>
                  <a:cubicBezTo>
                    <a:pt x="1767014" y="675544"/>
                    <a:pt x="1767014" y="675544"/>
                    <a:pt x="1756765" y="675544"/>
                  </a:cubicBezTo>
                  <a:cubicBezTo>
                    <a:pt x="1756765" y="675544"/>
                    <a:pt x="1756765" y="675544"/>
                    <a:pt x="1689053" y="634015"/>
                  </a:cubicBezTo>
                  <a:cubicBezTo>
                    <a:pt x="1689053" y="634015"/>
                    <a:pt x="1689053" y="634015"/>
                    <a:pt x="1689053" y="639039"/>
                  </a:cubicBezTo>
                  <a:lnTo>
                    <a:pt x="1683845" y="639039"/>
                  </a:lnTo>
                  <a:cubicBezTo>
                    <a:pt x="1678636" y="639039"/>
                    <a:pt x="1678636" y="639039"/>
                    <a:pt x="1678636" y="644230"/>
                  </a:cubicBezTo>
                  <a:cubicBezTo>
                    <a:pt x="1673428" y="644230"/>
                    <a:pt x="1673428" y="644230"/>
                    <a:pt x="1673428" y="644230"/>
                  </a:cubicBezTo>
                  <a:lnTo>
                    <a:pt x="1668219" y="639039"/>
                  </a:lnTo>
                  <a:cubicBezTo>
                    <a:pt x="1663011" y="639039"/>
                    <a:pt x="1663011" y="639039"/>
                    <a:pt x="1657802" y="639039"/>
                  </a:cubicBezTo>
                  <a:cubicBezTo>
                    <a:pt x="1652593" y="634015"/>
                    <a:pt x="1652593" y="628656"/>
                    <a:pt x="1652593" y="628656"/>
                  </a:cubicBezTo>
                  <a:cubicBezTo>
                    <a:pt x="1647385" y="628656"/>
                    <a:pt x="1642512" y="623465"/>
                    <a:pt x="1642512" y="623465"/>
                  </a:cubicBezTo>
                  <a:lnTo>
                    <a:pt x="1637137" y="623465"/>
                  </a:lnTo>
                  <a:cubicBezTo>
                    <a:pt x="1637137" y="618441"/>
                    <a:pt x="1637137" y="618441"/>
                    <a:pt x="1637137" y="618441"/>
                  </a:cubicBezTo>
                  <a:cubicBezTo>
                    <a:pt x="1637137" y="613250"/>
                    <a:pt x="1637137" y="613250"/>
                    <a:pt x="1631929" y="613250"/>
                  </a:cubicBezTo>
                  <a:cubicBezTo>
                    <a:pt x="1637137" y="613250"/>
                    <a:pt x="1637137" y="607891"/>
                    <a:pt x="1637137" y="607891"/>
                  </a:cubicBezTo>
                  <a:cubicBezTo>
                    <a:pt x="1637137" y="602700"/>
                    <a:pt x="1637137" y="602700"/>
                    <a:pt x="1637137" y="602700"/>
                  </a:cubicBezTo>
                  <a:cubicBezTo>
                    <a:pt x="1637137" y="597676"/>
                    <a:pt x="1637137" y="597676"/>
                    <a:pt x="1637137" y="597676"/>
                  </a:cubicBezTo>
                  <a:cubicBezTo>
                    <a:pt x="1637137" y="597676"/>
                    <a:pt x="1637137" y="597676"/>
                    <a:pt x="1637137" y="592485"/>
                  </a:cubicBezTo>
                  <a:lnTo>
                    <a:pt x="1637137" y="587126"/>
                  </a:lnTo>
                  <a:lnTo>
                    <a:pt x="1637137" y="581935"/>
                  </a:lnTo>
                  <a:cubicBezTo>
                    <a:pt x="1637137" y="581935"/>
                    <a:pt x="1637137" y="581935"/>
                    <a:pt x="1637137" y="576912"/>
                  </a:cubicBezTo>
                  <a:lnTo>
                    <a:pt x="1631929" y="571720"/>
                  </a:lnTo>
                  <a:cubicBezTo>
                    <a:pt x="1637137" y="571720"/>
                    <a:pt x="1637137" y="571720"/>
                    <a:pt x="1637137" y="566362"/>
                  </a:cubicBezTo>
                  <a:cubicBezTo>
                    <a:pt x="1637137" y="566362"/>
                    <a:pt x="1637137" y="566362"/>
                    <a:pt x="1637137" y="561170"/>
                  </a:cubicBezTo>
                  <a:cubicBezTo>
                    <a:pt x="1637137" y="556147"/>
                    <a:pt x="1637137" y="556147"/>
                    <a:pt x="1637137" y="556147"/>
                  </a:cubicBezTo>
                  <a:cubicBezTo>
                    <a:pt x="1642512" y="556147"/>
                    <a:pt x="1642344" y="550956"/>
                    <a:pt x="1647385" y="550956"/>
                  </a:cubicBezTo>
                  <a:cubicBezTo>
                    <a:pt x="1647385" y="550956"/>
                    <a:pt x="1652593" y="550956"/>
                    <a:pt x="1652593" y="545597"/>
                  </a:cubicBezTo>
                  <a:close/>
                  <a:moveTo>
                    <a:pt x="462674" y="545597"/>
                  </a:moveTo>
                  <a:cubicBezTo>
                    <a:pt x="467827" y="550988"/>
                    <a:pt x="467827" y="550988"/>
                    <a:pt x="467827" y="550988"/>
                  </a:cubicBezTo>
                  <a:lnTo>
                    <a:pt x="472980" y="545597"/>
                  </a:lnTo>
                  <a:cubicBezTo>
                    <a:pt x="472980" y="550988"/>
                    <a:pt x="472980" y="550988"/>
                    <a:pt x="472980" y="550988"/>
                  </a:cubicBezTo>
                  <a:cubicBezTo>
                    <a:pt x="472980" y="550988"/>
                    <a:pt x="472980" y="550988"/>
                    <a:pt x="472980" y="556211"/>
                  </a:cubicBezTo>
                  <a:cubicBezTo>
                    <a:pt x="472980" y="561265"/>
                    <a:pt x="472980" y="561265"/>
                    <a:pt x="472980" y="566487"/>
                  </a:cubicBezTo>
                  <a:cubicBezTo>
                    <a:pt x="467827" y="566487"/>
                    <a:pt x="467827" y="566487"/>
                    <a:pt x="467827" y="566487"/>
                  </a:cubicBezTo>
                  <a:cubicBezTo>
                    <a:pt x="467827" y="566487"/>
                    <a:pt x="467827" y="566487"/>
                    <a:pt x="467827" y="561265"/>
                  </a:cubicBezTo>
                  <a:cubicBezTo>
                    <a:pt x="467827" y="556211"/>
                    <a:pt x="467827" y="556211"/>
                    <a:pt x="462674" y="556211"/>
                  </a:cubicBezTo>
                  <a:cubicBezTo>
                    <a:pt x="462674" y="556211"/>
                    <a:pt x="462674" y="556211"/>
                    <a:pt x="462674" y="550988"/>
                  </a:cubicBezTo>
                  <a:cubicBezTo>
                    <a:pt x="462674" y="550988"/>
                    <a:pt x="462674" y="550988"/>
                    <a:pt x="462674" y="545597"/>
                  </a:cubicBezTo>
                  <a:close/>
                  <a:moveTo>
                    <a:pt x="2743531" y="535213"/>
                  </a:moveTo>
                  <a:cubicBezTo>
                    <a:pt x="2748538" y="535213"/>
                    <a:pt x="2748538" y="535213"/>
                    <a:pt x="2748538" y="535213"/>
                  </a:cubicBezTo>
                  <a:cubicBezTo>
                    <a:pt x="2748538" y="535213"/>
                    <a:pt x="2748538" y="535213"/>
                    <a:pt x="2753712" y="535213"/>
                  </a:cubicBezTo>
                  <a:cubicBezTo>
                    <a:pt x="2753712" y="535213"/>
                    <a:pt x="2753712" y="535213"/>
                    <a:pt x="2758885" y="535213"/>
                  </a:cubicBezTo>
                  <a:lnTo>
                    <a:pt x="2758885" y="540189"/>
                  </a:lnTo>
                  <a:lnTo>
                    <a:pt x="2758885" y="545330"/>
                  </a:lnTo>
                  <a:lnTo>
                    <a:pt x="2758885" y="550638"/>
                  </a:lnTo>
                  <a:lnTo>
                    <a:pt x="2753712" y="550638"/>
                  </a:lnTo>
                  <a:lnTo>
                    <a:pt x="2748538" y="550638"/>
                  </a:lnTo>
                  <a:cubicBezTo>
                    <a:pt x="2748538" y="545330"/>
                    <a:pt x="2748538" y="545330"/>
                    <a:pt x="2748538" y="545330"/>
                  </a:cubicBezTo>
                  <a:cubicBezTo>
                    <a:pt x="2748538" y="540189"/>
                    <a:pt x="2748538" y="540189"/>
                    <a:pt x="2743531" y="540189"/>
                  </a:cubicBezTo>
                  <a:cubicBezTo>
                    <a:pt x="2743531" y="540189"/>
                    <a:pt x="2743531" y="540189"/>
                    <a:pt x="2743531" y="535213"/>
                  </a:cubicBezTo>
                  <a:close/>
                  <a:moveTo>
                    <a:pt x="2233733" y="524807"/>
                  </a:moveTo>
                  <a:cubicBezTo>
                    <a:pt x="2238923" y="524807"/>
                    <a:pt x="2238923" y="530177"/>
                    <a:pt x="2238923" y="530177"/>
                  </a:cubicBezTo>
                  <a:cubicBezTo>
                    <a:pt x="2238923" y="530177"/>
                    <a:pt x="2238923" y="530177"/>
                    <a:pt x="2233733" y="535378"/>
                  </a:cubicBezTo>
                  <a:cubicBezTo>
                    <a:pt x="2233733" y="535378"/>
                    <a:pt x="2233733" y="535378"/>
                    <a:pt x="2233733" y="530177"/>
                  </a:cubicBezTo>
                  <a:cubicBezTo>
                    <a:pt x="2233733" y="530177"/>
                    <a:pt x="2233733" y="530177"/>
                    <a:pt x="2233733" y="524807"/>
                  </a:cubicBezTo>
                  <a:close/>
                  <a:moveTo>
                    <a:pt x="1485908" y="514547"/>
                  </a:moveTo>
                  <a:cubicBezTo>
                    <a:pt x="1485908" y="514547"/>
                    <a:pt x="1485908" y="514547"/>
                    <a:pt x="1491117" y="514547"/>
                  </a:cubicBezTo>
                  <a:lnTo>
                    <a:pt x="1496326" y="519592"/>
                  </a:lnTo>
                  <a:cubicBezTo>
                    <a:pt x="1501536" y="519592"/>
                    <a:pt x="1506745" y="519592"/>
                    <a:pt x="1506745" y="519592"/>
                  </a:cubicBezTo>
                  <a:cubicBezTo>
                    <a:pt x="1506745" y="519592"/>
                    <a:pt x="1506745" y="519592"/>
                    <a:pt x="1511955" y="519592"/>
                  </a:cubicBezTo>
                  <a:lnTo>
                    <a:pt x="1517332" y="519592"/>
                  </a:lnTo>
                  <a:cubicBezTo>
                    <a:pt x="1522373" y="524805"/>
                    <a:pt x="1522373" y="524805"/>
                    <a:pt x="1522373" y="530186"/>
                  </a:cubicBezTo>
                  <a:cubicBezTo>
                    <a:pt x="1522373" y="535399"/>
                    <a:pt x="1522373" y="540444"/>
                    <a:pt x="1522373" y="545657"/>
                  </a:cubicBezTo>
                  <a:lnTo>
                    <a:pt x="1517332" y="545657"/>
                  </a:lnTo>
                  <a:cubicBezTo>
                    <a:pt x="1517332" y="545657"/>
                    <a:pt x="1517332" y="545657"/>
                    <a:pt x="1511955" y="545657"/>
                  </a:cubicBezTo>
                  <a:cubicBezTo>
                    <a:pt x="1511955" y="545657"/>
                    <a:pt x="1511955" y="545657"/>
                    <a:pt x="1511955" y="551039"/>
                  </a:cubicBezTo>
                  <a:cubicBezTo>
                    <a:pt x="1506745" y="551039"/>
                    <a:pt x="1506745" y="545657"/>
                    <a:pt x="1506745" y="545657"/>
                  </a:cubicBezTo>
                  <a:cubicBezTo>
                    <a:pt x="1506745" y="545657"/>
                    <a:pt x="1501536" y="545657"/>
                    <a:pt x="1501536" y="551039"/>
                  </a:cubicBezTo>
                  <a:cubicBezTo>
                    <a:pt x="1501536" y="556252"/>
                    <a:pt x="1501536" y="556252"/>
                    <a:pt x="1501536" y="556252"/>
                  </a:cubicBezTo>
                  <a:cubicBezTo>
                    <a:pt x="1501536" y="561297"/>
                    <a:pt x="1501536" y="561297"/>
                    <a:pt x="1501536" y="561297"/>
                  </a:cubicBezTo>
                  <a:lnTo>
                    <a:pt x="1496326" y="561297"/>
                  </a:lnTo>
                  <a:cubicBezTo>
                    <a:pt x="1496326" y="561297"/>
                    <a:pt x="1491117" y="561297"/>
                    <a:pt x="1491117" y="566510"/>
                  </a:cubicBezTo>
                  <a:cubicBezTo>
                    <a:pt x="1485908" y="566510"/>
                    <a:pt x="1485908" y="566510"/>
                    <a:pt x="1485908" y="566510"/>
                  </a:cubicBezTo>
                  <a:cubicBezTo>
                    <a:pt x="1480698" y="566510"/>
                    <a:pt x="1480698" y="566510"/>
                    <a:pt x="1480698" y="571891"/>
                  </a:cubicBezTo>
                  <a:cubicBezTo>
                    <a:pt x="1475657" y="571891"/>
                    <a:pt x="1475657" y="571891"/>
                    <a:pt x="1475657" y="571891"/>
                  </a:cubicBezTo>
                  <a:lnTo>
                    <a:pt x="1470279" y="571891"/>
                  </a:lnTo>
                  <a:lnTo>
                    <a:pt x="1465070" y="577104"/>
                  </a:lnTo>
                  <a:cubicBezTo>
                    <a:pt x="1459861" y="577104"/>
                    <a:pt x="1459861" y="582149"/>
                    <a:pt x="1454819" y="582149"/>
                  </a:cubicBezTo>
                  <a:cubicBezTo>
                    <a:pt x="1454819" y="582149"/>
                    <a:pt x="1454819" y="582149"/>
                    <a:pt x="1454819" y="592744"/>
                  </a:cubicBezTo>
                  <a:cubicBezTo>
                    <a:pt x="1454819" y="592744"/>
                    <a:pt x="1454819" y="592744"/>
                    <a:pt x="1439023" y="592744"/>
                  </a:cubicBezTo>
                  <a:cubicBezTo>
                    <a:pt x="1439023" y="587362"/>
                    <a:pt x="1444233" y="587362"/>
                    <a:pt x="1449442" y="582149"/>
                  </a:cubicBezTo>
                  <a:cubicBezTo>
                    <a:pt x="1454819" y="577104"/>
                    <a:pt x="1454819" y="577104"/>
                    <a:pt x="1454819" y="571891"/>
                  </a:cubicBezTo>
                  <a:cubicBezTo>
                    <a:pt x="1454819" y="571891"/>
                    <a:pt x="1454819" y="566510"/>
                    <a:pt x="1454819" y="561297"/>
                  </a:cubicBezTo>
                  <a:lnTo>
                    <a:pt x="1454819" y="556252"/>
                  </a:lnTo>
                  <a:cubicBezTo>
                    <a:pt x="1459861" y="551039"/>
                    <a:pt x="1454819" y="551039"/>
                    <a:pt x="1454819" y="545657"/>
                  </a:cubicBezTo>
                  <a:cubicBezTo>
                    <a:pt x="1459861" y="545657"/>
                    <a:pt x="1465070" y="540444"/>
                    <a:pt x="1465070" y="540444"/>
                  </a:cubicBezTo>
                  <a:cubicBezTo>
                    <a:pt x="1465070" y="540444"/>
                    <a:pt x="1475657" y="535399"/>
                    <a:pt x="1480698" y="530186"/>
                  </a:cubicBezTo>
                  <a:cubicBezTo>
                    <a:pt x="1480698" y="530186"/>
                    <a:pt x="1485908" y="524805"/>
                    <a:pt x="1485908" y="519592"/>
                  </a:cubicBezTo>
                  <a:cubicBezTo>
                    <a:pt x="1485908" y="514547"/>
                    <a:pt x="1485908" y="514547"/>
                    <a:pt x="1485908" y="514547"/>
                  </a:cubicBezTo>
                  <a:close/>
                  <a:moveTo>
                    <a:pt x="2774641" y="514292"/>
                  </a:moveTo>
                  <a:cubicBezTo>
                    <a:pt x="2774641" y="514292"/>
                    <a:pt x="2774641" y="514292"/>
                    <a:pt x="2779848" y="514292"/>
                  </a:cubicBezTo>
                  <a:cubicBezTo>
                    <a:pt x="2779848" y="514292"/>
                    <a:pt x="2779848" y="514292"/>
                    <a:pt x="2785055" y="514292"/>
                  </a:cubicBezTo>
                  <a:lnTo>
                    <a:pt x="2779848" y="519328"/>
                  </a:lnTo>
                  <a:cubicBezTo>
                    <a:pt x="2774641" y="519328"/>
                    <a:pt x="2774641" y="519328"/>
                    <a:pt x="2774641" y="524532"/>
                  </a:cubicBezTo>
                  <a:lnTo>
                    <a:pt x="2769433" y="524532"/>
                  </a:lnTo>
                  <a:lnTo>
                    <a:pt x="2764226" y="524532"/>
                  </a:lnTo>
                  <a:lnTo>
                    <a:pt x="2764226" y="519328"/>
                  </a:lnTo>
                  <a:cubicBezTo>
                    <a:pt x="2769433" y="519328"/>
                    <a:pt x="2769433" y="519328"/>
                    <a:pt x="2774641" y="514292"/>
                  </a:cubicBezTo>
                  <a:close/>
                  <a:moveTo>
                    <a:pt x="2275253" y="509371"/>
                  </a:moveTo>
                  <a:cubicBezTo>
                    <a:pt x="2280443" y="514572"/>
                    <a:pt x="2280443" y="514572"/>
                    <a:pt x="2280443" y="514572"/>
                  </a:cubicBezTo>
                  <a:lnTo>
                    <a:pt x="2280443" y="519606"/>
                  </a:lnTo>
                  <a:cubicBezTo>
                    <a:pt x="2275253" y="519606"/>
                    <a:pt x="2275253" y="524807"/>
                    <a:pt x="2275253" y="524807"/>
                  </a:cubicBezTo>
                  <a:cubicBezTo>
                    <a:pt x="2275253" y="524807"/>
                    <a:pt x="2275253" y="524807"/>
                    <a:pt x="2270231" y="524807"/>
                  </a:cubicBezTo>
                  <a:lnTo>
                    <a:pt x="2265041" y="530177"/>
                  </a:lnTo>
                  <a:cubicBezTo>
                    <a:pt x="2265041" y="530177"/>
                    <a:pt x="2265041" y="535378"/>
                    <a:pt x="2270231" y="535378"/>
                  </a:cubicBezTo>
                  <a:cubicBezTo>
                    <a:pt x="2270231" y="540412"/>
                    <a:pt x="2270231" y="540412"/>
                    <a:pt x="2270231" y="540412"/>
                  </a:cubicBezTo>
                  <a:cubicBezTo>
                    <a:pt x="2270231" y="540412"/>
                    <a:pt x="2265041" y="540412"/>
                    <a:pt x="2265041" y="545613"/>
                  </a:cubicBezTo>
                  <a:cubicBezTo>
                    <a:pt x="2265041" y="545613"/>
                    <a:pt x="2265041" y="545613"/>
                    <a:pt x="2265041" y="550982"/>
                  </a:cubicBezTo>
                  <a:lnTo>
                    <a:pt x="2265041" y="556184"/>
                  </a:lnTo>
                  <a:cubicBezTo>
                    <a:pt x="2265041" y="556184"/>
                    <a:pt x="2265041" y="556184"/>
                    <a:pt x="2265041" y="561218"/>
                  </a:cubicBezTo>
                  <a:lnTo>
                    <a:pt x="2270231" y="561218"/>
                  </a:lnTo>
                  <a:lnTo>
                    <a:pt x="2275253" y="561218"/>
                  </a:lnTo>
                  <a:lnTo>
                    <a:pt x="2275253" y="566419"/>
                  </a:lnTo>
                  <a:cubicBezTo>
                    <a:pt x="2280443" y="566419"/>
                    <a:pt x="2280443" y="566419"/>
                    <a:pt x="2280443" y="566419"/>
                  </a:cubicBezTo>
                  <a:cubicBezTo>
                    <a:pt x="2280443" y="571788"/>
                    <a:pt x="2280443" y="571788"/>
                    <a:pt x="2280443" y="571788"/>
                  </a:cubicBezTo>
                  <a:lnTo>
                    <a:pt x="2280443" y="576990"/>
                  </a:lnTo>
                  <a:cubicBezTo>
                    <a:pt x="2280443" y="582023"/>
                    <a:pt x="2280443" y="582023"/>
                    <a:pt x="2280443" y="582023"/>
                  </a:cubicBezTo>
                  <a:cubicBezTo>
                    <a:pt x="2280443" y="587225"/>
                    <a:pt x="2280443" y="587225"/>
                    <a:pt x="2280443" y="587225"/>
                  </a:cubicBezTo>
                  <a:cubicBezTo>
                    <a:pt x="2280443" y="592594"/>
                    <a:pt x="2280443" y="592594"/>
                    <a:pt x="2280443" y="592594"/>
                  </a:cubicBezTo>
                  <a:cubicBezTo>
                    <a:pt x="2285801" y="592594"/>
                    <a:pt x="2285801" y="592594"/>
                    <a:pt x="2285801" y="592594"/>
                  </a:cubicBezTo>
                  <a:lnTo>
                    <a:pt x="2290991" y="592594"/>
                  </a:lnTo>
                  <a:cubicBezTo>
                    <a:pt x="2290991" y="592594"/>
                    <a:pt x="2290991" y="597795"/>
                    <a:pt x="2296014" y="597795"/>
                  </a:cubicBezTo>
                  <a:cubicBezTo>
                    <a:pt x="2296014" y="597795"/>
                    <a:pt x="2296014" y="597795"/>
                    <a:pt x="2301204" y="597795"/>
                  </a:cubicBezTo>
                  <a:cubicBezTo>
                    <a:pt x="2301204" y="597795"/>
                    <a:pt x="2306561" y="597795"/>
                    <a:pt x="2306561" y="602829"/>
                  </a:cubicBezTo>
                  <a:cubicBezTo>
                    <a:pt x="2306561" y="602829"/>
                    <a:pt x="2306561" y="602829"/>
                    <a:pt x="2311751" y="602829"/>
                  </a:cubicBezTo>
                  <a:lnTo>
                    <a:pt x="2316774" y="602829"/>
                  </a:lnTo>
                  <a:cubicBezTo>
                    <a:pt x="2321964" y="602829"/>
                    <a:pt x="2321964" y="602829"/>
                    <a:pt x="2321964" y="602829"/>
                  </a:cubicBezTo>
                  <a:cubicBezTo>
                    <a:pt x="2321964" y="608031"/>
                    <a:pt x="2321964" y="608031"/>
                    <a:pt x="2332511" y="608031"/>
                  </a:cubicBezTo>
                  <a:cubicBezTo>
                    <a:pt x="2332511" y="613400"/>
                    <a:pt x="2332511" y="613400"/>
                    <a:pt x="2332511" y="613400"/>
                  </a:cubicBezTo>
                  <a:cubicBezTo>
                    <a:pt x="2337534" y="613400"/>
                    <a:pt x="2337534" y="613400"/>
                    <a:pt x="2337534" y="613400"/>
                  </a:cubicBezTo>
                  <a:lnTo>
                    <a:pt x="2342724" y="613400"/>
                  </a:lnTo>
                  <a:lnTo>
                    <a:pt x="2348081" y="613400"/>
                  </a:lnTo>
                  <a:lnTo>
                    <a:pt x="2353271" y="613400"/>
                  </a:lnTo>
                  <a:cubicBezTo>
                    <a:pt x="2353271" y="618601"/>
                    <a:pt x="2353271" y="618601"/>
                    <a:pt x="2353271" y="623635"/>
                  </a:cubicBezTo>
                  <a:lnTo>
                    <a:pt x="2358294" y="623635"/>
                  </a:lnTo>
                  <a:cubicBezTo>
                    <a:pt x="2353271" y="623635"/>
                    <a:pt x="2353271" y="623635"/>
                    <a:pt x="2353271" y="628836"/>
                  </a:cubicBezTo>
                  <a:cubicBezTo>
                    <a:pt x="2353271" y="634206"/>
                    <a:pt x="2353271" y="634206"/>
                    <a:pt x="2358294" y="634206"/>
                  </a:cubicBezTo>
                  <a:cubicBezTo>
                    <a:pt x="2358294" y="639239"/>
                    <a:pt x="2358294" y="639239"/>
                    <a:pt x="2358294" y="639239"/>
                  </a:cubicBezTo>
                  <a:lnTo>
                    <a:pt x="2358294" y="644441"/>
                  </a:lnTo>
                  <a:lnTo>
                    <a:pt x="2358294" y="649642"/>
                  </a:lnTo>
                  <a:cubicBezTo>
                    <a:pt x="2358294" y="649642"/>
                    <a:pt x="2358294" y="649642"/>
                    <a:pt x="2353271" y="649642"/>
                  </a:cubicBezTo>
                  <a:lnTo>
                    <a:pt x="2353271" y="655011"/>
                  </a:lnTo>
                  <a:cubicBezTo>
                    <a:pt x="2353271" y="655011"/>
                    <a:pt x="2353271" y="655011"/>
                    <a:pt x="2348081" y="655011"/>
                  </a:cubicBezTo>
                  <a:cubicBezTo>
                    <a:pt x="2348081" y="655011"/>
                    <a:pt x="2348081" y="660045"/>
                    <a:pt x="2342724" y="660045"/>
                  </a:cubicBezTo>
                  <a:cubicBezTo>
                    <a:pt x="2342724" y="665246"/>
                    <a:pt x="2342724" y="665246"/>
                    <a:pt x="2342724" y="670448"/>
                  </a:cubicBezTo>
                  <a:cubicBezTo>
                    <a:pt x="2337534" y="675817"/>
                    <a:pt x="2337534" y="675817"/>
                    <a:pt x="2337534" y="675817"/>
                  </a:cubicBezTo>
                  <a:lnTo>
                    <a:pt x="2332511" y="675817"/>
                  </a:lnTo>
                  <a:cubicBezTo>
                    <a:pt x="2332511" y="680851"/>
                    <a:pt x="2327321" y="680851"/>
                    <a:pt x="2327321" y="680851"/>
                  </a:cubicBezTo>
                  <a:cubicBezTo>
                    <a:pt x="2321964" y="686052"/>
                    <a:pt x="2321964" y="686052"/>
                    <a:pt x="2321964" y="691254"/>
                  </a:cubicBezTo>
                  <a:cubicBezTo>
                    <a:pt x="2316774" y="691254"/>
                    <a:pt x="2316774" y="696623"/>
                    <a:pt x="2311751" y="696623"/>
                  </a:cubicBezTo>
                  <a:lnTo>
                    <a:pt x="2306561" y="701657"/>
                  </a:lnTo>
                  <a:cubicBezTo>
                    <a:pt x="2301204" y="706858"/>
                    <a:pt x="2301204" y="706858"/>
                    <a:pt x="2301204" y="712059"/>
                  </a:cubicBezTo>
                  <a:lnTo>
                    <a:pt x="2296014" y="712059"/>
                  </a:lnTo>
                  <a:cubicBezTo>
                    <a:pt x="2296014" y="712059"/>
                    <a:pt x="2290991" y="712059"/>
                    <a:pt x="2290991" y="717429"/>
                  </a:cubicBezTo>
                  <a:cubicBezTo>
                    <a:pt x="2285801" y="722462"/>
                    <a:pt x="2280443" y="722462"/>
                    <a:pt x="2280443" y="727664"/>
                  </a:cubicBezTo>
                  <a:cubicBezTo>
                    <a:pt x="2280443" y="727664"/>
                    <a:pt x="2275253" y="738067"/>
                    <a:pt x="2280443" y="743100"/>
                  </a:cubicBezTo>
                  <a:cubicBezTo>
                    <a:pt x="2280443" y="748302"/>
                    <a:pt x="2280443" y="748302"/>
                    <a:pt x="2280443" y="748302"/>
                  </a:cubicBezTo>
                  <a:cubicBezTo>
                    <a:pt x="2280443" y="748302"/>
                    <a:pt x="2280443" y="748302"/>
                    <a:pt x="2280443" y="753503"/>
                  </a:cubicBezTo>
                  <a:cubicBezTo>
                    <a:pt x="2280443" y="753503"/>
                    <a:pt x="2275253" y="758873"/>
                    <a:pt x="2275253" y="763906"/>
                  </a:cubicBezTo>
                  <a:cubicBezTo>
                    <a:pt x="2275253" y="769108"/>
                    <a:pt x="2275253" y="769108"/>
                    <a:pt x="2275253" y="774309"/>
                  </a:cubicBezTo>
                  <a:lnTo>
                    <a:pt x="2275253" y="779678"/>
                  </a:lnTo>
                  <a:cubicBezTo>
                    <a:pt x="2275253" y="784712"/>
                    <a:pt x="2275253" y="784712"/>
                    <a:pt x="2275253" y="784712"/>
                  </a:cubicBezTo>
                  <a:lnTo>
                    <a:pt x="2275253" y="789913"/>
                  </a:lnTo>
                  <a:lnTo>
                    <a:pt x="2270231" y="789913"/>
                  </a:lnTo>
                  <a:cubicBezTo>
                    <a:pt x="2265041" y="789913"/>
                    <a:pt x="2265041" y="795115"/>
                    <a:pt x="2265041" y="800484"/>
                  </a:cubicBezTo>
                  <a:lnTo>
                    <a:pt x="2259683" y="800484"/>
                  </a:lnTo>
                  <a:lnTo>
                    <a:pt x="2254493" y="800484"/>
                  </a:lnTo>
                  <a:lnTo>
                    <a:pt x="2254493" y="795115"/>
                  </a:lnTo>
                  <a:cubicBezTo>
                    <a:pt x="2254493" y="795115"/>
                    <a:pt x="2254493" y="795115"/>
                    <a:pt x="2249471" y="789913"/>
                  </a:cubicBezTo>
                  <a:cubicBezTo>
                    <a:pt x="2249471" y="784712"/>
                    <a:pt x="2249471" y="784712"/>
                    <a:pt x="2249471" y="779678"/>
                  </a:cubicBezTo>
                  <a:cubicBezTo>
                    <a:pt x="2249471" y="774309"/>
                    <a:pt x="2249471" y="774309"/>
                    <a:pt x="2249471" y="774309"/>
                  </a:cubicBezTo>
                  <a:cubicBezTo>
                    <a:pt x="2244281" y="769108"/>
                    <a:pt x="2244281" y="769108"/>
                    <a:pt x="2244281" y="769108"/>
                  </a:cubicBezTo>
                  <a:cubicBezTo>
                    <a:pt x="2244281" y="763906"/>
                    <a:pt x="2244281" y="763906"/>
                    <a:pt x="2244281" y="763906"/>
                  </a:cubicBezTo>
                  <a:cubicBezTo>
                    <a:pt x="2238923" y="763906"/>
                    <a:pt x="2238923" y="758873"/>
                    <a:pt x="2238923" y="758873"/>
                  </a:cubicBezTo>
                  <a:cubicBezTo>
                    <a:pt x="2238923" y="758873"/>
                    <a:pt x="2233733" y="753503"/>
                    <a:pt x="2233733" y="748302"/>
                  </a:cubicBezTo>
                  <a:cubicBezTo>
                    <a:pt x="2233733" y="738067"/>
                    <a:pt x="2233733" y="738067"/>
                    <a:pt x="2233733" y="732697"/>
                  </a:cubicBezTo>
                  <a:cubicBezTo>
                    <a:pt x="2228711" y="732697"/>
                    <a:pt x="2228711" y="732697"/>
                    <a:pt x="2228711" y="727664"/>
                  </a:cubicBezTo>
                  <a:cubicBezTo>
                    <a:pt x="2223521" y="717429"/>
                    <a:pt x="2223521" y="712059"/>
                    <a:pt x="2223521" y="712059"/>
                  </a:cubicBezTo>
                  <a:cubicBezTo>
                    <a:pt x="2223521" y="706858"/>
                    <a:pt x="2223521" y="701657"/>
                    <a:pt x="2223521" y="701657"/>
                  </a:cubicBezTo>
                  <a:cubicBezTo>
                    <a:pt x="2218163" y="701657"/>
                    <a:pt x="2218163" y="696623"/>
                    <a:pt x="2218163" y="696623"/>
                  </a:cubicBezTo>
                  <a:cubicBezTo>
                    <a:pt x="2218163" y="691254"/>
                    <a:pt x="2218163" y="691254"/>
                    <a:pt x="2218163" y="686052"/>
                  </a:cubicBezTo>
                  <a:cubicBezTo>
                    <a:pt x="2218163" y="686052"/>
                    <a:pt x="2218163" y="686052"/>
                    <a:pt x="2218163" y="680851"/>
                  </a:cubicBezTo>
                  <a:cubicBezTo>
                    <a:pt x="2218163" y="680851"/>
                    <a:pt x="2218163" y="680851"/>
                    <a:pt x="2218163" y="675817"/>
                  </a:cubicBezTo>
                  <a:cubicBezTo>
                    <a:pt x="2218163" y="675817"/>
                    <a:pt x="2223521" y="670448"/>
                    <a:pt x="2218163" y="665246"/>
                  </a:cubicBezTo>
                  <a:cubicBezTo>
                    <a:pt x="2218163" y="665246"/>
                    <a:pt x="2218163" y="665246"/>
                    <a:pt x="2218163" y="660045"/>
                  </a:cubicBezTo>
                  <a:lnTo>
                    <a:pt x="2218163" y="655011"/>
                  </a:lnTo>
                  <a:cubicBezTo>
                    <a:pt x="2218163" y="655011"/>
                    <a:pt x="2218163" y="655011"/>
                    <a:pt x="2223521" y="623635"/>
                  </a:cubicBezTo>
                  <a:cubicBezTo>
                    <a:pt x="2223521" y="623635"/>
                    <a:pt x="2223521" y="623635"/>
                    <a:pt x="2212973" y="655011"/>
                  </a:cubicBezTo>
                  <a:lnTo>
                    <a:pt x="2207951" y="660045"/>
                  </a:lnTo>
                  <a:cubicBezTo>
                    <a:pt x="2207951" y="660045"/>
                    <a:pt x="2207951" y="660045"/>
                    <a:pt x="2207951" y="665246"/>
                  </a:cubicBezTo>
                  <a:cubicBezTo>
                    <a:pt x="2207951" y="665246"/>
                    <a:pt x="2207951" y="665246"/>
                    <a:pt x="2202761" y="665246"/>
                  </a:cubicBezTo>
                  <a:cubicBezTo>
                    <a:pt x="2197403" y="665246"/>
                    <a:pt x="2197403" y="665246"/>
                    <a:pt x="2197403" y="665246"/>
                  </a:cubicBezTo>
                  <a:lnTo>
                    <a:pt x="2192381" y="665246"/>
                  </a:lnTo>
                  <a:cubicBezTo>
                    <a:pt x="2192381" y="660045"/>
                    <a:pt x="2192381" y="660045"/>
                    <a:pt x="2187191" y="660045"/>
                  </a:cubicBezTo>
                  <a:cubicBezTo>
                    <a:pt x="2192381" y="660045"/>
                    <a:pt x="2192381" y="655011"/>
                    <a:pt x="2192381" y="655011"/>
                  </a:cubicBezTo>
                  <a:cubicBezTo>
                    <a:pt x="2192381" y="655011"/>
                    <a:pt x="2192381" y="655011"/>
                    <a:pt x="2197403" y="655011"/>
                  </a:cubicBezTo>
                  <a:cubicBezTo>
                    <a:pt x="2197403" y="649642"/>
                    <a:pt x="2197403" y="649642"/>
                    <a:pt x="2197403" y="644441"/>
                  </a:cubicBezTo>
                  <a:lnTo>
                    <a:pt x="2192381" y="644441"/>
                  </a:lnTo>
                  <a:cubicBezTo>
                    <a:pt x="2187191" y="644441"/>
                    <a:pt x="2187191" y="644441"/>
                    <a:pt x="2187191" y="644441"/>
                  </a:cubicBezTo>
                  <a:lnTo>
                    <a:pt x="2181833" y="644441"/>
                  </a:lnTo>
                  <a:cubicBezTo>
                    <a:pt x="2181833" y="639239"/>
                    <a:pt x="2181833" y="639239"/>
                    <a:pt x="2176643" y="639239"/>
                  </a:cubicBezTo>
                  <a:cubicBezTo>
                    <a:pt x="2181833" y="639239"/>
                    <a:pt x="2181833" y="639239"/>
                    <a:pt x="2181833" y="639239"/>
                  </a:cubicBezTo>
                  <a:cubicBezTo>
                    <a:pt x="2187191" y="639239"/>
                    <a:pt x="2187191" y="639239"/>
                    <a:pt x="2192381" y="639239"/>
                  </a:cubicBezTo>
                  <a:lnTo>
                    <a:pt x="2197403" y="639239"/>
                  </a:lnTo>
                  <a:lnTo>
                    <a:pt x="2202761" y="634206"/>
                  </a:lnTo>
                  <a:cubicBezTo>
                    <a:pt x="2202761" y="634206"/>
                    <a:pt x="2202761" y="634206"/>
                    <a:pt x="2202761" y="628836"/>
                  </a:cubicBezTo>
                  <a:cubicBezTo>
                    <a:pt x="2202761" y="628836"/>
                    <a:pt x="2202761" y="628836"/>
                    <a:pt x="2202761" y="623635"/>
                  </a:cubicBezTo>
                  <a:cubicBezTo>
                    <a:pt x="2202761" y="623635"/>
                    <a:pt x="2202761" y="618601"/>
                    <a:pt x="2197403" y="618601"/>
                  </a:cubicBezTo>
                  <a:cubicBezTo>
                    <a:pt x="2197403" y="613400"/>
                    <a:pt x="2197403" y="613400"/>
                    <a:pt x="2192381" y="613400"/>
                  </a:cubicBezTo>
                  <a:cubicBezTo>
                    <a:pt x="2192381" y="613400"/>
                    <a:pt x="2192381" y="613400"/>
                    <a:pt x="2192381" y="608031"/>
                  </a:cubicBezTo>
                  <a:lnTo>
                    <a:pt x="2192381" y="602829"/>
                  </a:lnTo>
                  <a:cubicBezTo>
                    <a:pt x="2192381" y="602829"/>
                    <a:pt x="2192381" y="602829"/>
                    <a:pt x="2192381" y="597795"/>
                  </a:cubicBezTo>
                  <a:cubicBezTo>
                    <a:pt x="2192381" y="602829"/>
                    <a:pt x="2197403" y="602829"/>
                    <a:pt x="2197403" y="602829"/>
                  </a:cubicBezTo>
                  <a:cubicBezTo>
                    <a:pt x="2197403" y="602829"/>
                    <a:pt x="2197403" y="602829"/>
                    <a:pt x="2202761" y="597795"/>
                  </a:cubicBezTo>
                  <a:lnTo>
                    <a:pt x="2207951" y="597795"/>
                  </a:lnTo>
                  <a:cubicBezTo>
                    <a:pt x="2212973" y="592594"/>
                    <a:pt x="2212973" y="592594"/>
                    <a:pt x="2212973" y="592594"/>
                  </a:cubicBezTo>
                  <a:cubicBezTo>
                    <a:pt x="2212973" y="587225"/>
                    <a:pt x="2212973" y="587225"/>
                    <a:pt x="2212973" y="587225"/>
                  </a:cubicBezTo>
                  <a:cubicBezTo>
                    <a:pt x="2218163" y="582023"/>
                    <a:pt x="2223521" y="582023"/>
                    <a:pt x="2223521" y="576990"/>
                  </a:cubicBezTo>
                  <a:cubicBezTo>
                    <a:pt x="2228711" y="576990"/>
                    <a:pt x="2228711" y="571788"/>
                    <a:pt x="2228711" y="571788"/>
                  </a:cubicBezTo>
                  <a:cubicBezTo>
                    <a:pt x="2233733" y="566419"/>
                    <a:pt x="2233733" y="566419"/>
                    <a:pt x="2233733" y="566419"/>
                  </a:cubicBezTo>
                  <a:lnTo>
                    <a:pt x="2233733" y="561218"/>
                  </a:lnTo>
                  <a:cubicBezTo>
                    <a:pt x="2233733" y="556184"/>
                    <a:pt x="2233733" y="556184"/>
                    <a:pt x="2233733" y="556184"/>
                  </a:cubicBezTo>
                  <a:cubicBezTo>
                    <a:pt x="2238923" y="556184"/>
                    <a:pt x="2238923" y="556184"/>
                    <a:pt x="2238923" y="556184"/>
                  </a:cubicBezTo>
                  <a:lnTo>
                    <a:pt x="2244281" y="550982"/>
                  </a:lnTo>
                  <a:cubicBezTo>
                    <a:pt x="2244281" y="545613"/>
                    <a:pt x="2238923" y="545613"/>
                    <a:pt x="2238923" y="545613"/>
                  </a:cubicBezTo>
                  <a:cubicBezTo>
                    <a:pt x="2238923" y="540412"/>
                    <a:pt x="2238923" y="540412"/>
                    <a:pt x="2238923" y="540412"/>
                  </a:cubicBezTo>
                  <a:cubicBezTo>
                    <a:pt x="2238923" y="540412"/>
                    <a:pt x="2238923" y="540412"/>
                    <a:pt x="2238923" y="535378"/>
                  </a:cubicBezTo>
                  <a:cubicBezTo>
                    <a:pt x="2238923" y="535378"/>
                    <a:pt x="2238923" y="535378"/>
                    <a:pt x="2238923" y="530177"/>
                  </a:cubicBezTo>
                  <a:lnTo>
                    <a:pt x="2244281" y="524807"/>
                  </a:lnTo>
                  <a:cubicBezTo>
                    <a:pt x="2244281" y="524807"/>
                    <a:pt x="2244281" y="524807"/>
                    <a:pt x="2249471" y="524807"/>
                  </a:cubicBezTo>
                  <a:cubicBezTo>
                    <a:pt x="2249471" y="524807"/>
                    <a:pt x="2254493" y="519606"/>
                    <a:pt x="2259683" y="519606"/>
                  </a:cubicBezTo>
                  <a:cubicBezTo>
                    <a:pt x="2259683" y="519606"/>
                    <a:pt x="2265041" y="519606"/>
                    <a:pt x="2265041" y="514572"/>
                  </a:cubicBezTo>
                  <a:cubicBezTo>
                    <a:pt x="2270231" y="514572"/>
                    <a:pt x="2270231" y="514572"/>
                    <a:pt x="2270231" y="514572"/>
                  </a:cubicBezTo>
                  <a:cubicBezTo>
                    <a:pt x="2270231" y="514572"/>
                    <a:pt x="2270231" y="514572"/>
                    <a:pt x="2275253" y="509371"/>
                  </a:cubicBezTo>
                  <a:close/>
                  <a:moveTo>
                    <a:pt x="2223700" y="498282"/>
                  </a:moveTo>
                  <a:cubicBezTo>
                    <a:pt x="2228889" y="498282"/>
                    <a:pt x="2228889" y="498282"/>
                    <a:pt x="2228889" y="498282"/>
                  </a:cubicBezTo>
                  <a:lnTo>
                    <a:pt x="2233911" y="498282"/>
                  </a:lnTo>
                  <a:lnTo>
                    <a:pt x="2239100" y="503472"/>
                  </a:lnTo>
                  <a:lnTo>
                    <a:pt x="2239100" y="508830"/>
                  </a:lnTo>
                  <a:lnTo>
                    <a:pt x="2244456" y="508830"/>
                  </a:lnTo>
                  <a:lnTo>
                    <a:pt x="2244456" y="514021"/>
                  </a:lnTo>
                  <a:cubicBezTo>
                    <a:pt x="2244456" y="514021"/>
                    <a:pt x="2244456" y="514021"/>
                    <a:pt x="2239100" y="519044"/>
                  </a:cubicBezTo>
                  <a:cubicBezTo>
                    <a:pt x="2233911" y="514021"/>
                    <a:pt x="2233911" y="514021"/>
                    <a:pt x="2228889" y="514021"/>
                  </a:cubicBezTo>
                  <a:lnTo>
                    <a:pt x="2223700" y="514021"/>
                  </a:lnTo>
                  <a:cubicBezTo>
                    <a:pt x="2223700" y="519044"/>
                    <a:pt x="2223700" y="519044"/>
                    <a:pt x="2223700" y="519044"/>
                  </a:cubicBezTo>
                  <a:cubicBezTo>
                    <a:pt x="2223700" y="524235"/>
                    <a:pt x="2223700" y="524235"/>
                    <a:pt x="2223700" y="524235"/>
                  </a:cubicBezTo>
                  <a:lnTo>
                    <a:pt x="2223700" y="529593"/>
                  </a:lnTo>
                  <a:lnTo>
                    <a:pt x="2223700" y="534783"/>
                  </a:lnTo>
                  <a:cubicBezTo>
                    <a:pt x="2223700" y="534783"/>
                    <a:pt x="2223700" y="534783"/>
                    <a:pt x="2223700" y="539807"/>
                  </a:cubicBezTo>
                  <a:cubicBezTo>
                    <a:pt x="2223700" y="539807"/>
                    <a:pt x="2223700" y="539807"/>
                    <a:pt x="2223700" y="544997"/>
                  </a:cubicBezTo>
                  <a:cubicBezTo>
                    <a:pt x="2228889" y="544997"/>
                    <a:pt x="2228889" y="544997"/>
                    <a:pt x="2228889" y="544997"/>
                  </a:cubicBezTo>
                  <a:lnTo>
                    <a:pt x="2228889" y="550355"/>
                  </a:lnTo>
                  <a:cubicBezTo>
                    <a:pt x="2228889" y="550355"/>
                    <a:pt x="2228889" y="550355"/>
                    <a:pt x="2228889" y="555546"/>
                  </a:cubicBezTo>
                  <a:cubicBezTo>
                    <a:pt x="2228889" y="555546"/>
                    <a:pt x="2228889" y="555546"/>
                    <a:pt x="2228889" y="560569"/>
                  </a:cubicBezTo>
                  <a:cubicBezTo>
                    <a:pt x="2223700" y="560569"/>
                    <a:pt x="2223700" y="560569"/>
                    <a:pt x="2223700" y="565759"/>
                  </a:cubicBezTo>
                  <a:cubicBezTo>
                    <a:pt x="2218343" y="565759"/>
                    <a:pt x="2218343" y="565759"/>
                    <a:pt x="2218343" y="571117"/>
                  </a:cubicBezTo>
                  <a:cubicBezTo>
                    <a:pt x="2213154" y="576308"/>
                    <a:pt x="2213154" y="576308"/>
                    <a:pt x="2213154" y="576308"/>
                  </a:cubicBezTo>
                  <a:lnTo>
                    <a:pt x="2208132" y="576308"/>
                  </a:lnTo>
                  <a:cubicBezTo>
                    <a:pt x="2208132" y="581331"/>
                    <a:pt x="2208132" y="581331"/>
                    <a:pt x="2208132" y="581331"/>
                  </a:cubicBezTo>
                  <a:cubicBezTo>
                    <a:pt x="2202943" y="581331"/>
                    <a:pt x="2202943" y="581331"/>
                    <a:pt x="2202943" y="586522"/>
                  </a:cubicBezTo>
                  <a:cubicBezTo>
                    <a:pt x="2202943" y="586522"/>
                    <a:pt x="2202943" y="586522"/>
                    <a:pt x="2197586" y="591880"/>
                  </a:cubicBezTo>
                  <a:cubicBezTo>
                    <a:pt x="2197586" y="586522"/>
                    <a:pt x="2197586" y="586522"/>
                    <a:pt x="2192564" y="586522"/>
                  </a:cubicBezTo>
                  <a:cubicBezTo>
                    <a:pt x="2192564" y="586522"/>
                    <a:pt x="2187375" y="586522"/>
                    <a:pt x="2187375" y="591880"/>
                  </a:cubicBezTo>
                  <a:cubicBezTo>
                    <a:pt x="2187375" y="591880"/>
                    <a:pt x="2182018" y="591880"/>
                    <a:pt x="2182018" y="597070"/>
                  </a:cubicBezTo>
                  <a:lnTo>
                    <a:pt x="2182018" y="602094"/>
                  </a:lnTo>
                  <a:cubicBezTo>
                    <a:pt x="2182018" y="607284"/>
                    <a:pt x="2182018" y="607284"/>
                    <a:pt x="2182018" y="612642"/>
                  </a:cubicBezTo>
                  <a:cubicBezTo>
                    <a:pt x="2182018" y="612642"/>
                    <a:pt x="2182018" y="612642"/>
                    <a:pt x="2187375" y="612642"/>
                  </a:cubicBezTo>
                  <a:lnTo>
                    <a:pt x="2187375" y="617833"/>
                  </a:lnTo>
                  <a:cubicBezTo>
                    <a:pt x="2187375" y="622856"/>
                    <a:pt x="2192564" y="622856"/>
                    <a:pt x="2192564" y="622856"/>
                  </a:cubicBezTo>
                  <a:lnTo>
                    <a:pt x="2192564" y="628046"/>
                  </a:lnTo>
                  <a:cubicBezTo>
                    <a:pt x="2192564" y="628046"/>
                    <a:pt x="2192564" y="628046"/>
                    <a:pt x="2187375" y="628046"/>
                  </a:cubicBezTo>
                  <a:lnTo>
                    <a:pt x="2182018" y="628046"/>
                  </a:lnTo>
                  <a:cubicBezTo>
                    <a:pt x="2182018" y="628046"/>
                    <a:pt x="2182018" y="628046"/>
                    <a:pt x="2176829" y="628046"/>
                  </a:cubicBezTo>
                  <a:cubicBezTo>
                    <a:pt x="2176829" y="628046"/>
                    <a:pt x="2171807" y="628046"/>
                    <a:pt x="2171807" y="633404"/>
                  </a:cubicBezTo>
                  <a:cubicBezTo>
                    <a:pt x="2166618" y="633404"/>
                    <a:pt x="2166618" y="633404"/>
                    <a:pt x="2166618" y="628046"/>
                  </a:cubicBezTo>
                  <a:cubicBezTo>
                    <a:pt x="2166618" y="622856"/>
                    <a:pt x="2161429" y="622856"/>
                    <a:pt x="2161429" y="617833"/>
                  </a:cubicBezTo>
                  <a:lnTo>
                    <a:pt x="2156072" y="612642"/>
                  </a:lnTo>
                  <a:lnTo>
                    <a:pt x="2151050" y="612642"/>
                  </a:lnTo>
                  <a:cubicBezTo>
                    <a:pt x="2151050" y="612642"/>
                    <a:pt x="2151050" y="617833"/>
                    <a:pt x="2145861" y="617833"/>
                  </a:cubicBezTo>
                  <a:lnTo>
                    <a:pt x="2140672" y="617833"/>
                  </a:lnTo>
                  <a:cubicBezTo>
                    <a:pt x="2140672" y="617833"/>
                    <a:pt x="2140672" y="612642"/>
                    <a:pt x="2135315" y="612642"/>
                  </a:cubicBezTo>
                  <a:cubicBezTo>
                    <a:pt x="2130293" y="617833"/>
                    <a:pt x="2125104" y="617833"/>
                    <a:pt x="2119915" y="617833"/>
                  </a:cubicBezTo>
                  <a:cubicBezTo>
                    <a:pt x="2119915" y="617833"/>
                    <a:pt x="2119915" y="617833"/>
                    <a:pt x="2114558" y="617833"/>
                  </a:cubicBezTo>
                  <a:cubicBezTo>
                    <a:pt x="2114558" y="612642"/>
                    <a:pt x="2119915" y="612642"/>
                    <a:pt x="2119915" y="612642"/>
                  </a:cubicBezTo>
                  <a:cubicBezTo>
                    <a:pt x="2119915" y="612642"/>
                    <a:pt x="2119915" y="612642"/>
                    <a:pt x="2125104" y="612642"/>
                  </a:cubicBezTo>
                  <a:cubicBezTo>
                    <a:pt x="2125104" y="612642"/>
                    <a:pt x="2130293" y="612642"/>
                    <a:pt x="2130293" y="607284"/>
                  </a:cubicBezTo>
                  <a:cubicBezTo>
                    <a:pt x="2130293" y="607284"/>
                    <a:pt x="2130293" y="607284"/>
                    <a:pt x="2130293" y="602094"/>
                  </a:cubicBezTo>
                  <a:cubicBezTo>
                    <a:pt x="2130293" y="602094"/>
                    <a:pt x="2130293" y="602094"/>
                    <a:pt x="2130293" y="597070"/>
                  </a:cubicBezTo>
                  <a:cubicBezTo>
                    <a:pt x="2130293" y="597070"/>
                    <a:pt x="2130293" y="597070"/>
                    <a:pt x="2125104" y="597070"/>
                  </a:cubicBezTo>
                  <a:cubicBezTo>
                    <a:pt x="2125104" y="591880"/>
                    <a:pt x="2125104" y="591880"/>
                    <a:pt x="2125104" y="591880"/>
                  </a:cubicBezTo>
                  <a:lnTo>
                    <a:pt x="2125104" y="586522"/>
                  </a:lnTo>
                  <a:cubicBezTo>
                    <a:pt x="2125104" y="586522"/>
                    <a:pt x="2125104" y="581331"/>
                    <a:pt x="2119915" y="581331"/>
                  </a:cubicBezTo>
                  <a:cubicBezTo>
                    <a:pt x="2125104" y="581331"/>
                    <a:pt x="2130293" y="581331"/>
                    <a:pt x="2130293" y="581331"/>
                  </a:cubicBezTo>
                  <a:lnTo>
                    <a:pt x="2135315" y="581331"/>
                  </a:lnTo>
                  <a:lnTo>
                    <a:pt x="2140672" y="581331"/>
                  </a:lnTo>
                  <a:lnTo>
                    <a:pt x="2145861" y="581331"/>
                  </a:lnTo>
                  <a:cubicBezTo>
                    <a:pt x="2145861" y="581331"/>
                    <a:pt x="2145861" y="581331"/>
                    <a:pt x="2151050" y="581331"/>
                  </a:cubicBezTo>
                  <a:lnTo>
                    <a:pt x="2151050" y="576308"/>
                  </a:lnTo>
                  <a:cubicBezTo>
                    <a:pt x="2151050" y="576308"/>
                    <a:pt x="2151050" y="576308"/>
                    <a:pt x="2156072" y="576308"/>
                  </a:cubicBezTo>
                  <a:cubicBezTo>
                    <a:pt x="2161429" y="576308"/>
                    <a:pt x="2161429" y="576308"/>
                    <a:pt x="2161429" y="571117"/>
                  </a:cubicBezTo>
                  <a:cubicBezTo>
                    <a:pt x="2161429" y="571117"/>
                    <a:pt x="2161429" y="571117"/>
                    <a:pt x="2161429" y="565759"/>
                  </a:cubicBezTo>
                  <a:cubicBezTo>
                    <a:pt x="2161429" y="565759"/>
                    <a:pt x="2161429" y="565759"/>
                    <a:pt x="2161429" y="560569"/>
                  </a:cubicBezTo>
                  <a:lnTo>
                    <a:pt x="2166618" y="565759"/>
                  </a:lnTo>
                  <a:lnTo>
                    <a:pt x="2171807" y="560569"/>
                  </a:lnTo>
                  <a:cubicBezTo>
                    <a:pt x="2171807" y="555546"/>
                    <a:pt x="2171807" y="555546"/>
                    <a:pt x="2171807" y="555546"/>
                  </a:cubicBezTo>
                  <a:cubicBezTo>
                    <a:pt x="2171807" y="560569"/>
                    <a:pt x="2176829" y="560569"/>
                    <a:pt x="2176829" y="560569"/>
                  </a:cubicBezTo>
                  <a:cubicBezTo>
                    <a:pt x="2182018" y="560569"/>
                    <a:pt x="2182018" y="560569"/>
                    <a:pt x="2182018" y="555546"/>
                  </a:cubicBezTo>
                  <a:lnTo>
                    <a:pt x="2187375" y="555546"/>
                  </a:lnTo>
                  <a:lnTo>
                    <a:pt x="2187375" y="550355"/>
                  </a:lnTo>
                  <a:cubicBezTo>
                    <a:pt x="2187375" y="550355"/>
                    <a:pt x="2187375" y="550355"/>
                    <a:pt x="2187375" y="544997"/>
                  </a:cubicBezTo>
                  <a:cubicBezTo>
                    <a:pt x="2187375" y="544997"/>
                    <a:pt x="2192564" y="544997"/>
                    <a:pt x="2192564" y="539807"/>
                  </a:cubicBezTo>
                  <a:cubicBezTo>
                    <a:pt x="2192564" y="539807"/>
                    <a:pt x="2192564" y="539807"/>
                    <a:pt x="2197586" y="534783"/>
                  </a:cubicBezTo>
                  <a:cubicBezTo>
                    <a:pt x="2202943" y="534783"/>
                    <a:pt x="2202943" y="529593"/>
                    <a:pt x="2202943" y="524235"/>
                  </a:cubicBezTo>
                  <a:cubicBezTo>
                    <a:pt x="2208132" y="524235"/>
                    <a:pt x="2208132" y="519044"/>
                    <a:pt x="2208132" y="514021"/>
                  </a:cubicBezTo>
                  <a:cubicBezTo>
                    <a:pt x="2208132" y="508830"/>
                    <a:pt x="2208132" y="508830"/>
                    <a:pt x="2208132" y="508830"/>
                  </a:cubicBezTo>
                  <a:cubicBezTo>
                    <a:pt x="2208132" y="503472"/>
                    <a:pt x="2208132" y="503472"/>
                    <a:pt x="2208132" y="503472"/>
                  </a:cubicBezTo>
                  <a:lnTo>
                    <a:pt x="2213154" y="503472"/>
                  </a:lnTo>
                  <a:cubicBezTo>
                    <a:pt x="2218343" y="503472"/>
                    <a:pt x="2218343" y="503472"/>
                    <a:pt x="2218343" y="503472"/>
                  </a:cubicBezTo>
                  <a:cubicBezTo>
                    <a:pt x="2223700" y="498282"/>
                    <a:pt x="2223700" y="498282"/>
                    <a:pt x="2223700" y="498282"/>
                  </a:cubicBezTo>
                  <a:close/>
                  <a:moveTo>
                    <a:pt x="1938142" y="498282"/>
                  </a:moveTo>
                  <a:cubicBezTo>
                    <a:pt x="1938142" y="498282"/>
                    <a:pt x="1938142" y="498282"/>
                    <a:pt x="1943354" y="498282"/>
                  </a:cubicBezTo>
                  <a:lnTo>
                    <a:pt x="1948398" y="498282"/>
                  </a:lnTo>
                  <a:cubicBezTo>
                    <a:pt x="1948398" y="498282"/>
                    <a:pt x="1948398" y="498282"/>
                    <a:pt x="1953778" y="498282"/>
                  </a:cubicBezTo>
                  <a:lnTo>
                    <a:pt x="1953778" y="503484"/>
                  </a:lnTo>
                  <a:lnTo>
                    <a:pt x="1958989" y="508854"/>
                  </a:lnTo>
                  <a:cubicBezTo>
                    <a:pt x="1958989" y="514056"/>
                    <a:pt x="1964201" y="514056"/>
                    <a:pt x="1964201" y="514056"/>
                  </a:cubicBezTo>
                  <a:cubicBezTo>
                    <a:pt x="1964201" y="514056"/>
                    <a:pt x="1964201" y="519090"/>
                    <a:pt x="1958989" y="519090"/>
                  </a:cubicBezTo>
                  <a:cubicBezTo>
                    <a:pt x="1958989" y="524292"/>
                    <a:pt x="1958989" y="524292"/>
                    <a:pt x="1958989" y="524292"/>
                  </a:cubicBezTo>
                  <a:cubicBezTo>
                    <a:pt x="1958989" y="529661"/>
                    <a:pt x="1958989" y="529661"/>
                    <a:pt x="1958989" y="529661"/>
                  </a:cubicBezTo>
                  <a:lnTo>
                    <a:pt x="1958989" y="534863"/>
                  </a:lnTo>
                  <a:cubicBezTo>
                    <a:pt x="1964201" y="534863"/>
                    <a:pt x="1964201" y="534863"/>
                    <a:pt x="1964201" y="534863"/>
                  </a:cubicBezTo>
                  <a:cubicBezTo>
                    <a:pt x="1964201" y="534863"/>
                    <a:pt x="1964201" y="534863"/>
                    <a:pt x="1958989" y="539898"/>
                  </a:cubicBezTo>
                  <a:cubicBezTo>
                    <a:pt x="1958989" y="539898"/>
                    <a:pt x="1958989" y="539898"/>
                    <a:pt x="1969245" y="545100"/>
                  </a:cubicBezTo>
                  <a:cubicBezTo>
                    <a:pt x="1974625" y="545100"/>
                    <a:pt x="1974625" y="545100"/>
                    <a:pt x="1979836" y="550469"/>
                  </a:cubicBezTo>
                  <a:cubicBezTo>
                    <a:pt x="1979836" y="550469"/>
                    <a:pt x="1979836" y="550469"/>
                    <a:pt x="1979836" y="555671"/>
                  </a:cubicBezTo>
                  <a:cubicBezTo>
                    <a:pt x="1979836" y="555671"/>
                    <a:pt x="1979836" y="555671"/>
                    <a:pt x="1979836" y="560705"/>
                  </a:cubicBezTo>
                  <a:cubicBezTo>
                    <a:pt x="1979836" y="565907"/>
                    <a:pt x="1979836" y="565907"/>
                    <a:pt x="1985048" y="565907"/>
                  </a:cubicBezTo>
                  <a:cubicBezTo>
                    <a:pt x="1979836" y="565907"/>
                    <a:pt x="1979836" y="565907"/>
                    <a:pt x="1974625" y="565907"/>
                  </a:cubicBezTo>
                  <a:cubicBezTo>
                    <a:pt x="1974625" y="571277"/>
                    <a:pt x="1974625" y="571277"/>
                    <a:pt x="1974625" y="571277"/>
                  </a:cubicBezTo>
                  <a:cubicBezTo>
                    <a:pt x="1969245" y="576479"/>
                    <a:pt x="1969245" y="576479"/>
                    <a:pt x="1969245" y="576479"/>
                  </a:cubicBezTo>
                  <a:cubicBezTo>
                    <a:pt x="1964201" y="576479"/>
                    <a:pt x="1958989" y="576479"/>
                    <a:pt x="1953778" y="576479"/>
                  </a:cubicBezTo>
                  <a:cubicBezTo>
                    <a:pt x="1953778" y="576479"/>
                    <a:pt x="1953778" y="571277"/>
                    <a:pt x="1948398" y="565907"/>
                  </a:cubicBezTo>
                  <a:cubicBezTo>
                    <a:pt x="1943354" y="565907"/>
                    <a:pt x="1938142" y="560705"/>
                    <a:pt x="1938142" y="555671"/>
                  </a:cubicBezTo>
                  <a:lnTo>
                    <a:pt x="1932931" y="555671"/>
                  </a:lnTo>
                  <a:cubicBezTo>
                    <a:pt x="1927551" y="550469"/>
                    <a:pt x="1927551" y="550469"/>
                    <a:pt x="1927551" y="550469"/>
                  </a:cubicBezTo>
                  <a:lnTo>
                    <a:pt x="1922507" y="550469"/>
                  </a:lnTo>
                  <a:cubicBezTo>
                    <a:pt x="1922507" y="550469"/>
                    <a:pt x="1922507" y="550469"/>
                    <a:pt x="1917296" y="550469"/>
                  </a:cubicBezTo>
                  <a:cubicBezTo>
                    <a:pt x="1917296" y="545100"/>
                    <a:pt x="1911916" y="545100"/>
                    <a:pt x="1911916" y="545100"/>
                  </a:cubicBezTo>
                  <a:cubicBezTo>
                    <a:pt x="1911916" y="545100"/>
                    <a:pt x="1911916" y="545100"/>
                    <a:pt x="1906872" y="545100"/>
                  </a:cubicBezTo>
                  <a:lnTo>
                    <a:pt x="1906872" y="539898"/>
                  </a:lnTo>
                  <a:cubicBezTo>
                    <a:pt x="1906872" y="539898"/>
                    <a:pt x="1906872" y="539898"/>
                    <a:pt x="1906872" y="534863"/>
                  </a:cubicBezTo>
                  <a:cubicBezTo>
                    <a:pt x="1911916" y="534863"/>
                    <a:pt x="1917296" y="529661"/>
                    <a:pt x="1917296" y="529661"/>
                  </a:cubicBezTo>
                  <a:cubicBezTo>
                    <a:pt x="1917296" y="529661"/>
                    <a:pt x="1922507" y="529661"/>
                    <a:pt x="1927551" y="519090"/>
                  </a:cubicBezTo>
                  <a:lnTo>
                    <a:pt x="1927551" y="514056"/>
                  </a:lnTo>
                  <a:cubicBezTo>
                    <a:pt x="1927551" y="508854"/>
                    <a:pt x="1927551" y="508854"/>
                    <a:pt x="1927551" y="508854"/>
                  </a:cubicBezTo>
                  <a:cubicBezTo>
                    <a:pt x="1927551" y="503484"/>
                    <a:pt x="1927551" y="503484"/>
                    <a:pt x="1927551" y="503484"/>
                  </a:cubicBezTo>
                  <a:lnTo>
                    <a:pt x="1932931" y="503484"/>
                  </a:lnTo>
                  <a:cubicBezTo>
                    <a:pt x="1932931" y="503484"/>
                    <a:pt x="1932931" y="498282"/>
                    <a:pt x="1938142" y="498282"/>
                  </a:cubicBezTo>
                  <a:close/>
                  <a:moveTo>
                    <a:pt x="1917072" y="498282"/>
                  </a:moveTo>
                  <a:lnTo>
                    <a:pt x="1917072" y="503436"/>
                  </a:lnTo>
                  <a:lnTo>
                    <a:pt x="1917072" y="508757"/>
                  </a:lnTo>
                  <a:cubicBezTo>
                    <a:pt x="1917072" y="508757"/>
                    <a:pt x="1917072" y="513911"/>
                    <a:pt x="1922227" y="513911"/>
                  </a:cubicBezTo>
                  <a:cubicBezTo>
                    <a:pt x="1922227" y="513911"/>
                    <a:pt x="1922227" y="513911"/>
                    <a:pt x="1917072" y="513911"/>
                  </a:cubicBezTo>
                  <a:cubicBezTo>
                    <a:pt x="1917072" y="518899"/>
                    <a:pt x="1917072" y="518899"/>
                    <a:pt x="1911750" y="524053"/>
                  </a:cubicBezTo>
                  <a:cubicBezTo>
                    <a:pt x="1911750" y="524053"/>
                    <a:pt x="1901606" y="529373"/>
                    <a:pt x="1896451" y="529373"/>
                  </a:cubicBezTo>
                  <a:lnTo>
                    <a:pt x="1896451" y="534528"/>
                  </a:lnTo>
                  <a:cubicBezTo>
                    <a:pt x="1891296" y="534528"/>
                    <a:pt x="1886141" y="534528"/>
                    <a:pt x="1886141" y="539516"/>
                  </a:cubicBezTo>
                  <a:lnTo>
                    <a:pt x="1880985" y="539516"/>
                  </a:lnTo>
                  <a:cubicBezTo>
                    <a:pt x="1875830" y="539516"/>
                    <a:pt x="1875830" y="539516"/>
                    <a:pt x="1875830" y="539516"/>
                  </a:cubicBezTo>
                  <a:lnTo>
                    <a:pt x="1880985" y="534528"/>
                  </a:lnTo>
                  <a:cubicBezTo>
                    <a:pt x="1880985" y="534528"/>
                    <a:pt x="1880985" y="534528"/>
                    <a:pt x="1880985" y="529373"/>
                  </a:cubicBezTo>
                  <a:lnTo>
                    <a:pt x="1886141" y="529373"/>
                  </a:lnTo>
                  <a:cubicBezTo>
                    <a:pt x="1886141" y="524053"/>
                    <a:pt x="1886141" y="524053"/>
                    <a:pt x="1886141" y="524053"/>
                  </a:cubicBezTo>
                  <a:cubicBezTo>
                    <a:pt x="1886141" y="518899"/>
                    <a:pt x="1886141" y="518899"/>
                    <a:pt x="1880985" y="518899"/>
                  </a:cubicBezTo>
                  <a:cubicBezTo>
                    <a:pt x="1880985" y="513911"/>
                    <a:pt x="1880985" y="513911"/>
                    <a:pt x="1880985" y="513911"/>
                  </a:cubicBezTo>
                  <a:cubicBezTo>
                    <a:pt x="1875830" y="513911"/>
                    <a:pt x="1875830" y="513911"/>
                    <a:pt x="1875830" y="513911"/>
                  </a:cubicBezTo>
                  <a:cubicBezTo>
                    <a:pt x="1875830" y="513911"/>
                    <a:pt x="1875830" y="513911"/>
                    <a:pt x="1875830" y="508757"/>
                  </a:cubicBezTo>
                  <a:cubicBezTo>
                    <a:pt x="1880985" y="508757"/>
                    <a:pt x="1880985" y="508757"/>
                    <a:pt x="1880985" y="508757"/>
                  </a:cubicBezTo>
                  <a:cubicBezTo>
                    <a:pt x="1880985" y="508757"/>
                    <a:pt x="1886141" y="508757"/>
                    <a:pt x="1886141" y="503436"/>
                  </a:cubicBezTo>
                  <a:cubicBezTo>
                    <a:pt x="1886141" y="503436"/>
                    <a:pt x="1886141" y="503436"/>
                    <a:pt x="1891296" y="503436"/>
                  </a:cubicBezTo>
                  <a:cubicBezTo>
                    <a:pt x="1891296" y="503436"/>
                    <a:pt x="1891296" y="503436"/>
                    <a:pt x="1896451" y="503436"/>
                  </a:cubicBezTo>
                  <a:cubicBezTo>
                    <a:pt x="1901606" y="503436"/>
                    <a:pt x="1901606" y="503436"/>
                    <a:pt x="1901606" y="503436"/>
                  </a:cubicBezTo>
                  <a:cubicBezTo>
                    <a:pt x="1901606" y="503436"/>
                    <a:pt x="1901606" y="503436"/>
                    <a:pt x="1906761" y="503436"/>
                  </a:cubicBezTo>
                  <a:cubicBezTo>
                    <a:pt x="1911750" y="503436"/>
                    <a:pt x="1911750" y="503436"/>
                    <a:pt x="1911750" y="503436"/>
                  </a:cubicBezTo>
                  <a:cubicBezTo>
                    <a:pt x="1917072" y="498282"/>
                    <a:pt x="1917072" y="498282"/>
                    <a:pt x="1917072" y="498282"/>
                  </a:cubicBezTo>
                  <a:close/>
                  <a:moveTo>
                    <a:pt x="1621092" y="498282"/>
                  </a:moveTo>
                  <a:lnTo>
                    <a:pt x="1626176" y="498282"/>
                  </a:lnTo>
                  <a:lnTo>
                    <a:pt x="1631430" y="498282"/>
                  </a:lnTo>
                  <a:cubicBezTo>
                    <a:pt x="1631430" y="498282"/>
                    <a:pt x="1636684" y="498282"/>
                    <a:pt x="1636684" y="503494"/>
                  </a:cubicBezTo>
                  <a:cubicBezTo>
                    <a:pt x="1636684" y="503494"/>
                    <a:pt x="1636684" y="503494"/>
                    <a:pt x="1636684" y="508873"/>
                  </a:cubicBezTo>
                  <a:cubicBezTo>
                    <a:pt x="1636684" y="508873"/>
                    <a:pt x="1636684" y="514085"/>
                    <a:pt x="1642105" y="514085"/>
                  </a:cubicBezTo>
                  <a:cubicBezTo>
                    <a:pt x="1636684" y="514085"/>
                    <a:pt x="1636684" y="514085"/>
                    <a:pt x="1636684" y="514085"/>
                  </a:cubicBezTo>
                  <a:cubicBezTo>
                    <a:pt x="1631430" y="519129"/>
                    <a:pt x="1631430" y="524340"/>
                    <a:pt x="1631430" y="529720"/>
                  </a:cubicBezTo>
                  <a:cubicBezTo>
                    <a:pt x="1631430" y="534932"/>
                    <a:pt x="1636684" y="534932"/>
                    <a:pt x="1636684" y="534932"/>
                  </a:cubicBezTo>
                  <a:lnTo>
                    <a:pt x="1642105" y="534932"/>
                  </a:lnTo>
                  <a:lnTo>
                    <a:pt x="1642105" y="539976"/>
                  </a:lnTo>
                  <a:cubicBezTo>
                    <a:pt x="1642105" y="539976"/>
                    <a:pt x="1642105" y="539976"/>
                    <a:pt x="1642105" y="545187"/>
                  </a:cubicBezTo>
                  <a:cubicBezTo>
                    <a:pt x="1642105" y="545187"/>
                    <a:pt x="1636684" y="550567"/>
                    <a:pt x="1631430" y="550567"/>
                  </a:cubicBezTo>
                  <a:cubicBezTo>
                    <a:pt x="1631430" y="550567"/>
                    <a:pt x="1631430" y="550567"/>
                    <a:pt x="1631430" y="555779"/>
                  </a:cubicBezTo>
                  <a:cubicBezTo>
                    <a:pt x="1631430" y="550567"/>
                    <a:pt x="1631430" y="550567"/>
                    <a:pt x="1626176" y="545187"/>
                  </a:cubicBezTo>
                  <a:cubicBezTo>
                    <a:pt x="1626176" y="545187"/>
                    <a:pt x="1626176" y="545187"/>
                    <a:pt x="1621092" y="545187"/>
                  </a:cubicBezTo>
                  <a:cubicBezTo>
                    <a:pt x="1621092" y="545187"/>
                    <a:pt x="1621092" y="545187"/>
                    <a:pt x="1621092" y="539976"/>
                  </a:cubicBezTo>
                  <a:cubicBezTo>
                    <a:pt x="1621092" y="534932"/>
                    <a:pt x="1615669" y="534932"/>
                    <a:pt x="1615669" y="534932"/>
                  </a:cubicBezTo>
                  <a:cubicBezTo>
                    <a:pt x="1615669" y="529720"/>
                    <a:pt x="1615669" y="529720"/>
                    <a:pt x="1615669" y="529720"/>
                  </a:cubicBezTo>
                  <a:cubicBezTo>
                    <a:pt x="1615669" y="524340"/>
                    <a:pt x="1621092" y="519129"/>
                    <a:pt x="1621092" y="514085"/>
                  </a:cubicBezTo>
                  <a:cubicBezTo>
                    <a:pt x="1621092" y="508873"/>
                    <a:pt x="1621092" y="508873"/>
                    <a:pt x="1621092" y="508873"/>
                  </a:cubicBezTo>
                  <a:lnTo>
                    <a:pt x="1621092" y="503494"/>
                  </a:lnTo>
                  <a:close/>
                  <a:moveTo>
                    <a:pt x="1574722" y="498282"/>
                  </a:moveTo>
                  <a:cubicBezTo>
                    <a:pt x="1580084" y="498282"/>
                    <a:pt x="1580084" y="498282"/>
                    <a:pt x="1580084" y="498282"/>
                  </a:cubicBezTo>
                  <a:cubicBezTo>
                    <a:pt x="1580084" y="498282"/>
                    <a:pt x="1580084" y="498282"/>
                    <a:pt x="1585112" y="498282"/>
                  </a:cubicBezTo>
                  <a:lnTo>
                    <a:pt x="1585112" y="503473"/>
                  </a:lnTo>
                  <a:cubicBezTo>
                    <a:pt x="1585112" y="503473"/>
                    <a:pt x="1585112" y="503473"/>
                    <a:pt x="1590307" y="503473"/>
                  </a:cubicBezTo>
                  <a:cubicBezTo>
                    <a:pt x="1590307" y="503473"/>
                    <a:pt x="1590307" y="503473"/>
                    <a:pt x="1595501" y="503473"/>
                  </a:cubicBezTo>
                  <a:lnTo>
                    <a:pt x="1600864" y="498282"/>
                  </a:lnTo>
                  <a:cubicBezTo>
                    <a:pt x="1600864" y="498282"/>
                    <a:pt x="1600864" y="498282"/>
                    <a:pt x="1611086" y="498282"/>
                  </a:cubicBezTo>
                  <a:lnTo>
                    <a:pt x="1616281" y="498282"/>
                  </a:lnTo>
                  <a:cubicBezTo>
                    <a:pt x="1616281" y="503473"/>
                    <a:pt x="1616281" y="503473"/>
                    <a:pt x="1616281" y="503473"/>
                  </a:cubicBezTo>
                  <a:lnTo>
                    <a:pt x="1616281" y="508831"/>
                  </a:lnTo>
                  <a:lnTo>
                    <a:pt x="1616281" y="514022"/>
                  </a:lnTo>
                  <a:cubicBezTo>
                    <a:pt x="1611086" y="519045"/>
                    <a:pt x="1611086" y="519045"/>
                    <a:pt x="1611086" y="519045"/>
                  </a:cubicBezTo>
                  <a:cubicBezTo>
                    <a:pt x="1605891" y="524236"/>
                    <a:pt x="1605891" y="524236"/>
                    <a:pt x="1605891" y="529595"/>
                  </a:cubicBezTo>
                  <a:lnTo>
                    <a:pt x="1605891" y="534786"/>
                  </a:lnTo>
                  <a:cubicBezTo>
                    <a:pt x="1611086" y="539809"/>
                    <a:pt x="1611086" y="539809"/>
                    <a:pt x="1616281" y="545000"/>
                  </a:cubicBezTo>
                  <a:cubicBezTo>
                    <a:pt x="1616281" y="550358"/>
                    <a:pt x="1616281" y="550358"/>
                    <a:pt x="1616281" y="550358"/>
                  </a:cubicBezTo>
                  <a:cubicBezTo>
                    <a:pt x="1621643" y="550358"/>
                    <a:pt x="1621643" y="550358"/>
                    <a:pt x="1621643" y="550358"/>
                  </a:cubicBezTo>
                  <a:cubicBezTo>
                    <a:pt x="1621643" y="550358"/>
                    <a:pt x="1621643" y="550358"/>
                    <a:pt x="1621643" y="555549"/>
                  </a:cubicBezTo>
                  <a:cubicBezTo>
                    <a:pt x="1621643" y="555549"/>
                    <a:pt x="1621643" y="555549"/>
                    <a:pt x="1621643" y="560573"/>
                  </a:cubicBezTo>
                  <a:cubicBezTo>
                    <a:pt x="1621643" y="560573"/>
                    <a:pt x="1621643" y="565764"/>
                    <a:pt x="1626670" y="565764"/>
                  </a:cubicBezTo>
                  <a:cubicBezTo>
                    <a:pt x="1621643" y="565764"/>
                    <a:pt x="1621643" y="571122"/>
                    <a:pt x="1621643" y="571122"/>
                  </a:cubicBezTo>
                  <a:cubicBezTo>
                    <a:pt x="1621643" y="576313"/>
                    <a:pt x="1626670" y="576313"/>
                    <a:pt x="1626670" y="576313"/>
                  </a:cubicBezTo>
                  <a:cubicBezTo>
                    <a:pt x="1626670" y="581336"/>
                    <a:pt x="1626670" y="581336"/>
                    <a:pt x="1626670" y="581336"/>
                  </a:cubicBezTo>
                  <a:lnTo>
                    <a:pt x="1626670" y="586527"/>
                  </a:lnTo>
                  <a:cubicBezTo>
                    <a:pt x="1626670" y="591886"/>
                    <a:pt x="1626670" y="591886"/>
                    <a:pt x="1626670" y="591886"/>
                  </a:cubicBezTo>
                  <a:lnTo>
                    <a:pt x="1626670" y="597076"/>
                  </a:lnTo>
                  <a:lnTo>
                    <a:pt x="1626670" y="602100"/>
                  </a:lnTo>
                  <a:cubicBezTo>
                    <a:pt x="1626670" y="602100"/>
                    <a:pt x="1626670" y="602100"/>
                    <a:pt x="1626670" y="607291"/>
                  </a:cubicBezTo>
                  <a:lnTo>
                    <a:pt x="1621643" y="612649"/>
                  </a:lnTo>
                  <a:lnTo>
                    <a:pt x="1626670" y="617840"/>
                  </a:lnTo>
                  <a:lnTo>
                    <a:pt x="1631865" y="622864"/>
                  </a:lnTo>
                  <a:cubicBezTo>
                    <a:pt x="1631865" y="628054"/>
                    <a:pt x="1631865" y="628054"/>
                    <a:pt x="1631865" y="628054"/>
                  </a:cubicBezTo>
                  <a:cubicBezTo>
                    <a:pt x="1631865" y="628054"/>
                    <a:pt x="1631865" y="633413"/>
                    <a:pt x="1637060" y="633413"/>
                  </a:cubicBezTo>
                  <a:lnTo>
                    <a:pt x="1642421" y="633413"/>
                  </a:lnTo>
                  <a:cubicBezTo>
                    <a:pt x="1642421" y="633413"/>
                    <a:pt x="1642253" y="633413"/>
                    <a:pt x="1647280" y="638436"/>
                  </a:cubicBezTo>
                  <a:cubicBezTo>
                    <a:pt x="1647280" y="638436"/>
                    <a:pt x="1647280" y="638436"/>
                    <a:pt x="1642421" y="643627"/>
                  </a:cubicBezTo>
                  <a:cubicBezTo>
                    <a:pt x="1642421" y="643627"/>
                    <a:pt x="1642421" y="643627"/>
                    <a:pt x="1637060" y="643627"/>
                  </a:cubicBezTo>
                  <a:cubicBezTo>
                    <a:pt x="1626670" y="648818"/>
                    <a:pt x="1616281" y="659200"/>
                    <a:pt x="1611086" y="664391"/>
                  </a:cubicBezTo>
                  <a:cubicBezTo>
                    <a:pt x="1605891" y="664391"/>
                    <a:pt x="1605891" y="669582"/>
                    <a:pt x="1600864" y="674940"/>
                  </a:cubicBezTo>
                  <a:cubicBezTo>
                    <a:pt x="1595501" y="674940"/>
                    <a:pt x="1595501" y="679964"/>
                    <a:pt x="1590307" y="679964"/>
                  </a:cubicBezTo>
                  <a:cubicBezTo>
                    <a:pt x="1590307" y="679964"/>
                    <a:pt x="1590307" y="679964"/>
                    <a:pt x="1585112" y="679964"/>
                  </a:cubicBezTo>
                  <a:cubicBezTo>
                    <a:pt x="1580084" y="679964"/>
                    <a:pt x="1580084" y="679964"/>
                    <a:pt x="1580084" y="679964"/>
                  </a:cubicBezTo>
                  <a:cubicBezTo>
                    <a:pt x="1580084" y="679964"/>
                    <a:pt x="1580084" y="679964"/>
                    <a:pt x="1574722" y="679964"/>
                  </a:cubicBezTo>
                  <a:cubicBezTo>
                    <a:pt x="1574722" y="679964"/>
                    <a:pt x="1574722" y="674940"/>
                    <a:pt x="1569527" y="674940"/>
                  </a:cubicBezTo>
                  <a:cubicBezTo>
                    <a:pt x="1569527" y="674940"/>
                    <a:pt x="1569527" y="674940"/>
                    <a:pt x="1564333" y="674940"/>
                  </a:cubicBezTo>
                  <a:cubicBezTo>
                    <a:pt x="1564333" y="669582"/>
                    <a:pt x="1564333" y="669582"/>
                    <a:pt x="1559306" y="669582"/>
                  </a:cubicBezTo>
                  <a:cubicBezTo>
                    <a:pt x="1559306" y="669582"/>
                    <a:pt x="1559306" y="669582"/>
                    <a:pt x="1553943" y="664391"/>
                  </a:cubicBezTo>
                  <a:cubicBezTo>
                    <a:pt x="1553943" y="664391"/>
                    <a:pt x="1553943" y="664391"/>
                    <a:pt x="1465631" y="597076"/>
                  </a:cubicBezTo>
                  <a:lnTo>
                    <a:pt x="1465631" y="591886"/>
                  </a:lnTo>
                  <a:cubicBezTo>
                    <a:pt x="1465631" y="591886"/>
                    <a:pt x="1465631" y="591886"/>
                    <a:pt x="1465631" y="586527"/>
                  </a:cubicBezTo>
                  <a:cubicBezTo>
                    <a:pt x="1465631" y="586527"/>
                    <a:pt x="1465631" y="586527"/>
                    <a:pt x="1470826" y="581336"/>
                  </a:cubicBezTo>
                  <a:cubicBezTo>
                    <a:pt x="1470826" y="581336"/>
                    <a:pt x="1470826" y="581336"/>
                    <a:pt x="1476188" y="581336"/>
                  </a:cubicBezTo>
                  <a:cubicBezTo>
                    <a:pt x="1481216" y="581336"/>
                    <a:pt x="1481216" y="581336"/>
                    <a:pt x="1481216" y="581336"/>
                  </a:cubicBezTo>
                  <a:lnTo>
                    <a:pt x="1486410" y="576313"/>
                  </a:lnTo>
                  <a:cubicBezTo>
                    <a:pt x="1486410" y="576313"/>
                    <a:pt x="1486410" y="576313"/>
                    <a:pt x="1491605" y="576313"/>
                  </a:cubicBezTo>
                  <a:cubicBezTo>
                    <a:pt x="1491605" y="576313"/>
                    <a:pt x="1496800" y="576313"/>
                    <a:pt x="1496800" y="571122"/>
                  </a:cubicBezTo>
                  <a:cubicBezTo>
                    <a:pt x="1496800" y="571122"/>
                    <a:pt x="1496800" y="571122"/>
                    <a:pt x="1501995" y="571122"/>
                  </a:cubicBezTo>
                  <a:cubicBezTo>
                    <a:pt x="1507190" y="571122"/>
                    <a:pt x="1507190" y="565764"/>
                    <a:pt x="1507190" y="565764"/>
                  </a:cubicBezTo>
                  <a:cubicBezTo>
                    <a:pt x="1507190" y="565764"/>
                    <a:pt x="1507190" y="565764"/>
                    <a:pt x="1507190" y="560573"/>
                  </a:cubicBezTo>
                  <a:cubicBezTo>
                    <a:pt x="1512385" y="560573"/>
                    <a:pt x="1512385" y="560573"/>
                    <a:pt x="1512385" y="560573"/>
                  </a:cubicBezTo>
                  <a:lnTo>
                    <a:pt x="1517747" y="555549"/>
                  </a:lnTo>
                  <a:cubicBezTo>
                    <a:pt x="1522774" y="555549"/>
                    <a:pt x="1522774" y="555549"/>
                    <a:pt x="1522774" y="555549"/>
                  </a:cubicBezTo>
                  <a:cubicBezTo>
                    <a:pt x="1527969" y="555549"/>
                    <a:pt x="1527969" y="555549"/>
                    <a:pt x="1527969" y="555549"/>
                  </a:cubicBezTo>
                  <a:cubicBezTo>
                    <a:pt x="1527969" y="550358"/>
                    <a:pt x="1533164" y="550358"/>
                    <a:pt x="1533164" y="550358"/>
                  </a:cubicBezTo>
                  <a:lnTo>
                    <a:pt x="1533164" y="545000"/>
                  </a:lnTo>
                  <a:cubicBezTo>
                    <a:pt x="1533164" y="539809"/>
                    <a:pt x="1533164" y="539809"/>
                    <a:pt x="1533164" y="534786"/>
                  </a:cubicBezTo>
                  <a:cubicBezTo>
                    <a:pt x="1527969" y="534786"/>
                    <a:pt x="1527969" y="529595"/>
                    <a:pt x="1527969" y="529595"/>
                  </a:cubicBezTo>
                  <a:cubicBezTo>
                    <a:pt x="1527969" y="524236"/>
                    <a:pt x="1527969" y="524236"/>
                    <a:pt x="1527969" y="519045"/>
                  </a:cubicBezTo>
                  <a:cubicBezTo>
                    <a:pt x="1533164" y="514022"/>
                    <a:pt x="1533164" y="514022"/>
                    <a:pt x="1533164" y="514022"/>
                  </a:cubicBezTo>
                  <a:cubicBezTo>
                    <a:pt x="1538526" y="514022"/>
                    <a:pt x="1543553" y="514022"/>
                    <a:pt x="1543553" y="508831"/>
                  </a:cubicBezTo>
                  <a:cubicBezTo>
                    <a:pt x="1548748" y="508831"/>
                    <a:pt x="1548748" y="508831"/>
                    <a:pt x="1548748" y="508831"/>
                  </a:cubicBezTo>
                  <a:lnTo>
                    <a:pt x="1553943" y="503473"/>
                  </a:lnTo>
                  <a:cubicBezTo>
                    <a:pt x="1559306" y="503473"/>
                    <a:pt x="1559306" y="503473"/>
                    <a:pt x="1559306" y="503473"/>
                  </a:cubicBezTo>
                  <a:cubicBezTo>
                    <a:pt x="1564333" y="503473"/>
                    <a:pt x="1564333" y="503473"/>
                    <a:pt x="1569527" y="503473"/>
                  </a:cubicBezTo>
                  <a:close/>
                  <a:moveTo>
                    <a:pt x="2716891" y="488671"/>
                  </a:moveTo>
                  <a:lnTo>
                    <a:pt x="2722031" y="488671"/>
                  </a:lnTo>
                  <a:cubicBezTo>
                    <a:pt x="2727172" y="488671"/>
                    <a:pt x="2727172" y="488671"/>
                    <a:pt x="2727172" y="488671"/>
                  </a:cubicBezTo>
                  <a:cubicBezTo>
                    <a:pt x="2732313" y="488671"/>
                    <a:pt x="2732313" y="488671"/>
                    <a:pt x="2732313" y="488671"/>
                  </a:cubicBezTo>
                  <a:cubicBezTo>
                    <a:pt x="2732313" y="493846"/>
                    <a:pt x="2737453" y="493846"/>
                    <a:pt x="2737453" y="498854"/>
                  </a:cubicBezTo>
                  <a:cubicBezTo>
                    <a:pt x="2737453" y="504029"/>
                    <a:pt x="2737453" y="509371"/>
                    <a:pt x="2737453" y="509371"/>
                  </a:cubicBezTo>
                  <a:cubicBezTo>
                    <a:pt x="2732313" y="509371"/>
                    <a:pt x="2732313" y="509371"/>
                    <a:pt x="2732313" y="509371"/>
                  </a:cubicBezTo>
                  <a:cubicBezTo>
                    <a:pt x="2732313" y="509371"/>
                    <a:pt x="2732313" y="509371"/>
                    <a:pt x="2727172" y="509371"/>
                  </a:cubicBezTo>
                  <a:lnTo>
                    <a:pt x="2722031" y="514546"/>
                  </a:lnTo>
                  <a:cubicBezTo>
                    <a:pt x="2722031" y="514546"/>
                    <a:pt x="2722031" y="514546"/>
                    <a:pt x="2716891" y="519554"/>
                  </a:cubicBezTo>
                  <a:cubicBezTo>
                    <a:pt x="2716891" y="519554"/>
                    <a:pt x="2716891" y="519554"/>
                    <a:pt x="2711750" y="519554"/>
                  </a:cubicBezTo>
                  <a:cubicBezTo>
                    <a:pt x="2716891" y="519554"/>
                    <a:pt x="2716891" y="514546"/>
                    <a:pt x="2716891" y="514546"/>
                  </a:cubicBezTo>
                  <a:cubicBezTo>
                    <a:pt x="2716891" y="509371"/>
                    <a:pt x="2716891" y="509371"/>
                    <a:pt x="2716891" y="504029"/>
                  </a:cubicBezTo>
                  <a:cubicBezTo>
                    <a:pt x="2716891" y="504029"/>
                    <a:pt x="2716891" y="504029"/>
                    <a:pt x="2722031" y="504029"/>
                  </a:cubicBezTo>
                  <a:cubicBezTo>
                    <a:pt x="2722031" y="498854"/>
                    <a:pt x="2722031" y="498854"/>
                    <a:pt x="2722031" y="493846"/>
                  </a:cubicBezTo>
                  <a:cubicBezTo>
                    <a:pt x="2722031" y="493846"/>
                    <a:pt x="2722031" y="488671"/>
                    <a:pt x="2716891" y="488671"/>
                  </a:cubicBezTo>
                  <a:close/>
                  <a:moveTo>
                    <a:pt x="2197711" y="488123"/>
                  </a:moveTo>
                  <a:cubicBezTo>
                    <a:pt x="2197711" y="493322"/>
                    <a:pt x="2197711" y="493322"/>
                    <a:pt x="2197711" y="493322"/>
                  </a:cubicBezTo>
                  <a:lnTo>
                    <a:pt x="2197711" y="498353"/>
                  </a:lnTo>
                  <a:cubicBezTo>
                    <a:pt x="2197711" y="503552"/>
                    <a:pt x="2197711" y="503552"/>
                    <a:pt x="2197711" y="503552"/>
                  </a:cubicBezTo>
                  <a:cubicBezTo>
                    <a:pt x="2197711" y="503552"/>
                    <a:pt x="2197711" y="503552"/>
                    <a:pt x="2197711" y="508919"/>
                  </a:cubicBezTo>
                  <a:lnTo>
                    <a:pt x="2197711" y="514117"/>
                  </a:lnTo>
                  <a:cubicBezTo>
                    <a:pt x="2197711" y="514117"/>
                    <a:pt x="2197711" y="519148"/>
                    <a:pt x="2192675" y="519148"/>
                  </a:cubicBezTo>
                  <a:cubicBezTo>
                    <a:pt x="2192675" y="519148"/>
                    <a:pt x="2192675" y="519148"/>
                    <a:pt x="2192675" y="524347"/>
                  </a:cubicBezTo>
                  <a:lnTo>
                    <a:pt x="2187471" y="524347"/>
                  </a:lnTo>
                  <a:lnTo>
                    <a:pt x="2187471" y="529714"/>
                  </a:lnTo>
                  <a:cubicBezTo>
                    <a:pt x="2187471" y="529714"/>
                    <a:pt x="2187471" y="529714"/>
                    <a:pt x="2187471" y="534913"/>
                  </a:cubicBezTo>
                  <a:cubicBezTo>
                    <a:pt x="2187471" y="534913"/>
                    <a:pt x="2182099" y="534913"/>
                    <a:pt x="2182099" y="539944"/>
                  </a:cubicBezTo>
                  <a:cubicBezTo>
                    <a:pt x="2182099" y="539944"/>
                    <a:pt x="2176896" y="539944"/>
                    <a:pt x="2176896" y="545142"/>
                  </a:cubicBezTo>
                  <a:cubicBezTo>
                    <a:pt x="2176896" y="545142"/>
                    <a:pt x="2176896" y="545142"/>
                    <a:pt x="2182099" y="545142"/>
                  </a:cubicBezTo>
                  <a:lnTo>
                    <a:pt x="2182099" y="550509"/>
                  </a:lnTo>
                  <a:lnTo>
                    <a:pt x="2176896" y="550509"/>
                  </a:lnTo>
                  <a:cubicBezTo>
                    <a:pt x="2176896" y="545142"/>
                    <a:pt x="2176896" y="545142"/>
                    <a:pt x="2171860" y="545142"/>
                  </a:cubicBezTo>
                  <a:cubicBezTo>
                    <a:pt x="2171860" y="545142"/>
                    <a:pt x="2171860" y="550509"/>
                    <a:pt x="2166656" y="550509"/>
                  </a:cubicBezTo>
                  <a:cubicBezTo>
                    <a:pt x="2166656" y="555708"/>
                    <a:pt x="2166656" y="555708"/>
                    <a:pt x="2166656" y="555708"/>
                  </a:cubicBezTo>
                  <a:cubicBezTo>
                    <a:pt x="2161452" y="555708"/>
                    <a:pt x="2161452" y="555708"/>
                    <a:pt x="2161452" y="555708"/>
                  </a:cubicBezTo>
                  <a:lnTo>
                    <a:pt x="2156081" y="555708"/>
                  </a:lnTo>
                  <a:cubicBezTo>
                    <a:pt x="2151045" y="560739"/>
                    <a:pt x="2151045" y="565938"/>
                    <a:pt x="2151045" y="565938"/>
                  </a:cubicBezTo>
                  <a:cubicBezTo>
                    <a:pt x="2151045" y="565938"/>
                    <a:pt x="2151045" y="565938"/>
                    <a:pt x="2151045" y="571304"/>
                  </a:cubicBezTo>
                  <a:lnTo>
                    <a:pt x="2145841" y="571304"/>
                  </a:lnTo>
                  <a:lnTo>
                    <a:pt x="2140637" y="571304"/>
                  </a:lnTo>
                  <a:cubicBezTo>
                    <a:pt x="2135266" y="571304"/>
                    <a:pt x="2135266" y="571304"/>
                    <a:pt x="2135266" y="571304"/>
                  </a:cubicBezTo>
                  <a:cubicBezTo>
                    <a:pt x="2135266" y="571304"/>
                    <a:pt x="2135266" y="571304"/>
                    <a:pt x="2130230" y="571304"/>
                  </a:cubicBezTo>
                  <a:cubicBezTo>
                    <a:pt x="2130230" y="571304"/>
                    <a:pt x="2125026" y="571304"/>
                    <a:pt x="2119822" y="571304"/>
                  </a:cubicBezTo>
                  <a:lnTo>
                    <a:pt x="2114451" y="571304"/>
                  </a:lnTo>
                  <a:cubicBezTo>
                    <a:pt x="2114451" y="571304"/>
                    <a:pt x="2114451" y="571304"/>
                    <a:pt x="2109415" y="571304"/>
                  </a:cubicBezTo>
                  <a:cubicBezTo>
                    <a:pt x="2114451" y="571304"/>
                    <a:pt x="2114451" y="565938"/>
                    <a:pt x="2114451" y="565938"/>
                  </a:cubicBezTo>
                  <a:cubicBezTo>
                    <a:pt x="2119822" y="565938"/>
                    <a:pt x="2119822" y="565938"/>
                    <a:pt x="2119822" y="560739"/>
                  </a:cubicBezTo>
                  <a:lnTo>
                    <a:pt x="2114451" y="555708"/>
                  </a:lnTo>
                  <a:cubicBezTo>
                    <a:pt x="2114451" y="550509"/>
                    <a:pt x="2114451" y="550509"/>
                    <a:pt x="2109415" y="550509"/>
                  </a:cubicBezTo>
                  <a:lnTo>
                    <a:pt x="2109415" y="545142"/>
                  </a:lnTo>
                  <a:cubicBezTo>
                    <a:pt x="2109415" y="545142"/>
                    <a:pt x="2109415" y="539944"/>
                    <a:pt x="2104211" y="539944"/>
                  </a:cubicBezTo>
                  <a:cubicBezTo>
                    <a:pt x="2104211" y="539944"/>
                    <a:pt x="2104211" y="539944"/>
                    <a:pt x="2109415" y="534913"/>
                  </a:cubicBezTo>
                  <a:cubicBezTo>
                    <a:pt x="2109415" y="534913"/>
                    <a:pt x="2109415" y="534913"/>
                    <a:pt x="2109415" y="529714"/>
                  </a:cubicBezTo>
                  <a:cubicBezTo>
                    <a:pt x="2109415" y="524347"/>
                    <a:pt x="2109415" y="524347"/>
                    <a:pt x="2109415" y="519148"/>
                  </a:cubicBezTo>
                  <a:cubicBezTo>
                    <a:pt x="2109415" y="519148"/>
                    <a:pt x="2109415" y="519148"/>
                    <a:pt x="2109415" y="514117"/>
                  </a:cubicBezTo>
                  <a:cubicBezTo>
                    <a:pt x="2114451" y="514117"/>
                    <a:pt x="2114451" y="514117"/>
                    <a:pt x="2114451" y="514117"/>
                  </a:cubicBezTo>
                  <a:cubicBezTo>
                    <a:pt x="2114451" y="519148"/>
                    <a:pt x="2114451" y="519148"/>
                    <a:pt x="2119822" y="519148"/>
                  </a:cubicBezTo>
                  <a:cubicBezTo>
                    <a:pt x="2119822" y="519148"/>
                    <a:pt x="2119822" y="519148"/>
                    <a:pt x="2125026" y="519148"/>
                  </a:cubicBezTo>
                  <a:cubicBezTo>
                    <a:pt x="2125026" y="519148"/>
                    <a:pt x="2130230" y="519148"/>
                    <a:pt x="2130230" y="514117"/>
                  </a:cubicBezTo>
                  <a:cubicBezTo>
                    <a:pt x="2130230" y="514117"/>
                    <a:pt x="2135266" y="514117"/>
                    <a:pt x="2135266" y="508919"/>
                  </a:cubicBezTo>
                  <a:lnTo>
                    <a:pt x="2140637" y="508919"/>
                  </a:lnTo>
                  <a:lnTo>
                    <a:pt x="2145841" y="503552"/>
                  </a:lnTo>
                  <a:lnTo>
                    <a:pt x="2145841" y="498353"/>
                  </a:lnTo>
                  <a:lnTo>
                    <a:pt x="2151045" y="498353"/>
                  </a:lnTo>
                  <a:cubicBezTo>
                    <a:pt x="2151045" y="498353"/>
                    <a:pt x="2151045" y="498353"/>
                    <a:pt x="2151045" y="493322"/>
                  </a:cubicBezTo>
                  <a:cubicBezTo>
                    <a:pt x="2151045" y="498353"/>
                    <a:pt x="2156081" y="498353"/>
                    <a:pt x="2156081" y="498353"/>
                  </a:cubicBezTo>
                  <a:cubicBezTo>
                    <a:pt x="2156081" y="498353"/>
                    <a:pt x="2156081" y="498353"/>
                    <a:pt x="2161452" y="498353"/>
                  </a:cubicBezTo>
                  <a:lnTo>
                    <a:pt x="2166656" y="498353"/>
                  </a:lnTo>
                  <a:lnTo>
                    <a:pt x="2171860" y="503552"/>
                  </a:lnTo>
                  <a:cubicBezTo>
                    <a:pt x="2171860" y="503552"/>
                    <a:pt x="2171860" y="498353"/>
                    <a:pt x="2176896" y="498353"/>
                  </a:cubicBezTo>
                  <a:cubicBezTo>
                    <a:pt x="2182099" y="498353"/>
                    <a:pt x="2182099" y="498353"/>
                    <a:pt x="2182099" y="498353"/>
                  </a:cubicBezTo>
                  <a:cubicBezTo>
                    <a:pt x="2187471" y="498353"/>
                    <a:pt x="2187471" y="498353"/>
                    <a:pt x="2187471" y="498353"/>
                  </a:cubicBezTo>
                  <a:lnTo>
                    <a:pt x="2187471" y="493322"/>
                  </a:lnTo>
                  <a:lnTo>
                    <a:pt x="2192675" y="493322"/>
                  </a:lnTo>
                  <a:close/>
                  <a:moveTo>
                    <a:pt x="2213431" y="473146"/>
                  </a:moveTo>
                  <a:cubicBezTo>
                    <a:pt x="2218604" y="473146"/>
                    <a:pt x="2218604" y="478114"/>
                    <a:pt x="2218604" y="478114"/>
                  </a:cubicBezTo>
                  <a:lnTo>
                    <a:pt x="2223945" y="478114"/>
                  </a:lnTo>
                  <a:cubicBezTo>
                    <a:pt x="2223945" y="483247"/>
                    <a:pt x="2223945" y="483247"/>
                    <a:pt x="2229119" y="483247"/>
                  </a:cubicBezTo>
                  <a:lnTo>
                    <a:pt x="2234125" y="483247"/>
                  </a:lnTo>
                  <a:lnTo>
                    <a:pt x="2234125" y="488547"/>
                  </a:lnTo>
                  <a:lnTo>
                    <a:pt x="2229119" y="488547"/>
                  </a:lnTo>
                  <a:cubicBezTo>
                    <a:pt x="2229119" y="488547"/>
                    <a:pt x="2229119" y="488547"/>
                    <a:pt x="2229119" y="493680"/>
                  </a:cubicBezTo>
                  <a:lnTo>
                    <a:pt x="2223945" y="493680"/>
                  </a:lnTo>
                  <a:cubicBezTo>
                    <a:pt x="2223945" y="493680"/>
                    <a:pt x="2223945" y="493680"/>
                    <a:pt x="2218604" y="493680"/>
                  </a:cubicBezTo>
                  <a:lnTo>
                    <a:pt x="2213431" y="493680"/>
                  </a:lnTo>
                  <a:cubicBezTo>
                    <a:pt x="2208424" y="493680"/>
                    <a:pt x="2208424" y="493680"/>
                    <a:pt x="2208424" y="493680"/>
                  </a:cubicBezTo>
                  <a:cubicBezTo>
                    <a:pt x="2208424" y="493680"/>
                    <a:pt x="2208424" y="493680"/>
                    <a:pt x="2208424" y="488547"/>
                  </a:cubicBezTo>
                  <a:cubicBezTo>
                    <a:pt x="2208424" y="483247"/>
                    <a:pt x="2208424" y="483247"/>
                    <a:pt x="2208424" y="483247"/>
                  </a:cubicBezTo>
                  <a:cubicBezTo>
                    <a:pt x="2208424" y="478114"/>
                    <a:pt x="2208424" y="478114"/>
                    <a:pt x="2208424" y="478114"/>
                  </a:cubicBezTo>
                  <a:cubicBezTo>
                    <a:pt x="2208424" y="478114"/>
                    <a:pt x="2213431" y="478114"/>
                    <a:pt x="2213431" y="473146"/>
                  </a:cubicBezTo>
                  <a:close/>
                  <a:moveTo>
                    <a:pt x="1953435" y="473146"/>
                  </a:moveTo>
                  <a:lnTo>
                    <a:pt x="1958627" y="478174"/>
                  </a:lnTo>
                  <a:cubicBezTo>
                    <a:pt x="1958627" y="478174"/>
                    <a:pt x="1963818" y="483369"/>
                    <a:pt x="1968842" y="483369"/>
                  </a:cubicBezTo>
                  <a:cubicBezTo>
                    <a:pt x="1968842" y="483369"/>
                    <a:pt x="1968842" y="483369"/>
                    <a:pt x="1974201" y="483369"/>
                  </a:cubicBezTo>
                  <a:cubicBezTo>
                    <a:pt x="1974201" y="478174"/>
                    <a:pt x="1974201" y="478174"/>
                    <a:pt x="1974201" y="478174"/>
                  </a:cubicBezTo>
                  <a:cubicBezTo>
                    <a:pt x="1974201" y="478174"/>
                    <a:pt x="1974201" y="478174"/>
                    <a:pt x="1979393" y="478174"/>
                  </a:cubicBezTo>
                  <a:lnTo>
                    <a:pt x="1984584" y="483369"/>
                  </a:lnTo>
                  <a:lnTo>
                    <a:pt x="1989608" y="483369"/>
                  </a:lnTo>
                  <a:cubicBezTo>
                    <a:pt x="1989608" y="488732"/>
                    <a:pt x="1989608" y="488732"/>
                    <a:pt x="1989608" y="488732"/>
                  </a:cubicBezTo>
                  <a:cubicBezTo>
                    <a:pt x="1994968" y="493928"/>
                    <a:pt x="1994968" y="493928"/>
                    <a:pt x="2000159" y="493928"/>
                  </a:cubicBezTo>
                  <a:lnTo>
                    <a:pt x="2005351" y="493928"/>
                  </a:lnTo>
                  <a:cubicBezTo>
                    <a:pt x="2005351" y="498955"/>
                    <a:pt x="2005351" y="498955"/>
                    <a:pt x="2010375" y="498955"/>
                  </a:cubicBezTo>
                  <a:cubicBezTo>
                    <a:pt x="2010375" y="504151"/>
                    <a:pt x="2010375" y="504151"/>
                    <a:pt x="2015734" y="504151"/>
                  </a:cubicBezTo>
                  <a:lnTo>
                    <a:pt x="2020925" y="504151"/>
                  </a:lnTo>
                  <a:cubicBezTo>
                    <a:pt x="2026117" y="504151"/>
                    <a:pt x="2026117" y="504151"/>
                    <a:pt x="2026117" y="504151"/>
                  </a:cubicBezTo>
                  <a:cubicBezTo>
                    <a:pt x="2031141" y="504151"/>
                    <a:pt x="2036500" y="504151"/>
                    <a:pt x="2036500" y="504151"/>
                  </a:cubicBezTo>
                  <a:cubicBezTo>
                    <a:pt x="2041691" y="504151"/>
                    <a:pt x="2041691" y="498955"/>
                    <a:pt x="2046883" y="498955"/>
                  </a:cubicBezTo>
                  <a:cubicBezTo>
                    <a:pt x="2051907" y="493928"/>
                    <a:pt x="2051907" y="493928"/>
                    <a:pt x="2057266" y="488732"/>
                  </a:cubicBezTo>
                  <a:cubicBezTo>
                    <a:pt x="2057266" y="488732"/>
                    <a:pt x="2057266" y="488732"/>
                    <a:pt x="2062458" y="488732"/>
                  </a:cubicBezTo>
                  <a:lnTo>
                    <a:pt x="2067649" y="488732"/>
                  </a:lnTo>
                  <a:cubicBezTo>
                    <a:pt x="2067649" y="488732"/>
                    <a:pt x="2072673" y="493928"/>
                    <a:pt x="2078032" y="493928"/>
                  </a:cubicBezTo>
                  <a:cubicBezTo>
                    <a:pt x="2078032" y="493928"/>
                    <a:pt x="2078032" y="493928"/>
                    <a:pt x="2083224" y="493928"/>
                  </a:cubicBezTo>
                  <a:lnTo>
                    <a:pt x="2088415" y="493928"/>
                  </a:lnTo>
                  <a:lnTo>
                    <a:pt x="2088415" y="498955"/>
                  </a:lnTo>
                  <a:cubicBezTo>
                    <a:pt x="2093439" y="498955"/>
                    <a:pt x="2093439" y="498955"/>
                    <a:pt x="2093439" y="498955"/>
                  </a:cubicBezTo>
                  <a:cubicBezTo>
                    <a:pt x="2098798" y="504151"/>
                    <a:pt x="2098798" y="504151"/>
                    <a:pt x="2098798" y="504151"/>
                  </a:cubicBezTo>
                  <a:cubicBezTo>
                    <a:pt x="2098798" y="504151"/>
                    <a:pt x="2098798" y="504151"/>
                    <a:pt x="2103990" y="504151"/>
                  </a:cubicBezTo>
                  <a:lnTo>
                    <a:pt x="2103990" y="509514"/>
                  </a:lnTo>
                  <a:cubicBezTo>
                    <a:pt x="2103990" y="514709"/>
                    <a:pt x="2103990" y="514709"/>
                    <a:pt x="2103990" y="514709"/>
                  </a:cubicBezTo>
                  <a:lnTo>
                    <a:pt x="2098798" y="519737"/>
                  </a:lnTo>
                  <a:lnTo>
                    <a:pt x="2098798" y="524933"/>
                  </a:lnTo>
                  <a:cubicBezTo>
                    <a:pt x="2098798" y="524933"/>
                    <a:pt x="2098798" y="524933"/>
                    <a:pt x="2098798" y="530296"/>
                  </a:cubicBezTo>
                  <a:cubicBezTo>
                    <a:pt x="2098798" y="535491"/>
                    <a:pt x="2098798" y="535491"/>
                    <a:pt x="2098798" y="535491"/>
                  </a:cubicBezTo>
                  <a:lnTo>
                    <a:pt x="2098798" y="540519"/>
                  </a:lnTo>
                  <a:lnTo>
                    <a:pt x="2098798" y="545714"/>
                  </a:lnTo>
                  <a:cubicBezTo>
                    <a:pt x="2098798" y="551078"/>
                    <a:pt x="2098798" y="551078"/>
                    <a:pt x="2098798" y="551078"/>
                  </a:cubicBezTo>
                  <a:cubicBezTo>
                    <a:pt x="2098798" y="556273"/>
                    <a:pt x="2098798" y="556273"/>
                    <a:pt x="2103990" y="556273"/>
                  </a:cubicBezTo>
                  <a:cubicBezTo>
                    <a:pt x="2103990" y="556273"/>
                    <a:pt x="2103990" y="556273"/>
                    <a:pt x="2103990" y="561301"/>
                  </a:cubicBezTo>
                  <a:cubicBezTo>
                    <a:pt x="2103990" y="561301"/>
                    <a:pt x="2103990" y="561301"/>
                    <a:pt x="2109182" y="561301"/>
                  </a:cubicBezTo>
                  <a:lnTo>
                    <a:pt x="2103990" y="566496"/>
                  </a:lnTo>
                  <a:cubicBezTo>
                    <a:pt x="2103990" y="571859"/>
                    <a:pt x="2098798" y="571859"/>
                    <a:pt x="2098798" y="571859"/>
                  </a:cubicBezTo>
                  <a:lnTo>
                    <a:pt x="2103990" y="577055"/>
                  </a:lnTo>
                  <a:cubicBezTo>
                    <a:pt x="2103990" y="577055"/>
                    <a:pt x="2103990" y="577055"/>
                    <a:pt x="2103990" y="582083"/>
                  </a:cubicBezTo>
                  <a:cubicBezTo>
                    <a:pt x="2109182" y="587278"/>
                    <a:pt x="2109182" y="587278"/>
                    <a:pt x="2114206" y="592641"/>
                  </a:cubicBezTo>
                  <a:lnTo>
                    <a:pt x="2119565" y="592641"/>
                  </a:lnTo>
                  <a:cubicBezTo>
                    <a:pt x="2119565" y="597837"/>
                    <a:pt x="2119565" y="597837"/>
                    <a:pt x="2119565" y="597837"/>
                  </a:cubicBezTo>
                  <a:cubicBezTo>
                    <a:pt x="2119565" y="602864"/>
                    <a:pt x="2119565" y="602864"/>
                    <a:pt x="2119565" y="602864"/>
                  </a:cubicBezTo>
                  <a:cubicBezTo>
                    <a:pt x="2119565" y="602864"/>
                    <a:pt x="2114206" y="602864"/>
                    <a:pt x="2114206" y="608060"/>
                  </a:cubicBezTo>
                  <a:cubicBezTo>
                    <a:pt x="2109182" y="608060"/>
                    <a:pt x="2109182" y="613423"/>
                    <a:pt x="2109182" y="618618"/>
                  </a:cubicBezTo>
                  <a:cubicBezTo>
                    <a:pt x="2109182" y="613423"/>
                    <a:pt x="2103990" y="613423"/>
                    <a:pt x="2103990" y="613423"/>
                  </a:cubicBezTo>
                  <a:cubicBezTo>
                    <a:pt x="2098798" y="613423"/>
                    <a:pt x="2098798" y="613423"/>
                    <a:pt x="2098798" y="613423"/>
                  </a:cubicBezTo>
                  <a:cubicBezTo>
                    <a:pt x="2098798" y="613423"/>
                    <a:pt x="2093439" y="618618"/>
                    <a:pt x="2088415" y="618618"/>
                  </a:cubicBezTo>
                  <a:cubicBezTo>
                    <a:pt x="2083224" y="618618"/>
                    <a:pt x="2083224" y="618618"/>
                    <a:pt x="2078032" y="613423"/>
                  </a:cubicBezTo>
                  <a:lnTo>
                    <a:pt x="2072673" y="613423"/>
                  </a:lnTo>
                  <a:cubicBezTo>
                    <a:pt x="2072673" y="608060"/>
                    <a:pt x="2072673" y="608060"/>
                    <a:pt x="2072673" y="608060"/>
                  </a:cubicBezTo>
                  <a:cubicBezTo>
                    <a:pt x="2072673" y="602864"/>
                    <a:pt x="2072673" y="597837"/>
                    <a:pt x="2067649" y="597837"/>
                  </a:cubicBezTo>
                  <a:cubicBezTo>
                    <a:pt x="2062458" y="597837"/>
                    <a:pt x="2062458" y="597837"/>
                    <a:pt x="2062458" y="597837"/>
                  </a:cubicBezTo>
                  <a:lnTo>
                    <a:pt x="2057266" y="597837"/>
                  </a:lnTo>
                  <a:cubicBezTo>
                    <a:pt x="2051907" y="602864"/>
                    <a:pt x="2051907" y="602864"/>
                    <a:pt x="2051907" y="602864"/>
                  </a:cubicBezTo>
                  <a:cubicBezTo>
                    <a:pt x="2051907" y="602864"/>
                    <a:pt x="2051907" y="602864"/>
                    <a:pt x="2046883" y="602864"/>
                  </a:cubicBezTo>
                  <a:cubicBezTo>
                    <a:pt x="2041691" y="602864"/>
                    <a:pt x="2041691" y="602864"/>
                    <a:pt x="2036500" y="597837"/>
                  </a:cubicBezTo>
                  <a:cubicBezTo>
                    <a:pt x="2031141" y="597837"/>
                    <a:pt x="2031141" y="592641"/>
                    <a:pt x="2020925" y="592641"/>
                  </a:cubicBezTo>
                  <a:cubicBezTo>
                    <a:pt x="2020925" y="592641"/>
                    <a:pt x="2020925" y="587278"/>
                    <a:pt x="2015734" y="587278"/>
                  </a:cubicBezTo>
                  <a:lnTo>
                    <a:pt x="2015734" y="582083"/>
                  </a:lnTo>
                  <a:cubicBezTo>
                    <a:pt x="2015734" y="577055"/>
                    <a:pt x="2010375" y="577055"/>
                    <a:pt x="2010375" y="571859"/>
                  </a:cubicBezTo>
                  <a:cubicBezTo>
                    <a:pt x="2010375" y="566496"/>
                    <a:pt x="2005351" y="566496"/>
                    <a:pt x="2000159" y="566496"/>
                  </a:cubicBezTo>
                  <a:lnTo>
                    <a:pt x="1994968" y="566496"/>
                  </a:lnTo>
                  <a:cubicBezTo>
                    <a:pt x="1994968" y="566496"/>
                    <a:pt x="1989608" y="566496"/>
                    <a:pt x="1989608" y="561301"/>
                  </a:cubicBezTo>
                  <a:lnTo>
                    <a:pt x="1989608" y="556273"/>
                  </a:lnTo>
                  <a:lnTo>
                    <a:pt x="1989608" y="551078"/>
                  </a:lnTo>
                  <a:cubicBezTo>
                    <a:pt x="1989608" y="551078"/>
                    <a:pt x="1989608" y="545714"/>
                    <a:pt x="1984584" y="545714"/>
                  </a:cubicBezTo>
                  <a:cubicBezTo>
                    <a:pt x="1984584" y="540519"/>
                    <a:pt x="1984584" y="540519"/>
                    <a:pt x="1979393" y="540519"/>
                  </a:cubicBezTo>
                  <a:cubicBezTo>
                    <a:pt x="1979393" y="540519"/>
                    <a:pt x="1979393" y="540519"/>
                    <a:pt x="1974201" y="535491"/>
                  </a:cubicBezTo>
                  <a:cubicBezTo>
                    <a:pt x="1974201" y="535491"/>
                    <a:pt x="1974201" y="530296"/>
                    <a:pt x="1968842" y="530296"/>
                  </a:cubicBezTo>
                  <a:cubicBezTo>
                    <a:pt x="1968842" y="524933"/>
                    <a:pt x="1968842" y="524933"/>
                    <a:pt x="1968842" y="524933"/>
                  </a:cubicBezTo>
                  <a:cubicBezTo>
                    <a:pt x="1968842" y="519737"/>
                    <a:pt x="1974201" y="519737"/>
                    <a:pt x="1974201" y="514709"/>
                  </a:cubicBezTo>
                  <a:lnTo>
                    <a:pt x="1974201" y="509514"/>
                  </a:lnTo>
                  <a:cubicBezTo>
                    <a:pt x="1974201" y="504151"/>
                    <a:pt x="1974201" y="504151"/>
                    <a:pt x="1968842" y="504151"/>
                  </a:cubicBezTo>
                  <a:cubicBezTo>
                    <a:pt x="1963818" y="504151"/>
                    <a:pt x="1963818" y="498955"/>
                    <a:pt x="1963818" y="498955"/>
                  </a:cubicBezTo>
                  <a:cubicBezTo>
                    <a:pt x="1958627" y="498955"/>
                    <a:pt x="1958627" y="493928"/>
                    <a:pt x="1958627" y="493928"/>
                  </a:cubicBezTo>
                  <a:cubicBezTo>
                    <a:pt x="1958627" y="488732"/>
                    <a:pt x="1958627" y="488732"/>
                    <a:pt x="1958627" y="483369"/>
                  </a:cubicBezTo>
                  <a:cubicBezTo>
                    <a:pt x="1958627" y="478174"/>
                    <a:pt x="1958627" y="478174"/>
                    <a:pt x="1953435" y="478174"/>
                  </a:cubicBezTo>
                  <a:cubicBezTo>
                    <a:pt x="1953435" y="473146"/>
                    <a:pt x="1953435" y="473146"/>
                    <a:pt x="1953435" y="473146"/>
                  </a:cubicBezTo>
                  <a:close/>
                  <a:moveTo>
                    <a:pt x="2176643" y="467232"/>
                  </a:moveTo>
                  <a:cubicBezTo>
                    <a:pt x="2181775" y="472365"/>
                    <a:pt x="2181775" y="472365"/>
                    <a:pt x="2181775" y="472365"/>
                  </a:cubicBezTo>
                  <a:lnTo>
                    <a:pt x="2187073" y="472365"/>
                  </a:lnTo>
                  <a:lnTo>
                    <a:pt x="2192206" y="472365"/>
                  </a:lnTo>
                  <a:cubicBezTo>
                    <a:pt x="2192206" y="472365"/>
                    <a:pt x="2192206" y="472365"/>
                    <a:pt x="2197173" y="477333"/>
                  </a:cubicBezTo>
                  <a:cubicBezTo>
                    <a:pt x="2192206" y="477333"/>
                    <a:pt x="2192206" y="477333"/>
                    <a:pt x="2192206" y="477333"/>
                  </a:cubicBezTo>
                  <a:lnTo>
                    <a:pt x="2187073" y="482467"/>
                  </a:lnTo>
                  <a:cubicBezTo>
                    <a:pt x="2187073" y="482467"/>
                    <a:pt x="2187073" y="482467"/>
                    <a:pt x="2181775" y="482467"/>
                  </a:cubicBezTo>
                  <a:lnTo>
                    <a:pt x="2181775" y="487766"/>
                  </a:lnTo>
                  <a:cubicBezTo>
                    <a:pt x="2181775" y="487766"/>
                    <a:pt x="2181775" y="487766"/>
                    <a:pt x="2176643" y="487766"/>
                  </a:cubicBezTo>
                  <a:lnTo>
                    <a:pt x="2176643" y="482467"/>
                  </a:lnTo>
                  <a:cubicBezTo>
                    <a:pt x="2176643" y="482467"/>
                    <a:pt x="2176643" y="482467"/>
                    <a:pt x="2176643" y="477333"/>
                  </a:cubicBezTo>
                  <a:lnTo>
                    <a:pt x="2176643" y="472365"/>
                  </a:lnTo>
                  <a:cubicBezTo>
                    <a:pt x="2176643" y="472365"/>
                    <a:pt x="2176643" y="472365"/>
                    <a:pt x="2176643" y="467232"/>
                  </a:cubicBezTo>
                  <a:close/>
                  <a:moveTo>
                    <a:pt x="2212972" y="462391"/>
                  </a:moveTo>
                  <a:lnTo>
                    <a:pt x="2212972" y="467802"/>
                  </a:lnTo>
                  <a:cubicBezTo>
                    <a:pt x="2207929" y="467802"/>
                    <a:pt x="2207929" y="467802"/>
                    <a:pt x="2207929" y="467802"/>
                  </a:cubicBezTo>
                  <a:cubicBezTo>
                    <a:pt x="2207929" y="462391"/>
                    <a:pt x="2212972" y="462391"/>
                    <a:pt x="2212972" y="462391"/>
                  </a:cubicBezTo>
                  <a:close/>
                  <a:moveTo>
                    <a:pt x="2842336" y="456882"/>
                  </a:moveTo>
                  <a:cubicBezTo>
                    <a:pt x="2847543" y="456882"/>
                    <a:pt x="2847543" y="456882"/>
                    <a:pt x="2847543" y="456882"/>
                  </a:cubicBezTo>
                  <a:lnTo>
                    <a:pt x="2852750" y="456882"/>
                  </a:lnTo>
                  <a:lnTo>
                    <a:pt x="2852750" y="462086"/>
                  </a:lnTo>
                  <a:cubicBezTo>
                    <a:pt x="2852750" y="462086"/>
                    <a:pt x="2852750" y="462086"/>
                    <a:pt x="2852750" y="467457"/>
                  </a:cubicBezTo>
                  <a:cubicBezTo>
                    <a:pt x="2852750" y="467457"/>
                    <a:pt x="2852750" y="467457"/>
                    <a:pt x="2852750" y="472661"/>
                  </a:cubicBezTo>
                  <a:cubicBezTo>
                    <a:pt x="2852750" y="472661"/>
                    <a:pt x="2852750" y="472661"/>
                    <a:pt x="2847543" y="477697"/>
                  </a:cubicBezTo>
                  <a:lnTo>
                    <a:pt x="2842336" y="482901"/>
                  </a:lnTo>
                  <a:lnTo>
                    <a:pt x="2842336" y="488273"/>
                  </a:lnTo>
                  <a:lnTo>
                    <a:pt x="2847543" y="493477"/>
                  </a:lnTo>
                  <a:lnTo>
                    <a:pt x="2842336" y="493477"/>
                  </a:lnTo>
                  <a:cubicBezTo>
                    <a:pt x="2842336" y="498513"/>
                    <a:pt x="2842336" y="498513"/>
                    <a:pt x="2842336" y="498513"/>
                  </a:cubicBezTo>
                  <a:cubicBezTo>
                    <a:pt x="2842336" y="503717"/>
                    <a:pt x="2842336" y="509089"/>
                    <a:pt x="2842336" y="509089"/>
                  </a:cubicBezTo>
                  <a:cubicBezTo>
                    <a:pt x="2842336" y="509089"/>
                    <a:pt x="2842336" y="509089"/>
                    <a:pt x="2837128" y="509089"/>
                  </a:cubicBezTo>
                  <a:cubicBezTo>
                    <a:pt x="2831921" y="509089"/>
                    <a:pt x="2831921" y="509089"/>
                    <a:pt x="2831921" y="509089"/>
                  </a:cubicBezTo>
                  <a:lnTo>
                    <a:pt x="2826714" y="514292"/>
                  </a:lnTo>
                  <a:lnTo>
                    <a:pt x="2821506" y="514292"/>
                  </a:lnTo>
                  <a:cubicBezTo>
                    <a:pt x="2821506" y="514292"/>
                    <a:pt x="2821506" y="514292"/>
                    <a:pt x="2816299" y="519328"/>
                  </a:cubicBezTo>
                  <a:cubicBezTo>
                    <a:pt x="2811092" y="514292"/>
                    <a:pt x="2811092" y="514292"/>
                    <a:pt x="2805884" y="514292"/>
                  </a:cubicBezTo>
                  <a:cubicBezTo>
                    <a:pt x="2805884" y="514292"/>
                    <a:pt x="2805884" y="514292"/>
                    <a:pt x="2805884" y="519328"/>
                  </a:cubicBezTo>
                  <a:cubicBezTo>
                    <a:pt x="2805884" y="519328"/>
                    <a:pt x="2805884" y="519328"/>
                    <a:pt x="2805884" y="524532"/>
                  </a:cubicBezTo>
                  <a:cubicBezTo>
                    <a:pt x="2800677" y="524532"/>
                    <a:pt x="2800677" y="524532"/>
                    <a:pt x="2800677" y="524532"/>
                  </a:cubicBezTo>
                  <a:cubicBezTo>
                    <a:pt x="2800677" y="529904"/>
                    <a:pt x="2800677" y="529904"/>
                    <a:pt x="2800677" y="529904"/>
                  </a:cubicBezTo>
                  <a:cubicBezTo>
                    <a:pt x="2795470" y="529904"/>
                    <a:pt x="2795470" y="529904"/>
                    <a:pt x="2795470" y="524532"/>
                  </a:cubicBezTo>
                  <a:cubicBezTo>
                    <a:pt x="2800677" y="524532"/>
                    <a:pt x="2800677" y="519328"/>
                    <a:pt x="2800677" y="519328"/>
                  </a:cubicBezTo>
                  <a:cubicBezTo>
                    <a:pt x="2795470" y="514292"/>
                    <a:pt x="2795470" y="514292"/>
                    <a:pt x="2795470" y="514292"/>
                  </a:cubicBezTo>
                  <a:cubicBezTo>
                    <a:pt x="2800677" y="514292"/>
                    <a:pt x="2800677" y="514292"/>
                    <a:pt x="2800677" y="514292"/>
                  </a:cubicBezTo>
                  <a:cubicBezTo>
                    <a:pt x="2805884" y="514292"/>
                    <a:pt x="2805884" y="509089"/>
                    <a:pt x="2805884" y="503717"/>
                  </a:cubicBezTo>
                  <a:cubicBezTo>
                    <a:pt x="2811092" y="503717"/>
                    <a:pt x="2811092" y="503717"/>
                    <a:pt x="2811092" y="498513"/>
                  </a:cubicBezTo>
                  <a:lnTo>
                    <a:pt x="2811092" y="503717"/>
                  </a:lnTo>
                  <a:cubicBezTo>
                    <a:pt x="2816299" y="503717"/>
                    <a:pt x="2821506" y="498513"/>
                    <a:pt x="2821506" y="498513"/>
                  </a:cubicBezTo>
                  <a:lnTo>
                    <a:pt x="2826714" y="493477"/>
                  </a:lnTo>
                  <a:cubicBezTo>
                    <a:pt x="2831921" y="493477"/>
                    <a:pt x="2831921" y="488273"/>
                    <a:pt x="2831921" y="488273"/>
                  </a:cubicBezTo>
                  <a:cubicBezTo>
                    <a:pt x="2831921" y="488273"/>
                    <a:pt x="2831921" y="488273"/>
                    <a:pt x="2837128" y="488273"/>
                  </a:cubicBezTo>
                  <a:cubicBezTo>
                    <a:pt x="2837128" y="482901"/>
                    <a:pt x="2842336" y="477697"/>
                    <a:pt x="2842336" y="477697"/>
                  </a:cubicBezTo>
                  <a:cubicBezTo>
                    <a:pt x="2842336" y="472661"/>
                    <a:pt x="2842336" y="472661"/>
                    <a:pt x="2842336" y="472661"/>
                  </a:cubicBezTo>
                  <a:cubicBezTo>
                    <a:pt x="2842336" y="467457"/>
                    <a:pt x="2842336" y="467457"/>
                    <a:pt x="2842336" y="467457"/>
                  </a:cubicBezTo>
                  <a:cubicBezTo>
                    <a:pt x="2842336" y="462086"/>
                    <a:pt x="2842336" y="462086"/>
                    <a:pt x="2842336" y="462086"/>
                  </a:cubicBezTo>
                  <a:close/>
                  <a:moveTo>
                    <a:pt x="1740520" y="456882"/>
                  </a:moveTo>
                  <a:cubicBezTo>
                    <a:pt x="1745638" y="456882"/>
                    <a:pt x="1745638" y="456882"/>
                    <a:pt x="1745638" y="456882"/>
                  </a:cubicBezTo>
                  <a:cubicBezTo>
                    <a:pt x="1745638" y="462015"/>
                    <a:pt x="1745638" y="467315"/>
                    <a:pt x="1750757" y="467315"/>
                  </a:cubicBezTo>
                  <a:cubicBezTo>
                    <a:pt x="1745638" y="467315"/>
                    <a:pt x="1745638" y="472448"/>
                    <a:pt x="1745638" y="472448"/>
                  </a:cubicBezTo>
                  <a:cubicBezTo>
                    <a:pt x="1745638" y="472448"/>
                    <a:pt x="1745638" y="472448"/>
                    <a:pt x="1745638" y="477416"/>
                  </a:cubicBezTo>
                  <a:cubicBezTo>
                    <a:pt x="1740520" y="477416"/>
                    <a:pt x="1740520" y="477416"/>
                    <a:pt x="1740520" y="477416"/>
                  </a:cubicBezTo>
                  <a:lnTo>
                    <a:pt x="1735401" y="477416"/>
                  </a:lnTo>
                  <a:cubicBezTo>
                    <a:pt x="1735401" y="472448"/>
                    <a:pt x="1735401" y="472448"/>
                    <a:pt x="1735401" y="467315"/>
                  </a:cubicBezTo>
                  <a:lnTo>
                    <a:pt x="1735401" y="462015"/>
                  </a:lnTo>
                  <a:cubicBezTo>
                    <a:pt x="1740520" y="462015"/>
                    <a:pt x="1740520" y="462015"/>
                    <a:pt x="1740520" y="456882"/>
                  </a:cubicBezTo>
                  <a:close/>
                  <a:moveTo>
                    <a:pt x="2203140" y="451707"/>
                  </a:moveTo>
                  <a:cubicBezTo>
                    <a:pt x="2208259" y="451707"/>
                    <a:pt x="2208259" y="451707"/>
                    <a:pt x="2208259" y="456715"/>
                  </a:cubicBezTo>
                  <a:cubicBezTo>
                    <a:pt x="2208259" y="456715"/>
                    <a:pt x="2208259" y="456715"/>
                    <a:pt x="2203140" y="456715"/>
                  </a:cubicBezTo>
                  <a:cubicBezTo>
                    <a:pt x="2203140" y="451707"/>
                    <a:pt x="2203140" y="451707"/>
                    <a:pt x="2203140" y="451707"/>
                  </a:cubicBezTo>
                  <a:close/>
                  <a:moveTo>
                    <a:pt x="2181817" y="451707"/>
                  </a:moveTo>
                  <a:cubicBezTo>
                    <a:pt x="2187360" y="451707"/>
                    <a:pt x="2187360" y="451707"/>
                    <a:pt x="2192730" y="451707"/>
                  </a:cubicBezTo>
                  <a:cubicBezTo>
                    <a:pt x="2192730" y="451707"/>
                    <a:pt x="2192730" y="451707"/>
                    <a:pt x="2192730" y="456715"/>
                  </a:cubicBezTo>
                  <a:cubicBezTo>
                    <a:pt x="2192730" y="456715"/>
                    <a:pt x="2192730" y="456715"/>
                    <a:pt x="2187360" y="456715"/>
                  </a:cubicBezTo>
                  <a:cubicBezTo>
                    <a:pt x="2181817" y="456715"/>
                    <a:pt x="2181817" y="456715"/>
                    <a:pt x="2181817" y="456715"/>
                  </a:cubicBezTo>
                  <a:cubicBezTo>
                    <a:pt x="2181817" y="456715"/>
                    <a:pt x="2181817" y="456715"/>
                    <a:pt x="2181817" y="451707"/>
                  </a:cubicBezTo>
                  <a:close/>
                  <a:moveTo>
                    <a:pt x="2732278" y="446532"/>
                  </a:moveTo>
                  <a:lnTo>
                    <a:pt x="2737451" y="446532"/>
                  </a:lnTo>
                  <a:cubicBezTo>
                    <a:pt x="2737451" y="451707"/>
                    <a:pt x="2737451" y="451707"/>
                    <a:pt x="2737451" y="451707"/>
                  </a:cubicBezTo>
                  <a:cubicBezTo>
                    <a:pt x="2732278" y="451707"/>
                    <a:pt x="2732278" y="456715"/>
                    <a:pt x="2732278" y="456715"/>
                  </a:cubicBezTo>
                  <a:cubicBezTo>
                    <a:pt x="2727104" y="456715"/>
                    <a:pt x="2727104" y="456715"/>
                    <a:pt x="2727104" y="461890"/>
                  </a:cubicBezTo>
                  <a:cubicBezTo>
                    <a:pt x="2721930" y="461890"/>
                    <a:pt x="2721930" y="461890"/>
                    <a:pt x="2721930" y="467232"/>
                  </a:cubicBezTo>
                  <a:cubicBezTo>
                    <a:pt x="2716756" y="467232"/>
                    <a:pt x="2721930" y="472407"/>
                    <a:pt x="2721930" y="472407"/>
                  </a:cubicBezTo>
                  <a:lnTo>
                    <a:pt x="2727104" y="477415"/>
                  </a:lnTo>
                  <a:lnTo>
                    <a:pt x="2721930" y="477415"/>
                  </a:lnTo>
                  <a:cubicBezTo>
                    <a:pt x="2721930" y="477415"/>
                    <a:pt x="2721930" y="477415"/>
                    <a:pt x="2716756" y="477415"/>
                  </a:cubicBezTo>
                  <a:lnTo>
                    <a:pt x="2711583" y="482590"/>
                  </a:lnTo>
                  <a:cubicBezTo>
                    <a:pt x="2711583" y="482590"/>
                    <a:pt x="2711583" y="482590"/>
                    <a:pt x="2706409" y="482590"/>
                  </a:cubicBezTo>
                  <a:lnTo>
                    <a:pt x="2706409" y="477415"/>
                  </a:lnTo>
                  <a:lnTo>
                    <a:pt x="2706409" y="472407"/>
                  </a:lnTo>
                  <a:cubicBezTo>
                    <a:pt x="2706409" y="467232"/>
                    <a:pt x="2706409" y="461890"/>
                    <a:pt x="2701402" y="461890"/>
                  </a:cubicBezTo>
                  <a:cubicBezTo>
                    <a:pt x="2706409" y="461890"/>
                    <a:pt x="2706409" y="461890"/>
                    <a:pt x="2706409" y="461890"/>
                  </a:cubicBezTo>
                  <a:cubicBezTo>
                    <a:pt x="2706409" y="461890"/>
                    <a:pt x="2706409" y="456715"/>
                    <a:pt x="2711583" y="456715"/>
                  </a:cubicBezTo>
                  <a:cubicBezTo>
                    <a:pt x="2711583" y="456715"/>
                    <a:pt x="2716756" y="456715"/>
                    <a:pt x="2716756" y="451707"/>
                  </a:cubicBezTo>
                  <a:cubicBezTo>
                    <a:pt x="2721930" y="451707"/>
                    <a:pt x="2721930" y="456715"/>
                    <a:pt x="2727104" y="456715"/>
                  </a:cubicBezTo>
                  <a:cubicBezTo>
                    <a:pt x="2727104" y="451707"/>
                    <a:pt x="2732278" y="451707"/>
                    <a:pt x="2732278" y="451707"/>
                  </a:cubicBezTo>
                  <a:close/>
                  <a:moveTo>
                    <a:pt x="1792336" y="446532"/>
                  </a:moveTo>
                  <a:cubicBezTo>
                    <a:pt x="1792336" y="446532"/>
                    <a:pt x="1792336" y="446532"/>
                    <a:pt x="1797533" y="446532"/>
                  </a:cubicBezTo>
                  <a:cubicBezTo>
                    <a:pt x="1797533" y="451707"/>
                    <a:pt x="1802731" y="451707"/>
                    <a:pt x="1802731" y="451707"/>
                  </a:cubicBezTo>
                  <a:cubicBezTo>
                    <a:pt x="1807928" y="451707"/>
                    <a:pt x="1813126" y="451707"/>
                    <a:pt x="1813126" y="456715"/>
                  </a:cubicBezTo>
                  <a:cubicBezTo>
                    <a:pt x="1818323" y="456715"/>
                    <a:pt x="1823521" y="456715"/>
                    <a:pt x="1823521" y="456715"/>
                  </a:cubicBezTo>
                  <a:cubicBezTo>
                    <a:pt x="1828718" y="456715"/>
                    <a:pt x="1828718" y="456715"/>
                    <a:pt x="1828718" y="451707"/>
                  </a:cubicBezTo>
                  <a:cubicBezTo>
                    <a:pt x="1833916" y="451707"/>
                    <a:pt x="1833916" y="451707"/>
                    <a:pt x="1833916" y="451707"/>
                  </a:cubicBezTo>
                  <a:cubicBezTo>
                    <a:pt x="1839113" y="451707"/>
                    <a:pt x="1844311" y="446532"/>
                    <a:pt x="1844311" y="446532"/>
                  </a:cubicBezTo>
                  <a:cubicBezTo>
                    <a:pt x="1849508" y="446532"/>
                    <a:pt x="1849508" y="446532"/>
                    <a:pt x="1854706" y="446532"/>
                  </a:cubicBezTo>
                  <a:cubicBezTo>
                    <a:pt x="1859903" y="446532"/>
                    <a:pt x="1859903" y="446532"/>
                    <a:pt x="1865101" y="446532"/>
                  </a:cubicBezTo>
                  <a:cubicBezTo>
                    <a:pt x="1865101" y="451707"/>
                    <a:pt x="1865101" y="451707"/>
                    <a:pt x="1870298" y="451707"/>
                  </a:cubicBezTo>
                  <a:lnTo>
                    <a:pt x="1870298" y="446532"/>
                  </a:lnTo>
                  <a:cubicBezTo>
                    <a:pt x="1875496" y="451707"/>
                    <a:pt x="1875496" y="451707"/>
                    <a:pt x="1875496" y="451707"/>
                  </a:cubicBezTo>
                  <a:lnTo>
                    <a:pt x="1880693" y="451707"/>
                  </a:lnTo>
                  <a:cubicBezTo>
                    <a:pt x="1885891" y="456715"/>
                    <a:pt x="1891088" y="456715"/>
                    <a:pt x="1896286" y="456715"/>
                  </a:cubicBezTo>
                  <a:lnTo>
                    <a:pt x="1901483" y="456715"/>
                  </a:lnTo>
                  <a:cubicBezTo>
                    <a:pt x="1901483" y="456715"/>
                    <a:pt x="1901483" y="456715"/>
                    <a:pt x="1906681" y="456715"/>
                  </a:cubicBezTo>
                  <a:cubicBezTo>
                    <a:pt x="1906681" y="456715"/>
                    <a:pt x="1906681" y="456715"/>
                    <a:pt x="1911711" y="456715"/>
                  </a:cubicBezTo>
                  <a:lnTo>
                    <a:pt x="1917076" y="456715"/>
                  </a:lnTo>
                  <a:cubicBezTo>
                    <a:pt x="1917076" y="456715"/>
                    <a:pt x="1917076" y="456715"/>
                    <a:pt x="1922274" y="456715"/>
                  </a:cubicBezTo>
                  <a:cubicBezTo>
                    <a:pt x="1922274" y="456715"/>
                    <a:pt x="1922274" y="451707"/>
                    <a:pt x="1927303" y="451707"/>
                  </a:cubicBezTo>
                  <a:cubicBezTo>
                    <a:pt x="1932669" y="451707"/>
                    <a:pt x="1932669" y="451707"/>
                    <a:pt x="1932669" y="451707"/>
                  </a:cubicBezTo>
                  <a:lnTo>
                    <a:pt x="1937866" y="451707"/>
                  </a:lnTo>
                  <a:cubicBezTo>
                    <a:pt x="1937866" y="451707"/>
                    <a:pt x="1937866" y="451707"/>
                    <a:pt x="1937866" y="456715"/>
                  </a:cubicBezTo>
                  <a:cubicBezTo>
                    <a:pt x="1937866" y="461890"/>
                    <a:pt x="1943064" y="461890"/>
                    <a:pt x="1943064" y="461890"/>
                  </a:cubicBezTo>
                  <a:cubicBezTo>
                    <a:pt x="1943064" y="467232"/>
                    <a:pt x="1943064" y="467232"/>
                    <a:pt x="1948093" y="467232"/>
                  </a:cubicBezTo>
                  <a:cubicBezTo>
                    <a:pt x="1943064" y="467232"/>
                    <a:pt x="1943064" y="467232"/>
                    <a:pt x="1943064" y="472407"/>
                  </a:cubicBezTo>
                  <a:cubicBezTo>
                    <a:pt x="1943064" y="472407"/>
                    <a:pt x="1943064" y="472407"/>
                    <a:pt x="1948093" y="472407"/>
                  </a:cubicBezTo>
                  <a:lnTo>
                    <a:pt x="1948093" y="477415"/>
                  </a:lnTo>
                  <a:cubicBezTo>
                    <a:pt x="1948093" y="477415"/>
                    <a:pt x="1948093" y="477415"/>
                    <a:pt x="1948093" y="482590"/>
                  </a:cubicBezTo>
                  <a:cubicBezTo>
                    <a:pt x="1948093" y="487932"/>
                    <a:pt x="1948093" y="487932"/>
                    <a:pt x="1948093" y="487932"/>
                  </a:cubicBezTo>
                  <a:lnTo>
                    <a:pt x="1943064" y="487932"/>
                  </a:lnTo>
                  <a:lnTo>
                    <a:pt x="1937866" y="487932"/>
                  </a:lnTo>
                  <a:cubicBezTo>
                    <a:pt x="1932669" y="487932"/>
                    <a:pt x="1932669" y="487932"/>
                    <a:pt x="1932669" y="487932"/>
                  </a:cubicBezTo>
                  <a:lnTo>
                    <a:pt x="1927303" y="487932"/>
                  </a:lnTo>
                  <a:lnTo>
                    <a:pt x="1922274" y="487932"/>
                  </a:lnTo>
                  <a:cubicBezTo>
                    <a:pt x="1922274" y="487932"/>
                    <a:pt x="1922274" y="487932"/>
                    <a:pt x="1917076" y="487932"/>
                  </a:cubicBezTo>
                  <a:cubicBezTo>
                    <a:pt x="1917076" y="487932"/>
                    <a:pt x="1917076" y="487932"/>
                    <a:pt x="1911711" y="493107"/>
                  </a:cubicBezTo>
                  <a:cubicBezTo>
                    <a:pt x="1906681" y="493107"/>
                    <a:pt x="1906681" y="493107"/>
                    <a:pt x="1906681" y="493107"/>
                  </a:cubicBezTo>
                  <a:cubicBezTo>
                    <a:pt x="1901483" y="493107"/>
                    <a:pt x="1901483" y="493107"/>
                    <a:pt x="1901483" y="493107"/>
                  </a:cubicBezTo>
                  <a:cubicBezTo>
                    <a:pt x="1901483" y="493107"/>
                    <a:pt x="1901483" y="493107"/>
                    <a:pt x="1896286" y="493107"/>
                  </a:cubicBezTo>
                  <a:cubicBezTo>
                    <a:pt x="1891088" y="493107"/>
                    <a:pt x="1891088" y="493107"/>
                    <a:pt x="1891088" y="493107"/>
                  </a:cubicBezTo>
                  <a:lnTo>
                    <a:pt x="1885891" y="493107"/>
                  </a:lnTo>
                  <a:cubicBezTo>
                    <a:pt x="1880693" y="493107"/>
                    <a:pt x="1880693" y="493107"/>
                    <a:pt x="1880693" y="493107"/>
                  </a:cubicBezTo>
                  <a:lnTo>
                    <a:pt x="1875496" y="493107"/>
                  </a:lnTo>
                  <a:lnTo>
                    <a:pt x="1870298" y="493107"/>
                  </a:lnTo>
                  <a:cubicBezTo>
                    <a:pt x="1870298" y="493107"/>
                    <a:pt x="1870298" y="493107"/>
                    <a:pt x="1865101" y="493107"/>
                  </a:cubicBezTo>
                  <a:cubicBezTo>
                    <a:pt x="1859903" y="493107"/>
                    <a:pt x="1859903" y="493107"/>
                    <a:pt x="1859903" y="493107"/>
                  </a:cubicBezTo>
                  <a:cubicBezTo>
                    <a:pt x="1859903" y="493107"/>
                    <a:pt x="1859903" y="493107"/>
                    <a:pt x="1854706" y="498115"/>
                  </a:cubicBezTo>
                  <a:lnTo>
                    <a:pt x="1849508" y="498115"/>
                  </a:lnTo>
                  <a:cubicBezTo>
                    <a:pt x="1849508" y="503290"/>
                    <a:pt x="1844311" y="503290"/>
                    <a:pt x="1844311" y="503290"/>
                  </a:cubicBezTo>
                  <a:cubicBezTo>
                    <a:pt x="1844311" y="498115"/>
                    <a:pt x="1839113" y="498115"/>
                    <a:pt x="1839113" y="498115"/>
                  </a:cubicBezTo>
                  <a:cubicBezTo>
                    <a:pt x="1839113" y="498115"/>
                    <a:pt x="1833916" y="493107"/>
                    <a:pt x="1828718" y="493107"/>
                  </a:cubicBezTo>
                  <a:cubicBezTo>
                    <a:pt x="1823521" y="493107"/>
                    <a:pt x="1823521" y="498115"/>
                    <a:pt x="1818323" y="498115"/>
                  </a:cubicBezTo>
                  <a:cubicBezTo>
                    <a:pt x="1813126" y="498115"/>
                    <a:pt x="1813126" y="498115"/>
                    <a:pt x="1813126" y="498115"/>
                  </a:cubicBezTo>
                  <a:cubicBezTo>
                    <a:pt x="1807928" y="493107"/>
                    <a:pt x="1807928" y="493107"/>
                    <a:pt x="1802731" y="493107"/>
                  </a:cubicBezTo>
                  <a:cubicBezTo>
                    <a:pt x="1802731" y="493107"/>
                    <a:pt x="1797533" y="493107"/>
                    <a:pt x="1797533" y="498115"/>
                  </a:cubicBezTo>
                  <a:cubicBezTo>
                    <a:pt x="1797533" y="493107"/>
                    <a:pt x="1797533" y="493107"/>
                    <a:pt x="1797533" y="487932"/>
                  </a:cubicBezTo>
                  <a:cubicBezTo>
                    <a:pt x="1797533" y="482590"/>
                    <a:pt x="1792336" y="482590"/>
                    <a:pt x="1792336" y="482590"/>
                  </a:cubicBezTo>
                  <a:lnTo>
                    <a:pt x="1792336" y="477415"/>
                  </a:lnTo>
                  <a:cubicBezTo>
                    <a:pt x="1792336" y="477415"/>
                    <a:pt x="1792336" y="477415"/>
                    <a:pt x="1792336" y="472407"/>
                  </a:cubicBezTo>
                  <a:lnTo>
                    <a:pt x="1792336" y="467232"/>
                  </a:lnTo>
                  <a:cubicBezTo>
                    <a:pt x="1792336" y="467232"/>
                    <a:pt x="1792336" y="467232"/>
                    <a:pt x="1787138" y="461890"/>
                  </a:cubicBezTo>
                  <a:cubicBezTo>
                    <a:pt x="1787138" y="461890"/>
                    <a:pt x="1787138" y="461890"/>
                    <a:pt x="1792336" y="456715"/>
                  </a:cubicBezTo>
                  <a:cubicBezTo>
                    <a:pt x="1792336" y="456715"/>
                    <a:pt x="1792336" y="456715"/>
                    <a:pt x="1787138" y="456715"/>
                  </a:cubicBezTo>
                  <a:lnTo>
                    <a:pt x="1787138" y="451707"/>
                  </a:lnTo>
                  <a:cubicBezTo>
                    <a:pt x="1787138" y="451707"/>
                    <a:pt x="1792336" y="451707"/>
                    <a:pt x="1792336" y="446532"/>
                  </a:cubicBezTo>
                  <a:close/>
                  <a:moveTo>
                    <a:pt x="1465383" y="446532"/>
                  </a:moveTo>
                  <a:cubicBezTo>
                    <a:pt x="1465383" y="446532"/>
                    <a:pt x="1465383" y="446532"/>
                    <a:pt x="1470516" y="446532"/>
                  </a:cubicBezTo>
                  <a:cubicBezTo>
                    <a:pt x="1470516" y="446532"/>
                    <a:pt x="1470516" y="446532"/>
                    <a:pt x="1475814" y="446532"/>
                  </a:cubicBezTo>
                  <a:cubicBezTo>
                    <a:pt x="1475814" y="451688"/>
                    <a:pt x="1470516" y="451688"/>
                    <a:pt x="1470516" y="456679"/>
                  </a:cubicBezTo>
                  <a:cubicBezTo>
                    <a:pt x="1470516" y="456679"/>
                    <a:pt x="1470516" y="456679"/>
                    <a:pt x="1470516" y="461835"/>
                  </a:cubicBezTo>
                  <a:cubicBezTo>
                    <a:pt x="1470516" y="461835"/>
                    <a:pt x="1470516" y="461835"/>
                    <a:pt x="1470516" y="467158"/>
                  </a:cubicBezTo>
                  <a:lnTo>
                    <a:pt x="1465383" y="467158"/>
                  </a:lnTo>
                  <a:cubicBezTo>
                    <a:pt x="1465383" y="472314"/>
                    <a:pt x="1470516" y="472314"/>
                    <a:pt x="1470516" y="472314"/>
                  </a:cubicBezTo>
                  <a:cubicBezTo>
                    <a:pt x="1470516" y="477305"/>
                    <a:pt x="1470516" y="477305"/>
                    <a:pt x="1470516" y="477305"/>
                  </a:cubicBezTo>
                  <a:cubicBezTo>
                    <a:pt x="1470516" y="482461"/>
                    <a:pt x="1470516" y="482461"/>
                    <a:pt x="1470516" y="482461"/>
                  </a:cubicBezTo>
                  <a:cubicBezTo>
                    <a:pt x="1470516" y="482461"/>
                    <a:pt x="1470516" y="482461"/>
                    <a:pt x="1470516" y="487784"/>
                  </a:cubicBezTo>
                  <a:cubicBezTo>
                    <a:pt x="1465383" y="487784"/>
                    <a:pt x="1465383" y="487784"/>
                    <a:pt x="1465383" y="487784"/>
                  </a:cubicBezTo>
                  <a:cubicBezTo>
                    <a:pt x="1465383" y="487784"/>
                    <a:pt x="1465383" y="487784"/>
                    <a:pt x="1465383" y="482461"/>
                  </a:cubicBezTo>
                  <a:cubicBezTo>
                    <a:pt x="1465383" y="477305"/>
                    <a:pt x="1460251" y="477305"/>
                    <a:pt x="1460251" y="477305"/>
                  </a:cubicBezTo>
                  <a:lnTo>
                    <a:pt x="1460251" y="472314"/>
                  </a:lnTo>
                  <a:cubicBezTo>
                    <a:pt x="1460251" y="467158"/>
                    <a:pt x="1460251" y="467158"/>
                    <a:pt x="1465383" y="461835"/>
                  </a:cubicBezTo>
                  <a:cubicBezTo>
                    <a:pt x="1465383" y="456679"/>
                    <a:pt x="1465383" y="451688"/>
                    <a:pt x="1465383" y="451688"/>
                  </a:cubicBezTo>
                  <a:cubicBezTo>
                    <a:pt x="1465383" y="446532"/>
                    <a:pt x="1465383" y="446532"/>
                    <a:pt x="1465383" y="446532"/>
                  </a:cubicBezTo>
                  <a:close/>
                  <a:moveTo>
                    <a:pt x="2078560" y="441356"/>
                  </a:moveTo>
                  <a:cubicBezTo>
                    <a:pt x="2083761" y="441356"/>
                    <a:pt x="2083761" y="441356"/>
                    <a:pt x="2083761" y="441356"/>
                  </a:cubicBezTo>
                  <a:cubicBezTo>
                    <a:pt x="2088962" y="441356"/>
                    <a:pt x="2088962" y="441356"/>
                    <a:pt x="2088962" y="441356"/>
                  </a:cubicBezTo>
                  <a:cubicBezTo>
                    <a:pt x="2093995" y="441356"/>
                    <a:pt x="2093995" y="441356"/>
                    <a:pt x="2093995" y="441356"/>
                  </a:cubicBezTo>
                  <a:cubicBezTo>
                    <a:pt x="2093995" y="446730"/>
                    <a:pt x="2093995" y="446730"/>
                    <a:pt x="2093995" y="446730"/>
                  </a:cubicBezTo>
                  <a:lnTo>
                    <a:pt x="2093995" y="451936"/>
                  </a:lnTo>
                  <a:lnTo>
                    <a:pt x="2099364" y="456974"/>
                  </a:lnTo>
                  <a:cubicBezTo>
                    <a:pt x="2104565" y="456974"/>
                    <a:pt x="2104565" y="456974"/>
                    <a:pt x="2104565" y="456974"/>
                  </a:cubicBezTo>
                  <a:lnTo>
                    <a:pt x="2109766" y="456974"/>
                  </a:lnTo>
                  <a:cubicBezTo>
                    <a:pt x="2109766" y="456974"/>
                    <a:pt x="2109766" y="456974"/>
                    <a:pt x="2114799" y="462180"/>
                  </a:cubicBezTo>
                  <a:cubicBezTo>
                    <a:pt x="2114799" y="467554"/>
                    <a:pt x="2114799" y="467554"/>
                    <a:pt x="2120168" y="467554"/>
                  </a:cubicBezTo>
                  <a:cubicBezTo>
                    <a:pt x="2120168" y="472760"/>
                    <a:pt x="2120168" y="472760"/>
                    <a:pt x="2120168" y="472760"/>
                  </a:cubicBezTo>
                  <a:cubicBezTo>
                    <a:pt x="2125369" y="472760"/>
                    <a:pt x="2125369" y="472760"/>
                    <a:pt x="2125369" y="472760"/>
                  </a:cubicBezTo>
                  <a:cubicBezTo>
                    <a:pt x="2130570" y="472760"/>
                    <a:pt x="2130570" y="472760"/>
                    <a:pt x="2130570" y="477798"/>
                  </a:cubicBezTo>
                  <a:cubicBezTo>
                    <a:pt x="2130570" y="477798"/>
                    <a:pt x="2135603" y="477798"/>
                    <a:pt x="2135603" y="483005"/>
                  </a:cubicBezTo>
                  <a:cubicBezTo>
                    <a:pt x="2140971" y="483005"/>
                    <a:pt x="2140971" y="483005"/>
                    <a:pt x="2140971" y="483005"/>
                  </a:cubicBezTo>
                  <a:cubicBezTo>
                    <a:pt x="2146172" y="483005"/>
                    <a:pt x="2146172" y="488379"/>
                    <a:pt x="2146172" y="488379"/>
                  </a:cubicBezTo>
                  <a:cubicBezTo>
                    <a:pt x="2140971" y="488379"/>
                    <a:pt x="2140971" y="493585"/>
                    <a:pt x="2135603" y="493585"/>
                  </a:cubicBezTo>
                  <a:cubicBezTo>
                    <a:pt x="2135603" y="498623"/>
                    <a:pt x="2135603" y="498623"/>
                    <a:pt x="2135603" y="498623"/>
                  </a:cubicBezTo>
                  <a:lnTo>
                    <a:pt x="2135603" y="503829"/>
                  </a:lnTo>
                  <a:lnTo>
                    <a:pt x="2130570" y="503829"/>
                  </a:lnTo>
                  <a:lnTo>
                    <a:pt x="2125369" y="503829"/>
                  </a:lnTo>
                  <a:cubicBezTo>
                    <a:pt x="2120168" y="509203"/>
                    <a:pt x="2120168" y="509203"/>
                    <a:pt x="2120168" y="509203"/>
                  </a:cubicBezTo>
                  <a:cubicBezTo>
                    <a:pt x="2114799" y="509203"/>
                    <a:pt x="2114799" y="509203"/>
                    <a:pt x="2114799" y="509203"/>
                  </a:cubicBezTo>
                  <a:cubicBezTo>
                    <a:pt x="2114799" y="509203"/>
                    <a:pt x="2114799" y="509203"/>
                    <a:pt x="2114799" y="503829"/>
                  </a:cubicBezTo>
                  <a:cubicBezTo>
                    <a:pt x="2114799" y="503829"/>
                    <a:pt x="2114799" y="503829"/>
                    <a:pt x="2109766" y="503829"/>
                  </a:cubicBezTo>
                  <a:cubicBezTo>
                    <a:pt x="2109766" y="498623"/>
                    <a:pt x="2109766" y="498623"/>
                    <a:pt x="2109766" y="498623"/>
                  </a:cubicBezTo>
                  <a:cubicBezTo>
                    <a:pt x="2109766" y="493585"/>
                    <a:pt x="2109766" y="493585"/>
                    <a:pt x="2104565" y="493585"/>
                  </a:cubicBezTo>
                  <a:lnTo>
                    <a:pt x="2099364" y="493585"/>
                  </a:lnTo>
                  <a:cubicBezTo>
                    <a:pt x="2093995" y="493585"/>
                    <a:pt x="2093995" y="488379"/>
                    <a:pt x="2093995" y="488379"/>
                  </a:cubicBezTo>
                  <a:cubicBezTo>
                    <a:pt x="2093995" y="488379"/>
                    <a:pt x="2093995" y="488379"/>
                    <a:pt x="2088962" y="488379"/>
                  </a:cubicBezTo>
                  <a:cubicBezTo>
                    <a:pt x="2088962" y="483005"/>
                    <a:pt x="2088962" y="483005"/>
                    <a:pt x="2088962" y="483005"/>
                  </a:cubicBezTo>
                  <a:cubicBezTo>
                    <a:pt x="2083761" y="483005"/>
                    <a:pt x="2083761" y="483005"/>
                    <a:pt x="2083761" y="483005"/>
                  </a:cubicBezTo>
                  <a:cubicBezTo>
                    <a:pt x="2083761" y="483005"/>
                    <a:pt x="2083761" y="483005"/>
                    <a:pt x="2078560" y="483005"/>
                  </a:cubicBezTo>
                  <a:lnTo>
                    <a:pt x="2073192" y="477798"/>
                  </a:lnTo>
                  <a:cubicBezTo>
                    <a:pt x="2068159" y="477798"/>
                    <a:pt x="2068159" y="477798"/>
                    <a:pt x="2068159" y="477798"/>
                  </a:cubicBezTo>
                  <a:cubicBezTo>
                    <a:pt x="2068159" y="477798"/>
                    <a:pt x="2068159" y="477798"/>
                    <a:pt x="2062958" y="477798"/>
                  </a:cubicBezTo>
                  <a:cubicBezTo>
                    <a:pt x="2057757" y="477798"/>
                    <a:pt x="2057757" y="483005"/>
                    <a:pt x="2057757" y="483005"/>
                  </a:cubicBezTo>
                  <a:lnTo>
                    <a:pt x="2057757" y="477798"/>
                  </a:lnTo>
                  <a:lnTo>
                    <a:pt x="2052388" y="477798"/>
                  </a:lnTo>
                  <a:lnTo>
                    <a:pt x="2047355" y="483005"/>
                  </a:lnTo>
                  <a:lnTo>
                    <a:pt x="2047355" y="477798"/>
                  </a:lnTo>
                  <a:cubicBezTo>
                    <a:pt x="2042154" y="472760"/>
                    <a:pt x="2042154" y="472760"/>
                    <a:pt x="2042154" y="467554"/>
                  </a:cubicBezTo>
                  <a:cubicBezTo>
                    <a:pt x="2042154" y="467554"/>
                    <a:pt x="2042154" y="462180"/>
                    <a:pt x="2036953" y="462180"/>
                  </a:cubicBezTo>
                  <a:cubicBezTo>
                    <a:pt x="2042154" y="462180"/>
                    <a:pt x="2042154" y="462180"/>
                    <a:pt x="2042154" y="462180"/>
                  </a:cubicBezTo>
                  <a:cubicBezTo>
                    <a:pt x="2047355" y="462180"/>
                    <a:pt x="2047355" y="456974"/>
                    <a:pt x="2047355" y="456974"/>
                  </a:cubicBezTo>
                  <a:cubicBezTo>
                    <a:pt x="2047355" y="456974"/>
                    <a:pt x="2052388" y="456974"/>
                    <a:pt x="2052388" y="451936"/>
                  </a:cubicBezTo>
                  <a:cubicBezTo>
                    <a:pt x="2052388" y="456974"/>
                    <a:pt x="2057757" y="456974"/>
                    <a:pt x="2057757" y="456974"/>
                  </a:cubicBezTo>
                  <a:cubicBezTo>
                    <a:pt x="2062958" y="456974"/>
                    <a:pt x="2062958" y="456974"/>
                    <a:pt x="2062958" y="456974"/>
                  </a:cubicBezTo>
                  <a:cubicBezTo>
                    <a:pt x="2068159" y="456974"/>
                    <a:pt x="2068159" y="456974"/>
                    <a:pt x="2068159" y="456974"/>
                  </a:cubicBezTo>
                  <a:cubicBezTo>
                    <a:pt x="2068159" y="456974"/>
                    <a:pt x="2068159" y="456974"/>
                    <a:pt x="2073192" y="456974"/>
                  </a:cubicBezTo>
                  <a:cubicBezTo>
                    <a:pt x="2073192" y="451936"/>
                    <a:pt x="2073192" y="446730"/>
                    <a:pt x="2073192" y="446730"/>
                  </a:cubicBezTo>
                  <a:lnTo>
                    <a:pt x="2078560" y="446730"/>
                  </a:lnTo>
                  <a:cubicBezTo>
                    <a:pt x="2078560" y="446730"/>
                    <a:pt x="2078560" y="446730"/>
                    <a:pt x="2078560" y="441356"/>
                  </a:cubicBezTo>
                  <a:close/>
                  <a:moveTo>
                    <a:pt x="2207929" y="436182"/>
                  </a:moveTo>
                  <a:cubicBezTo>
                    <a:pt x="2207929" y="436182"/>
                    <a:pt x="2207929" y="436182"/>
                    <a:pt x="2212972" y="441424"/>
                  </a:cubicBezTo>
                  <a:cubicBezTo>
                    <a:pt x="2212972" y="441424"/>
                    <a:pt x="2212972" y="441424"/>
                    <a:pt x="2218184" y="441424"/>
                  </a:cubicBezTo>
                  <a:cubicBezTo>
                    <a:pt x="2218184" y="441424"/>
                    <a:pt x="2218184" y="441424"/>
                    <a:pt x="2223564" y="441424"/>
                  </a:cubicBezTo>
                  <a:cubicBezTo>
                    <a:pt x="2228776" y="441424"/>
                    <a:pt x="2228776" y="441424"/>
                    <a:pt x="2228776" y="436182"/>
                  </a:cubicBezTo>
                  <a:cubicBezTo>
                    <a:pt x="2233819" y="436182"/>
                    <a:pt x="2233819" y="436182"/>
                    <a:pt x="2233819" y="436182"/>
                  </a:cubicBezTo>
                  <a:cubicBezTo>
                    <a:pt x="2233819" y="436182"/>
                    <a:pt x="2233819" y="436182"/>
                    <a:pt x="2239031" y="436182"/>
                  </a:cubicBezTo>
                  <a:cubicBezTo>
                    <a:pt x="2244411" y="436182"/>
                    <a:pt x="2244411" y="436182"/>
                    <a:pt x="2244411" y="436182"/>
                  </a:cubicBezTo>
                  <a:cubicBezTo>
                    <a:pt x="2244411" y="436182"/>
                    <a:pt x="2244411" y="436182"/>
                    <a:pt x="2249623" y="436182"/>
                  </a:cubicBezTo>
                  <a:cubicBezTo>
                    <a:pt x="2249623" y="436182"/>
                    <a:pt x="2249623" y="436182"/>
                    <a:pt x="2254666" y="436182"/>
                  </a:cubicBezTo>
                  <a:cubicBezTo>
                    <a:pt x="2254666" y="436182"/>
                    <a:pt x="2254666" y="436182"/>
                    <a:pt x="2259878" y="436182"/>
                  </a:cubicBezTo>
                  <a:cubicBezTo>
                    <a:pt x="2265258" y="436182"/>
                    <a:pt x="2265258" y="436182"/>
                    <a:pt x="2265258" y="436182"/>
                  </a:cubicBezTo>
                  <a:cubicBezTo>
                    <a:pt x="2265258" y="436182"/>
                    <a:pt x="2265258" y="436182"/>
                    <a:pt x="2270469" y="436182"/>
                  </a:cubicBezTo>
                  <a:cubicBezTo>
                    <a:pt x="2270469" y="436182"/>
                    <a:pt x="2270469" y="441424"/>
                    <a:pt x="2275513" y="441424"/>
                  </a:cubicBezTo>
                  <a:cubicBezTo>
                    <a:pt x="2270469" y="441424"/>
                    <a:pt x="2270469" y="441424"/>
                    <a:pt x="2270469" y="441424"/>
                  </a:cubicBezTo>
                  <a:cubicBezTo>
                    <a:pt x="2270469" y="441424"/>
                    <a:pt x="2265258" y="441424"/>
                    <a:pt x="2265258" y="446835"/>
                  </a:cubicBezTo>
                  <a:cubicBezTo>
                    <a:pt x="2259878" y="446835"/>
                    <a:pt x="2254666" y="446835"/>
                    <a:pt x="2254666" y="446835"/>
                  </a:cubicBezTo>
                  <a:cubicBezTo>
                    <a:pt x="2254666" y="446835"/>
                    <a:pt x="2254666" y="446835"/>
                    <a:pt x="2249623" y="446835"/>
                  </a:cubicBezTo>
                  <a:cubicBezTo>
                    <a:pt x="2249623" y="452076"/>
                    <a:pt x="2249623" y="452076"/>
                    <a:pt x="2249623" y="452076"/>
                  </a:cubicBezTo>
                  <a:cubicBezTo>
                    <a:pt x="2244411" y="452076"/>
                    <a:pt x="2244411" y="457149"/>
                    <a:pt x="2244411" y="457149"/>
                  </a:cubicBezTo>
                  <a:cubicBezTo>
                    <a:pt x="2244411" y="452076"/>
                    <a:pt x="2244411" y="452076"/>
                    <a:pt x="2239031" y="452076"/>
                  </a:cubicBezTo>
                  <a:cubicBezTo>
                    <a:pt x="2239031" y="452076"/>
                    <a:pt x="2239031" y="452076"/>
                    <a:pt x="2233819" y="452076"/>
                  </a:cubicBezTo>
                  <a:cubicBezTo>
                    <a:pt x="2233819" y="452076"/>
                    <a:pt x="2233819" y="452076"/>
                    <a:pt x="2228776" y="452076"/>
                  </a:cubicBezTo>
                  <a:cubicBezTo>
                    <a:pt x="2228776" y="457149"/>
                    <a:pt x="2228776" y="457149"/>
                    <a:pt x="2228776" y="457149"/>
                  </a:cubicBezTo>
                  <a:cubicBezTo>
                    <a:pt x="2223564" y="457149"/>
                    <a:pt x="2223564" y="457149"/>
                    <a:pt x="2223564" y="457149"/>
                  </a:cubicBezTo>
                  <a:lnTo>
                    <a:pt x="2223564" y="462391"/>
                  </a:lnTo>
                  <a:cubicBezTo>
                    <a:pt x="2223564" y="462391"/>
                    <a:pt x="2223564" y="462391"/>
                    <a:pt x="2218184" y="467802"/>
                  </a:cubicBezTo>
                  <a:cubicBezTo>
                    <a:pt x="2218184" y="462391"/>
                    <a:pt x="2218184" y="462391"/>
                    <a:pt x="2212972" y="462391"/>
                  </a:cubicBezTo>
                  <a:cubicBezTo>
                    <a:pt x="2212972" y="462391"/>
                    <a:pt x="2218184" y="462391"/>
                    <a:pt x="2218184" y="457149"/>
                  </a:cubicBezTo>
                  <a:cubicBezTo>
                    <a:pt x="2218184" y="452076"/>
                    <a:pt x="2218184" y="452076"/>
                    <a:pt x="2212972" y="446835"/>
                  </a:cubicBezTo>
                  <a:cubicBezTo>
                    <a:pt x="2212972" y="446835"/>
                    <a:pt x="2207929" y="446835"/>
                    <a:pt x="2202717" y="446835"/>
                  </a:cubicBezTo>
                  <a:cubicBezTo>
                    <a:pt x="2202717" y="446835"/>
                    <a:pt x="2202717" y="446835"/>
                    <a:pt x="2197337" y="446835"/>
                  </a:cubicBezTo>
                  <a:cubicBezTo>
                    <a:pt x="2197337" y="446835"/>
                    <a:pt x="2197337" y="441424"/>
                    <a:pt x="2202717" y="441424"/>
                  </a:cubicBezTo>
                  <a:cubicBezTo>
                    <a:pt x="2202717" y="441424"/>
                    <a:pt x="2202717" y="436182"/>
                    <a:pt x="2207929" y="436182"/>
                  </a:cubicBezTo>
                  <a:close/>
                  <a:moveTo>
                    <a:pt x="1714706" y="431030"/>
                  </a:moveTo>
                  <a:cubicBezTo>
                    <a:pt x="1714706" y="431030"/>
                    <a:pt x="1714706" y="431030"/>
                    <a:pt x="1719852" y="431030"/>
                  </a:cubicBezTo>
                  <a:cubicBezTo>
                    <a:pt x="1719852" y="436015"/>
                    <a:pt x="1719852" y="436015"/>
                    <a:pt x="1719852" y="436015"/>
                  </a:cubicBezTo>
                  <a:cubicBezTo>
                    <a:pt x="1719852" y="436015"/>
                    <a:pt x="1719852" y="436015"/>
                    <a:pt x="1714706" y="431030"/>
                  </a:cubicBezTo>
                  <a:close/>
                  <a:moveTo>
                    <a:pt x="1756077" y="425832"/>
                  </a:moveTo>
                  <a:cubicBezTo>
                    <a:pt x="1761233" y="430966"/>
                    <a:pt x="1766221" y="430966"/>
                    <a:pt x="1766221" y="430966"/>
                  </a:cubicBezTo>
                  <a:lnTo>
                    <a:pt x="1771543" y="430966"/>
                  </a:lnTo>
                  <a:cubicBezTo>
                    <a:pt x="1776698" y="430966"/>
                    <a:pt x="1776698" y="430966"/>
                    <a:pt x="1776698" y="430966"/>
                  </a:cubicBezTo>
                  <a:cubicBezTo>
                    <a:pt x="1781853" y="430966"/>
                    <a:pt x="1781853" y="425832"/>
                    <a:pt x="1781853" y="425832"/>
                  </a:cubicBezTo>
                  <a:cubicBezTo>
                    <a:pt x="1787008" y="425832"/>
                    <a:pt x="1787008" y="425832"/>
                    <a:pt x="1792164" y="425832"/>
                  </a:cubicBezTo>
                  <a:cubicBezTo>
                    <a:pt x="1792164" y="425832"/>
                    <a:pt x="1792164" y="425832"/>
                    <a:pt x="1797319" y="425832"/>
                  </a:cubicBezTo>
                  <a:cubicBezTo>
                    <a:pt x="1797319" y="430966"/>
                    <a:pt x="1797319" y="430966"/>
                    <a:pt x="1797319" y="430966"/>
                  </a:cubicBezTo>
                  <a:cubicBezTo>
                    <a:pt x="1797319" y="430966"/>
                    <a:pt x="1792164" y="430966"/>
                    <a:pt x="1792164" y="435934"/>
                  </a:cubicBezTo>
                  <a:cubicBezTo>
                    <a:pt x="1787008" y="435934"/>
                    <a:pt x="1787008" y="435934"/>
                    <a:pt x="1787008" y="435934"/>
                  </a:cubicBezTo>
                  <a:cubicBezTo>
                    <a:pt x="1787008" y="435934"/>
                    <a:pt x="1787008" y="435934"/>
                    <a:pt x="1781853" y="430966"/>
                  </a:cubicBezTo>
                  <a:cubicBezTo>
                    <a:pt x="1781853" y="430966"/>
                    <a:pt x="1781853" y="430966"/>
                    <a:pt x="1781853" y="446366"/>
                  </a:cubicBezTo>
                  <a:cubicBezTo>
                    <a:pt x="1781853" y="446366"/>
                    <a:pt x="1781853" y="446366"/>
                    <a:pt x="1776698" y="446366"/>
                  </a:cubicBezTo>
                  <a:cubicBezTo>
                    <a:pt x="1771543" y="441067"/>
                    <a:pt x="1771543" y="441067"/>
                    <a:pt x="1771543" y="441067"/>
                  </a:cubicBezTo>
                  <a:lnTo>
                    <a:pt x="1766221" y="441067"/>
                  </a:lnTo>
                  <a:cubicBezTo>
                    <a:pt x="1761233" y="441067"/>
                    <a:pt x="1761233" y="441067"/>
                    <a:pt x="1756077" y="441067"/>
                  </a:cubicBezTo>
                  <a:cubicBezTo>
                    <a:pt x="1756077" y="441067"/>
                    <a:pt x="1756077" y="435934"/>
                    <a:pt x="1750922" y="435934"/>
                  </a:cubicBezTo>
                  <a:cubicBezTo>
                    <a:pt x="1756077" y="435934"/>
                    <a:pt x="1756077" y="435934"/>
                    <a:pt x="1756077" y="430966"/>
                  </a:cubicBezTo>
                  <a:cubicBezTo>
                    <a:pt x="1756077" y="430966"/>
                    <a:pt x="1756077" y="430966"/>
                    <a:pt x="1756077" y="425832"/>
                  </a:cubicBezTo>
                  <a:close/>
                  <a:moveTo>
                    <a:pt x="1465659" y="425832"/>
                  </a:moveTo>
                  <a:cubicBezTo>
                    <a:pt x="1470862" y="425832"/>
                    <a:pt x="1476232" y="431007"/>
                    <a:pt x="1476232" y="431007"/>
                  </a:cubicBezTo>
                  <a:cubicBezTo>
                    <a:pt x="1481266" y="431007"/>
                    <a:pt x="1481266" y="431007"/>
                    <a:pt x="1481266" y="431007"/>
                  </a:cubicBezTo>
                  <a:cubicBezTo>
                    <a:pt x="1486468" y="431007"/>
                    <a:pt x="1486468" y="425832"/>
                    <a:pt x="1491671" y="425832"/>
                  </a:cubicBezTo>
                  <a:cubicBezTo>
                    <a:pt x="1491671" y="431007"/>
                    <a:pt x="1491671" y="431007"/>
                    <a:pt x="1491671" y="431007"/>
                  </a:cubicBezTo>
                  <a:lnTo>
                    <a:pt x="1496873" y="431007"/>
                  </a:lnTo>
                  <a:cubicBezTo>
                    <a:pt x="1502075" y="431007"/>
                    <a:pt x="1502075" y="431007"/>
                    <a:pt x="1502075" y="431007"/>
                  </a:cubicBezTo>
                  <a:lnTo>
                    <a:pt x="1507278" y="431007"/>
                  </a:lnTo>
                  <a:cubicBezTo>
                    <a:pt x="1512480" y="431007"/>
                    <a:pt x="1512480" y="431007"/>
                    <a:pt x="1517850" y="431007"/>
                  </a:cubicBezTo>
                  <a:cubicBezTo>
                    <a:pt x="1522884" y="431007"/>
                    <a:pt x="1522884" y="431007"/>
                    <a:pt x="1522884" y="431007"/>
                  </a:cubicBezTo>
                  <a:lnTo>
                    <a:pt x="1528087" y="431007"/>
                  </a:lnTo>
                  <a:cubicBezTo>
                    <a:pt x="1528087" y="431007"/>
                    <a:pt x="1528087" y="431007"/>
                    <a:pt x="1528087" y="436015"/>
                  </a:cubicBezTo>
                  <a:lnTo>
                    <a:pt x="1533289" y="436015"/>
                  </a:lnTo>
                  <a:cubicBezTo>
                    <a:pt x="1538659" y="436015"/>
                    <a:pt x="1538659" y="436015"/>
                    <a:pt x="1538659" y="436015"/>
                  </a:cubicBezTo>
                  <a:cubicBezTo>
                    <a:pt x="1538659" y="441190"/>
                    <a:pt x="1543693" y="441190"/>
                    <a:pt x="1543693" y="441190"/>
                  </a:cubicBezTo>
                  <a:cubicBezTo>
                    <a:pt x="1548896" y="441190"/>
                    <a:pt x="1548896" y="441190"/>
                    <a:pt x="1554098" y="436015"/>
                  </a:cubicBezTo>
                  <a:cubicBezTo>
                    <a:pt x="1554098" y="441190"/>
                    <a:pt x="1554098" y="441190"/>
                    <a:pt x="1559468" y="441190"/>
                  </a:cubicBezTo>
                  <a:cubicBezTo>
                    <a:pt x="1559468" y="441190"/>
                    <a:pt x="1559468" y="441190"/>
                    <a:pt x="1564503" y="441190"/>
                  </a:cubicBezTo>
                  <a:cubicBezTo>
                    <a:pt x="1564503" y="441190"/>
                    <a:pt x="1564503" y="441190"/>
                    <a:pt x="1559468" y="446532"/>
                  </a:cubicBezTo>
                  <a:cubicBezTo>
                    <a:pt x="1559468" y="446532"/>
                    <a:pt x="1559468" y="446532"/>
                    <a:pt x="1554098" y="446532"/>
                  </a:cubicBezTo>
                  <a:cubicBezTo>
                    <a:pt x="1554098" y="446532"/>
                    <a:pt x="1548896" y="446532"/>
                    <a:pt x="1543693" y="451707"/>
                  </a:cubicBezTo>
                  <a:cubicBezTo>
                    <a:pt x="1543693" y="451707"/>
                    <a:pt x="1543693" y="456715"/>
                    <a:pt x="1538659" y="461890"/>
                  </a:cubicBezTo>
                  <a:cubicBezTo>
                    <a:pt x="1533289" y="461890"/>
                    <a:pt x="1533289" y="467232"/>
                    <a:pt x="1538659" y="472408"/>
                  </a:cubicBezTo>
                  <a:lnTo>
                    <a:pt x="1538659" y="477416"/>
                  </a:lnTo>
                  <a:cubicBezTo>
                    <a:pt x="1538659" y="477416"/>
                    <a:pt x="1538659" y="477416"/>
                    <a:pt x="1533289" y="477416"/>
                  </a:cubicBezTo>
                  <a:cubicBezTo>
                    <a:pt x="1533289" y="482591"/>
                    <a:pt x="1533289" y="482591"/>
                    <a:pt x="1528087" y="487933"/>
                  </a:cubicBezTo>
                  <a:cubicBezTo>
                    <a:pt x="1528087" y="487933"/>
                    <a:pt x="1522884" y="487933"/>
                    <a:pt x="1517850" y="493108"/>
                  </a:cubicBezTo>
                  <a:cubicBezTo>
                    <a:pt x="1512480" y="493108"/>
                    <a:pt x="1512480" y="493108"/>
                    <a:pt x="1507278" y="493108"/>
                  </a:cubicBezTo>
                  <a:cubicBezTo>
                    <a:pt x="1502075" y="493108"/>
                    <a:pt x="1502075" y="493108"/>
                    <a:pt x="1496873" y="493108"/>
                  </a:cubicBezTo>
                  <a:cubicBezTo>
                    <a:pt x="1491671" y="498116"/>
                    <a:pt x="1491671" y="498116"/>
                    <a:pt x="1491671" y="498116"/>
                  </a:cubicBezTo>
                  <a:lnTo>
                    <a:pt x="1486468" y="498116"/>
                  </a:lnTo>
                  <a:cubicBezTo>
                    <a:pt x="1481266" y="493108"/>
                    <a:pt x="1481266" y="493108"/>
                    <a:pt x="1476232" y="487933"/>
                  </a:cubicBezTo>
                  <a:cubicBezTo>
                    <a:pt x="1481266" y="482591"/>
                    <a:pt x="1481266" y="482591"/>
                    <a:pt x="1481266" y="482591"/>
                  </a:cubicBezTo>
                  <a:cubicBezTo>
                    <a:pt x="1481266" y="482591"/>
                    <a:pt x="1481266" y="477416"/>
                    <a:pt x="1476232" y="477416"/>
                  </a:cubicBezTo>
                  <a:cubicBezTo>
                    <a:pt x="1476232" y="477416"/>
                    <a:pt x="1476232" y="477416"/>
                    <a:pt x="1481266" y="477416"/>
                  </a:cubicBezTo>
                  <a:lnTo>
                    <a:pt x="1481266" y="472408"/>
                  </a:lnTo>
                  <a:cubicBezTo>
                    <a:pt x="1481266" y="472408"/>
                    <a:pt x="1481266" y="472408"/>
                    <a:pt x="1476232" y="467232"/>
                  </a:cubicBezTo>
                  <a:cubicBezTo>
                    <a:pt x="1481266" y="467232"/>
                    <a:pt x="1481266" y="467232"/>
                    <a:pt x="1481266" y="467232"/>
                  </a:cubicBezTo>
                  <a:cubicBezTo>
                    <a:pt x="1481266" y="461890"/>
                    <a:pt x="1481266" y="456715"/>
                    <a:pt x="1481266" y="456715"/>
                  </a:cubicBezTo>
                  <a:lnTo>
                    <a:pt x="1481266" y="451707"/>
                  </a:lnTo>
                  <a:cubicBezTo>
                    <a:pt x="1486468" y="451707"/>
                    <a:pt x="1486468" y="451707"/>
                    <a:pt x="1486468" y="446532"/>
                  </a:cubicBezTo>
                  <a:cubicBezTo>
                    <a:pt x="1486468" y="446532"/>
                    <a:pt x="1486468" y="441190"/>
                    <a:pt x="1481266" y="441190"/>
                  </a:cubicBezTo>
                  <a:cubicBezTo>
                    <a:pt x="1481266" y="441190"/>
                    <a:pt x="1481266" y="441190"/>
                    <a:pt x="1481266" y="436015"/>
                  </a:cubicBezTo>
                  <a:cubicBezTo>
                    <a:pt x="1481266" y="436015"/>
                    <a:pt x="1481266" y="436015"/>
                    <a:pt x="1476232" y="436015"/>
                  </a:cubicBezTo>
                  <a:cubicBezTo>
                    <a:pt x="1476232" y="436015"/>
                    <a:pt x="1476232" y="436015"/>
                    <a:pt x="1470862" y="436015"/>
                  </a:cubicBezTo>
                  <a:lnTo>
                    <a:pt x="1470862" y="441190"/>
                  </a:lnTo>
                  <a:cubicBezTo>
                    <a:pt x="1470862" y="441190"/>
                    <a:pt x="1470862" y="436015"/>
                    <a:pt x="1465659" y="436015"/>
                  </a:cubicBezTo>
                  <a:cubicBezTo>
                    <a:pt x="1460457" y="436015"/>
                    <a:pt x="1460457" y="431007"/>
                    <a:pt x="1460457" y="431007"/>
                  </a:cubicBezTo>
                  <a:cubicBezTo>
                    <a:pt x="1460457" y="431007"/>
                    <a:pt x="1460457" y="431007"/>
                    <a:pt x="1465659" y="431007"/>
                  </a:cubicBezTo>
                  <a:cubicBezTo>
                    <a:pt x="1465659" y="431007"/>
                    <a:pt x="1465659" y="431007"/>
                    <a:pt x="1465659" y="425832"/>
                  </a:cubicBezTo>
                  <a:close/>
                  <a:moveTo>
                    <a:pt x="2857305" y="415482"/>
                  </a:moveTo>
                  <a:cubicBezTo>
                    <a:pt x="2862455" y="415482"/>
                    <a:pt x="2862455" y="415482"/>
                    <a:pt x="2862455" y="415482"/>
                  </a:cubicBezTo>
                  <a:cubicBezTo>
                    <a:pt x="2867605" y="420490"/>
                    <a:pt x="2867605" y="420490"/>
                    <a:pt x="2872755" y="420490"/>
                  </a:cubicBezTo>
                  <a:lnTo>
                    <a:pt x="2877905" y="420490"/>
                  </a:lnTo>
                  <a:cubicBezTo>
                    <a:pt x="2877905" y="425832"/>
                    <a:pt x="2877905" y="425832"/>
                    <a:pt x="2883055" y="425832"/>
                  </a:cubicBezTo>
                  <a:cubicBezTo>
                    <a:pt x="2883055" y="425832"/>
                    <a:pt x="2883055" y="425832"/>
                    <a:pt x="2877905" y="425832"/>
                  </a:cubicBezTo>
                  <a:cubicBezTo>
                    <a:pt x="2872755" y="425832"/>
                    <a:pt x="2872755" y="425832"/>
                    <a:pt x="2872755" y="431007"/>
                  </a:cubicBezTo>
                  <a:cubicBezTo>
                    <a:pt x="2867605" y="431007"/>
                    <a:pt x="2867605" y="431007"/>
                    <a:pt x="2867605" y="436015"/>
                  </a:cubicBezTo>
                  <a:cubicBezTo>
                    <a:pt x="2867605" y="436015"/>
                    <a:pt x="2867605" y="436015"/>
                    <a:pt x="2862455" y="436015"/>
                  </a:cubicBezTo>
                  <a:lnTo>
                    <a:pt x="2857305" y="431007"/>
                  </a:lnTo>
                  <a:cubicBezTo>
                    <a:pt x="2857305" y="431007"/>
                    <a:pt x="2857305" y="431007"/>
                    <a:pt x="2852155" y="431007"/>
                  </a:cubicBezTo>
                  <a:lnTo>
                    <a:pt x="2857305" y="425832"/>
                  </a:lnTo>
                  <a:cubicBezTo>
                    <a:pt x="2857305" y="420490"/>
                    <a:pt x="2857305" y="420490"/>
                    <a:pt x="2857305" y="420490"/>
                  </a:cubicBezTo>
                  <a:close/>
                  <a:moveTo>
                    <a:pt x="909473" y="410501"/>
                  </a:moveTo>
                  <a:cubicBezTo>
                    <a:pt x="914835" y="410501"/>
                    <a:pt x="914835" y="410501"/>
                    <a:pt x="914835" y="410501"/>
                  </a:cubicBezTo>
                  <a:cubicBezTo>
                    <a:pt x="909473" y="410501"/>
                    <a:pt x="909473" y="410501"/>
                    <a:pt x="909473" y="415704"/>
                  </a:cubicBezTo>
                  <a:close/>
                  <a:moveTo>
                    <a:pt x="2083625" y="410306"/>
                  </a:moveTo>
                  <a:cubicBezTo>
                    <a:pt x="2083625" y="420489"/>
                    <a:pt x="2088826" y="420489"/>
                    <a:pt x="2088826" y="420489"/>
                  </a:cubicBezTo>
                  <a:cubicBezTo>
                    <a:pt x="2088826" y="420489"/>
                    <a:pt x="2088826" y="420489"/>
                    <a:pt x="2093859" y="425831"/>
                  </a:cubicBezTo>
                  <a:cubicBezTo>
                    <a:pt x="2093859" y="425831"/>
                    <a:pt x="2093859" y="425831"/>
                    <a:pt x="2099228" y="425831"/>
                  </a:cubicBezTo>
                  <a:cubicBezTo>
                    <a:pt x="2099228" y="425831"/>
                    <a:pt x="2104428" y="425831"/>
                    <a:pt x="2104428" y="420489"/>
                  </a:cubicBezTo>
                  <a:cubicBezTo>
                    <a:pt x="2104428" y="420489"/>
                    <a:pt x="2104428" y="420489"/>
                    <a:pt x="2104428" y="425831"/>
                  </a:cubicBezTo>
                  <a:cubicBezTo>
                    <a:pt x="2109629" y="425831"/>
                    <a:pt x="2109629" y="425831"/>
                    <a:pt x="2114663" y="431006"/>
                  </a:cubicBezTo>
                  <a:cubicBezTo>
                    <a:pt x="2120031" y="431006"/>
                    <a:pt x="2120031" y="431006"/>
                    <a:pt x="2120031" y="431006"/>
                  </a:cubicBezTo>
                  <a:lnTo>
                    <a:pt x="2125232" y="431006"/>
                  </a:lnTo>
                  <a:cubicBezTo>
                    <a:pt x="2130433" y="431006"/>
                    <a:pt x="2130433" y="431006"/>
                    <a:pt x="2135466" y="431006"/>
                  </a:cubicBezTo>
                  <a:cubicBezTo>
                    <a:pt x="2135466" y="431006"/>
                    <a:pt x="2135466" y="431006"/>
                    <a:pt x="2140835" y="431006"/>
                  </a:cubicBezTo>
                  <a:lnTo>
                    <a:pt x="2146036" y="431006"/>
                  </a:lnTo>
                  <a:lnTo>
                    <a:pt x="2146036" y="436014"/>
                  </a:lnTo>
                  <a:cubicBezTo>
                    <a:pt x="2146036" y="441189"/>
                    <a:pt x="2151237" y="446531"/>
                    <a:pt x="2156270" y="446531"/>
                  </a:cubicBezTo>
                  <a:lnTo>
                    <a:pt x="2156270" y="451706"/>
                  </a:lnTo>
                  <a:cubicBezTo>
                    <a:pt x="2156270" y="456715"/>
                    <a:pt x="2161639" y="456715"/>
                    <a:pt x="2161639" y="456715"/>
                  </a:cubicBezTo>
                  <a:lnTo>
                    <a:pt x="2166839" y="456715"/>
                  </a:lnTo>
                  <a:cubicBezTo>
                    <a:pt x="2172040" y="456715"/>
                    <a:pt x="2172040" y="461890"/>
                    <a:pt x="2172040" y="461890"/>
                  </a:cubicBezTo>
                  <a:cubicBezTo>
                    <a:pt x="2166839" y="461890"/>
                    <a:pt x="2166839" y="461890"/>
                    <a:pt x="2166839" y="461890"/>
                  </a:cubicBezTo>
                  <a:cubicBezTo>
                    <a:pt x="2166839" y="461890"/>
                    <a:pt x="2166839" y="461890"/>
                    <a:pt x="2161639" y="467232"/>
                  </a:cubicBezTo>
                  <a:cubicBezTo>
                    <a:pt x="2161639" y="472407"/>
                    <a:pt x="2161639" y="472407"/>
                    <a:pt x="2161639" y="472407"/>
                  </a:cubicBezTo>
                  <a:lnTo>
                    <a:pt x="2161639" y="477415"/>
                  </a:lnTo>
                  <a:lnTo>
                    <a:pt x="2151237" y="477415"/>
                  </a:lnTo>
                  <a:cubicBezTo>
                    <a:pt x="2151237" y="477415"/>
                    <a:pt x="2151237" y="477415"/>
                    <a:pt x="2146036" y="472407"/>
                  </a:cubicBezTo>
                  <a:lnTo>
                    <a:pt x="2140835" y="472407"/>
                  </a:lnTo>
                  <a:cubicBezTo>
                    <a:pt x="2135466" y="472407"/>
                    <a:pt x="2135466" y="472407"/>
                    <a:pt x="2135466" y="472407"/>
                  </a:cubicBezTo>
                  <a:cubicBezTo>
                    <a:pt x="2135466" y="472407"/>
                    <a:pt x="2135466" y="472407"/>
                    <a:pt x="2135466" y="467232"/>
                  </a:cubicBezTo>
                  <a:cubicBezTo>
                    <a:pt x="2135466" y="467232"/>
                    <a:pt x="2130433" y="467232"/>
                    <a:pt x="2130433" y="461890"/>
                  </a:cubicBezTo>
                  <a:lnTo>
                    <a:pt x="2125232" y="461890"/>
                  </a:lnTo>
                  <a:cubicBezTo>
                    <a:pt x="2125232" y="461890"/>
                    <a:pt x="2125232" y="456715"/>
                    <a:pt x="2120031" y="456715"/>
                  </a:cubicBezTo>
                  <a:lnTo>
                    <a:pt x="2120031" y="451706"/>
                  </a:lnTo>
                  <a:lnTo>
                    <a:pt x="2114663" y="446531"/>
                  </a:lnTo>
                  <a:lnTo>
                    <a:pt x="2109629" y="446531"/>
                  </a:lnTo>
                  <a:cubicBezTo>
                    <a:pt x="2104428" y="446531"/>
                    <a:pt x="2104428" y="446531"/>
                    <a:pt x="2104428" y="446531"/>
                  </a:cubicBezTo>
                  <a:cubicBezTo>
                    <a:pt x="2104428" y="446531"/>
                    <a:pt x="2104428" y="446531"/>
                    <a:pt x="2104428" y="441189"/>
                  </a:cubicBezTo>
                  <a:cubicBezTo>
                    <a:pt x="2104428" y="441189"/>
                    <a:pt x="2104428" y="441189"/>
                    <a:pt x="2099228" y="436014"/>
                  </a:cubicBezTo>
                  <a:cubicBezTo>
                    <a:pt x="2099228" y="436014"/>
                    <a:pt x="2099228" y="436014"/>
                    <a:pt x="2093859" y="436014"/>
                  </a:cubicBezTo>
                  <a:cubicBezTo>
                    <a:pt x="2093859" y="431006"/>
                    <a:pt x="2093859" y="431006"/>
                    <a:pt x="2093859" y="431006"/>
                  </a:cubicBezTo>
                  <a:lnTo>
                    <a:pt x="2088826" y="431006"/>
                  </a:lnTo>
                  <a:lnTo>
                    <a:pt x="2083625" y="431006"/>
                  </a:lnTo>
                  <a:cubicBezTo>
                    <a:pt x="2078424" y="431006"/>
                    <a:pt x="2078424" y="431006"/>
                    <a:pt x="2073055" y="436014"/>
                  </a:cubicBezTo>
                  <a:cubicBezTo>
                    <a:pt x="2073055" y="436014"/>
                    <a:pt x="2068022" y="436014"/>
                    <a:pt x="2068022" y="441189"/>
                  </a:cubicBezTo>
                  <a:cubicBezTo>
                    <a:pt x="2068022" y="441189"/>
                    <a:pt x="2068022" y="441189"/>
                    <a:pt x="2068022" y="446531"/>
                  </a:cubicBezTo>
                  <a:cubicBezTo>
                    <a:pt x="2068022" y="446531"/>
                    <a:pt x="2068022" y="446531"/>
                    <a:pt x="2062821" y="446531"/>
                  </a:cubicBezTo>
                  <a:cubicBezTo>
                    <a:pt x="2062821" y="446531"/>
                    <a:pt x="2062821" y="446531"/>
                    <a:pt x="2062821" y="415481"/>
                  </a:cubicBezTo>
                  <a:cubicBezTo>
                    <a:pt x="2062821" y="415481"/>
                    <a:pt x="2062821" y="415481"/>
                    <a:pt x="2083625" y="410306"/>
                  </a:cubicBezTo>
                  <a:close/>
                  <a:moveTo>
                    <a:pt x="1694012" y="410306"/>
                  </a:moveTo>
                  <a:cubicBezTo>
                    <a:pt x="1699144" y="410306"/>
                    <a:pt x="1704277" y="415440"/>
                    <a:pt x="1709409" y="415440"/>
                  </a:cubicBezTo>
                  <a:cubicBezTo>
                    <a:pt x="1709409" y="415440"/>
                    <a:pt x="1709409" y="415440"/>
                    <a:pt x="1714541" y="415440"/>
                  </a:cubicBezTo>
                  <a:cubicBezTo>
                    <a:pt x="1714541" y="420408"/>
                    <a:pt x="1714541" y="420408"/>
                    <a:pt x="1714541" y="420408"/>
                  </a:cubicBezTo>
                  <a:cubicBezTo>
                    <a:pt x="1714541" y="420408"/>
                    <a:pt x="1714541" y="420408"/>
                    <a:pt x="1714541" y="425707"/>
                  </a:cubicBezTo>
                  <a:cubicBezTo>
                    <a:pt x="1709409" y="425707"/>
                    <a:pt x="1709409" y="425707"/>
                    <a:pt x="1709409" y="430840"/>
                  </a:cubicBezTo>
                  <a:cubicBezTo>
                    <a:pt x="1709409" y="430840"/>
                    <a:pt x="1709409" y="425707"/>
                    <a:pt x="1704277" y="425707"/>
                  </a:cubicBezTo>
                  <a:cubicBezTo>
                    <a:pt x="1704277" y="425707"/>
                    <a:pt x="1704277" y="425707"/>
                    <a:pt x="1704277" y="420408"/>
                  </a:cubicBezTo>
                  <a:cubicBezTo>
                    <a:pt x="1699144" y="420408"/>
                    <a:pt x="1699144" y="420408"/>
                    <a:pt x="1699144" y="415440"/>
                  </a:cubicBezTo>
                  <a:cubicBezTo>
                    <a:pt x="1694012" y="415440"/>
                    <a:pt x="1694012" y="415440"/>
                    <a:pt x="1694012" y="415440"/>
                  </a:cubicBezTo>
                  <a:cubicBezTo>
                    <a:pt x="1694012" y="410306"/>
                    <a:pt x="1694012" y="410306"/>
                    <a:pt x="1694012" y="410306"/>
                  </a:cubicBezTo>
                  <a:close/>
                  <a:moveTo>
                    <a:pt x="1683664" y="410306"/>
                  </a:moveTo>
                  <a:cubicBezTo>
                    <a:pt x="1683664" y="415481"/>
                    <a:pt x="1683664" y="415481"/>
                    <a:pt x="1688675" y="415481"/>
                  </a:cubicBezTo>
                  <a:cubicBezTo>
                    <a:pt x="1688675" y="420489"/>
                    <a:pt x="1688675" y="420489"/>
                    <a:pt x="1688675" y="420489"/>
                  </a:cubicBezTo>
                  <a:cubicBezTo>
                    <a:pt x="1688675" y="420489"/>
                    <a:pt x="1683664" y="420489"/>
                    <a:pt x="1683664" y="415481"/>
                  </a:cubicBezTo>
                  <a:close/>
                  <a:moveTo>
                    <a:pt x="940434" y="410306"/>
                  </a:moveTo>
                  <a:lnTo>
                    <a:pt x="945674" y="410306"/>
                  </a:lnTo>
                  <a:cubicBezTo>
                    <a:pt x="945674" y="410306"/>
                    <a:pt x="940434" y="415481"/>
                    <a:pt x="940434" y="420489"/>
                  </a:cubicBezTo>
                  <a:cubicBezTo>
                    <a:pt x="935193" y="420489"/>
                    <a:pt x="935193" y="420489"/>
                    <a:pt x="935193" y="420489"/>
                  </a:cubicBezTo>
                  <a:lnTo>
                    <a:pt x="929784" y="415481"/>
                  </a:lnTo>
                  <a:lnTo>
                    <a:pt x="935193" y="415481"/>
                  </a:lnTo>
                  <a:close/>
                  <a:moveTo>
                    <a:pt x="950746" y="405131"/>
                  </a:moveTo>
                  <a:lnTo>
                    <a:pt x="956155" y="405131"/>
                  </a:lnTo>
                  <a:cubicBezTo>
                    <a:pt x="956155" y="405131"/>
                    <a:pt x="956155" y="405131"/>
                    <a:pt x="961396" y="405131"/>
                  </a:cubicBezTo>
                  <a:cubicBezTo>
                    <a:pt x="961396" y="405131"/>
                    <a:pt x="961396" y="410306"/>
                    <a:pt x="956155" y="410306"/>
                  </a:cubicBezTo>
                  <a:cubicBezTo>
                    <a:pt x="956155" y="410306"/>
                    <a:pt x="956155" y="410306"/>
                    <a:pt x="950746" y="410306"/>
                  </a:cubicBezTo>
                  <a:cubicBezTo>
                    <a:pt x="950746" y="410306"/>
                    <a:pt x="950746" y="410306"/>
                    <a:pt x="950746" y="405131"/>
                  </a:cubicBezTo>
                  <a:close/>
                  <a:moveTo>
                    <a:pt x="1724998" y="399956"/>
                  </a:moveTo>
                  <a:cubicBezTo>
                    <a:pt x="1724998" y="405273"/>
                    <a:pt x="1730144" y="405273"/>
                    <a:pt x="1730144" y="405273"/>
                  </a:cubicBezTo>
                  <a:cubicBezTo>
                    <a:pt x="1730144" y="405273"/>
                    <a:pt x="1730144" y="410425"/>
                    <a:pt x="1735290" y="410425"/>
                  </a:cubicBezTo>
                  <a:cubicBezTo>
                    <a:pt x="1735290" y="415576"/>
                    <a:pt x="1740436" y="415576"/>
                    <a:pt x="1740436" y="420561"/>
                  </a:cubicBezTo>
                  <a:cubicBezTo>
                    <a:pt x="1740436" y="420561"/>
                    <a:pt x="1740436" y="420561"/>
                    <a:pt x="1745582" y="420561"/>
                  </a:cubicBezTo>
                  <a:lnTo>
                    <a:pt x="1745582" y="425878"/>
                  </a:lnTo>
                  <a:cubicBezTo>
                    <a:pt x="1745582" y="425878"/>
                    <a:pt x="1745582" y="425878"/>
                    <a:pt x="1745582" y="431030"/>
                  </a:cubicBezTo>
                  <a:cubicBezTo>
                    <a:pt x="1740436" y="431030"/>
                    <a:pt x="1740436" y="436015"/>
                    <a:pt x="1740436" y="436015"/>
                  </a:cubicBezTo>
                  <a:cubicBezTo>
                    <a:pt x="1735290" y="436015"/>
                    <a:pt x="1735290" y="436015"/>
                    <a:pt x="1735290" y="436015"/>
                  </a:cubicBezTo>
                  <a:cubicBezTo>
                    <a:pt x="1730144" y="436015"/>
                    <a:pt x="1730144" y="436015"/>
                    <a:pt x="1730144" y="436015"/>
                  </a:cubicBezTo>
                  <a:lnTo>
                    <a:pt x="1724998" y="431030"/>
                  </a:lnTo>
                  <a:cubicBezTo>
                    <a:pt x="1719852" y="431030"/>
                    <a:pt x="1719852" y="431030"/>
                    <a:pt x="1719852" y="431030"/>
                  </a:cubicBezTo>
                  <a:cubicBezTo>
                    <a:pt x="1719852" y="431030"/>
                    <a:pt x="1724998" y="425878"/>
                    <a:pt x="1724998" y="420561"/>
                  </a:cubicBezTo>
                  <a:lnTo>
                    <a:pt x="1724998" y="415576"/>
                  </a:lnTo>
                  <a:lnTo>
                    <a:pt x="1724998" y="410425"/>
                  </a:lnTo>
                  <a:cubicBezTo>
                    <a:pt x="1724998" y="410425"/>
                    <a:pt x="1724998" y="410425"/>
                    <a:pt x="1724998" y="405273"/>
                  </a:cubicBezTo>
                  <a:cubicBezTo>
                    <a:pt x="1724998" y="405273"/>
                    <a:pt x="1724998" y="405273"/>
                    <a:pt x="1724998" y="399956"/>
                  </a:cubicBezTo>
                  <a:close/>
                  <a:moveTo>
                    <a:pt x="1688838" y="399956"/>
                  </a:moveTo>
                  <a:cubicBezTo>
                    <a:pt x="1693929" y="399956"/>
                    <a:pt x="1693929" y="399956"/>
                    <a:pt x="1693929" y="399956"/>
                  </a:cubicBezTo>
                  <a:lnTo>
                    <a:pt x="1699021" y="399956"/>
                  </a:lnTo>
                  <a:cubicBezTo>
                    <a:pt x="1699021" y="399956"/>
                    <a:pt x="1699021" y="399956"/>
                    <a:pt x="1699021" y="404974"/>
                  </a:cubicBezTo>
                  <a:cubicBezTo>
                    <a:pt x="1699021" y="404974"/>
                    <a:pt x="1699021" y="404974"/>
                    <a:pt x="1693929" y="404974"/>
                  </a:cubicBezTo>
                  <a:cubicBezTo>
                    <a:pt x="1693929" y="404974"/>
                    <a:pt x="1693929" y="404974"/>
                    <a:pt x="1688838" y="404974"/>
                  </a:cubicBezTo>
                  <a:cubicBezTo>
                    <a:pt x="1688838" y="399956"/>
                    <a:pt x="1688838" y="399956"/>
                    <a:pt x="1688838" y="399956"/>
                  </a:cubicBezTo>
                  <a:close/>
                  <a:moveTo>
                    <a:pt x="1673317" y="399710"/>
                  </a:moveTo>
                  <a:cubicBezTo>
                    <a:pt x="1673317" y="399710"/>
                    <a:pt x="1673317" y="399710"/>
                    <a:pt x="1678408" y="399710"/>
                  </a:cubicBezTo>
                  <a:cubicBezTo>
                    <a:pt x="1673317" y="399710"/>
                    <a:pt x="1673317" y="404967"/>
                    <a:pt x="1673317" y="404967"/>
                  </a:cubicBezTo>
                  <a:cubicBezTo>
                    <a:pt x="1673317" y="404967"/>
                    <a:pt x="1673317" y="404967"/>
                    <a:pt x="1673317" y="399710"/>
                  </a:cubicBezTo>
                  <a:close/>
                  <a:moveTo>
                    <a:pt x="1859970" y="395266"/>
                  </a:moveTo>
                  <a:cubicBezTo>
                    <a:pt x="1859970" y="395266"/>
                    <a:pt x="1859970" y="395266"/>
                    <a:pt x="1859970" y="400302"/>
                  </a:cubicBezTo>
                  <a:cubicBezTo>
                    <a:pt x="1859970" y="400302"/>
                    <a:pt x="1859970" y="405674"/>
                    <a:pt x="1865163" y="405674"/>
                  </a:cubicBezTo>
                  <a:cubicBezTo>
                    <a:pt x="1865163" y="405674"/>
                    <a:pt x="1865163" y="405674"/>
                    <a:pt x="1865163" y="410878"/>
                  </a:cubicBezTo>
                  <a:lnTo>
                    <a:pt x="1859970" y="410878"/>
                  </a:lnTo>
                  <a:lnTo>
                    <a:pt x="1854777" y="410878"/>
                  </a:lnTo>
                  <a:lnTo>
                    <a:pt x="1854777" y="405674"/>
                  </a:lnTo>
                  <a:cubicBezTo>
                    <a:pt x="1854777" y="405674"/>
                    <a:pt x="1854777" y="405674"/>
                    <a:pt x="1859970" y="395266"/>
                  </a:cubicBezTo>
                  <a:close/>
                  <a:moveTo>
                    <a:pt x="1678408" y="394781"/>
                  </a:moveTo>
                  <a:cubicBezTo>
                    <a:pt x="1683500" y="394781"/>
                    <a:pt x="1683500" y="394781"/>
                    <a:pt x="1683500" y="394781"/>
                  </a:cubicBezTo>
                  <a:lnTo>
                    <a:pt x="1683500" y="399710"/>
                  </a:lnTo>
                  <a:cubicBezTo>
                    <a:pt x="1678408" y="399710"/>
                    <a:pt x="1678408" y="399710"/>
                    <a:pt x="1678408" y="399710"/>
                  </a:cubicBezTo>
                  <a:cubicBezTo>
                    <a:pt x="1678408" y="399710"/>
                    <a:pt x="1678408" y="399710"/>
                    <a:pt x="1678408" y="394781"/>
                  </a:cubicBezTo>
                  <a:close/>
                  <a:moveTo>
                    <a:pt x="1636625" y="394781"/>
                  </a:moveTo>
                  <a:lnTo>
                    <a:pt x="1642008" y="394781"/>
                  </a:lnTo>
                  <a:cubicBezTo>
                    <a:pt x="1646889" y="394781"/>
                    <a:pt x="1646889" y="394781"/>
                    <a:pt x="1646889" y="394781"/>
                  </a:cubicBezTo>
                  <a:cubicBezTo>
                    <a:pt x="1652106" y="394781"/>
                    <a:pt x="1652106" y="394781"/>
                    <a:pt x="1652106" y="394781"/>
                  </a:cubicBezTo>
                  <a:cubicBezTo>
                    <a:pt x="1652106" y="394781"/>
                    <a:pt x="1652106" y="394781"/>
                    <a:pt x="1657323" y="394781"/>
                  </a:cubicBezTo>
                  <a:cubicBezTo>
                    <a:pt x="1657323" y="394781"/>
                    <a:pt x="1657323" y="394781"/>
                    <a:pt x="1662541" y="394781"/>
                  </a:cubicBezTo>
                  <a:lnTo>
                    <a:pt x="1662541" y="399789"/>
                  </a:lnTo>
                  <a:lnTo>
                    <a:pt x="1657323" y="399789"/>
                  </a:lnTo>
                  <a:cubicBezTo>
                    <a:pt x="1652106" y="399789"/>
                    <a:pt x="1652106" y="405131"/>
                    <a:pt x="1652106" y="405131"/>
                  </a:cubicBezTo>
                  <a:cubicBezTo>
                    <a:pt x="1652106" y="410306"/>
                    <a:pt x="1652106" y="410306"/>
                    <a:pt x="1652106" y="410306"/>
                  </a:cubicBezTo>
                  <a:lnTo>
                    <a:pt x="1652106" y="415481"/>
                  </a:lnTo>
                  <a:lnTo>
                    <a:pt x="1652106" y="420489"/>
                  </a:lnTo>
                  <a:cubicBezTo>
                    <a:pt x="1652106" y="425831"/>
                    <a:pt x="1657323" y="425831"/>
                    <a:pt x="1657323" y="425831"/>
                  </a:cubicBezTo>
                  <a:cubicBezTo>
                    <a:pt x="1662541" y="425831"/>
                    <a:pt x="1662541" y="425831"/>
                    <a:pt x="1662541" y="431006"/>
                  </a:cubicBezTo>
                  <a:lnTo>
                    <a:pt x="1667758" y="431006"/>
                  </a:lnTo>
                  <a:cubicBezTo>
                    <a:pt x="1667758" y="431006"/>
                    <a:pt x="1667758" y="431006"/>
                    <a:pt x="1667758" y="436014"/>
                  </a:cubicBezTo>
                  <a:cubicBezTo>
                    <a:pt x="1667758" y="436014"/>
                    <a:pt x="1667758" y="441189"/>
                    <a:pt x="1672975" y="441189"/>
                  </a:cubicBezTo>
                  <a:cubicBezTo>
                    <a:pt x="1672975" y="441189"/>
                    <a:pt x="1672975" y="441189"/>
                    <a:pt x="1678192" y="446531"/>
                  </a:cubicBezTo>
                  <a:lnTo>
                    <a:pt x="1683409" y="446531"/>
                  </a:lnTo>
                  <a:cubicBezTo>
                    <a:pt x="1683409" y="446531"/>
                    <a:pt x="1683409" y="446531"/>
                    <a:pt x="1688626" y="451706"/>
                  </a:cubicBezTo>
                  <a:cubicBezTo>
                    <a:pt x="1693844" y="451706"/>
                    <a:pt x="1693844" y="456714"/>
                    <a:pt x="1693844" y="456714"/>
                  </a:cubicBezTo>
                  <a:cubicBezTo>
                    <a:pt x="1693844" y="456714"/>
                    <a:pt x="1693844" y="456714"/>
                    <a:pt x="1688626" y="461889"/>
                  </a:cubicBezTo>
                  <a:cubicBezTo>
                    <a:pt x="1688626" y="456714"/>
                    <a:pt x="1688626" y="456714"/>
                    <a:pt x="1683409" y="456714"/>
                  </a:cubicBezTo>
                  <a:cubicBezTo>
                    <a:pt x="1683409" y="456714"/>
                    <a:pt x="1683409" y="451706"/>
                    <a:pt x="1678192" y="451706"/>
                  </a:cubicBezTo>
                  <a:cubicBezTo>
                    <a:pt x="1678192" y="451706"/>
                    <a:pt x="1678192" y="451706"/>
                    <a:pt x="1672975" y="451706"/>
                  </a:cubicBezTo>
                  <a:cubicBezTo>
                    <a:pt x="1672975" y="451706"/>
                    <a:pt x="1672975" y="451706"/>
                    <a:pt x="1672975" y="446531"/>
                  </a:cubicBezTo>
                  <a:cubicBezTo>
                    <a:pt x="1667758" y="446531"/>
                    <a:pt x="1667758" y="446531"/>
                    <a:pt x="1662541" y="446531"/>
                  </a:cubicBezTo>
                  <a:lnTo>
                    <a:pt x="1657323" y="441189"/>
                  </a:lnTo>
                  <a:cubicBezTo>
                    <a:pt x="1652106" y="441189"/>
                    <a:pt x="1652106" y="436014"/>
                    <a:pt x="1652106" y="436014"/>
                  </a:cubicBezTo>
                  <a:cubicBezTo>
                    <a:pt x="1652106" y="436014"/>
                    <a:pt x="1652106" y="431006"/>
                    <a:pt x="1646889" y="431006"/>
                  </a:cubicBezTo>
                  <a:lnTo>
                    <a:pt x="1642008" y="431006"/>
                  </a:lnTo>
                  <a:cubicBezTo>
                    <a:pt x="1642008" y="431006"/>
                    <a:pt x="1642008" y="431006"/>
                    <a:pt x="1642008" y="425831"/>
                  </a:cubicBezTo>
                  <a:cubicBezTo>
                    <a:pt x="1642008" y="425831"/>
                    <a:pt x="1641840" y="415481"/>
                    <a:pt x="1631407" y="415481"/>
                  </a:cubicBezTo>
                  <a:lnTo>
                    <a:pt x="1626190" y="410306"/>
                  </a:lnTo>
                  <a:cubicBezTo>
                    <a:pt x="1626190" y="410306"/>
                    <a:pt x="1626190" y="410306"/>
                    <a:pt x="1621141" y="410306"/>
                  </a:cubicBezTo>
                  <a:lnTo>
                    <a:pt x="1615756" y="415481"/>
                  </a:lnTo>
                  <a:lnTo>
                    <a:pt x="1610539" y="415481"/>
                  </a:lnTo>
                  <a:cubicBezTo>
                    <a:pt x="1610539" y="410306"/>
                    <a:pt x="1610539" y="410306"/>
                    <a:pt x="1605322" y="410306"/>
                  </a:cubicBezTo>
                  <a:cubicBezTo>
                    <a:pt x="1610539" y="410306"/>
                    <a:pt x="1610539" y="405131"/>
                    <a:pt x="1610539" y="405131"/>
                  </a:cubicBezTo>
                  <a:cubicBezTo>
                    <a:pt x="1610539" y="405131"/>
                    <a:pt x="1615756" y="405131"/>
                    <a:pt x="1615756" y="399789"/>
                  </a:cubicBezTo>
                  <a:cubicBezTo>
                    <a:pt x="1621141" y="399789"/>
                    <a:pt x="1621141" y="399789"/>
                    <a:pt x="1621141" y="405131"/>
                  </a:cubicBezTo>
                  <a:cubicBezTo>
                    <a:pt x="1621141" y="405131"/>
                    <a:pt x="1621141" y="405131"/>
                    <a:pt x="1626190" y="405131"/>
                  </a:cubicBezTo>
                  <a:cubicBezTo>
                    <a:pt x="1626190" y="405131"/>
                    <a:pt x="1631407" y="405131"/>
                    <a:pt x="1631407" y="399789"/>
                  </a:cubicBezTo>
                  <a:cubicBezTo>
                    <a:pt x="1636625" y="399789"/>
                    <a:pt x="1636625" y="399789"/>
                    <a:pt x="1636625" y="399789"/>
                  </a:cubicBezTo>
                  <a:cubicBezTo>
                    <a:pt x="1636625" y="399789"/>
                    <a:pt x="1636625" y="399789"/>
                    <a:pt x="1636625" y="394781"/>
                  </a:cubicBezTo>
                  <a:close/>
                  <a:moveTo>
                    <a:pt x="1605322" y="389524"/>
                  </a:moveTo>
                  <a:lnTo>
                    <a:pt x="1610454" y="389524"/>
                  </a:lnTo>
                  <a:cubicBezTo>
                    <a:pt x="1610454" y="389524"/>
                    <a:pt x="1610454" y="389524"/>
                    <a:pt x="1615586" y="389524"/>
                  </a:cubicBezTo>
                  <a:cubicBezTo>
                    <a:pt x="1615586" y="389524"/>
                    <a:pt x="1615586" y="389524"/>
                    <a:pt x="1615586" y="394617"/>
                  </a:cubicBezTo>
                  <a:cubicBezTo>
                    <a:pt x="1610454" y="394617"/>
                    <a:pt x="1610454" y="394617"/>
                    <a:pt x="1610454" y="394617"/>
                  </a:cubicBezTo>
                  <a:lnTo>
                    <a:pt x="1605322" y="394617"/>
                  </a:lnTo>
                  <a:close/>
                  <a:moveTo>
                    <a:pt x="1620884" y="384431"/>
                  </a:moveTo>
                  <a:cubicBezTo>
                    <a:pt x="1620884" y="384431"/>
                    <a:pt x="1620884" y="384431"/>
                    <a:pt x="1625851" y="384431"/>
                  </a:cubicBezTo>
                  <a:lnTo>
                    <a:pt x="1625851" y="389524"/>
                  </a:lnTo>
                  <a:cubicBezTo>
                    <a:pt x="1625851" y="389524"/>
                    <a:pt x="1625851" y="389524"/>
                    <a:pt x="1620884" y="394617"/>
                  </a:cubicBezTo>
                  <a:cubicBezTo>
                    <a:pt x="1620884" y="389524"/>
                    <a:pt x="1620884" y="389524"/>
                    <a:pt x="1620884" y="389524"/>
                  </a:cubicBezTo>
                  <a:cubicBezTo>
                    <a:pt x="1620884" y="389524"/>
                    <a:pt x="1620884" y="389524"/>
                    <a:pt x="1615586" y="389524"/>
                  </a:cubicBezTo>
                  <a:close/>
                  <a:moveTo>
                    <a:pt x="1756259" y="379256"/>
                  </a:moveTo>
                  <a:cubicBezTo>
                    <a:pt x="1756259" y="379256"/>
                    <a:pt x="1756259" y="384576"/>
                    <a:pt x="1761474" y="384576"/>
                  </a:cubicBezTo>
                  <a:cubicBezTo>
                    <a:pt x="1761474" y="384576"/>
                    <a:pt x="1761474" y="384576"/>
                    <a:pt x="1766520" y="384576"/>
                  </a:cubicBezTo>
                  <a:cubicBezTo>
                    <a:pt x="1771903" y="384576"/>
                    <a:pt x="1771903" y="384576"/>
                    <a:pt x="1771903" y="384576"/>
                  </a:cubicBezTo>
                  <a:lnTo>
                    <a:pt x="1777117" y="384576"/>
                  </a:lnTo>
                  <a:cubicBezTo>
                    <a:pt x="1777117" y="384576"/>
                    <a:pt x="1777117" y="384576"/>
                    <a:pt x="1782331" y="384576"/>
                  </a:cubicBezTo>
                  <a:cubicBezTo>
                    <a:pt x="1782331" y="384576"/>
                    <a:pt x="1787546" y="384576"/>
                    <a:pt x="1787546" y="379256"/>
                  </a:cubicBezTo>
                  <a:cubicBezTo>
                    <a:pt x="1792760" y="384576"/>
                    <a:pt x="1792760" y="384576"/>
                    <a:pt x="1792760" y="384576"/>
                  </a:cubicBezTo>
                  <a:cubicBezTo>
                    <a:pt x="1792760" y="389731"/>
                    <a:pt x="1792760" y="389731"/>
                    <a:pt x="1797975" y="389731"/>
                  </a:cubicBezTo>
                  <a:lnTo>
                    <a:pt x="1797975" y="394885"/>
                  </a:lnTo>
                  <a:lnTo>
                    <a:pt x="1797975" y="399873"/>
                  </a:lnTo>
                  <a:lnTo>
                    <a:pt x="1797975" y="405193"/>
                  </a:lnTo>
                  <a:cubicBezTo>
                    <a:pt x="1797975" y="410348"/>
                    <a:pt x="1797975" y="410348"/>
                    <a:pt x="1803189" y="410348"/>
                  </a:cubicBezTo>
                  <a:cubicBezTo>
                    <a:pt x="1803189" y="410348"/>
                    <a:pt x="1803189" y="410348"/>
                    <a:pt x="1808404" y="410348"/>
                  </a:cubicBezTo>
                  <a:cubicBezTo>
                    <a:pt x="1808404" y="410348"/>
                    <a:pt x="1808404" y="410348"/>
                    <a:pt x="1808404" y="415502"/>
                  </a:cubicBezTo>
                  <a:cubicBezTo>
                    <a:pt x="1803189" y="415502"/>
                    <a:pt x="1803189" y="415502"/>
                    <a:pt x="1803189" y="420490"/>
                  </a:cubicBezTo>
                  <a:cubicBezTo>
                    <a:pt x="1803189" y="420490"/>
                    <a:pt x="1803189" y="420490"/>
                    <a:pt x="1803189" y="415502"/>
                  </a:cubicBezTo>
                  <a:cubicBezTo>
                    <a:pt x="1797975" y="415502"/>
                    <a:pt x="1797975" y="415502"/>
                    <a:pt x="1792760" y="415502"/>
                  </a:cubicBezTo>
                  <a:cubicBezTo>
                    <a:pt x="1787546" y="415502"/>
                    <a:pt x="1782331" y="415502"/>
                    <a:pt x="1782331" y="415502"/>
                  </a:cubicBezTo>
                  <a:cubicBezTo>
                    <a:pt x="1782331" y="415502"/>
                    <a:pt x="1782331" y="415502"/>
                    <a:pt x="1777117" y="415502"/>
                  </a:cubicBezTo>
                  <a:cubicBezTo>
                    <a:pt x="1777117" y="420490"/>
                    <a:pt x="1777117" y="420490"/>
                    <a:pt x="1777117" y="420490"/>
                  </a:cubicBezTo>
                  <a:cubicBezTo>
                    <a:pt x="1771903" y="420490"/>
                    <a:pt x="1771903" y="420490"/>
                    <a:pt x="1771903" y="420490"/>
                  </a:cubicBezTo>
                  <a:lnTo>
                    <a:pt x="1766520" y="420490"/>
                  </a:lnTo>
                  <a:lnTo>
                    <a:pt x="1761474" y="420490"/>
                  </a:lnTo>
                  <a:lnTo>
                    <a:pt x="1756259" y="420490"/>
                  </a:lnTo>
                  <a:cubicBezTo>
                    <a:pt x="1756259" y="415502"/>
                    <a:pt x="1756259" y="415502"/>
                    <a:pt x="1756259" y="415502"/>
                  </a:cubicBezTo>
                  <a:lnTo>
                    <a:pt x="1756259" y="410348"/>
                  </a:lnTo>
                  <a:cubicBezTo>
                    <a:pt x="1751045" y="410348"/>
                    <a:pt x="1751045" y="410348"/>
                    <a:pt x="1751045" y="410348"/>
                  </a:cubicBezTo>
                  <a:cubicBezTo>
                    <a:pt x="1751045" y="410348"/>
                    <a:pt x="1751045" y="410348"/>
                    <a:pt x="1745830" y="399873"/>
                  </a:cubicBezTo>
                  <a:cubicBezTo>
                    <a:pt x="1745830" y="399873"/>
                    <a:pt x="1745830" y="399873"/>
                    <a:pt x="1745830" y="410348"/>
                  </a:cubicBezTo>
                  <a:lnTo>
                    <a:pt x="1740616" y="405193"/>
                  </a:lnTo>
                  <a:cubicBezTo>
                    <a:pt x="1740616" y="405193"/>
                    <a:pt x="1740616" y="399873"/>
                    <a:pt x="1735401" y="399873"/>
                  </a:cubicBezTo>
                  <a:cubicBezTo>
                    <a:pt x="1740616" y="399873"/>
                    <a:pt x="1740616" y="394885"/>
                    <a:pt x="1745830" y="389731"/>
                  </a:cubicBezTo>
                  <a:lnTo>
                    <a:pt x="1751045" y="384576"/>
                  </a:lnTo>
                  <a:cubicBezTo>
                    <a:pt x="1751045" y="384576"/>
                    <a:pt x="1751045" y="384576"/>
                    <a:pt x="1756259" y="379256"/>
                  </a:cubicBezTo>
                  <a:close/>
                  <a:moveTo>
                    <a:pt x="1735271" y="374081"/>
                  </a:moveTo>
                  <a:cubicBezTo>
                    <a:pt x="1735271" y="374081"/>
                    <a:pt x="1735271" y="374081"/>
                    <a:pt x="1740427" y="374081"/>
                  </a:cubicBezTo>
                  <a:cubicBezTo>
                    <a:pt x="1740427" y="374081"/>
                    <a:pt x="1740427" y="379049"/>
                    <a:pt x="1745582" y="379049"/>
                  </a:cubicBezTo>
                  <a:lnTo>
                    <a:pt x="1740427" y="379049"/>
                  </a:lnTo>
                  <a:cubicBezTo>
                    <a:pt x="1740427" y="384348"/>
                    <a:pt x="1735271" y="384348"/>
                    <a:pt x="1735271" y="389482"/>
                  </a:cubicBezTo>
                  <a:lnTo>
                    <a:pt x="1730116" y="389482"/>
                  </a:lnTo>
                  <a:lnTo>
                    <a:pt x="1730116" y="394615"/>
                  </a:lnTo>
                  <a:cubicBezTo>
                    <a:pt x="1724961" y="394615"/>
                    <a:pt x="1724961" y="394615"/>
                    <a:pt x="1724961" y="394615"/>
                  </a:cubicBezTo>
                  <a:cubicBezTo>
                    <a:pt x="1724961" y="394615"/>
                    <a:pt x="1724961" y="394615"/>
                    <a:pt x="1719806" y="394615"/>
                  </a:cubicBezTo>
                  <a:lnTo>
                    <a:pt x="1714650" y="394615"/>
                  </a:lnTo>
                  <a:cubicBezTo>
                    <a:pt x="1709495" y="394615"/>
                    <a:pt x="1709495" y="394615"/>
                    <a:pt x="1709495" y="394615"/>
                  </a:cubicBezTo>
                  <a:cubicBezTo>
                    <a:pt x="1709495" y="394615"/>
                    <a:pt x="1709495" y="394615"/>
                    <a:pt x="1704340" y="394615"/>
                  </a:cubicBezTo>
                  <a:cubicBezTo>
                    <a:pt x="1704340" y="394615"/>
                    <a:pt x="1704340" y="394615"/>
                    <a:pt x="1699185" y="394615"/>
                  </a:cubicBezTo>
                  <a:cubicBezTo>
                    <a:pt x="1699185" y="389482"/>
                    <a:pt x="1699185" y="389482"/>
                    <a:pt x="1699185" y="389482"/>
                  </a:cubicBezTo>
                  <a:cubicBezTo>
                    <a:pt x="1699185" y="389482"/>
                    <a:pt x="1699185" y="389482"/>
                    <a:pt x="1699185" y="384348"/>
                  </a:cubicBezTo>
                  <a:cubicBezTo>
                    <a:pt x="1704340" y="384348"/>
                    <a:pt x="1704340" y="384348"/>
                    <a:pt x="1704340" y="384348"/>
                  </a:cubicBezTo>
                  <a:cubicBezTo>
                    <a:pt x="1704340" y="384348"/>
                    <a:pt x="1704340" y="384348"/>
                    <a:pt x="1709495" y="384348"/>
                  </a:cubicBezTo>
                  <a:cubicBezTo>
                    <a:pt x="1714650" y="384348"/>
                    <a:pt x="1714650" y="384348"/>
                    <a:pt x="1714650" y="384348"/>
                  </a:cubicBezTo>
                  <a:cubicBezTo>
                    <a:pt x="1714650" y="384348"/>
                    <a:pt x="1714650" y="384348"/>
                    <a:pt x="1719806" y="379049"/>
                  </a:cubicBezTo>
                  <a:lnTo>
                    <a:pt x="1719806" y="384348"/>
                  </a:lnTo>
                  <a:cubicBezTo>
                    <a:pt x="1724961" y="384348"/>
                    <a:pt x="1724961" y="379049"/>
                    <a:pt x="1724961" y="379049"/>
                  </a:cubicBezTo>
                  <a:cubicBezTo>
                    <a:pt x="1724961" y="379049"/>
                    <a:pt x="1724961" y="379049"/>
                    <a:pt x="1730116" y="379049"/>
                  </a:cubicBezTo>
                  <a:cubicBezTo>
                    <a:pt x="1730116" y="379049"/>
                    <a:pt x="1730116" y="379049"/>
                    <a:pt x="1735271" y="379049"/>
                  </a:cubicBezTo>
                  <a:cubicBezTo>
                    <a:pt x="1735271" y="374081"/>
                    <a:pt x="1735271" y="374081"/>
                    <a:pt x="1735271" y="374081"/>
                  </a:cubicBezTo>
                  <a:close/>
                  <a:moveTo>
                    <a:pt x="1667357" y="374081"/>
                  </a:moveTo>
                  <a:cubicBezTo>
                    <a:pt x="1667357" y="374081"/>
                    <a:pt x="1667357" y="374081"/>
                    <a:pt x="1672507" y="374081"/>
                  </a:cubicBezTo>
                  <a:cubicBezTo>
                    <a:pt x="1677657" y="374081"/>
                    <a:pt x="1677657" y="374081"/>
                    <a:pt x="1682807" y="374081"/>
                  </a:cubicBezTo>
                  <a:lnTo>
                    <a:pt x="1687957" y="374081"/>
                  </a:lnTo>
                  <a:cubicBezTo>
                    <a:pt x="1693107" y="374081"/>
                    <a:pt x="1693107" y="374081"/>
                    <a:pt x="1693107" y="374081"/>
                  </a:cubicBezTo>
                  <a:cubicBezTo>
                    <a:pt x="1693107" y="374081"/>
                    <a:pt x="1693107" y="374081"/>
                    <a:pt x="1693107" y="379036"/>
                  </a:cubicBezTo>
                  <a:cubicBezTo>
                    <a:pt x="1687957" y="379036"/>
                    <a:pt x="1687957" y="379036"/>
                    <a:pt x="1687957" y="379036"/>
                  </a:cubicBezTo>
                  <a:cubicBezTo>
                    <a:pt x="1687957" y="379036"/>
                    <a:pt x="1687957" y="379036"/>
                    <a:pt x="1687957" y="384321"/>
                  </a:cubicBezTo>
                  <a:cubicBezTo>
                    <a:pt x="1687957" y="384321"/>
                    <a:pt x="1687957" y="384321"/>
                    <a:pt x="1682807" y="384321"/>
                  </a:cubicBezTo>
                  <a:cubicBezTo>
                    <a:pt x="1682807" y="384321"/>
                    <a:pt x="1682807" y="384321"/>
                    <a:pt x="1682807" y="389441"/>
                  </a:cubicBezTo>
                  <a:cubicBezTo>
                    <a:pt x="1682807" y="389441"/>
                    <a:pt x="1682807" y="389441"/>
                    <a:pt x="1677657" y="389441"/>
                  </a:cubicBezTo>
                  <a:lnTo>
                    <a:pt x="1677657" y="384321"/>
                  </a:lnTo>
                  <a:lnTo>
                    <a:pt x="1672507" y="389441"/>
                  </a:lnTo>
                  <a:lnTo>
                    <a:pt x="1667357" y="389441"/>
                  </a:lnTo>
                  <a:cubicBezTo>
                    <a:pt x="1667357" y="389441"/>
                    <a:pt x="1667357" y="389441"/>
                    <a:pt x="1667357" y="384321"/>
                  </a:cubicBezTo>
                  <a:cubicBezTo>
                    <a:pt x="1667357" y="384321"/>
                    <a:pt x="1667357" y="384321"/>
                    <a:pt x="1662207" y="389441"/>
                  </a:cubicBezTo>
                  <a:cubicBezTo>
                    <a:pt x="1662207" y="389441"/>
                    <a:pt x="1662207" y="389441"/>
                    <a:pt x="1657057" y="389441"/>
                  </a:cubicBezTo>
                  <a:cubicBezTo>
                    <a:pt x="1657057" y="384321"/>
                    <a:pt x="1657057" y="384321"/>
                    <a:pt x="1657057" y="384321"/>
                  </a:cubicBezTo>
                  <a:cubicBezTo>
                    <a:pt x="1657057" y="384321"/>
                    <a:pt x="1657057" y="384321"/>
                    <a:pt x="1662207" y="384321"/>
                  </a:cubicBezTo>
                  <a:cubicBezTo>
                    <a:pt x="1662207" y="384321"/>
                    <a:pt x="1662207" y="384321"/>
                    <a:pt x="1662207" y="379036"/>
                  </a:cubicBezTo>
                  <a:lnTo>
                    <a:pt x="1667357" y="379036"/>
                  </a:lnTo>
                  <a:close/>
                  <a:moveTo>
                    <a:pt x="411018" y="374081"/>
                  </a:moveTo>
                  <a:cubicBezTo>
                    <a:pt x="411018" y="374081"/>
                    <a:pt x="411018" y="374081"/>
                    <a:pt x="655135" y="374081"/>
                  </a:cubicBezTo>
                  <a:cubicBezTo>
                    <a:pt x="660329" y="374081"/>
                    <a:pt x="660329" y="374081"/>
                    <a:pt x="660329" y="374081"/>
                  </a:cubicBezTo>
                  <a:cubicBezTo>
                    <a:pt x="665523" y="374081"/>
                    <a:pt x="670718" y="379116"/>
                    <a:pt x="670718" y="379116"/>
                  </a:cubicBezTo>
                  <a:cubicBezTo>
                    <a:pt x="675911" y="379116"/>
                    <a:pt x="675911" y="379116"/>
                    <a:pt x="675911" y="379116"/>
                  </a:cubicBezTo>
                  <a:cubicBezTo>
                    <a:pt x="675911" y="379116"/>
                    <a:pt x="675911" y="374081"/>
                    <a:pt x="681105" y="374081"/>
                  </a:cubicBezTo>
                  <a:cubicBezTo>
                    <a:pt x="681105" y="374081"/>
                    <a:pt x="686299" y="379116"/>
                    <a:pt x="691493" y="379116"/>
                  </a:cubicBezTo>
                  <a:cubicBezTo>
                    <a:pt x="691493" y="379116"/>
                    <a:pt x="691493" y="384487"/>
                    <a:pt x="696687" y="384487"/>
                  </a:cubicBezTo>
                  <a:lnTo>
                    <a:pt x="696687" y="379116"/>
                  </a:lnTo>
                  <a:cubicBezTo>
                    <a:pt x="701881" y="379116"/>
                    <a:pt x="701881" y="384487"/>
                    <a:pt x="701881" y="384487"/>
                  </a:cubicBezTo>
                  <a:cubicBezTo>
                    <a:pt x="696687" y="384487"/>
                    <a:pt x="691493" y="389690"/>
                    <a:pt x="691493" y="389690"/>
                  </a:cubicBezTo>
                  <a:cubicBezTo>
                    <a:pt x="691493" y="389690"/>
                    <a:pt x="691493" y="389690"/>
                    <a:pt x="681105" y="394893"/>
                  </a:cubicBezTo>
                  <a:cubicBezTo>
                    <a:pt x="681105" y="394893"/>
                    <a:pt x="681105" y="394893"/>
                    <a:pt x="691493" y="399928"/>
                  </a:cubicBezTo>
                  <a:cubicBezTo>
                    <a:pt x="691493" y="399928"/>
                    <a:pt x="696687" y="399928"/>
                    <a:pt x="701881" y="399928"/>
                  </a:cubicBezTo>
                  <a:cubicBezTo>
                    <a:pt x="701881" y="399928"/>
                    <a:pt x="701881" y="399928"/>
                    <a:pt x="701881" y="405298"/>
                  </a:cubicBezTo>
                  <a:cubicBezTo>
                    <a:pt x="707075" y="405298"/>
                    <a:pt x="707075" y="405298"/>
                    <a:pt x="707075" y="405298"/>
                  </a:cubicBezTo>
                  <a:cubicBezTo>
                    <a:pt x="707075" y="405298"/>
                    <a:pt x="712269" y="405298"/>
                    <a:pt x="712269" y="399928"/>
                  </a:cubicBezTo>
                  <a:lnTo>
                    <a:pt x="722657" y="394893"/>
                  </a:lnTo>
                  <a:lnTo>
                    <a:pt x="727851" y="394893"/>
                  </a:lnTo>
                  <a:cubicBezTo>
                    <a:pt x="727851" y="394893"/>
                    <a:pt x="727851" y="394893"/>
                    <a:pt x="733045" y="399928"/>
                  </a:cubicBezTo>
                  <a:cubicBezTo>
                    <a:pt x="733045" y="399928"/>
                    <a:pt x="733045" y="399928"/>
                    <a:pt x="738239" y="399928"/>
                  </a:cubicBezTo>
                  <a:cubicBezTo>
                    <a:pt x="738239" y="399928"/>
                    <a:pt x="738239" y="399928"/>
                    <a:pt x="743433" y="399928"/>
                  </a:cubicBezTo>
                  <a:cubicBezTo>
                    <a:pt x="743433" y="399928"/>
                    <a:pt x="743433" y="399928"/>
                    <a:pt x="727851" y="410501"/>
                  </a:cubicBezTo>
                  <a:cubicBezTo>
                    <a:pt x="727851" y="410501"/>
                    <a:pt x="727851" y="410501"/>
                    <a:pt x="727851" y="431313"/>
                  </a:cubicBezTo>
                  <a:cubicBezTo>
                    <a:pt x="727851" y="431313"/>
                    <a:pt x="727851" y="431313"/>
                    <a:pt x="733045" y="436348"/>
                  </a:cubicBezTo>
                  <a:cubicBezTo>
                    <a:pt x="733045" y="436348"/>
                    <a:pt x="738239" y="436348"/>
                    <a:pt x="738239" y="431313"/>
                  </a:cubicBezTo>
                  <a:lnTo>
                    <a:pt x="743433" y="431313"/>
                  </a:lnTo>
                  <a:cubicBezTo>
                    <a:pt x="743433" y="426110"/>
                    <a:pt x="743433" y="426110"/>
                    <a:pt x="748627" y="426110"/>
                  </a:cubicBezTo>
                  <a:lnTo>
                    <a:pt x="748627" y="420739"/>
                  </a:lnTo>
                  <a:lnTo>
                    <a:pt x="748627" y="415704"/>
                  </a:lnTo>
                  <a:cubicBezTo>
                    <a:pt x="748627" y="415704"/>
                    <a:pt x="748627" y="415704"/>
                    <a:pt x="753821" y="415704"/>
                  </a:cubicBezTo>
                  <a:lnTo>
                    <a:pt x="753821" y="410501"/>
                  </a:lnTo>
                  <a:cubicBezTo>
                    <a:pt x="753821" y="410501"/>
                    <a:pt x="753821" y="405298"/>
                    <a:pt x="759015" y="405298"/>
                  </a:cubicBezTo>
                  <a:cubicBezTo>
                    <a:pt x="759015" y="410501"/>
                    <a:pt x="759015" y="410501"/>
                    <a:pt x="764209" y="410501"/>
                  </a:cubicBezTo>
                  <a:cubicBezTo>
                    <a:pt x="764209" y="415704"/>
                    <a:pt x="764209" y="415704"/>
                    <a:pt x="764209" y="415704"/>
                  </a:cubicBezTo>
                  <a:cubicBezTo>
                    <a:pt x="764209" y="420739"/>
                    <a:pt x="764209" y="420739"/>
                    <a:pt x="764209" y="420739"/>
                  </a:cubicBezTo>
                  <a:cubicBezTo>
                    <a:pt x="764209" y="420739"/>
                    <a:pt x="759015" y="426110"/>
                    <a:pt x="764209" y="431313"/>
                  </a:cubicBezTo>
                  <a:cubicBezTo>
                    <a:pt x="769403" y="431313"/>
                    <a:pt x="769403" y="431313"/>
                    <a:pt x="769403" y="431313"/>
                  </a:cubicBezTo>
                  <a:lnTo>
                    <a:pt x="764209" y="436348"/>
                  </a:lnTo>
                  <a:cubicBezTo>
                    <a:pt x="764209" y="436348"/>
                    <a:pt x="764209" y="436348"/>
                    <a:pt x="764209" y="441551"/>
                  </a:cubicBezTo>
                  <a:cubicBezTo>
                    <a:pt x="764209" y="441551"/>
                    <a:pt x="769403" y="452125"/>
                    <a:pt x="774597" y="452125"/>
                  </a:cubicBezTo>
                  <a:cubicBezTo>
                    <a:pt x="774597" y="452125"/>
                    <a:pt x="774597" y="457160"/>
                    <a:pt x="779791" y="457160"/>
                  </a:cubicBezTo>
                  <a:cubicBezTo>
                    <a:pt x="779791" y="457160"/>
                    <a:pt x="800567" y="446922"/>
                    <a:pt x="805761" y="446922"/>
                  </a:cubicBezTo>
                  <a:cubicBezTo>
                    <a:pt x="810787" y="441551"/>
                    <a:pt x="810787" y="441551"/>
                    <a:pt x="810787" y="436348"/>
                  </a:cubicBezTo>
                  <a:cubicBezTo>
                    <a:pt x="816149" y="436348"/>
                    <a:pt x="816149" y="436348"/>
                    <a:pt x="816149" y="436348"/>
                  </a:cubicBezTo>
                  <a:cubicBezTo>
                    <a:pt x="816149" y="436348"/>
                    <a:pt x="816149" y="436348"/>
                    <a:pt x="821343" y="436348"/>
                  </a:cubicBezTo>
                  <a:cubicBezTo>
                    <a:pt x="821343" y="436348"/>
                    <a:pt x="821343" y="436348"/>
                    <a:pt x="826537" y="436348"/>
                  </a:cubicBezTo>
                  <a:cubicBezTo>
                    <a:pt x="831731" y="436348"/>
                    <a:pt x="831731" y="436348"/>
                    <a:pt x="831731" y="431313"/>
                  </a:cubicBezTo>
                  <a:cubicBezTo>
                    <a:pt x="831731" y="431313"/>
                    <a:pt x="836925" y="426110"/>
                    <a:pt x="836925" y="420739"/>
                  </a:cubicBezTo>
                  <a:cubicBezTo>
                    <a:pt x="836925" y="420739"/>
                    <a:pt x="836925" y="420739"/>
                    <a:pt x="847145" y="415704"/>
                  </a:cubicBezTo>
                  <a:cubicBezTo>
                    <a:pt x="847145" y="415704"/>
                    <a:pt x="852507" y="415704"/>
                    <a:pt x="857701" y="415704"/>
                  </a:cubicBezTo>
                  <a:cubicBezTo>
                    <a:pt x="862895" y="415704"/>
                    <a:pt x="867921" y="415704"/>
                    <a:pt x="873283" y="415704"/>
                  </a:cubicBezTo>
                  <a:cubicBezTo>
                    <a:pt x="878477" y="415704"/>
                    <a:pt x="878477" y="415704"/>
                    <a:pt x="878477" y="410501"/>
                  </a:cubicBezTo>
                  <a:cubicBezTo>
                    <a:pt x="883671" y="410501"/>
                    <a:pt x="883671" y="410501"/>
                    <a:pt x="883671" y="410501"/>
                  </a:cubicBezTo>
                  <a:cubicBezTo>
                    <a:pt x="883671" y="410501"/>
                    <a:pt x="883671" y="410501"/>
                    <a:pt x="888697" y="410501"/>
                  </a:cubicBezTo>
                  <a:lnTo>
                    <a:pt x="894058" y="399928"/>
                  </a:lnTo>
                  <a:cubicBezTo>
                    <a:pt x="894058" y="394893"/>
                    <a:pt x="894058" y="394893"/>
                    <a:pt x="894058" y="394893"/>
                  </a:cubicBezTo>
                  <a:cubicBezTo>
                    <a:pt x="899253" y="394893"/>
                    <a:pt x="899253" y="389690"/>
                    <a:pt x="899253" y="389690"/>
                  </a:cubicBezTo>
                  <a:lnTo>
                    <a:pt x="904447" y="389690"/>
                  </a:lnTo>
                  <a:lnTo>
                    <a:pt x="909473" y="389690"/>
                  </a:lnTo>
                  <a:cubicBezTo>
                    <a:pt x="909473" y="394893"/>
                    <a:pt x="909473" y="394893"/>
                    <a:pt x="909473" y="394893"/>
                  </a:cubicBezTo>
                  <a:lnTo>
                    <a:pt x="909473" y="399928"/>
                  </a:lnTo>
                  <a:cubicBezTo>
                    <a:pt x="909473" y="405298"/>
                    <a:pt x="909473" y="405298"/>
                    <a:pt x="909473" y="405298"/>
                  </a:cubicBezTo>
                  <a:lnTo>
                    <a:pt x="909473" y="410501"/>
                  </a:lnTo>
                  <a:cubicBezTo>
                    <a:pt x="904447" y="410501"/>
                    <a:pt x="904447" y="410501"/>
                    <a:pt x="904447" y="410501"/>
                  </a:cubicBezTo>
                  <a:cubicBezTo>
                    <a:pt x="899253" y="410501"/>
                    <a:pt x="899253" y="415704"/>
                    <a:pt x="899253" y="415704"/>
                  </a:cubicBezTo>
                  <a:cubicBezTo>
                    <a:pt x="899253" y="420739"/>
                    <a:pt x="894058" y="420739"/>
                    <a:pt x="894058" y="420739"/>
                  </a:cubicBezTo>
                  <a:cubicBezTo>
                    <a:pt x="894058" y="420739"/>
                    <a:pt x="894058" y="420739"/>
                    <a:pt x="888697" y="420739"/>
                  </a:cubicBezTo>
                  <a:cubicBezTo>
                    <a:pt x="883671" y="426110"/>
                    <a:pt x="883671" y="426110"/>
                    <a:pt x="878477" y="431313"/>
                  </a:cubicBezTo>
                  <a:cubicBezTo>
                    <a:pt x="878477" y="431313"/>
                    <a:pt x="878477" y="431313"/>
                    <a:pt x="878477" y="436348"/>
                  </a:cubicBezTo>
                  <a:lnTo>
                    <a:pt x="878477" y="441551"/>
                  </a:lnTo>
                  <a:cubicBezTo>
                    <a:pt x="878477" y="446922"/>
                    <a:pt x="878477" y="446922"/>
                    <a:pt x="878477" y="446922"/>
                  </a:cubicBezTo>
                  <a:cubicBezTo>
                    <a:pt x="878477" y="446922"/>
                    <a:pt x="878477" y="446922"/>
                    <a:pt x="873283" y="446922"/>
                  </a:cubicBezTo>
                  <a:cubicBezTo>
                    <a:pt x="862895" y="446922"/>
                    <a:pt x="862895" y="446922"/>
                    <a:pt x="857701" y="446922"/>
                  </a:cubicBezTo>
                  <a:lnTo>
                    <a:pt x="857701" y="452125"/>
                  </a:lnTo>
                  <a:lnTo>
                    <a:pt x="852507" y="452125"/>
                  </a:lnTo>
                  <a:cubicBezTo>
                    <a:pt x="852507" y="452125"/>
                    <a:pt x="852507" y="452125"/>
                    <a:pt x="852507" y="457160"/>
                  </a:cubicBezTo>
                  <a:cubicBezTo>
                    <a:pt x="847145" y="457160"/>
                    <a:pt x="852507" y="462363"/>
                    <a:pt x="852507" y="462363"/>
                  </a:cubicBezTo>
                  <a:cubicBezTo>
                    <a:pt x="852507" y="462363"/>
                    <a:pt x="852507" y="462363"/>
                    <a:pt x="847145" y="462363"/>
                  </a:cubicBezTo>
                  <a:cubicBezTo>
                    <a:pt x="847145" y="457160"/>
                    <a:pt x="847145" y="457160"/>
                    <a:pt x="847145" y="457160"/>
                  </a:cubicBezTo>
                  <a:cubicBezTo>
                    <a:pt x="842119" y="457160"/>
                    <a:pt x="842119" y="457160"/>
                    <a:pt x="836925" y="462363"/>
                  </a:cubicBezTo>
                  <a:lnTo>
                    <a:pt x="831731" y="467733"/>
                  </a:lnTo>
                  <a:cubicBezTo>
                    <a:pt x="826537" y="467733"/>
                    <a:pt x="826537" y="472936"/>
                    <a:pt x="826537" y="472936"/>
                  </a:cubicBezTo>
                  <a:cubicBezTo>
                    <a:pt x="826537" y="472936"/>
                    <a:pt x="821343" y="472936"/>
                    <a:pt x="821343" y="477971"/>
                  </a:cubicBezTo>
                  <a:cubicBezTo>
                    <a:pt x="821343" y="477971"/>
                    <a:pt x="821343" y="483174"/>
                    <a:pt x="826537" y="488545"/>
                  </a:cubicBezTo>
                  <a:cubicBezTo>
                    <a:pt x="826537" y="488545"/>
                    <a:pt x="821343" y="488545"/>
                    <a:pt x="821343" y="493748"/>
                  </a:cubicBezTo>
                  <a:lnTo>
                    <a:pt x="826537" y="498783"/>
                  </a:lnTo>
                  <a:cubicBezTo>
                    <a:pt x="831731" y="498783"/>
                    <a:pt x="831731" y="498783"/>
                    <a:pt x="831731" y="498783"/>
                  </a:cubicBezTo>
                  <a:cubicBezTo>
                    <a:pt x="826537" y="503986"/>
                    <a:pt x="826537" y="503986"/>
                    <a:pt x="826537" y="509357"/>
                  </a:cubicBezTo>
                  <a:cubicBezTo>
                    <a:pt x="826537" y="509357"/>
                    <a:pt x="826537" y="509357"/>
                    <a:pt x="826537" y="514560"/>
                  </a:cubicBezTo>
                  <a:cubicBezTo>
                    <a:pt x="826537" y="519595"/>
                    <a:pt x="826537" y="519595"/>
                    <a:pt x="826537" y="519595"/>
                  </a:cubicBezTo>
                  <a:cubicBezTo>
                    <a:pt x="821343" y="519595"/>
                    <a:pt x="816149" y="519595"/>
                    <a:pt x="816149" y="524798"/>
                  </a:cubicBezTo>
                  <a:cubicBezTo>
                    <a:pt x="810787" y="524798"/>
                    <a:pt x="810787" y="524798"/>
                    <a:pt x="810787" y="530168"/>
                  </a:cubicBezTo>
                  <a:cubicBezTo>
                    <a:pt x="805761" y="530168"/>
                    <a:pt x="805761" y="535371"/>
                    <a:pt x="800567" y="535371"/>
                  </a:cubicBezTo>
                  <a:cubicBezTo>
                    <a:pt x="795373" y="540406"/>
                    <a:pt x="784985" y="545609"/>
                    <a:pt x="784985" y="550980"/>
                  </a:cubicBezTo>
                  <a:cubicBezTo>
                    <a:pt x="784985" y="556183"/>
                    <a:pt x="779791" y="566421"/>
                    <a:pt x="784985" y="571792"/>
                  </a:cubicBezTo>
                  <a:cubicBezTo>
                    <a:pt x="784985" y="576995"/>
                    <a:pt x="784985" y="576995"/>
                    <a:pt x="790179" y="582030"/>
                  </a:cubicBezTo>
                  <a:cubicBezTo>
                    <a:pt x="790179" y="587233"/>
                    <a:pt x="790179" y="592603"/>
                    <a:pt x="790179" y="592603"/>
                  </a:cubicBezTo>
                  <a:cubicBezTo>
                    <a:pt x="790179" y="592603"/>
                    <a:pt x="790179" y="597806"/>
                    <a:pt x="795373" y="602841"/>
                  </a:cubicBezTo>
                  <a:lnTo>
                    <a:pt x="795373" y="608044"/>
                  </a:lnTo>
                  <a:cubicBezTo>
                    <a:pt x="795373" y="608044"/>
                    <a:pt x="795373" y="613415"/>
                    <a:pt x="795373" y="618618"/>
                  </a:cubicBezTo>
                  <a:cubicBezTo>
                    <a:pt x="795373" y="618618"/>
                    <a:pt x="795373" y="618618"/>
                    <a:pt x="790179" y="618618"/>
                  </a:cubicBezTo>
                  <a:cubicBezTo>
                    <a:pt x="784985" y="613415"/>
                    <a:pt x="784985" y="613415"/>
                    <a:pt x="784985" y="608044"/>
                  </a:cubicBezTo>
                  <a:cubicBezTo>
                    <a:pt x="784985" y="608044"/>
                    <a:pt x="784985" y="608044"/>
                    <a:pt x="784985" y="602841"/>
                  </a:cubicBezTo>
                  <a:cubicBezTo>
                    <a:pt x="784985" y="597806"/>
                    <a:pt x="779791" y="597806"/>
                    <a:pt x="779791" y="597806"/>
                  </a:cubicBezTo>
                  <a:cubicBezTo>
                    <a:pt x="779791" y="597806"/>
                    <a:pt x="779791" y="597806"/>
                    <a:pt x="779791" y="592603"/>
                  </a:cubicBezTo>
                  <a:cubicBezTo>
                    <a:pt x="779791" y="587233"/>
                    <a:pt x="779791" y="582030"/>
                    <a:pt x="774597" y="576995"/>
                  </a:cubicBezTo>
                  <a:cubicBezTo>
                    <a:pt x="774597" y="576995"/>
                    <a:pt x="764209" y="571792"/>
                    <a:pt x="764209" y="566421"/>
                  </a:cubicBezTo>
                  <a:cubicBezTo>
                    <a:pt x="764209" y="566421"/>
                    <a:pt x="764209" y="566421"/>
                    <a:pt x="759015" y="566421"/>
                  </a:cubicBezTo>
                  <a:cubicBezTo>
                    <a:pt x="759015" y="571792"/>
                    <a:pt x="753821" y="571792"/>
                    <a:pt x="753821" y="571792"/>
                  </a:cubicBezTo>
                  <a:cubicBezTo>
                    <a:pt x="753821" y="566421"/>
                    <a:pt x="748627" y="566421"/>
                    <a:pt x="748627" y="566421"/>
                  </a:cubicBezTo>
                  <a:cubicBezTo>
                    <a:pt x="743433" y="566421"/>
                    <a:pt x="743433" y="566421"/>
                    <a:pt x="743433" y="566421"/>
                  </a:cubicBezTo>
                  <a:cubicBezTo>
                    <a:pt x="743433" y="566421"/>
                    <a:pt x="743433" y="566421"/>
                    <a:pt x="738239" y="566421"/>
                  </a:cubicBezTo>
                  <a:cubicBezTo>
                    <a:pt x="738239" y="561218"/>
                    <a:pt x="738239" y="561218"/>
                    <a:pt x="738239" y="561218"/>
                  </a:cubicBezTo>
                  <a:cubicBezTo>
                    <a:pt x="733045" y="561218"/>
                    <a:pt x="733045" y="566421"/>
                    <a:pt x="733045" y="566421"/>
                  </a:cubicBezTo>
                  <a:lnTo>
                    <a:pt x="727851" y="566421"/>
                  </a:lnTo>
                  <a:cubicBezTo>
                    <a:pt x="722657" y="561218"/>
                    <a:pt x="722657" y="561218"/>
                    <a:pt x="722657" y="561218"/>
                  </a:cubicBezTo>
                  <a:cubicBezTo>
                    <a:pt x="717463" y="561218"/>
                    <a:pt x="707075" y="566421"/>
                    <a:pt x="707075" y="566421"/>
                  </a:cubicBezTo>
                  <a:cubicBezTo>
                    <a:pt x="707075" y="566421"/>
                    <a:pt x="707075" y="566421"/>
                    <a:pt x="675911" y="571792"/>
                  </a:cubicBezTo>
                  <a:cubicBezTo>
                    <a:pt x="675911" y="571792"/>
                    <a:pt x="675911" y="571792"/>
                    <a:pt x="670718" y="566421"/>
                  </a:cubicBezTo>
                  <a:cubicBezTo>
                    <a:pt x="670718" y="566421"/>
                    <a:pt x="670718" y="566421"/>
                    <a:pt x="670718" y="571792"/>
                  </a:cubicBezTo>
                  <a:cubicBezTo>
                    <a:pt x="665523" y="571792"/>
                    <a:pt x="660329" y="576995"/>
                    <a:pt x="655135" y="582030"/>
                  </a:cubicBezTo>
                  <a:cubicBezTo>
                    <a:pt x="655135" y="582030"/>
                    <a:pt x="649941" y="582030"/>
                    <a:pt x="644747" y="587233"/>
                  </a:cubicBezTo>
                  <a:cubicBezTo>
                    <a:pt x="639553" y="592603"/>
                    <a:pt x="639553" y="592603"/>
                    <a:pt x="639553" y="592603"/>
                  </a:cubicBezTo>
                  <a:cubicBezTo>
                    <a:pt x="634360" y="597806"/>
                    <a:pt x="634360" y="602841"/>
                    <a:pt x="634360" y="608044"/>
                  </a:cubicBezTo>
                  <a:cubicBezTo>
                    <a:pt x="634360" y="608044"/>
                    <a:pt x="634360" y="608044"/>
                    <a:pt x="629166" y="608044"/>
                  </a:cubicBezTo>
                  <a:cubicBezTo>
                    <a:pt x="629166" y="608044"/>
                    <a:pt x="629166" y="608044"/>
                    <a:pt x="623972" y="608044"/>
                  </a:cubicBezTo>
                  <a:cubicBezTo>
                    <a:pt x="623972" y="602841"/>
                    <a:pt x="623972" y="602841"/>
                    <a:pt x="623972" y="602841"/>
                  </a:cubicBezTo>
                  <a:cubicBezTo>
                    <a:pt x="623972" y="602841"/>
                    <a:pt x="623972" y="597806"/>
                    <a:pt x="618778" y="592603"/>
                  </a:cubicBezTo>
                  <a:lnTo>
                    <a:pt x="613584" y="587233"/>
                  </a:lnTo>
                  <a:cubicBezTo>
                    <a:pt x="613584" y="582030"/>
                    <a:pt x="608390" y="571792"/>
                    <a:pt x="603196" y="571792"/>
                  </a:cubicBezTo>
                  <a:cubicBezTo>
                    <a:pt x="603196" y="571792"/>
                    <a:pt x="603196" y="571792"/>
                    <a:pt x="598002" y="571792"/>
                  </a:cubicBezTo>
                  <a:cubicBezTo>
                    <a:pt x="598002" y="566421"/>
                    <a:pt x="598002" y="566421"/>
                    <a:pt x="592808" y="566421"/>
                  </a:cubicBezTo>
                  <a:cubicBezTo>
                    <a:pt x="587614" y="571792"/>
                    <a:pt x="587614" y="571792"/>
                    <a:pt x="582420" y="576995"/>
                  </a:cubicBezTo>
                  <a:cubicBezTo>
                    <a:pt x="577226" y="576995"/>
                    <a:pt x="577226" y="571792"/>
                    <a:pt x="577226" y="571792"/>
                  </a:cubicBezTo>
                  <a:cubicBezTo>
                    <a:pt x="572032" y="566421"/>
                    <a:pt x="566838" y="561218"/>
                    <a:pt x="566838" y="556183"/>
                  </a:cubicBezTo>
                  <a:lnTo>
                    <a:pt x="556450" y="550980"/>
                  </a:lnTo>
                  <a:cubicBezTo>
                    <a:pt x="551256" y="545609"/>
                    <a:pt x="551256" y="545609"/>
                    <a:pt x="551256" y="545609"/>
                  </a:cubicBezTo>
                  <a:cubicBezTo>
                    <a:pt x="546062" y="545609"/>
                    <a:pt x="546062" y="545609"/>
                    <a:pt x="546062" y="545609"/>
                  </a:cubicBezTo>
                  <a:cubicBezTo>
                    <a:pt x="541035" y="545609"/>
                    <a:pt x="535674" y="545609"/>
                    <a:pt x="535674" y="545609"/>
                  </a:cubicBezTo>
                  <a:cubicBezTo>
                    <a:pt x="535674" y="545609"/>
                    <a:pt x="535674" y="545609"/>
                    <a:pt x="530480" y="545609"/>
                  </a:cubicBezTo>
                  <a:cubicBezTo>
                    <a:pt x="530480" y="545609"/>
                    <a:pt x="530480" y="545609"/>
                    <a:pt x="535674" y="556183"/>
                  </a:cubicBezTo>
                  <a:cubicBezTo>
                    <a:pt x="530480" y="556183"/>
                    <a:pt x="530480" y="556183"/>
                    <a:pt x="530480" y="556183"/>
                  </a:cubicBezTo>
                  <a:cubicBezTo>
                    <a:pt x="525286" y="556183"/>
                    <a:pt x="525286" y="556183"/>
                    <a:pt x="520259" y="556183"/>
                  </a:cubicBezTo>
                  <a:cubicBezTo>
                    <a:pt x="514898" y="556183"/>
                    <a:pt x="514898" y="550980"/>
                    <a:pt x="514898" y="550980"/>
                  </a:cubicBezTo>
                  <a:cubicBezTo>
                    <a:pt x="509704" y="550980"/>
                    <a:pt x="504510" y="550980"/>
                    <a:pt x="499483" y="545609"/>
                  </a:cubicBezTo>
                  <a:cubicBezTo>
                    <a:pt x="494122" y="545609"/>
                    <a:pt x="488928" y="545609"/>
                    <a:pt x="488928" y="540406"/>
                  </a:cubicBezTo>
                  <a:cubicBezTo>
                    <a:pt x="483734" y="540406"/>
                    <a:pt x="483734" y="540406"/>
                    <a:pt x="483734" y="540406"/>
                  </a:cubicBezTo>
                  <a:cubicBezTo>
                    <a:pt x="483734" y="540406"/>
                    <a:pt x="483734" y="540406"/>
                    <a:pt x="478708" y="540406"/>
                  </a:cubicBezTo>
                  <a:cubicBezTo>
                    <a:pt x="478708" y="540406"/>
                    <a:pt x="478708" y="535371"/>
                    <a:pt x="473346" y="535371"/>
                  </a:cubicBezTo>
                  <a:cubicBezTo>
                    <a:pt x="473346" y="540406"/>
                    <a:pt x="468152" y="540406"/>
                    <a:pt x="468152" y="540406"/>
                  </a:cubicBezTo>
                  <a:cubicBezTo>
                    <a:pt x="462958" y="540406"/>
                    <a:pt x="462958" y="540406"/>
                    <a:pt x="457932" y="540406"/>
                  </a:cubicBezTo>
                  <a:cubicBezTo>
                    <a:pt x="457932" y="535371"/>
                    <a:pt x="457932" y="535371"/>
                    <a:pt x="457932" y="535371"/>
                  </a:cubicBezTo>
                  <a:cubicBezTo>
                    <a:pt x="452570" y="535371"/>
                    <a:pt x="452570" y="530168"/>
                    <a:pt x="452570" y="530168"/>
                  </a:cubicBezTo>
                  <a:cubicBezTo>
                    <a:pt x="447376" y="524798"/>
                    <a:pt x="447376" y="524798"/>
                    <a:pt x="442182" y="524798"/>
                  </a:cubicBezTo>
                  <a:lnTo>
                    <a:pt x="437156" y="519595"/>
                  </a:lnTo>
                  <a:cubicBezTo>
                    <a:pt x="431794" y="519595"/>
                    <a:pt x="431794" y="519595"/>
                    <a:pt x="426600" y="519595"/>
                  </a:cubicBezTo>
                  <a:cubicBezTo>
                    <a:pt x="426600" y="514560"/>
                    <a:pt x="426600" y="514560"/>
                    <a:pt x="421406" y="509357"/>
                  </a:cubicBezTo>
                  <a:lnTo>
                    <a:pt x="416380" y="503986"/>
                  </a:lnTo>
                  <a:cubicBezTo>
                    <a:pt x="416380" y="498783"/>
                    <a:pt x="416380" y="498783"/>
                    <a:pt x="416380" y="498783"/>
                  </a:cubicBezTo>
                  <a:cubicBezTo>
                    <a:pt x="416380" y="493748"/>
                    <a:pt x="416380" y="493748"/>
                    <a:pt x="416380" y="493748"/>
                  </a:cubicBezTo>
                  <a:cubicBezTo>
                    <a:pt x="421406" y="488545"/>
                    <a:pt x="421406" y="488545"/>
                    <a:pt x="421406" y="483174"/>
                  </a:cubicBezTo>
                  <a:lnTo>
                    <a:pt x="416380" y="483174"/>
                  </a:lnTo>
                  <a:lnTo>
                    <a:pt x="411018" y="483174"/>
                  </a:lnTo>
                  <a:cubicBezTo>
                    <a:pt x="411018" y="483174"/>
                    <a:pt x="411018" y="483174"/>
                    <a:pt x="405824" y="483174"/>
                  </a:cubicBezTo>
                  <a:cubicBezTo>
                    <a:pt x="405824" y="483174"/>
                    <a:pt x="405824" y="483174"/>
                    <a:pt x="400630" y="477971"/>
                  </a:cubicBezTo>
                  <a:cubicBezTo>
                    <a:pt x="400630" y="477971"/>
                    <a:pt x="400630" y="477971"/>
                    <a:pt x="400630" y="472936"/>
                  </a:cubicBezTo>
                  <a:cubicBezTo>
                    <a:pt x="400630" y="467733"/>
                    <a:pt x="400630" y="467733"/>
                    <a:pt x="395604" y="467733"/>
                  </a:cubicBezTo>
                  <a:cubicBezTo>
                    <a:pt x="395604" y="462363"/>
                    <a:pt x="395604" y="462363"/>
                    <a:pt x="395604" y="462363"/>
                  </a:cubicBezTo>
                  <a:cubicBezTo>
                    <a:pt x="395604" y="462363"/>
                    <a:pt x="395604" y="457160"/>
                    <a:pt x="390242" y="457160"/>
                  </a:cubicBezTo>
                  <a:cubicBezTo>
                    <a:pt x="395604" y="457160"/>
                    <a:pt x="395604" y="452125"/>
                    <a:pt x="395604" y="452125"/>
                  </a:cubicBezTo>
                  <a:cubicBezTo>
                    <a:pt x="395604" y="452125"/>
                    <a:pt x="395604" y="446922"/>
                    <a:pt x="390242" y="441551"/>
                  </a:cubicBezTo>
                  <a:lnTo>
                    <a:pt x="390242" y="436348"/>
                  </a:lnTo>
                  <a:cubicBezTo>
                    <a:pt x="390242" y="431313"/>
                    <a:pt x="390242" y="431313"/>
                    <a:pt x="395604" y="426110"/>
                  </a:cubicBezTo>
                  <a:cubicBezTo>
                    <a:pt x="395604" y="426110"/>
                    <a:pt x="395604" y="420739"/>
                    <a:pt x="395604" y="415704"/>
                  </a:cubicBezTo>
                  <a:cubicBezTo>
                    <a:pt x="395604" y="405298"/>
                    <a:pt x="395604" y="399928"/>
                    <a:pt x="395604" y="394893"/>
                  </a:cubicBezTo>
                  <a:cubicBezTo>
                    <a:pt x="395604" y="394893"/>
                    <a:pt x="400630" y="394893"/>
                    <a:pt x="400630" y="389690"/>
                  </a:cubicBezTo>
                  <a:lnTo>
                    <a:pt x="395604" y="389690"/>
                  </a:lnTo>
                  <a:cubicBezTo>
                    <a:pt x="395604" y="384487"/>
                    <a:pt x="395604" y="384487"/>
                    <a:pt x="395604" y="384487"/>
                  </a:cubicBezTo>
                  <a:cubicBezTo>
                    <a:pt x="395604" y="384487"/>
                    <a:pt x="395604" y="379116"/>
                    <a:pt x="390242" y="379116"/>
                  </a:cubicBezTo>
                  <a:lnTo>
                    <a:pt x="395604" y="379116"/>
                  </a:lnTo>
                  <a:cubicBezTo>
                    <a:pt x="395604" y="379116"/>
                    <a:pt x="395604" y="384487"/>
                    <a:pt x="400630" y="384487"/>
                  </a:cubicBezTo>
                  <a:cubicBezTo>
                    <a:pt x="400630" y="389690"/>
                    <a:pt x="400630" y="389690"/>
                    <a:pt x="405824" y="389690"/>
                  </a:cubicBezTo>
                  <a:cubicBezTo>
                    <a:pt x="411018" y="389690"/>
                    <a:pt x="411018" y="389690"/>
                    <a:pt x="411018" y="384487"/>
                  </a:cubicBezTo>
                  <a:lnTo>
                    <a:pt x="411018" y="379116"/>
                  </a:lnTo>
                  <a:cubicBezTo>
                    <a:pt x="411018" y="374081"/>
                    <a:pt x="411018" y="374081"/>
                    <a:pt x="411018" y="374081"/>
                  </a:cubicBezTo>
                  <a:close/>
                  <a:moveTo>
                    <a:pt x="930220" y="368906"/>
                  </a:moveTo>
                  <a:cubicBezTo>
                    <a:pt x="935532" y="368906"/>
                    <a:pt x="935532" y="368906"/>
                    <a:pt x="935532" y="368906"/>
                  </a:cubicBezTo>
                  <a:lnTo>
                    <a:pt x="935532" y="374057"/>
                  </a:lnTo>
                  <a:close/>
                  <a:moveTo>
                    <a:pt x="925240" y="368906"/>
                  </a:moveTo>
                  <a:cubicBezTo>
                    <a:pt x="925240" y="374057"/>
                    <a:pt x="925240" y="374057"/>
                    <a:pt x="925240" y="379042"/>
                  </a:cubicBezTo>
                  <a:lnTo>
                    <a:pt x="930220" y="384360"/>
                  </a:lnTo>
                  <a:cubicBezTo>
                    <a:pt x="930220" y="389511"/>
                    <a:pt x="930220" y="389511"/>
                    <a:pt x="935532" y="389511"/>
                  </a:cubicBezTo>
                  <a:cubicBezTo>
                    <a:pt x="935532" y="394662"/>
                    <a:pt x="935532" y="394662"/>
                    <a:pt x="935532" y="394662"/>
                  </a:cubicBezTo>
                  <a:cubicBezTo>
                    <a:pt x="935532" y="394662"/>
                    <a:pt x="935532" y="394662"/>
                    <a:pt x="935532" y="399647"/>
                  </a:cubicBezTo>
                  <a:lnTo>
                    <a:pt x="930220" y="399647"/>
                  </a:lnTo>
                  <a:cubicBezTo>
                    <a:pt x="930220" y="404965"/>
                    <a:pt x="925240" y="404965"/>
                    <a:pt x="925240" y="404965"/>
                  </a:cubicBezTo>
                  <a:cubicBezTo>
                    <a:pt x="925240" y="404965"/>
                    <a:pt x="925240" y="404965"/>
                    <a:pt x="920093" y="404965"/>
                  </a:cubicBezTo>
                  <a:cubicBezTo>
                    <a:pt x="920093" y="399647"/>
                    <a:pt x="920093" y="399647"/>
                    <a:pt x="914948" y="399647"/>
                  </a:cubicBezTo>
                  <a:cubicBezTo>
                    <a:pt x="914948" y="399647"/>
                    <a:pt x="914948" y="399647"/>
                    <a:pt x="914948" y="394662"/>
                  </a:cubicBezTo>
                  <a:cubicBezTo>
                    <a:pt x="914948" y="394662"/>
                    <a:pt x="914948" y="394662"/>
                    <a:pt x="914948" y="389511"/>
                  </a:cubicBezTo>
                  <a:cubicBezTo>
                    <a:pt x="914948" y="389511"/>
                    <a:pt x="914948" y="389511"/>
                    <a:pt x="914948" y="384360"/>
                  </a:cubicBezTo>
                  <a:lnTo>
                    <a:pt x="909636" y="379042"/>
                  </a:lnTo>
                  <a:lnTo>
                    <a:pt x="904655" y="379042"/>
                  </a:lnTo>
                  <a:cubicBezTo>
                    <a:pt x="909636" y="379042"/>
                    <a:pt x="914948" y="374057"/>
                    <a:pt x="914948" y="374057"/>
                  </a:cubicBezTo>
                  <a:cubicBezTo>
                    <a:pt x="914948" y="374057"/>
                    <a:pt x="920093" y="368906"/>
                    <a:pt x="925240" y="368906"/>
                  </a:cubicBezTo>
                  <a:close/>
                  <a:moveTo>
                    <a:pt x="1719780" y="368824"/>
                  </a:moveTo>
                  <a:cubicBezTo>
                    <a:pt x="1724921" y="368824"/>
                    <a:pt x="1724921" y="368824"/>
                    <a:pt x="1724921" y="368824"/>
                  </a:cubicBezTo>
                  <a:cubicBezTo>
                    <a:pt x="1724921" y="368824"/>
                    <a:pt x="1724921" y="368824"/>
                    <a:pt x="1719780" y="373917"/>
                  </a:cubicBezTo>
                  <a:cubicBezTo>
                    <a:pt x="1719780" y="373917"/>
                    <a:pt x="1719780" y="373917"/>
                    <a:pt x="1719780" y="368824"/>
                  </a:cubicBezTo>
                  <a:close/>
                  <a:moveTo>
                    <a:pt x="1714640" y="363731"/>
                  </a:moveTo>
                  <a:lnTo>
                    <a:pt x="1719780" y="363731"/>
                  </a:lnTo>
                  <a:cubicBezTo>
                    <a:pt x="1719780" y="363731"/>
                    <a:pt x="1719780" y="363731"/>
                    <a:pt x="1719780" y="368824"/>
                  </a:cubicBezTo>
                  <a:cubicBezTo>
                    <a:pt x="1714640" y="368824"/>
                    <a:pt x="1714640" y="373917"/>
                    <a:pt x="1709499" y="373917"/>
                  </a:cubicBezTo>
                  <a:lnTo>
                    <a:pt x="1704359" y="373917"/>
                  </a:lnTo>
                  <a:cubicBezTo>
                    <a:pt x="1709499" y="373917"/>
                    <a:pt x="1709499" y="373917"/>
                    <a:pt x="1709499" y="368824"/>
                  </a:cubicBezTo>
                  <a:lnTo>
                    <a:pt x="1714640" y="368824"/>
                  </a:lnTo>
                  <a:cubicBezTo>
                    <a:pt x="1714640" y="368824"/>
                    <a:pt x="1714640" y="368824"/>
                    <a:pt x="1714640" y="363731"/>
                  </a:cubicBezTo>
                  <a:close/>
                  <a:moveTo>
                    <a:pt x="1018476" y="363731"/>
                  </a:moveTo>
                  <a:cubicBezTo>
                    <a:pt x="1023650" y="363731"/>
                    <a:pt x="1023650" y="368865"/>
                    <a:pt x="1023650" y="368865"/>
                  </a:cubicBezTo>
                  <a:cubicBezTo>
                    <a:pt x="1023650" y="368865"/>
                    <a:pt x="1023650" y="368865"/>
                    <a:pt x="1028824" y="368865"/>
                  </a:cubicBezTo>
                  <a:cubicBezTo>
                    <a:pt x="1028824" y="368865"/>
                    <a:pt x="1033830" y="368865"/>
                    <a:pt x="1033830" y="363731"/>
                  </a:cubicBezTo>
                  <a:cubicBezTo>
                    <a:pt x="1033830" y="363731"/>
                    <a:pt x="1033830" y="363731"/>
                    <a:pt x="1033830" y="368865"/>
                  </a:cubicBezTo>
                  <a:lnTo>
                    <a:pt x="1033830" y="373998"/>
                  </a:lnTo>
                  <a:cubicBezTo>
                    <a:pt x="1033830" y="373998"/>
                    <a:pt x="1033830" y="373998"/>
                    <a:pt x="1033830" y="378966"/>
                  </a:cubicBezTo>
                  <a:cubicBezTo>
                    <a:pt x="1033830" y="378966"/>
                    <a:pt x="1033830" y="378966"/>
                    <a:pt x="1033830" y="384265"/>
                  </a:cubicBezTo>
                  <a:cubicBezTo>
                    <a:pt x="1028824" y="384265"/>
                    <a:pt x="1028824" y="384265"/>
                    <a:pt x="1028824" y="384265"/>
                  </a:cubicBezTo>
                  <a:lnTo>
                    <a:pt x="1028824" y="378966"/>
                  </a:lnTo>
                  <a:cubicBezTo>
                    <a:pt x="1028824" y="378966"/>
                    <a:pt x="1028824" y="378966"/>
                    <a:pt x="1028824" y="373998"/>
                  </a:cubicBezTo>
                  <a:cubicBezTo>
                    <a:pt x="1023650" y="373998"/>
                    <a:pt x="1023650" y="373998"/>
                    <a:pt x="1023650" y="373998"/>
                  </a:cubicBezTo>
                  <a:cubicBezTo>
                    <a:pt x="1023650" y="373998"/>
                    <a:pt x="1023650" y="373998"/>
                    <a:pt x="1018476" y="373998"/>
                  </a:cubicBezTo>
                  <a:cubicBezTo>
                    <a:pt x="1018476" y="378966"/>
                    <a:pt x="1013136" y="378966"/>
                    <a:pt x="1013136" y="378966"/>
                  </a:cubicBezTo>
                  <a:cubicBezTo>
                    <a:pt x="1013136" y="378966"/>
                    <a:pt x="1013136" y="378966"/>
                    <a:pt x="1008129" y="378966"/>
                  </a:cubicBezTo>
                  <a:cubicBezTo>
                    <a:pt x="1002955" y="378966"/>
                    <a:pt x="1002955" y="378966"/>
                    <a:pt x="1002955" y="378966"/>
                  </a:cubicBezTo>
                  <a:cubicBezTo>
                    <a:pt x="1002955" y="373998"/>
                    <a:pt x="1002955" y="373998"/>
                    <a:pt x="1008129" y="368865"/>
                  </a:cubicBezTo>
                  <a:cubicBezTo>
                    <a:pt x="1008129" y="368865"/>
                    <a:pt x="1008129" y="368865"/>
                    <a:pt x="1018476" y="363731"/>
                  </a:cubicBezTo>
                  <a:close/>
                  <a:moveTo>
                    <a:pt x="1662230" y="353381"/>
                  </a:moveTo>
                  <a:lnTo>
                    <a:pt x="1667385" y="353381"/>
                  </a:lnTo>
                  <a:lnTo>
                    <a:pt x="1672540" y="353381"/>
                  </a:lnTo>
                  <a:lnTo>
                    <a:pt x="1677696" y="353381"/>
                  </a:lnTo>
                  <a:cubicBezTo>
                    <a:pt x="1677696" y="353381"/>
                    <a:pt x="1677696" y="353381"/>
                    <a:pt x="1682851" y="353381"/>
                  </a:cubicBezTo>
                  <a:lnTo>
                    <a:pt x="1688006" y="353381"/>
                  </a:lnTo>
                  <a:cubicBezTo>
                    <a:pt x="1688006" y="353381"/>
                    <a:pt x="1688006" y="358310"/>
                    <a:pt x="1693161" y="358310"/>
                  </a:cubicBezTo>
                  <a:cubicBezTo>
                    <a:pt x="1698316" y="358310"/>
                    <a:pt x="1698316" y="358310"/>
                    <a:pt x="1698316" y="358310"/>
                  </a:cubicBezTo>
                  <a:cubicBezTo>
                    <a:pt x="1703471" y="358310"/>
                    <a:pt x="1703471" y="358310"/>
                    <a:pt x="1703471" y="358310"/>
                  </a:cubicBezTo>
                  <a:lnTo>
                    <a:pt x="1708627" y="358310"/>
                  </a:lnTo>
                  <a:lnTo>
                    <a:pt x="1703471" y="363567"/>
                  </a:lnTo>
                  <a:cubicBezTo>
                    <a:pt x="1698316" y="363567"/>
                    <a:pt x="1698316" y="363567"/>
                    <a:pt x="1698316" y="363567"/>
                  </a:cubicBezTo>
                  <a:cubicBezTo>
                    <a:pt x="1693161" y="363567"/>
                    <a:pt x="1693161" y="363567"/>
                    <a:pt x="1693161" y="363567"/>
                  </a:cubicBezTo>
                  <a:cubicBezTo>
                    <a:pt x="1688006" y="363567"/>
                    <a:pt x="1688006" y="363567"/>
                    <a:pt x="1682851" y="363567"/>
                  </a:cubicBezTo>
                  <a:lnTo>
                    <a:pt x="1677696" y="363567"/>
                  </a:lnTo>
                  <a:lnTo>
                    <a:pt x="1672540" y="363567"/>
                  </a:lnTo>
                  <a:cubicBezTo>
                    <a:pt x="1672540" y="363567"/>
                    <a:pt x="1672540" y="363567"/>
                    <a:pt x="1667385" y="363567"/>
                  </a:cubicBezTo>
                  <a:cubicBezTo>
                    <a:pt x="1667385" y="358310"/>
                    <a:pt x="1662230" y="358310"/>
                    <a:pt x="1662230" y="358310"/>
                  </a:cubicBezTo>
                  <a:close/>
                  <a:moveTo>
                    <a:pt x="1559225" y="348206"/>
                  </a:moveTo>
                  <a:cubicBezTo>
                    <a:pt x="1559225" y="348206"/>
                    <a:pt x="1559225" y="348206"/>
                    <a:pt x="1564259" y="348206"/>
                  </a:cubicBezTo>
                  <a:cubicBezTo>
                    <a:pt x="1564259" y="353417"/>
                    <a:pt x="1564259" y="353417"/>
                    <a:pt x="1569459" y="353417"/>
                  </a:cubicBezTo>
                  <a:cubicBezTo>
                    <a:pt x="1569459" y="358459"/>
                    <a:pt x="1574660" y="358459"/>
                    <a:pt x="1574660" y="358459"/>
                  </a:cubicBezTo>
                  <a:lnTo>
                    <a:pt x="1580029" y="363838"/>
                  </a:lnTo>
                  <a:lnTo>
                    <a:pt x="1585062" y="363838"/>
                  </a:lnTo>
                  <a:cubicBezTo>
                    <a:pt x="1585062" y="363838"/>
                    <a:pt x="1585062" y="363838"/>
                    <a:pt x="1590263" y="363838"/>
                  </a:cubicBezTo>
                  <a:cubicBezTo>
                    <a:pt x="1590263" y="363838"/>
                    <a:pt x="1590263" y="369049"/>
                    <a:pt x="1595464" y="369049"/>
                  </a:cubicBezTo>
                  <a:lnTo>
                    <a:pt x="1600833" y="369049"/>
                  </a:lnTo>
                  <a:cubicBezTo>
                    <a:pt x="1600833" y="369049"/>
                    <a:pt x="1600833" y="369049"/>
                    <a:pt x="1605866" y="369049"/>
                  </a:cubicBezTo>
                  <a:cubicBezTo>
                    <a:pt x="1605866" y="369049"/>
                    <a:pt x="1605866" y="369049"/>
                    <a:pt x="1611067" y="369049"/>
                  </a:cubicBezTo>
                  <a:cubicBezTo>
                    <a:pt x="1605866" y="374260"/>
                    <a:pt x="1605866" y="374260"/>
                    <a:pt x="1605866" y="379302"/>
                  </a:cubicBezTo>
                  <a:cubicBezTo>
                    <a:pt x="1605866" y="379302"/>
                    <a:pt x="1605866" y="379302"/>
                    <a:pt x="1600833" y="379302"/>
                  </a:cubicBezTo>
                  <a:cubicBezTo>
                    <a:pt x="1600833" y="384681"/>
                    <a:pt x="1600833" y="384681"/>
                    <a:pt x="1600833" y="384681"/>
                  </a:cubicBezTo>
                  <a:cubicBezTo>
                    <a:pt x="1600833" y="384681"/>
                    <a:pt x="1600833" y="384681"/>
                    <a:pt x="1595464" y="389892"/>
                  </a:cubicBezTo>
                  <a:cubicBezTo>
                    <a:pt x="1590263" y="395103"/>
                    <a:pt x="1590263" y="395103"/>
                    <a:pt x="1590263" y="395103"/>
                  </a:cubicBezTo>
                  <a:lnTo>
                    <a:pt x="1595464" y="400145"/>
                  </a:lnTo>
                  <a:lnTo>
                    <a:pt x="1600833" y="405524"/>
                  </a:lnTo>
                  <a:cubicBezTo>
                    <a:pt x="1600833" y="405524"/>
                    <a:pt x="1600833" y="405524"/>
                    <a:pt x="1600833" y="410735"/>
                  </a:cubicBezTo>
                  <a:lnTo>
                    <a:pt x="1600833" y="415946"/>
                  </a:lnTo>
                  <a:cubicBezTo>
                    <a:pt x="1600833" y="420988"/>
                    <a:pt x="1600833" y="420988"/>
                    <a:pt x="1605866" y="420988"/>
                  </a:cubicBezTo>
                  <a:lnTo>
                    <a:pt x="1600833" y="426367"/>
                  </a:lnTo>
                  <a:cubicBezTo>
                    <a:pt x="1595464" y="426367"/>
                    <a:pt x="1595464" y="426367"/>
                    <a:pt x="1595464" y="426367"/>
                  </a:cubicBezTo>
                  <a:cubicBezTo>
                    <a:pt x="1595464" y="426367"/>
                    <a:pt x="1595464" y="426367"/>
                    <a:pt x="1590263" y="426367"/>
                  </a:cubicBezTo>
                  <a:cubicBezTo>
                    <a:pt x="1585062" y="420988"/>
                    <a:pt x="1580029" y="420988"/>
                    <a:pt x="1580029" y="420988"/>
                  </a:cubicBezTo>
                  <a:cubicBezTo>
                    <a:pt x="1580029" y="420988"/>
                    <a:pt x="1580029" y="420988"/>
                    <a:pt x="1574660" y="420988"/>
                  </a:cubicBezTo>
                  <a:cubicBezTo>
                    <a:pt x="1574660" y="420988"/>
                    <a:pt x="1574660" y="420988"/>
                    <a:pt x="1569459" y="426367"/>
                  </a:cubicBezTo>
                  <a:cubicBezTo>
                    <a:pt x="1569459" y="426367"/>
                    <a:pt x="1569459" y="426367"/>
                    <a:pt x="1564259" y="431578"/>
                  </a:cubicBezTo>
                  <a:cubicBezTo>
                    <a:pt x="1559225" y="431578"/>
                    <a:pt x="1559225" y="431578"/>
                    <a:pt x="1559225" y="431578"/>
                  </a:cubicBezTo>
                  <a:lnTo>
                    <a:pt x="1553857" y="431578"/>
                  </a:lnTo>
                  <a:lnTo>
                    <a:pt x="1548656" y="431578"/>
                  </a:lnTo>
                  <a:lnTo>
                    <a:pt x="1543455" y="431578"/>
                  </a:lnTo>
                  <a:cubicBezTo>
                    <a:pt x="1538422" y="431578"/>
                    <a:pt x="1538422" y="431578"/>
                    <a:pt x="1538422" y="426367"/>
                  </a:cubicBezTo>
                  <a:lnTo>
                    <a:pt x="1533053" y="426367"/>
                  </a:lnTo>
                  <a:cubicBezTo>
                    <a:pt x="1533053" y="420988"/>
                    <a:pt x="1533053" y="420988"/>
                    <a:pt x="1533053" y="420988"/>
                  </a:cubicBezTo>
                  <a:lnTo>
                    <a:pt x="1533053" y="415946"/>
                  </a:lnTo>
                  <a:cubicBezTo>
                    <a:pt x="1538422" y="400145"/>
                    <a:pt x="1538422" y="400145"/>
                    <a:pt x="1533053" y="395103"/>
                  </a:cubicBezTo>
                  <a:lnTo>
                    <a:pt x="1527852" y="389892"/>
                  </a:lnTo>
                  <a:lnTo>
                    <a:pt x="1522651" y="389892"/>
                  </a:lnTo>
                  <a:lnTo>
                    <a:pt x="1522651" y="384681"/>
                  </a:lnTo>
                  <a:cubicBezTo>
                    <a:pt x="1522651" y="379302"/>
                    <a:pt x="1517618" y="379302"/>
                    <a:pt x="1517618" y="379302"/>
                  </a:cubicBezTo>
                  <a:lnTo>
                    <a:pt x="1512249" y="379302"/>
                  </a:lnTo>
                  <a:cubicBezTo>
                    <a:pt x="1512249" y="374260"/>
                    <a:pt x="1512249" y="374260"/>
                    <a:pt x="1512249" y="374260"/>
                  </a:cubicBezTo>
                  <a:cubicBezTo>
                    <a:pt x="1507048" y="374260"/>
                    <a:pt x="1507048" y="374260"/>
                    <a:pt x="1507048" y="374260"/>
                  </a:cubicBezTo>
                  <a:cubicBezTo>
                    <a:pt x="1507048" y="374260"/>
                    <a:pt x="1507048" y="374260"/>
                    <a:pt x="1501847" y="374260"/>
                  </a:cubicBezTo>
                  <a:cubicBezTo>
                    <a:pt x="1507048" y="374260"/>
                    <a:pt x="1507048" y="374260"/>
                    <a:pt x="1512249" y="369049"/>
                  </a:cubicBezTo>
                  <a:cubicBezTo>
                    <a:pt x="1512249" y="374260"/>
                    <a:pt x="1517618" y="374260"/>
                    <a:pt x="1517618" y="374260"/>
                  </a:cubicBezTo>
                  <a:lnTo>
                    <a:pt x="1522651" y="374260"/>
                  </a:lnTo>
                  <a:cubicBezTo>
                    <a:pt x="1527852" y="374260"/>
                    <a:pt x="1527852" y="374260"/>
                    <a:pt x="1527852" y="374260"/>
                  </a:cubicBezTo>
                  <a:cubicBezTo>
                    <a:pt x="1533053" y="369049"/>
                    <a:pt x="1533053" y="369049"/>
                    <a:pt x="1527852" y="363838"/>
                  </a:cubicBezTo>
                  <a:cubicBezTo>
                    <a:pt x="1533053" y="363838"/>
                    <a:pt x="1533053" y="369049"/>
                    <a:pt x="1538422" y="369049"/>
                  </a:cubicBezTo>
                  <a:cubicBezTo>
                    <a:pt x="1538422" y="369049"/>
                    <a:pt x="1548656" y="363838"/>
                    <a:pt x="1553857" y="358459"/>
                  </a:cubicBezTo>
                  <a:cubicBezTo>
                    <a:pt x="1553857" y="358459"/>
                    <a:pt x="1553857" y="358459"/>
                    <a:pt x="1559225" y="358459"/>
                  </a:cubicBezTo>
                  <a:cubicBezTo>
                    <a:pt x="1559225" y="358459"/>
                    <a:pt x="1559225" y="358459"/>
                    <a:pt x="1569459" y="358459"/>
                  </a:cubicBezTo>
                  <a:cubicBezTo>
                    <a:pt x="1569459" y="358459"/>
                    <a:pt x="1569459" y="358459"/>
                    <a:pt x="1559225" y="348206"/>
                  </a:cubicBezTo>
                  <a:close/>
                  <a:moveTo>
                    <a:pt x="2457382" y="337856"/>
                  </a:moveTo>
                  <a:cubicBezTo>
                    <a:pt x="2462411" y="343227"/>
                    <a:pt x="2462411" y="343227"/>
                    <a:pt x="2467609" y="343227"/>
                  </a:cubicBezTo>
                  <a:cubicBezTo>
                    <a:pt x="2472974" y="343227"/>
                    <a:pt x="2472974" y="343227"/>
                    <a:pt x="2478004" y="343227"/>
                  </a:cubicBezTo>
                  <a:lnTo>
                    <a:pt x="2483201" y="348431"/>
                  </a:lnTo>
                  <a:lnTo>
                    <a:pt x="2483201" y="353635"/>
                  </a:lnTo>
                  <a:lnTo>
                    <a:pt x="2488399" y="353635"/>
                  </a:lnTo>
                  <a:lnTo>
                    <a:pt x="2488399" y="358670"/>
                  </a:lnTo>
                  <a:cubicBezTo>
                    <a:pt x="2488399" y="358670"/>
                    <a:pt x="2488399" y="358670"/>
                    <a:pt x="2493764" y="358670"/>
                  </a:cubicBezTo>
                  <a:cubicBezTo>
                    <a:pt x="2493764" y="358670"/>
                    <a:pt x="2493764" y="358670"/>
                    <a:pt x="2498794" y="358670"/>
                  </a:cubicBezTo>
                  <a:lnTo>
                    <a:pt x="2503992" y="358670"/>
                  </a:lnTo>
                  <a:lnTo>
                    <a:pt x="2509189" y="358670"/>
                  </a:lnTo>
                  <a:lnTo>
                    <a:pt x="2514554" y="358670"/>
                  </a:lnTo>
                  <a:lnTo>
                    <a:pt x="2519584" y="358670"/>
                  </a:lnTo>
                  <a:cubicBezTo>
                    <a:pt x="2524782" y="358670"/>
                    <a:pt x="2529979" y="358670"/>
                    <a:pt x="2535344" y="358670"/>
                  </a:cubicBezTo>
                  <a:cubicBezTo>
                    <a:pt x="2535344" y="364042"/>
                    <a:pt x="2535344" y="364042"/>
                    <a:pt x="2540374" y="364042"/>
                  </a:cubicBezTo>
                  <a:cubicBezTo>
                    <a:pt x="2540374" y="364042"/>
                    <a:pt x="2545572" y="369245"/>
                    <a:pt x="2550769" y="369245"/>
                  </a:cubicBezTo>
                  <a:cubicBezTo>
                    <a:pt x="2550769" y="369245"/>
                    <a:pt x="2550769" y="369245"/>
                    <a:pt x="2556134" y="369245"/>
                  </a:cubicBezTo>
                  <a:cubicBezTo>
                    <a:pt x="2556134" y="369245"/>
                    <a:pt x="2556134" y="369245"/>
                    <a:pt x="2561164" y="369245"/>
                  </a:cubicBezTo>
                  <a:lnTo>
                    <a:pt x="2566362" y="369245"/>
                  </a:lnTo>
                  <a:lnTo>
                    <a:pt x="2571559" y="369245"/>
                  </a:lnTo>
                  <a:lnTo>
                    <a:pt x="2576924" y="369245"/>
                  </a:lnTo>
                  <a:cubicBezTo>
                    <a:pt x="2581954" y="369245"/>
                    <a:pt x="2581954" y="369245"/>
                    <a:pt x="2581954" y="369245"/>
                  </a:cubicBezTo>
                  <a:cubicBezTo>
                    <a:pt x="2587152" y="369245"/>
                    <a:pt x="2587152" y="369245"/>
                    <a:pt x="2587152" y="364042"/>
                  </a:cubicBezTo>
                  <a:cubicBezTo>
                    <a:pt x="2592349" y="364042"/>
                    <a:pt x="2592349" y="364042"/>
                    <a:pt x="2592349" y="358670"/>
                  </a:cubicBezTo>
                  <a:lnTo>
                    <a:pt x="2597714" y="358670"/>
                  </a:lnTo>
                  <a:lnTo>
                    <a:pt x="2602744" y="358670"/>
                  </a:lnTo>
                  <a:cubicBezTo>
                    <a:pt x="2607942" y="358670"/>
                    <a:pt x="2607942" y="358670"/>
                    <a:pt x="2607942" y="358670"/>
                  </a:cubicBezTo>
                  <a:cubicBezTo>
                    <a:pt x="2607942" y="358670"/>
                    <a:pt x="2607942" y="364042"/>
                    <a:pt x="2613139" y="364042"/>
                  </a:cubicBezTo>
                  <a:lnTo>
                    <a:pt x="2613139" y="369245"/>
                  </a:lnTo>
                  <a:lnTo>
                    <a:pt x="2607942" y="369245"/>
                  </a:lnTo>
                  <a:cubicBezTo>
                    <a:pt x="2607942" y="369245"/>
                    <a:pt x="2607942" y="369245"/>
                    <a:pt x="2607942" y="374449"/>
                  </a:cubicBezTo>
                  <a:cubicBezTo>
                    <a:pt x="2607942" y="374449"/>
                    <a:pt x="2607942" y="374449"/>
                    <a:pt x="2607942" y="379485"/>
                  </a:cubicBezTo>
                  <a:cubicBezTo>
                    <a:pt x="2607942" y="384856"/>
                    <a:pt x="2613139" y="384856"/>
                    <a:pt x="2618505" y="384856"/>
                  </a:cubicBezTo>
                  <a:cubicBezTo>
                    <a:pt x="2623534" y="384856"/>
                    <a:pt x="2623534" y="384856"/>
                    <a:pt x="2623534" y="384856"/>
                  </a:cubicBezTo>
                  <a:cubicBezTo>
                    <a:pt x="2628732" y="384856"/>
                    <a:pt x="2628732" y="384856"/>
                    <a:pt x="2628732" y="384856"/>
                  </a:cubicBezTo>
                  <a:lnTo>
                    <a:pt x="2633929" y="384856"/>
                  </a:lnTo>
                  <a:cubicBezTo>
                    <a:pt x="2633929" y="384856"/>
                    <a:pt x="2633929" y="384856"/>
                    <a:pt x="2628732" y="390060"/>
                  </a:cubicBezTo>
                  <a:cubicBezTo>
                    <a:pt x="2623534" y="390060"/>
                    <a:pt x="2623534" y="390060"/>
                    <a:pt x="2623534" y="390060"/>
                  </a:cubicBezTo>
                  <a:cubicBezTo>
                    <a:pt x="2618505" y="390060"/>
                    <a:pt x="2618505" y="395263"/>
                    <a:pt x="2618505" y="395263"/>
                  </a:cubicBezTo>
                  <a:cubicBezTo>
                    <a:pt x="2618505" y="395263"/>
                    <a:pt x="2618505" y="395263"/>
                    <a:pt x="2618505" y="400299"/>
                  </a:cubicBezTo>
                  <a:lnTo>
                    <a:pt x="2613139" y="400299"/>
                  </a:lnTo>
                  <a:cubicBezTo>
                    <a:pt x="2613139" y="400299"/>
                    <a:pt x="2613139" y="400299"/>
                    <a:pt x="2607942" y="400299"/>
                  </a:cubicBezTo>
                  <a:cubicBezTo>
                    <a:pt x="2602744" y="400299"/>
                    <a:pt x="2597714" y="405671"/>
                    <a:pt x="2597714" y="405671"/>
                  </a:cubicBezTo>
                  <a:lnTo>
                    <a:pt x="2592349" y="405671"/>
                  </a:lnTo>
                  <a:cubicBezTo>
                    <a:pt x="2587152" y="405671"/>
                    <a:pt x="2587152" y="405671"/>
                    <a:pt x="2587152" y="405671"/>
                  </a:cubicBezTo>
                  <a:cubicBezTo>
                    <a:pt x="2587152" y="405671"/>
                    <a:pt x="2581954" y="405671"/>
                    <a:pt x="2576924" y="405671"/>
                  </a:cubicBezTo>
                  <a:cubicBezTo>
                    <a:pt x="2571559" y="405671"/>
                    <a:pt x="2571559" y="405671"/>
                    <a:pt x="2571559" y="410874"/>
                  </a:cubicBezTo>
                  <a:cubicBezTo>
                    <a:pt x="2571559" y="410874"/>
                    <a:pt x="2571559" y="410874"/>
                    <a:pt x="2571559" y="416078"/>
                  </a:cubicBezTo>
                  <a:lnTo>
                    <a:pt x="2571559" y="421114"/>
                  </a:lnTo>
                  <a:cubicBezTo>
                    <a:pt x="2571559" y="421114"/>
                    <a:pt x="2571559" y="421114"/>
                    <a:pt x="2566362" y="421114"/>
                  </a:cubicBezTo>
                  <a:cubicBezTo>
                    <a:pt x="2566362" y="426485"/>
                    <a:pt x="2566362" y="426485"/>
                    <a:pt x="2566362" y="426485"/>
                  </a:cubicBezTo>
                  <a:cubicBezTo>
                    <a:pt x="2561164" y="426485"/>
                    <a:pt x="2561164" y="431689"/>
                    <a:pt x="2561164" y="431689"/>
                  </a:cubicBezTo>
                  <a:cubicBezTo>
                    <a:pt x="2556134" y="431689"/>
                    <a:pt x="2556134" y="431689"/>
                    <a:pt x="2550769" y="431689"/>
                  </a:cubicBezTo>
                  <a:cubicBezTo>
                    <a:pt x="2545572" y="431689"/>
                    <a:pt x="2545572" y="431689"/>
                    <a:pt x="2540374" y="431689"/>
                  </a:cubicBezTo>
                  <a:lnTo>
                    <a:pt x="2535344" y="431689"/>
                  </a:lnTo>
                  <a:cubicBezTo>
                    <a:pt x="2529979" y="431689"/>
                    <a:pt x="2524782" y="436724"/>
                    <a:pt x="2524782" y="436724"/>
                  </a:cubicBezTo>
                  <a:cubicBezTo>
                    <a:pt x="2519584" y="436724"/>
                    <a:pt x="2514554" y="441928"/>
                    <a:pt x="2514554" y="441928"/>
                  </a:cubicBezTo>
                  <a:cubicBezTo>
                    <a:pt x="2514554" y="441928"/>
                    <a:pt x="2514554" y="441928"/>
                    <a:pt x="2509189" y="441928"/>
                  </a:cubicBezTo>
                  <a:cubicBezTo>
                    <a:pt x="2509189" y="436724"/>
                    <a:pt x="2509189" y="436724"/>
                    <a:pt x="2509189" y="436724"/>
                  </a:cubicBezTo>
                  <a:lnTo>
                    <a:pt x="2503992" y="436724"/>
                  </a:lnTo>
                  <a:cubicBezTo>
                    <a:pt x="2503992" y="436724"/>
                    <a:pt x="2503992" y="441928"/>
                    <a:pt x="2498794" y="441928"/>
                  </a:cubicBezTo>
                  <a:lnTo>
                    <a:pt x="2498794" y="436724"/>
                  </a:lnTo>
                  <a:cubicBezTo>
                    <a:pt x="2493764" y="436724"/>
                    <a:pt x="2493764" y="436724"/>
                    <a:pt x="2493764" y="436724"/>
                  </a:cubicBezTo>
                  <a:cubicBezTo>
                    <a:pt x="2493764" y="436724"/>
                    <a:pt x="2493764" y="436724"/>
                    <a:pt x="2488399" y="436724"/>
                  </a:cubicBezTo>
                  <a:cubicBezTo>
                    <a:pt x="2488399" y="436724"/>
                    <a:pt x="2488399" y="436724"/>
                    <a:pt x="2483201" y="431689"/>
                  </a:cubicBezTo>
                  <a:lnTo>
                    <a:pt x="2478004" y="431689"/>
                  </a:lnTo>
                  <a:cubicBezTo>
                    <a:pt x="2472974" y="431689"/>
                    <a:pt x="2472974" y="431689"/>
                    <a:pt x="2472974" y="431689"/>
                  </a:cubicBezTo>
                  <a:lnTo>
                    <a:pt x="2467609" y="431689"/>
                  </a:lnTo>
                  <a:cubicBezTo>
                    <a:pt x="2467609" y="431689"/>
                    <a:pt x="2467609" y="431689"/>
                    <a:pt x="2462411" y="431689"/>
                  </a:cubicBezTo>
                  <a:cubicBezTo>
                    <a:pt x="2457382" y="431689"/>
                    <a:pt x="2457382" y="431689"/>
                    <a:pt x="2452016" y="431689"/>
                  </a:cubicBezTo>
                  <a:cubicBezTo>
                    <a:pt x="2452016" y="431689"/>
                    <a:pt x="2441621" y="431689"/>
                    <a:pt x="2436592" y="431689"/>
                  </a:cubicBezTo>
                  <a:cubicBezTo>
                    <a:pt x="2436592" y="426485"/>
                    <a:pt x="2436592" y="426485"/>
                    <a:pt x="2431394" y="426485"/>
                  </a:cubicBezTo>
                  <a:lnTo>
                    <a:pt x="2431394" y="421114"/>
                  </a:lnTo>
                  <a:lnTo>
                    <a:pt x="2431394" y="416078"/>
                  </a:lnTo>
                  <a:cubicBezTo>
                    <a:pt x="2431394" y="416078"/>
                    <a:pt x="2426029" y="416078"/>
                    <a:pt x="2426029" y="410874"/>
                  </a:cubicBezTo>
                  <a:lnTo>
                    <a:pt x="2420831" y="410874"/>
                  </a:lnTo>
                  <a:lnTo>
                    <a:pt x="2415801" y="410874"/>
                  </a:lnTo>
                  <a:lnTo>
                    <a:pt x="2415801" y="405671"/>
                  </a:lnTo>
                  <a:cubicBezTo>
                    <a:pt x="2410604" y="405671"/>
                    <a:pt x="2410604" y="405671"/>
                    <a:pt x="2410604" y="405671"/>
                  </a:cubicBezTo>
                  <a:cubicBezTo>
                    <a:pt x="2410604" y="405671"/>
                    <a:pt x="2410604" y="405671"/>
                    <a:pt x="2405239" y="405671"/>
                  </a:cubicBezTo>
                  <a:cubicBezTo>
                    <a:pt x="2400041" y="405671"/>
                    <a:pt x="2400041" y="405671"/>
                    <a:pt x="2395011" y="405671"/>
                  </a:cubicBezTo>
                  <a:cubicBezTo>
                    <a:pt x="2389814" y="405671"/>
                    <a:pt x="2389814" y="405671"/>
                    <a:pt x="2384449" y="405671"/>
                  </a:cubicBezTo>
                  <a:cubicBezTo>
                    <a:pt x="2384449" y="405671"/>
                    <a:pt x="2384449" y="405671"/>
                    <a:pt x="2384449" y="400299"/>
                  </a:cubicBezTo>
                  <a:cubicBezTo>
                    <a:pt x="2384449" y="400299"/>
                    <a:pt x="2389814" y="400299"/>
                    <a:pt x="2389814" y="395263"/>
                  </a:cubicBezTo>
                  <a:lnTo>
                    <a:pt x="2389814" y="390060"/>
                  </a:lnTo>
                  <a:lnTo>
                    <a:pt x="2384449" y="384856"/>
                  </a:lnTo>
                  <a:cubicBezTo>
                    <a:pt x="2379251" y="384856"/>
                    <a:pt x="2379251" y="384856"/>
                    <a:pt x="2379251" y="384856"/>
                  </a:cubicBezTo>
                  <a:cubicBezTo>
                    <a:pt x="2379251" y="379485"/>
                    <a:pt x="2379251" y="379485"/>
                    <a:pt x="2379251" y="379485"/>
                  </a:cubicBezTo>
                  <a:cubicBezTo>
                    <a:pt x="2374221" y="374449"/>
                    <a:pt x="2374221" y="374449"/>
                    <a:pt x="2374221" y="374449"/>
                  </a:cubicBezTo>
                  <a:cubicBezTo>
                    <a:pt x="2374221" y="374449"/>
                    <a:pt x="2374221" y="374449"/>
                    <a:pt x="2369024" y="374449"/>
                  </a:cubicBezTo>
                  <a:cubicBezTo>
                    <a:pt x="2369024" y="374449"/>
                    <a:pt x="2369024" y="374449"/>
                    <a:pt x="2363659" y="374449"/>
                  </a:cubicBezTo>
                  <a:cubicBezTo>
                    <a:pt x="2363659" y="374449"/>
                    <a:pt x="2363659" y="369245"/>
                    <a:pt x="2358461" y="369245"/>
                  </a:cubicBezTo>
                  <a:lnTo>
                    <a:pt x="2363659" y="369245"/>
                  </a:lnTo>
                  <a:cubicBezTo>
                    <a:pt x="2363659" y="369245"/>
                    <a:pt x="2363659" y="369245"/>
                    <a:pt x="2369024" y="369245"/>
                  </a:cubicBezTo>
                  <a:cubicBezTo>
                    <a:pt x="2369024" y="369245"/>
                    <a:pt x="2369024" y="369245"/>
                    <a:pt x="2374221" y="364042"/>
                  </a:cubicBezTo>
                  <a:lnTo>
                    <a:pt x="2374221" y="358670"/>
                  </a:lnTo>
                  <a:cubicBezTo>
                    <a:pt x="2379251" y="358670"/>
                    <a:pt x="2379251" y="358670"/>
                    <a:pt x="2384449" y="358670"/>
                  </a:cubicBezTo>
                  <a:lnTo>
                    <a:pt x="2384449" y="353635"/>
                  </a:lnTo>
                  <a:cubicBezTo>
                    <a:pt x="2389814" y="353635"/>
                    <a:pt x="2389814" y="353635"/>
                    <a:pt x="2389814" y="353635"/>
                  </a:cubicBezTo>
                  <a:cubicBezTo>
                    <a:pt x="2395011" y="353635"/>
                    <a:pt x="2395011" y="353635"/>
                    <a:pt x="2395011" y="353635"/>
                  </a:cubicBezTo>
                  <a:lnTo>
                    <a:pt x="2400041" y="353635"/>
                  </a:lnTo>
                  <a:cubicBezTo>
                    <a:pt x="2405239" y="353635"/>
                    <a:pt x="2405239" y="353635"/>
                    <a:pt x="2410604" y="353635"/>
                  </a:cubicBezTo>
                  <a:cubicBezTo>
                    <a:pt x="2410604" y="358670"/>
                    <a:pt x="2410604" y="358670"/>
                    <a:pt x="2415801" y="358670"/>
                  </a:cubicBezTo>
                  <a:cubicBezTo>
                    <a:pt x="2415801" y="358670"/>
                    <a:pt x="2415801" y="364042"/>
                    <a:pt x="2420831" y="364042"/>
                  </a:cubicBezTo>
                  <a:lnTo>
                    <a:pt x="2426029" y="364042"/>
                  </a:lnTo>
                  <a:lnTo>
                    <a:pt x="2431394" y="364042"/>
                  </a:lnTo>
                  <a:cubicBezTo>
                    <a:pt x="2436592" y="364042"/>
                    <a:pt x="2436592" y="364042"/>
                    <a:pt x="2436592" y="364042"/>
                  </a:cubicBezTo>
                  <a:lnTo>
                    <a:pt x="2441621" y="364042"/>
                  </a:lnTo>
                  <a:cubicBezTo>
                    <a:pt x="2446819" y="364042"/>
                    <a:pt x="2446819" y="364042"/>
                    <a:pt x="2452016" y="358670"/>
                  </a:cubicBezTo>
                  <a:cubicBezTo>
                    <a:pt x="2457382" y="353635"/>
                    <a:pt x="2457382" y="353635"/>
                    <a:pt x="2457382" y="353635"/>
                  </a:cubicBezTo>
                  <a:cubicBezTo>
                    <a:pt x="2457382" y="348431"/>
                    <a:pt x="2452016" y="348431"/>
                    <a:pt x="2452016" y="348431"/>
                  </a:cubicBezTo>
                  <a:cubicBezTo>
                    <a:pt x="2452016" y="343227"/>
                    <a:pt x="2452016" y="343227"/>
                    <a:pt x="2452016" y="343227"/>
                  </a:cubicBezTo>
                  <a:cubicBezTo>
                    <a:pt x="2457382" y="343227"/>
                    <a:pt x="2457382" y="343227"/>
                    <a:pt x="2457382" y="337856"/>
                  </a:cubicBezTo>
                  <a:close/>
                  <a:moveTo>
                    <a:pt x="1776886" y="337856"/>
                  </a:moveTo>
                  <a:cubicBezTo>
                    <a:pt x="1782079" y="337856"/>
                    <a:pt x="1782079" y="337856"/>
                    <a:pt x="1782079" y="337856"/>
                  </a:cubicBezTo>
                  <a:cubicBezTo>
                    <a:pt x="1787271" y="337856"/>
                    <a:pt x="1792464" y="343228"/>
                    <a:pt x="1792464" y="343228"/>
                  </a:cubicBezTo>
                  <a:lnTo>
                    <a:pt x="1797657" y="343228"/>
                  </a:lnTo>
                  <a:lnTo>
                    <a:pt x="1802850" y="343228"/>
                  </a:lnTo>
                  <a:cubicBezTo>
                    <a:pt x="1802850" y="343228"/>
                    <a:pt x="1802850" y="343228"/>
                    <a:pt x="1808042" y="343228"/>
                  </a:cubicBezTo>
                  <a:lnTo>
                    <a:pt x="1813235" y="343228"/>
                  </a:lnTo>
                  <a:lnTo>
                    <a:pt x="1813235" y="348432"/>
                  </a:lnTo>
                  <a:cubicBezTo>
                    <a:pt x="1818428" y="348432"/>
                    <a:pt x="1818428" y="348432"/>
                    <a:pt x="1818428" y="343228"/>
                  </a:cubicBezTo>
                  <a:cubicBezTo>
                    <a:pt x="1818428" y="348432"/>
                    <a:pt x="1818428" y="348432"/>
                    <a:pt x="1823621" y="348432"/>
                  </a:cubicBezTo>
                  <a:cubicBezTo>
                    <a:pt x="1823621" y="348432"/>
                    <a:pt x="1828813" y="348432"/>
                    <a:pt x="1828813" y="343228"/>
                  </a:cubicBezTo>
                  <a:cubicBezTo>
                    <a:pt x="1828813" y="343228"/>
                    <a:pt x="1828813" y="343228"/>
                    <a:pt x="1828813" y="337856"/>
                  </a:cubicBezTo>
                  <a:cubicBezTo>
                    <a:pt x="1834006" y="337856"/>
                    <a:pt x="1834006" y="337856"/>
                    <a:pt x="1834006" y="337856"/>
                  </a:cubicBezTo>
                  <a:cubicBezTo>
                    <a:pt x="1834006" y="337856"/>
                    <a:pt x="1834006" y="337856"/>
                    <a:pt x="1839199" y="337856"/>
                  </a:cubicBezTo>
                  <a:lnTo>
                    <a:pt x="1844392" y="337856"/>
                  </a:lnTo>
                  <a:cubicBezTo>
                    <a:pt x="1844392" y="337856"/>
                    <a:pt x="1844392" y="337856"/>
                    <a:pt x="1849584" y="337856"/>
                  </a:cubicBezTo>
                  <a:cubicBezTo>
                    <a:pt x="1854777" y="337856"/>
                    <a:pt x="1854777" y="337856"/>
                    <a:pt x="1854777" y="337856"/>
                  </a:cubicBezTo>
                  <a:cubicBezTo>
                    <a:pt x="1854777" y="337856"/>
                    <a:pt x="1854777" y="337856"/>
                    <a:pt x="1854777" y="343228"/>
                  </a:cubicBezTo>
                  <a:cubicBezTo>
                    <a:pt x="1854777" y="343228"/>
                    <a:pt x="1854777" y="343228"/>
                    <a:pt x="1854777" y="348432"/>
                  </a:cubicBezTo>
                  <a:lnTo>
                    <a:pt x="1859970" y="348432"/>
                  </a:lnTo>
                  <a:cubicBezTo>
                    <a:pt x="1859970" y="348432"/>
                    <a:pt x="1859970" y="348432"/>
                    <a:pt x="1865163" y="348432"/>
                  </a:cubicBezTo>
                  <a:lnTo>
                    <a:pt x="1865163" y="353635"/>
                  </a:lnTo>
                  <a:cubicBezTo>
                    <a:pt x="1865163" y="353635"/>
                    <a:pt x="1865163" y="358671"/>
                    <a:pt x="1870355" y="358671"/>
                  </a:cubicBezTo>
                  <a:cubicBezTo>
                    <a:pt x="1870355" y="358671"/>
                    <a:pt x="1870355" y="358671"/>
                    <a:pt x="1875548" y="358671"/>
                  </a:cubicBezTo>
                  <a:cubicBezTo>
                    <a:pt x="1880741" y="358671"/>
                    <a:pt x="1880741" y="358671"/>
                    <a:pt x="1880741" y="358671"/>
                  </a:cubicBezTo>
                  <a:cubicBezTo>
                    <a:pt x="1885934" y="358671"/>
                    <a:pt x="1885934" y="358671"/>
                    <a:pt x="1885934" y="358671"/>
                  </a:cubicBezTo>
                  <a:cubicBezTo>
                    <a:pt x="1885934" y="358671"/>
                    <a:pt x="1885934" y="358671"/>
                    <a:pt x="1891126" y="358671"/>
                  </a:cubicBezTo>
                  <a:cubicBezTo>
                    <a:pt x="1891126" y="358671"/>
                    <a:pt x="1891126" y="358671"/>
                    <a:pt x="1896319" y="358671"/>
                  </a:cubicBezTo>
                  <a:lnTo>
                    <a:pt x="1901512" y="358671"/>
                  </a:lnTo>
                  <a:cubicBezTo>
                    <a:pt x="1901512" y="364043"/>
                    <a:pt x="1901512" y="364043"/>
                    <a:pt x="1906705" y="364043"/>
                  </a:cubicBezTo>
                  <a:lnTo>
                    <a:pt x="1906705" y="369247"/>
                  </a:lnTo>
                  <a:lnTo>
                    <a:pt x="1906705" y="374451"/>
                  </a:lnTo>
                  <a:lnTo>
                    <a:pt x="1901512" y="374451"/>
                  </a:lnTo>
                  <a:cubicBezTo>
                    <a:pt x="1901512" y="374451"/>
                    <a:pt x="1901512" y="374451"/>
                    <a:pt x="1896319" y="374451"/>
                  </a:cubicBezTo>
                  <a:cubicBezTo>
                    <a:pt x="1896319" y="374451"/>
                    <a:pt x="1891126" y="379487"/>
                    <a:pt x="1891126" y="384859"/>
                  </a:cubicBezTo>
                  <a:cubicBezTo>
                    <a:pt x="1891126" y="384859"/>
                    <a:pt x="1891126" y="384859"/>
                    <a:pt x="1885934" y="384859"/>
                  </a:cubicBezTo>
                  <a:cubicBezTo>
                    <a:pt x="1885934" y="384859"/>
                    <a:pt x="1885934" y="384859"/>
                    <a:pt x="1880741" y="384859"/>
                  </a:cubicBezTo>
                  <a:cubicBezTo>
                    <a:pt x="1880741" y="390063"/>
                    <a:pt x="1880741" y="390063"/>
                    <a:pt x="1880741" y="390063"/>
                  </a:cubicBezTo>
                  <a:cubicBezTo>
                    <a:pt x="1875548" y="390063"/>
                    <a:pt x="1875548" y="390063"/>
                    <a:pt x="1875548" y="390063"/>
                  </a:cubicBezTo>
                  <a:lnTo>
                    <a:pt x="1870355" y="390063"/>
                  </a:lnTo>
                  <a:cubicBezTo>
                    <a:pt x="1865163" y="390063"/>
                    <a:pt x="1865163" y="390063"/>
                    <a:pt x="1859970" y="390063"/>
                  </a:cubicBezTo>
                  <a:cubicBezTo>
                    <a:pt x="1859970" y="390063"/>
                    <a:pt x="1859970" y="390063"/>
                    <a:pt x="1859970" y="395266"/>
                  </a:cubicBezTo>
                  <a:cubicBezTo>
                    <a:pt x="1859970" y="395266"/>
                    <a:pt x="1859970" y="395266"/>
                    <a:pt x="1854777" y="395266"/>
                  </a:cubicBezTo>
                  <a:lnTo>
                    <a:pt x="1849584" y="390063"/>
                  </a:lnTo>
                  <a:lnTo>
                    <a:pt x="1844392" y="390063"/>
                  </a:lnTo>
                  <a:cubicBezTo>
                    <a:pt x="1844392" y="395266"/>
                    <a:pt x="1839199" y="395266"/>
                    <a:pt x="1839199" y="395266"/>
                  </a:cubicBezTo>
                  <a:cubicBezTo>
                    <a:pt x="1839199" y="390063"/>
                    <a:pt x="1839199" y="390063"/>
                    <a:pt x="1839199" y="390063"/>
                  </a:cubicBezTo>
                  <a:cubicBezTo>
                    <a:pt x="1839199" y="390063"/>
                    <a:pt x="1839199" y="384859"/>
                    <a:pt x="1834006" y="384859"/>
                  </a:cubicBezTo>
                  <a:cubicBezTo>
                    <a:pt x="1828813" y="384859"/>
                    <a:pt x="1828813" y="390063"/>
                    <a:pt x="1823621" y="390063"/>
                  </a:cubicBezTo>
                  <a:cubicBezTo>
                    <a:pt x="1823621" y="390063"/>
                    <a:pt x="1823621" y="384859"/>
                    <a:pt x="1818428" y="384859"/>
                  </a:cubicBezTo>
                  <a:cubicBezTo>
                    <a:pt x="1818428" y="379487"/>
                    <a:pt x="1818428" y="379487"/>
                    <a:pt x="1818428" y="379487"/>
                  </a:cubicBezTo>
                  <a:cubicBezTo>
                    <a:pt x="1818428" y="374451"/>
                    <a:pt x="1813235" y="374451"/>
                    <a:pt x="1808042" y="374451"/>
                  </a:cubicBezTo>
                  <a:cubicBezTo>
                    <a:pt x="1808042" y="369247"/>
                    <a:pt x="1802850" y="369247"/>
                    <a:pt x="1802850" y="369247"/>
                  </a:cubicBezTo>
                  <a:lnTo>
                    <a:pt x="1797657" y="369247"/>
                  </a:lnTo>
                  <a:lnTo>
                    <a:pt x="1792464" y="369247"/>
                  </a:lnTo>
                  <a:lnTo>
                    <a:pt x="1787271" y="369247"/>
                  </a:lnTo>
                  <a:cubicBezTo>
                    <a:pt x="1787271" y="374451"/>
                    <a:pt x="1787271" y="374451"/>
                    <a:pt x="1787271" y="374451"/>
                  </a:cubicBezTo>
                  <a:lnTo>
                    <a:pt x="1782079" y="374451"/>
                  </a:lnTo>
                  <a:cubicBezTo>
                    <a:pt x="1776886" y="374451"/>
                    <a:pt x="1776886" y="374451"/>
                    <a:pt x="1776886" y="374451"/>
                  </a:cubicBezTo>
                  <a:cubicBezTo>
                    <a:pt x="1771693" y="374451"/>
                    <a:pt x="1771693" y="374451"/>
                    <a:pt x="1771693" y="374451"/>
                  </a:cubicBezTo>
                  <a:lnTo>
                    <a:pt x="1766333" y="374451"/>
                  </a:lnTo>
                  <a:lnTo>
                    <a:pt x="1761308" y="374451"/>
                  </a:lnTo>
                  <a:cubicBezTo>
                    <a:pt x="1756115" y="374451"/>
                    <a:pt x="1756115" y="374451"/>
                    <a:pt x="1756115" y="374451"/>
                  </a:cubicBezTo>
                  <a:cubicBezTo>
                    <a:pt x="1756115" y="374451"/>
                    <a:pt x="1756115" y="374451"/>
                    <a:pt x="1750922" y="374451"/>
                  </a:cubicBezTo>
                  <a:cubicBezTo>
                    <a:pt x="1750922" y="369247"/>
                    <a:pt x="1750922" y="369247"/>
                    <a:pt x="1750922" y="369247"/>
                  </a:cubicBezTo>
                  <a:lnTo>
                    <a:pt x="1756115" y="369247"/>
                  </a:lnTo>
                  <a:lnTo>
                    <a:pt x="1756115" y="364043"/>
                  </a:lnTo>
                  <a:lnTo>
                    <a:pt x="1756115" y="358671"/>
                  </a:lnTo>
                  <a:lnTo>
                    <a:pt x="1761308" y="358671"/>
                  </a:lnTo>
                  <a:cubicBezTo>
                    <a:pt x="1766333" y="358671"/>
                    <a:pt x="1766333" y="353635"/>
                    <a:pt x="1766333" y="348432"/>
                  </a:cubicBezTo>
                  <a:lnTo>
                    <a:pt x="1766333" y="343228"/>
                  </a:lnTo>
                  <a:lnTo>
                    <a:pt x="1771693" y="343228"/>
                  </a:lnTo>
                  <a:cubicBezTo>
                    <a:pt x="1771693" y="337856"/>
                    <a:pt x="1776886" y="337856"/>
                    <a:pt x="1776886" y="337856"/>
                  </a:cubicBezTo>
                  <a:close/>
                  <a:moveTo>
                    <a:pt x="2862471" y="337634"/>
                  </a:moveTo>
                  <a:cubicBezTo>
                    <a:pt x="2867589" y="337634"/>
                    <a:pt x="2867589" y="342957"/>
                    <a:pt x="2867589" y="342957"/>
                  </a:cubicBezTo>
                  <a:lnTo>
                    <a:pt x="2867589" y="348114"/>
                  </a:lnTo>
                  <a:cubicBezTo>
                    <a:pt x="2872708" y="353270"/>
                    <a:pt x="2872708" y="353270"/>
                    <a:pt x="2872708" y="353270"/>
                  </a:cubicBezTo>
                  <a:cubicBezTo>
                    <a:pt x="2867589" y="353270"/>
                    <a:pt x="2872708" y="353270"/>
                    <a:pt x="2872708" y="358260"/>
                  </a:cubicBezTo>
                  <a:cubicBezTo>
                    <a:pt x="2872708" y="358260"/>
                    <a:pt x="2872708" y="358260"/>
                    <a:pt x="2867589" y="358260"/>
                  </a:cubicBezTo>
                  <a:lnTo>
                    <a:pt x="2862471" y="358260"/>
                  </a:lnTo>
                  <a:cubicBezTo>
                    <a:pt x="2862471" y="358260"/>
                    <a:pt x="2862471" y="353270"/>
                    <a:pt x="2862471" y="348114"/>
                  </a:cubicBezTo>
                  <a:cubicBezTo>
                    <a:pt x="2862471" y="348114"/>
                    <a:pt x="2862471" y="348114"/>
                    <a:pt x="2862471" y="342957"/>
                  </a:cubicBezTo>
                  <a:close/>
                  <a:moveTo>
                    <a:pt x="2862471" y="322331"/>
                  </a:moveTo>
                  <a:cubicBezTo>
                    <a:pt x="2867589" y="322331"/>
                    <a:pt x="2867589" y="322331"/>
                    <a:pt x="2867589" y="322331"/>
                  </a:cubicBezTo>
                  <a:lnTo>
                    <a:pt x="2867589" y="327487"/>
                  </a:lnTo>
                  <a:cubicBezTo>
                    <a:pt x="2862471" y="327487"/>
                    <a:pt x="2862471" y="332644"/>
                    <a:pt x="2862471" y="337634"/>
                  </a:cubicBezTo>
                  <a:cubicBezTo>
                    <a:pt x="2857352" y="337634"/>
                    <a:pt x="2857352" y="337634"/>
                    <a:pt x="2857352" y="337634"/>
                  </a:cubicBezTo>
                  <a:cubicBezTo>
                    <a:pt x="2857352" y="337634"/>
                    <a:pt x="2857352" y="337634"/>
                    <a:pt x="2857352" y="332644"/>
                  </a:cubicBezTo>
                  <a:cubicBezTo>
                    <a:pt x="2857352" y="327487"/>
                    <a:pt x="2862471" y="327487"/>
                    <a:pt x="2862471" y="322331"/>
                  </a:cubicBezTo>
                  <a:close/>
                  <a:moveTo>
                    <a:pt x="2670477" y="322331"/>
                  </a:moveTo>
                  <a:cubicBezTo>
                    <a:pt x="2670477" y="322331"/>
                    <a:pt x="2670477" y="322331"/>
                    <a:pt x="2675671" y="322331"/>
                  </a:cubicBezTo>
                  <a:lnTo>
                    <a:pt x="2686060" y="322331"/>
                  </a:lnTo>
                  <a:cubicBezTo>
                    <a:pt x="2691254" y="322331"/>
                    <a:pt x="2691254" y="327528"/>
                    <a:pt x="2691254" y="327528"/>
                  </a:cubicBezTo>
                  <a:lnTo>
                    <a:pt x="2696449" y="327528"/>
                  </a:lnTo>
                  <a:lnTo>
                    <a:pt x="2701811" y="327528"/>
                  </a:lnTo>
                  <a:cubicBezTo>
                    <a:pt x="2706837" y="327528"/>
                    <a:pt x="2706837" y="332726"/>
                    <a:pt x="2706837" y="332726"/>
                  </a:cubicBezTo>
                  <a:lnTo>
                    <a:pt x="2706837" y="337756"/>
                  </a:lnTo>
                  <a:cubicBezTo>
                    <a:pt x="2712032" y="337756"/>
                    <a:pt x="2712032" y="343121"/>
                    <a:pt x="2712032" y="343121"/>
                  </a:cubicBezTo>
                  <a:cubicBezTo>
                    <a:pt x="2712032" y="343121"/>
                    <a:pt x="2712032" y="343121"/>
                    <a:pt x="2712032" y="348318"/>
                  </a:cubicBezTo>
                  <a:cubicBezTo>
                    <a:pt x="2717226" y="348318"/>
                    <a:pt x="2717226" y="348318"/>
                    <a:pt x="2717226" y="353516"/>
                  </a:cubicBezTo>
                  <a:lnTo>
                    <a:pt x="2717226" y="358545"/>
                  </a:lnTo>
                  <a:cubicBezTo>
                    <a:pt x="2722421" y="363910"/>
                    <a:pt x="2722421" y="363910"/>
                    <a:pt x="2727615" y="369108"/>
                  </a:cubicBezTo>
                  <a:cubicBezTo>
                    <a:pt x="2727615" y="369108"/>
                    <a:pt x="2732809" y="369108"/>
                    <a:pt x="2738004" y="369108"/>
                  </a:cubicBezTo>
                  <a:cubicBezTo>
                    <a:pt x="2743366" y="369108"/>
                    <a:pt x="2743366" y="369108"/>
                    <a:pt x="2743366" y="369108"/>
                  </a:cubicBezTo>
                  <a:cubicBezTo>
                    <a:pt x="2743366" y="374305"/>
                    <a:pt x="2743366" y="374305"/>
                    <a:pt x="2748393" y="374305"/>
                  </a:cubicBezTo>
                  <a:cubicBezTo>
                    <a:pt x="2748393" y="379335"/>
                    <a:pt x="2748393" y="379335"/>
                    <a:pt x="2748393" y="379335"/>
                  </a:cubicBezTo>
                  <a:cubicBezTo>
                    <a:pt x="2748393" y="379335"/>
                    <a:pt x="2748393" y="384700"/>
                    <a:pt x="2753587" y="384700"/>
                  </a:cubicBezTo>
                  <a:cubicBezTo>
                    <a:pt x="2758782" y="384700"/>
                    <a:pt x="2758782" y="384700"/>
                    <a:pt x="2763976" y="384700"/>
                  </a:cubicBezTo>
                  <a:cubicBezTo>
                    <a:pt x="2769170" y="384700"/>
                    <a:pt x="2774365" y="384700"/>
                    <a:pt x="2774365" y="379335"/>
                  </a:cubicBezTo>
                  <a:cubicBezTo>
                    <a:pt x="2774365" y="379335"/>
                    <a:pt x="2774365" y="379335"/>
                    <a:pt x="2779559" y="379335"/>
                  </a:cubicBezTo>
                  <a:lnTo>
                    <a:pt x="2784754" y="379335"/>
                  </a:lnTo>
                  <a:cubicBezTo>
                    <a:pt x="2779559" y="379335"/>
                    <a:pt x="2779559" y="384700"/>
                    <a:pt x="2779559" y="384700"/>
                  </a:cubicBezTo>
                  <a:cubicBezTo>
                    <a:pt x="2779559" y="384700"/>
                    <a:pt x="2779559" y="384700"/>
                    <a:pt x="2779559" y="389898"/>
                  </a:cubicBezTo>
                  <a:cubicBezTo>
                    <a:pt x="2779559" y="395095"/>
                    <a:pt x="2774365" y="395095"/>
                    <a:pt x="2774365" y="400125"/>
                  </a:cubicBezTo>
                  <a:cubicBezTo>
                    <a:pt x="2774365" y="400125"/>
                    <a:pt x="2769170" y="400125"/>
                    <a:pt x="2769170" y="405490"/>
                  </a:cubicBezTo>
                  <a:cubicBezTo>
                    <a:pt x="2763976" y="400125"/>
                    <a:pt x="2763976" y="400125"/>
                    <a:pt x="2763976" y="400125"/>
                  </a:cubicBezTo>
                  <a:cubicBezTo>
                    <a:pt x="2758782" y="400125"/>
                    <a:pt x="2758782" y="400125"/>
                    <a:pt x="2758782" y="400125"/>
                  </a:cubicBezTo>
                  <a:cubicBezTo>
                    <a:pt x="2758782" y="405490"/>
                    <a:pt x="2758782" y="405490"/>
                    <a:pt x="2758782" y="405490"/>
                  </a:cubicBezTo>
                  <a:lnTo>
                    <a:pt x="2753587" y="405490"/>
                  </a:lnTo>
                  <a:cubicBezTo>
                    <a:pt x="2748393" y="405490"/>
                    <a:pt x="2748393" y="410687"/>
                    <a:pt x="2748393" y="410687"/>
                  </a:cubicBezTo>
                  <a:cubicBezTo>
                    <a:pt x="2748393" y="410687"/>
                    <a:pt x="2748393" y="410687"/>
                    <a:pt x="2748393" y="415885"/>
                  </a:cubicBezTo>
                  <a:lnTo>
                    <a:pt x="2753587" y="415885"/>
                  </a:lnTo>
                  <a:lnTo>
                    <a:pt x="2753587" y="420915"/>
                  </a:lnTo>
                  <a:cubicBezTo>
                    <a:pt x="2753587" y="426280"/>
                    <a:pt x="2753587" y="426280"/>
                    <a:pt x="2753587" y="426280"/>
                  </a:cubicBezTo>
                  <a:lnTo>
                    <a:pt x="2748393" y="426280"/>
                  </a:lnTo>
                  <a:cubicBezTo>
                    <a:pt x="2748393" y="426280"/>
                    <a:pt x="2748393" y="426280"/>
                    <a:pt x="2743366" y="426280"/>
                  </a:cubicBezTo>
                  <a:cubicBezTo>
                    <a:pt x="2738004" y="431477"/>
                    <a:pt x="2738004" y="431477"/>
                    <a:pt x="2738004" y="431477"/>
                  </a:cubicBezTo>
                  <a:cubicBezTo>
                    <a:pt x="2738004" y="431477"/>
                    <a:pt x="2738004" y="436507"/>
                    <a:pt x="2732809" y="436507"/>
                  </a:cubicBezTo>
                  <a:lnTo>
                    <a:pt x="2727615" y="436507"/>
                  </a:lnTo>
                  <a:cubicBezTo>
                    <a:pt x="2727615" y="441704"/>
                    <a:pt x="2722421" y="441704"/>
                    <a:pt x="2722421" y="441704"/>
                  </a:cubicBezTo>
                  <a:cubicBezTo>
                    <a:pt x="2722421" y="441704"/>
                    <a:pt x="2722421" y="441704"/>
                    <a:pt x="2717226" y="441704"/>
                  </a:cubicBezTo>
                  <a:cubicBezTo>
                    <a:pt x="2712032" y="441704"/>
                    <a:pt x="2712032" y="441704"/>
                    <a:pt x="2712032" y="447069"/>
                  </a:cubicBezTo>
                  <a:lnTo>
                    <a:pt x="2706837" y="447069"/>
                  </a:lnTo>
                  <a:lnTo>
                    <a:pt x="2701811" y="452267"/>
                  </a:lnTo>
                  <a:cubicBezTo>
                    <a:pt x="2696449" y="452267"/>
                    <a:pt x="2696449" y="452267"/>
                    <a:pt x="2696449" y="457297"/>
                  </a:cubicBezTo>
                  <a:cubicBezTo>
                    <a:pt x="2691254" y="457297"/>
                    <a:pt x="2691254" y="457297"/>
                    <a:pt x="2691254" y="457297"/>
                  </a:cubicBezTo>
                  <a:cubicBezTo>
                    <a:pt x="2686060" y="462494"/>
                    <a:pt x="2686060" y="462494"/>
                    <a:pt x="2686060" y="462494"/>
                  </a:cubicBezTo>
                  <a:cubicBezTo>
                    <a:pt x="2681033" y="462494"/>
                    <a:pt x="2675671" y="467859"/>
                    <a:pt x="2675671" y="467859"/>
                  </a:cubicBezTo>
                  <a:cubicBezTo>
                    <a:pt x="2675671" y="462494"/>
                    <a:pt x="2675671" y="462494"/>
                    <a:pt x="2675671" y="462494"/>
                  </a:cubicBezTo>
                  <a:cubicBezTo>
                    <a:pt x="2681033" y="457297"/>
                    <a:pt x="2681033" y="457297"/>
                    <a:pt x="2675671" y="452267"/>
                  </a:cubicBezTo>
                  <a:cubicBezTo>
                    <a:pt x="2675671" y="447069"/>
                    <a:pt x="2670477" y="447069"/>
                    <a:pt x="2665282" y="447069"/>
                  </a:cubicBezTo>
                  <a:cubicBezTo>
                    <a:pt x="2665282" y="447069"/>
                    <a:pt x="2660255" y="447069"/>
                    <a:pt x="2654893" y="452267"/>
                  </a:cubicBezTo>
                  <a:cubicBezTo>
                    <a:pt x="2654893" y="457297"/>
                    <a:pt x="2649699" y="457297"/>
                    <a:pt x="2649699" y="462494"/>
                  </a:cubicBezTo>
                  <a:cubicBezTo>
                    <a:pt x="2644504" y="462494"/>
                    <a:pt x="2644504" y="462494"/>
                    <a:pt x="2644504" y="467859"/>
                  </a:cubicBezTo>
                  <a:cubicBezTo>
                    <a:pt x="2639478" y="467859"/>
                    <a:pt x="2639478" y="467859"/>
                    <a:pt x="2639478" y="467859"/>
                  </a:cubicBezTo>
                  <a:lnTo>
                    <a:pt x="2634116" y="467859"/>
                  </a:lnTo>
                  <a:cubicBezTo>
                    <a:pt x="2634116" y="467859"/>
                    <a:pt x="2634116" y="467859"/>
                    <a:pt x="2634116" y="473057"/>
                  </a:cubicBezTo>
                  <a:cubicBezTo>
                    <a:pt x="2628921" y="473057"/>
                    <a:pt x="2628921" y="473057"/>
                    <a:pt x="2628921" y="473057"/>
                  </a:cubicBezTo>
                  <a:cubicBezTo>
                    <a:pt x="2628921" y="478086"/>
                    <a:pt x="2628921" y="478086"/>
                    <a:pt x="2628921" y="483284"/>
                  </a:cubicBezTo>
                  <a:cubicBezTo>
                    <a:pt x="2628921" y="483284"/>
                    <a:pt x="2634116" y="488649"/>
                    <a:pt x="2639478" y="488649"/>
                  </a:cubicBezTo>
                  <a:cubicBezTo>
                    <a:pt x="2644504" y="488649"/>
                    <a:pt x="2644504" y="488649"/>
                    <a:pt x="2644504" y="488649"/>
                  </a:cubicBezTo>
                  <a:cubicBezTo>
                    <a:pt x="2639478" y="488649"/>
                    <a:pt x="2639478" y="493846"/>
                    <a:pt x="2639478" y="493846"/>
                  </a:cubicBezTo>
                  <a:cubicBezTo>
                    <a:pt x="2639478" y="498876"/>
                    <a:pt x="2644504" y="498876"/>
                    <a:pt x="2644504" y="498876"/>
                  </a:cubicBezTo>
                  <a:cubicBezTo>
                    <a:pt x="2649699" y="498876"/>
                    <a:pt x="2649699" y="498876"/>
                    <a:pt x="2649699" y="498876"/>
                  </a:cubicBezTo>
                  <a:cubicBezTo>
                    <a:pt x="2654893" y="498876"/>
                    <a:pt x="2654893" y="498876"/>
                    <a:pt x="2654893" y="498876"/>
                  </a:cubicBezTo>
                  <a:cubicBezTo>
                    <a:pt x="2654893" y="498876"/>
                    <a:pt x="2654893" y="504074"/>
                    <a:pt x="2649699" y="504074"/>
                  </a:cubicBezTo>
                  <a:cubicBezTo>
                    <a:pt x="2649699" y="509439"/>
                    <a:pt x="2649699" y="509439"/>
                    <a:pt x="2649699" y="509439"/>
                  </a:cubicBezTo>
                  <a:cubicBezTo>
                    <a:pt x="2644504" y="509439"/>
                    <a:pt x="2644504" y="514636"/>
                    <a:pt x="2644504" y="514636"/>
                  </a:cubicBezTo>
                  <a:cubicBezTo>
                    <a:pt x="2644504" y="519666"/>
                    <a:pt x="2639478" y="519666"/>
                    <a:pt x="2639478" y="524863"/>
                  </a:cubicBezTo>
                  <a:cubicBezTo>
                    <a:pt x="2644504" y="524863"/>
                    <a:pt x="2644504" y="524863"/>
                    <a:pt x="2644504" y="524863"/>
                  </a:cubicBezTo>
                  <a:cubicBezTo>
                    <a:pt x="2649699" y="524863"/>
                    <a:pt x="2649699" y="530228"/>
                    <a:pt x="2654893" y="530228"/>
                  </a:cubicBezTo>
                  <a:cubicBezTo>
                    <a:pt x="2654893" y="535426"/>
                    <a:pt x="2660255" y="535426"/>
                    <a:pt x="2660255" y="535426"/>
                  </a:cubicBezTo>
                  <a:cubicBezTo>
                    <a:pt x="2660255" y="540456"/>
                    <a:pt x="2660255" y="540456"/>
                    <a:pt x="2660255" y="540456"/>
                  </a:cubicBezTo>
                  <a:cubicBezTo>
                    <a:pt x="2660255" y="540456"/>
                    <a:pt x="2654893" y="545653"/>
                    <a:pt x="2660255" y="545653"/>
                  </a:cubicBezTo>
                  <a:cubicBezTo>
                    <a:pt x="2660255" y="545653"/>
                    <a:pt x="2660255" y="545653"/>
                    <a:pt x="2654893" y="545653"/>
                  </a:cubicBezTo>
                  <a:cubicBezTo>
                    <a:pt x="2654893" y="545653"/>
                    <a:pt x="2654893" y="545653"/>
                    <a:pt x="2660255" y="556216"/>
                  </a:cubicBezTo>
                  <a:cubicBezTo>
                    <a:pt x="2660255" y="556216"/>
                    <a:pt x="2660255" y="561245"/>
                    <a:pt x="2665282" y="561245"/>
                  </a:cubicBezTo>
                  <a:cubicBezTo>
                    <a:pt x="2660255" y="561245"/>
                    <a:pt x="2654893" y="566443"/>
                    <a:pt x="2654893" y="566443"/>
                  </a:cubicBezTo>
                  <a:cubicBezTo>
                    <a:pt x="2654893" y="566443"/>
                    <a:pt x="2654893" y="566443"/>
                    <a:pt x="2644504" y="571808"/>
                  </a:cubicBezTo>
                  <a:cubicBezTo>
                    <a:pt x="2644504" y="571808"/>
                    <a:pt x="2644504" y="571808"/>
                    <a:pt x="2660255" y="577005"/>
                  </a:cubicBezTo>
                  <a:cubicBezTo>
                    <a:pt x="2660255" y="577005"/>
                    <a:pt x="2660255" y="577005"/>
                    <a:pt x="2665282" y="577005"/>
                  </a:cubicBezTo>
                  <a:cubicBezTo>
                    <a:pt x="2665282" y="577005"/>
                    <a:pt x="2665282" y="577005"/>
                    <a:pt x="2665282" y="582035"/>
                  </a:cubicBezTo>
                  <a:lnTo>
                    <a:pt x="2665282" y="587233"/>
                  </a:lnTo>
                  <a:cubicBezTo>
                    <a:pt x="2665282" y="587233"/>
                    <a:pt x="2660255" y="587233"/>
                    <a:pt x="2660255" y="592598"/>
                  </a:cubicBezTo>
                  <a:cubicBezTo>
                    <a:pt x="2654893" y="592598"/>
                    <a:pt x="2654893" y="597795"/>
                    <a:pt x="2654893" y="597795"/>
                  </a:cubicBezTo>
                  <a:cubicBezTo>
                    <a:pt x="2654893" y="597795"/>
                    <a:pt x="2654893" y="602825"/>
                    <a:pt x="2649699" y="602825"/>
                  </a:cubicBezTo>
                  <a:cubicBezTo>
                    <a:pt x="2649699" y="608022"/>
                    <a:pt x="2649699" y="608022"/>
                    <a:pt x="2649699" y="608022"/>
                  </a:cubicBezTo>
                  <a:cubicBezTo>
                    <a:pt x="2649699" y="608022"/>
                    <a:pt x="2649699" y="608022"/>
                    <a:pt x="2649699" y="613387"/>
                  </a:cubicBezTo>
                  <a:lnTo>
                    <a:pt x="2644504" y="618585"/>
                  </a:lnTo>
                  <a:cubicBezTo>
                    <a:pt x="2644504" y="623615"/>
                    <a:pt x="2639478" y="623615"/>
                    <a:pt x="2639478" y="623615"/>
                  </a:cubicBezTo>
                  <a:cubicBezTo>
                    <a:pt x="2639478" y="623615"/>
                    <a:pt x="2639478" y="623615"/>
                    <a:pt x="2634116" y="623615"/>
                  </a:cubicBezTo>
                  <a:cubicBezTo>
                    <a:pt x="2634116" y="623615"/>
                    <a:pt x="2634116" y="628812"/>
                    <a:pt x="2628921" y="628812"/>
                  </a:cubicBezTo>
                  <a:cubicBezTo>
                    <a:pt x="2628921" y="628812"/>
                    <a:pt x="2628921" y="634177"/>
                    <a:pt x="2623727" y="634177"/>
                  </a:cubicBezTo>
                  <a:cubicBezTo>
                    <a:pt x="2623727" y="639207"/>
                    <a:pt x="2623727" y="639207"/>
                    <a:pt x="2623727" y="639207"/>
                  </a:cubicBezTo>
                  <a:cubicBezTo>
                    <a:pt x="2618700" y="639207"/>
                    <a:pt x="2618700" y="639207"/>
                    <a:pt x="2618700" y="644404"/>
                  </a:cubicBezTo>
                  <a:cubicBezTo>
                    <a:pt x="2618700" y="644404"/>
                    <a:pt x="2618700" y="644404"/>
                    <a:pt x="2613338" y="644404"/>
                  </a:cubicBezTo>
                  <a:cubicBezTo>
                    <a:pt x="2613338" y="644404"/>
                    <a:pt x="2613338" y="644404"/>
                    <a:pt x="2608144" y="644404"/>
                  </a:cubicBezTo>
                  <a:cubicBezTo>
                    <a:pt x="2608144" y="644404"/>
                    <a:pt x="2602949" y="644404"/>
                    <a:pt x="2602949" y="649602"/>
                  </a:cubicBezTo>
                  <a:cubicBezTo>
                    <a:pt x="2597922" y="644404"/>
                    <a:pt x="2597922" y="644404"/>
                    <a:pt x="2597922" y="644404"/>
                  </a:cubicBezTo>
                  <a:cubicBezTo>
                    <a:pt x="2592560" y="644404"/>
                    <a:pt x="2592560" y="649602"/>
                    <a:pt x="2592560" y="649602"/>
                  </a:cubicBezTo>
                  <a:cubicBezTo>
                    <a:pt x="2592560" y="654967"/>
                    <a:pt x="2587366" y="654967"/>
                    <a:pt x="2587366" y="654967"/>
                  </a:cubicBezTo>
                  <a:lnTo>
                    <a:pt x="2571783" y="659997"/>
                  </a:lnTo>
                  <a:cubicBezTo>
                    <a:pt x="2566588" y="659997"/>
                    <a:pt x="2566588" y="659997"/>
                    <a:pt x="2561394" y="665194"/>
                  </a:cubicBezTo>
                  <a:lnTo>
                    <a:pt x="2561394" y="659997"/>
                  </a:lnTo>
                  <a:cubicBezTo>
                    <a:pt x="2561394" y="659997"/>
                    <a:pt x="2561394" y="659997"/>
                    <a:pt x="2556367" y="659997"/>
                  </a:cubicBezTo>
                  <a:cubicBezTo>
                    <a:pt x="2551005" y="659997"/>
                    <a:pt x="2551005" y="654967"/>
                    <a:pt x="2551005" y="654967"/>
                  </a:cubicBezTo>
                  <a:cubicBezTo>
                    <a:pt x="2551005" y="654967"/>
                    <a:pt x="2545811" y="654967"/>
                    <a:pt x="2545811" y="659997"/>
                  </a:cubicBezTo>
                  <a:cubicBezTo>
                    <a:pt x="2545811" y="659997"/>
                    <a:pt x="2545811" y="659997"/>
                    <a:pt x="2540616" y="659997"/>
                  </a:cubicBezTo>
                  <a:cubicBezTo>
                    <a:pt x="2540616" y="654967"/>
                    <a:pt x="2535589" y="654967"/>
                    <a:pt x="2535589" y="654967"/>
                  </a:cubicBezTo>
                  <a:cubicBezTo>
                    <a:pt x="2535589" y="654967"/>
                    <a:pt x="2535589" y="654967"/>
                    <a:pt x="2535589" y="649602"/>
                  </a:cubicBezTo>
                  <a:cubicBezTo>
                    <a:pt x="2535589" y="649602"/>
                    <a:pt x="2535589" y="644404"/>
                    <a:pt x="2530227" y="644404"/>
                  </a:cubicBezTo>
                  <a:cubicBezTo>
                    <a:pt x="2525033" y="644404"/>
                    <a:pt x="2525033" y="644404"/>
                    <a:pt x="2525033" y="644404"/>
                  </a:cubicBezTo>
                  <a:cubicBezTo>
                    <a:pt x="2525033" y="639207"/>
                    <a:pt x="2519839" y="639207"/>
                    <a:pt x="2519839" y="639207"/>
                  </a:cubicBezTo>
                  <a:lnTo>
                    <a:pt x="2514812" y="639207"/>
                  </a:lnTo>
                  <a:cubicBezTo>
                    <a:pt x="2509450" y="639207"/>
                    <a:pt x="2509450" y="644404"/>
                    <a:pt x="2509450" y="644404"/>
                  </a:cubicBezTo>
                  <a:cubicBezTo>
                    <a:pt x="2509450" y="644404"/>
                    <a:pt x="2509450" y="644404"/>
                    <a:pt x="2504255" y="644404"/>
                  </a:cubicBezTo>
                  <a:cubicBezTo>
                    <a:pt x="2504255" y="644404"/>
                    <a:pt x="2504255" y="644404"/>
                    <a:pt x="2499061" y="644404"/>
                  </a:cubicBezTo>
                  <a:cubicBezTo>
                    <a:pt x="2499061" y="644404"/>
                    <a:pt x="2499061" y="644404"/>
                    <a:pt x="2494034" y="644404"/>
                  </a:cubicBezTo>
                  <a:cubicBezTo>
                    <a:pt x="2488672" y="644404"/>
                    <a:pt x="2488672" y="644404"/>
                    <a:pt x="2488672" y="649602"/>
                  </a:cubicBezTo>
                  <a:cubicBezTo>
                    <a:pt x="2483478" y="649602"/>
                    <a:pt x="2483478" y="649602"/>
                    <a:pt x="2483478" y="649602"/>
                  </a:cubicBezTo>
                  <a:cubicBezTo>
                    <a:pt x="2478283" y="649602"/>
                    <a:pt x="2478283" y="649602"/>
                    <a:pt x="2478283" y="654967"/>
                  </a:cubicBezTo>
                  <a:cubicBezTo>
                    <a:pt x="2473256" y="654967"/>
                    <a:pt x="2473256" y="654967"/>
                    <a:pt x="2473256" y="654967"/>
                  </a:cubicBezTo>
                  <a:lnTo>
                    <a:pt x="2467894" y="654967"/>
                  </a:lnTo>
                  <a:cubicBezTo>
                    <a:pt x="2467894" y="654967"/>
                    <a:pt x="2467894" y="654967"/>
                    <a:pt x="2467894" y="649602"/>
                  </a:cubicBezTo>
                  <a:cubicBezTo>
                    <a:pt x="2467894" y="649602"/>
                    <a:pt x="2467894" y="649602"/>
                    <a:pt x="2467894" y="644404"/>
                  </a:cubicBezTo>
                  <a:cubicBezTo>
                    <a:pt x="2462700" y="639207"/>
                    <a:pt x="2462700" y="639207"/>
                    <a:pt x="2462700" y="639207"/>
                  </a:cubicBezTo>
                  <a:lnTo>
                    <a:pt x="2462700" y="634177"/>
                  </a:lnTo>
                  <a:cubicBezTo>
                    <a:pt x="2462700" y="628812"/>
                    <a:pt x="2457673" y="628812"/>
                    <a:pt x="2457673" y="628812"/>
                  </a:cubicBezTo>
                  <a:cubicBezTo>
                    <a:pt x="2452311" y="628812"/>
                    <a:pt x="2452311" y="628812"/>
                    <a:pt x="2452311" y="628812"/>
                  </a:cubicBezTo>
                  <a:lnTo>
                    <a:pt x="2452311" y="623615"/>
                  </a:lnTo>
                  <a:lnTo>
                    <a:pt x="2457673" y="623615"/>
                  </a:lnTo>
                  <a:lnTo>
                    <a:pt x="2457673" y="618585"/>
                  </a:lnTo>
                  <a:cubicBezTo>
                    <a:pt x="2462700" y="613387"/>
                    <a:pt x="2462700" y="608022"/>
                    <a:pt x="2462700" y="608022"/>
                  </a:cubicBezTo>
                  <a:cubicBezTo>
                    <a:pt x="2462700" y="608022"/>
                    <a:pt x="2462700" y="597795"/>
                    <a:pt x="2457673" y="597795"/>
                  </a:cubicBezTo>
                  <a:cubicBezTo>
                    <a:pt x="2457673" y="597795"/>
                    <a:pt x="2457673" y="592598"/>
                    <a:pt x="2452311" y="592598"/>
                  </a:cubicBezTo>
                  <a:cubicBezTo>
                    <a:pt x="2452311" y="587233"/>
                    <a:pt x="2452311" y="587233"/>
                    <a:pt x="2447117" y="582035"/>
                  </a:cubicBezTo>
                  <a:cubicBezTo>
                    <a:pt x="2441922" y="582035"/>
                    <a:pt x="2441922" y="582035"/>
                    <a:pt x="2441922" y="582035"/>
                  </a:cubicBezTo>
                  <a:cubicBezTo>
                    <a:pt x="2441922" y="577005"/>
                    <a:pt x="2436896" y="577005"/>
                    <a:pt x="2436896" y="571808"/>
                  </a:cubicBezTo>
                  <a:cubicBezTo>
                    <a:pt x="2431701" y="571808"/>
                    <a:pt x="2431701" y="571808"/>
                    <a:pt x="2431701" y="571808"/>
                  </a:cubicBezTo>
                  <a:cubicBezTo>
                    <a:pt x="2426339" y="571808"/>
                    <a:pt x="2426339" y="571808"/>
                    <a:pt x="2421145" y="577005"/>
                  </a:cubicBezTo>
                  <a:cubicBezTo>
                    <a:pt x="2421145" y="571808"/>
                    <a:pt x="2421145" y="571808"/>
                    <a:pt x="2416118" y="571808"/>
                  </a:cubicBezTo>
                  <a:lnTo>
                    <a:pt x="2416118" y="577005"/>
                  </a:lnTo>
                  <a:cubicBezTo>
                    <a:pt x="2410924" y="577005"/>
                    <a:pt x="2410924" y="577005"/>
                    <a:pt x="2410924" y="577005"/>
                  </a:cubicBezTo>
                  <a:cubicBezTo>
                    <a:pt x="2410924" y="577005"/>
                    <a:pt x="2405562" y="577005"/>
                    <a:pt x="2405562" y="582035"/>
                  </a:cubicBezTo>
                  <a:cubicBezTo>
                    <a:pt x="2405562" y="582035"/>
                    <a:pt x="2400367" y="582035"/>
                    <a:pt x="2400367" y="587233"/>
                  </a:cubicBezTo>
                  <a:cubicBezTo>
                    <a:pt x="2400367" y="587233"/>
                    <a:pt x="2400367" y="587233"/>
                    <a:pt x="2395340" y="587233"/>
                  </a:cubicBezTo>
                  <a:cubicBezTo>
                    <a:pt x="2395340" y="592598"/>
                    <a:pt x="2395340" y="592598"/>
                    <a:pt x="2395340" y="592598"/>
                  </a:cubicBezTo>
                  <a:cubicBezTo>
                    <a:pt x="2395340" y="592598"/>
                    <a:pt x="2395340" y="592598"/>
                    <a:pt x="2390146" y="592598"/>
                  </a:cubicBezTo>
                  <a:lnTo>
                    <a:pt x="2390146" y="587233"/>
                  </a:lnTo>
                  <a:cubicBezTo>
                    <a:pt x="2390146" y="587233"/>
                    <a:pt x="2390146" y="587233"/>
                    <a:pt x="2384784" y="587233"/>
                  </a:cubicBezTo>
                  <a:cubicBezTo>
                    <a:pt x="2384784" y="587233"/>
                    <a:pt x="2384784" y="587233"/>
                    <a:pt x="2379589" y="587233"/>
                  </a:cubicBezTo>
                  <a:cubicBezTo>
                    <a:pt x="2379589" y="587233"/>
                    <a:pt x="2379589" y="582035"/>
                    <a:pt x="2374563" y="582035"/>
                  </a:cubicBezTo>
                  <a:cubicBezTo>
                    <a:pt x="2369368" y="582035"/>
                    <a:pt x="2369368" y="587233"/>
                    <a:pt x="2369368" y="587233"/>
                  </a:cubicBezTo>
                  <a:cubicBezTo>
                    <a:pt x="2364006" y="587233"/>
                    <a:pt x="2364006" y="587233"/>
                    <a:pt x="2364006" y="587233"/>
                  </a:cubicBezTo>
                  <a:cubicBezTo>
                    <a:pt x="2364006" y="587233"/>
                    <a:pt x="2364006" y="587233"/>
                    <a:pt x="2358812" y="587233"/>
                  </a:cubicBezTo>
                  <a:cubicBezTo>
                    <a:pt x="2358812" y="587233"/>
                    <a:pt x="2358812" y="587233"/>
                    <a:pt x="2353785" y="587233"/>
                  </a:cubicBezTo>
                  <a:lnTo>
                    <a:pt x="2348591" y="587233"/>
                  </a:lnTo>
                  <a:lnTo>
                    <a:pt x="2343229" y="587233"/>
                  </a:lnTo>
                  <a:lnTo>
                    <a:pt x="2338034" y="587233"/>
                  </a:lnTo>
                  <a:cubicBezTo>
                    <a:pt x="2338034" y="582035"/>
                    <a:pt x="2338034" y="582035"/>
                    <a:pt x="2338034" y="582035"/>
                  </a:cubicBezTo>
                  <a:lnTo>
                    <a:pt x="2333007" y="582035"/>
                  </a:lnTo>
                  <a:lnTo>
                    <a:pt x="2327813" y="582035"/>
                  </a:lnTo>
                  <a:cubicBezTo>
                    <a:pt x="2327813" y="577005"/>
                    <a:pt x="2327813" y="577005"/>
                    <a:pt x="2322451" y="577005"/>
                  </a:cubicBezTo>
                  <a:cubicBezTo>
                    <a:pt x="2322451" y="571808"/>
                    <a:pt x="2322451" y="571808"/>
                    <a:pt x="2322451" y="571808"/>
                  </a:cubicBezTo>
                  <a:cubicBezTo>
                    <a:pt x="2322451" y="571808"/>
                    <a:pt x="2322451" y="571808"/>
                    <a:pt x="2317257" y="571808"/>
                  </a:cubicBezTo>
                  <a:cubicBezTo>
                    <a:pt x="2317257" y="571808"/>
                    <a:pt x="2317257" y="571808"/>
                    <a:pt x="2312230" y="571808"/>
                  </a:cubicBezTo>
                  <a:cubicBezTo>
                    <a:pt x="2312230" y="571808"/>
                    <a:pt x="2312230" y="571808"/>
                    <a:pt x="2307035" y="571808"/>
                  </a:cubicBezTo>
                  <a:cubicBezTo>
                    <a:pt x="2307035" y="566443"/>
                    <a:pt x="2307035" y="566443"/>
                    <a:pt x="2307035" y="566443"/>
                  </a:cubicBezTo>
                  <a:cubicBezTo>
                    <a:pt x="2307035" y="561245"/>
                    <a:pt x="2301673" y="561245"/>
                    <a:pt x="2296479" y="561245"/>
                  </a:cubicBezTo>
                  <a:lnTo>
                    <a:pt x="2291452" y="566443"/>
                  </a:lnTo>
                  <a:cubicBezTo>
                    <a:pt x="2291452" y="561245"/>
                    <a:pt x="2286258" y="561245"/>
                    <a:pt x="2286258" y="556216"/>
                  </a:cubicBezTo>
                  <a:cubicBezTo>
                    <a:pt x="2280896" y="556216"/>
                    <a:pt x="2280896" y="556216"/>
                    <a:pt x="2280896" y="556216"/>
                  </a:cubicBezTo>
                  <a:cubicBezTo>
                    <a:pt x="2280896" y="551018"/>
                    <a:pt x="2275701" y="551018"/>
                    <a:pt x="2275701" y="551018"/>
                  </a:cubicBezTo>
                  <a:cubicBezTo>
                    <a:pt x="2280896" y="545653"/>
                    <a:pt x="2280896" y="545653"/>
                    <a:pt x="2280896" y="540456"/>
                  </a:cubicBezTo>
                  <a:lnTo>
                    <a:pt x="2280896" y="535426"/>
                  </a:lnTo>
                  <a:lnTo>
                    <a:pt x="2280896" y="530228"/>
                  </a:lnTo>
                  <a:cubicBezTo>
                    <a:pt x="2286258" y="530228"/>
                    <a:pt x="2286258" y="524863"/>
                    <a:pt x="2286258" y="524863"/>
                  </a:cubicBezTo>
                  <a:lnTo>
                    <a:pt x="2286258" y="519666"/>
                  </a:lnTo>
                  <a:lnTo>
                    <a:pt x="2291452" y="519666"/>
                  </a:lnTo>
                  <a:lnTo>
                    <a:pt x="2291452" y="514636"/>
                  </a:lnTo>
                  <a:cubicBezTo>
                    <a:pt x="2291452" y="509439"/>
                    <a:pt x="2286258" y="509439"/>
                    <a:pt x="2286258" y="509439"/>
                  </a:cubicBezTo>
                  <a:lnTo>
                    <a:pt x="2286258" y="504074"/>
                  </a:lnTo>
                  <a:cubicBezTo>
                    <a:pt x="2286258" y="504074"/>
                    <a:pt x="2286258" y="504074"/>
                    <a:pt x="2280896" y="504074"/>
                  </a:cubicBezTo>
                  <a:cubicBezTo>
                    <a:pt x="2275701" y="504074"/>
                    <a:pt x="2275701" y="504074"/>
                    <a:pt x="2275701" y="504074"/>
                  </a:cubicBezTo>
                  <a:lnTo>
                    <a:pt x="2270674" y="504074"/>
                  </a:lnTo>
                  <a:cubicBezTo>
                    <a:pt x="2265480" y="504074"/>
                    <a:pt x="2265480" y="504074"/>
                    <a:pt x="2265480" y="504074"/>
                  </a:cubicBezTo>
                  <a:cubicBezTo>
                    <a:pt x="2260118" y="509439"/>
                    <a:pt x="2260118" y="509439"/>
                    <a:pt x="2260118" y="509439"/>
                  </a:cubicBezTo>
                  <a:cubicBezTo>
                    <a:pt x="2260118" y="509439"/>
                    <a:pt x="2260118" y="509439"/>
                    <a:pt x="2254924" y="504074"/>
                  </a:cubicBezTo>
                  <a:cubicBezTo>
                    <a:pt x="2249897" y="504074"/>
                    <a:pt x="2249897" y="504074"/>
                    <a:pt x="2249897" y="504074"/>
                  </a:cubicBezTo>
                  <a:lnTo>
                    <a:pt x="2249897" y="498876"/>
                  </a:lnTo>
                  <a:cubicBezTo>
                    <a:pt x="2249897" y="498876"/>
                    <a:pt x="2249897" y="498876"/>
                    <a:pt x="2244702" y="493846"/>
                  </a:cubicBezTo>
                  <a:lnTo>
                    <a:pt x="2239340" y="493846"/>
                  </a:lnTo>
                  <a:lnTo>
                    <a:pt x="2239340" y="488649"/>
                  </a:lnTo>
                  <a:cubicBezTo>
                    <a:pt x="2239340" y="488649"/>
                    <a:pt x="2239340" y="488649"/>
                    <a:pt x="2239340" y="483284"/>
                  </a:cubicBezTo>
                  <a:cubicBezTo>
                    <a:pt x="2239340" y="483284"/>
                    <a:pt x="2239340" y="478086"/>
                    <a:pt x="2234146" y="473057"/>
                  </a:cubicBezTo>
                  <a:cubicBezTo>
                    <a:pt x="2229119" y="473057"/>
                    <a:pt x="2229119" y="473057"/>
                    <a:pt x="2229119" y="473057"/>
                  </a:cubicBezTo>
                  <a:cubicBezTo>
                    <a:pt x="2229119" y="473057"/>
                    <a:pt x="2229119" y="473057"/>
                    <a:pt x="2229119" y="467859"/>
                  </a:cubicBezTo>
                  <a:lnTo>
                    <a:pt x="2234146" y="467859"/>
                  </a:lnTo>
                  <a:lnTo>
                    <a:pt x="2234146" y="462494"/>
                  </a:lnTo>
                  <a:cubicBezTo>
                    <a:pt x="2239340" y="462494"/>
                    <a:pt x="2239340" y="462494"/>
                    <a:pt x="2239340" y="462494"/>
                  </a:cubicBezTo>
                  <a:lnTo>
                    <a:pt x="2244702" y="462494"/>
                  </a:lnTo>
                  <a:lnTo>
                    <a:pt x="2249897" y="462494"/>
                  </a:lnTo>
                  <a:cubicBezTo>
                    <a:pt x="2254924" y="462494"/>
                    <a:pt x="2254924" y="462494"/>
                    <a:pt x="2254924" y="457297"/>
                  </a:cubicBezTo>
                  <a:cubicBezTo>
                    <a:pt x="2260118" y="457297"/>
                    <a:pt x="2260118" y="457297"/>
                    <a:pt x="2265480" y="457297"/>
                  </a:cubicBezTo>
                  <a:cubicBezTo>
                    <a:pt x="2265480" y="457297"/>
                    <a:pt x="2270674" y="457297"/>
                    <a:pt x="2270674" y="452267"/>
                  </a:cubicBezTo>
                  <a:lnTo>
                    <a:pt x="2275701" y="452267"/>
                  </a:lnTo>
                  <a:lnTo>
                    <a:pt x="2275701" y="447069"/>
                  </a:lnTo>
                  <a:cubicBezTo>
                    <a:pt x="2275701" y="447069"/>
                    <a:pt x="2275701" y="447069"/>
                    <a:pt x="2280896" y="447069"/>
                  </a:cubicBezTo>
                  <a:lnTo>
                    <a:pt x="2286258" y="447069"/>
                  </a:lnTo>
                  <a:cubicBezTo>
                    <a:pt x="2286258" y="447069"/>
                    <a:pt x="2286258" y="447069"/>
                    <a:pt x="2286258" y="441704"/>
                  </a:cubicBezTo>
                  <a:cubicBezTo>
                    <a:pt x="2286258" y="441704"/>
                    <a:pt x="2286258" y="441704"/>
                    <a:pt x="2286258" y="436507"/>
                  </a:cubicBezTo>
                  <a:cubicBezTo>
                    <a:pt x="2286258" y="436507"/>
                    <a:pt x="2286258" y="436507"/>
                    <a:pt x="2291452" y="436507"/>
                  </a:cubicBezTo>
                  <a:cubicBezTo>
                    <a:pt x="2291452" y="436507"/>
                    <a:pt x="2291452" y="436507"/>
                    <a:pt x="2291452" y="431477"/>
                  </a:cubicBezTo>
                  <a:cubicBezTo>
                    <a:pt x="2291452" y="426280"/>
                    <a:pt x="2291452" y="426280"/>
                    <a:pt x="2291452" y="420915"/>
                  </a:cubicBezTo>
                  <a:lnTo>
                    <a:pt x="2291452" y="415885"/>
                  </a:lnTo>
                  <a:cubicBezTo>
                    <a:pt x="2296479" y="410687"/>
                    <a:pt x="2296479" y="410687"/>
                    <a:pt x="2296479" y="410687"/>
                  </a:cubicBezTo>
                  <a:cubicBezTo>
                    <a:pt x="2296479" y="410687"/>
                    <a:pt x="2296479" y="410687"/>
                    <a:pt x="2301673" y="415885"/>
                  </a:cubicBezTo>
                  <a:cubicBezTo>
                    <a:pt x="2307035" y="415885"/>
                    <a:pt x="2312230" y="410687"/>
                    <a:pt x="2312230" y="410687"/>
                  </a:cubicBezTo>
                  <a:cubicBezTo>
                    <a:pt x="2312230" y="410687"/>
                    <a:pt x="2312230" y="410687"/>
                    <a:pt x="2312230" y="405490"/>
                  </a:cubicBezTo>
                  <a:cubicBezTo>
                    <a:pt x="2312230" y="405490"/>
                    <a:pt x="2312230" y="405490"/>
                    <a:pt x="2307035" y="405490"/>
                  </a:cubicBezTo>
                  <a:cubicBezTo>
                    <a:pt x="2307035" y="400125"/>
                    <a:pt x="2312230" y="400125"/>
                    <a:pt x="2312230" y="400125"/>
                  </a:cubicBezTo>
                  <a:cubicBezTo>
                    <a:pt x="2312230" y="400125"/>
                    <a:pt x="2312230" y="400125"/>
                    <a:pt x="2312230" y="395095"/>
                  </a:cubicBezTo>
                  <a:cubicBezTo>
                    <a:pt x="2312230" y="395095"/>
                    <a:pt x="2312230" y="395095"/>
                    <a:pt x="2317257" y="395095"/>
                  </a:cubicBezTo>
                  <a:cubicBezTo>
                    <a:pt x="2322451" y="395095"/>
                    <a:pt x="2322451" y="395095"/>
                    <a:pt x="2322451" y="395095"/>
                  </a:cubicBezTo>
                  <a:lnTo>
                    <a:pt x="2327813" y="395095"/>
                  </a:lnTo>
                  <a:cubicBezTo>
                    <a:pt x="2327813" y="395095"/>
                    <a:pt x="2327813" y="395095"/>
                    <a:pt x="2333007" y="395095"/>
                  </a:cubicBezTo>
                  <a:cubicBezTo>
                    <a:pt x="2333007" y="395095"/>
                    <a:pt x="2333007" y="395095"/>
                    <a:pt x="2338034" y="389898"/>
                  </a:cubicBezTo>
                  <a:cubicBezTo>
                    <a:pt x="2338034" y="389898"/>
                    <a:pt x="2338034" y="389898"/>
                    <a:pt x="2338034" y="384700"/>
                  </a:cubicBezTo>
                  <a:cubicBezTo>
                    <a:pt x="2338034" y="384700"/>
                    <a:pt x="2338034" y="384700"/>
                    <a:pt x="2338034" y="379335"/>
                  </a:cubicBezTo>
                  <a:cubicBezTo>
                    <a:pt x="2343229" y="379335"/>
                    <a:pt x="2343229" y="379335"/>
                    <a:pt x="2343229" y="379335"/>
                  </a:cubicBezTo>
                  <a:cubicBezTo>
                    <a:pt x="2343229" y="379335"/>
                    <a:pt x="2348591" y="379335"/>
                    <a:pt x="2348591" y="374305"/>
                  </a:cubicBezTo>
                  <a:cubicBezTo>
                    <a:pt x="2348591" y="374305"/>
                    <a:pt x="2348591" y="374305"/>
                    <a:pt x="2348591" y="369108"/>
                  </a:cubicBezTo>
                  <a:cubicBezTo>
                    <a:pt x="2348591" y="374305"/>
                    <a:pt x="2353785" y="374305"/>
                    <a:pt x="2353785" y="374305"/>
                  </a:cubicBezTo>
                  <a:cubicBezTo>
                    <a:pt x="2353785" y="374305"/>
                    <a:pt x="2353785" y="379335"/>
                    <a:pt x="2358812" y="379335"/>
                  </a:cubicBezTo>
                  <a:cubicBezTo>
                    <a:pt x="2358812" y="379335"/>
                    <a:pt x="2364006" y="379335"/>
                    <a:pt x="2364006" y="384700"/>
                  </a:cubicBezTo>
                  <a:cubicBezTo>
                    <a:pt x="2369368" y="384700"/>
                    <a:pt x="2369368" y="384700"/>
                    <a:pt x="2369368" y="384700"/>
                  </a:cubicBezTo>
                  <a:cubicBezTo>
                    <a:pt x="2374563" y="384700"/>
                    <a:pt x="2374563" y="384700"/>
                    <a:pt x="2374563" y="384700"/>
                  </a:cubicBezTo>
                  <a:cubicBezTo>
                    <a:pt x="2374563" y="389898"/>
                    <a:pt x="2379589" y="389898"/>
                    <a:pt x="2379589" y="389898"/>
                  </a:cubicBezTo>
                  <a:cubicBezTo>
                    <a:pt x="2379589" y="395095"/>
                    <a:pt x="2379589" y="395095"/>
                    <a:pt x="2379589" y="395095"/>
                  </a:cubicBezTo>
                  <a:cubicBezTo>
                    <a:pt x="2379589" y="395095"/>
                    <a:pt x="2379589" y="395095"/>
                    <a:pt x="2379589" y="400125"/>
                  </a:cubicBezTo>
                  <a:lnTo>
                    <a:pt x="2379589" y="405490"/>
                  </a:lnTo>
                  <a:cubicBezTo>
                    <a:pt x="2379589" y="405490"/>
                    <a:pt x="2379589" y="405490"/>
                    <a:pt x="2379589" y="410687"/>
                  </a:cubicBezTo>
                  <a:cubicBezTo>
                    <a:pt x="2379589" y="410687"/>
                    <a:pt x="2379589" y="415885"/>
                    <a:pt x="2384784" y="415885"/>
                  </a:cubicBezTo>
                  <a:cubicBezTo>
                    <a:pt x="2390146" y="415885"/>
                    <a:pt x="2390146" y="415885"/>
                    <a:pt x="2395340" y="415885"/>
                  </a:cubicBezTo>
                  <a:cubicBezTo>
                    <a:pt x="2400367" y="415885"/>
                    <a:pt x="2400367" y="415885"/>
                    <a:pt x="2400367" y="415885"/>
                  </a:cubicBezTo>
                  <a:cubicBezTo>
                    <a:pt x="2405562" y="415885"/>
                    <a:pt x="2405562" y="415885"/>
                    <a:pt x="2405562" y="415885"/>
                  </a:cubicBezTo>
                  <a:lnTo>
                    <a:pt x="2410924" y="415885"/>
                  </a:lnTo>
                  <a:cubicBezTo>
                    <a:pt x="2410924" y="415885"/>
                    <a:pt x="2410924" y="420915"/>
                    <a:pt x="2416118" y="420915"/>
                  </a:cubicBezTo>
                  <a:cubicBezTo>
                    <a:pt x="2416118" y="420915"/>
                    <a:pt x="2416118" y="420915"/>
                    <a:pt x="2421145" y="420915"/>
                  </a:cubicBezTo>
                  <a:cubicBezTo>
                    <a:pt x="2421145" y="426280"/>
                    <a:pt x="2421145" y="426280"/>
                    <a:pt x="2421145" y="426280"/>
                  </a:cubicBezTo>
                  <a:lnTo>
                    <a:pt x="2426339" y="431477"/>
                  </a:lnTo>
                  <a:cubicBezTo>
                    <a:pt x="2426339" y="431477"/>
                    <a:pt x="2426339" y="436507"/>
                    <a:pt x="2431701" y="436507"/>
                  </a:cubicBezTo>
                  <a:cubicBezTo>
                    <a:pt x="2431701" y="436507"/>
                    <a:pt x="2431701" y="436507"/>
                    <a:pt x="2436896" y="436507"/>
                  </a:cubicBezTo>
                  <a:cubicBezTo>
                    <a:pt x="2441922" y="441704"/>
                    <a:pt x="2452311" y="441704"/>
                    <a:pt x="2452311" y="441704"/>
                  </a:cubicBezTo>
                  <a:cubicBezTo>
                    <a:pt x="2452311" y="441704"/>
                    <a:pt x="2457673" y="441704"/>
                    <a:pt x="2462700" y="441704"/>
                  </a:cubicBezTo>
                  <a:cubicBezTo>
                    <a:pt x="2462700" y="441704"/>
                    <a:pt x="2462700" y="441704"/>
                    <a:pt x="2467894" y="441704"/>
                  </a:cubicBezTo>
                  <a:lnTo>
                    <a:pt x="2473256" y="441704"/>
                  </a:lnTo>
                  <a:cubicBezTo>
                    <a:pt x="2473256" y="441704"/>
                    <a:pt x="2473256" y="441704"/>
                    <a:pt x="2478283" y="441704"/>
                  </a:cubicBezTo>
                  <a:cubicBezTo>
                    <a:pt x="2483478" y="441704"/>
                    <a:pt x="2483478" y="447069"/>
                    <a:pt x="2488672" y="447069"/>
                  </a:cubicBezTo>
                  <a:cubicBezTo>
                    <a:pt x="2494034" y="447069"/>
                    <a:pt x="2494034" y="447069"/>
                    <a:pt x="2494034" y="447069"/>
                  </a:cubicBezTo>
                  <a:cubicBezTo>
                    <a:pt x="2499061" y="452267"/>
                    <a:pt x="2499061" y="452267"/>
                    <a:pt x="2499061" y="452267"/>
                  </a:cubicBezTo>
                  <a:cubicBezTo>
                    <a:pt x="2504255" y="452267"/>
                    <a:pt x="2504255" y="452267"/>
                    <a:pt x="2504255" y="452267"/>
                  </a:cubicBezTo>
                  <a:cubicBezTo>
                    <a:pt x="2504255" y="452267"/>
                    <a:pt x="2504255" y="447069"/>
                    <a:pt x="2509450" y="447069"/>
                  </a:cubicBezTo>
                  <a:cubicBezTo>
                    <a:pt x="2509450" y="452267"/>
                    <a:pt x="2509450" y="452267"/>
                    <a:pt x="2514812" y="452267"/>
                  </a:cubicBezTo>
                  <a:cubicBezTo>
                    <a:pt x="2519839" y="452267"/>
                    <a:pt x="2525033" y="447069"/>
                    <a:pt x="2525033" y="447069"/>
                  </a:cubicBezTo>
                  <a:cubicBezTo>
                    <a:pt x="2530227" y="447069"/>
                    <a:pt x="2535589" y="441704"/>
                    <a:pt x="2535589" y="441704"/>
                  </a:cubicBezTo>
                  <a:lnTo>
                    <a:pt x="2540616" y="441704"/>
                  </a:lnTo>
                  <a:cubicBezTo>
                    <a:pt x="2545811" y="441704"/>
                    <a:pt x="2545811" y="441704"/>
                    <a:pt x="2551005" y="441704"/>
                  </a:cubicBezTo>
                  <a:lnTo>
                    <a:pt x="2556367" y="441704"/>
                  </a:lnTo>
                  <a:cubicBezTo>
                    <a:pt x="2556367" y="441704"/>
                    <a:pt x="2556367" y="441704"/>
                    <a:pt x="2561394" y="441704"/>
                  </a:cubicBezTo>
                  <a:cubicBezTo>
                    <a:pt x="2561394" y="441704"/>
                    <a:pt x="2566588" y="441704"/>
                    <a:pt x="2566588" y="436507"/>
                  </a:cubicBezTo>
                  <a:cubicBezTo>
                    <a:pt x="2571783" y="436507"/>
                    <a:pt x="2571783" y="436507"/>
                    <a:pt x="2571783" y="431477"/>
                  </a:cubicBezTo>
                  <a:cubicBezTo>
                    <a:pt x="2577145" y="431477"/>
                    <a:pt x="2577145" y="431477"/>
                    <a:pt x="2577145" y="431477"/>
                  </a:cubicBezTo>
                  <a:cubicBezTo>
                    <a:pt x="2577145" y="431477"/>
                    <a:pt x="2582172" y="431477"/>
                    <a:pt x="2582172" y="426280"/>
                  </a:cubicBezTo>
                  <a:cubicBezTo>
                    <a:pt x="2582172" y="426280"/>
                    <a:pt x="2582172" y="426280"/>
                    <a:pt x="2582172" y="420915"/>
                  </a:cubicBezTo>
                  <a:cubicBezTo>
                    <a:pt x="2582172" y="420915"/>
                    <a:pt x="2582172" y="415885"/>
                    <a:pt x="2577145" y="415885"/>
                  </a:cubicBezTo>
                  <a:cubicBezTo>
                    <a:pt x="2582172" y="415885"/>
                    <a:pt x="2582172" y="415885"/>
                    <a:pt x="2587366" y="415885"/>
                  </a:cubicBezTo>
                  <a:cubicBezTo>
                    <a:pt x="2587366" y="415885"/>
                    <a:pt x="2587366" y="415885"/>
                    <a:pt x="2592560" y="415885"/>
                  </a:cubicBezTo>
                  <a:cubicBezTo>
                    <a:pt x="2592560" y="415885"/>
                    <a:pt x="2592560" y="415885"/>
                    <a:pt x="2597922" y="415885"/>
                  </a:cubicBezTo>
                  <a:cubicBezTo>
                    <a:pt x="2597922" y="415885"/>
                    <a:pt x="2597922" y="415885"/>
                    <a:pt x="2602949" y="415885"/>
                  </a:cubicBezTo>
                  <a:cubicBezTo>
                    <a:pt x="2602949" y="410687"/>
                    <a:pt x="2608144" y="410687"/>
                    <a:pt x="2608144" y="410687"/>
                  </a:cubicBezTo>
                  <a:lnTo>
                    <a:pt x="2613338" y="410687"/>
                  </a:lnTo>
                  <a:cubicBezTo>
                    <a:pt x="2613338" y="410687"/>
                    <a:pt x="2613338" y="410687"/>
                    <a:pt x="2618700" y="410687"/>
                  </a:cubicBezTo>
                  <a:cubicBezTo>
                    <a:pt x="2618700" y="410687"/>
                    <a:pt x="2618700" y="410687"/>
                    <a:pt x="2618700" y="405490"/>
                  </a:cubicBezTo>
                  <a:cubicBezTo>
                    <a:pt x="2623727" y="405490"/>
                    <a:pt x="2623727" y="405490"/>
                    <a:pt x="2623727" y="400125"/>
                  </a:cubicBezTo>
                  <a:lnTo>
                    <a:pt x="2628921" y="400125"/>
                  </a:lnTo>
                  <a:cubicBezTo>
                    <a:pt x="2628921" y="400125"/>
                    <a:pt x="2628921" y="400125"/>
                    <a:pt x="2634116" y="400125"/>
                  </a:cubicBezTo>
                  <a:cubicBezTo>
                    <a:pt x="2634116" y="400125"/>
                    <a:pt x="2634116" y="400125"/>
                    <a:pt x="2634116" y="395095"/>
                  </a:cubicBezTo>
                  <a:cubicBezTo>
                    <a:pt x="2639478" y="395095"/>
                    <a:pt x="2639478" y="395095"/>
                    <a:pt x="2639478" y="395095"/>
                  </a:cubicBezTo>
                  <a:cubicBezTo>
                    <a:pt x="2639478" y="395095"/>
                    <a:pt x="2639478" y="395095"/>
                    <a:pt x="2644504" y="395095"/>
                  </a:cubicBezTo>
                  <a:cubicBezTo>
                    <a:pt x="2644504" y="395095"/>
                    <a:pt x="2644504" y="395095"/>
                    <a:pt x="2649699" y="395095"/>
                  </a:cubicBezTo>
                  <a:lnTo>
                    <a:pt x="2649699" y="400125"/>
                  </a:lnTo>
                  <a:cubicBezTo>
                    <a:pt x="2654893" y="400125"/>
                    <a:pt x="2654893" y="395095"/>
                    <a:pt x="2654893" y="395095"/>
                  </a:cubicBezTo>
                  <a:cubicBezTo>
                    <a:pt x="2654893" y="389898"/>
                    <a:pt x="2654893" y="389898"/>
                    <a:pt x="2654893" y="389898"/>
                  </a:cubicBezTo>
                  <a:lnTo>
                    <a:pt x="2654893" y="384700"/>
                  </a:lnTo>
                  <a:cubicBezTo>
                    <a:pt x="2654893" y="384700"/>
                    <a:pt x="2644504" y="379335"/>
                    <a:pt x="2644504" y="374305"/>
                  </a:cubicBezTo>
                  <a:cubicBezTo>
                    <a:pt x="2639478" y="374305"/>
                    <a:pt x="2639478" y="374305"/>
                    <a:pt x="2639478" y="374305"/>
                  </a:cubicBezTo>
                  <a:cubicBezTo>
                    <a:pt x="2639478" y="374305"/>
                    <a:pt x="2639478" y="374305"/>
                    <a:pt x="2634116" y="374305"/>
                  </a:cubicBezTo>
                  <a:cubicBezTo>
                    <a:pt x="2634116" y="374305"/>
                    <a:pt x="2634116" y="374305"/>
                    <a:pt x="2628921" y="374305"/>
                  </a:cubicBezTo>
                  <a:lnTo>
                    <a:pt x="2623727" y="374305"/>
                  </a:lnTo>
                  <a:cubicBezTo>
                    <a:pt x="2623727" y="374305"/>
                    <a:pt x="2623727" y="374305"/>
                    <a:pt x="2618700" y="374305"/>
                  </a:cubicBezTo>
                  <a:lnTo>
                    <a:pt x="2618700" y="369108"/>
                  </a:lnTo>
                  <a:cubicBezTo>
                    <a:pt x="2623727" y="369108"/>
                    <a:pt x="2623727" y="363910"/>
                    <a:pt x="2623727" y="363910"/>
                  </a:cubicBezTo>
                  <a:lnTo>
                    <a:pt x="2628921" y="363910"/>
                  </a:lnTo>
                  <a:cubicBezTo>
                    <a:pt x="2634116" y="363910"/>
                    <a:pt x="2639478" y="363910"/>
                    <a:pt x="2639478" y="363910"/>
                  </a:cubicBezTo>
                  <a:cubicBezTo>
                    <a:pt x="2644504" y="363910"/>
                    <a:pt x="2644504" y="363910"/>
                    <a:pt x="2644504" y="358545"/>
                  </a:cubicBezTo>
                  <a:cubicBezTo>
                    <a:pt x="2649699" y="358545"/>
                    <a:pt x="2649699" y="358545"/>
                    <a:pt x="2649699" y="353516"/>
                  </a:cubicBezTo>
                  <a:lnTo>
                    <a:pt x="2654893" y="348318"/>
                  </a:lnTo>
                  <a:lnTo>
                    <a:pt x="2654893" y="343121"/>
                  </a:lnTo>
                  <a:lnTo>
                    <a:pt x="2660255" y="343121"/>
                  </a:lnTo>
                  <a:cubicBezTo>
                    <a:pt x="2660255" y="337756"/>
                    <a:pt x="2665282" y="337756"/>
                    <a:pt x="2665282" y="332726"/>
                  </a:cubicBezTo>
                  <a:cubicBezTo>
                    <a:pt x="2665282" y="332726"/>
                    <a:pt x="2665282" y="332726"/>
                    <a:pt x="2665282" y="327528"/>
                  </a:cubicBezTo>
                  <a:cubicBezTo>
                    <a:pt x="2670477" y="327528"/>
                    <a:pt x="2670477" y="327528"/>
                    <a:pt x="2670477" y="322331"/>
                  </a:cubicBezTo>
                  <a:close/>
                  <a:moveTo>
                    <a:pt x="2665282" y="322331"/>
                  </a:moveTo>
                  <a:cubicBezTo>
                    <a:pt x="2665282" y="322331"/>
                    <a:pt x="2665282" y="322331"/>
                    <a:pt x="2665282" y="327528"/>
                  </a:cubicBezTo>
                  <a:lnTo>
                    <a:pt x="2660255" y="327528"/>
                  </a:lnTo>
                  <a:close/>
                  <a:moveTo>
                    <a:pt x="1589759" y="322331"/>
                  </a:moveTo>
                  <a:cubicBezTo>
                    <a:pt x="1594891" y="322331"/>
                    <a:pt x="1594891" y="322331"/>
                    <a:pt x="1594891" y="322331"/>
                  </a:cubicBezTo>
                  <a:cubicBezTo>
                    <a:pt x="1600189" y="322331"/>
                    <a:pt x="1600189" y="322331"/>
                    <a:pt x="1600189" y="322331"/>
                  </a:cubicBezTo>
                  <a:cubicBezTo>
                    <a:pt x="1600189" y="327506"/>
                    <a:pt x="1600189" y="327506"/>
                    <a:pt x="1600189" y="327506"/>
                  </a:cubicBezTo>
                  <a:lnTo>
                    <a:pt x="1600189" y="332681"/>
                  </a:lnTo>
                  <a:cubicBezTo>
                    <a:pt x="1594891" y="332681"/>
                    <a:pt x="1594891" y="332681"/>
                    <a:pt x="1594891" y="332681"/>
                  </a:cubicBezTo>
                  <a:lnTo>
                    <a:pt x="1589759" y="337689"/>
                  </a:lnTo>
                  <a:lnTo>
                    <a:pt x="1589759" y="332681"/>
                  </a:lnTo>
                  <a:cubicBezTo>
                    <a:pt x="1589759" y="332681"/>
                    <a:pt x="1589759" y="332681"/>
                    <a:pt x="1584627" y="327506"/>
                  </a:cubicBezTo>
                  <a:cubicBezTo>
                    <a:pt x="1589759" y="327506"/>
                    <a:pt x="1589759" y="327506"/>
                    <a:pt x="1589759" y="327506"/>
                  </a:cubicBezTo>
                  <a:cubicBezTo>
                    <a:pt x="1589759" y="322331"/>
                    <a:pt x="1589759" y="322331"/>
                    <a:pt x="1589759" y="322331"/>
                  </a:cubicBezTo>
                  <a:close/>
                  <a:moveTo>
                    <a:pt x="1449371" y="311981"/>
                  </a:moveTo>
                  <a:cubicBezTo>
                    <a:pt x="1454683" y="311981"/>
                    <a:pt x="1454683" y="311981"/>
                    <a:pt x="1454683" y="311981"/>
                  </a:cubicBezTo>
                  <a:cubicBezTo>
                    <a:pt x="1459663" y="311981"/>
                    <a:pt x="1459663" y="311981"/>
                    <a:pt x="1464809" y="311981"/>
                  </a:cubicBezTo>
                  <a:cubicBezTo>
                    <a:pt x="1464809" y="316989"/>
                    <a:pt x="1469955" y="316989"/>
                    <a:pt x="1469955" y="316989"/>
                  </a:cubicBezTo>
                  <a:lnTo>
                    <a:pt x="1475267" y="316989"/>
                  </a:lnTo>
                  <a:lnTo>
                    <a:pt x="1480247" y="316989"/>
                  </a:lnTo>
                  <a:lnTo>
                    <a:pt x="1480247" y="322331"/>
                  </a:lnTo>
                  <a:lnTo>
                    <a:pt x="1480247" y="327506"/>
                  </a:lnTo>
                  <a:lnTo>
                    <a:pt x="1475267" y="327506"/>
                  </a:lnTo>
                  <a:cubicBezTo>
                    <a:pt x="1469955" y="327506"/>
                    <a:pt x="1469955" y="327506"/>
                    <a:pt x="1464809" y="332681"/>
                  </a:cubicBezTo>
                  <a:cubicBezTo>
                    <a:pt x="1459663" y="332681"/>
                    <a:pt x="1459663" y="332681"/>
                    <a:pt x="1459663" y="337689"/>
                  </a:cubicBezTo>
                  <a:lnTo>
                    <a:pt x="1454683" y="337689"/>
                  </a:lnTo>
                  <a:lnTo>
                    <a:pt x="1449371" y="337689"/>
                  </a:lnTo>
                  <a:cubicBezTo>
                    <a:pt x="1449371" y="332681"/>
                    <a:pt x="1449371" y="332681"/>
                    <a:pt x="1449371" y="332681"/>
                  </a:cubicBezTo>
                  <a:cubicBezTo>
                    <a:pt x="1449371" y="332681"/>
                    <a:pt x="1449371" y="332681"/>
                    <a:pt x="1454683" y="332681"/>
                  </a:cubicBezTo>
                  <a:cubicBezTo>
                    <a:pt x="1454683" y="332681"/>
                    <a:pt x="1454683" y="332681"/>
                    <a:pt x="1454683" y="327506"/>
                  </a:cubicBezTo>
                  <a:cubicBezTo>
                    <a:pt x="1454683" y="327506"/>
                    <a:pt x="1454683" y="327506"/>
                    <a:pt x="1459663" y="322331"/>
                  </a:cubicBezTo>
                  <a:cubicBezTo>
                    <a:pt x="1459663" y="322331"/>
                    <a:pt x="1454683" y="322331"/>
                    <a:pt x="1454683" y="316989"/>
                  </a:cubicBezTo>
                  <a:cubicBezTo>
                    <a:pt x="1449371" y="316989"/>
                    <a:pt x="1449371" y="316989"/>
                    <a:pt x="1449371" y="316989"/>
                  </a:cubicBezTo>
                  <a:cubicBezTo>
                    <a:pt x="1449371" y="316989"/>
                    <a:pt x="1449371" y="316989"/>
                    <a:pt x="1449371" y="311981"/>
                  </a:cubicBezTo>
                  <a:close/>
                  <a:moveTo>
                    <a:pt x="1699327" y="306806"/>
                  </a:moveTo>
                  <a:cubicBezTo>
                    <a:pt x="1699327" y="311981"/>
                    <a:pt x="1699327" y="311981"/>
                    <a:pt x="1699327" y="311981"/>
                  </a:cubicBezTo>
                  <a:cubicBezTo>
                    <a:pt x="1704537" y="311981"/>
                    <a:pt x="1709746" y="306806"/>
                    <a:pt x="1709746" y="306806"/>
                  </a:cubicBezTo>
                  <a:cubicBezTo>
                    <a:pt x="1714955" y="306806"/>
                    <a:pt x="1714955" y="306806"/>
                    <a:pt x="1714955" y="306806"/>
                  </a:cubicBezTo>
                  <a:cubicBezTo>
                    <a:pt x="1720165" y="311981"/>
                    <a:pt x="1720165" y="311981"/>
                    <a:pt x="1725374" y="311981"/>
                  </a:cubicBezTo>
                  <a:lnTo>
                    <a:pt x="1730584" y="311981"/>
                  </a:lnTo>
                  <a:lnTo>
                    <a:pt x="1735793" y="311981"/>
                  </a:lnTo>
                  <a:cubicBezTo>
                    <a:pt x="1741003" y="311981"/>
                    <a:pt x="1741003" y="311981"/>
                    <a:pt x="1741003" y="311981"/>
                  </a:cubicBezTo>
                  <a:cubicBezTo>
                    <a:pt x="1746212" y="311981"/>
                    <a:pt x="1746212" y="311981"/>
                    <a:pt x="1751421" y="311981"/>
                  </a:cubicBezTo>
                  <a:lnTo>
                    <a:pt x="1751421" y="316989"/>
                  </a:lnTo>
                  <a:cubicBezTo>
                    <a:pt x="1756631" y="316989"/>
                    <a:pt x="1756631" y="316989"/>
                    <a:pt x="1756631" y="316989"/>
                  </a:cubicBezTo>
                  <a:cubicBezTo>
                    <a:pt x="1756631" y="316989"/>
                    <a:pt x="1756631" y="316989"/>
                    <a:pt x="1756631" y="322331"/>
                  </a:cubicBezTo>
                  <a:cubicBezTo>
                    <a:pt x="1756631" y="322331"/>
                    <a:pt x="1756631" y="322331"/>
                    <a:pt x="1756631" y="327506"/>
                  </a:cubicBezTo>
                  <a:cubicBezTo>
                    <a:pt x="1751421" y="327506"/>
                    <a:pt x="1751421" y="327506"/>
                    <a:pt x="1751421" y="332681"/>
                  </a:cubicBezTo>
                  <a:cubicBezTo>
                    <a:pt x="1751421" y="332681"/>
                    <a:pt x="1751421" y="332681"/>
                    <a:pt x="1756631" y="332681"/>
                  </a:cubicBezTo>
                  <a:cubicBezTo>
                    <a:pt x="1756631" y="337689"/>
                    <a:pt x="1756631" y="337689"/>
                    <a:pt x="1756631" y="337689"/>
                  </a:cubicBezTo>
                  <a:lnTo>
                    <a:pt x="1756631" y="343031"/>
                  </a:lnTo>
                  <a:cubicBezTo>
                    <a:pt x="1756631" y="343031"/>
                    <a:pt x="1756631" y="343031"/>
                    <a:pt x="1756631" y="348206"/>
                  </a:cubicBezTo>
                  <a:cubicBezTo>
                    <a:pt x="1756631" y="348206"/>
                    <a:pt x="1756631" y="348206"/>
                    <a:pt x="1751421" y="353381"/>
                  </a:cubicBezTo>
                  <a:lnTo>
                    <a:pt x="1746212" y="358389"/>
                  </a:lnTo>
                  <a:cubicBezTo>
                    <a:pt x="1746212" y="358389"/>
                    <a:pt x="1746212" y="358389"/>
                    <a:pt x="1741003" y="358389"/>
                  </a:cubicBezTo>
                  <a:lnTo>
                    <a:pt x="1735793" y="358389"/>
                  </a:lnTo>
                  <a:cubicBezTo>
                    <a:pt x="1735793" y="358389"/>
                    <a:pt x="1735793" y="358389"/>
                    <a:pt x="1730584" y="358389"/>
                  </a:cubicBezTo>
                  <a:cubicBezTo>
                    <a:pt x="1725374" y="358389"/>
                    <a:pt x="1725374" y="358389"/>
                    <a:pt x="1725374" y="358389"/>
                  </a:cubicBezTo>
                  <a:lnTo>
                    <a:pt x="1720165" y="358389"/>
                  </a:lnTo>
                  <a:cubicBezTo>
                    <a:pt x="1720165" y="358389"/>
                    <a:pt x="1720165" y="358389"/>
                    <a:pt x="1714955" y="358389"/>
                  </a:cubicBezTo>
                  <a:cubicBezTo>
                    <a:pt x="1714955" y="358389"/>
                    <a:pt x="1714955" y="358389"/>
                    <a:pt x="1714955" y="353381"/>
                  </a:cubicBezTo>
                  <a:lnTo>
                    <a:pt x="1709746" y="348206"/>
                  </a:lnTo>
                  <a:cubicBezTo>
                    <a:pt x="1709746" y="348206"/>
                    <a:pt x="1709746" y="348206"/>
                    <a:pt x="1704537" y="348206"/>
                  </a:cubicBezTo>
                  <a:lnTo>
                    <a:pt x="1699327" y="348206"/>
                  </a:lnTo>
                  <a:cubicBezTo>
                    <a:pt x="1699327" y="348206"/>
                    <a:pt x="1699327" y="348206"/>
                    <a:pt x="1694118" y="348206"/>
                  </a:cubicBezTo>
                  <a:lnTo>
                    <a:pt x="1694118" y="343031"/>
                  </a:lnTo>
                  <a:lnTo>
                    <a:pt x="1688909" y="343031"/>
                  </a:lnTo>
                  <a:cubicBezTo>
                    <a:pt x="1683699" y="343031"/>
                    <a:pt x="1683699" y="343031"/>
                    <a:pt x="1683699" y="343031"/>
                  </a:cubicBezTo>
                  <a:cubicBezTo>
                    <a:pt x="1683699" y="343031"/>
                    <a:pt x="1683699" y="343031"/>
                    <a:pt x="1683699" y="337689"/>
                  </a:cubicBezTo>
                  <a:lnTo>
                    <a:pt x="1683699" y="332681"/>
                  </a:lnTo>
                  <a:lnTo>
                    <a:pt x="1678490" y="327506"/>
                  </a:lnTo>
                  <a:lnTo>
                    <a:pt x="1678490" y="322331"/>
                  </a:lnTo>
                  <a:cubicBezTo>
                    <a:pt x="1678490" y="316989"/>
                    <a:pt x="1678490" y="316989"/>
                    <a:pt x="1678490" y="316989"/>
                  </a:cubicBezTo>
                  <a:lnTo>
                    <a:pt x="1683699" y="316989"/>
                  </a:lnTo>
                  <a:cubicBezTo>
                    <a:pt x="1683699" y="316989"/>
                    <a:pt x="1683699" y="316989"/>
                    <a:pt x="1688909" y="316989"/>
                  </a:cubicBezTo>
                  <a:cubicBezTo>
                    <a:pt x="1688909" y="316989"/>
                    <a:pt x="1694118" y="316989"/>
                    <a:pt x="1694118" y="311981"/>
                  </a:cubicBezTo>
                  <a:cubicBezTo>
                    <a:pt x="1694118" y="306806"/>
                    <a:pt x="1694118" y="306806"/>
                    <a:pt x="1699327" y="306806"/>
                  </a:cubicBezTo>
                  <a:close/>
                  <a:moveTo>
                    <a:pt x="1626648" y="306806"/>
                  </a:moveTo>
                  <a:cubicBezTo>
                    <a:pt x="1631834" y="306806"/>
                    <a:pt x="1631834" y="306806"/>
                    <a:pt x="1631834" y="306806"/>
                  </a:cubicBezTo>
                  <a:cubicBezTo>
                    <a:pt x="1631834" y="311981"/>
                    <a:pt x="1637019" y="311981"/>
                    <a:pt x="1637019" y="311981"/>
                  </a:cubicBezTo>
                  <a:cubicBezTo>
                    <a:pt x="1637019" y="311981"/>
                    <a:pt x="1637019" y="311981"/>
                    <a:pt x="1642370" y="311981"/>
                  </a:cubicBezTo>
                  <a:cubicBezTo>
                    <a:pt x="1642370" y="316989"/>
                    <a:pt x="1642370" y="316989"/>
                    <a:pt x="1642370" y="316989"/>
                  </a:cubicBezTo>
                  <a:cubicBezTo>
                    <a:pt x="1647221" y="316989"/>
                    <a:pt x="1647221" y="316989"/>
                    <a:pt x="1652407" y="316989"/>
                  </a:cubicBezTo>
                  <a:cubicBezTo>
                    <a:pt x="1657593" y="311981"/>
                    <a:pt x="1657593" y="311981"/>
                    <a:pt x="1657593" y="311981"/>
                  </a:cubicBezTo>
                  <a:lnTo>
                    <a:pt x="1662778" y="311981"/>
                  </a:lnTo>
                  <a:cubicBezTo>
                    <a:pt x="1662778" y="316989"/>
                    <a:pt x="1667964" y="316989"/>
                    <a:pt x="1667964" y="316989"/>
                  </a:cubicBezTo>
                  <a:lnTo>
                    <a:pt x="1667964" y="322331"/>
                  </a:lnTo>
                  <a:cubicBezTo>
                    <a:pt x="1667964" y="322331"/>
                    <a:pt x="1667964" y="322331"/>
                    <a:pt x="1667964" y="327506"/>
                  </a:cubicBezTo>
                  <a:cubicBezTo>
                    <a:pt x="1667964" y="327506"/>
                    <a:pt x="1667964" y="332681"/>
                    <a:pt x="1673150" y="332681"/>
                  </a:cubicBezTo>
                  <a:lnTo>
                    <a:pt x="1673150" y="337689"/>
                  </a:lnTo>
                  <a:cubicBezTo>
                    <a:pt x="1673150" y="337689"/>
                    <a:pt x="1673150" y="337689"/>
                    <a:pt x="1673150" y="343031"/>
                  </a:cubicBezTo>
                  <a:cubicBezTo>
                    <a:pt x="1667964" y="343031"/>
                    <a:pt x="1667964" y="343031"/>
                    <a:pt x="1667964" y="343031"/>
                  </a:cubicBezTo>
                  <a:cubicBezTo>
                    <a:pt x="1662778" y="343031"/>
                    <a:pt x="1662778" y="343031"/>
                    <a:pt x="1657593" y="348207"/>
                  </a:cubicBezTo>
                  <a:lnTo>
                    <a:pt x="1652407" y="348207"/>
                  </a:lnTo>
                  <a:lnTo>
                    <a:pt x="1652407" y="353382"/>
                  </a:lnTo>
                  <a:lnTo>
                    <a:pt x="1652407" y="358390"/>
                  </a:lnTo>
                  <a:lnTo>
                    <a:pt x="1652407" y="363732"/>
                  </a:lnTo>
                  <a:cubicBezTo>
                    <a:pt x="1652407" y="363732"/>
                    <a:pt x="1652407" y="363732"/>
                    <a:pt x="1657593" y="368907"/>
                  </a:cubicBezTo>
                  <a:cubicBezTo>
                    <a:pt x="1657593" y="368907"/>
                    <a:pt x="1657593" y="368907"/>
                    <a:pt x="1662778" y="368907"/>
                  </a:cubicBezTo>
                  <a:cubicBezTo>
                    <a:pt x="1657593" y="368907"/>
                    <a:pt x="1657593" y="374082"/>
                    <a:pt x="1657593" y="374082"/>
                  </a:cubicBezTo>
                  <a:lnTo>
                    <a:pt x="1652407" y="379090"/>
                  </a:lnTo>
                  <a:cubicBezTo>
                    <a:pt x="1652407" y="379090"/>
                    <a:pt x="1652407" y="379090"/>
                    <a:pt x="1647221" y="379090"/>
                  </a:cubicBezTo>
                  <a:cubicBezTo>
                    <a:pt x="1642203" y="379090"/>
                    <a:pt x="1642370" y="379090"/>
                    <a:pt x="1642370" y="379090"/>
                  </a:cubicBezTo>
                  <a:lnTo>
                    <a:pt x="1637019" y="379090"/>
                  </a:lnTo>
                  <a:cubicBezTo>
                    <a:pt x="1631834" y="379090"/>
                    <a:pt x="1631834" y="379090"/>
                    <a:pt x="1631834" y="379090"/>
                  </a:cubicBezTo>
                  <a:cubicBezTo>
                    <a:pt x="1631834" y="379090"/>
                    <a:pt x="1631834" y="379090"/>
                    <a:pt x="1626648" y="379090"/>
                  </a:cubicBezTo>
                  <a:cubicBezTo>
                    <a:pt x="1626648" y="374082"/>
                    <a:pt x="1626648" y="374082"/>
                    <a:pt x="1621629" y="374082"/>
                  </a:cubicBezTo>
                  <a:cubicBezTo>
                    <a:pt x="1621629" y="374082"/>
                    <a:pt x="1616276" y="374082"/>
                    <a:pt x="1616276" y="379090"/>
                  </a:cubicBezTo>
                  <a:cubicBezTo>
                    <a:pt x="1616276" y="374082"/>
                    <a:pt x="1616276" y="374082"/>
                    <a:pt x="1616276" y="374082"/>
                  </a:cubicBezTo>
                  <a:cubicBezTo>
                    <a:pt x="1621629" y="368907"/>
                    <a:pt x="1621629" y="368907"/>
                    <a:pt x="1621629" y="368907"/>
                  </a:cubicBezTo>
                  <a:cubicBezTo>
                    <a:pt x="1621629" y="363732"/>
                    <a:pt x="1621629" y="363732"/>
                    <a:pt x="1616276" y="358390"/>
                  </a:cubicBezTo>
                  <a:cubicBezTo>
                    <a:pt x="1611091" y="358390"/>
                    <a:pt x="1611091" y="358390"/>
                    <a:pt x="1611091" y="358390"/>
                  </a:cubicBezTo>
                  <a:lnTo>
                    <a:pt x="1605905" y="363732"/>
                  </a:lnTo>
                  <a:cubicBezTo>
                    <a:pt x="1605905" y="358390"/>
                    <a:pt x="1605905" y="358390"/>
                    <a:pt x="1605905" y="358390"/>
                  </a:cubicBezTo>
                  <a:cubicBezTo>
                    <a:pt x="1605905" y="353382"/>
                    <a:pt x="1605905" y="353382"/>
                    <a:pt x="1605905" y="353382"/>
                  </a:cubicBezTo>
                  <a:lnTo>
                    <a:pt x="1605905" y="348207"/>
                  </a:lnTo>
                  <a:lnTo>
                    <a:pt x="1600886" y="348207"/>
                  </a:lnTo>
                  <a:cubicBezTo>
                    <a:pt x="1600886" y="343031"/>
                    <a:pt x="1600886" y="343031"/>
                    <a:pt x="1600886" y="343031"/>
                  </a:cubicBezTo>
                  <a:cubicBezTo>
                    <a:pt x="1600886" y="343031"/>
                    <a:pt x="1600886" y="343031"/>
                    <a:pt x="1600886" y="337689"/>
                  </a:cubicBezTo>
                  <a:cubicBezTo>
                    <a:pt x="1605905" y="337689"/>
                    <a:pt x="1605905" y="337689"/>
                    <a:pt x="1605905" y="337689"/>
                  </a:cubicBezTo>
                  <a:lnTo>
                    <a:pt x="1611091" y="332681"/>
                  </a:lnTo>
                  <a:cubicBezTo>
                    <a:pt x="1611091" y="327506"/>
                    <a:pt x="1611091" y="327506"/>
                    <a:pt x="1611091" y="322331"/>
                  </a:cubicBezTo>
                  <a:cubicBezTo>
                    <a:pt x="1611091" y="322331"/>
                    <a:pt x="1611091" y="322331"/>
                    <a:pt x="1611091" y="316989"/>
                  </a:cubicBezTo>
                  <a:cubicBezTo>
                    <a:pt x="1616276" y="322331"/>
                    <a:pt x="1616276" y="322331"/>
                    <a:pt x="1616276" y="322331"/>
                  </a:cubicBezTo>
                  <a:cubicBezTo>
                    <a:pt x="1621629" y="322331"/>
                    <a:pt x="1621629" y="322331"/>
                    <a:pt x="1621629" y="316989"/>
                  </a:cubicBezTo>
                  <a:cubicBezTo>
                    <a:pt x="1621629" y="316989"/>
                    <a:pt x="1621629" y="316989"/>
                    <a:pt x="1626648" y="316989"/>
                  </a:cubicBezTo>
                  <a:cubicBezTo>
                    <a:pt x="1626648" y="311981"/>
                    <a:pt x="1626648" y="311981"/>
                    <a:pt x="1626648" y="306806"/>
                  </a:cubicBezTo>
                  <a:close/>
                  <a:moveTo>
                    <a:pt x="2181734" y="300891"/>
                  </a:moveTo>
                  <a:lnTo>
                    <a:pt x="2187096" y="300891"/>
                  </a:lnTo>
                  <a:cubicBezTo>
                    <a:pt x="2187096" y="300891"/>
                    <a:pt x="2187096" y="306247"/>
                    <a:pt x="2192291" y="306247"/>
                  </a:cubicBezTo>
                  <a:lnTo>
                    <a:pt x="2197318" y="311436"/>
                  </a:lnTo>
                  <a:cubicBezTo>
                    <a:pt x="2197318" y="316458"/>
                    <a:pt x="2197318" y="316458"/>
                    <a:pt x="2202681" y="316458"/>
                  </a:cubicBezTo>
                  <a:lnTo>
                    <a:pt x="2207875" y="316458"/>
                  </a:lnTo>
                  <a:lnTo>
                    <a:pt x="2212903" y="316458"/>
                  </a:lnTo>
                  <a:cubicBezTo>
                    <a:pt x="2218097" y="316458"/>
                    <a:pt x="2218097" y="321814"/>
                    <a:pt x="2218097" y="321814"/>
                  </a:cubicBezTo>
                  <a:cubicBezTo>
                    <a:pt x="2218097" y="321814"/>
                    <a:pt x="2218097" y="321814"/>
                    <a:pt x="2223460" y="321814"/>
                  </a:cubicBezTo>
                  <a:cubicBezTo>
                    <a:pt x="2228655" y="321814"/>
                    <a:pt x="2228655" y="327003"/>
                    <a:pt x="2228655" y="327003"/>
                  </a:cubicBezTo>
                  <a:cubicBezTo>
                    <a:pt x="2233682" y="327003"/>
                    <a:pt x="2233682" y="321814"/>
                    <a:pt x="2233682" y="321814"/>
                  </a:cubicBezTo>
                  <a:cubicBezTo>
                    <a:pt x="2238877" y="321814"/>
                    <a:pt x="2238877" y="316458"/>
                    <a:pt x="2238877" y="316458"/>
                  </a:cubicBezTo>
                  <a:lnTo>
                    <a:pt x="2244239" y="316458"/>
                  </a:lnTo>
                  <a:cubicBezTo>
                    <a:pt x="2244239" y="316458"/>
                    <a:pt x="2244239" y="316458"/>
                    <a:pt x="2249434" y="316458"/>
                  </a:cubicBezTo>
                  <a:cubicBezTo>
                    <a:pt x="2249434" y="316458"/>
                    <a:pt x="2249434" y="316458"/>
                    <a:pt x="2249434" y="321814"/>
                  </a:cubicBezTo>
                  <a:lnTo>
                    <a:pt x="2254461" y="321814"/>
                  </a:lnTo>
                  <a:lnTo>
                    <a:pt x="2259656" y="327003"/>
                  </a:lnTo>
                  <a:lnTo>
                    <a:pt x="2265018" y="332192"/>
                  </a:lnTo>
                  <a:cubicBezTo>
                    <a:pt x="2270213" y="337214"/>
                    <a:pt x="2270213" y="337214"/>
                    <a:pt x="2270213" y="337214"/>
                  </a:cubicBezTo>
                  <a:cubicBezTo>
                    <a:pt x="2270213" y="342570"/>
                    <a:pt x="2275240" y="342570"/>
                    <a:pt x="2275240" y="347759"/>
                  </a:cubicBezTo>
                  <a:cubicBezTo>
                    <a:pt x="2275240" y="352948"/>
                    <a:pt x="2280435" y="352948"/>
                    <a:pt x="2280435" y="352948"/>
                  </a:cubicBezTo>
                  <a:lnTo>
                    <a:pt x="2285797" y="352948"/>
                  </a:lnTo>
                  <a:cubicBezTo>
                    <a:pt x="2285797" y="352948"/>
                    <a:pt x="2285797" y="347759"/>
                    <a:pt x="2290992" y="347759"/>
                  </a:cubicBezTo>
                  <a:cubicBezTo>
                    <a:pt x="2290992" y="347759"/>
                    <a:pt x="2290992" y="352948"/>
                    <a:pt x="2296019" y="352948"/>
                  </a:cubicBezTo>
                  <a:cubicBezTo>
                    <a:pt x="2301214" y="352948"/>
                    <a:pt x="2301214" y="352948"/>
                    <a:pt x="2301214" y="352948"/>
                  </a:cubicBezTo>
                  <a:cubicBezTo>
                    <a:pt x="2301214" y="352948"/>
                    <a:pt x="2301214" y="352948"/>
                    <a:pt x="2306577" y="352948"/>
                  </a:cubicBezTo>
                  <a:cubicBezTo>
                    <a:pt x="2306577" y="352948"/>
                    <a:pt x="2311771" y="352948"/>
                    <a:pt x="2311771" y="347759"/>
                  </a:cubicBezTo>
                  <a:cubicBezTo>
                    <a:pt x="2311771" y="347759"/>
                    <a:pt x="2311771" y="352948"/>
                    <a:pt x="2316799" y="352948"/>
                  </a:cubicBezTo>
                  <a:cubicBezTo>
                    <a:pt x="2316799" y="352948"/>
                    <a:pt x="2316799" y="357970"/>
                    <a:pt x="2321993" y="357970"/>
                  </a:cubicBezTo>
                  <a:lnTo>
                    <a:pt x="2327356" y="363326"/>
                  </a:lnTo>
                  <a:cubicBezTo>
                    <a:pt x="2332551" y="363326"/>
                    <a:pt x="2332551" y="363326"/>
                    <a:pt x="2337578" y="363326"/>
                  </a:cubicBezTo>
                  <a:cubicBezTo>
                    <a:pt x="2342773" y="363326"/>
                    <a:pt x="2342773" y="363326"/>
                    <a:pt x="2342773" y="363326"/>
                  </a:cubicBezTo>
                  <a:lnTo>
                    <a:pt x="2342773" y="368515"/>
                  </a:lnTo>
                  <a:cubicBezTo>
                    <a:pt x="2337578" y="368515"/>
                    <a:pt x="2337578" y="368515"/>
                    <a:pt x="2337578" y="368515"/>
                  </a:cubicBezTo>
                  <a:cubicBezTo>
                    <a:pt x="2332551" y="368515"/>
                    <a:pt x="2332551" y="368515"/>
                    <a:pt x="2332551" y="368515"/>
                  </a:cubicBezTo>
                  <a:cubicBezTo>
                    <a:pt x="2332551" y="373704"/>
                    <a:pt x="2327356" y="373704"/>
                    <a:pt x="2327356" y="378726"/>
                  </a:cubicBezTo>
                  <a:cubicBezTo>
                    <a:pt x="2327356" y="378726"/>
                    <a:pt x="2327356" y="378726"/>
                    <a:pt x="2332551" y="384082"/>
                  </a:cubicBezTo>
                  <a:cubicBezTo>
                    <a:pt x="2327356" y="384082"/>
                    <a:pt x="2327356" y="384082"/>
                    <a:pt x="2327356" y="384082"/>
                  </a:cubicBezTo>
                  <a:cubicBezTo>
                    <a:pt x="2327356" y="384082"/>
                    <a:pt x="2327356" y="384082"/>
                    <a:pt x="2321993" y="384082"/>
                  </a:cubicBezTo>
                  <a:lnTo>
                    <a:pt x="2316799" y="384082"/>
                  </a:lnTo>
                  <a:cubicBezTo>
                    <a:pt x="2311771" y="384082"/>
                    <a:pt x="2311771" y="384082"/>
                    <a:pt x="2311771" y="384082"/>
                  </a:cubicBezTo>
                  <a:lnTo>
                    <a:pt x="2306577" y="384082"/>
                  </a:lnTo>
                  <a:cubicBezTo>
                    <a:pt x="2301214" y="384082"/>
                    <a:pt x="2301214" y="389271"/>
                    <a:pt x="2301214" y="389271"/>
                  </a:cubicBezTo>
                  <a:cubicBezTo>
                    <a:pt x="2301214" y="389271"/>
                    <a:pt x="2301214" y="389271"/>
                    <a:pt x="2301214" y="394460"/>
                  </a:cubicBezTo>
                  <a:cubicBezTo>
                    <a:pt x="2301214" y="399481"/>
                    <a:pt x="2301214" y="399481"/>
                    <a:pt x="2301214" y="399481"/>
                  </a:cubicBezTo>
                  <a:lnTo>
                    <a:pt x="2296019" y="399481"/>
                  </a:lnTo>
                  <a:cubicBezTo>
                    <a:pt x="2296019" y="399481"/>
                    <a:pt x="2290992" y="399481"/>
                    <a:pt x="2290992" y="404838"/>
                  </a:cubicBezTo>
                  <a:lnTo>
                    <a:pt x="2285797" y="404838"/>
                  </a:lnTo>
                  <a:lnTo>
                    <a:pt x="2280435" y="404838"/>
                  </a:lnTo>
                  <a:cubicBezTo>
                    <a:pt x="2280435" y="410027"/>
                    <a:pt x="2275240" y="410027"/>
                    <a:pt x="2275240" y="410027"/>
                  </a:cubicBezTo>
                  <a:cubicBezTo>
                    <a:pt x="2275240" y="415216"/>
                    <a:pt x="2280435" y="415216"/>
                    <a:pt x="2280435" y="415216"/>
                  </a:cubicBezTo>
                  <a:cubicBezTo>
                    <a:pt x="2280435" y="420237"/>
                    <a:pt x="2280435" y="420237"/>
                    <a:pt x="2285797" y="425594"/>
                  </a:cubicBezTo>
                  <a:cubicBezTo>
                    <a:pt x="2280435" y="430783"/>
                    <a:pt x="2280435" y="430783"/>
                    <a:pt x="2280435" y="430783"/>
                  </a:cubicBezTo>
                  <a:cubicBezTo>
                    <a:pt x="2280435" y="430783"/>
                    <a:pt x="2280435" y="430783"/>
                    <a:pt x="2275240" y="430783"/>
                  </a:cubicBezTo>
                  <a:cubicBezTo>
                    <a:pt x="2275240" y="430783"/>
                    <a:pt x="2275240" y="425594"/>
                    <a:pt x="2270213" y="425594"/>
                  </a:cubicBezTo>
                  <a:cubicBezTo>
                    <a:pt x="2270213" y="425594"/>
                    <a:pt x="2270213" y="425594"/>
                    <a:pt x="2265018" y="425594"/>
                  </a:cubicBezTo>
                  <a:cubicBezTo>
                    <a:pt x="2259656" y="425594"/>
                    <a:pt x="2259656" y="425594"/>
                    <a:pt x="2259656" y="425594"/>
                  </a:cubicBezTo>
                  <a:cubicBezTo>
                    <a:pt x="2254461" y="425594"/>
                    <a:pt x="2254461" y="425594"/>
                    <a:pt x="2254461" y="425594"/>
                  </a:cubicBezTo>
                  <a:lnTo>
                    <a:pt x="2249434" y="425594"/>
                  </a:lnTo>
                  <a:lnTo>
                    <a:pt x="2244239" y="425594"/>
                  </a:lnTo>
                  <a:lnTo>
                    <a:pt x="2238877" y="425594"/>
                  </a:lnTo>
                  <a:cubicBezTo>
                    <a:pt x="2238877" y="425594"/>
                    <a:pt x="2238877" y="425594"/>
                    <a:pt x="2233682" y="425594"/>
                  </a:cubicBezTo>
                  <a:cubicBezTo>
                    <a:pt x="2228655" y="425594"/>
                    <a:pt x="2228655" y="425594"/>
                    <a:pt x="2228655" y="425594"/>
                  </a:cubicBezTo>
                  <a:cubicBezTo>
                    <a:pt x="2228655" y="425594"/>
                    <a:pt x="2228655" y="425594"/>
                    <a:pt x="2223460" y="425594"/>
                  </a:cubicBezTo>
                  <a:lnTo>
                    <a:pt x="2218097" y="425594"/>
                  </a:lnTo>
                  <a:cubicBezTo>
                    <a:pt x="2218097" y="430783"/>
                    <a:pt x="2218097" y="430783"/>
                    <a:pt x="2218097" y="430783"/>
                  </a:cubicBezTo>
                  <a:cubicBezTo>
                    <a:pt x="2218097" y="430783"/>
                    <a:pt x="2218097" y="430783"/>
                    <a:pt x="2212903" y="430783"/>
                  </a:cubicBezTo>
                  <a:lnTo>
                    <a:pt x="2207875" y="425594"/>
                  </a:lnTo>
                  <a:lnTo>
                    <a:pt x="2202681" y="425594"/>
                  </a:lnTo>
                  <a:cubicBezTo>
                    <a:pt x="2197318" y="430783"/>
                    <a:pt x="2197318" y="430783"/>
                    <a:pt x="2197318" y="435804"/>
                  </a:cubicBezTo>
                  <a:cubicBezTo>
                    <a:pt x="2197318" y="435804"/>
                    <a:pt x="2197318" y="435804"/>
                    <a:pt x="2192291" y="435804"/>
                  </a:cubicBezTo>
                  <a:cubicBezTo>
                    <a:pt x="2192291" y="435804"/>
                    <a:pt x="2192291" y="435804"/>
                    <a:pt x="2192291" y="440993"/>
                  </a:cubicBezTo>
                  <a:cubicBezTo>
                    <a:pt x="2187096" y="440993"/>
                    <a:pt x="2187096" y="440993"/>
                    <a:pt x="2181734" y="440993"/>
                  </a:cubicBezTo>
                  <a:cubicBezTo>
                    <a:pt x="2176539" y="440993"/>
                    <a:pt x="2176539" y="446350"/>
                    <a:pt x="2176539" y="446350"/>
                  </a:cubicBezTo>
                  <a:lnTo>
                    <a:pt x="2176539" y="451538"/>
                  </a:lnTo>
                  <a:cubicBezTo>
                    <a:pt x="2176539" y="446350"/>
                    <a:pt x="2171512" y="446350"/>
                    <a:pt x="2171512" y="446350"/>
                  </a:cubicBezTo>
                  <a:cubicBezTo>
                    <a:pt x="2166317" y="446350"/>
                    <a:pt x="2166317" y="446350"/>
                    <a:pt x="2166317" y="446350"/>
                  </a:cubicBezTo>
                  <a:lnTo>
                    <a:pt x="2161122" y="446350"/>
                  </a:lnTo>
                  <a:cubicBezTo>
                    <a:pt x="2161122" y="440993"/>
                    <a:pt x="2161122" y="440993"/>
                    <a:pt x="2161122" y="435804"/>
                  </a:cubicBezTo>
                  <a:cubicBezTo>
                    <a:pt x="2155760" y="435804"/>
                    <a:pt x="2155760" y="435804"/>
                    <a:pt x="2155760" y="435804"/>
                  </a:cubicBezTo>
                  <a:cubicBezTo>
                    <a:pt x="2155760" y="430783"/>
                    <a:pt x="2155760" y="430783"/>
                    <a:pt x="2155760" y="430783"/>
                  </a:cubicBezTo>
                  <a:cubicBezTo>
                    <a:pt x="2155760" y="425594"/>
                    <a:pt x="2155760" y="425594"/>
                    <a:pt x="2150733" y="425594"/>
                  </a:cubicBezTo>
                  <a:cubicBezTo>
                    <a:pt x="2150733" y="425594"/>
                    <a:pt x="2150733" y="425594"/>
                    <a:pt x="2150733" y="420237"/>
                  </a:cubicBezTo>
                  <a:cubicBezTo>
                    <a:pt x="2150733" y="420237"/>
                    <a:pt x="2150733" y="420237"/>
                    <a:pt x="2145538" y="420237"/>
                  </a:cubicBezTo>
                  <a:cubicBezTo>
                    <a:pt x="2145538" y="420237"/>
                    <a:pt x="2145538" y="420237"/>
                    <a:pt x="2140343" y="420237"/>
                  </a:cubicBezTo>
                  <a:lnTo>
                    <a:pt x="2134981" y="420237"/>
                  </a:lnTo>
                  <a:cubicBezTo>
                    <a:pt x="2129953" y="420237"/>
                    <a:pt x="2129953" y="420237"/>
                    <a:pt x="2124759" y="420237"/>
                  </a:cubicBezTo>
                  <a:cubicBezTo>
                    <a:pt x="2124759" y="420237"/>
                    <a:pt x="2124759" y="420237"/>
                    <a:pt x="2119564" y="420237"/>
                  </a:cubicBezTo>
                  <a:lnTo>
                    <a:pt x="2114201" y="420237"/>
                  </a:lnTo>
                  <a:cubicBezTo>
                    <a:pt x="2114201" y="415216"/>
                    <a:pt x="2109174" y="415216"/>
                    <a:pt x="2109174" y="415216"/>
                  </a:cubicBezTo>
                  <a:cubicBezTo>
                    <a:pt x="2109174" y="410027"/>
                    <a:pt x="2109174" y="410027"/>
                    <a:pt x="2109174" y="404838"/>
                  </a:cubicBezTo>
                  <a:lnTo>
                    <a:pt x="2109174" y="399481"/>
                  </a:lnTo>
                  <a:cubicBezTo>
                    <a:pt x="2103979" y="394460"/>
                    <a:pt x="2103979" y="394460"/>
                    <a:pt x="2103979" y="394460"/>
                  </a:cubicBezTo>
                  <a:cubicBezTo>
                    <a:pt x="2098785" y="394460"/>
                    <a:pt x="2098785" y="394460"/>
                    <a:pt x="2098785" y="394460"/>
                  </a:cubicBezTo>
                  <a:cubicBezTo>
                    <a:pt x="2098785" y="394460"/>
                    <a:pt x="2098785" y="394460"/>
                    <a:pt x="2093422" y="394460"/>
                  </a:cubicBezTo>
                  <a:lnTo>
                    <a:pt x="2088395" y="399481"/>
                  </a:lnTo>
                  <a:cubicBezTo>
                    <a:pt x="2088395" y="399481"/>
                    <a:pt x="2088395" y="399481"/>
                    <a:pt x="2083200" y="399481"/>
                  </a:cubicBezTo>
                  <a:cubicBezTo>
                    <a:pt x="2083200" y="399481"/>
                    <a:pt x="2083200" y="399481"/>
                    <a:pt x="2057226" y="404838"/>
                  </a:cubicBezTo>
                  <a:cubicBezTo>
                    <a:pt x="2057226" y="404838"/>
                    <a:pt x="2057226" y="404838"/>
                    <a:pt x="2057226" y="422351"/>
                  </a:cubicBezTo>
                  <a:lnTo>
                    <a:pt x="2057226" y="440993"/>
                  </a:lnTo>
                  <a:cubicBezTo>
                    <a:pt x="2051864" y="440993"/>
                    <a:pt x="2051864" y="435804"/>
                    <a:pt x="2046837" y="435804"/>
                  </a:cubicBezTo>
                  <a:lnTo>
                    <a:pt x="2041642" y="430783"/>
                  </a:lnTo>
                  <a:cubicBezTo>
                    <a:pt x="2041642" y="430783"/>
                    <a:pt x="2041642" y="435804"/>
                    <a:pt x="2036447" y="435804"/>
                  </a:cubicBezTo>
                  <a:lnTo>
                    <a:pt x="2031085" y="435804"/>
                  </a:lnTo>
                  <a:cubicBezTo>
                    <a:pt x="2031085" y="435804"/>
                    <a:pt x="2031085" y="435804"/>
                    <a:pt x="2031085" y="430783"/>
                  </a:cubicBezTo>
                  <a:cubicBezTo>
                    <a:pt x="2031085" y="430783"/>
                    <a:pt x="2026057" y="430783"/>
                    <a:pt x="2026057" y="425594"/>
                  </a:cubicBezTo>
                  <a:cubicBezTo>
                    <a:pt x="2020863" y="425594"/>
                    <a:pt x="2020863" y="425594"/>
                    <a:pt x="2020863" y="425594"/>
                  </a:cubicBezTo>
                  <a:cubicBezTo>
                    <a:pt x="2020863" y="425594"/>
                    <a:pt x="2020863" y="420237"/>
                    <a:pt x="2015668" y="420237"/>
                  </a:cubicBezTo>
                  <a:cubicBezTo>
                    <a:pt x="2020863" y="420237"/>
                    <a:pt x="2020863" y="415216"/>
                    <a:pt x="2020863" y="415216"/>
                  </a:cubicBezTo>
                  <a:lnTo>
                    <a:pt x="2020863" y="410027"/>
                  </a:lnTo>
                  <a:lnTo>
                    <a:pt x="2026057" y="410027"/>
                  </a:lnTo>
                  <a:cubicBezTo>
                    <a:pt x="2031085" y="410027"/>
                    <a:pt x="2031085" y="410027"/>
                    <a:pt x="2031085" y="410027"/>
                  </a:cubicBezTo>
                  <a:cubicBezTo>
                    <a:pt x="2036447" y="410027"/>
                    <a:pt x="2036447" y="404838"/>
                    <a:pt x="2036447" y="399481"/>
                  </a:cubicBezTo>
                  <a:lnTo>
                    <a:pt x="2036447" y="394460"/>
                  </a:lnTo>
                  <a:cubicBezTo>
                    <a:pt x="2036447" y="389271"/>
                    <a:pt x="2036447" y="389271"/>
                    <a:pt x="2036447" y="389271"/>
                  </a:cubicBezTo>
                  <a:cubicBezTo>
                    <a:pt x="2036447" y="389271"/>
                    <a:pt x="2036447" y="389271"/>
                    <a:pt x="2036447" y="384082"/>
                  </a:cubicBezTo>
                  <a:lnTo>
                    <a:pt x="2031085" y="384082"/>
                  </a:lnTo>
                  <a:lnTo>
                    <a:pt x="2026057" y="384082"/>
                  </a:lnTo>
                  <a:lnTo>
                    <a:pt x="2020863" y="384082"/>
                  </a:lnTo>
                  <a:cubicBezTo>
                    <a:pt x="2015668" y="384082"/>
                    <a:pt x="2015668" y="384082"/>
                    <a:pt x="2015668" y="384082"/>
                  </a:cubicBezTo>
                  <a:lnTo>
                    <a:pt x="2010305" y="384082"/>
                  </a:lnTo>
                  <a:cubicBezTo>
                    <a:pt x="2010305" y="384082"/>
                    <a:pt x="2005278" y="384082"/>
                    <a:pt x="2005278" y="389271"/>
                  </a:cubicBezTo>
                  <a:lnTo>
                    <a:pt x="2000083" y="389271"/>
                  </a:lnTo>
                  <a:cubicBezTo>
                    <a:pt x="2000083" y="389271"/>
                    <a:pt x="2000083" y="384082"/>
                    <a:pt x="1994889" y="384082"/>
                  </a:cubicBezTo>
                  <a:lnTo>
                    <a:pt x="1989526" y="384082"/>
                  </a:lnTo>
                  <a:cubicBezTo>
                    <a:pt x="1989526" y="378726"/>
                    <a:pt x="1989526" y="378726"/>
                    <a:pt x="1989526" y="378726"/>
                  </a:cubicBezTo>
                  <a:lnTo>
                    <a:pt x="1984499" y="373704"/>
                  </a:lnTo>
                  <a:cubicBezTo>
                    <a:pt x="1984499" y="373704"/>
                    <a:pt x="1984499" y="373704"/>
                    <a:pt x="1979304" y="373704"/>
                  </a:cubicBezTo>
                  <a:cubicBezTo>
                    <a:pt x="1979304" y="373704"/>
                    <a:pt x="1979304" y="373704"/>
                    <a:pt x="1979304" y="368515"/>
                  </a:cubicBezTo>
                  <a:cubicBezTo>
                    <a:pt x="1979304" y="363326"/>
                    <a:pt x="1979304" y="363326"/>
                    <a:pt x="1979304" y="363326"/>
                  </a:cubicBezTo>
                  <a:cubicBezTo>
                    <a:pt x="1979304" y="360648"/>
                    <a:pt x="1979304" y="359309"/>
                    <a:pt x="1979304" y="358012"/>
                  </a:cubicBezTo>
                  <a:lnTo>
                    <a:pt x="1979304" y="357970"/>
                  </a:lnTo>
                  <a:cubicBezTo>
                    <a:pt x="1984499" y="357970"/>
                    <a:pt x="1984499" y="357970"/>
                    <a:pt x="1984499" y="357970"/>
                  </a:cubicBezTo>
                  <a:cubicBezTo>
                    <a:pt x="1984499" y="363326"/>
                    <a:pt x="1984499" y="363326"/>
                    <a:pt x="1989526" y="363326"/>
                  </a:cubicBezTo>
                  <a:cubicBezTo>
                    <a:pt x="1989526" y="363326"/>
                    <a:pt x="1989526" y="363326"/>
                    <a:pt x="1994889" y="363326"/>
                  </a:cubicBezTo>
                  <a:cubicBezTo>
                    <a:pt x="1994889" y="357970"/>
                    <a:pt x="1994889" y="357970"/>
                    <a:pt x="1994889" y="357970"/>
                  </a:cubicBezTo>
                  <a:cubicBezTo>
                    <a:pt x="1994889" y="352948"/>
                    <a:pt x="1994889" y="352948"/>
                    <a:pt x="1994889" y="352948"/>
                  </a:cubicBezTo>
                  <a:cubicBezTo>
                    <a:pt x="1994889" y="352948"/>
                    <a:pt x="1994889" y="352948"/>
                    <a:pt x="2000083" y="347759"/>
                  </a:cubicBezTo>
                  <a:cubicBezTo>
                    <a:pt x="2000083" y="347759"/>
                    <a:pt x="2000083" y="347759"/>
                    <a:pt x="2005278" y="347759"/>
                  </a:cubicBezTo>
                  <a:cubicBezTo>
                    <a:pt x="2010305" y="347759"/>
                    <a:pt x="2010305" y="342570"/>
                    <a:pt x="2010305" y="342570"/>
                  </a:cubicBezTo>
                  <a:lnTo>
                    <a:pt x="2015668" y="342570"/>
                  </a:lnTo>
                  <a:lnTo>
                    <a:pt x="2020863" y="342570"/>
                  </a:lnTo>
                  <a:cubicBezTo>
                    <a:pt x="2020863" y="342570"/>
                    <a:pt x="2020863" y="342570"/>
                    <a:pt x="2026057" y="342570"/>
                  </a:cubicBezTo>
                  <a:cubicBezTo>
                    <a:pt x="2026057" y="342570"/>
                    <a:pt x="2026057" y="347759"/>
                    <a:pt x="2031085" y="347759"/>
                  </a:cubicBezTo>
                  <a:cubicBezTo>
                    <a:pt x="2031085" y="342570"/>
                    <a:pt x="2031085" y="342570"/>
                    <a:pt x="2031085" y="342570"/>
                  </a:cubicBezTo>
                  <a:lnTo>
                    <a:pt x="2036447" y="342570"/>
                  </a:lnTo>
                  <a:cubicBezTo>
                    <a:pt x="2036447" y="342570"/>
                    <a:pt x="2036447" y="342570"/>
                    <a:pt x="2036447" y="347759"/>
                  </a:cubicBezTo>
                  <a:lnTo>
                    <a:pt x="2041642" y="347759"/>
                  </a:lnTo>
                  <a:cubicBezTo>
                    <a:pt x="2041642" y="352948"/>
                    <a:pt x="2041642" y="352948"/>
                    <a:pt x="2046837" y="352948"/>
                  </a:cubicBezTo>
                  <a:cubicBezTo>
                    <a:pt x="2046837" y="352948"/>
                    <a:pt x="2051864" y="352948"/>
                    <a:pt x="2051864" y="347759"/>
                  </a:cubicBezTo>
                  <a:cubicBezTo>
                    <a:pt x="2051864" y="352948"/>
                    <a:pt x="2051864" y="352948"/>
                    <a:pt x="2057226" y="352948"/>
                  </a:cubicBezTo>
                  <a:lnTo>
                    <a:pt x="2062421" y="352948"/>
                  </a:lnTo>
                  <a:cubicBezTo>
                    <a:pt x="2062421" y="347759"/>
                    <a:pt x="2067616" y="347759"/>
                    <a:pt x="2067616" y="347759"/>
                  </a:cubicBezTo>
                  <a:cubicBezTo>
                    <a:pt x="2067616" y="347759"/>
                    <a:pt x="2067616" y="352948"/>
                    <a:pt x="2072643" y="352948"/>
                  </a:cubicBezTo>
                  <a:cubicBezTo>
                    <a:pt x="2078005" y="352948"/>
                    <a:pt x="2078005" y="347759"/>
                    <a:pt x="2078005" y="347759"/>
                  </a:cubicBezTo>
                  <a:cubicBezTo>
                    <a:pt x="2078005" y="347759"/>
                    <a:pt x="2078005" y="347759"/>
                    <a:pt x="2083200" y="347759"/>
                  </a:cubicBezTo>
                  <a:cubicBezTo>
                    <a:pt x="2083200" y="352948"/>
                    <a:pt x="2083200" y="352948"/>
                    <a:pt x="2088395" y="352948"/>
                  </a:cubicBezTo>
                  <a:lnTo>
                    <a:pt x="2093422" y="352948"/>
                  </a:lnTo>
                  <a:lnTo>
                    <a:pt x="2098785" y="352948"/>
                  </a:lnTo>
                  <a:cubicBezTo>
                    <a:pt x="2103979" y="352948"/>
                    <a:pt x="2103979" y="352948"/>
                    <a:pt x="2103979" y="352948"/>
                  </a:cubicBezTo>
                  <a:lnTo>
                    <a:pt x="2109174" y="352948"/>
                  </a:lnTo>
                  <a:cubicBezTo>
                    <a:pt x="2114201" y="352948"/>
                    <a:pt x="2114201" y="347759"/>
                    <a:pt x="2114201" y="342570"/>
                  </a:cubicBezTo>
                  <a:cubicBezTo>
                    <a:pt x="2114201" y="342570"/>
                    <a:pt x="2114201" y="342570"/>
                    <a:pt x="2114201" y="337214"/>
                  </a:cubicBezTo>
                  <a:lnTo>
                    <a:pt x="2109174" y="337214"/>
                  </a:lnTo>
                  <a:lnTo>
                    <a:pt x="2109174" y="332192"/>
                  </a:lnTo>
                  <a:lnTo>
                    <a:pt x="2109174" y="327003"/>
                  </a:lnTo>
                  <a:cubicBezTo>
                    <a:pt x="2114201" y="327003"/>
                    <a:pt x="2114201" y="327003"/>
                    <a:pt x="2114201" y="327003"/>
                  </a:cubicBezTo>
                  <a:cubicBezTo>
                    <a:pt x="2114201" y="327003"/>
                    <a:pt x="2114201" y="327003"/>
                    <a:pt x="2114201" y="321814"/>
                  </a:cubicBezTo>
                  <a:lnTo>
                    <a:pt x="2114201" y="316458"/>
                  </a:lnTo>
                  <a:cubicBezTo>
                    <a:pt x="2114201" y="316458"/>
                    <a:pt x="2114201" y="316458"/>
                    <a:pt x="2119564" y="316458"/>
                  </a:cubicBezTo>
                  <a:cubicBezTo>
                    <a:pt x="2119564" y="316458"/>
                    <a:pt x="2119564" y="316458"/>
                    <a:pt x="2124759" y="316458"/>
                  </a:cubicBezTo>
                  <a:cubicBezTo>
                    <a:pt x="2124759" y="316458"/>
                    <a:pt x="2124759" y="316458"/>
                    <a:pt x="2129953" y="316458"/>
                  </a:cubicBezTo>
                  <a:cubicBezTo>
                    <a:pt x="2134981" y="316458"/>
                    <a:pt x="2134981" y="316458"/>
                    <a:pt x="2140343" y="316458"/>
                  </a:cubicBezTo>
                  <a:cubicBezTo>
                    <a:pt x="2140343" y="316458"/>
                    <a:pt x="2140343" y="316458"/>
                    <a:pt x="2145538" y="316458"/>
                  </a:cubicBezTo>
                  <a:cubicBezTo>
                    <a:pt x="2145538" y="316458"/>
                    <a:pt x="2145538" y="311436"/>
                    <a:pt x="2150733" y="311436"/>
                  </a:cubicBezTo>
                  <a:cubicBezTo>
                    <a:pt x="2150733" y="311436"/>
                    <a:pt x="2150733" y="311436"/>
                    <a:pt x="2155760" y="311436"/>
                  </a:cubicBezTo>
                  <a:lnTo>
                    <a:pt x="2161122" y="311436"/>
                  </a:lnTo>
                  <a:cubicBezTo>
                    <a:pt x="2161122" y="311436"/>
                    <a:pt x="2161122" y="306247"/>
                    <a:pt x="2166317" y="306247"/>
                  </a:cubicBezTo>
                  <a:cubicBezTo>
                    <a:pt x="2166317" y="306247"/>
                    <a:pt x="2166317" y="311436"/>
                    <a:pt x="2171512" y="311436"/>
                  </a:cubicBezTo>
                  <a:cubicBezTo>
                    <a:pt x="2171512" y="311436"/>
                    <a:pt x="2171512" y="311436"/>
                    <a:pt x="2176539" y="306247"/>
                  </a:cubicBezTo>
                  <a:cubicBezTo>
                    <a:pt x="2176539" y="306247"/>
                    <a:pt x="2176539" y="300891"/>
                    <a:pt x="2181734" y="300891"/>
                  </a:cubicBezTo>
                  <a:close/>
                  <a:moveTo>
                    <a:pt x="1470805" y="300891"/>
                  </a:moveTo>
                  <a:lnTo>
                    <a:pt x="1476089" y="300891"/>
                  </a:lnTo>
                  <a:lnTo>
                    <a:pt x="1481042" y="300891"/>
                  </a:lnTo>
                  <a:cubicBezTo>
                    <a:pt x="1481042" y="305909"/>
                    <a:pt x="1486161" y="305909"/>
                    <a:pt x="1486161" y="305909"/>
                  </a:cubicBezTo>
                  <a:lnTo>
                    <a:pt x="1481042" y="305909"/>
                  </a:lnTo>
                  <a:cubicBezTo>
                    <a:pt x="1481042" y="305909"/>
                    <a:pt x="1481042" y="305909"/>
                    <a:pt x="1476089" y="305909"/>
                  </a:cubicBezTo>
                  <a:cubicBezTo>
                    <a:pt x="1476089" y="305909"/>
                    <a:pt x="1476089" y="305909"/>
                    <a:pt x="1470805" y="305909"/>
                  </a:cubicBezTo>
                  <a:close/>
                  <a:moveTo>
                    <a:pt x="1512385" y="295738"/>
                  </a:moveTo>
                  <a:lnTo>
                    <a:pt x="1517775" y="295738"/>
                  </a:lnTo>
                  <a:cubicBezTo>
                    <a:pt x="1522827" y="295738"/>
                    <a:pt x="1522827" y="295738"/>
                    <a:pt x="1522827" y="300952"/>
                  </a:cubicBezTo>
                  <a:lnTo>
                    <a:pt x="1528049" y="306333"/>
                  </a:lnTo>
                  <a:cubicBezTo>
                    <a:pt x="1533270" y="306333"/>
                    <a:pt x="1533270" y="311546"/>
                    <a:pt x="1533270" y="311546"/>
                  </a:cubicBezTo>
                  <a:cubicBezTo>
                    <a:pt x="1538660" y="311546"/>
                    <a:pt x="1538660" y="311546"/>
                    <a:pt x="1538660" y="311546"/>
                  </a:cubicBezTo>
                  <a:lnTo>
                    <a:pt x="1538660" y="316591"/>
                  </a:lnTo>
                  <a:cubicBezTo>
                    <a:pt x="1538660" y="321972"/>
                    <a:pt x="1538660" y="321972"/>
                    <a:pt x="1538660" y="321972"/>
                  </a:cubicBezTo>
                  <a:cubicBezTo>
                    <a:pt x="1538660" y="321972"/>
                    <a:pt x="1538660" y="321972"/>
                    <a:pt x="1538660" y="327185"/>
                  </a:cubicBezTo>
                  <a:cubicBezTo>
                    <a:pt x="1538660" y="327185"/>
                    <a:pt x="1538660" y="327185"/>
                    <a:pt x="1543713" y="327185"/>
                  </a:cubicBezTo>
                  <a:cubicBezTo>
                    <a:pt x="1543713" y="327185"/>
                    <a:pt x="1543713" y="327185"/>
                    <a:pt x="1548934" y="327185"/>
                  </a:cubicBezTo>
                  <a:cubicBezTo>
                    <a:pt x="1548934" y="327185"/>
                    <a:pt x="1548934" y="327185"/>
                    <a:pt x="1554155" y="327185"/>
                  </a:cubicBezTo>
                  <a:cubicBezTo>
                    <a:pt x="1554155" y="332398"/>
                    <a:pt x="1554155" y="332398"/>
                    <a:pt x="1548934" y="332398"/>
                  </a:cubicBezTo>
                  <a:lnTo>
                    <a:pt x="1548934" y="337443"/>
                  </a:lnTo>
                  <a:lnTo>
                    <a:pt x="1548934" y="342825"/>
                  </a:lnTo>
                  <a:lnTo>
                    <a:pt x="1543713" y="342825"/>
                  </a:lnTo>
                  <a:cubicBezTo>
                    <a:pt x="1543713" y="342825"/>
                    <a:pt x="1543713" y="342825"/>
                    <a:pt x="1538660" y="342825"/>
                  </a:cubicBezTo>
                  <a:lnTo>
                    <a:pt x="1533270" y="342825"/>
                  </a:lnTo>
                  <a:lnTo>
                    <a:pt x="1528049" y="342825"/>
                  </a:lnTo>
                  <a:lnTo>
                    <a:pt x="1522827" y="342825"/>
                  </a:lnTo>
                  <a:lnTo>
                    <a:pt x="1522827" y="348038"/>
                  </a:lnTo>
                  <a:cubicBezTo>
                    <a:pt x="1517775" y="348038"/>
                    <a:pt x="1517775" y="342825"/>
                    <a:pt x="1517775" y="342825"/>
                  </a:cubicBezTo>
                  <a:cubicBezTo>
                    <a:pt x="1522827" y="337443"/>
                    <a:pt x="1522827" y="337443"/>
                    <a:pt x="1522827" y="337443"/>
                  </a:cubicBezTo>
                  <a:cubicBezTo>
                    <a:pt x="1522827" y="332398"/>
                    <a:pt x="1517775" y="332398"/>
                    <a:pt x="1517775" y="332398"/>
                  </a:cubicBezTo>
                  <a:lnTo>
                    <a:pt x="1512385" y="332398"/>
                  </a:lnTo>
                  <a:lnTo>
                    <a:pt x="1512385" y="337443"/>
                  </a:lnTo>
                  <a:cubicBezTo>
                    <a:pt x="1507164" y="332398"/>
                    <a:pt x="1507164" y="332398"/>
                    <a:pt x="1507164" y="332398"/>
                  </a:cubicBezTo>
                  <a:cubicBezTo>
                    <a:pt x="1507164" y="332398"/>
                    <a:pt x="1507164" y="332398"/>
                    <a:pt x="1501943" y="332398"/>
                  </a:cubicBezTo>
                  <a:cubicBezTo>
                    <a:pt x="1507164" y="332398"/>
                    <a:pt x="1507164" y="332398"/>
                    <a:pt x="1507164" y="327185"/>
                  </a:cubicBezTo>
                  <a:cubicBezTo>
                    <a:pt x="1512385" y="327185"/>
                    <a:pt x="1517775" y="321972"/>
                    <a:pt x="1517775" y="316591"/>
                  </a:cubicBezTo>
                  <a:lnTo>
                    <a:pt x="1517775" y="311546"/>
                  </a:lnTo>
                  <a:cubicBezTo>
                    <a:pt x="1517775" y="306333"/>
                    <a:pt x="1517775" y="306333"/>
                    <a:pt x="1512385" y="306333"/>
                  </a:cubicBezTo>
                  <a:lnTo>
                    <a:pt x="1512385" y="300952"/>
                  </a:lnTo>
                  <a:cubicBezTo>
                    <a:pt x="1512385" y="295738"/>
                    <a:pt x="1512385" y="295738"/>
                    <a:pt x="1512385" y="295738"/>
                  </a:cubicBezTo>
                  <a:close/>
                  <a:moveTo>
                    <a:pt x="1797839" y="295716"/>
                  </a:moveTo>
                  <a:cubicBezTo>
                    <a:pt x="1797839" y="295716"/>
                    <a:pt x="1797839" y="295716"/>
                    <a:pt x="1803044" y="295716"/>
                  </a:cubicBezTo>
                  <a:cubicBezTo>
                    <a:pt x="1803044" y="295716"/>
                    <a:pt x="1803044" y="295716"/>
                    <a:pt x="1808249" y="295716"/>
                  </a:cubicBezTo>
                  <a:cubicBezTo>
                    <a:pt x="1813453" y="295716"/>
                    <a:pt x="1813453" y="300870"/>
                    <a:pt x="1813453" y="300870"/>
                  </a:cubicBezTo>
                  <a:cubicBezTo>
                    <a:pt x="1818658" y="300870"/>
                    <a:pt x="1818658" y="300870"/>
                    <a:pt x="1818658" y="300870"/>
                  </a:cubicBezTo>
                  <a:cubicBezTo>
                    <a:pt x="1818658" y="300870"/>
                    <a:pt x="1818658" y="300870"/>
                    <a:pt x="1818658" y="295716"/>
                  </a:cubicBezTo>
                  <a:cubicBezTo>
                    <a:pt x="1823863" y="295716"/>
                    <a:pt x="1823863" y="295716"/>
                    <a:pt x="1823863" y="295716"/>
                  </a:cubicBezTo>
                  <a:cubicBezTo>
                    <a:pt x="1823863" y="300870"/>
                    <a:pt x="1823863" y="300870"/>
                    <a:pt x="1823863" y="300870"/>
                  </a:cubicBezTo>
                  <a:cubicBezTo>
                    <a:pt x="1823863" y="300870"/>
                    <a:pt x="1823863" y="300870"/>
                    <a:pt x="1823863" y="306191"/>
                  </a:cubicBezTo>
                  <a:cubicBezTo>
                    <a:pt x="1823863" y="311345"/>
                    <a:pt x="1829068" y="311345"/>
                    <a:pt x="1829068" y="311345"/>
                  </a:cubicBezTo>
                  <a:cubicBezTo>
                    <a:pt x="1829068" y="316333"/>
                    <a:pt x="1834272" y="316333"/>
                    <a:pt x="1834272" y="316333"/>
                  </a:cubicBezTo>
                  <a:cubicBezTo>
                    <a:pt x="1834272" y="316333"/>
                    <a:pt x="1834272" y="316333"/>
                    <a:pt x="1829068" y="316333"/>
                  </a:cubicBezTo>
                  <a:lnTo>
                    <a:pt x="1829068" y="321653"/>
                  </a:lnTo>
                  <a:cubicBezTo>
                    <a:pt x="1829068" y="326808"/>
                    <a:pt x="1829068" y="326808"/>
                    <a:pt x="1829068" y="326808"/>
                  </a:cubicBezTo>
                  <a:lnTo>
                    <a:pt x="1823863" y="326808"/>
                  </a:lnTo>
                  <a:lnTo>
                    <a:pt x="1823863" y="331962"/>
                  </a:lnTo>
                  <a:cubicBezTo>
                    <a:pt x="1823863" y="331962"/>
                    <a:pt x="1823863" y="331962"/>
                    <a:pt x="1823863" y="336950"/>
                  </a:cubicBezTo>
                  <a:cubicBezTo>
                    <a:pt x="1818658" y="336950"/>
                    <a:pt x="1818658" y="336950"/>
                    <a:pt x="1818658" y="336950"/>
                  </a:cubicBezTo>
                  <a:cubicBezTo>
                    <a:pt x="1813453" y="336950"/>
                    <a:pt x="1813453" y="336950"/>
                    <a:pt x="1813453" y="336950"/>
                  </a:cubicBezTo>
                  <a:cubicBezTo>
                    <a:pt x="1813453" y="331962"/>
                    <a:pt x="1813453" y="331962"/>
                    <a:pt x="1808249" y="331962"/>
                  </a:cubicBezTo>
                  <a:cubicBezTo>
                    <a:pt x="1803044" y="331962"/>
                    <a:pt x="1803044" y="331962"/>
                    <a:pt x="1803044" y="331962"/>
                  </a:cubicBezTo>
                  <a:lnTo>
                    <a:pt x="1797839" y="331962"/>
                  </a:lnTo>
                  <a:cubicBezTo>
                    <a:pt x="1792635" y="331962"/>
                    <a:pt x="1787430" y="331962"/>
                    <a:pt x="1782225" y="331962"/>
                  </a:cubicBezTo>
                  <a:cubicBezTo>
                    <a:pt x="1782225" y="331962"/>
                    <a:pt x="1782225" y="331962"/>
                    <a:pt x="1777020" y="331962"/>
                  </a:cubicBezTo>
                  <a:cubicBezTo>
                    <a:pt x="1771816" y="331962"/>
                    <a:pt x="1771816" y="331962"/>
                    <a:pt x="1766443" y="331962"/>
                  </a:cubicBezTo>
                  <a:lnTo>
                    <a:pt x="1766443" y="326808"/>
                  </a:lnTo>
                  <a:lnTo>
                    <a:pt x="1766443" y="321653"/>
                  </a:lnTo>
                  <a:lnTo>
                    <a:pt x="1771816" y="316333"/>
                  </a:lnTo>
                  <a:cubicBezTo>
                    <a:pt x="1777020" y="316333"/>
                    <a:pt x="1777020" y="316333"/>
                    <a:pt x="1777020" y="316333"/>
                  </a:cubicBezTo>
                  <a:cubicBezTo>
                    <a:pt x="1777020" y="316333"/>
                    <a:pt x="1782225" y="316333"/>
                    <a:pt x="1782225" y="311345"/>
                  </a:cubicBezTo>
                  <a:lnTo>
                    <a:pt x="1782225" y="306191"/>
                  </a:lnTo>
                  <a:lnTo>
                    <a:pt x="1787430" y="306191"/>
                  </a:lnTo>
                  <a:cubicBezTo>
                    <a:pt x="1787430" y="306191"/>
                    <a:pt x="1787430" y="306191"/>
                    <a:pt x="1792635" y="306191"/>
                  </a:cubicBezTo>
                  <a:cubicBezTo>
                    <a:pt x="1792635" y="300870"/>
                    <a:pt x="1792635" y="300870"/>
                    <a:pt x="1792635" y="300870"/>
                  </a:cubicBezTo>
                  <a:cubicBezTo>
                    <a:pt x="1792635" y="295716"/>
                    <a:pt x="1797839" y="295716"/>
                    <a:pt x="1797839" y="295716"/>
                  </a:cubicBezTo>
                  <a:close/>
                  <a:moveTo>
                    <a:pt x="1740575" y="290541"/>
                  </a:moveTo>
                  <a:cubicBezTo>
                    <a:pt x="1745728" y="290541"/>
                    <a:pt x="1745728" y="290541"/>
                    <a:pt x="1745728" y="290541"/>
                  </a:cubicBezTo>
                  <a:lnTo>
                    <a:pt x="1750881" y="290541"/>
                  </a:lnTo>
                  <a:cubicBezTo>
                    <a:pt x="1750881" y="290541"/>
                    <a:pt x="1750881" y="290541"/>
                    <a:pt x="1756034" y="290541"/>
                  </a:cubicBezTo>
                  <a:cubicBezTo>
                    <a:pt x="1756034" y="290541"/>
                    <a:pt x="1756034" y="290541"/>
                    <a:pt x="1761187" y="290541"/>
                  </a:cubicBezTo>
                  <a:lnTo>
                    <a:pt x="1766174" y="290541"/>
                  </a:lnTo>
                  <a:cubicBezTo>
                    <a:pt x="1766174" y="290541"/>
                    <a:pt x="1766174" y="290541"/>
                    <a:pt x="1771493" y="290541"/>
                  </a:cubicBezTo>
                  <a:cubicBezTo>
                    <a:pt x="1771493" y="295509"/>
                    <a:pt x="1776646" y="295509"/>
                    <a:pt x="1776646" y="295509"/>
                  </a:cubicBezTo>
                  <a:lnTo>
                    <a:pt x="1781799" y="295509"/>
                  </a:lnTo>
                  <a:cubicBezTo>
                    <a:pt x="1776646" y="295509"/>
                    <a:pt x="1776646" y="300643"/>
                    <a:pt x="1776646" y="305942"/>
                  </a:cubicBezTo>
                  <a:lnTo>
                    <a:pt x="1771493" y="305942"/>
                  </a:lnTo>
                  <a:cubicBezTo>
                    <a:pt x="1771493" y="305942"/>
                    <a:pt x="1771493" y="305942"/>
                    <a:pt x="1766174" y="305942"/>
                  </a:cubicBezTo>
                  <a:cubicBezTo>
                    <a:pt x="1766174" y="305942"/>
                    <a:pt x="1766174" y="305942"/>
                    <a:pt x="1766174" y="311075"/>
                  </a:cubicBezTo>
                  <a:cubicBezTo>
                    <a:pt x="1766174" y="311075"/>
                    <a:pt x="1766174" y="305942"/>
                    <a:pt x="1761187" y="305942"/>
                  </a:cubicBezTo>
                  <a:lnTo>
                    <a:pt x="1756034" y="305942"/>
                  </a:lnTo>
                  <a:cubicBezTo>
                    <a:pt x="1756034" y="305942"/>
                    <a:pt x="1756034" y="305942"/>
                    <a:pt x="1756034" y="300643"/>
                  </a:cubicBezTo>
                  <a:cubicBezTo>
                    <a:pt x="1756034" y="300643"/>
                    <a:pt x="1756034" y="300643"/>
                    <a:pt x="1750881" y="295509"/>
                  </a:cubicBezTo>
                  <a:lnTo>
                    <a:pt x="1745728" y="295509"/>
                  </a:lnTo>
                  <a:lnTo>
                    <a:pt x="1740575" y="295509"/>
                  </a:lnTo>
                  <a:cubicBezTo>
                    <a:pt x="1740575" y="290541"/>
                    <a:pt x="1740575" y="290541"/>
                    <a:pt x="1740575" y="290541"/>
                  </a:cubicBezTo>
                  <a:close/>
                  <a:moveTo>
                    <a:pt x="1620952" y="280191"/>
                  </a:moveTo>
                  <a:lnTo>
                    <a:pt x="1625906" y="280191"/>
                  </a:lnTo>
                  <a:lnTo>
                    <a:pt x="1625906" y="285366"/>
                  </a:lnTo>
                  <a:cubicBezTo>
                    <a:pt x="1631024" y="285366"/>
                    <a:pt x="1631024" y="280191"/>
                    <a:pt x="1631024" y="280191"/>
                  </a:cubicBezTo>
                  <a:lnTo>
                    <a:pt x="1631024" y="285366"/>
                  </a:lnTo>
                  <a:cubicBezTo>
                    <a:pt x="1631024" y="285366"/>
                    <a:pt x="1625906" y="290541"/>
                    <a:pt x="1625906" y="295549"/>
                  </a:cubicBezTo>
                  <a:lnTo>
                    <a:pt x="1625906" y="300724"/>
                  </a:lnTo>
                  <a:cubicBezTo>
                    <a:pt x="1625906" y="300724"/>
                    <a:pt x="1625906" y="300724"/>
                    <a:pt x="1620952" y="295549"/>
                  </a:cubicBezTo>
                  <a:cubicBezTo>
                    <a:pt x="1620952" y="290541"/>
                    <a:pt x="1620952" y="290541"/>
                    <a:pt x="1620952" y="290541"/>
                  </a:cubicBezTo>
                  <a:cubicBezTo>
                    <a:pt x="1620952" y="290541"/>
                    <a:pt x="1620952" y="290541"/>
                    <a:pt x="1620952" y="285366"/>
                  </a:cubicBezTo>
                  <a:cubicBezTo>
                    <a:pt x="1620952" y="285366"/>
                    <a:pt x="1620952" y="285366"/>
                    <a:pt x="1620952" y="280191"/>
                  </a:cubicBezTo>
                  <a:close/>
                  <a:moveTo>
                    <a:pt x="1771853" y="275016"/>
                  </a:moveTo>
                  <a:cubicBezTo>
                    <a:pt x="1777093" y="275016"/>
                    <a:pt x="1777093" y="275016"/>
                    <a:pt x="1777093" y="275016"/>
                  </a:cubicBezTo>
                  <a:cubicBezTo>
                    <a:pt x="1782334" y="275016"/>
                    <a:pt x="1782334" y="280494"/>
                    <a:pt x="1787574" y="280494"/>
                  </a:cubicBezTo>
                  <a:cubicBezTo>
                    <a:pt x="1787574" y="280494"/>
                    <a:pt x="1787574" y="280494"/>
                    <a:pt x="1792815" y="280494"/>
                  </a:cubicBezTo>
                  <a:cubicBezTo>
                    <a:pt x="1792815" y="285802"/>
                    <a:pt x="1792815" y="285802"/>
                    <a:pt x="1798055" y="285802"/>
                  </a:cubicBezTo>
                  <a:cubicBezTo>
                    <a:pt x="1798055" y="285802"/>
                    <a:pt x="1792815" y="285802"/>
                    <a:pt x="1792815" y="291109"/>
                  </a:cubicBezTo>
                  <a:cubicBezTo>
                    <a:pt x="1792815" y="291109"/>
                    <a:pt x="1792815" y="291109"/>
                    <a:pt x="1787574" y="291109"/>
                  </a:cubicBezTo>
                  <a:cubicBezTo>
                    <a:pt x="1787574" y="285802"/>
                    <a:pt x="1782334" y="285802"/>
                    <a:pt x="1777093" y="285802"/>
                  </a:cubicBezTo>
                  <a:lnTo>
                    <a:pt x="1771853" y="280494"/>
                  </a:lnTo>
                  <a:cubicBezTo>
                    <a:pt x="1766443" y="280494"/>
                    <a:pt x="1766443" y="280494"/>
                    <a:pt x="1766443" y="280494"/>
                  </a:cubicBezTo>
                  <a:cubicBezTo>
                    <a:pt x="1771853" y="280494"/>
                    <a:pt x="1771853" y="280494"/>
                    <a:pt x="1771853" y="275016"/>
                  </a:cubicBezTo>
                  <a:close/>
                  <a:moveTo>
                    <a:pt x="1496721" y="269841"/>
                  </a:moveTo>
                  <a:cubicBezTo>
                    <a:pt x="1496721" y="269841"/>
                    <a:pt x="1496721" y="269841"/>
                    <a:pt x="1501943" y="269841"/>
                  </a:cubicBezTo>
                  <a:cubicBezTo>
                    <a:pt x="1501943" y="274886"/>
                    <a:pt x="1501943" y="274886"/>
                    <a:pt x="1507164" y="274886"/>
                  </a:cubicBezTo>
                  <a:cubicBezTo>
                    <a:pt x="1512385" y="274886"/>
                    <a:pt x="1517775" y="274886"/>
                    <a:pt x="1517775" y="274886"/>
                  </a:cubicBezTo>
                  <a:lnTo>
                    <a:pt x="1517775" y="280267"/>
                  </a:lnTo>
                  <a:cubicBezTo>
                    <a:pt x="1517775" y="280267"/>
                    <a:pt x="1517775" y="280267"/>
                    <a:pt x="1517775" y="285480"/>
                  </a:cubicBezTo>
                  <a:cubicBezTo>
                    <a:pt x="1517775" y="285480"/>
                    <a:pt x="1517775" y="285480"/>
                    <a:pt x="1512385" y="285480"/>
                  </a:cubicBezTo>
                  <a:cubicBezTo>
                    <a:pt x="1507164" y="285480"/>
                    <a:pt x="1507164" y="285480"/>
                    <a:pt x="1507164" y="290693"/>
                  </a:cubicBezTo>
                  <a:cubicBezTo>
                    <a:pt x="1507164" y="290693"/>
                    <a:pt x="1507164" y="290693"/>
                    <a:pt x="1507164" y="295738"/>
                  </a:cubicBezTo>
                  <a:lnTo>
                    <a:pt x="1512385" y="295738"/>
                  </a:lnTo>
                  <a:cubicBezTo>
                    <a:pt x="1507164" y="295738"/>
                    <a:pt x="1501943" y="300952"/>
                    <a:pt x="1501943" y="300952"/>
                  </a:cubicBezTo>
                  <a:cubicBezTo>
                    <a:pt x="1496721" y="300952"/>
                    <a:pt x="1496721" y="300952"/>
                    <a:pt x="1496721" y="300952"/>
                  </a:cubicBezTo>
                  <a:lnTo>
                    <a:pt x="1496721" y="295738"/>
                  </a:lnTo>
                  <a:cubicBezTo>
                    <a:pt x="1496721" y="290693"/>
                    <a:pt x="1496721" y="290693"/>
                    <a:pt x="1496721" y="290693"/>
                  </a:cubicBezTo>
                  <a:cubicBezTo>
                    <a:pt x="1501943" y="290693"/>
                    <a:pt x="1496721" y="285480"/>
                    <a:pt x="1496721" y="285480"/>
                  </a:cubicBezTo>
                  <a:cubicBezTo>
                    <a:pt x="1491500" y="285480"/>
                    <a:pt x="1491500" y="285480"/>
                    <a:pt x="1491500" y="285480"/>
                  </a:cubicBezTo>
                  <a:cubicBezTo>
                    <a:pt x="1491500" y="280267"/>
                    <a:pt x="1491500" y="280267"/>
                    <a:pt x="1491500" y="280267"/>
                  </a:cubicBezTo>
                  <a:cubicBezTo>
                    <a:pt x="1496721" y="280267"/>
                    <a:pt x="1496721" y="274886"/>
                    <a:pt x="1496721" y="274886"/>
                  </a:cubicBezTo>
                  <a:close/>
                  <a:moveTo>
                    <a:pt x="1771866" y="254316"/>
                  </a:moveTo>
                  <a:lnTo>
                    <a:pt x="1777120" y="254316"/>
                  </a:lnTo>
                  <a:cubicBezTo>
                    <a:pt x="1782374" y="259794"/>
                    <a:pt x="1782374" y="259794"/>
                    <a:pt x="1787628" y="259794"/>
                  </a:cubicBezTo>
                  <a:lnTo>
                    <a:pt x="1792882" y="259794"/>
                  </a:lnTo>
                  <a:lnTo>
                    <a:pt x="1792882" y="265102"/>
                  </a:lnTo>
                  <a:lnTo>
                    <a:pt x="1792882" y="270409"/>
                  </a:lnTo>
                  <a:lnTo>
                    <a:pt x="1787628" y="270409"/>
                  </a:lnTo>
                  <a:lnTo>
                    <a:pt x="1782374" y="270409"/>
                  </a:lnTo>
                  <a:cubicBezTo>
                    <a:pt x="1782374" y="265102"/>
                    <a:pt x="1777120" y="265102"/>
                    <a:pt x="1771866" y="265102"/>
                  </a:cubicBezTo>
                  <a:cubicBezTo>
                    <a:pt x="1766443" y="265102"/>
                    <a:pt x="1766443" y="259794"/>
                    <a:pt x="1766443" y="259794"/>
                  </a:cubicBezTo>
                  <a:cubicBezTo>
                    <a:pt x="1771866" y="254316"/>
                    <a:pt x="1771866" y="254316"/>
                    <a:pt x="1771866" y="254316"/>
                  </a:cubicBezTo>
                  <a:close/>
                  <a:moveTo>
                    <a:pt x="109361" y="239204"/>
                  </a:moveTo>
                  <a:cubicBezTo>
                    <a:pt x="109361" y="239204"/>
                    <a:pt x="109361" y="239204"/>
                    <a:pt x="119592" y="249594"/>
                  </a:cubicBezTo>
                  <a:cubicBezTo>
                    <a:pt x="119592" y="249594"/>
                    <a:pt x="119592" y="249594"/>
                    <a:pt x="119592" y="254621"/>
                  </a:cubicBezTo>
                  <a:cubicBezTo>
                    <a:pt x="119592" y="254621"/>
                    <a:pt x="114393" y="259983"/>
                    <a:pt x="109361" y="265178"/>
                  </a:cubicBezTo>
                  <a:cubicBezTo>
                    <a:pt x="104161" y="265178"/>
                    <a:pt x="104161" y="265178"/>
                    <a:pt x="104161" y="265178"/>
                  </a:cubicBezTo>
                  <a:cubicBezTo>
                    <a:pt x="98793" y="270373"/>
                    <a:pt x="98793" y="270373"/>
                    <a:pt x="98793" y="270373"/>
                  </a:cubicBezTo>
                  <a:cubicBezTo>
                    <a:pt x="98793" y="270373"/>
                    <a:pt x="98793" y="270373"/>
                    <a:pt x="88562" y="275400"/>
                  </a:cubicBezTo>
                  <a:lnTo>
                    <a:pt x="88562" y="280762"/>
                  </a:lnTo>
                  <a:cubicBezTo>
                    <a:pt x="83362" y="280762"/>
                    <a:pt x="83362" y="280762"/>
                    <a:pt x="83362" y="280762"/>
                  </a:cubicBezTo>
                  <a:lnTo>
                    <a:pt x="83362" y="275400"/>
                  </a:lnTo>
                  <a:cubicBezTo>
                    <a:pt x="83362" y="275400"/>
                    <a:pt x="83362" y="275400"/>
                    <a:pt x="83362" y="270373"/>
                  </a:cubicBezTo>
                  <a:lnTo>
                    <a:pt x="88562" y="265178"/>
                  </a:lnTo>
                  <a:cubicBezTo>
                    <a:pt x="88562" y="265178"/>
                    <a:pt x="88562" y="265178"/>
                    <a:pt x="109361" y="239204"/>
                  </a:cubicBezTo>
                  <a:close/>
                  <a:moveTo>
                    <a:pt x="1626015" y="212916"/>
                  </a:moveTo>
                  <a:cubicBezTo>
                    <a:pt x="1626015" y="212916"/>
                    <a:pt x="1626015" y="212916"/>
                    <a:pt x="1631189" y="212916"/>
                  </a:cubicBezTo>
                  <a:cubicBezTo>
                    <a:pt x="1631189" y="218299"/>
                    <a:pt x="1636363" y="218299"/>
                    <a:pt x="1636363" y="218299"/>
                  </a:cubicBezTo>
                  <a:lnTo>
                    <a:pt x="1641703" y="218299"/>
                  </a:lnTo>
                  <a:cubicBezTo>
                    <a:pt x="1646541" y="212916"/>
                    <a:pt x="1646541" y="212916"/>
                    <a:pt x="1646541" y="212916"/>
                  </a:cubicBezTo>
                  <a:lnTo>
                    <a:pt x="1646541" y="218299"/>
                  </a:lnTo>
                  <a:cubicBezTo>
                    <a:pt x="1646541" y="218299"/>
                    <a:pt x="1646541" y="218299"/>
                    <a:pt x="1646541" y="223515"/>
                  </a:cubicBezTo>
                  <a:cubicBezTo>
                    <a:pt x="1646541" y="223515"/>
                    <a:pt x="1646541" y="223515"/>
                    <a:pt x="1651715" y="228730"/>
                  </a:cubicBezTo>
                  <a:cubicBezTo>
                    <a:pt x="1646541" y="233777"/>
                    <a:pt x="1651715" y="233777"/>
                    <a:pt x="1651715" y="233777"/>
                  </a:cubicBezTo>
                  <a:cubicBezTo>
                    <a:pt x="1651715" y="233777"/>
                    <a:pt x="1651715" y="233777"/>
                    <a:pt x="1646541" y="239160"/>
                  </a:cubicBezTo>
                  <a:cubicBezTo>
                    <a:pt x="1646541" y="244376"/>
                    <a:pt x="1651715" y="244376"/>
                    <a:pt x="1651715" y="244376"/>
                  </a:cubicBezTo>
                  <a:cubicBezTo>
                    <a:pt x="1646541" y="244376"/>
                    <a:pt x="1646541" y="244376"/>
                    <a:pt x="1646541" y="249591"/>
                  </a:cubicBezTo>
                  <a:cubicBezTo>
                    <a:pt x="1646541" y="249591"/>
                    <a:pt x="1646541" y="249591"/>
                    <a:pt x="1641703" y="249591"/>
                  </a:cubicBezTo>
                  <a:cubicBezTo>
                    <a:pt x="1641703" y="244376"/>
                    <a:pt x="1641703" y="244376"/>
                    <a:pt x="1636363" y="244376"/>
                  </a:cubicBezTo>
                  <a:cubicBezTo>
                    <a:pt x="1636363" y="244376"/>
                    <a:pt x="1636363" y="244376"/>
                    <a:pt x="1636363" y="249591"/>
                  </a:cubicBezTo>
                  <a:cubicBezTo>
                    <a:pt x="1631189" y="249591"/>
                    <a:pt x="1631189" y="254638"/>
                    <a:pt x="1631189" y="254638"/>
                  </a:cubicBezTo>
                  <a:cubicBezTo>
                    <a:pt x="1626015" y="254638"/>
                    <a:pt x="1626015" y="254638"/>
                    <a:pt x="1621009" y="260021"/>
                  </a:cubicBezTo>
                  <a:cubicBezTo>
                    <a:pt x="1615668" y="265237"/>
                    <a:pt x="1615668" y="265237"/>
                    <a:pt x="1610495" y="265237"/>
                  </a:cubicBezTo>
                  <a:lnTo>
                    <a:pt x="1605321" y="265237"/>
                  </a:lnTo>
                  <a:cubicBezTo>
                    <a:pt x="1600314" y="265237"/>
                    <a:pt x="1600314" y="265237"/>
                    <a:pt x="1600314" y="265237"/>
                  </a:cubicBezTo>
                  <a:cubicBezTo>
                    <a:pt x="1600314" y="260021"/>
                    <a:pt x="1594973" y="260021"/>
                    <a:pt x="1594973" y="260021"/>
                  </a:cubicBezTo>
                  <a:lnTo>
                    <a:pt x="1594973" y="254638"/>
                  </a:lnTo>
                  <a:lnTo>
                    <a:pt x="1600314" y="254638"/>
                  </a:lnTo>
                  <a:cubicBezTo>
                    <a:pt x="1605321" y="249591"/>
                    <a:pt x="1605321" y="249591"/>
                    <a:pt x="1605321" y="249591"/>
                  </a:cubicBezTo>
                  <a:cubicBezTo>
                    <a:pt x="1605321" y="249591"/>
                    <a:pt x="1605321" y="249591"/>
                    <a:pt x="1615668" y="239160"/>
                  </a:cubicBezTo>
                  <a:cubicBezTo>
                    <a:pt x="1615668" y="239160"/>
                    <a:pt x="1615668" y="239160"/>
                    <a:pt x="1614375" y="239160"/>
                  </a:cubicBezTo>
                  <a:lnTo>
                    <a:pt x="1610495" y="239160"/>
                  </a:lnTo>
                  <a:cubicBezTo>
                    <a:pt x="1610495" y="239160"/>
                    <a:pt x="1615668" y="233777"/>
                    <a:pt x="1610495" y="233777"/>
                  </a:cubicBezTo>
                  <a:cubicBezTo>
                    <a:pt x="1610495" y="228730"/>
                    <a:pt x="1610495" y="228730"/>
                    <a:pt x="1610495" y="228730"/>
                  </a:cubicBezTo>
                  <a:lnTo>
                    <a:pt x="1605321" y="228730"/>
                  </a:lnTo>
                  <a:cubicBezTo>
                    <a:pt x="1605321" y="228730"/>
                    <a:pt x="1605321" y="228730"/>
                    <a:pt x="1600314" y="228730"/>
                  </a:cubicBezTo>
                  <a:cubicBezTo>
                    <a:pt x="1600314" y="228730"/>
                    <a:pt x="1605321" y="228730"/>
                    <a:pt x="1605321" y="223515"/>
                  </a:cubicBezTo>
                  <a:lnTo>
                    <a:pt x="1610495" y="223515"/>
                  </a:lnTo>
                  <a:cubicBezTo>
                    <a:pt x="1615668" y="223515"/>
                    <a:pt x="1615668" y="218299"/>
                    <a:pt x="1615668" y="218299"/>
                  </a:cubicBezTo>
                  <a:lnTo>
                    <a:pt x="1621009" y="218299"/>
                  </a:lnTo>
                  <a:cubicBezTo>
                    <a:pt x="1626015" y="218299"/>
                    <a:pt x="1626015" y="212916"/>
                    <a:pt x="1626015" y="212916"/>
                  </a:cubicBezTo>
                  <a:close/>
                  <a:moveTo>
                    <a:pt x="774574" y="202566"/>
                  </a:moveTo>
                  <a:cubicBezTo>
                    <a:pt x="779585" y="202566"/>
                    <a:pt x="779585" y="202566"/>
                    <a:pt x="779585" y="202566"/>
                  </a:cubicBezTo>
                  <a:cubicBezTo>
                    <a:pt x="779585" y="202566"/>
                    <a:pt x="779585" y="202566"/>
                    <a:pt x="779585" y="207579"/>
                  </a:cubicBezTo>
                  <a:cubicBezTo>
                    <a:pt x="779585" y="207579"/>
                    <a:pt x="779585" y="202566"/>
                    <a:pt x="774574" y="202566"/>
                  </a:cubicBezTo>
                  <a:close/>
                  <a:moveTo>
                    <a:pt x="857918" y="192216"/>
                  </a:moveTo>
                  <a:cubicBezTo>
                    <a:pt x="857918" y="192216"/>
                    <a:pt x="857918" y="192216"/>
                    <a:pt x="857918" y="197229"/>
                  </a:cubicBezTo>
                  <a:lnTo>
                    <a:pt x="852549" y="197229"/>
                  </a:lnTo>
                  <a:cubicBezTo>
                    <a:pt x="852549" y="197229"/>
                    <a:pt x="852549" y="197229"/>
                    <a:pt x="847005" y="197229"/>
                  </a:cubicBezTo>
                  <a:cubicBezTo>
                    <a:pt x="852549" y="197229"/>
                    <a:pt x="852549" y="192216"/>
                    <a:pt x="857918" y="192216"/>
                  </a:cubicBezTo>
                  <a:close/>
                  <a:moveTo>
                    <a:pt x="743532" y="192216"/>
                  </a:moveTo>
                  <a:lnTo>
                    <a:pt x="748672" y="192216"/>
                  </a:lnTo>
                  <a:cubicBezTo>
                    <a:pt x="748672" y="192216"/>
                    <a:pt x="748672" y="192216"/>
                    <a:pt x="753812" y="202456"/>
                  </a:cubicBezTo>
                  <a:cubicBezTo>
                    <a:pt x="753812" y="202456"/>
                    <a:pt x="753812" y="202456"/>
                    <a:pt x="753812" y="197336"/>
                  </a:cubicBezTo>
                  <a:cubicBezTo>
                    <a:pt x="753812" y="197336"/>
                    <a:pt x="753812" y="197336"/>
                    <a:pt x="758953" y="197336"/>
                  </a:cubicBezTo>
                  <a:lnTo>
                    <a:pt x="764093" y="197336"/>
                  </a:lnTo>
                  <a:cubicBezTo>
                    <a:pt x="769234" y="197336"/>
                    <a:pt x="769234" y="197336"/>
                    <a:pt x="769234" y="202456"/>
                  </a:cubicBezTo>
                  <a:lnTo>
                    <a:pt x="764093" y="202456"/>
                  </a:lnTo>
                  <a:cubicBezTo>
                    <a:pt x="764093" y="202456"/>
                    <a:pt x="758953" y="202456"/>
                    <a:pt x="758953" y="207576"/>
                  </a:cubicBezTo>
                  <a:lnTo>
                    <a:pt x="753812" y="207576"/>
                  </a:lnTo>
                  <a:lnTo>
                    <a:pt x="748672" y="207576"/>
                  </a:lnTo>
                  <a:cubicBezTo>
                    <a:pt x="748672" y="207576"/>
                    <a:pt x="748672" y="202456"/>
                    <a:pt x="743532" y="202456"/>
                  </a:cubicBezTo>
                  <a:cubicBezTo>
                    <a:pt x="743532" y="202456"/>
                    <a:pt x="743532" y="202456"/>
                    <a:pt x="743532" y="197336"/>
                  </a:cubicBezTo>
                  <a:cubicBezTo>
                    <a:pt x="743532" y="197336"/>
                    <a:pt x="743532" y="197336"/>
                    <a:pt x="743532" y="192216"/>
                  </a:cubicBezTo>
                  <a:close/>
                  <a:moveTo>
                    <a:pt x="15599" y="182062"/>
                  </a:moveTo>
                  <a:cubicBezTo>
                    <a:pt x="15599" y="187257"/>
                    <a:pt x="20798" y="187257"/>
                    <a:pt x="20798" y="187257"/>
                  </a:cubicBezTo>
                  <a:lnTo>
                    <a:pt x="31198" y="187257"/>
                  </a:lnTo>
                  <a:cubicBezTo>
                    <a:pt x="36397" y="187257"/>
                    <a:pt x="41765" y="187257"/>
                    <a:pt x="41765" y="182062"/>
                  </a:cubicBezTo>
                  <a:cubicBezTo>
                    <a:pt x="46964" y="182062"/>
                    <a:pt x="46964" y="182062"/>
                    <a:pt x="46964" y="182062"/>
                  </a:cubicBezTo>
                  <a:cubicBezTo>
                    <a:pt x="51996" y="182062"/>
                    <a:pt x="51996" y="187257"/>
                    <a:pt x="51996" y="187257"/>
                  </a:cubicBezTo>
                  <a:cubicBezTo>
                    <a:pt x="51996" y="187257"/>
                    <a:pt x="51996" y="187257"/>
                    <a:pt x="46964" y="192452"/>
                  </a:cubicBezTo>
                  <a:lnTo>
                    <a:pt x="36397" y="197647"/>
                  </a:lnTo>
                  <a:lnTo>
                    <a:pt x="31198" y="197647"/>
                  </a:lnTo>
                  <a:cubicBezTo>
                    <a:pt x="31198" y="197647"/>
                    <a:pt x="31198" y="197647"/>
                    <a:pt x="31198" y="192452"/>
                  </a:cubicBezTo>
                  <a:cubicBezTo>
                    <a:pt x="31198" y="192452"/>
                    <a:pt x="31198" y="192452"/>
                    <a:pt x="26166" y="197647"/>
                  </a:cubicBezTo>
                  <a:cubicBezTo>
                    <a:pt x="20798" y="197647"/>
                    <a:pt x="15599" y="197647"/>
                    <a:pt x="10399" y="197647"/>
                  </a:cubicBezTo>
                  <a:cubicBezTo>
                    <a:pt x="5367" y="197647"/>
                    <a:pt x="5367" y="197647"/>
                    <a:pt x="0" y="192452"/>
                  </a:cubicBezTo>
                  <a:lnTo>
                    <a:pt x="0" y="187257"/>
                  </a:lnTo>
                  <a:cubicBezTo>
                    <a:pt x="0" y="187257"/>
                    <a:pt x="0" y="187257"/>
                    <a:pt x="15599" y="182062"/>
                  </a:cubicBezTo>
                  <a:close/>
                  <a:moveTo>
                    <a:pt x="1387682" y="181866"/>
                  </a:moveTo>
                  <a:cubicBezTo>
                    <a:pt x="1387682" y="181866"/>
                    <a:pt x="1387682" y="181866"/>
                    <a:pt x="1393068" y="181866"/>
                  </a:cubicBezTo>
                  <a:cubicBezTo>
                    <a:pt x="1393068" y="181866"/>
                    <a:pt x="1393068" y="181866"/>
                    <a:pt x="1393068" y="187008"/>
                  </a:cubicBezTo>
                  <a:cubicBezTo>
                    <a:pt x="1398118" y="187008"/>
                    <a:pt x="1398118" y="187008"/>
                    <a:pt x="1398118" y="187008"/>
                  </a:cubicBezTo>
                  <a:cubicBezTo>
                    <a:pt x="1403335" y="187008"/>
                    <a:pt x="1403335" y="187008"/>
                    <a:pt x="1403335" y="181866"/>
                  </a:cubicBezTo>
                  <a:lnTo>
                    <a:pt x="1408553" y="181866"/>
                  </a:lnTo>
                  <a:lnTo>
                    <a:pt x="1408553" y="187008"/>
                  </a:lnTo>
                  <a:lnTo>
                    <a:pt x="1408553" y="192150"/>
                  </a:lnTo>
                  <a:cubicBezTo>
                    <a:pt x="1408553" y="192150"/>
                    <a:pt x="1403335" y="192150"/>
                    <a:pt x="1403335" y="197291"/>
                  </a:cubicBezTo>
                  <a:cubicBezTo>
                    <a:pt x="1403335" y="197291"/>
                    <a:pt x="1403335" y="197291"/>
                    <a:pt x="1398118" y="197291"/>
                  </a:cubicBezTo>
                  <a:lnTo>
                    <a:pt x="1393068" y="197291"/>
                  </a:lnTo>
                  <a:cubicBezTo>
                    <a:pt x="1393068" y="202433"/>
                    <a:pt x="1393068" y="202433"/>
                    <a:pt x="1393068" y="202433"/>
                  </a:cubicBezTo>
                  <a:cubicBezTo>
                    <a:pt x="1387682" y="202433"/>
                    <a:pt x="1387682" y="202433"/>
                    <a:pt x="1387682" y="202433"/>
                  </a:cubicBezTo>
                  <a:cubicBezTo>
                    <a:pt x="1382465" y="202433"/>
                    <a:pt x="1382465" y="202433"/>
                    <a:pt x="1377247" y="202433"/>
                  </a:cubicBezTo>
                  <a:cubicBezTo>
                    <a:pt x="1372198" y="207575"/>
                    <a:pt x="1372198" y="207575"/>
                    <a:pt x="1366812" y="207575"/>
                  </a:cubicBezTo>
                  <a:cubicBezTo>
                    <a:pt x="1361594" y="207575"/>
                    <a:pt x="1356545" y="202433"/>
                    <a:pt x="1351327" y="202433"/>
                  </a:cubicBezTo>
                  <a:lnTo>
                    <a:pt x="1345941" y="202433"/>
                  </a:lnTo>
                  <a:cubicBezTo>
                    <a:pt x="1345941" y="202433"/>
                    <a:pt x="1345941" y="197291"/>
                    <a:pt x="1340723" y="197291"/>
                  </a:cubicBezTo>
                  <a:lnTo>
                    <a:pt x="1345941" y="197291"/>
                  </a:lnTo>
                  <a:cubicBezTo>
                    <a:pt x="1345941" y="197291"/>
                    <a:pt x="1351327" y="197291"/>
                    <a:pt x="1351327" y="192150"/>
                  </a:cubicBezTo>
                  <a:lnTo>
                    <a:pt x="1356545" y="192150"/>
                  </a:lnTo>
                  <a:cubicBezTo>
                    <a:pt x="1356545" y="187008"/>
                    <a:pt x="1356545" y="187008"/>
                    <a:pt x="1356545" y="187008"/>
                  </a:cubicBezTo>
                  <a:cubicBezTo>
                    <a:pt x="1356545" y="192150"/>
                    <a:pt x="1356545" y="192150"/>
                    <a:pt x="1361594" y="192150"/>
                  </a:cubicBezTo>
                  <a:lnTo>
                    <a:pt x="1361594" y="187008"/>
                  </a:lnTo>
                  <a:cubicBezTo>
                    <a:pt x="1366812" y="187008"/>
                    <a:pt x="1366812" y="187008"/>
                    <a:pt x="1366812" y="187008"/>
                  </a:cubicBezTo>
                  <a:lnTo>
                    <a:pt x="1372198" y="192150"/>
                  </a:lnTo>
                  <a:lnTo>
                    <a:pt x="1372198" y="187008"/>
                  </a:lnTo>
                  <a:cubicBezTo>
                    <a:pt x="1377247" y="187008"/>
                    <a:pt x="1377247" y="187008"/>
                    <a:pt x="1377247" y="187008"/>
                  </a:cubicBezTo>
                  <a:lnTo>
                    <a:pt x="1382465" y="187008"/>
                  </a:lnTo>
                  <a:cubicBezTo>
                    <a:pt x="1382465" y="187008"/>
                    <a:pt x="1387682" y="187008"/>
                    <a:pt x="1387682" y="181866"/>
                  </a:cubicBezTo>
                  <a:close/>
                  <a:moveTo>
                    <a:pt x="1667309" y="176690"/>
                  </a:moveTo>
                  <a:cubicBezTo>
                    <a:pt x="1667309" y="176690"/>
                    <a:pt x="1667309" y="176690"/>
                    <a:pt x="1672459" y="176690"/>
                  </a:cubicBezTo>
                  <a:cubicBezTo>
                    <a:pt x="1672459" y="176690"/>
                    <a:pt x="1672459" y="176690"/>
                    <a:pt x="1677609" y="176690"/>
                  </a:cubicBezTo>
                  <a:cubicBezTo>
                    <a:pt x="1672459" y="176690"/>
                    <a:pt x="1672459" y="181837"/>
                    <a:pt x="1672459" y="181837"/>
                  </a:cubicBezTo>
                  <a:lnTo>
                    <a:pt x="1672459" y="186985"/>
                  </a:lnTo>
                  <a:lnTo>
                    <a:pt x="1667309" y="192132"/>
                  </a:lnTo>
                  <a:lnTo>
                    <a:pt x="1662159" y="197279"/>
                  </a:lnTo>
                  <a:cubicBezTo>
                    <a:pt x="1662159" y="197279"/>
                    <a:pt x="1662159" y="197279"/>
                    <a:pt x="1662159" y="202427"/>
                  </a:cubicBezTo>
                  <a:cubicBezTo>
                    <a:pt x="1662159" y="202427"/>
                    <a:pt x="1662159" y="202427"/>
                    <a:pt x="1657009" y="202427"/>
                  </a:cubicBezTo>
                  <a:cubicBezTo>
                    <a:pt x="1657009" y="202427"/>
                    <a:pt x="1651859" y="202427"/>
                    <a:pt x="1651859" y="207574"/>
                  </a:cubicBezTo>
                  <a:cubicBezTo>
                    <a:pt x="1651859" y="202427"/>
                    <a:pt x="1646709" y="202427"/>
                    <a:pt x="1646709" y="202427"/>
                  </a:cubicBezTo>
                  <a:cubicBezTo>
                    <a:pt x="1651859" y="202427"/>
                    <a:pt x="1651859" y="202427"/>
                    <a:pt x="1651859" y="197279"/>
                  </a:cubicBezTo>
                  <a:cubicBezTo>
                    <a:pt x="1657009" y="197279"/>
                    <a:pt x="1657009" y="197279"/>
                    <a:pt x="1657009" y="192132"/>
                  </a:cubicBezTo>
                  <a:cubicBezTo>
                    <a:pt x="1662159" y="192132"/>
                    <a:pt x="1662159" y="192132"/>
                    <a:pt x="1662159" y="192132"/>
                  </a:cubicBezTo>
                  <a:cubicBezTo>
                    <a:pt x="1662159" y="192132"/>
                    <a:pt x="1667309" y="186985"/>
                    <a:pt x="1667309" y="181837"/>
                  </a:cubicBezTo>
                  <a:close/>
                  <a:moveTo>
                    <a:pt x="1953394" y="160816"/>
                  </a:moveTo>
                  <a:cubicBezTo>
                    <a:pt x="1958591" y="160816"/>
                    <a:pt x="1958591" y="160816"/>
                    <a:pt x="1963787" y="160816"/>
                  </a:cubicBezTo>
                  <a:cubicBezTo>
                    <a:pt x="1958591" y="160816"/>
                    <a:pt x="1958591" y="160816"/>
                    <a:pt x="1953394" y="166011"/>
                  </a:cubicBezTo>
                  <a:cubicBezTo>
                    <a:pt x="1953394" y="166011"/>
                    <a:pt x="1953394" y="166011"/>
                    <a:pt x="1953394" y="160816"/>
                  </a:cubicBezTo>
                  <a:close/>
                  <a:moveTo>
                    <a:pt x="1735119" y="155990"/>
                  </a:moveTo>
                  <a:lnTo>
                    <a:pt x="1740322" y="155990"/>
                  </a:lnTo>
                  <a:cubicBezTo>
                    <a:pt x="1740322" y="161192"/>
                    <a:pt x="1745524" y="161192"/>
                    <a:pt x="1745524" y="161192"/>
                  </a:cubicBezTo>
                  <a:cubicBezTo>
                    <a:pt x="1745524" y="161192"/>
                    <a:pt x="1745524" y="161192"/>
                    <a:pt x="1750726" y="161192"/>
                  </a:cubicBezTo>
                  <a:lnTo>
                    <a:pt x="1755928" y="166395"/>
                  </a:lnTo>
                  <a:cubicBezTo>
                    <a:pt x="1755928" y="171597"/>
                    <a:pt x="1755928" y="171597"/>
                    <a:pt x="1755928" y="171597"/>
                  </a:cubicBezTo>
                  <a:lnTo>
                    <a:pt x="1755928" y="176800"/>
                  </a:lnTo>
                  <a:cubicBezTo>
                    <a:pt x="1755928" y="182002"/>
                    <a:pt x="1755928" y="182002"/>
                    <a:pt x="1755928" y="182002"/>
                  </a:cubicBezTo>
                  <a:lnTo>
                    <a:pt x="1750726" y="182002"/>
                  </a:lnTo>
                  <a:cubicBezTo>
                    <a:pt x="1750726" y="182002"/>
                    <a:pt x="1745524" y="182002"/>
                    <a:pt x="1740322" y="187204"/>
                  </a:cubicBezTo>
                  <a:cubicBezTo>
                    <a:pt x="1740322" y="187204"/>
                    <a:pt x="1740322" y="187204"/>
                    <a:pt x="1729917" y="176800"/>
                  </a:cubicBezTo>
                  <a:cubicBezTo>
                    <a:pt x="1729917" y="176800"/>
                    <a:pt x="1729917" y="176800"/>
                    <a:pt x="1735119" y="192407"/>
                  </a:cubicBezTo>
                  <a:cubicBezTo>
                    <a:pt x="1735119" y="192407"/>
                    <a:pt x="1735119" y="192407"/>
                    <a:pt x="1735119" y="197609"/>
                  </a:cubicBezTo>
                  <a:cubicBezTo>
                    <a:pt x="1729917" y="202812"/>
                    <a:pt x="1724715" y="208014"/>
                    <a:pt x="1724715" y="208014"/>
                  </a:cubicBezTo>
                  <a:cubicBezTo>
                    <a:pt x="1714310" y="208014"/>
                    <a:pt x="1709108" y="213049"/>
                    <a:pt x="1709108" y="213049"/>
                  </a:cubicBezTo>
                  <a:cubicBezTo>
                    <a:pt x="1703905" y="218419"/>
                    <a:pt x="1703905" y="218419"/>
                    <a:pt x="1703905" y="218419"/>
                  </a:cubicBezTo>
                  <a:cubicBezTo>
                    <a:pt x="1703905" y="218419"/>
                    <a:pt x="1698703" y="218419"/>
                    <a:pt x="1698703" y="223621"/>
                  </a:cubicBezTo>
                  <a:lnTo>
                    <a:pt x="1698703" y="228824"/>
                  </a:lnTo>
                  <a:lnTo>
                    <a:pt x="1693501" y="228824"/>
                  </a:lnTo>
                  <a:cubicBezTo>
                    <a:pt x="1693501" y="228824"/>
                    <a:pt x="1693501" y="228824"/>
                    <a:pt x="1693501" y="233858"/>
                  </a:cubicBezTo>
                  <a:cubicBezTo>
                    <a:pt x="1693501" y="239228"/>
                    <a:pt x="1698703" y="244431"/>
                    <a:pt x="1698703" y="244431"/>
                  </a:cubicBezTo>
                  <a:cubicBezTo>
                    <a:pt x="1698703" y="244431"/>
                    <a:pt x="1698703" y="244431"/>
                    <a:pt x="1703905" y="244431"/>
                  </a:cubicBezTo>
                  <a:cubicBezTo>
                    <a:pt x="1709108" y="249633"/>
                    <a:pt x="1709108" y="249633"/>
                    <a:pt x="1709108" y="249633"/>
                  </a:cubicBezTo>
                  <a:cubicBezTo>
                    <a:pt x="1709108" y="249633"/>
                    <a:pt x="1709108" y="249633"/>
                    <a:pt x="1703905" y="249633"/>
                  </a:cubicBezTo>
                  <a:cubicBezTo>
                    <a:pt x="1703905" y="249633"/>
                    <a:pt x="1703905" y="249633"/>
                    <a:pt x="1703905" y="254668"/>
                  </a:cubicBezTo>
                  <a:cubicBezTo>
                    <a:pt x="1703905" y="254668"/>
                    <a:pt x="1703905" y="254668"/>
                    <a:pt x="1698703" y="254668"/>
                  </a:cubicBezTo>
                  <a:lnTo>
                    <a:pt x="1698703" y="260038"/>
                  </a:lnTo>
                  <a:cubicBezTo>
                    <a:pt x="1698703" y="260038"/>
                    <a:pt x="1698703" y="260038"/>
                    <a:pt x="1688299" y="260038"/>
                  </a:cubicBezTo>
                  <a:cubicBezTo>
                    <a:pt x="1688299" y="260038"/>
                    <a:pt x="1688299" y="260038"/>
                    <a:pt x="1693501" y="270443"/>
                  </a:cubicBezTo>
                  <a:cubicBezTo>
                    <a:pt x="1693501" y="270443"/>
                    <a:pt x="1688299" y="270443"/>
                    <a:pt x="1688299" y="275477"/>
                  </a:cubicBezTo>
                  <a:cubicBezTo>
                    <a:pt x="1688299" y="275477"/>
                    <a:pt x="1688299" y="275477"/>
                    <a:pt x="1688299" y="280848"/>
                  </a:cubicBezTo>
                  <a:cubicBezTo>
                    <a:pt x="1688299" y="286050"/>
                    <a:pt x="1688299" y="286050"/>
                    <a:pt x="1683096" y="286050"/>
                  </a:cubicBezTo>
                  <a:cubicBezTo>
                    <a:pt x="1677894" y="286050"/>
                    <a:pt x="1677894" y="286050"/>
                    <a:pt x="1677894" y="286050"/>
                  </a:cubicBezTo>
                  <a:cubicBezTo>
                    <a:pt x="1672692" y="286050"/>
                    <a:pt x="1672692" y="291253"/>
                    <a:pt x="1672692" y="296287"/>
                  </a:cubicBezTo>
                  <a:cubicBezTo>
                    <a:pt x="1667490" y="296287"/>
                    <a:pt x="1667490" y="296287"/>
                    <a:pt x="1667490" y="296287"/>
                  </a:cubicBezTo>
                  <a:lnTo>
                    <a:pt x="1662287" y="296287"/>
                  </a:lnTo>
                  <a:cubicBezTo>
                    <a:pt x="1662287" y="291253"/>
                    <a:pt x="1662287" y="291253"/>
                    <a:pt x="1662287" y="291253"/>
                  </a:cubicBezTo>
                  <a:cubicBezTo>
                    <a:pt x="1662287" y="286050"/>
                    <a:pt x="1662287" y="280848"/>
                    <a:pt x="1657085" y="280848"/>
                  </a:cubicBezTo>
                  <a:cubicBezTo>
                    <a:pt x="1651883" y="275477"/>
                    <a:pt x="1651883" y="275477"/>
                    <a:pt x="1651883" y="270443"/>
                  </a:cubicBezTo>
                  <a:lnTo>
                    <a:pt x="1651883" y="265240"/>
                  </a:lnTo>
                  <a:cubicBezTo>
                    <a:pt x="1651883" y="265240"/>
                    <a:pt x="1651883" y="265240"/>
                    <a:pt x="1651883" y="260038"/>
                  </a:cubicBezTo>
                  <a:lnTo>
                    <a:pt x="1651883" y="254668"/>
                  </a:lnTo>
                  <a:lnTo>
                    <a:pt x="1657085" y="254668"/>
                  </a:lnTo>
                  <a:cubicBezTo>
                    <a:pt x="1657085" y="254668"/>
                    <a:pt x="1657085" y="249633"/>
                    <a:pt x="1662287" y="249633"/>
                  </a:cubicBezTo>
                  <a:cubicBezTo>
                    <a:pt x="1662287" y="244431"/>
                    <a:pt x="1662287" y="244431"/>
                    <a:pt x="1662287" y="244431"/>
                  </a:cubicBezTo>
                  <a:cubicBezTo>
                    <a:pt x="1662287" y="239228"/>
                    <a:pt x="1662287" y="239228"/>
                    <a:pt x="1662287" y="239228"/>
                  </a:cubicBezTo>
                  <a:lnTo>
                    <a:pt x="1662287" y="233858"/>
                  </a:lnTo>
                  <a:lnTo>
                    <a:pt x="1662287" y="228824"/>
                  </a:lnTo>
                  <a:cubicBezTo>
                    <a:pt x="1662287" y="228824"/>
                    <a:pt x="1662287" y="228824"/>
                    <a:pt x="1657085" y="228824"/>
                  </a:cubicBezTo>
                  <a:lnTo>
                    <a:pt x="1657085" y="223621"/>
                  </a:lnTo>
                  <a:cubicBezTo>
                    <a:pt x="1657085" y="223621"/>
                    <a:pt x="1657085" y="223621"/>
                    <a:pt x="1657085" y="218419"/>
                  </a:cubicBezTo>
                  <a:cubicBezTo>
                    <a:pt x="1657085" y="213049"/>
                    <a:pt x="1657085" y="213049"/>
                    <a:pt x="1657085" y="213049"/>
                  </a:cubicBezTo>
                  <a:lnTo>
                    <a:pt x="1662287" y="213049"/>
                  </a:lnTo>
                  <a:cubicBezTo>
                    <a:pt x="1662287" y="213049"/>
                    <a:pt x="1662287" y="213049"/>
                    <a:pt x="1667490" y="213049"/>
                  </a:cubicBezTo>
                  <a:lnTo>
                    <a:pt x="1672692" y="213049"/>
                  </a:lnTo>
                  <a:cubicBezTo>
                    <a:pt x="1672692" y="208014"/>
                    <a:pt x="1677894" y="208014"/>
                    <a:pt x="1677894" y="202812"/>
                  </a:cubicBezTo>
                  <a:cubicBezTo>
                    <a:pt x="1677894" y="202812"/>
                    <a:pt x="1672692" y="202812"/>
                    <a:pt x="1672692" y="197609"/>
                  </a:cubicBezTo>
                  <a:cubicBezTo>
                    <a:pt x="1677894" y="197609"/>
                    <a:pt x="1677894" y="197609"/>
                    <a:pt x="1677894" y="192407"/>
                  </a:cubicBezTo>
                  <a:lnTo>
                    <a:pt x="1677894" y="187204"/>
                  </a:lnTo>
                  <a:cubicBezTo>
                    <a:pt x="1677894" y="187204"/>
                    <a:pt x="1677894" y="187204"/>
                    <a:pt x="1683096" y="187204"/>
                  </a:cubicBezTo>
                  <a:lnTo>
                    <a:pt x="1688299" y="182002"/>
                  </a:lnTo>
                  <a:cubicBezTo>
                    <a:pt x="1688299" y="182002"/>
                    <a:pt x="1688299" y="182002"/>
                    <a:pt x="1688299" y="176800"/>
                  </a:cubicBezTo>
                  <a:cubicBezTo>
                    <a:pt x="1693501" y="176800"/>
                    <a:pt x="1693501" y="176800"/>
                    <a:pt x="1693501" y="176800"/>
                  </a:cubicBezTo>
                  <a:cubicBezTo>
                    <a:pt x="1693501" y="176800"/>
                    <a:pt x="1698703" y="176800"/>
                    <a:pt x="1698703" y="171597"/>
                  </a:cubicBezTo>
                  <a:cubicBezTo>
                    <a:pt x="1698703" y="171597"/>
                    <a:pt x="1698703" y="171597"/>
                    <a:pt x="1698703" y="166395"/>
                  </a:cubicBezTo>
                  <a:cubicBezTo>
                    <a:pt x="1703905" y="166395"/>
                    <a:pt x="1703905" y="166395"/>
                    <a:pt x="1703905" y="166395"/>
                  </a:cubicBezTo>
                  <a:cubicBezTo>
                    <a:pt x="1709108" y="166395"/>
                    <a:pt x="1709108" y="166395"/>
                    <a:pt x="1709108" y="166395"/>
                  </a:cubicBezTo>
                  <a:cubicBezTo>
                    <a:pt x="1714310" y="166395"/>
                    <a:pt x="1714310" y="166395"/>
                    <a:pt x="1714310" y="161192"/>
                  </a:cubicBezTo>
                  <a:cubicBezTo>
                    <a:pt x="1714310" y="161192"/>
                    <a:pt x="1714310" y="161192"/>
                    <a:pt x="1719512" y="161192"/>
                  </a:cubicBezTo>
                  <a:cubicBezTo>
                    <a:pt x="1719512" y="161192"/>
                    <a:pt x="1719512" y="161192"/>
                    <a:pt x="1719512" y="166395"/>
                  </a:cubicBezTo>
                  <a:cubicBezTo>
                    <a:pt x="1724715" y="166395"/>
                    <a:pt x="1724715" y="166395"/>
                    <a:pt x="1724715" y="166395"/>
                  </a:cubicBezTo>
                  <a:cubicBezTo>
                    <a:pt x="1729917" y="166395"/>
                    <a:pt x="1729917" y="166395"/>
                    <a:pt x="1729917" y="161192"/>
                  </a:cubicBezTo>
                  <a:cubicBezTo>
                    <a:pt x="1735119" y="161192"/>
                    <a:pt x="1735119" y="161192"/>
                    <a:pt x="1735119" y="161192"/>
                  </a:cubicBezTo>
                  <a:close/>
                  <a:moveTo>
                    <a:pt x="1787441" y="145640"/>
                  </a:moveTo>
                  <a:cubicBezTo>
                    <a:pt x="1787441" y="145640"/>
                    <a:pt x="1787441" y="145640"/>
                    <a:pt x="1792648" y="145640"/>
                  </a:cubicBezTo>
                  <a:cubicBezTo>
                    <a:pt x="1797855" y="145640"/>
                    <a:pt x="1797855" y="145640"/>
                    <a:pt x="1797855" y="145640"/>
                  </a:cubicBezTo>
                  <a:cubicBezTo>
                    <a:pt x="1797855" y="145640"/>
                    <a:pt x="1797855" y="145640"/>
                    <a:pt x="1803063" y="145640"/>
                  </a:cubicBezTo>
                  <a:cubicBezTo>
                    <a:pt x="1803063" y="150845"/>
                    <a:pt x="1803063" y="150845"/>
                    <a:pt x="1803063" y="150845"/>
                  </a:cubicBezTo>
                  <a:cubicBezTo>
                    <a:pt x="1803063" y="150845"/>
                    <a:pt x="1803063" y="150845"/>
                    <a:pt x="1803063" y="156050"/>
                  </a:cubicBezTo>
                  <a:lnTo>
                    <a:pt x="1803063" y="161255"/>
                  </a:lnTo>
                  <a:lnTo>
                    <a:pt x="1808270" y="166460"/>
                  </a:lnTo>
                  <a:cubicBezTo>
                    <a:pt x="1808270" y="171665"/>
                    <a:pt x="1808270" y="171665"/>
                    <a:pt x="1808270" y="171665"/>
                  </a:cubicBezTo>
                  <a:cubicBezTo>
                    <a:pt x="1808270" y="176871"/>
                    <a:pt x="1808270" y="176871"/>
                    <a:pt x="1808270" y="176871"/>
                  </a:cubicBezTo>
                  <a:cubicBezTo>
                    <a:pt x="1808270" y="182076"/>
                    <a:pt x="1813477" y="182076"/>
                    <a:pt x="1813477" y="182076"/>
                  </a:cubicBezTo>
                  <a:lnTo>
                    <a:pt x="1813477" y="187281"/>
                  </a:lnTo>
                  <a:lnTo>
                    <a:pt x="1813477" y="192486"/>
                  </a:lnTo>
                  <a:lnTo>
                    <a:pt x="1813477" y="197691"/>
                  </a:lnTo>
                  <a:cubicBezTo>
                    <a:pt x="1813477" y="197691"/>
                    <a:pt x="1813477" y="202896"/>
                    <a:pt x="1818685" y="202896"/>
                  </a:cubicBezTo>
                  <a:cubicBezTo>
                    <a:pt x="1813477" y="202896"/>
                    <a:pt x="1813477" y="208101"/>
                    <a:pt x="1813477" y="208101"/>
                  </a:cubicBezTo>
                  <a:cubicBezTo>
                    <a:pt x="1813477" y="208101"/>
                    <a:pt x="1813477" y="208101"/>
                    <a:pt x="1818685" y="213138"/>
                  </a:cubicBezTo>
                  <a:cubicBezTo>
                    <a:pt x="1818685" y="213138"/>
                    <a:pt x="1818685" y="213138"/>
                    <a:pt x="1823892" y="213138"/>
                  </a:cubicBezTo>
                  <a:lnTo>
                    <a:pt x="1823892" y="218511"/>
                  </a:lnTo>
                  <a:lnTo>
                    <a:pt x="1829099" y="218511"/>
                  </a:lnTo>
                  <a:cubicBezTo>
                    <a:pt x="1823892" y="218511"/>
                    <a:pt x="1818685" y="223717"/>
                    <a:pt x="1818685" y="223717"/>
                  </a:cubicBezTo>
                  <a:cubicBezTo>
                    <a:pt x="1813477" y="228922"/>
                    <a:pt x="1813477" y="228922"/>
                    <a:pt x="1813477" y="228922"/>
                  </a:cubicBezTo>
                  <a:cubicBezTo>
                    <a:pt x="1808270" y="233959"/>
                    <a:pt x="1808270" y="233959"/>
                    <a:pt x="1808270" y="233959"/>
                  </a:cubicBezTo>
                  <a:cubicBezTo>
                    <a:pt x="1803063" y="233959"/>
                    <a:pt x="1803063" y="233959"/>
                    <a:pt x="1803063" y="233959"/>
                  </a:cubicBezTo>
                  <a:lnTo>
                    <a:pt x="1797855" y="239332"/>
                  </a:lnTo>
                  <a:cubicBezTo>
                    <a:pt x="1797855" y="239332"/>
                    <a:pt x="1797855" y="239332"/>
                    <a:pt x="1792648" y="239332"/>
                  </a:cubicBezTo>
                  <a:cubicBezTo>
                    <a:pt x="1792648" y="239332"/>
                    <a:pt x="1792648" y="239332"/>
                    <a:pt x="1787441" y="239332"/>
                  </a:cubicBezTo>
                  <a:lnTo>
                    <a:pt x="1782233" y="239332"/>
                  </a:lnTo>
                  <a:cubicBezTo>
                    <a:pt x="1782233" y="239332"/>
                    <a:pt x="1782233" y="239332"/>
                    <a:pt x="1777026" y="239332"/>
                  </a:cubicBezTo>
                  <a:cubicBezTo>
                    <a:pt x="1777026" y="244537"/>
                    <a:pt x="1771819" y="244537"/>
                    <a:pt x="1771819" y="244537"/>
                  </a:cubicBezTo>
                  <a:cubicBezTo>
                    <a:pt x="1771819" y="244537"/>
                    <a:pt x="1771819" y="244537"/>
                    <a:pt x="1766444" y="244537"/>
                  </a:cubicBezTo>
                  <a:cubicBezTo>
                    <a:pt x="1761404" y="244537"/>
                    <a:pt x="1761404" y="244537"/>
                    <a:pt x="1761404" y="244537"/>
                  </a:cubicBezTo>
                  <a:cubicBezTo>
                    <a:pt x="1756197" y="244537"/>
                    <a:pt x="1756197" y="244537"/>
                    <a:pt x="1756197" y="244537"/>
                  </a:cubicBezTo>
                  <a:lnTo>
                    <a:pt x="1750990" y="244537"/>
                  </a:lnTo>
                  <a:cubicBezTo>
                    <a:pt x="1750990" y="244537"/>
                    <a:pt x="1750990" y="239332"/>
                    <a:pt x="1745782" y="239332"/>
                  </a:cubicBezTo>
                  <a:cubicBezTo>
                    <a:pt x="1745782" y="233959"/>
                    <a:pt x="1745782" y="233959"/>
                    <a:pt x="1745782" y="228922"/>
                  </a:cubicBezTo>
                  <a:cubicBezTo>
                    <a:pt x="1740575" y="223717"/>
                    <a:pt x="1740575" y="223717"/>
                    <a:pt x="1740575" y="223717"/>
                  </a:cubicBezTo>
                  <a:cubicBezTo>
                    <a:pt x="1740575" y="223717"/>
                    <a:pt x="1750990" y="218511"/>
                    <a:pt x="1750990" y="213138"/>
                  </a:cubicBezTo>
                  <a:cubicBezTo>
                    <a:pt x="1750990" y="213138"/>
                    <a:pt x="1750990" y="213138"/>
                    <a:pt x="1756197" y="213138"/>
                  </a:cubicBezTo>
                  <a:cubicBezTo>
                    <a:pt x="1756197" y="213138"/>
                    <a:pt x="1756197" y="213138"/>
                    <a:pt x="1761404" y="208101"/>
                  </a:cubicBezTo>
                  <a:cubicBezTo>
                    <a:pt x="1766444" y="208101"/>
                    <a:pt x="1766444" y="202896"/>
                    <a:pt x="1766444" y="202896"/>
                  </a:cubicBezTo>
                  <a:cubicBezTo>
                    <a:pt x="1766444" y="202896"/>
                    <a:pt x="1771819" y="202896"/>
                    <a:pt x="1771819" y="197691"/>
                  </a:cubicBezTo>
                  <a:lnTo>
                    <a:pt x="1777026" y="202896"/>
                  </a:lnTo>
                  <a:lnTo>
                    <a:pt x="1782233" y="197691"/>
                  </a:lnTo>
                  <a:lnTo>
                    <a:pt x="1782233" y="192486"/>
                  </a:lnTo>
                  <a:cubicBezTo>
                    <a:pt x="1782233" y="187281"/>
                    <a:pt x="1777026" y="182076"/>
                    <a:pt x="1771819" y="182076"/>
                  </a:cubicBezTo>
                  <a:lnTo>
                    <a:pt x="1766444" y="182076"/>
                  </a:lnTo>
                  <a:cubicBezTo>
                    <a:pt x="1766444" y="182076"/>
                    <a:pt x="1766444" y="176871"/>
                    <a:pt x="1771819" y="176871"/>
                  </a:cubicBezTo>
                  <a:cubicBezTo>
                    <a:pt x="1766444" y="171665"/>
                    <a:pt x="1766444" y="171665"/>
                    <a:pt x="1766444" y="171665"/>
                  </a:cubicBezTo>
                  <a:cubicBezTo>
                    <a:pt x="1766444" y="171665"/>
                    <a:pt x="1766444" y="171665"/>
                    <a:pt x="1766444" y="166460"/>
                  </a:cubicBezTo>
                  <a:cubicBezTo>
                    <a:pt x="1766444" y="161255"/>
                    <a:pt x="1761404" y="161255"/>
                    <a:pt x="1761404" y="161255"/>
                  </a:cubicBezTo>
                  <a:lnTo>
                    <a:pt x="1766444" y="161255"/>
                  </a:lnTo>
                  <a:lnTo>
                    <a:pt x="1771819" y="161255"/>
                  </a:lnTo>
                  <a:lnTo>
                    <a:pt x="1777026" y="161255"/>
                  </a:lnTo>
                  <a:lnTo>
                    <a:pt x="1777026" y="156050"/>
                  </a:lnTo>
                  <a:cubicBezTo>
                    <a:pt x="1782233" y="156050"/>
                    <a:pt x="1782233" y="156050"/>
                    <a:pt x="1782233" y="156050"/>
                  </a:cubicBezTo>
                  <a:cubicBezTo>
                    <a:pt x="1782233" y="156050"/>
                    <a:pt x="1787441" y="150845"/>
                    <a:pt x="1787441" y="145640"/>
                  </a:cubicBezTo>
                  <a:close/>
                  <a:moveTo>
                    <a:pt x="748682" y="145640"/>
                  </a:moveTo>
                  <a:cubicBezTo>
                    <a:pt x="753833" y="150787"/>
                    <a:pt x="753833" y="150787"/>
                    <a:pt x="753833" y="150787"/>
                  </a:cubicBezTo>
                  <a:cubicBezTo>
                    <a:pt x="753833" y="150787"/>
                    <a:pt x="757695" y="150787"/>
                    <a:pt x="762201" y="150787"/>
                  </a:cubicBezTo>
                  <a:lnTo>
                    <a:pt x="764132" y="150787"/>
                  </a:lnTo>
                  <a:cubicBezTo>
                    <a:pt x="764132" y="150787"/>
                    <a:pt x="764132" y="150787"/>
                    <a:pt x="774432" y="155935"/>
                  </a:cubicBezTo>
                  <a:lnTo>
                    <a:pt x="774432" y="161082"/>
                  </a:lnTo>
                  <a:lnTo>
                    <a:pt x="774432" y="166229"/>
                  </a:lnTo>
                  <a:cubicBezTo>
                    <a:pt x="779583" y="166229"/>
                    <a:pt x="779583" y="166229"/>
                    <a:pt x="779583" y="166229"/>
                  </a:cubicBezTo>
                  <a:lnTo>
                    <a:pt x="779583" y="171377"/>
                  </a:lnTo>
                  <a:lnTo>
                    <a:pt x="774432" y="171377"/>
                  </a:lnTo>
                  <a:cubicBezTo>
                    <a:pt x="774432" y="171377"/>
                    <a:pt x="769282" y="171377"/>
                    <a:pt x="769282" y="176524"/>
                  </a:cubicBezTo>
                  <a:cubicBezTo>
                    <a:pt x="769282" y="176524"/>
                    <a:pt x="764132" y="171377"/>
                    <a:pt x="758982" y="171377"/>
                  </a:cubicBezTo>
                  <a:lnTo>
                    <a:pt x="753833" y="171377"/>
                  </a:lnTo>
                  <a:cubicBezTo>
                    <a:pt x="753833" y="171377"/>
                    <a:pt x="753833" y="171377"/>
                    <a:pt x="743532" y="171377"/>
                  </a:cubicBezTo>
                  <a:cubicBezTo>
                    <a:pt x="743532" y="166229"/>
                    <a:pt x="743532" y="166229"/>
                    <a:pt x="743532" y="166229"/>
                  </a:cubicBezTo>
                  <a:cubicBezTo>
                    <a:pt x="748682" y="166229"/>
                    <a:pt x="748682" y="161082"/>
                    <a:pt x="748682" y="161082"/>
                  </a:cubicBezTo>
                  <a:cubicBezTo>
                    <a:pt x="748682" y="155935"/>
                    <a:pt x="748682" y="155935"/>
                    <a:pt x="748682" y="150787"/>
                  </a:cubicBezTo>
                  <a:cubicBezTo>
                    <a:pt x="748682" y="150787"/>
                    <a:pt x="748682" y="150787"/>
                    <a:pt x="748682" y="145640"/>
                  </a:cubicBezTo>
                  <a:close/>
                  <a:moveTo>
                    <a:pt x="1740575" y="140465"/>
                  </a:moveTo>
                  <a:lnTo>
                    <a:pt x="1745725" y="140465"/>
                  </a:lnTo>
                  <a:cubicBezTo>
                    <a:pt x="1745725" y="140465"/>
                    <a:pt x="1745725" y="140465"/>
                    <a:pt x="1750875" y="140465"/>
                  </a:cubicBezTo>
                  <a:lnTo>
                    <a:pt x="1756025" y="140465"/>
                  </a:lnTo>
                  <a:lnTo>
                    <a:pt x="1761175" y="140465"/>
                  </a:lnTo>
                  <a:cubicBezTo>
                    <a:pt x="1766159" y="140465"/>
                    <a:pt x="1766159" y="140465"/>
                    <a:pt x="1771475" y="140465"/>
                  </a:cubicBezTo>
                  <a:cubicBezTo>
                    <a:pt x="1771475" y="140465"/>
                    <a:pt x="1771475" y="145558"/>
                    <a:pt x="1776625" y="145558"/>
                  </a:cubicBezTo>
                  <a:cubicBezTo>
                    <a:pt x="1776625" y="145558"/>
                    <a:pt x="1776625" y="145558"/>
                    <a:pt x="1776625" y="150651"/>
                  </a:cubicBezTo>
                  <a:cubicBezTo>
                    <a:pt x="1771475" y="150651"/>
                    <a:pt x="1771475" y="150651"/>
                    <a:pt x="1771475" y="150651"/>
                  </a:cubicBezTo>
                  <a:cubicBezTo>
                    <a:pt x="1766159" y="150651"/>
                    <a:pt x="1766159" y="150651"/>
                    <a:pt x="1761175" y="150651"/>
                  </a:cubicBezTo>
                  <a:cubicBezTo>
                    <a:pt x="1756025" y="150651"/>
                    <a:pt x="1756025" y="150651"/>
                    <a:pt x="1756025" y="150651"/>
                  </a:cubicBezTo>
                  <a:lnTo>
                    <a:pt x="1750875" y="150651"/>
                  </a:lnTo>
                  <a:lnTo>
                    <a:pt x="1745725" y="145558"/>
                  </a:lnTo>
                  <a:lnTo>
                    <a:pt x="1740575" y="145558"/>
                  </a:lnTo>
                  <a:cubicBezTo>
                    <a:pt x="1740575" y="140465"/>
                    <a:pt x="1740575" y="140465"/>
                    <a:pt x="1740575" y="140465"/>
                  </a:cubicBezTo>
                  <a:close/>
                  <a:moveTo>
                    <a:pt x="1724929" y="140465"/>
                  </a:moveTo>
                  <a:cubicBezTo>
                    <a:pt x="1724929" y="140465"/>
                    <a:pt x="1724929" y="140465"/>
                    <a:pt x="1724929" y="145585"/>
                  </a:cubicBezTo>
                  <a:cubicBezTo>
                    <a:pt x="1724929" y="150705"/>
                    <a:pt x="1724929" y="150705"/>
                    <a:pt x="1730061" y="150705"/>
                  </a:cubicBezTo>
                  <a:cubicBezTo>
                    <a:pt x="1730061" y="150705"/>
                    <a:pt x="1730061" y="150705"/>
                    <a:pt x="1724929" y="155825"/>
                  </a:cubicBezTo>
                  <a:cubicBezTo>
                    <a:pt x="1719797" y="155825"/>
                    <a:pt x="1719797" y="150705"/>
                    <a:pt x="1719797" y="150705"/>
                  </a:cubicBezTo>
                  <a:cubicBezTo>
                    <a:pt x="1714664" y="150705"/>
                    <a:pt x="1714664" y="150705"/>
                    <a:pt x="1714664" y="150705"/>
                  </a:cubicBezTo>
                  <a:cubicBezTo>
                    <a:pt x="1719797" y="145585"/>
                    <a:pt x="1719797" y="145585"/>
                    <a:pt x="1719797" y="145585"/>
                  </a:cubicBezTo>
                  <a:cubicBezTo>
                    <a:pt x="1719797" y="145585"/>
                    <a:pt x="1719797" y="145585"/>
                    <a:pt x="1724929" y="140465"/>
                  </a:cubicBezTo>
                  <a:close/>
                  <a:moveTo>
                    <a:pt x="353975" y="140465"/>
                  </a:moveTo>
                  <a:cubicBezTo>
                    <a:pt x="359004" y="140465"/>
                    <a:pt x="364201" y="150862"/>
                    <a:pt x="364201" y="150862"/>
                  </a:cubicBezTo>
                  <a:cubicBezTo>
                    <a:pt x="364201" y="150862"/>
                    <a:pt x="364201" y="150862"/>
                    <a:pt x="369399" y="150862"/>
                  </a:cubicBezTo>
                  <a:lnTo>
                    <a:pt x="374763" y="156060"/>
                  </a:lnTo>
                  <a:cubicBezTo>
                    <a:pt x="379793" y="156060"/>
                    <a:pt x="379793" y="156060"/>
                    <a:pt x="379793" y="150862"/>
                  </a:cubicBezTo>
                  <a:cubicBezTo>
                    <a:pt x="379793" y="150862"/>
                    <a:pt x="379793" y="150862"/>
                    <a:pt x="384990" y="145663"/>
                  </a:cubicBezTo>
                  <a:cubicBezTo>
                    <a:pt x="384990" y="150862"/>
                    <a:pt x="384990" y="150862"/>
                    <a:pt x="384990" y="150862"/>
                  </a:cubicBezTo>
                  <a:cubicBezTo>
                    <a:pt x="390188" y="150862"/>
                    <a:pt x="390188" y="156060"/>
                    <a:pt x="390188" y="156060"/>
                  </a:cubicBezTo>
                  <a:cubicBezTo>
                    <a:pt x="395552" y="156060"/>
                    <a:pt x="395552" y="156060"/>
                    <a:pt x="395552" y="156060"/>
                  </a:cubicBezTo>
                  <a:cubicBezTo>
                    <a:pt x="395552" y="156060"/>
                    <a:pt x="400582" y="156060"/>
                    <a:pt x="400582" y="150862"/>
                  </a:cubicBezTo>
                  <a:lnTo>
                    <a:pt x="405779" y="150862"/>
                  </a:lnTo>
                  <a:cubicBezTo>
                    <a:pt x="416341" y="150862"/>
                    <a:pt x="421371" y="150862"/>
                    <a:pt x="421371" y="150862"/>
                  </a:cubicBezTo>
                  <a:cubicBezTo>
                    <a:pt x="426568" y="150862"/>
                    <a:pt x="426568" y="150862"/>
                    <a:pt x="431765" y="150862"/>
                  </a:cubicBezTo>
                  <a:cubicBezTo>
                    <a:pt x="431765" y="150862"/>
                    <a:pt x="437130" y="150862"/>
                    <a:pt x="442160" y="156060"/>
                  </a:cubicBezTo>
                  <a:cubicBezTo>
                    <a:pt x="447357" y="156060"/>
                    <a:pt x="452554" y="156060"/>
                    <a:pt x="457919" y="156060"/>
                  </a:cubicBezTo>
                  <a:cubicBezTo>
                    <a:pt x="457919" y="156060"/>
                    <a:pt x="468146" y="156060"/>
                    <a:pt x="473343" y="156060"/>
                  </a:cubicBezTo>
                  <a:cubicBezTo>
                    <a:pt x="473343" y="156060"/>
                    <a:pt x="473343" y="156060"/>
                    <a:pt x="468146" y="166457"/>
                  </a:cubicBezTo>
                  <a:cubicBezTo>
                    <a:pt x="468146" y="166457"/>
                    <a:pt x="468146" y="166457"/>
                    <a:pt x="473343" y="171656"/>
                  </a:cubicBezTo>
                  <a:lnTo>
                    <a:pt x="478708" y="171656"/>
                  </a:lnTo>
                  <a:lnTo>
                    <a:pt x="483737" y="171656"/>
                  </a:lnTo>
                  <a:lnTo>
                    <a:pt x="488934" y="171656"/>
                  </a:lnTo>
                  <a:cubicBezTo>
                    <a:pt x="494132" y="171656"/>
                    <a:pt x="494132" y="171656"/>
                    <a:pt x="494132" y="171656"/>
                  </a:cubicBezTo>
                  <a:cubicBezTo>
                    <a:pt x="494132" y="171656"/>
                    <a:pt x="494132" y="171656"/>
                    <a:pt x="499497" y="171656"/>
                  </a:cubicBezTo>
                  <a:lnTo>
                    <a:pt x="504526" y="171656"/>
                  </a:lnTo>
                  <a:cubicBezTo>
                    <a:pt x="509723" y="171656"/>
                    <a:pt x="509723" y="171656"/>
                    <a:pt x="509723" y="171656"/>
                  </a:cubicBezTo>
                  <a:lnTo>
                    <a:pt x="514920" y="166457"/>
                  </a:lnTo>
                  <a:lnTo>
                    <a:pt x="520285" y="166457"/>
                  </a:lnTo>
                  <a:cubicBezTo>
                    <a:pt x="525315" y="166457"/>
                    <a:pt x="525315" y="166457"/>
                    <a:pt x="525315" y="171656"/>
                  </a:cubicBezTo>
                  <a:lnTo>
                    <a:pt x="530512" y="171656"/>
                  </a:lnTo>
                  <a:lnTo>
                    <a:pt x="535709" y="171656"/>
                  </a:lnTo>
                  <a:cubicBezTo>
                    <a:pt x="535709" y="171656"/>
                    <a:pt x="535709" y="171656"/>
                    <a:pt x="541074" y="176854"/>
                  </a:cubicBezTo>
                  <a:cubicBezTo>
                    <a:pt x="541074" y="176854"/>
                    <a:pt x="541074" y="182053"/>
                    <a:pt x="546104" y="182053"/>
                  </a:cubicBezTo>
                  <a:cubicBezTo>
                    <a:pt x="546104" y="182053"/>
                    <a:pt x="546104" y="182053"/>
                    <a:pt x="546104" y="192449"/>
                  </a:cubicBezTo>
                  <a:cubicBezTo>
                    <a:pt x="546104" y="192449"/>
                    <a:pt x="546104" y="192449"/>
                    <a:pt x="551301" y="182053"/>
                  </a:cubicBezTo>
                  <a:cubicBezTo>
                    <a:pt x="551301" y="182053"/>
                    <a:pt x="551301" y="176854"/>
                    <a:pt x="551301" y="171656"/>
                  </a:cubicBezTo>
                  <a:cubicBezTo>
                    <a:pt x="551301" y="171656"/>
                    <a:pt x="551301" y="171656"/>
                    <a:pt x="551301" y="166457"/>
                  </a:cubicBezTo>
                  <a:cubicBezTo>
                    <a:pt x="556498" y="166457"/>
                    <a:pt x="556498" y="166457"/>
                    <a:pt x="556498" y="166457"/>
                  </a:cubicBezTo>
                  <a:cubicBezTo>
                    <a:pt x="561695" y="161259"/>
                    <a:pt x="561695" y="161259"/>
                    <a:pt x="561695" y="161259"/>
                  </a:cubicBezTo>
                  <a:cubicBezTo>
                    <a:pt x="566892" y="161259"/>
                    <a:pt x="566892" y="166457"/>
                    <a:pt x="572090" y="166457"/>
                  </a:cubicBezTo>
                  <a:cubicBezTo>
                    <a:pt x="577287" y="166457"/>
                    <a:pt x="577287" y="166457"/>
                    <a:pt x="577287" y="166457"/>
                  </a:cubicBezTo>
                  <a:lnTo>
                    <a:pt x="582484" y="166457"/>
                  </a:lnTo>
                  <a:cubicBezTo>
                    <a:pt x="582484" y="166457"/>
                    <a:pt x="582484" y="166457"/>
                    <a:pt x="587681" y="166457"/>
                  </a:cubicBezTo>
                  <a:cubicBezTo>
                    <a:pt x="587681" y="166457"/>
                    <a:pt x="587681" y="166457"/>
                    <a:pt x="587681" y="171656"/>
                  </a:cubicBezTo>
                  <a:cubicBezTo>
                    <a:pt x="592878" y="171656"/>
                    <a:pt x="592878" y="171656"/>
                    <a:pt x="598075" y="171656"/>
                  </a:cubicBezTo>
                  <a:cubicBezTo>
                    <a:pt x="603273" y="171656"/>
                    <a:pt x="603273" y="171656"/>
                    <a:pt x="608470" y="171656"/>
                  </a:cubicBezTo>
                  <a:cubicBezTo>
                    <a:pt x="608470" y="166457"/>
                    <a:pt x="608470" y="166457"/>
                    <a:pt x="613667" y="166457"/>
                  </a:cubicBezTo>
                  <a:cubicBezTo>
                    <a:pt x="613667" y="171656"/>
                    <a:pt x="618864" y="171656"/>
                    <a:pt x="618864" y="171656"/>
                  </a:cubicBezTo>
                  <a:cubicBezTo>
                    <a:pt x="624061" y="171656"/>
                    <a:pt x="624061" y="171656"/>
                    <a:pt x="624061" y="171656"/>
                  </a:cubicBezTo>
                  <a:cubicBezTo>
                    <a:pt x="624061" y="171656"/>
                    <a:pt x="624061" y="171656"/>
                    <a:pt x="629259" y="171656"/>
                  </a:cubicBezTo>
                  <a:lnTo>
                    <a:pt x="634456" y="171656"/>
                  </a:lnTo>
                  <a:cubicBezTo>
                    <a:pt x="639653" y="171656"/>
                    <a:pt x="639653" y="166457"/>
                    <a:pt x="639653" y="166457"/>
                  </a:cubicBezTo>
                  <a:cubicBezTo>
                    <a:pt x="639653" y="166457"/>
                    <a:pt x="644849" y="166457"/>
                    <a:pt x="644849" y="161259"/>
                  </a:cubicBezTo>
                  <a:cubicBezTo>
                    <a:pt x="644849" y="161259"/>
                    <a:pt x="644849" y="161259"/>
                    <a:pt x="644849" y="166457"/>
                  </a:cubicBezTo>
                  <a:cubicBezTo>
                    <a:pt x="644849" y="166457"/>
                    <a:pt x="644849" y="166457"/>
                    <a:pt x="650047" y="187251"/>
                  </a:cubicBezTo>
                  <a:cubicBezTo>
                    <a:pt x="650047" y="187251"/>
                    <a:pt x="650047" y="187251"/>
                    <a:pt x="655244" y="176854"/>
                  </a:cubicBezTo>
                  <a:cubicBezTo>
                    <a:pt x="655244" y="176854"/>
                    <a:pt x="660441" y="171656"/>
                    <a:pt x="660441" y="166457"/>
                  </a:cubicBezTo>
                  <a:cubicBezTo>
                    <a:pt x="660441" y="166457"/>
                    <a:pt x="660441" y="166457"/>
                    <a:pt x="665638" y="166457"/>
                  </a:cubicBezTo>
                  <a:cubicBezTo>
                    <a:pt x="665638" y="166457"/>
                    <a:pt x="665638" y="166457"/>
                    <a:pt x="670836" y="166457"/>
                  </a:cubicBezTo>
                  <a:cubicBezTo>
                    <a:pt x="676032" y="161259"/>
                    <a:pt x="676032" y="161259"/>
                    <a:pt x="676032" y="161259"/>
                  </a:cubicBezTo>
                  <a:cubicBezTo>
                    <a:pt x="676032" y="161259"/>
                    <a:pt x="681230" y="156060"/>
                    <a:pt x="676032" y="150862"/>
                  </a:cubicBezTo>
                  <a:cubicBezTo>
                    <a:pt x="676032" y="150862"/>
                    <a:pt x="676032" y="150862"/>
                    <a:pt x="681230" y="150862"/>
                  </a:cubicBezTo>
                  <a:lnTo>
                    <a:pt x="686428" y="150862"/>
                  </a:lnTo>
                  <a:cubicBezTo>
                    <a:pt x="691624" y="150862"/>
                    <a:pt x="696822" y="150862"/>
                    <a:pt x="702019" y="150862"/>
                  </a:cubicBezTo>
                  <a:cubicBezTo>
                    <a:pt x="702019" y="156060"/>
                    <a:pt x="702019" y="161259"/>
                    <a:pt x="702019" y="161259"/>
                  </a:cubicBezTo>
                  <a:cubicBezTo>
                    <a:pt x="702019" y="161259"/>
                    <a:pt x="702019" y="161259"/>
                    <a:pt x="702019" y="166457"/>
                  </a:cubicBezTo>
                  <a:cubicBezTo>
                    <a:pt x="702019" y="166457"/>
                    <a:pt x="702019" y="166457"/>
                    <a:pt x="707216" y="161259"/>
                  </a:cubicBezTo>
                  <a:cubicBezTo>
                    <a:pt x="712413" y="161259"/>
                    <a:pt x="712413" y="156060"/>
                    <a:pt x="717610" y="156060"/>
                  </a:cubicBezTo>
                  <a:cubicBezTo>
                    <a:pt x="722808" y="156060"/>
                    <a:pt x="728005" y="161259"/>
                    <a:pt x="728005" y="166457"/>
                  </a:cubicBezTo>
                  <a:cubicBezTo>
                    <a:pt x="728005" y="166457"/>
                    <a:pt x="728005" y="171656"/>
                    <a:pt x="733202" y="171656"/>
                  </a:cubicBezTo>
                  <a:lnTo>
                    <a:pt x="722808" y="171656"/>
                  </a:lnTo>
                  <a:cubicBezTo>
                    <a:pt x="722808" y="171656"/>
                    <a:pt x="722808" y="171656"/>
                    <a:pt x="733202" y="176854"/>
                  </a:cubicBezTo>
                  <a:cubicBezTo>
                    <a:pt x="733202" y="182053"/>
                    <a:pt x="733202" y="182053"/>
                    <a:pt x="733202" y="182053"/>
                  </a:cubicBezTo>
                  <a:lnTo>
                    <a:pt x="728005" y="187251"/>
                  </a:lnTo>
                  <a:cubicBezTo>
                    <a:pt x="728005" y="187251"/>
                    <a:pt x="728005" y="187251"/>
                    <a:pt x="728005" y="192449"/>
                  </a:cubicBezTo>
                  <a:cubicBezTo>
                    <a:pt x="728005" y="192449"/>
                    <a:pt x="728005" y="192449"/>
                    <a:pt x="728005" y="197648"/>
                  </a:cubicBezTo>
                  <a:lnTo>
                    <a:pt x="722808" y="202846"/>
                  </a:lnTo>
                  <a:cubicBezTo>
                    <a:pt x="717610" y="202846"/>
                    <a:pt x="717610" y="202846"/>
                    <a:pt x="717610" y="202846"/>
                  </a:cubicBezTo>
                  <a:cubicBezTo>
                    <a:pt x="712413" y="202846"/>
                    <a:pt x="712413" y="197648"/>
                    <a:pt x="712413" y="197648"/>
                  </a:cubicBezTo>
                  <a:lnTo>
                    <a:pt x="707216" y="197648"/>
                  </a:lnTo>
                  <a:cubicBezTo>
                    <a:pt x="707216" y="202846"/>
                    <a:pt x="707216" y="202846"/>
                    <a:pt x="702019" y="202846"/>
                  </a:cubicBezTo>
                  <a:cubicBezTo>
                    <a:pt x="702019" y="208045"/>
                    <a:pt x="702019" y="208045"/>
                    <a:pt x="702019" y="208045"/>
                  </a:cubicBezTo>
                  <a:cubicBezTo>
                    <a:pt x="696822" y="208045"/>
                    <a:pt x="696822" y="208045"/>
                    <a:pt x="696822" y="208045"/>
                  </a:cubicBezTo>
                  <a:cubicBezTo>
                    <a:pt x="696822" y="202846"/>
                    <a:pt x="691624" y="202846"/>
                    <a:pt x="691624" y="202846"/>
                  </a:cubicBezTo>
                  <a:cubicBezTo>
                    <a:pt x="691624" y="202846"/>
                    <a:pt x="691624" y="202846"/>
                    <a:pt x="686428" y="202846"/>
                  </a:cubicBezTo>
                  <a:cubicBezTo>
                    <a:pt x="681230" y="202846"/>
                    <a:pt x="681230" y="202846"/>
                    <a:pt x="681230" y="202846"/>
                  </a:cubicBezTo>
                  <a:cubicBezTo>
                    <a:pt x="681230" y="202846"/>
                    <a:pt x="681230" y="202846"/>
                    <a:pt x="660441" y="202846"/>
                  </a:cubicBezTo>
                  <a:cubicBezTo>
                    <a:pt x="660441" y="202846"/>
                    <a:pt x="660441" y="202846"/>
                    <a:pt x="670836" y="208045"/>
                  </a:cubicBezTo>
                  <a:cubicBezTo>
                    <a:pt x="676032" y="208045"/>
                    <a:pt x="681230" y="213076"/>
                    <a:pt x="681230" y="213076"/>
                  </a:cubicBezTo>
                  <a:cubicBezTo>
                    <a:pt x="686428" y="213076"/>
                    <a:pt x="686428" y="213076"/>
                    <a:pt x="686428" y="213076"/>
                  </a:cubicBezTo>
                  <a:cubicBezTo>
                    <a:pt x="686428" y="213076"/>
                    <a:pt x="681230" y="218442"/>
                    <a:pt x="676032" y="218442"/>
                  </a:cubicBezTo>
                  <a:cubicBezTo>
                    <a:pt x="676032" y="218442"/>
                    <a:pt x="676032" y="218442"/>
                    <a:pt x="676032" y="223640"/>
                  </a:cubicBezTo>
                  <a:cubicBezTo>
                    <a:pt x="676032" y="223640"/>
                    <a:pt x="676032" y="223640"/>
                    <a:pt x="665638" y="218442"/>
                  </a:cubicBezTo>
                  <a:cubicBezTo>
                    <a:pt x="665638" y="218442"/>
                    <a:pt x="665638" y="218442"/>
                    <a:pt x="670836" y="228839"/>
                  </a:cubicBezTo>
                  <a:cubicBezTo>
                    <a:pt x="670836" y="228839"/>
                    <a:pt x="670836" y="228839"/>
                    <a:pt x="665638" y="233869"/>
                  </a:cubicBezTo>
                  <a:cubicBezTo>
                    <a:pt x="665638" y="233869"/>
                    <a:pt x="665638" y="233869"/>
                    <a:pt x="660441" y="233869"/>
                  </a:cubicBezTo>
                  <a:cubicBezTo>
                    <a:pt x="660441" y="239236"/>
                    <a:pt x="655244" y="239236"/>
                    <a:pt x="655244" y="244434"/>
                  </a:cubicBezTo>
                  <a:cubicBezTo>
                    <a:pt x="655244" y="244434"/>
                    <a:pt x="655244" y="244434"/>
                    <a:pt x="655244" y="249632"/>
                  </a:cubicBezTo>
                  <a:lnTo>
                    <a:pt x="655244" y="254663"/>
                  </a:lnTo>
                  <a:cubicBezTo>
                    <a:pt x="655244" y="260029"/>
                    <a:pt x="660441" y="265228"/>
                    <a:pt x="660441" y="265228"/>
                  </a:cubicBezTo>
                  <a:cubicBezTo>
                    <a:pt x="660441" y="265228"/>
                    <a:pt x="665638" y="265228"/>
                    <a:pt x="665638" y="270426"/>
                  </a:cubicBezTo>
                  <a:cubicBezTo>
                    <a:pt x="665638" y="270426"/>
                    <a:pt x="665638" y="270426"/>
                    <a:pt x="670836" y="265228"/>
                  </a:cubicBezTo>
                  <a:cubicBezTo>
                    <a:pt x="670836" y="265228"/>
                    <a:pt x="670836" y="265228"/>
                    <a:pt x="676032" y="265228"/>
                  </a:cubicBezTo>
                  <a:cubicBezTo>
                    <a:pt x="676032" y="265228"/>
                    <a:pt x="676032" y="265228"/>
                    <a:pt x="681230" y="275457"/>
                  </a:cubicBezTo>
                  <a:cubicBezTo>
                    <a:pt x="681230" y="275457"/>
                    <a:pt x="681230" y="275457"/>
                    <a:pt x="670836" y="286022"/>
                  </a:cubicBezTo>
                  <a:cubicBezTo>
                    <a:pt x="670836" y="286022"/>
                    <a:pt x="670836" y="286022"/>
                    <a:pt x="681230" y="286022"/>
                  </a:cubicBezTo>
                  <a:cubicBezTo>
                    <a:pt x="681230" y="286022"/>
                    <a:pt x="681230" y="286022"/>
                    <a:pt x="686428" y="286022"/>
                  </a:cubicBezTo>
                  <a:cubicBezTo>
                    <a:pt x="686428" y="286022"/>
                    <a:pt x="691624" y="286022"/>
                    <a:pt x="696822" y="286022"/>
                  </a:cubicBezTo>
                  <a:cubicBezTo>
                    <a:pt x="696822" y="286022"/>
                    <a:pt x="696822" y="286022"/>
                    <a:pt x="702019" y="286022"/>
                  </a:cubicBezTo>
                  <a:cubicBezTo>
                    <a:pt x="707216" y="286022"/>
                    <a:pt x="712413" y="286022"/>
                    <a:pt x="717610" y="286022"/>
                  </a:cubicBezTo>
                  <a:cubicBezTo>
                    <a:pt x="722808" y="291220"/>
                    <a:pt x="722808" y="296251"/>
                    <a:pt x="728005" y="296251"/>
                  </a:cubicBezTo>
                  <a:cubicBezTo>
                    <a:pt x="733202" y="296251"/>
                    <a:pt x="743597" y="301449"/>
                    <a:pt x="748794" y="301449"/>
                  </a:cubicBezTo>
                  <a:cubicBezTo>
                    <a:pt x="748794" y="301449"/>
                    <a:pt x="748794" y="301449"/>
                    <a:pt x="748794" y="306815"/>
                  </a:cubicBezTo>
                  <a:cubicBezTo>
                    <a:pt x="748794" y="306815"/>
                    <a:pt x="748794" y="306815"/>
                    <a:pt x="753991" y="301449"/>
                  </a:cubicBezTo>
                  <a:cubicBezTo>
                    <a:pt x="759188" y="301449"/>
                    <a:pt x="769583" y="306815"/>
                    <a:pt x="769583" y="306815"/>
                  </a:cubicBezTo>
                  <a:cubicBezTo>
                    <a:pt x="769583" y="306815"/>
                    <a:pt x="769583" y="306815"/>
                    <a:pt x="774780" y="306815"/>
                  </a:cubicBezTo>
                  <a:lnTo>
                    <a:pt x="774780" y="312014"/>
                  </a:lnTo>
                  <a:lnTo>
                    <a:pt x="774780" y="317045"/>
                  </a:lnTo>
                  <a:cubicBezTo>
                    <a:pt x="769583" y="317045"/>
                    <a:pt x="774780" y="322411"/>
                    <a:pt x="774780" y="327609"/>
                  </a:cubicBezTo>
                  <a:cubicBezTo>
                    <a:pt x="774780" y="332808"/>
                    <a:pt x="774780" y="332808"/>
                    <a:pt x="779977" y="337838"/>
                  </a:cubicBezTo>
                  <a:cubicBezTo>
                    <a:pt x="779977" y="337838"/>
                    <a:pt x="785175" y="337838"/>
                    <a:pt x="785175" y="343205"/>
                  </a:cubicBezTo>
                  <a:cubicBezTo>
                    <a:pt x="790371" y="343205"/>
                    <a:pt x="790371" y="343205"/>
                    <a:pt x="790371" y="343205"/>
                  </a:cubicBezTo>
                  <a:cubicBezTo>
                    <a:pt x="790371" y="343205"/>
                    <a:pt x="790371" y="343205"/>
                    <a:pt x="795569" y="343205"/>
                  </a:cubicBezTo>
                  <a:lnTo>
                    <a:pt x="795569" y="348403"/>
                  </a:lnTo>
                  <a:cubicBezTo>
                    <a:pt x="800767" y="348403"/>
                    <a:pt x="800767" y="353601"/>
                    <a:pt x="805963" y="353601"/>
                  </a:cubicBezTo>
                  <a:cubicBezTo>
                    <a:pt x="805963" y="353601"/>
                    <a:pt x="805963" y="353601"/>
                    <a:pt x="805963" y="348403"/>
                  </a:cubicBezTo>
                  <a:cubicBezTo>
                    <a:pt x="805963" y="348403"/>
                    <a:pt x="805963" y="348403"/>
                    <a:pt x="816358" y="353601"/>
                  </a:cubicBezTo>
                  <a:cubicBezTo>
                    <a:pt x="816358" y="353601"/>
                    <a:pt x="816358" y="353601"/>
                    <a:pt x="816358" y="343205"/>
                  </a:cubicBezTo>
                  <a:lnTo>
                    <a:pt x="810993" y="337838"/>
                  </a:lnTo>
                  <a:cubicBezTo>
                    <a:pt x="816358" y="337838"/>
                    <a:pt x="816358" y="337838"/>
                    <a:pt x="816358" y="337838"/>
                  </a:cubicBezTo>
                  <a:cubicBezTo>
                    <a:pt x="816358" y="337838"/>
                    <a:pt x="816358" y="337838"/>
                    <a:pt x="821555" y="337838"/>
                  </a:cubicBezTo>
                  <a:cubicBezTo>
                    <a:pt x="821555" y="337838"/>
                    <a:pt x="821555" y="337838"/>
                    <a:pt x="816358" y="327609"/>
                  </a:cubicBezTo>
                  <a:cubicBezTo>
                    <a:pt x="816358" y="317045"/>
                    <a:pt x="810993" y="312014"/>
                    <a:pt x="810993" y="312014"/>
                  </a:cubicBezTo>
                  <a:cubicBezTo>
                    <a:pt x="810993" y="306815"/>
                    <a:pt x="810993" y="306815"/>
                    <a:pt x="810993" y="306815"/>
                  </a:cubicBezTo>
                  <a:lnTo>
                    <a:pt x="816358" y="306815"/>
                  </a:lnTo>
                  <a:cubicBezTo>
                    <a:pt x="816358" y="306815"/>
                    <a:pt x="821555" y="301449"/>
                    <a:pt x="826752" y="301449"/>
                  </a:cubicBezTo>
                  <a:cubicBezTo>
                    <a:pt x="831949" y="301449"/>
                    <a:pt x="831949" y="301449"/>
                    <a:pt x="831949" y="296251"/>
                  </a:cubicBezTo>
                  <a:cubicBezTo>
                    <a:pt x="831949" y="296251"/>
                    <a:pt x="837147" y="296251"/>
                    <a:pt x="837147" y="291220"/>
                  </a:cubicBezTo>
                  <a:cubicBezTo>
                    <a:pt x="837147" y="280823"/>
                    <a:pt x="837147" y="275457"/>
                    <a:pt x="831949" y="275457"/>
                  </a:cubicBezTo>
                  <a:cubicBezTo>
                    <a:pt x="831949" y="270426"/>
                    <a:pt x="826752" y="265228"/>
                    <a:pt x="821555" y="265228"/>
                  </a:cubicBezTo>
                  <a:lnTo>
                    <a:pt x="816358" y="265228"/>
                  </a:lnTo>
                  <a:cubicBezTo>
                    <a:pt x="816358" y="260029"/>
                    <a:pt x="816358" y="260029"/>
                    <a:pt x="821555" y="260029"/>
                  </a:cubicBezTo>
                  <a:cubicBezTo>
                    <a:pt x="821555" y="260029"/>
                    <a:pt x="821555" y="260029"/>
                    <a:pt x="821555" y="254663"/>
                  </a:cubicBezTo>
                  <a:cubicBezTo>
                    <a:pt x="826752" y="254663"/>
                    <a:pt x="826752" y="254663"/>
                    <a:pt x="826752" y="249632"/>
                  </a:cubicBezTo>
                  <a:lnTo>
                    <a:pt x="826752" y="244434"/>
                  </a:lnTo>
                  <a:lnTo>
                    <a:pt x="826752" y="239236"/>
                  </a:lnTo>
                  <a:cubicBezTo>
                    <a:pt x="826752" y="233869"/>
                    <a:pt x="826752" y="233869"/>
                    <a:pt x="826752" y="228839"/>
                  </a:cubicBezTo>
                  <a:lnTo>
                    <a:pt x="831949" y="228839"/>
                  </a:lnTo>
                  <a:cubicBezTo>
                    <a:pt x="837147" y="228839"/>
                    <a:pt x="837147" y="228839"/>
                    <a:pt x="837147" y="228839"/>
                  </a:cubicBezTo>
                  <a:cubicBezTo>
                    <a:pt x="837147" y="228839"/>
                    <a:pt x="837147" y="228839"/>
                    <a:pt x="842344" y="228839"/>
                  </a:cubicBezTo>
                  <a:lnTo>
                    <a:pt x="847373" y="228839"/>
                  </a:lnTo>
                  <a:lnTo>
                    <a:pt x="852738" y="228839"/>
                  </a:lnTo>
                  <a:cubicBezTo>
                    <a:pt x="857935" y="228839"/>
                    <a:pt x="857935" y="228839"/>
                    <a:pt x="857935" y="228839"/>
                  </a:cubicBezTo>
                  <a:lnTo>
                    <a:pt x="868163" y="233869"/>
                  </a:lnTo>
                  <a:lnTo>
                    <a:pt x="873526" y="233869"/>
                  </a:lnTo>
                  <a:cubicBezTo>
                    <a:pt x="873526" y="239236"/>
                    <a:pt x="878724" y="239236"/>
                    <a:pt x="878724" y="239236"/>
                  </a:cubicBezTo>
                  <a:cubicBezTo>
                    <a:pt x="878724" y="239236"/>
                    <a:pt x="878724" y="239236"/>
                    <a:pt x="883922" y="239236"/>
                  </a:cubicBezTo>
                  <a:cubicBezTo>
                    <a:pt x="888950" y="239236"/>
                    <a:pt x="888950" y="239236"/>
                    <a:pt x="888950" y="244434"/>
                  </a:cubicBezTo>
                  <a:lnTo>
                    <a:pt x="883922" y="244434"/>
                  </a:lnTo>
                  <a:cubicBezTo>
                    <a:pt x="883922" y="244434"/>
                    <a:pt x="883922" y="244434"/>
                    <a:pt x="883922" y="254663"/>
                  </a:cubicBezTo>
                  <a:cubicBezTo>
                    <a:pt x="888950" y="254663"/>
                    <a:pt x="888950" y="254663"/>
                    <a:pt x="888950" y="254663"/>
                  </a:cubicBezTo>
                  <a:cubicBezTo>
                    <a:pt x="888950" y="254663"/>
                    <a:pt x="888950" y="254663"/>
                    <a:pt x="888950" y="260029"/>
                  </a:cubicBezTo>
                  <a:cubicBezTo>
                    <a:pt x="888950" y="260029"/>
                    <a:pt x="888950" y="260029"/>
                    <a:pt x="894315" y="260029"/>
                  </a:cubicBezTo>
                  <a:lnTo>
                    <a:pt x="899513" y="265228"/>
                  </a:lnTo>
                  <a:cubicBezTo>
                    <a:pt x="899513" y="265228"/>
                    <a:pt x="899513" y="265228"/>
                    <a:pt x="888950" y="270426"/>
                  </a:cubicBezTo>
                  <a:cubicBezTo>
                    <a:pt x="888950" y="270426"/>
                    <a:pt x="888950" y="270426"/>
                    <a:pt x="899513" y="275457"/>
                  </a:cubicBezTo>
                  <a:lnTo>
                    <a:pt x="904711" y="275457"/>
                  </a:lnTo>
                  <a:cubicBezTo>
                    <a:pt x="904711" y="275457"/>
                    <a:pt x="909740" y="275457"/>
                    <a:pt x="909740" y="270426"/>
                  </a:cubicBezTo>
                  <a:cubicBezTo>
                    <a:pt x="909740" y="270426"/>
                    <a:pt x="909740" y="270426"/>
                    <a:pt x="915106" y="280823"/>
                  </a:cubicBezTo>
                  <a:cubicBezTo>
                    <a:pt x="915106" y="280823"/>
                    <a:pt x="915106" y="280823"/>
                    <a:pt x="920302" y="270426"/>
                  </a:cubicBezTo>
                  <a:cubicBezTo>
                    <a:pt x="920302" y="270426"/>
                    <a:pt x="920302" y="270426"/>
                    <a:pt x="920302" y="265228"/>
                  </a:cubicBezTo>
                  <a:lnTo>
                    <a:pt x="925499" y="265228"/>
                  </a:lnTo>
                  <a:lnTo>
                    <a:pt x="925499" y="270426"/>
                  </a:lnTo>
                  <a:cubicBezTo>
                    <a:pt x="925499" y="270426"/>
                    <a:pt x="925499" y="270426"/>
                    <a:pt x="930529" y="275457"/>
                  </a:cubicBezTo>
                  <a:cubicBezTo>
                    <a:pt x="930529" y="275457"/>
                    <a:pt x="930529" y="275457"/>
                    <a:pt x="935895" y="265228"/>
                  </a:cubicBezTo>
                  <a:cubicBezTo>
                    <a:pt x="941091" y="265228"/>
                    <a:pt x="941091" y="260029"/>
                    <a:pt x="941091" y="260029"/>
                  </a:cubicBezTo>
                  <a:cubicBezTo>
                    <a:pt x="941091" y="260029"/>
                    <a:pt x="941091" y="254663"/>
                    <a:pt x="941091" y="249632"/>
                  </a:cubicBezTo>
                  <a:cubicBezTo>
                    <a:pt x="941091" y="254663"/>
                    <a:pt x="941091" y="254663"/>
                    <a:pt x="946288" y="254663"/>
                  </a:cubicBezTo>
                  <a:cubicBezTo>
                    <a:pt x="946288" y="254663"/>
                    <a:pt x="946288" y="254663"/>
                    <a:pt x="946288" y="260029"/>
                  </a:cubicBezTo>
                  <a:cubicBezTo>
                    <a:pt x="946288" y="260029"/>
                    <a:pt x="946288" y="260029"/>
                    <a:pt x="946288" y="265228"/>
                  </a:cubicBezTo>
                  <a:cubicBezTo>
                    <a:pt x="946288" y="265228"/>
                    <a:pt x="946288" y="265228"/>
                    <a:pt x="951318" y="265228"/>
                  </a:cubicBezTo>
                  <a:cubicBezTo>
                    <a:pt x="951318" y="265228"/>
                    <a:pt x="951318" y="265228"/>
                    <a:pt x="946288" y="270426"/>
                  </a:cubicBezTo>
                  <a:cubicBezTo>
                    <a:pt x="946288" y="270426"/>
                    <a:pt x="946288" y="270426"/>
                    <a:pt x="951318" y="270426"/>
                  </a:cubicBezTo>
                  <a:cubicBezTo>
                    <a:pt x="951318" y="270426"/>
                    <a:pt x="951318" y="270426"/>
                    <a:pt x="941091" y="280823"/>
                  </a:cubicBezTo>
                  <a:cubicBezTo>
                    <a:pt x="941091" y="280823"/>
                    <a:pt x="941091" y="280823"/>
                    <a:pt x="956682" y="275457"/>
                  </a:cubicBezTo>
                  <a:lnTo>
                    <a:pt x="961880" y="270426"/>
                  </a:lnTo>
                  <a:cubicBezTo>
                    <a:pt x="961880" y="275457"/>
                    <a:pt x="961880" y="275457"/>
                    <a:pt x="961880" y="275457"/>
                  </a:cubicBezTo>
                  <a:cubicBezTo>
                    <a:pt x="961880" y="275457"/>
                    <a:pt x="961880" y="275457"/>
                    <a:pt x="967076" y="280823"/>
                  </a:cubicBezTo>
                  <a:lnTo>
                    <a:pt x="961880" y="280823"/>
                  </a:lnTo>
                  <a:cubicBezTo>
                    <a:pt x="961880" y="280823"/>
                    <a:pt x="961880" y="280823"/>
                    <a:pt x="967076" y="286022"/>
                  </a:cubicBezTo>
                  <a:lnTo>
                    <a:pt x="967076" y="291220"/>
                  </a:lnTo>
                  <a:cubicBezTo>
                    <a:pt x="967076" y="291220"/>
                    <a:pt x="967076" y="291220"/>
                    <a:pt x="961880" y="296251"/>
                  </a:cubicBezTo>
                  <a:cubicBezTo>
                    <a:pt x="961880" y="296251"/>
                    <a:pt x="961880" y="296251"/>
                    <a:pt x="972106" y="296251"/>
                  </a:cubicBezTo>
                  <a:lnTo>
                    <a:pt x="972106" y="301449"/>
                  </a:lnTo>
                  <a:cubicBezTo>
                    <a:pt x="972106" y="301449"/>
                    <a:pt x="972106" y="301449"/>
                    <a:pt x="977471" y="301449"/>
                  </a:cubicBezTo>
                  <a:cubicBezTo>
                    <a:pt x="977471" y="306815"/>
                    <a:pt x="977471" y="306815"/>
                    <a:pt x="982669" y="306815"/>
                  </a:cubicBezTo>
                  <a:cubicBezTo>
                    <a:pt x="982669" y="306815"/>
                    <a:pt x="982669" y="306815"/>
                    <a:pt x="987866" y="306815"/>
                  </a:cubicBezTo>
                  <a:lnTo>
                    <a:pt x="992895" y="306815"/>
                  </a:lnTo>
                  <a:cubicBezTo>
                    <a:pt x="987866" y="306815"/>
                    <a:pt x="982669" y="312014"/>
                    <a:pt x="982669" y="312014"/>
                  </a:cubicBezTo>
                  <a:cubicBezTo>
                    <a:pt x="977471" y="312014"/>
                    <a:pt x="977471" y="317045"/>
                    <a:pt x="977471" y="322411"/>
                  </a:cubicBezTo>
                  <a:cubicBezTo>
                    <a:pt x="977471" y="327609"/>
                    <a:pt x="982669" y="327609"/>
                    <a:pt x="982669" y="327609"/>
                  </a:cubicBezTo>
                  <a:cubicBezTo>
                    <a:pt x="982669" y="327609"/>
                    <a:pt x="987866" y="327609"/>
                    <a:pt x="987866" y="322411"/>
                  </a:cubicBezTo>
                  <a:lnTo>
                    <a:pt x="992895" y="322411"/>
                  </a:lnTo>
                  <a:cubicBezTo>
                    <a:pt x="998259" y="317045"/>
                    <a:pt x="1003457" y="317045"/>
                    <a:pt x="1003457" y="317045"/>
                  </a:cubicBezTo>
                  <a:cubicBezTo>
                    <a:pt x="1003457" y="317045"/>
                    <a:pt x="1003457" y="317045"/>
                    <a:pt x="1008655" y="317045"/>
                  </a:cubicBezTo>
                  <a:cubicBezTo>
                    <a:pt x="1008655" y="317045"/>
                    <a:pt x="1008655" y="317045"/>
                    <a:pt x="1008655" y="327609"/>
                  </a:cubicBezTo>
                  <a:cubicBezTo>
                    <a:pt x="1008655" y="327609"/>
                    <a:pt x="1008655" y="327609"/>
                    <a:pt x="1013683" y="322411"/>
                  </a:cubicBezTo>
                  <a:lnTo>
                    <a:pt x="1019048" y="322411"/>
                  </a:lnTo>
                  <a:cubicBezTo>
                    <a:pt x="1019048" y="327609"/>
                    <a:pt x="1019048" y="327609"/>
                    <a:pt x="1019048" y="327609"/>
                  </a:cubicBezTo>
                  <a:cubicBezTo>
                    <a:pt x="1019048" y="332808"/>
                    <a:pt x="1013683" y="337838"/>
                    <a:pt x="1013683" y="337838"/>
                  </a:cubicBezTo>
                  <a:lnTo>
                    <a:pt x="1008655" y="337838"/>
                  </a:lnTo>
                  <a:cubicBezTo>
                    <a:pt x="998259" y="337838"/>
                    <a:pt x="998259" y="337838"/>
                    <a:pt x="998259" y="337838"/>
                  </a:cubicBezTo>
                  <a:cubicBezTo>
                    <a:pt x="998259" y="337838"/>
                    <a:pt x="998259" y="337838"/>
                    <a:pt x="992895" y="343205"/>
                  </a:cubicBezTo>
                  <a:cubicBezTo>
                    <a:pt x="992895" y="343205"/>
                    <a:pt x="992895" y="348403"/>
                    <a:pt x="987866" y="348403"/>
                  </a:cubicBezTo>
                  <a:cubicBezTo>
                    <a:pt x="987866" y="348403"/>
                    <a:pt x="982669" y="348403"/>
                    <a:pt x="977471" y="348403"/>
                  </a:cubicBezTo>
                  <a:lnTo>
                    <a:pt x="972106" y="348403"/>
                  </a:lnTo>
                  <a:cubicBezTo>
                    <a:pt x="967076" y="348403"/>
                    <a:pt x="961880" y="348403"/>
                    <a:pt x="956682" y="348403"/>
                  </a:cubicBezTo>
                  <a:lnTo>
                    <a:pt x="951318" y="348403"/>
                  </a:lnTo>
                  <a:cubicBezTo>
                    <a:pt x="951318" y="348403"/>
                    <a:pt x="951318" y="348403"/>
                    <a:pt x="946288" y="348403"/>
                  </a:cubicBezTo>
                  <a:cubicBezTo>
                    <a:pt x="941091" y="348403"/>
                    <a:pt x="935895" y="348403"/>
                    <a:pt x="935895" y="348403"/>
                  </a:cubicBezTo>
                  <a:cubicBezTo>
                    <a:pt x="930529" y="348403"/>
                    <a:pt x="930529" y="348403"/>
                    <a:pt x="930529" y="348403"/>
                  </a:cubicBezTo>
                  <a:cubicBezTo>
                    <a:pt x="930529" y="348403"/>
                    <a:pt x="920302" y="348403"/>
                    <a:pt x="920302" y="353601"/>
                  </a:cubicBezTo>
                  <a:cubicBezTo>
                    <a:pt x="915106" y="358632"/>
                    <a:pt x="915106" y="358632"/>
                    <a:pt x="915106" y="358632"/>
                  </a:cubicBezTo>
                  <a:lnTo>
                    <a:pt x="909740" y="358632"/>
                  </a:lnTo>
                  <a:cubicBezTo>
                    <a:pt x="909740" y="358632"/>
                    <a:pt x="909740" y="358632"/>
                    <a:pt x="904711" y="363998"/>
                  </a:cubicBezTo>
                  <a:cubicBezTo>
                    <a:pt x="904711" y="363998"/>
                    <a:pt x="904711" y="363998"/>
                    <a:pt x="894315" y="374395"/>
                  </a:cubicBezTo>
                  <a:cubicBezTo>
                    <a:pt x="894315" y="374395"/>
                    <a:pt x="894315" y="374395"/>
                    <a:pt x="878724" y="389991"/>
                  </a:cubicBezTo>
                  <a:cubicBezTo>
                    <a:pt x="878724" y="389991"/>
                    <a:pt x="878724" y="389991"/>
                    <a:pt x="894315" y="384792"/>
                  </a:cubicBezTo>
                  <a:cubicBezTo>
                    <a:pt x="888950" y="384792"/>
                    <a:pt x="888950" y="389991"/>
                    <a:pt x="888950" y="389991"/>
                  </a:cubicBezTo>
                  <a:lnTo>
                    <a:pt x="888950" y="395189"/>
                  </a:lnTo>
                  <a:cubicBezTo>
                    <a:pt x="888950" y="400220"/>
                    <a:pt x="883922" y="400220"/>
                    <a:pt x="883922" y="400220"/>
                  </a:cubicBezTo>
                  <a:cubicBezTo>
                    <a:pt x="883922" y="400220"/>
                    <a:pt x="883922" y="400220"/>
                    <a:pt x="878724" y="400220"/>
                  </a:cubicBezTo>
                  <a:cubicBezTo>
                    <a:pt x="878724" y="400220"/>
                    <a:pt x="878724" y="400220"/>
                    <a:pt x="878724" y="405586"/>
                  </a:cubicBezTo>
                  <a:cubicBezTo>
                    <a:pt x="878724" y="405586"/>
                    <a:pt x="878724" y="405586"/>
                    <a:pt x="873526" y="405586"/>
                  </a:cubicBezTo>
                  <a:cubicBezTo>
                    <a:pt x="868163" y="405586"/>
                    <a:pt x="847373" y="405586"/>
                    <a:pt x="847373" y="405586"/>
                  </a:cubicBezTo>
                  <a:cubicBezTo>
                    <a:pt x="847373" y="405586"/>
                    <a:pt x="847373" y="405586"/>
                    <a:pt x="831949" y="415983"/>
                  </a:cubicBezTo>
                  <a:cubicBezTo>
                    <a:pt x="826752" y="415983"/>
                    <a:pt x="826752" y="415983"/>
                    <a:pt x="821555" y="415983"/>
                  </a:cubicBezTo>
                  <a:cubicBezTo>
                    <a:pt x="816358" y="415983"/>
                    <a:pt x="810993" y="415983"/>
                    <a:pt x="805963" y="415983"/>
                  </a:cubicBezTo>
                  <a:cubicBezTo>
                    <a:pt x="805963" y="421014"/>
                    <a:pt x="805963" y="421014"/>
                    <a:pt x="805963" y="426380"/>
                  </a:cubicBezTo>
                  <a:lnTo>
                    <a:pt x="800767" y="426380"/>
                  </a:lnTo>
                  <a:cubicBezTo>
                    <a:pt x="795569" y="426380"/>
                    <a:pt x="795569" y="426380"/>
                    <a:pt x="795569" y="426380"/>
                  </a:cubicBezTo>
                  <a:cubicBezTo>
                    <a:pt x="790371" y="426380"/>
                    <a:pt x="790371" y="426380"/>
                    <a:pt x="785175" y="431578"/>
                  </a:cubicBezTo>
                  <a:lnTo>
                    <a:pt x="779977" y="431578"/>
                  </a:lnTo>
                  <a:cubicBezTo>
                    <a:pt x="779977" y="431578"/>
                    <a:pt x="779977" y="431578"/>
                    <a:pt x="779977" y="426380"/>
                  </a:cubicBezTo>
                  <a:cubicBezTo>
                    <a:pt x="785175" y="426380"/>
                    <a:pt x="785175" y="421014"/>
                    <a:pt x="785175" y="415983"/>
                  </a:cubicBezTo>
                  <a:cubicBezTo>
                    <a:pt x="785175" y="415983"/>
                    <a:pt x="785175" y="415983"/>
                    <a:pt x="785175" y="410784"/>
                  </a:cubicBezTo>
                  <a:cubicBezTo>
                    <a:pt x="785175" y="405586"/>
                    <a:pt x="785175" y="405586"/>
                    <a:pt x="785175" y="405586"/>
                  </a:cubicBezTo>
                  <a:cubicBezTo>
                    <a:pt x="785175" y="405586"/>
                    <a:pt x="785175" y="400220"/>
                    <a:pt x="790371" y="400220"/>
                  </a:cubicBezTo>
                  <a:cubicBezTo>
                    <a:pt x="790371" y="395189"/>
                    <a:pt x="790371" y="395189"/>
                    <a:pt x="785175" y="389991"/>
                  </a:cubicBezTo>
                  <a:lnTo>
                    <a:pt x="779977" y="389991"/>
                  </a:lnTo>
                  <a:lnTo>
                    <a:pt x="774780" y="389991"/>
                  </a:lnTo>
                  <a:lnTo>
                    <a:pt x="769583" y="389991"/>
                  </a:lnTo>
                  <a:cubicBezTo>
                    <a:pt x="764386" y="389991"/>
                    <a:pt x="764386" y="389991"/>
                    <a:pt x="759188" y="384792"/>
                  </a:cubicBezTo>
                  <a:cubicBezTo>
                    <a:pt x="759188" y="379426"/>
                    <a:pt x="759188" y="379426"/>
                    <a:pt x="759188" y="374395"/>
                  </a:cubicBezTo>
                  <a:cubicBezTo>
                    <a:pt x="753991" y="369197"/>
                    <a:pt x="753991" y="363998"/>
                    <a:pt x="748794" y="363998"/>
                  </a:cubicBezTo>
                  <a:cubicBezTo>
                    <a:pt x="743597" y="363998"/>
                    <a:pt x="743597" y="358632"/>
                    <a:pt x="743597" y="358632"/>
                  </a:cubicBezTo>
                  <a:lnTo>
                    <a:pt x="738399" y="358632"/>
                  </a:lnTo>
                  <a:cubicBezTo>
                    <a:pt x="733202" y="358632"/>
                    <a:pt x="733202" y="358632"/>
                    <a:pt x="733202" y="358632"/>
                  </a:cubicBezTo>
                  <a:cubicBezTo>
                    <a:pt x="728005" y="363998"/>
                    <a:pt x="722808" y="363998"/>
                    <a:pt x="717610" y="369197"/>
                  </a:cubicBezTo>
                  <a:lnTo>
                    <a:pt x="717610" y="374395"/>
                  </a:lnTo>
                  <a:cubicBezTo>
                    <a:pt x="717610" y="374395"/>
                    <a:pt x="717610" y="374395"/>
                    <a:pt x="712413" y="374395"/>
                  </a:cubicBezTo>
                  <a:cubicBezTo>
                    <a:pt x="707216" y="374395"/>
                    <a:pt x="707216" y="374395"/>
                    <a:pt x="707216" y="374395"/>
                  </a:cubicBezTo>
                  <a:cubicBezTo>
                    <a:pt x="707216" y="369197"/>
                    <a:pt x="707216" y="369197"/>
                    <a:pt x="707216" y="369197"/>
                  </a:cubicBezTo>
                  <a:cubicBezTo>
                    <a:pt x="707216" y="369197"/>
                    <a:pt x="707216" y="369197"/>
                    <a:pt x="702019" y="369197"/>
                  </a:cubicBezTo>
                  <a:cubicBezTo>
                    <a:pt x="702019" y="369197"/>
                    <a:pt x="702019" y="369197"/>
                    <a:pt x="696822" y="369197"/>
                  </a:cubicBezTo>
                  <a:cubicBezTo>
                    <a:pt x="696822" y="369197"/>
                    <a:pt x="696822" y="369197"/>
                    <a:pt x="691624" y="374395"/>
                  </a:cubicBezTo>
                  <a:cubicBezTo>
                    <a:pt x="691624" y="369197"/>
                    <a:pt x="686428" y="369197"/>
                    <a:pt x="681230" y="369197"/>
                  </a:cubicBezTo>
                  <a:cubicBezTo>
                    <a:pt x="681230" y="369197"/>
                    <a:pt x="681230" y="369197"/>
                    <a:pt x="676032" y="369197"/>
                  </a:cubicBezTo>
                  <a:cubicBezTo>
                    <a:pt x="670836" y="369197"/>
                    <a:pt x="670836" y="369197"/>
                    <a:pt x="670836" y="369197"/>
                  </a:cubicBezTo>
                  <a:cubicBezTo>
                    <a:pt x="670836" y="369197"/>
                    <a:pt x="665638" y="369197"/>
                    <a:pt x="665638" y="363998"/>
                  </a:cubicBezTo>
                  <a:cubicBezTo>
                    <a:pt x="665638" y="363998"/>
                    <a:pt x="665638" y="358632"/>
                    <a:pt x="660441" y="358632"/>
                  </a:cubicBezTo>
                  <a:cubicBezTo>
                    <a:pt x="660441" y="358632"/>
                    <a:pt x="655244" y="358632"/>
                    <a:pt x="655244" y="363998"/>
                  </a:cubicBezTo>
                  <a:cubicBezTo>
                    <a:pt x="655244" y="363998"/>
                    <a:pt x="655244" y="363998"/>
                    <a:pt x="405779" y="363998"/>
                  </a:cubicBezTo>
                  <a:cubicBezTo>
                    <a:pt x="405779" y="363998"/>
                    <a:pt x="405779" y="363998"/>
                    <a:pt x="405779" y="358632"/>
                  </a:cubicBezTo>
                  <a:lnTo>
                    <a:pt x="400582" y="358632"/>
                  </a:lnTo>
                  <a:cubicBezTo>
                    <a:pt x="395552" y="358632"/>
                    <a:pt x="395552" y="358632"/>
                    <a:pt x="395552" y="358632"/>
                  </a:cubicBezTo>
                  <a:cubicBezTo>
                    <a:pt x="395552" y="353601"/>
                    <a:pt x="390188" y="353601"/>
                    <a:pt x="390188" y="348403"/>
                  </a:cubicBezTo>
                  <a:cubicBezTo>
                    <a:pt x="390188" y="348403"/>
                    <a:pt x="390188" y="343205"/>
                    <a:pt x="384990" y="343205"/>
                  </a:cubicBezTo>
                  <a:cubicBezTo>
                    <a:pt x="384990" y="343205"/>
                    <a:pt x="379793" y="343205"/>
                    <a:pt x="379793" y="348403"/>
                  </a:cubicBezTo>
                  <a:cubicBezTo>
                    <a:pt x="374763" y="348403"/>
                    <a:pt x="374763" y="348403"/>
                    <a:pt x="369399" y="348403"/>
                  </a:cubicBezTo>
                  <a:cubicBezTo>
                    <a:pt x="369399" y="343205"/>
                    <a:pt x="369399" y="343205"/>
                    <a:pt x="364201" y="343205"/>
                  </a:cubicBezTo>
                  <a:cubicBezTo>
                    <a:pt x="364201" y="343205"/>
                    <a:pt x="364201" y="343205"/>
                    <a:pt x="359004" y="343205"/>
                  </a:cubicBezTo>
                  <a:cubicBezTo>
                    <a:pt x="359004" y="337838"/>
                    <a:pt x="359004" y="337838"/>
                    <a:pt x="359004" y="337838"/>
                  </a:cubicBezTo>
                  <a:lnTo>
                    <a:pt x="364201" y="337838"/>
                  </a:lnTo>
                  <a:cubicBezTo>
                    <a:pt x="364201" y="337838"/>
                    <a:pt x="364201" y="337838"/>
                    <a:pt x="359004" y="327609"/>
                  </a:cubicBezTo>
                  <a:cubicBezTo>
                    <a:pt x="359004" y="327609"/>
                    <a:pt x="359004" y="327609"/>
                    <a:pt x="353975" y="327609"/>
                  </a:cubicBezTo>
                  <a:lnTo>
                    <a:pt x="348610" y="327609"/>
                  </a:lnTo>
                  <a:cubicBezTo>
                    <a:pt x="348610" y="322411"/>
                    <a:pt x="348610" y="322411"/>
                    <a:pt x="348610" y="317045"/>
                  </a:cubicBezTo>
                  <a:cubicBezTo>
                    <a:pt x="348610" y="317045"/>
                    <a:pt x="348610" y="317045"/>
                    <a:pt x="343413" y="317045"/>
                  </a:cubicBezTo>
                  <a:cubicBezTo>
                    <a:pt x="343413" y="312014"/>
                    <a:pt x="338215" y="312014"/>
                    <a:pt x="338215" y="312014"/>
                  </a:cubicBezTo>
                  <a:cubicBezTo>
                    <a:pt x="338215" y="312014"/>
                    <a:pt x="338215" y="312014"/>
                    <a:pt x="333186" y="317045"/>
                  </a:cubicBezTo>
                  <a:lnTo>
                    <a:pt x="333186" y="312014"/>
                  </a:lnTo>
                  <a:cubicBezTo>
                    <a:pt x="338215" y="312014"/>
                    <a:pt x="333186" y="306815"/>
                    <a:pt x="333186" y="306815"/>
                  </a:cubicBezTo>
                  <a:lnTo>
                    <a:pt x="333186" y="301449"/>
                  </a:lnTo>
                  <a:cubicBezTo>
                    <a:pt x="333186" y="296251"/>
                    <a:pt x="333186" y="296251"/>
                    <a:pt x="333186" y="296251"/>
                  </a:cubicBezTo>
                  <a:cubicBezTo>
                    <a:pt x="327821" y="296251"/>
                    <a:pt x="327821" y="291220"/>
                    <a:pt x="327821" y="291220"/>
                  </a:cubicBezTo>
                  <a:cubicBezTo>
                    <a:pt x="327821" y="291220"/>
                    <a:pt x="327821" y="291220"/>
                    <a:pt x="327821" y="286022"/>
                  </a:cubicBezTo>
                  <a:cubicBezTo>
                    <a:pt x="327821" y="286022"/>
                    <a:pt x="327821" y="286022"/>
                    <a:pt x="322624" y="286022"/>
                  </a:cubicBezTo>
                  <a:cubicBezTo>
                    <a:pt x="322624" y="291220"/>
                    <a:pt x="317426" y="291220"/>
                    <a:pt x="317426" y="291220"/>
                  </a:cubicBezTo>
                  <a:cubicBezTo>
                    <a:pt x="317426" y="291220"/>
                    <a:pt x="317426" y="291220"/>
                    <a:pt x="312397" y="286022"/>
                  </a:cubicBezTo>
                  <a:lnTo>
                    <a:pt x="312397" y="280823"/>
                  </a:lnTo>
                  <a:cubicBezTo>
                    <a:pt x="312397" y="280823"/>
                    <a:pt x="312397" y="280823"/>
                    <a:pt x="307032" y="275457"/>
                  </a:cubicBezTo>
                  <a:lnTo>
                    <a:pt x="307032" y="270426"/>
                  </a:lnTo>
                  <a:cubicBezTo>
                    <a:pt x="307032" y="270426"/>
                    <a:pt x="296638" y="265228"/>
                    <a:pt x="291608" y="260029"/>
                  </a:cubicBezTo>
                  <a:cubicBezTo>
                    <a:pt x="286243" y="260029"/>
                    <a:pt x="286243" y="260029"/>
                    <a:pt x="286243" y="260029"/>
                  </a:cubicBezTo>
                  <a:cubicBezTo>
                    <a:pt x="286243" y="260029"/>
                    <a:pt x="281046" y="260029"/>
                    <a:pt x="281046" y="265228"/>
                  </a:cubicBezTo>
                  <a:cubicBezTo>
                    <a:pt x="281046" y="265228"/>
                    <a:pt x="281046" y="265228"/>
                    <a:pt x="281046" y="260029"/>
                  </a:cubicBezTo>
                  <a:lnTo>
                    <a:pt x="276016" y="260029"/>
                  </a:lnTo>
                  <a:lnTo>
                    <a:pt x="270819" y="260029"/>
                  </a:lnTo>
                  <a:lnTo>
                    <a:pt x="265454" y="260029"/>
                  </a:lnTo>
                  <a:cubicBezTo>
                    <a:pt x="265454" y="260029"/>
                    <a:pt x="265454" y="254663"/>
                    <a:pt x="260257" y="254663"/>
                  </a:cubicBezTo>
                  <a:cubicBezTo>
                    <a:pt x="255227" y="249632"/>
                    <a:pt x="255227" y="249632"/>
                    <a:pt x="255227" y="249632"/>
                  </a:cubicBezTo>
                  <a:cubicBezTo>
                    <a:pt x="255227" y="244434"/>
                    <a:pt x="255227" y="244434"/>
                    <a:pt x="250030" y="244434"/>
                  </a:cubicBezTo>
                  <a:cubicBezTo>
                    <a:pt x="250030" y="239236"/>
                    <a:pt x="250030" y="239236"/>
                    <a:pt x="250030" y="239236"/>
                  </a:cubicBezTo>
                  <a:cubicBezTo>
                    <a:pt x="244665" y="239236"/>
                    <a:pt x="244665" y="239236"/>
                    <a:pt x="244665" y="244434"/>
                  </a:cubicBezTo>
                  <a:lnTo>
                    <a:pt x="244665" y="239236"/>
                  </a:lnTo>
                  <a:cubicBezTo>
                    <a:pt x="244665" y="239236"/>
                    <a:pt x="244665" y="239236"/>
                    <a:pt x="239468" y="239236"/>
                  </a:cubicBezTo>
                  <a:cubicBezTo>
                    <a:pt x="239468" y="239236"/>
                    <a:pt x="239468" y="239236"/>
                    <a:pt x="239468" y="150862"/>
                  </a:cubicBezTo>
                  <a:cubicBezTo>
                    <a:pt x="239468" y="150862"/>
                    <a:pt x="239468" y="150862"/>
                    <a:pt x="244665" y="150862"/>
                  </a:cubicBezTo>
                  <a:lnTo>
                    <a:pt x="250030" y="150862"/>
                  </a:lnTo>
                  <a:cubicBezTo>
                    <a:pt x="250030" y="150862"/>
                    <a:pt x="250030" y="150862"/>
                    <a:pt x="255227" y="150862"/>
                  </a:cubicBezTo>
                  <a:cubicBezTo>
                    <a:pt x="255227" y="156060"/>
                    <a:pt x="255227" y="156060"/>
                    <a:pt x="260257" y="156060"/>
                  </a:cubicBezTo>
                  <a:cubicBezTo>
                    <a:pt x="270819" y="156060"/>
                    <a:pt x="276016" y="156060"/>
                    <a:pt x="281046" y="156060"/>
                  </a:cubicBezTo>
                  <a:lnTo>
                    <a:pt x="286243" y="161259"/>
                  </a:lnTo>
                  <a:cubicBezTo>
                    <a:pt x="291608" y="161259"/>
                    <a:pt x="291608" y="161259"/>
                    <a:pt x="291608" y="161259"/>
                  </a:cubicBezTo>
                  <a:cubicBezTo>
                    <a:pt x="296638" y="161259"/>
                    <a:pt x="296638" y="161259"/>
                    <a:pt x="296638" y="161259"/>
                  </a:cubicBezTo>
                  <a:cubicBezTo>
                    <a:pt x="296638" y="156060"/>
                    <a:pt x="301835" y="156060"/>
                    <a:pt x="301835" y="156060"/>
                  </a:cubicBezTo>
                  <a:cubicBezTo>
                    <a:pt x="307032" y="156060"/>
                    <a:pt x="307032" y="156060"/>
                    <a:pt x="312397" y="156060"/>
                  </a:cubicBezTo>
                  <a:cubicBezTo>
                    <a:pt x="317426" y="156060"/>
                    <a:pt x="317426" y="150862"/>
                    <a:pt x="317426" y="150862"/>
                  </a:cubicBezTo>
                  <a:cubicBezTo>
                    <a:pt x="322624" y="150862"/>
                    <a:pt x="322624" y="150862"/>
                    <a:pt x="322624" y="150862"/>
                  </a:cubicBezTo>
                  <a:cubicBezTo>
                    <a:pt x="327821" y="150862"/>
                    <a:pt x="333186" y="150862"/>
                    <a:pt x="333186" y="150862"/>
                  </a:cubicBezTo>
                  <a:lnTo>
                    <a:pt x="338215" y="150862"/>
                  </a:lnTo>
                  <a:cubicBezTo>
                    <a:pt x="338215" y="145663"/>
                    <a:pt x="343413" y="145663"/>
                    <a:pt x="343413" y="145663"/>
                  </a:cubicBezTo>
                  <a:lnTo>
                    <a:pt x="348610" y="145663"/>
                  </a:lnTo>
                  <a:cubicBezTo>
                    <a:pt x="353975" y="145663"/>
                    <a:pt x="353975" y="140465"/>
                    <a:pt x="353975" y="140465"/>
                  </a:cubicBezTo>
                  <a:close/>
                  <a:moveTo>
                    <a:pt x="1802588" y="135290"/>
                  </a:moveTo>
                  <a:lnTo>
                    <a:pt x="1812888" y="135290"/>
                  </a:lnTo>
                  <a:lnTo>
                    <a:pt x="1818038" y="140383"/>
                  </a:lnTo>
                  <a:cubicBezTo>
                    <a:pt x="1818038" y="140383"/>
                    <a:pt x="1812888" y="140383"/>
                    <a:pt x="1812888" y="145476"/>
                  </a:cubicBezTo>
                  <a:cubicBezTo>
                    <a:pt x="1812888" y="140383"/>
                    <a:pt x="1812888" y="140383"/>
                    <a:pt x="1812888" y="140383"/>
                  </a:cubicBezTo>
                  <a:cubicBezTo>
                    <a:pt x="1807738" y="140383"/>
                    <a:pt x="1807738" y="140383"/>
                    <a:pt x="1807738" y="140383"/>
                  </a:cubicBezTo>
                  <a:cubicBezTo>
                    <a:pt x="1807738" y="135290"/>
                    <a:pt x="1802588" y="135290"/>
                    <a:pt x="1802588" y="135290"/>
                  </a:cubicBezTo>
                  <a:close/>
                  <a:moveTo>
                    <a:pt x="1792288" y="135290"/>
                  </a:moveTo>
                  <a:cubicBezTo>
                    <a:pt x="1792288" y="135290"/>
                    <a:pt x="1792288" y="135290"/>
                    <a:pt x="1797438" y="135290"/>
                  </a:cubicBezTo>
                  <a:lnTo>
                    <a:pt x="1792288" y="140383"/>
                  </a:lnTo>
                  <a:cubicBezTo>
                    <a:pt x="1792288" y="135290"/>
                    <a:pt x="1792288" y="135290"/>
                    <a:pt x="1792288" y="135290"/>
                  </a:cubicBezTo>
                  <a:close/>
                  <a:moveTo>
                    <a:pt x="93594" y="130115"/>
                  </a:moveTo>
                  <a:cubicBezTo>
                    <a:pt x="93594" y="130115"/>
                    <a:pt x="93594" y="130115"/>
                    <a:pt x="88562" y="140504"/>
                  </a:cubicBezTo>
                  <a:cubicBezTo>
                    <a:pt x="88562" y="140504"/>
                    <a:pt x="88562" y="140504"/>
                    <a:pt x="104161" y="135310"/>
                  </a:cubicBezTo>
                  <a:cubicBezTo>
                    <a:pt x="109361" y="135310"/>
                    <a:pt x="109361" y="135310"/>
                    <a:pt x="109361" y="135310"/>
                  </a:cubicBezTo>
                  <a:lnTo>
                    <a:pt x="114393" y="135310"/>
                  </a:lnTo>
                  <a:lnTo>
                    <a:pt x="119592" y="135310"/>
                  </a:lnTo>
                  <a:cubicBezTo>
                    <a:pt x="119592" y="135310"/>
                    <a:pt x="119592" y="135310"/>
                    <a:pt x="124960" y="140504"/>
                  </a:cubicBezTo>
                  <a:cubicBezTo>
                    <a:pt x="130159" y="140504"/>
                    <a:pt x="135191" y="140504"/>
                    <a:pt x="135191" y="140504"/>
                  </a:cubicBezTo>
                  <a:cubicBezTo>
                    <a:pt x="135191" y="140504"/>
                    <a:pt x="140391" y="140504"/>
                    <a:pt x="145759" y="140504"/>
                  </a:cubicBezTo>
                  <a:cubicBezTo>
                    <a:pt x="150958" y="140504"/>
                    <a:pt x="155990" y="140504"/>
                    <a:pt x="155990" y="140504"/>
                  </a:cubicBezTo>
                  <a:cubicBezTo>
                    <a:pt x="161190" y="140504"/>
                    <a:pt x="166557" y="140504"/>
                    <a:pt x="171757" y="145699"/>
                  </a:cubicBezTo>
                  <a:cubicBezTo>
                    <a:pt x="176789" y="145699"/>
                    <a:pt x="181988" y="145699"/>
                    <a:pt x="181988" y="145699"/>
                  </a:cubicBezTo>
                  <a:cubicBezTo>
                    <a:pt x="187356" y="145699"/>
                    <a:pt x="187356" y="145699"/>
                    <a:pt x="187356" y="145699"/>
                  </a:cubicBezTo>
                  <a:cubicBezTo>
                    <a:pt x="192555" y="145699"/>
                    <a:pt x="192555" y="145699"/>
                    <a:pt x="192555" y="145699"/>
                  </a:cubicBezTo>
                  <a:cubicBezTo>
                    <a:pt x="192555" y="145699"/>
                    <a:pt x="197588" y="145699"/>
                    <a:pt x="202787" y="145699"/>
                  </a:cubicBezTo>
                  <a:cubicBezTo>
                    <a:pt x="202787" y="145699"/>
                    <a:pt x="202787" y="145699"/>
                    <a:pt x="208155" y="145699"/>
                  </a:cubicBezTo>
                  <a:lnTo>
                    <a:pt x="213354" y="145699"/>
                  </a:lnTo>
                  <a:lnTo>
                    <a:pt x="218386" y="145699"/>
                  </a:lnTo>
                  <a:lnTo>
                    <a:pt x="223586" y="145699"/>
                  </a:lnTo>
                  <a:cubicBezTo>
                    <a:pt x="228953" y="145699"/>
                    <a:pt x="228953" y="150894"/>
                    <a:pt x="228953" y="150894"/>
                  </a:cubicBezTo>
                  <a:cubicBezTo>
                    <a:pt x="228953" y="150894"/>
                    <a:pt x="228953" y="150894"/>
                    <a:pt x="228953" y="244399"/>
                  </a:cubicBezTo>
                  <a:lnTo>
                    <a:pt x="223586" y="244399"/>
                  </a:lnTo>
                  <a:cubicBezTo>
                    <a:pt x="223586" y="244399"/>
                    <a:pt x="223586" y="244399"/>
                    <a:pt x="218386" y="244399"/>
                  </a:cubicBezTo>
                  <a:cubicBezTo>
                    <a:pt x="213354" y="244399"/>
                    <a:pt x="213354" y="244399"/>
                    <a:pt x="213354" y="244399"/>
                  </a:cubicBezTo>
                  <a:lnTo>
                    <a:pt x="208155" y="244399"/>
                  </a:lnTo>
                  <a:cubicBezTo>
                    <a:pt x="208155" y="244399"/>
                    <a:pt x="208155" y="244399"/>
                    <a:pt x="202787" y="244399"/>
                  </a:cubicBezTo>
                  <a:cubicBezTo>
                    <a:pt x="202787" y="244399"/>
                    <a:pt x="202787" y="244399"/>
                    <a:pt x="213354" y="228815"/>
                  </a:cubicBezTo>
                  <a:cubicBezTo>
                    <a:pt x="213354" y="228815"/>
                    <a:pt x="213354" y="228815"/>
                    <a:pt x="197588" y="239204"/>
                  </a:cubicBezTo>
                  <a:cubicBezTo>
                    <a:pt x="197588" y="239204"/>
                    <a:pt x="197588" y="239204"/>
                    <a:pt x="192555" y="239204"/>
                  </a:cubicBezTo>
                  <a:cubicBezTo>
                    <a:pt x="192555" y="239204"/>
                    <a:pt x="192555" y="239204"/>
                    <a:pt x="187356" y="239204"/>
                  </a:cubicBezTo>
                  <a:cubicBezTo>
                    <a:pt x="187356" y="239204"/>
                    <a:pt x="187356" y="239204"/>
                    <a:pt x="181988" y="239204"/>
                  </a:cubicBezTo>
                  <a:lnTo>
                    <a:pt x="176789" y="233842"/>
                  </a:lnTo>
                  <a:cubicBezTo>
                    <a:pt x="176789" y="233842"/>
                    <a:pt x="176789" y="233842"/>
                    <a:pt x="171757" y="233842"/>
                  </a:cubicBezTo>
                  <a:cubicBezTo>
                    <a:pt x="166557" y="233842"/>
                    <a:pt x="166557" y="233842"/>
                    <a:pt x="161190" y="233842"/>
                  </a:cubicBezTo>
                  <a:lnTo>
                    <a:pt x="161190" y="239204"/>
                  </a:lnTo>
                  <a:cubicBezTo>
                    <a:pt x="161190" y="239204"/>
                    <a:pt x="161190" y="239204"/>
                    <a:pt x="155990" y="228815"/>
                  </a:cubicBezTo>
                  <a:cubicBezTo>
                    <a:pt x="150958" y="228815"/>
                    <a:pt x="140391" y="233842"/>
                    <a:pt x="140391" y="233842"/>
                  </a:cubicBezTo>
                  <a:cubicBezTo>
                    <a:pt x="135191" y="233842"/>
                    <a:pt x="135191" y="233842"/>
                    <a:pt x="130159" y="233842"/>
                  </a:cubicBezTo>
                  <a:lnTo>
                    <a:pt x="130159" y="239204"/>
                  </a:lnTo>
                  <a:cubicBezTo>
                    <a:pt x="130159" y="239204"/>
                    <a:pt x="124960" y="239204"/>
                    <a:pt x="124960" y="244399"/>
                  </a:cubicBezTo>
                  <a:cubicBezTo>
                    <a:pt x="124960" y="244399"/>
                    <a:pt x="124960" y="244399"/>
                    <a:pt x="109361" y="239204"/>
                  </a:cubicBezTo>
                  <a:cubicBezTo>
                    <a:pt x="109361" y="239204"/>
                    <a:pt x="109361" y="239204"/>
                    <a:pt x="83362" y="254621"/>
                  </a:cubicBezTo>
                  <a:cubicBezTo>
                    <a:pt x="83362" y="259983"/>
                    <a:pt x="77995" y="259983"/>
                    <a:pt x="77995" y="259983"/>
                  </a:cubicBezTo>
                  <a:cubicBezTo>
                    <a:pt x="77995" y="259983"/>
                    <a:pt x="77995" y="259983"/>
                    <a:pt x="72795" y="259983"/>
                  </a:cubicBezTo>
                  <a:cubicBezTo>
                    <a:pt x="72795" y="259983"/>
                    <a:pt x="72795" y="259983"/>
                    <a:pt x="72795" y="249594"/>
                  </a:cubicBezTo>
                  <a:cubicBezTo>
                    <a:pt x="72795" y="249594"/>
                    <a:pt x="72795" y="249594"/>
                    <a:pt x="67763" y="259983"/>
                  </a:cubicBezTo>
                  <a:lnTo>
                    <a:pt x="62563" y="259983"/>
                  </a:lnTo>
                  <a:cubicBezTo>
                    <a:pt x="57196" y="259983"/>
                    <a:pt x="57196" y="259983"/>
                    <a:pt x="57196" y="259983"/>
                  </a:cubicBezTo>
                  <a:cubicBezTo>
                    <a:pt x="57196" y="254621"/>
                    <a:pt x="57196" y="254621"/>
                    <a:pt x="51996" y="254621"/>
                  </a:cubicBezTo>
                  <a:cubicBezTo>
                    <a:pt x="51996" y="254621"/>
                    <a:pt x="46964" y="254621"/>
                    <a:pt x="46964" y="259983"/>
                  </a:cubicBezTo>
                  <a:lnTo>
                    <a:pt x="46964" y="254621"/>
                  </a:lnTo>
                  <a:lnTo>
                    <a:pt x="46964" y="249594"/>
                  </a:lnTo>
                  <a:cubicBezTo>
                    <a:pt x="46964" y="244399"/>
                    <a:pt x="41765" y="239204"/>
                    <a:pt x="41765" y="239204"/>
                  </a:cubicBezTo>
                  <a:cubicBezTo>
                    <a:pt x="41765" y="239204"/>
                    <a:pt x="41765" y="239204"/>
                    <a:pt x="36397" y="239204"/>
                  </a:cubicBezTo>
                  <a:cubicBezTo>
                    <a:pt x="36397" y="239204"/>
                    <a:pt x="36397" y="239204"/>
                    <a:pt x="31198" y="244399"/>
                  </a:cubicBezTo>
                  <a:cubicBezTo>
                    <a:pt x="31198" y="244399"/>
                    <a:pt x="31198" y="244399"/>
                    <a:pt x="31198" y="239204"/>
                  </a:cubicBezTo>
                  <a:cubicBezTo>
                    <a:pt x="26166" y="233842"/>
                    <a:pt x="26166" y="233842"/>
                    <a:pt x="20798" y="233842"/>
                  </a:cubicBezTo>
                  <a:cubicBezTo>
                    <a:pt x="15599" y="233842"/>
                    <a:pt x="15599" y="233842"/>
                    <a:pt x="15599" y="233842"/>
                  </a:cubicBezTo>
                  <a:cubicBezTo>
                    <a:pt x="15599" y="233842"/>
                    <a:pt x="15599" y="233842"/>
                    <a:pt x="15599" y="228815"/>
                  </a:cubicBezTo>
                  <a:cubicBezTo>
                    <a:pt x="15599" y="228815"/>
                    <a:pt x="15599" y="228815"/>
                    <a:pt x="10399" y="228815"/>
                  </a:cubicBezTo>
                  <a:cubicBezTo>
                    <a:pt x="10399" y="228815"/>
                    <a:pt x="10399" y="223620"/>
                    <a:pt x="15599" y="223620"/>
                  </a:cubicBezTo>
                  <a:cubicBezTo>
                    <a:pt x="15599" y="223620"/>
                    <a:pt x="15599" y="223620"/>
                    <a:pt x="20798" y="218425"/>
                  </a:cubicBezTo>
                  <a:cubicBezTo>
                    <a:pt x="26166" y="218425"/>
                    <a:pt x="26166" y="218425"/>
                    <a:pt x="31198" y="218425"/>
                  </a:cubicBezTo>
                  <a:lnTo>
                    <a:pt x="36397" y="213063"/>
                  </a:lnTo>
                  <a:lnTo>
                    <a:pt x="41765" y="218425"/>
                  </a:lnTo>
                  <a:cubicBezTo>
                    <a:pt x="46964" y="218425"/>
                    <a:pt x="51996" y="213063"/>
                    <a:pt x="51996" y="213063"/>
                  </a:cubicBezTo>
                  <a:cubicBezTo>
                    <a:pt x="51996" y="208036"/>
                    <a:pt x="51996" y="202841"/>
                    <a:pt x="51996" y="197647"/>
                  </a:cubicBezTo>
                  <a:cubicBezTo>
                    <a:pt x="51996" y="197647"/>
                    <a:pt x="51996" y="197647"/>
                    <a:pt x="51996" y="187257"/>
                  </a:cubicBezTo>
                  <a:cubicBezTo>
                    <a:pt x="51996" y="187257"/>
                    <a:pt x="51996" y="187257"/>
                    <a:pt x="57196" y="187257"/>
                  </a:cubicBezTo>
                  <a:cubicBezTo>
                    <a:pt x="57196" y="187257"/>
                    <a:pt x="57196" y="187257"/>
                    <a:pt x="57196" y="176868"/>
                  </a:cubicBezTo>
                  <a:cubicBezTo>
                    <a:pt x="57196" y="176868"/>
                    <a:pt x="57196" y="176868"/>
                    <a:pt x="46964" y="171673"/>
                  </a:cubicBezTo>
                  <a:cubicBezTo>
                    <a:pt x="46964" y="171673"/>
                    <a:pt x="46964" y="171673"/>
                    <a:pt x="46964" y="166478"/>
                  </a:cubicBezTo>
                  <a:cubicBezTo>
                    <a:pt x="46964" y="166478"/>
                    <a:pt x="46964" y="166478"/>
                    <a:pt x="41765" y="166478"/>
                  </a:cubicBezTo>
                  <a:cubicBezTo>
                    <a:pt x="41765" y="166478"/>
                    <a:pt x="41765" y="166478"/>
                    <a:pt x="36397" y="166478"/>
                  </a:cubicBezTo>
                  <a:cubicBezTo>
                    <a:pt x="36397" y="166478"/>
                    <a:pt x="36397" y="166478"/>
                    <a:pt x="31198" y="166478"/>
                  </a:cubicBezTo>
                  <a:lnTo>
                    <a:pt x="26166" y="166478"/>
                  </a:lnTo>
                  <a:cubicBezTo>
                    <a:pt x="26166" y="161283"/>
                    <a:pt x="20798" y="161283"/>
                    <a:pt x="15599" y="161283"/>
                  </a:cubicBezTo>
                  <a:lnTo>
                    <a:pt x="10399" y="156089"/>
                  </a:lnTo>
                  <a:cubicBezTo>
                    <a:pt x="10399" y="156089"/>
                    <a:pt x="15599" y="156089"/>
                    <a:pt x="20798" y="156089"/>
                  </a:cubicBezTo>
                  <a:cubicBezTo>
                    <a:pt x="26166" y="156089"/>
                    <a:pt x="26166" y="156089"/>
                    <a:pt x="26166" y="156089"/>
                  </a:cubicBezTo>
                  <a:cubicBezTo>
                    <a:pt x="26166" y="156089"/>
                    <a:pt x="26166" y="156089"/>
                    <a:pt x="31198" y="150894"/>
                  </a:cubicBezTo>
                  <a:lnTo>
                    <a:pt x="36397" y="145699"/>
                  </a:lnTo>
                  <a:cubicBezTo>
                    <a:pt x="41765" y="145699"/>
                    <a:pt x="41765" y="140504"/>
                    <a:pt x="46964" y="140504"/>
                  </a:cubicBezTo>
                  <a:cubicBezTo>
                    <a:pt x="46964" y="140504"/>
                    <a:pt x="51996" y="140504"/>
                    <a:pt x="57196" y="140504"/>
                  </a:cubicBezTo>
                  <a:cubicBezTo>
                    <a:pt x="57196" y="140504"/>
                    <a:pt x="57196" y="140504"/>
                    <a:pt x="62563" y="140504"/>
                  </a:cubicBezTo>
                  <a:cubicBezTo>
                    <a:pt x="62563" y="140504"/>
                    <a:pt x="67763" y="140504"/>
                    <a:pt x="72795" y="140504"/>
                  </a:cubicBezTo>
                  <a:lnTo>
                    <a:pt x="72795" y="135310"/>
                  </a:lnTo>
                  <a:cubicBezTo>
                    <a:pt x="77995" y="135310"/>
                    <a:pt x="83362" y="135310"/>
                    <a:pt x="83362" y="135310"/>
                  </a:cubicBezTo>
                  <a:cubicBezTo>
                    <a:pt x="88562" y="135310"/>
                    <a:pt x="88562" y="130115"/>
                    <a:pt x="93594" y="130115"/>
                  </a:cubicBezTo>
                  <a:close/>
                  <a:moveTo>
                    <a:pt x="867818" y="129433"/>
                  </a:moveTo>
                  <a:cubicBezTo>
                    <a:pt x="867818" y="129433"/>
                    <a:pt x="862797" y="129433"/>
                    <a:pt x="862797" y="134637"/>
                  </a:cubicBezTo>
                  <a:cubicBezTo>
                    <a:pt x="862797" y="129433"/>
                    <a:pt x="862797" y="129433"/>
                    <a:pt x="867818" y="129433"/>
                  </a:cubicBezTo>
                  <a:close/>
                  <a:moveTo>
                    <a:pt x="665105" y="124940"/>
                  </a:moveTo>
                  <a:lnTo>
                    <a:pt x="670238" y="124940"/>
                  </a:lnTo>
                  <a:cubicBezTo>
                    <a:pt x="670238" y="124940"/>
                    <a:pt x="670238" y="130060"/>
                    <a:pt x="675370" y="130060"/>
                  </a:cubicBezTo>
                  <a:lnTo>
                    <a:pt x="675370" y="140300"/>
                  </a:lnTo>
                  <a:lnTo>
                    <a:pt x="670238" y="140300"/>
                  </a:lnTo>
                  <a:cubicBezTo>
                    <a:pt x="659972" y="140300"/>
                    <a:pt x="659972" y="140300"/>
                    <a:pt x="659972" y="140300"/>
                  </a:cubicBezTo>
                  <a:lnTo>
                    <a:pt x="654840" y="140300"/>
                  </a:lnTo>
                  <a:cubicBezTo>
                    <a:pt x="654840" y="140300"/>
                    <a:pt x="654840" y="140300"/>
                    <a:pt x="659972" y="135180"/>
                  </a:cubicBezTo>
                  <a:cubicBezTo>
                    <a:pt x="659972" y="135180"/>
                    <a:pt x="659972" y="135180"/>
                    <a:pt x="654840" y="130060"/>
                  </a:cubicBezTo>
                  <a:lnTo>
                    <a:pt x="659972" y="130060"/>
                  </a:lnTo>
                  <a:cubicBezTo>
                    <a:pt x="659972" y="130060"/>
                    <a:pt x="659972" y="124940"/>
                    <a:pt x="665105" y="124940"/>
                  </a:cubicBezTo>
                  <a:close/>
                  <a:moveTo>
                    <a:pt x="1039123" y="121401"/>
                  </a:moveTo>
                  <a:lnTo>
                    <a:pt x="1039123" y="124870"/>
                  </a:lnTo>
                  <a:lnTo>
                    <a:pt x="1033758" y="124870"/>
                  </a:lnTo>
                  <a:lnTo>
                    <a:pt x="1028731" y="124870"/>
                  </a:lnTo>
                  <a:cubicBezTo>
                    <a:pt x="1028731" y="124870"/>
                    <a:pt x="1028731" y="124870"/>
                    <a:pt x="1030679" y="124220"/>
                  </a:cubicBezTo>
                  <a:close/>
                  <a:moveTo>
                    <a:pt x="1039123" y="119667"/>
                  </a:moveTo>
                  <a:lnTo>
                    <a:pt x="1044319" y="119667"/>
                  </a:lnTo>
                  <a:lnTo>
                    <a:pt x="1039123" y="121401"/>
                  </a:lnTo>
                  <a:close/>
                  <a:moveTo>
                    <a:pt x="1309680" y="119026"/>
                  </a:moveTo>
                  <a:cubicBezTo>
                    <a:pt x="1314820" y="119026"/>
                    <a:pt x="1314820" y="119026"/>
                    <a:pt x="1314820" y="119026"/>
                  </a:cubicBezTo>
                  <a:cubicBezTo>
                    <a:pt x="1319795" y="119026"/>
                    <a:pt x="1324936" y="124146"/>
                    <a:pt x="1324936" y="124146"/>
                  </a:cubicBezTo>
                  <a:cubicBezTo>
                    <a:pt x="1330242" y="124146"/>
                    <a:pt x="1330242" y="124146"/>
                    <a:pt x="1330242" y="124146"/>
                  </a:cubicBezTo>
                  <a:lnTo>
                    <a:pt x="1335383" y="124146"/>
                  </a:lnTo>
                  <a:cubicBezTo>
                    <a:pt x="1335383" y="129266"/>
                    <a:pt x="1335383" y="129266"/>
                    <a:pt x="1335383" y="134386"/>
                  </a:cubicBezTo>
                  <a:cubicBezTo>
                    <a:pt x="1335383" y="134386"/>
                    <a:pt x="1335383" y="134386"/>
                    <a:pt x="1330242" y="134386"/>
                  </a:cubicBezTo>
                  <a:cubicBezTo>
                    <a:pt x="1330242" y="129266"/>
                    <a:pt x="1324936" y="129266"/>
                    <a:pt x="1319795" y="129266"/>
                  </a:cubicBezTo>
                  <a:cubicBezTo>
                    <a:pt x="1319795" y="124146"/>
                    <a:pt x="1314820" y="124146"/>
                    <a:pt x="1309680" y="119026"/>
                  </a:cubicBezTo>
                  <a:close/>
                  <a:moveTo>
                    <a:pt x="800521" y="119026"/>
                  </a:moveTo>
                  <a:cubicBezTo>
                    <a:pt x="800521" y="119026"/>
                    <a:pt x="800521" y="119026"/>
                    <a:pt x="800521" y="124230"/>
                  </a:cubicBezTo>
                  <a:cubicBezTo>
                    <a:pt x="805711" y="124230"/>
                    <a:pt x="805711" y="124230"/>
                    <a:pt x="805711" y="124230"/>
                  </a:cubicBezTo>
                  <a:lnTo>
                    <a:pt x="810733" y="124230"/>
                  </a:lnTo>
                  <a:cubicBezTo>
                    <a:pt x="810733" y="124230"/>
                    <a:pt x="810733" y="124230"/>
                    <a:pt x="816090" y="124230"/>
                  </a:cubicBezTo>
                  <a:cubicBezTo>
                    <a:pt x="816090" y="124230"/>
                    <a:pt x="816090" y="124230"/>
                    <a:pt x="821280" y="124230"/>
                  </a:cubicBezTo>
                  <a:cubicBezTo>
                    <a:pt x="821280" y="124230"/>
                    <a:pt x="826470" y="124230"/>
                    <a:pt x="826470" y="119026"/>
                  </a:cubicBezTo>
                  <a:cubicBezTo>
                    <a:pt x="831659" y="119026"/>
                    <a:pt x="831659" y="119026"/>
                    <a:pt x="836849" y="119026"/>
                  </a:cubicBezTo>
                  <a:cubicBezTo>
                    <a:pt x="836849" y="119026"/>
                    <a:pt x="836849" y="119026"/>
                    <a:pt x="842038" y="119026"/>
                  </a:cubicBezTo>
                  <a:lnTo>
                    <a:pt x="842038" y="124230"/>
                  </a:lnTo>
                  <a:lnTo>
                    <a:pt x="842038" y="129433"/>
                  </a:lnTo>
                  <a:cubicBezTo>
                    <a:pt x="842038" y="129433"/>
                    <a:pt x="842038" y="129433"/>
                    <a:pt x="847061" y="129433"/>
                  </a:cubicBezTo>
                  <a:cubicBezTo>
                    <a:pt x="847061" y="129433"/>
                    <a:pt x="847061" y="129433"/>
                    <a:pt x="852417" y="129433"/>
                  </a:cubicBezTo>
                  <a:cubicBezTo>
                    <a:pt x="852417" y="129433"/>
                    <a:pt x="852417" y="129433"/>
                    <a:pt x="857607" y="134637"/>
                  </a:cubicBezTo>
                  <a:cubicBezTo>
                    <a:pt x="857607" y="134637"/>
                    <a:pt x="857607" y="134637"/>
                    <a:pt x="862797" y="134637"/>
                  </a:cubicBezTo>
                  <a:cubicBezTo>
                    <a:pt x="862797" y="134637"/>
                    <a:pt x="862797" y="134637"/>
                    <a:pt x="867818" y="139840"/>
                  </a:cubicBezTo>
                  <a:cubicBezTo>
                    <a:pt x="867818" y="139840"/>
                    <a:pt x="867818" y="139840"/>
                    <a:pt x="873175" y="139840"/>
                  </a:cubicBezTo>
                  <a:cubicBezTo>
                    <a:pt x="873175" y="145044"/>
                    <a:pt x="873175" y="145044"/>
                    <a:pt x="878365" y="145044"/>
                  </a:cubicBezTo>
                  <a:lnTo>
                    <a:pt x="883555" y="139840"/>
                  </a:lnTo>
                  <a:lnTo>
                    <a:pt x="888577" y="134637"/>
                  </a:lnTo>
                  <a:cubicBezTo>
                    <a:pt x="888577" y="134637"/>
                    <a:pt x="888577" y="134637"/>
                    <a:pt x="893934" y="134637"/>
                  </a:cubicBezTo>
                  <a:cubicBezTo>
                    <a:pt x="893934" y="134637"/>
                    <a:pt x="893934" y="134637"/>
                    <a:pt x="893934" y="139840"/>
                  </a:cubicBezTo>
                  <a:lnTo>
                    <a:pt x="899124" y="139840"/>
                  </a:lnTo>
                  <a:cubicBezTo>
                    <a:pt x="893934" y="139840"/>
                    <a:pt x="893934" y="145044"/>
                    <a:pt x="893934" y="145044"/>
                  </a:cubicBezTo>
                  <a:cubicBezTo>
                    <a:pt x="893934" y="145044"/>
                    <a:pt x="893934" y="145044"/>
                    <a:pt x="899124" y="145044"/>
                  </a:cubicBezTo>
                  <a:cubicBezTo>
                    <a:pt x="893934" y="150248"/>
                    <a:pt x="893934" y="150248"/>
                    <a:pt x="893934" y="150248"/>
                  </a:cubicBezTo>
                  <a:cubicBezTo>
                    <a:pt x="893934" y="155451"/>
                    <a:pt x="899124" y="155451"/>
                    <a:pt x="904313" y="155451"/>
                  </a:cubicBezTo>
                  <a:cubicBezTo>
                    <a:pt x="904313" y="160655"/>
                    <a:pt x="904313" y="160655"/>
                    <a:pt x="909335" y="160655"/>
                  </a:cubicBezTo>
                  <a:lnTo>
                    <a:pt x="914692" y="160655"/>
                  </a:lnTo>
                  <a:cubicBezTo>
                    <a:pt x="914692" y="165858"/>
                    <a:pt x="919882" y="165858"/>
                    <a:pt x="919882" y="165858"/>
                  </a:cubicBezTo>
                  <a:cubicBezTo>
                    <a:pt x="919882" y="165858"/>
                    <a:pt x="919882" y="165858"/>
                    <a:pt x="925071" y="165858"/>
                  </a:cubicBezTo>
                  <a:cubicBezTo>
                    <a:pt x="930093" y="165858"/>
                    <a:pt x="930093" y="165858"/>
                    <a:pt x="930093" y="165858"/>
                  </a:cubicBezTo>
                  <a:cubicBezTo>
                    <a:pt x="930093" y="165858"/>
                    <a:pt x="930093" y="165858"/>
                    <a:pt x="935451" y="165858"/>
                  </a:cubicBezTo>
                  <a:cubicBezTo>
                    <a:pt x="940640" y="165858"/>
                    <a:pt x="940640" y="165858"/>
                    <a:pt x="940640" y="165858"/>
                  </a:cubicBezTo>
                  <a:lnTo>
                    <a:pt x="945830" y="171062"/>
                  </a:lnTo>
                  <a:cubicBezTo>
                    <a:pt x="945830" y="171062"/>
                    <a:pt x="950852" y="171062"/>
                    <a:pt x="950852" y="176266"/>
                  </a:cubicBezTo>
                  <a:cubicBezTo>
                    <a:pt x="950852" y="176266"/>
                    <a:pt x="950852" y="176266"/>
                    <a:pt x="956209" y="176266"/>
                  </a:cubicBezTo>
                  <a:cubicBezTo>
                    <a:pt x="961398" y="176266"/>
                    <a:pt x="961398" y="176266"/>
                    <a:pt x="961398" y="181469"/>
                  </a:cubicBezTo>
                  <a:cubicBezTo>
                    <a:pt x="961398" y="181469"/>
                    <a:pt x="961398" y="181469"/>
                    <a:pt x="950852" y="181469"/>
                  </a:cubicBezTo>
                  <a:lnTo>
                    <a:pt x="950852" y="186673"/>
                  </a:lnTo>
                  <a:cubicBezTo>
                    <a:pt x="950852" y="181469"/>
                    <a:pt x="945830" y="176266"/>
                    <a:pt x="945830" y="176266"/>
                  </a:cubicBezTo>
                  <a:cubicBezTo>
                    <a:pt x="945830" y="176266"/>
                    <a:pt x="940640" y="176266"/>
                    <a:pt x="935451" y="176266"/>
                  </a:cubicBezTo>
                  <a:cubicBezTo>
                    <a:pt x="935451" y="176266"/>
                    <a:pt x="935451" y="176266"/>
                    <a:pt x="935451" y="171062"/>
                  </a:cubicBezTo>
                  <a:cubicBezTo>
                    <a:pt x="935451" y="171062"/>
                    <a:pt x="935451" y="171062"/>
                    <a:pt x="930093" y="176266"/>
                  </a:cubicBezTo>
                  <a:lnTo>
                    <a:pt x="925071" y="176266"/>
                  </a:lnTo>
                  <a:cubicBezTo>
                    <a:pt x="925071" y="171062"/>
                    <a:pt x="919882" y="171062"/>
                    <a:pt x="919882" y="171062"/>
                  </a:cubicBezTo>
                  <a:cubicBezTo>
                    <a:pt x="919882" y="171062"/>
                    <a:pt x="919882" y="171062"/>
                    <a:pt x="914692" y="171062"/>
                  </a:cubicBezTo>
                  <a:cubicBezTo>
                    <a:pt x="909335" y="171062"/>
                    <a:pt x="904313" y="176266"/>
                    <a:pt x="904313" y="176266"/>
                  </a:cubicBezTo>
                  <a:cubicBezTo>
                    <a:pt x="904313" y="176266"/>
                    <a:pt x="904313" y="176266"/>
                    <a:pt x="899124" y="186673"/>
                  </a:cubicBezTo>
                  <a:cubicBezTo>
                    <a:pt x="899124" y="186673"/>
                    <a:pt x="899124" y="186673"/>
                    <a:pt x="904313" y="186673"/>
                  </a:cubicBezTo>
                  <a:lnTo>
                    <a:pt x="909335" y="186673"/>
                  </a:lnTo>
                  <a:cubicBezTo>
                    <a:pt x="909335" y="191876"/>
                    <a:pt x="914692" y="191876"/>
                    <a:pt x="914692" y="197080"/>
                  </a:cubicBezTo>
                  <a:cubicBezTo>
                    <a:pt x="914692" y="197080"/>
                    <a:pt x="919882" y="197080"/>
                    <a:pt x="919882" y="202284"/>
                  </a:cubicBezTo>
                  <a:cubicBezTo>
                    <a:pt x="925071" y="202284"/>
                    <a:pt x="925071" y="202284"/>
                    <a:pt x="925071" y="202284"/>
                  </a:cubicBezTo>
                  <a:lnTo>
                    <a:pt x="930093" y="202284"/>
                  </a:lnTo>
                  <a:lnTo>
                    <a:pt x="935451" y="207487"/>
                  </a:lnTo>
                  <a:cubicBezTo>
                    <a:pt x="935451" y="207487"/>
                    <a:pt x="935451" y="207487"/>
                    <a:pt x="940640" y="207487"/>
                  </a:cubicBezTo>
                  <a:lnTo>
                    <a:pt x="940640" y="212523"/>
                  </a:lnTo>
                  <a:cubicBezTo>
                    <a:pt x="935451" y="212523"/>
                    <a:pt x="935451" y="212523"/>
                    <a:pt x="935451" y="212523"/>
                  </a:cubicBezTo>
                  <a:cubicBezTo>
                    <a:pt x="930093" y="212523"/>
                    <a:pt x="930093" y="217894"/>
                    <a:pt x="930093" y="217894"/>
                  </a:cubicBezTo>
                  <a:cubicBezTo>
                    <a:pt x="930093" y="223098"/>
                    <a:pt x="930093" y="223098"/>
                    <a:pt x="930093" y="223098"/>
                  </a:cubicBezTo>
                  <a:cubicBezTo>
                    <a:pt x="925071" y="223098"/>
                    <a:pt x="925071" y="223098"/>
                    <a:pt x="925071" y="223098"/>
                  </a:cubicBezTo>
                  <a:cubicBezTo>
                    <a:pt x="919882" y="223098"/>
                    <a:pt x="919882" y="223098"/>
                    <a:pt x="914692" y="223098"/>
                  </a:cubicBezTo>
                  <a:cubicBezTo>
                    <a:pt x="909335" y="223098"/>
                    <a:pt x="909335" y="223098"/>
                    <a:pt x="909335" y="223098"/>
                  </a:cubicBezTo>
                  <a:cubicBezTo>
                    <a:pt x="909335" y="223098"/>
                    <a:pt x="909335" y="223098"/>
                    <a:pt x="909335" y="217894"/>
                  </a:cubicBezTo>
                  <a:lnTo>
                    <a:pt x="904313" y="217894"/>
                  </a:lnTo>
                  <a:cubicBezTo>
                    <a:pt x="904313" y="217894"/>
                    <a:pt x="899124" y="212523"/>
                    <a:pt x="893934" y="212523"/>
                  </a:cubicBezTo>
                  <a:cubicBezTo>
                    <a:pt x="893934" y="212523"/>
                    <a:pt x="888577" y="212523"/>
                    <a:pt x="888577" y="217894"/>
                  </a:cubicBezTo>
                  <a:cubicBezTo>
                    <a:pt x="888577" y="212523"/>
                    <a:pt x="883555" y="212523"/>
                    <a:pt x="883555" y="212523"/>
                  </a:cubicBezTo>
                  <a:cubicBezTo>
                    <a:pt x="883555" y="212523"/>
                    <a:pt x="883555" y="212523"/>
                    <a:pt x="893934" y="207487"/>
                  </a:cubicBezTo>
                  <a:cubicBezTo>
                    <a:pt x="893934" y="207487"/>
                    <a:pt x="893934" y="207487"/>
                    <a:pt x="873175" y="207487"/>
                  </a:cubicBezTo>
                  <a:cubicBezTo>
                    <a:pt x="873175" y="202284"/>
                    <a:pt x="873175" y="202284"/>
                    <a:pt x="867818" y="202284"/>
                  </a:cubicBezTo>
                  <a:cubicBezTo>
                    <a:pt x="867818" y="197080"/>
                    <a:pt x="867818" y="197080"/>
                    <a:pt x="862797" y="197080"/>
                  </a:cubicBezTo>
                  <a:cubicBezTo>
                    <a:pt x="862797" y="197080"/>
                    <a:pt x="862797" y="197080"/>
                    <a:pt x="862797" y="186673"/>
                  </a:cubicBezTo>
                  <a:cubicBezTo>
                    <a:pt x="862797" y="186673"/>
                    <a:pt x="857607" y="186673"/>
                    <a:pt x="857607" y="181469"/>
                  </a:cubicBezTo>
                  <a:cubicBezTo>
                    <a:pt x="862797" y="181469"/>
                    <a:pt x="867818" y="176266"/>
                    <a:pt x="873175" y="176266"/>
                  </a:cubicBezTo>
                  <a:cubicBezTo>
                    <a:pt x="873175" y="176266"/>
                    <a:pt x="873175" y="176266"/>
                    <a:pt x="873175" y="165858"/>
                  </a:cubicBezTo>
                  <a:lnTo>
                    <a:pt x="867818" y="160655"/>
                  </a:lnTo>
                  <a:cubicBezTo>
                    <a:pt x="867818" y="155451"/>
                    <a:pt x="867818" y="155451"/>
                    <a:pt x="862797" y="155451"/>
                  </a:cubicBezTo>
                  <a:cubicBezTo>
                    <a:pt x="857607" y="155451"/>
                    <a:pt x="857607" y="155451"/>
                    <a:pt x="857607" y="155451"/>
                  </a:cubicBezTo>
                  <a:cubicBezTo>
                    <a:pt x="857607" y="150248"/>
                    <a:pt x="857607" y="150248"/>
                    <a:pt x="852417" y="150248"/>
                  </a:cubicBezTo>
                  <a:lnTo>
                    <a:pt x="847061" y="150248"/>
                  </a:lnTo>
                  <a:cubicBezTo>
                    <a:pt x="847061" y="150248"/>
                    <a:pt x="847061" y="150248"/>
                    <a:pt x="847061" y="145044"/>
                  </a:cubicBezTo>
                  <a:cubicBezTo>
                    <a:pt x="847061" y="145044"/>
                    <a:pt x="847061" y="145044"/>
                    <a:pt x="842038" y="150248"/>
                  </a:cubicBezTo>
                  <a:cubicBezTo>
                    <a:pt x="842038" y="150248"/>
                    <a:pt x="842038" y="150248"/>
                    <a:pt x="836849" y="150248"/>
                  </a:cubicBezTo>
                  <a:cubicBezTo>
                    <a:pt x="836849" y="145044"/>
                    <a:pt x="836849" y="145044"/>
                    <a:pt x="836849" y="145044"/>
                  </a:cubicBezTo>
                  <a:cubicBezTo>
                    <a:pt x="831659" y="145044"/>
                    <a:pt x="831659" y="145044"/>
                    <a:pt x="831659" y="145044"/>
                  </a:cubicBezTo>
                  <a:cubicBezTo>
                    <a:pt x="831659" y="145044"/>
                    <a:pt x="831659" y="145044"/>
                    <a:pt x="831659" y="134637"/>
                  </a:cubicBezTo>
                  <a:cubicBezTo>
                    <a:pt x="831659" y="134637"/>
                    <a:pt x="831659" y="134637"/>
                    <a:pt x="826470" y="139840"/>
                  </a:cubicBezTo>
                  <a:cubicBezTo>
                    <a:pt x="821280" y="134637"/>
                    <a:pt x="821280" y="134637"/>
                    <a:pt x="816090" y="134637"/>
                  </a:cubicBezTo>
                  <a:cubicBezTo>
                    <a:pt x="816090" y="134637"/>
                    <a:pt x="816090" y="134637"/>
                    <a:pt x="816090" y="129433"/>
                  </a:cubicBezTo>
                  <a:cubicBezTo>
                    <a:pt x="810733" y="129433"/>
                    <a:pt x="810733" y="129433"/>
                    <a:pt x="810733" y="129433"/>
                  </a:cubicBezTo>
                  <a:cubicBezTo>
                    <a:pt x="805711" y="129433"/>
                    <a:pt x="805711" y="134637"/>
                    <a:pt x="805711" y="134637"/>
                  </a:cubicBezTo>
                  <a:cubicBezTo>
                    <a:pt x="805711" y="134637"/>
                    <a:pt x="805711" y="134637"/>
                    <a:pt x="800521" y="139840"/>
                  </a:cubicBezTo>
                  <a:cubicBezTo>
                    <a:pt x="800521" y="139840"/>
                    <a:pt x="800521" y="139840"/>
                    <a:pt x="795332" y="139840"/>
                  </a:cubicBezTo>
                  <a:cubicBezTo>
                    <a:pt x="795332" y="139840"/>
                    <a:pt x="795332" y="139840"/>
                    <a:pt x="790143" y="139840"/>
                  </a:cubicBezTo>
                  <a:cubicBezTo>
                    <a:pt x="790143" y="139840"/>
                    <a:pt x="790143" y="134637"/>
                    <a:pt x="784953" y="134637"/>
                  </a:cubicBezTo>
                  <a:lnTo>
                    <a:pt x="779763" y="134637"/>
                  </a:lnTo>
                  <a:lnTo>
                    <a:pt x="774574" y="129433"/>
                  </a:lnTo>
                  <a:cubicBezTo>
                    <a:pt x="774574" y="129433"/>
                    <a:pt x="774574" y="129433"/>
                    <a:pt x="795332" y="124230"/>
                  </a:cubicBezTo>
                  <a:cubicBezTo>
                    <a:pt x="795332" y="119026"/>
                    <a:pt x="800521" y="119026"/>
                    <a:pt x="800521" y="119026"/>
                  </a:cubicBezTo>
                  <a:close/>
                  <a:moveTo>
                    <a:pt x="2041717" y="108676"/>
                  </a:moveTo>
                  <a:cubicBezTo>
                    <a:pt x="2046971" y="108676"/>
                    <a:pt x="2046971" y="108676"/>
                    <a:pt x="2046971" y="108676"/>
                  </a:cubicBezTo>
                  <a:lnTo>
                    <a:pt x="2046971" y="113810"/>
                  </a:lnTo>
                  <a:lnTo>
                    <a:pt x="2046971" y="118943"/>
                  </a:lnTo>
                  <a:cubicBezTo>
                    <a:pt x="2052055" y="124077"/>
                    <a:pt x="2052055" y="129210"/>
                    <a:pt x="2057479" y="129210"/>
                  </a:cubicBezTo>
                  <a:cubicBezTo>
                    <a:pt x="2052055" y="129210"/>
                    <a:pt x="2052055" y="129210"/>
                    <a:pt x="2046971" y="129210"/>
                  </a:cubicBezTo>
                  <a:cubicBezTo>
                    <a:pt x="2046971" y="129210"/>
                    <a:pt x="2046971" y="129210"/>
                    <a:pt x="2041717" y="129210"/>
                  </a:cubicBezTo>
                  <a:lnTo>
                    <a:pt x="2041717" y="124077"/>
                  </a:lnTo>
                  <a:cubicBezTo>
                    <a:pt x="2036463" y="118943"/>
                    <a:pt x="2036463" y="118943"/>
                    <a:pt x="2031040" y="118943"/>
                  </a:cubicBezTo>
                  <a:cubicBezTo>
                    <a:pt x="2036463" y="118943"/>
                    <a:pt x="2036463" y="113810"/>
                    <a:pt x="2036463" y="113810"/>
                  </a:cubicBezTo>
                  <a:close/>
                  <a:moveTo>
                    <a:pt x="467909" y="108676"/>
                  </a:moveTo>
                  <a:lnTo>
                    <a:pt x="473103" y="108676"/>
                  </a:lnTo>
                  <a:cubicBezTo>
                    <a:pt x="473103" y="108676"/>
                    <a:pt x="473103" y="108676"/>
                    <a:pt x="478465" y="108676"/>
                  </a:cubicBezTo>
                  <a:lnTo>
                    <a:pt x="478465" y="113833"/>
                  </a:lnTo>
                  <a:cubicBezTo>
                    <a:pt x="478465" y="113833"/>
                    <a:pt x="478465" y="113833"/>
                    <a:pt x="478465" y="118989"/>
                  </a:cubicBezTo>
                  <a:cubicBezTo>
                    <a:pt x="478465" y="118989"/>
                    <a:pt x="478465" y="118989"/>
                    <a:pt x="483491" y="118989"/>
                  </a:cubicBezTo>
                  <a:lnTo>
                    <a:pt x="488686" y="118989"/>
                  </a:lnTo>
                  <a:cubicBezTo>
                    <a:pt x="488686" y="113833"/>
                    <a:pt x="488686" y="113833"/>
                    <a:pt x="493880" y="113833"/>
                  </a:cubicBezTo>
                  <a:cubicBezTo>
                    <a:pt x="493880" y="113833"/>
                    <a:pt x="493880" y="113833"/>
                    <a:pt x="499241" y="113833"/>
                  </a:cubicBezTo>
                  <a:cubicBezTo>
                    <a:pt x="499241" y="113833"/>
                    <a:pt x="499241" y="113833"/>
                    <a:pt x="504268" y="113833"/>
                  </a:cubicBezTo>
                  <a:lnTo>
                    <a:pt x="504268" y="118989"/>
                  </a:lnTo>
                  <a:lnTo>
                    <a:pt x="504268" y="124146"/>
                  </a:lnTo>
                  <a:cubicBezTo>
                    <a:pt x="509462" y="124146"/>
                    <a:pt x="509462" y="118989"/>
                    <a:pt x="509462" y="118989"/>
                  </a:cubicBezTo>
                  <a:cubicBezTo>
                    <a:pt x="514656" y="118989"/>
                    <a:pt x="514656" y="118989"/>
                    <a:pt x="514656" y="118989"/>
                  </a:cubicBezTo>
                  <a:cubicBezTo>
                    <a:pt x="514656" y="118989"/>
                    <a:pt x="514656" y="118989"/>
                    <a:pt x="520018" y="118989"/>
                  </a:cubicBezTo>
                  <a:cubicBezTo>
                    <a:pt x="530238" y="118989"/>
                    <a:pt x="530238" y="118989"/>
                    <a:pt x="530238" y="118989"/>
                  </a:cubicBezTo>
                  <a:cubicBezTo>
                    <a:pt x="535432" y="118989"/>
                    <a:pt x="535432" y="118989"/>
                    <a:pt x="535432" y="118989"/>
                  </a:cubicBezTo>
                  <a:lnTo>
                    <a:pt x="535432" y="124146"/>
                  </a:lnTo>
                  <a:cubicBezTo>
                    <a:pt x="535432" y="129302"/>
                    <a:pt x="540794" y="129302"/>
                    <a:pt x="540794" y="129302"/>
                  </a:cubicBezTo>
                  <a:cubicBezTo>
                    <a:pt x="545820" y="129302"/>
                    <a:pt x="545820" y="129302"/>
                    <a:pt x="551015" y="124146"/>
                  </a:cubicBezTo>
                  <a:cubicBezTo>
                    <a:pt x="551015" y="124146"/>
                    <a:pt x="551015" y="124146"/>
                    <a:pt x="551015" y="118989"/>
                  </a:cubicBezTo>
                  <a:lnTo>
                    <a:pt x="545820" y="118989"/>
                  </a:lnTo>
                  <a:cubicBezTo>
                    <a:pt x="545820" y="113833"/>
                    <a:pt x="545820" y="113833"/>
                    <a:pt x="545820" y="113833"/>
                  </a:cubicBezTo>
                  <a:lnTo>
                    <a:pt x="545820" y="108676"/>
                  </a:lnTo>
                  <a:lnTo>
                    <a:pt x="551015" y="108676"/>
                  </a:lnTo>
                  <a:lnTo>
                    <a:pt x="556209" y="108676"/>
                  </a:lnTo>
                  <a:lnTo>
                    <a:pt x="561403" y="113833"/>
                  </a:lnTo>
                  <a:cubicBezTo>
                    <a:pt x="561403" y="118989"/>
                    <a:pt x="571791" y="129302"/>
                    <a:pt x="571791" y="134459"/>
                  </a:cubicBezTo>
                  <a:cubicBezTo>
                    <a:pt x="576985" y="134459"/>
                    <a:pt x="576985" y="139616"/>
                    <a:pt x="582179" y="139616"/>
                  </a:cubicBezTo>
                  <a:cubicBezTo>
                    <a:pt x="582179" y="139616"/>
                    <a:pt x="582179" y="139616"/>
                    <a:pt x="587373" y="134459"/>
                  </a:cubicBezTo>
                  <a:lnTo>
                    <a:pt x="597761" y="139616"/>
                  </a:lnTo>
                  <a:cubicBezTo>
                    <a:pt x="597761" y="144772"/>
                    <a:pt x="592567" y="144772"/>
                    <a:pt x="587373" y="149929"/>
                  </a:cubicBezTo>
                  <a:lnTo>
                    <a:pt x="582179" y="149929"/>
                  </a:lnTo>
                  <a:cubicBezTo>
                    <a:pt x="571791" y="149929"/>
                    <a:pt x="566597" y="149929"/>
                    <a:pt x="566597" y="149929"/>
                  </a:cubicBezTo>
                  <a:cubicBezTo>
                    <a:pt x="566597" y="144772"/>
                    <a:pt x="561403" y="144772"/>
                    <a:pt x="556209" y="144772"/>
                  </a:cubicBezTo>
                  <a:cubicBezTo>
                    <a:pt x="556209" y="144772"/>
                    <a:pt x="556209" y="144772"/>
                    <a:pt x="556209" y="139616"/>
                  </a:cubicBezTo>
                  <a:cubicBezTo>
                    <a:pt x="556209" y="139616"/>
                    <a:pt x="556209" y="139616"/>
                    <a:pt x="551015" y="144772"/>
                  </a:cubicBezTo>
                  <a:cubicBezTo>
                    <a:pt x="545820" y="144772"/>
                    <a:pt x="545820" y="144772"/>
                    <a:pt x="545820" y="144772"/>
                  </a:cubicBezTo>
                  <a:cubicBezTo>
                    <a:pt x="540794" y="144772"/>
                    <a:pt x="540794" y="144772"/>
                    <a:pt x="540794" y="144772"/>
                  </a:cubicBezTo>
                  <a:cubicBezTo>
                    <a:pt x="535432" y="144772"/>
                    <a:pt x="530238" y="149929"/>
                    <a:pt x="530238" y="149929"/>
                  </a:cubicBezTo>
                  <a:cubicBezTo>
                    <a:pt x="525044" y="149929"/>
                    <a:pt x="525044" y="149929"/>
                    <a:pt x="520018" y="149929"/>
                  </a:cubicBezTo>
                  <a:cubicBezTo>
                    <a:pt x="514656" y="149929"/>
                    <a:pt x="514656" y="155086"/>
                    <a:pt x="509462" y="155086"/>
                  </a:cubicBezTo>
                  <a:cubicBezTo>
                    <a:pt x="504268" y="155086"/>
                    <a:pt x="504268" y="155086"/>
                    <a:pt x="504268" y="155086"/>
                  </a:cubicBezTo>
                  <a:cubicBezTo>
                    <a:pt x="499241" y="155086"/>
                    <a:pt x="499241" y="155086"/>
                    <a:pt x="493880" y="155086"/>
                  </a:cubicBezTo>
                  <a:cubicBezTo>
                    <a:pt x="493880" y="149929"/>
                    <a:pt x="493880" y="149929"/>
                    <a:pt x="493880" y="149929"/>
                  </a:cubicBezTo>
                  <a:cubicBezTo>
                    <a:pt x="488686" y="149929"/>
                    <a:pt x="488686" y="144772"/>
                    <a:pt x="483491" y="144772"/>
                  </a:cubicBezTo>
                  <a:lnTo>
                    <a:pt x="478465" y="144772"/>
                  </a:lnTo>
                  <a:cubicBezTo>
                    <a:pt x="478465" y="144772"/>
                    <a:pt x="473103" y="144772"/>
                    <a:pt x="467909" y="144772"/>
                  </a:cubicBezTo>
                  <a:cubicBezTo>
                    <a:pt x="473103" y="144772"/>
                    <a:pt x="478465" y="139616"/>
                    <a:pt x="483491" y="139616"/>
                  </a:cubicBezTo>
                  <a:cubicBezTo>
                    <a:pt x="488686" y="139616"/>
                    <a:pt x="488686" y="139616"/>
                    <a:pt x="488686" y="144772"/>
                  </a:cubicBezTo>
                  <a:cubicBezTo>
                    <a:pt x="493880" y="144772"/>
                    <a:pt x="493880" y="144772"/>
                    <a:pt x="499241" y="144772"/>
                  </a:cubicBezTo>
                  <a:cubicBezTo>
                    <a:pt x="499241" y="144772"/>
                    <a:pt x="504268" y="144772"/>
                    <a:pt x="504268" y="139616"/>
                  </a:cubicBezTo>
                  <a:cubicBezTo>
                    <a:pt x="509462" y="139616"/>
                    <a:pt x="509462" y="139616"/>
                    <a:pt x="509462" y="134459"/>
                  </a:cubicBezTo>
                  <a:lnTo>
                    <a:pt x="509462" y="129302"/>
                  </a:lnTo>
                  <a:cubicBezTo>
                    <a:pt x="504268" y="129302"/>
                    <a:pt x="504268" y="129302"/>
                    <a:pt x="504268" y="129302"/>
                  </a:cubicBezTo>
                  <a:cubicBezTo>
                    <a:pt x="504268" y="129302"/>
                    <a:pt x="499241" y="129302"/>
                    <a:pt x="493880" y="129302"/>
                  </a:cubicBezTo>
                  <a:cubicBezTo>
                    <a:pt x="488686" y="129302"/>
                    <a:pt x="483491" y="129302"/>
                    <a:pt x="483491" y="129302"/>
                  </a:cubicBezTo>
                  <a:cubicBezTo>
                    <a:pt x="483491" y="129302"/>
                    <a:pt x="478465" y="129302"/>
                    <a:pt x="473103" y="129302"/>
                  </a:cubicBezTo>
                  <a:cubicBezTo>
                    <a:pt x="467909" y="129302"/>
                    <a:pt x="462715" y="129302"/>
                    <a:pt x="462715" y="129302"/>
                  </a:cubicBezTo>
                  <a:lnTo>
                    <a:pt x="457689" y="129302"/>
                  </a:lnTo>
                  <a:lnTo>
                    <a:pt x="452327" y="129302"/>
                  </a:lnTo>
                  <a:cubicBezTo>
                    <a:pt x="457689" y="129302"/>
                    <a:pt x="457689" y="124146"/>
                    <a:pt x="457689" y="118989"/>
                  </a:cubicBezTo>
                  <a:lnTo>
                    <a:pt x="452327" y="118989"/>
                  </a:lnTo>
                  <a:lnTo>
                    <a:pt x="452327" y="113833"/>
                  </a:lnTo>
                  <a:cubicBezTo>
                    <a:pt x="457689" y="113833"/>
                    <a:pt x="457689" y="113833"/>
                    <a:pt x="457689" y="113833"/>
                  </a:cubicBezTo>
                  <a:cubicBezTo>
                    <a:pt x="462715" y="113833"/>
                    <a:pt x="462715" y="113833"/>
                    <a:pt x="462715" y="113833"/>
                  </a:cubicBezTo>
                  <a:cubicBezTo>
                    <a:pt x="462715" y="113833"/>
                    <a:pt x="462715" y="113833"/>
                    <a:pt x="467909" y="108676"/>
                  </a:cubicBezTo>
                  <a:close/>
                  <a:moveTo>
                    <a:pt x="800441" y="103501"/>
                  </a:moveTo>
                  <a:cubicBezTo>
                    <a:pt x="805615" y="103501"/>
                    <a:pt x="805615" y="103501"/>
                    <a:pt x="810621" y="103501"/>
                  </a:cubicBezTo>
                  <a:cubicBezTo>
                    <a:pt x="805615" y="103501"/>
                    <a:pt x="805615" y="108514"/>
                    <a:pt x="805615" y="108514"/>
                  </a:cubicBezTo>
                  <a:close/>
                  <a:moveTo>
                    <a:pt x="779622" y="103501"/>
                  </a:moveTo>
                  <a:cubicBezTo>
                    <a:pt x="784776" y="103501"/>
                    <a:pt x="789929" y="108648"/>
                    <a:pt x="789929" y="113796"/>
                  </a:cubicBezTo>
                  <a:cubicBezTo>
                    <a:pt x="789929" y="113796"/>
                    <a:pt x="789929" y="113796"/>
                    <a:pt x="764164" y="134385"/>
                  </a:cubicBezTo>
                  <a:lnTo>
                    <a:pt x="759011" y="134385"/>
                  </a:lnTo>
                  <a:cubicBezTo>
                    <a:pt x="759011" y="134385"/>
                    <a:pt x="759011" y="134385"/>
                    <a:pt x="759011" y="129238"/>
                  </a:cubicBezTo>
                  <a:cubicBezTo>
                    <a:pt x="759011" y="124090"/>
                    <a:pt x="759011" y="124090"/>
                    <a:pt x="759011" y="118943"/>
                  </a:cubicBezTo>
                  <a:cubicBezTo>
                    <a:pt x="759011" y="118943"/>
                    <a:pt x="759011" y="118943"/>
                    <a:pt x="753858" y="118943"/>
                  </a:cubicBezTo>
                  <a:lnTo>
                    <a:pt x="748705" y="118943"/>
                  </a:lnTo>
                  <a:cubicBezTo>
                    <a:pt x="748705" y="113796"/>
                    <a:pt x="748705" y="113796"/>
                    <a:pt x="748705" y="113796"/>
                  </a:cubicBezTo>
                  <a:cubicBezTo>
                    <a:pt x="748705" y="113796"/>
                    <a:pt x="753858" y="108648"/>
                    <a:pt x="759011" y="108648"/>
                  </a:cubicBezTo>
                  <a:lnTo>
                    <a:pt x="764164" y="108648"/>
                  </a:lnTo>
                  <a:cubicBezTo>
                    <a:pt x="764164" y="108648"/>
                    <a:pt x="764164" y="108648"/>
                    <a:pt x="769316" y="108648"/>
                  </a:cubicBezTo>
                  <a:cubicBezTo>
                    <a:pt x="769316" y="108648"/>
                    <a:pt x="774469" y="103501"/>
                    <a:pt x="779622" y="103501"/>
                  </a:cubicBezTo>
                  <a:close/>
                  <a:moveTo>
                    <a:pt x="732313" y="103501"/>
                  </a:moveTo>
                  <a:lnTo>
                    <a:pt x="737454" y="103501"/>
                  </a:lnTo>
                  <a:cubicBezTo>
                    <a:pt x="737454" y="103501"/>
                    <a:pt x="737454" y="103501"/>
                    <a:pt x="737454" y="108648"/>
                  </a:cubicBezTo>
                  <a:cubicBezTo>
                    <a:pt x="732313" y="108648"/>
                    <a:pt x="732313" y="108648"/>
                    <a:pt x="732313" y="108648"/>
                  </a:cubicBezTo>
                  <a:cubicBezTo>
                    <a:pt x="732313" y="113796"/>
                    <a:pt x="732313" y="113796"/>
                    <a:pt x="732313" y="118943"/>
                  </a:cubicBezTo>
                  <a:cubicBezTo>
                    <a:pt x="737454" y="118943"/>
                    <a:pt x="732313" y="124090"/>
                    <a:pt x="732313" y="124090"/>
                  </a:cubicBezTo>
                  <a:cubicBezTo>
                    <a:pt x="732313" y="129238"/>
                    <a:pt x="732313" y="134385"/>
                    <a:pt x="732313" y="134385"/>
                  </a:cubicBezTo>
                  <a:lnTo>
                    <a:pt x="727173" y="134385"/>
                  </a:lnTo>
                  <a:lnTo>
                    <a:pt x="722032" y="134385"/>
                  </a:lnTo>
                  <a:lnTo>
                    <a:pt x="716892" y="134385"/>
                  </a:lnTo>
                  <a:cubicBezTo>
                    <a:pt x="716892" y="129238"/>
                    <a:pt x="716892" y="129238"/>
                    <a:pt x="711751" y="124090"/>
                  </a:cubicBezTo>
                  <a:cubicBezTo>
                    <a:pt x="711751" y="124090"/>
                    <a:pt x="711751" y="118943"/>
                    <a:pt x="716892" y="118943"/>
                  </a:cubicBezTo>
                  <a:lnTo>
                    <a:pt x="716892" y="113796"/>
                  </a:lnTo>
                  <a:cubicBezTo>
                    <a:pt x="716892" y="113796"/>
                    <a:pt x="716892" y="113796"/>
                    <a:pt x="716892" y="108648"/>
                  </a:cubicBezTo>
                  <a:cubicBezTo>
                    <a:pt x="722032" y="108648"/>
                    <a:pt x="727173" y="108648"/>
                    <a:pt x="732313" y="103501"/>
                  </a:cubicBezTo>
                  <a:close/>
                  <a:moveTo>
                    <a:pt x="670313" y="103501"/>
                  </a:moveTo>
                  <a:cubicBezTo>
                    <a:pt x="670313" y="103501"/>
                    <a:pt x="670313" y="103501"/>
                    <a:pt x="675464" y="103501"/>
                  </a:cubicBezTo>
                  <a:cubicBezTo>
                    <a:pt x="680614" y="103501"/>
                    <a:pt x="680614" y="103501"/>
                    <a:pt x="680614" y="103501"/>
                  </a:cubicBezTo>
                  <a:cubicBezTo>
                    <a:pt x="680614" y="103501"/>
                    <a:pt x="680614" y="103501"/>
                    <a:pt x="685763" y="103501"/>
                  </a:cubicBezTo>
                  <a:cubicBezTo>
                    <a:pt x="690913" y="103501"/>
                    <a:pt x="690913" y="103501"/>
                    <a:pt x="690913" y="103501"/>
                  </a:cubicBezTo>
                  <a:cubicBezTo>
                    <a:pt x="690913" y="103501"/>
                    <a:pt x="685763" y="103501"/>
                    <a:pt x="685763" y="108594"/>
                  </a:cubicBezTo>
                  <a:lnTo>
                    <a:pt x="680614" y="108594"/>
                  </a:lnTo>
                  <a:cubicBezTo>
                    <a:pt x="675464" y="108594"/>
                    <a:pt x="670313" y="103501"/>
                    <a:pt x="670313" y="103501"/>
                  </a:cubicBezTo>
                  <a:close/>
                  <a:moveTo>
                    <a:pt x="660014" y="103501"/>
                  </a:moveTo>
                  <a:cubicBezTo>
                    <a:pt x="665163" y="103501"/>
                    <a:pt x="665163" y="103501"/>
                    <a:pt x="665163" y="103501"/>
                  </a:cubicBezTo>
                  <a:cubicBezTo>
                    <a:pt x="665163" y="108594"/>
                    <a:pt x="665163" y="108594"/>
                    <a:pt x="665163" y="108594"/>
                  </a:cubicBezTo>
                  <a:cubicBezTo>
                    <a:pt x="665163" y="113687"/>
                    <a:pt x="665163" y="113687"/>
                    <a:pt x="665163" y="113687"/>
                  </a:cubicBezTo>
                  <a:cubicBezTo>
                    <a:pt x="660014" y="113687"/>
                    <a:pt x="660014" y="113687"/>
                    <a:pt x="660014" y="113687"/>
                  </a:cubicBezTo>
                  <a:cubicBezTo>
                    <a:pt x="660014" y="113687"/>
                    <a:pt x="660014" y="113687"/>
                    <a:pt x="660014" y="108594"/>
                  </a:cubicBezTo>
                  <a:cubicBezTo>
                    <a:pt x="660014" y="108594"/>
                    <a:pt x="660014" y="108594"/>
                    <a:pt x="660014" y="103501"/>
                  </a:cubicBezTo>
                  <a:close/>
                  <a:moveTo>
                    <a:pt x="618569" y="103501"/>
                  </a:moveTo>
                  <a:cubicBezTo>
                    <a:pt x="618569" y="103501"/>
                    <a:pt x="618569" y="103501"/>
                    <a:pt x="623715" y="103501"/>
                  </a:cubicBezTo>
                  <a:lnTo>
                    <a:pt x="623715" y="108635"/>
                  </a:lnTo>
                  <a:cubicBezTo>
                    <a:pt x="623715" y="113768"/>
                    <a:pt x="628861" y="113768"/>
                    <a:pt x="628861" y="113768"/>
                  </a:cubicBezTo>
                  <a:cubicBezTo>
                    <a:pt x="634007" y="113768"/>
                    <a:pt x="634007" y="113768"/>
                    <a:pt x="634007" y="113768"/>
                  </a:cubicBezTo>
                  <a:cubicBezTo>
                    <a:pt x="639152" y="118902"/>
                    <a:pt x="639152" y="118902"/>
                    <a:pt x="639152" y="118902"/>
                  </a:cubicBezTo>
                  <a:cubicBezTo>
                    <a:pt x="634007" y="118902"/>
                    <a:pt x="634007" y="118902"/>
                    <a:pt x="634007" y="118902"/>
                  </a:cubicBezTo>
                  <a:cubicBezTo>
                    <a:pt x="634007" y="118902"/>
                    <a:pt x="634007" y="118902"/>
                    <a:pt x="623715" y="113768"/>
                  </a:cubicBezTo>
                  <a:cubicBezTo>
                    <a:pt x="623715" y="113768"/>
                    <a:pt x="623715" y="113768"/>
                    <a:pt x="623715" y="124035"/>
                  </a:cubicBezTo>
                  <a:cubicBezTo>
                    <a:pt x="623715" y="118902"/>
                    <a:pt x="618569" y="118902"/>
                    <a:pt x="618569" y="118902"/>
                  </a:cubicBezTo>
                  <a:cubicBezTo>
                    <a:pt x="613423" y="113768"/>
                    <a:pt x="613423" y="113768"/>
                    <a:pt x="613423" y="113768"/>
                  </a:cubicBezTo>
                  <a:cubicBezTo>
                    <a:pt x="613423" y="113768"/>
                    <a:pt x="613423" y="113768"/>
                    <a:pt x="608277" y="113768"/>
                  </a:cubicBezTo>
                  <a:cubicBezTo>
                    <a:pt x="613423" y="113768"/>
                    <a:pt x="618569" y="108635"/>
                    <a:pt x="618569" y="103501"/>
                  </a:cubicBezTo>
                  <a:close/>
                  <a:moveTo>
                    <a:pt x="395667" y="98325"/>
                  </a:moveTo>
                  <a:cubicBezTo>
                    <a:pt x="400699" y="98325"/>
                    <a:pt x="405900" y="98325"/>
                    <a:pt x="411101" y="98325"/>
                  </a:cubicBezTo>
                  <a:cubicBezTo>
                    <a:pt x="416469" y="98325"/>
                    <a:pt x="416469" y="98325"/>
                    <a:pt x="421502" y="98325"/>
                  </a:cubicBezTo>
                  <a:cubicBezTo>
                    <a:pt x="426702" y="103467"/>
                    <a:pt x="426702" y="103467"/>
                    <a:pt x="431903" y="103467"/>
                  </a:cubicBezTo>
                  <a:cubicBezTo>
                    <a:pt x="437271" y="103467"/>
                    <a:pt x="437271" y="103467"/>
                    <a:pt x="437271" y="103467"/>
                  </a:cubicBezTo>
                  <a:cubicBezTo>
                    <a:pt x="442304" y="98325"/>
                    <a:pt x="442304" y="98325"/>
                    <a:pt x="447504" y="98325"/>
                  </a:cubicBezTo>
                  <a:lnTo>
                    <a:pt x="452705" y="98325"/>
                  </a:lnTo>
                  <a:cubicBezTo>
                    <a:pt x="452705" y="103467"/>
                    <a:pt x="458073" y="103467"/>
                    <a:pt x="458073" y="103467"/>
                  </a:cubicBezTo>
                  <a:cubicBezTo>
                    <a:pt x="452705" y="103467"/>
                    <a:pt x="447504" y="103467"/>
                    <a:pt x="447504" y="103467"/>
                  </a:cubicBezTo>
                  <a:cubicBezTo>
                    <a:pt x="442304" y="103467"/>
                    <a:pt x="442304" y="108609"/>
                    <a:pt x="437271" y="108609"/>
                  </a:cubicBezTo>
                  <a:cubicBezTo>
                    <a:pt x="437271" y="108609"/>
                    <a:pt x="437271" y="108609"/>
                    <a:pt x="431903" y="108609"/>
                  </a:cubicBezTo>
                  <a:cubicBezTo>
                    <a:pt x="426702" y="108609"/>
                    <a:pt x="421502" y="108609"/>
                    <a:pt x="421502" y="113750"/>
                  </a:cubicBezTo>
                  <a:lnTo>
                    <a:pt x="421502" y="118892"/>
                  </a:lnTo>
                  <a:cubicBezTo>
                    <a:pt x="416469" y="118892"/>
                    <a:pt x="400699" y="124034"/>
                    <a:pt x="400699" y="124034"/>
                  </a:cubicBezTo>
                  <a:lnTo>
                    <a:pt x="395667" y="124034"/>
                  </a:lnTo>
                  <a:cubicBezTo>
                    <a:pt x="395667" y="118892"/>
                    <a:pt x="390298" y="118892"/>
                    <a:pt x="390298" y="118892"/>
                  </a:cubicBezTo>
                  <a:cubicBezTo>
                    <a:pt x="385098" y="113750"/>
                    <a:pt x="385098" y="113750"/>
                    <a:pt x="385098" y="113750"/>
                  </a:cubicBezTo>
                  <a:cubicBezTo>
                    <a:pt x="390298" y="113750"/>
                    <a:pt x="390298" y="113750"/>
                    <a:pt x="390298" y="113750"/>
                  </a:cubicBezTo>
                  <a:cubicBezTo>
                    <a:pt x="390298" y="108609"/>
                    <a:pt x="390298" y="108609"/>
                    <a:pt x="395667" y="108609"/>
                  </a:cubicBezTo>
                  <a:lnTo>
                    <a:pt x="395667" y="103467"/>
                  </a:lnTo>
                  <a:cubicBezTo>
                    <a:pt x="395667" y="98325"/>
                    <a:pt x="395667" y="98325"/>
                    <a:pt x="395667" y="98325"/>
                  </a:cubicBezTo>
                  <a:close/>
                  <a:moveTo>
                    <a:pt x="2078287" y="82801"/>
                  </a:moveTo>
                  <a:lnTo>
                    <a:pt x="2083433" y="82801"/>
                  </a:lnTo>
                  <a:cubicBezTo>
                    <a:pt x="2088579" y="82801"/>
                    <a:pt x="2088579" y="82801"/>
                    <a:pt x="2088579" y="82801"/>
                  </a:cubicBezTo>
                  <a:lnTo>
                    <a:pt x="2093559" y="82801"/>
                  </a:lnTo>
                  <a:cubicBezTo>
                    <a:pt x="2093559" y="82801"/>
                    <a:pt x="2093559" y="82801"/>
                    <a:pt x="2098871" y="82801"/>
                  </a:cubicBezTo>
                  <a:cubicBezTo>
                    <a:pt x="2093559" y="82801"/>
                    <a:pt x="2093559" y="87921"/>
                    <a:pt x="2093559" y="87921"/>
                  </a:cubicBezTo>
                  <a:cubicBezTo>
                    <a:pt x="2093559" y="87921"/>
                    <a:pt x="2088579" y="82801"/>
                    <a:pt x="2088579" y="87921"/>
                  </a:cubicBezTo>
                  <a:cubicBezTo>
                    <a:pt x="2083433" y="87921"/>
                    <a:pt x="2083433" y="87921"/>
                    <a:pt x="2083433" y="87921"/>
                  </a:cubicBezTo>
                  <a:cubicBezTo>
                    <a:pt x="2078287" y="87921"/>
                    <a:pt x="2078287" y="93041"/>
                    <a:pt x="2078287" y="93041"/>
                  </a:cubicBezTo>
                  <a:cubicBezTo>
                    <a:pt x="2072975" y="93041"/>
                    <a:pt x="2072975" y="93041"/>
                    <a:pt x="2072975" y="98161"/>
                  </a:cubicBezTo>
                  <a:lnTo>
                    <a:pt x="2067995" y="93041"/>
                  </a:lnTo>
                  <a:lnTo>
                    <a:pt x="2072975" y="87921"/>
                  </a:lnTo>
                  <a:cubicBezTo>
                    <a:pt x="2078287" y="87921"/>
                    <a:pt x="2078287" y="87921"/>
                    <a:pt x="2078287" y="82801"/>
                  </a:cubicBezTo>
                  <a:close/>
                  <a:moveTo>
                    <a:pt x="769337" y="82801"/>
                  </a:moveTo>
                  <a:cubicBezTo>
                    <a:pt x="769337" y="82801"/>
                    <a:pt x="769337" y="82801"/>
                    <a:pt x="774490" y="82801"/>
                  </a:cubicBezTo>
                  <a:cubicBezTo>
                    <a:pt x="774490" y="82801"/>
                    <a:pt x="774490" y="82801"/>
                    <a:pt x="779643" y="82801"/>
                  </a:cubicBezTo>
                  <a:cubicBezTo>
                    <a:pt x="784796" y="82801"/>
                    <a:pt x="784796" y="82801"/>
                    <a:pt x="784796" y="82801"/>
                  </a:cubicBezTo>
                  <a:lnTo>
                    <a:pt x="789950" y="82801"/>
                  </a:lnTo>
                  <a:lnTo>
                    <a:pt x="795102" y="82801"/>
                  </a:lnTo>
                  <a:cubicBezTo>
                    <a:pt x="795102" y="82801"/>
                    <a:pt x="795102" y="82801"/>
                    <a:pt x="795102" y="87814"/>
                  </a:cubicBezTo>
                  <a:cubicBezTo>
                    <a:pt x="795102" y="87814"/>
                    <a:pt x="795102" y="87814"/>
                    <a:pt x="789950" y="87814"/>
                  </a:cubicBezTo>
                  <a:cubicBezTo>
                    <a:pt x="784796" y="87814"/>
                    <a:pt x="784796" y="87814"/>
                    <a:pt x="784796" y="87814"/>
                  </a:cubicBezTo>
                  <a:cubicBezTo>
                    <a:pt x="779643" y="87814"/>
                    <a:pt x="779643" y="87814"/>
                    <a:pt x="774490" y="87814"/>
                  </a:cubicBezTo>
                  <a:cubicBezTo>
                    <a:pt x="774490" y="87814"/>
                    <a:pt x="769337" y="87814"/>
                    <a:pt x="769337" y="82801"/>
                  </a:cubicBezTo>
                  <a:close/>
                  <a:moveTo>
                    <a:pt x="764185" y="82801"/>
                  </a:moveTo>
                  <a:cubicBezTo>
                    <a:pt x="764185" y="87814"/>
                    <a:pt x="759031" y="87814"/>
                    <a:pt x="759031" y="87814"/>
                  </a:cubicBezTo>
                  <a:cubicBezTo>
                    <a:pt x="753878" y="87814"/>
                    <a:pt x="753878" y="87814"/>
                    <a:pt x="753878" y="87814"/>
                  </a:cubicBezTo>
                  <a:cubicBezTo>
                    <a:pt x="759031" y="87814"/>
                    <a:pt x="759031" y="82801"/>
                    <a:pt x="764185" y="82801"/>
                  </a:cubicBezTo>
                  <a:close/>
                  <a:moveTo>
                    <a:pt x="727955" y="82801"/>
                  </a:moveTo>
                  <a:cubicBezTo>
                    <a:pt x="727955" y="87814"/>
                    <a:pt x="727955" y="87814"/>
                    <a:pt x="733074" y="87814"/>
                  </a:cubicBezTo>
                  <a:cubicBezTo>
                    <a:pt x="733074" y="87814"/>
                    <a:pt x="727955" y="87814"/>
                    <a:pt x="722836" y="87814"/>
                  </a:cubicBezTo>
                  <a:cubicBezTo>
                    <a:pt x="722836" y="87814"/>
                    <a:pt x="722836" y="87814"/>
                    <a:pt x="727955" y="82801"/>
                  </a:cubicBezTo>
                  <a:close/>
                  <a:moveTo>
                    <a:pt x="2852512" y="77625"/>
                  </a:moveTo>
                  <a:lnTo>
                    <a:pt x="2857733" y="82718"/>
                  </a:lnTo>
                  <a:cubicBezTo>
                    <a:pt x="2857733" y="82718"/>
                    <a:pt x="2857733" y="82718"/>
                    <a:pt x="2852512" y="82718"/>
                  </a:cubicBezTo>
                  <a:close/>
                  <a:moveTo>
                    <a:pt x="2821184" y="77625"/>
                  </a:moveTo>
                  <a:cubicBezTo>
                    <a:pt x="2826406" y="77625"/>
                    <a:pt x="2826406" y="77625"/>
                    <a:pt x="2826406" y="77625"/>
                  </a:cubicBezTo>
                  <a:lnTo>
                    <a:pt x="2831627" y="77625"/>
                  </a:lnTo>
                  <a:cubicBezTo>
                    <a:pt x="2831627" y="77625"/>
                    <a:pt x="2831627" y="77625"/>
                    <a:pt x="2831627" y="82718"/>
                  </a:cubicBezTo>
                  <a:cubicBezTo>
                    <a:pt x="2831627" y="82718"/>
                    <a:pt x="2831627" y="82718"/>
                    <a:pt x="2826406" y="82718"/>
                  </a:cubicBezTo>
                  <a:cubicBezTo>
                    <a:pt x="2821184" y="82718"/>
                    <a:pt x="2821184" y="82718"/>
                    <a:pt x="2821184" y="82718"/>
                  </a:cubicBezTo>
                  <a:lnTo>
                    <a:pt x="2821184" y="87811"/>
                  </a:lnTo>
                  <a:cubicBezTo>
                    <a:pt x="2821184" y="82718"/>
                    <a:pt x="2815963" y="82718"/>
                    <a:pt x="2815963" y="82718"/>
                  </a:cubicBezTo>
                  <a:cubicBezTo>
                    <a:pt x="2821184" y="77625"/>
                    <a:pt x="2821184" y="77625"/>
                    <a:pt x="2821184" y="77625"/>
                  </a:cubicBezTo>
                  <a:close/>
                  <a:moveTo>
                    <a:pt x="685881" y="72451"/>
                  </a:moveTo>
                  <a:cubicBezTo>
                    <a:pt x="691027" y="72451"/>
                    <a:pt x="691027" y="72451"/>
                    <a:pt x="691027" y="77571"/>
                  </a:cubicBezTo>
                  <a:lnTo>
                    <a:pt x="696173" y="77571"/>
                  </a:lnTo>
                  <a:lnTo>
                    <a:pt x="701320" y="77571"/>
                  </a:lnTo>
                  <a:cubicBezTo>
                    <a:pt x="706465" y="77571"/>
                    <a:pt x="706465" y="77571"/>
                    <a:pt x="706465" y="77571"/>
                  </a:cubicBezTo>
                  <a:lnTo>
                    <a:pt x="711611" y="77571"/>
                  </a:lnTo>
                  <a:cubicBezTo>
                    <a:pt x="711611" y="82691"/>
                    <a:pt x="711611" y="82691"/>
                    <a:pt x="716757" y="87811"/>
                  </a:cubicBezTo>
                  <a:cubicBezTo>
                    <a:pt x="711611" y="87811"/>
                    <a:pt x="706465" y="87811"/>
                    <a:pt x="706465" y="87811"/>
                  </a:cubicBezTo>
                  <a:lnTo>
                    <a:pt x="701320" y="87811"/>
                  </a:lnTo>
                  <a:cubicBezTo>
                    <a:pt x="701320" y="87811"/>
                    <a:pt x="701320" y="87811"/>
                    <a:pt x="696173" y="87811"/>
                  </a:cubicBezTo>
                  <a:cubicBezTo>
                    <a:pt x="691027" y="87811"/>
                    <a:pt x="691027" y="82691"/>
                    <a:pt x="691027" y="82691"/>
                  </a:cubicBezTo>
                  <a:cubicBezTo>
                    <a:pt x="691027" y="82691"/>
                    <a:pt x="691027" y="77571"/>
                    <a:pt x="685881" y="72451"/>
                  </a:cubicBezTo>
                  <a:close/>
                  <a:moveTo>
                    <a:pt x="919617" y="67638"/>
                  </a:moveTo>
                  <a:lnTo>
                    <a:pt x="924812" y="67638"/>
                  </a:lnTo>
                  <a:lnTo>
                    <a:pt x="924812" y="72841"/>
                  </a:lnTo>
                  <a:cubicBezTo>
                    <a:pt x="919617" y="72841"/>
                    <a:pt x="919617" y="72841"/>
                    <a:pt x="919617" y="72841"/>
                  </a:cubicBezTo>
                  <a:cubicBezTo>
                    <a:pt x="919617" y="67638"/>
                    <a:pt x="919617" y="67638"/>
                    <a:pt x="919617" y="67638"/>
                  </a:cubicBezTo>
                  <a:close/>
                  <a:moveTo>
                    <a:pt x="904028" y="67638"/>
                  </a:moveTo>
                  <a:lnTo>
                    <a:pt x="914421" y="67638"/>
                  </a:lnTo>
                  <a:cubicBezTo>
                    <a:pt x="909058" y="72841"/>
                    <a:pt x="909058" y="72841"/>
                    <a:pt x="904028" y="72841"/>
                  </a:cubicBezTo>
                  <a:cubicBezTo>
                    <a:pt x="904028" y="67638"/>
                    <a:pt x="904028" y="67638"/>
                    <a:pt x="904028" y="67638"/>
                  </a:cubicBezTo>
                  <a:close/>
                  <a:moveTo>
                    <a:pt x="795269" y="67275"/>
                  </a:moveTo>
                  <a:cubicBezTo>
                    <a:pt x="800360" y="67275"/>
                    <a:pt x="800360" y="67275"/>
                    <a:pt x="800360" y="67275"/>
                  </a:cubicBezTo>
                  <a:cubicBezTo>
                    <a:pt x="805451" y="67275"/>
                    <a:pt x="805451" y="67275"/>
                    <a:pt x="805451" y="67275"/>
                  </a:cubicBezTo>
                  <a:cubicBezTo>
                    <a:pt x="800360" y="72288"/>
                    <a:pt x="800360" y="72288"/>
                    <a:pt x="795269" y="72288"/>
                  </a:cubicBezTo>
                  <a:cubicBezTo>
                    <a:pt x="795269" y="67275"/>
                    <a:pt x="795269" y="67275"/>
                    <a:pt x="795269" y="67275"/>
                  </a:cubicBezTo>
                  <a:close/>
                  <a:moveTo>
                    <a:pt x="2493876" y="62100"/>
                  </a:moveTo>
                  <a:cubicBezTo>
                    <a:pt x="2498905" y="62100"/>
                    <a:pt x="2504102" y="62100"/>
                    <a:pt x="2509299" y="62100"/>
                  </a:cubicBezTo>
                  <a:lnTo>
                    <a:pt x="2509299" y="67296"/>
                  </a:lnTo>
                  <a:cubicBezTo>
                    <a:pt x="2509299" y="67296"/>
                    <a:pt x="2509299" y="72491"/>
                    <a:pt x="2514664" y="72491"/>
                  </a:cubicBezTo>
                  <a:lnTo>
                    <a:pt x="2519693" y="72491"/>
                  </a:lnTo>
                  <a:cubicBezTo>
                    <a:pt x="2519693" y="72491"/>
                    <a:pt x="2519693" y="72491"/>
                    <a:pt x="2524890" y="72491"/>
                  </a:cubicBezTo>
                  <a:cubicBezTo>
                    <a:pt x="2524890" y="72491"/>
                    <a:pt x="2524890" y="72491"/>
                    <a:pt x="2530087" y="72491"/>
                  </a:cubicBezTo>
                  <a:cubicBezTo>
                    <a:pt x="2530087" y="72491"/>
                    <a:pt x="2530087" y="77687"/>
                    <a:pt x="2535452" y="77687"/>
                  </a:cubicBezTo>
                  <a:cubicBezTo>
                    <a:pt x="2540481" y="77687"/>
                    <a:pt x="2540481" y="72491"/>
                    <a:pt x="2545678" y="72491"/>
                  </a:cubicBezTo>
                  <a:cubicBezTo>
                    <a:pt x="2545678" y="72491"/>
                    <a:pt x="2550875" y="72491"/>
                    <a:pt x="2556239" y="72491"/>
                  </a:cubicBezTo>
                  <a:cubicBezTo>
                    <a:pt x="2556239" y="72491"/>
                    <a:pt x="2556239" y="72491"/>
                    <a:pt x="2561269" y="72491"/>
                  </a:cubicBezTo>
                  <a:lnTo>
                    <a:pt x="2566466" y="72491"/>
                  </a:lnTo>
                  <a:lnTo>
                    <a:pt x="2571663" y="72491"/>
                  </a:lnTo>
                  <a:cubicBezTo>
                    <a:pt x="2571663" y="77687"/>
                    <a:pt x="2582057" y="77687"/>
                    <a:pt x="2582057" y="77687"/>
                  </a:cubicBezTo>
                  <a:cubicBezTo>
                    <a:pt x="2582057" y="77687"/>
                    <a:pt x="2587254" y="77687"/>
                    <a:pt x="2587254" y="82882"/>
                  </a:cubicBezTo>
                  <a:cubicBezTo>
                    <a:pt x="2582057" y="82882"/>
                    <a:pt x="2577027" y="88078"/>
                    <a:pt x="2571663" y="88078"/>
                  </a:cubicBezTo>
                  <a:lnTo>
                    <a:pt x="2566466" y="88078"/>
                  </a:lnTo>
                  <a:lnTo>
                    <a:pt x="2561269" y="88078"/>
                  </a:lnTo>
                  <a:cubicBezTo>
                    <a:pt x="2561269" y="88078"/>
                    <a:pt x="2561269" y="93273"/>
                    <a:pt x="2556239" y="93273"/>
                  </a:cubicBezTo>
                  <a:lnTo>
                    <a:pt x="2550875" y="93273"/>
                  </a:lnTo>
                  <a:cubicBezTo>
                    <a:pt x="2545678" y="93273"/>
                    <a:pt x="2545678" y="98469"/>
                    <a:pt x="2540481" y="98469"/>
                  </a:cubicBezTo>
                  <a:lnTo>
                    <a:pt x="2535452" y="98469"/>
                  </a:lnTo>
                  <a:cubicBezTo>
                    <a:pt x="2530087" y="98469"/>
                    <a:pt x="2530087" y="98469"/>
                    <a:pt x="2530087" y="103664"/>
                  </a:cubicBezTo>
                  <a:cubicBezTo>
                    <a:pt x="2524890" y="103664"/>
                    <a:pt x="2524890" y="103664"/>
                    <a:pt x="2524890" y="108860"/>
                  </a:cubicBezTo>
                  <a:cubicBezTo>
                    <a:pt x="2530087" y="108860"/>
                    <a:pt x="2530087" y="108860"/>
                    <a:pt x="2535452" y="108860"/>
                  </a:cubicBezTo>
                  <a:cubicBezTo>
                    <a:pt x="2540481" y="108860"/>
                    <a:pt x="2540481" y="108860"/>
                    <a:pt x="2545678" y="108860"/>
                  </a:cubicBezTo>
                  <a:cubicBezTo>
                    <a:pt x="2550875" y="108860"/>
                    <a:pt x="2556239" y="108860"/>
                    <a:pt x="2556239" y="108860"/>
                  </a:cubicBezTo>
                  <a:lnTo>
                    <a:pt x="2561269" y="108860"/>
                  </a:lnTo>
                  <a:cubicBezTo>
                    <a:pt x="2566466" y="103664"/>
                    <a:pt x="2566466" y="103664"/>
                    <a:pt x="2571663" y="103664"/>
                  </a:cubicBezTo>
                  <a:cubicBezTo>
                    <a:pt x="2571663" y="103664"/>
                    <a:pt x="2571663" y="103664"/>
                    <a:pt x="2577027" y="103664"/>
                  </a:cubicBezTo>
                  <a:lnTo>
                    <a:pt x="2582057" y="103664"/>
                  </a:lnTo>
                  <a:lnTo>
                    <a:pt x="2587254" y="103664"/>
                  </a:lnTo>
                  <a:lnTo>
                    <a:pt x="2587254" y="108860"/>
                  </a:lnTo>
                  <a:cubicBezTo>
                    <a:pt x="2587254" y="114056"/>
                    <a:pt x="2592450" y="114056"/>
                    <a:pt x="2592450" y="114056"/>
                  </a:cubicBezTo>
                  <a:lnTo>
                    <a:pt x="2597815" y="114056"/>
                  </a:lnTo>
                  <a:cubicBezTo>
                    <a:pt x="2597815" y="108860"/>
                    <a:pt x="2597815" y="108860"/>
                    <a:pt x="2597815" y="108860"/>
                  </a:cubicBezTo>
                  <a:cubicBezTo>
                    <a:pt x="2597815" y="108860"/>
                    <a:pt x="2602844" y="108860"/>
                    <a:pt x="2608041" y="108860"/>
                  </a:cubicBezTo>
                  <a:cubicBezTo>
                    <a:pt x="2613238" y="108860"/>
                    <a:pt x="2623632" y="108860"/>
                    <a:pt x="2623632" y="108860"/>
                  </a:cubicBezTo>
                  <a:cubicBezTo>
                    <a:pt x="2628829" y="108860"/>
                    <a:pt x="2628829" y="108860"/>
                    <a:pt x="2634026" y="108860"/>
                  </a:cubicBezTo>
                  <a:cubicBezTo>
                    <a:pt x="2634026" y="108860"/>
                    <a:pt x="2634026" y="108860"/>
                    <a:pt x="2639391" y="108860"/>
                  </a:cubicBezTo>
                  <a:cubicBezTo>
                    <a:pt x="2639391" y="108860"/>
                    <a:pt x="2644420" y="114056"/>
                    <a:pt x="2649617" y="114056"/>
                  </a:cubicBezTo>
                  <a:cubicBezTo>
                    <a:pt x="2654814" y="114056"/>
                    <a:pt x="2654814" y="114056"/>
                    <a:pt x="2660178" y="114056"/>
                  </a:cubicBezTo>
                  <a:lnTo>
                    <a:pt x="2665208" y="114056"/>
                  </a:lnTo>
                  <a:cubicBezTo>
                    <a:pt x="2665208" y="114056"/>
                    <a:pt x="2665208" y="114056"/>
                    <a:pt x="2670405" y="114056"/>
                  </a:cubicBezTo>
                  <a:cubicBezTo>
                    <a:pt x="2675602" y="114056"/>
                    <a:pt x="2675602" y="114056"/>
                    <a:pt x="2680966" y="114056"/>
                  </a:cubicBezTo>
                  <a:lnTo>
                    <a:pt x="2685996" y="114056"/>
                  </a:lnTo>
                  <a:lnTo>
                    <a:pt x="2691192" y="108860"/>
                  </a:lnTo>
                  <a:cubicBezTo>
                    <a:pt x="2691192" y="108860"/>
                    <a:pt x="2691192" y="103664"/>
                    <a:pt x="2696389" y="103664"/>
                  </a:cubicBezTo>
                  <a:cubicBezTo>
                    <a:pt x="2696389" y="103664"/>
                    <a:pt x="2696389" y="103664"/>
                    <a:pt x="2701754" y="103664"/>
                  </a:cubicBezTo>
                  <a:cubicBezTo>
                    <a:pt x="2701754" y="103664"/>
                    <a:pt x="2706783" y="103664"/>
                    <a:pt x="2706783" y="108860"/>
                  </a:cubicBezTo>
                  <a:lnTo>
                    <a:pt x="2706783" y="114056"/>
                  </a:lnTo>
                  <a:cubicBezTo>
                    <a:pt x="2706783" y="119251"/>
                    <a:pt x="2706783" y="124447"/>
                    <a:pt x="2711980" y="124447"/>
                  </a:cubicBezTo>
                  <a:cubicBezTo>
                    <a:pt x="2711980" y="124447"/>
                    <a:pt x="2711980" y="124447"/>
                    <a:pt x="2717177" y="124447"/>
                  </a:cubicBezTo>
                  <a:cubicBezTo>
                    <a:pt x="2717177" y="129642"/>
                    <a:pt x="2717177" y="129642"/>
                    <a:pt x="2717177" y="129642"/>
                  </a:cubicBezTo>
                  <a:cubicBezTo>
                    <a:pt x="2722374" y="129642"/>
                    <a:pt x="2722374" y="129642"/>
                    <a:pt x="2722374" y="124447"/>
                  </a:cubicBezTo>
                  <a:cubicBezTo>
                    <a:pt x="2722374" y="124447"/>
                    <a:pt x="2722374" y="124447"/>
                    <a:pt x="2722374" y="119251"/>
                  </a:cubicBezTo>
                  <a:cubicBezTo>
                    <a:pt x="2727571" y="124447"/>
                    <a:pt x="2727571" y="124447"/>
                    <a:pt x="2727571" y="124447"/>
                  </a:cubicBezTo>
                  <a:cubicBezTo>
                    <a:pt x="2732768" y="124447"/>
                    <a:pt x="2732768" y="124447"/>
                    <a:pt x="2732768" y="124447"/>
                  </a:cubicBezTo>
                  <a:lnTo>
                    <a:pt x="2737965" y="124447"/>
                  </a:lnTo>
                  <a:cubicBezTo>
                    <a:pt x="2737965" y="129642"/>
                    <a:pt x="2743330" y="129642"/>
                    <a:pt x="2743330" y="134838"/>
                  </a:cubicBezTo>
                  <a:cubicBezTo>
                    <a:pt x="2748359" y="134838"/>
                    <a:pt x="2753556" y="140033"/>
                    <a:pt x="2753556" y="140033"/>
                  </a:cubicBezTo>
                  <a:lnTo>
                    <a:pt x="2758753" y="134838"/>
                  </a:lnTo>
                  <a:lnTo>
                    <a:pt x="2774344" y="124447"/>
                  </a:lnTo>
                  <a:lnTo>
                    <a:pt x="2779541" y="129642"/>
                  </a:lnTo>
                  <a:cubicBezTo>
                    <a:pt x="2779541" y="129642"/>
                    <a:pt x="2779541" y="129642"/>
                    <a:pt x="2784738" y="129642"/>
                  </a:cubicBezTo>
                  <a:cubicBezTo>
                    <a:pt x="2784738" y="129642"/>
                    <a:pt x="2784738" y="129642"/>
                    <a:pt x="2789934" y="129642"/>
                  </a:cubicBezTo>
                  <a:cubicBezTo>
                    <a:pt x="2795131" y="129642"/>
                    <a:pt x="2795131" y="129642"/>
                    <a:pt x="2795131" y="129642"/>
                  </a:cubicBezTo>
                  <a:lnTo>
                    <a:pt x="2800328" y="124447"/>
                  </a:lnTo>
                  <a:cubicBezTo>
                    <a:pt x="2805525" y="129642"/>
                    <a:pt x="2810722" y="129642"/>
                    <a:pt x="2810722" y="129642"/>
                  </a:cubicBezTo>
                  <a:cubicBezTo>
                    <a:pt x="2815919" y="129642"/>
                    <a:pt x="2815919" y="134838"/>
                    <a:pt x="2815919" y="134838"/>
                  </a:cubicBezTo>
                  <a:cubicBezTo>
                    <a:pt x="2821116" y="134838"/>
                    <a:pt x="2821116" y="134838"/>
                    <a:pt x="2821116" y="129642"/>
                  </a:cubicBezTo>
                  <a:lnTo>
                    <a:pt x="2826313" y="129642"/>
                  </a:lnTo>
                  <a:lnTo>
                    <a:pt x="2831510" y="129642"/>
                  </a:lnTo>
                  <a:lnTo>
                    <a:pt x="2836707" y="129642"/>
                  </a:lnTo>
                  <a:cubicBezTo>
                    <a:pt x="2836707" y="129642"/>
                    <a:pt x="2841904" y="129642"/>
                    <a:pt x="2841904" y="124447"/>
                  </a:cubicBezTo>
                  <a:cubicBezTo>
                    <a:pt x="2841904" y="124447"/>
                    <a:pt x="2841904" y="124447"/>
                    <a:pt x="2841904" y="119251"/>
                  </a:cubicBezTo>
                  <a:cubicBezTo>
                    <a:pt x="2847101" y="114056"/>
                    <a:pt x="2847101" y="114056"/>
                    <a:pt x="2847101" y="114056"/>
                  </a:cubicBezTo>
                  <a:cubicBezTo>
                    <a:pt x="2847101" y="114056"/>
                    <a:pt x="2857495" y="114056"/>
                    <a:pt x="2862692" y="114056"/>
                  </a:cubicBezTo>
                  <a:lnTo>
                    <a:pt x="2867889" y="114056"/>
                  </a:lnTo>
                  <a:cubicBezTo>
                    <a:pt x="2867889" y="114056"/>
                    <a:pt x="2873086" y="114056"/>
                    <a:pt x="2878283" y="114056"/>
                  </a:cubicBezTo>
                  <a:cubicBezTo>
                    <a:pt x="2878283" y="114056"/>
                    <a:pt x="2883480" y="114056"/>
                    <a:pt x="2883480" y="119251"/>
                  </a:cubicBezTo>
                  <a:cubicBezTo>
                    <a:pt x="2883480" y="119251"/>
                    <a:pt x="2883480" y="119251"/>
                    <a:pt x="2867889" y="124447"/>
                  </a:cubicBezTo>
                  <a:cubicBezTo>
                    <a:pt x="2867889" y="124447"/>
                    <a:pt x="2867889" y="124447"/>
                    <a:pt x="2883480" y="124447"/>
                  </a:cubicBezTo>
                  <a:cubicBezTo>
                    <a:pt x="2883480" y="124447"/>
                    <a:pt x="2888677" y="129642"/>
                    <a:pt x="2893873" y="129642"/>
                  </a:cubicBezTo>
                  <a:cubicBezTo>
                    <a:pt x="2899070" y="124447"/>
                    <a:pt x="2904267" y="124447"/>
                    <a:pt x="2904267" y="119251"/>
                  </a:cubicBezTo>
                  <a:lnTo>
                    <a:pt x="2909464" y="119251"/>
                  </a:lnTo>
                  <a:cubicBezTo>
                    <a:pt x="2909464" y="119251"/>
                    <a:pt x="2909464" y="119251"/>
                    <a:pt x="2914661" y="119251"/>
                  </a:cubicBezTo>
                  <a:cubicBezTo>
                    <a:pt x="2919858" y="119251"/>
                    <a:pt x="2919858" y="119251"/>
                    <a:pt x="2919858" y="119251"/>
                  </a:cubicBezTo>
                  <a:cubicBezTo>
                    <a:pt x="2919858" y="119251"/>
                    <a:pt x="2919858" y="119251"/>
                    <a:pt x="2925055" y="119251"/>
                  </a:cubicBezTo>
                  <a:lnTo>
                    <a:pt x="2925055" y="124447"/>
                  </a:lnTo>
                  <a:lnTo>
                    <a:pt x="2925055" y="129642"/>
                  </a:lnTo>
                  <a:lnTo>
                    <a:pt x="2930252" y="129642"/>
                  </a:lnTo>
                  <a:cubicBezTo>
                    <a:pt x="2930252" y="129642"/>
                    <a:pt x="2930252" y="129642"/>
                    <a:pt x="2935449" y="129642"/>
                  </a:cubicBezTo>
                  <a:lnTo>
                    <a:pt x="2940646" y="129642"/>
                  </a:lnTo>
                  <a:cubicBezTo>
                    <a:pt x="2945843" y="129642"/>
                    <a:pt x="2945843" y="134838"/>
                    <a:pt x="2945843" y="134838"/>
                  </a:cubicBezTo>
                  <a:cubicBezTo>
                    <a:pt x="2951040" y="134838"/>
                    <a:pt x="2951040" y="134838"/>
                    <a:pt x="2951040" y="134838"/>
                  </a:cubicBezTo>
                  <a:cubicBezTo>
                    <a:pt x="2951040" y="134838"/>
                    <a:pt x="2951040" y="134838"/>
                    <a:pt x="2956237" y="134838"/>
                  </a:cubicBezTo>
                  <a:cubicBezTo>
                    <a:pt x="2956237" y="134838"/>
                    <a:pt x="2961434" y="134838"/>
                    <a:pt x="2966631" y="134838"/>
                  </a:cubicBezTo>
                  <a:lnTo>
                    <a:pt x="2971828" y="134838"/>
                  </a:lnTo>
                  <a:cubicBezTo>
                    <a:pt x="2977025" y="134838"/>
                    <a:pt x="2977025" y="134838"/>
                    <a:pt x="2982222" y="134838"/>
                  </a:cubicBezTo>
                  <a:cubicBezTo>
                    <a:pt x="2987419" y="134838"/>
                    <a:pt x="2992615" y="134838"/>
                    <a:pt x="2997812" y="134838"/>
                  </a:cubicBezTo>
                  <a:cubicBezTo>
                    <a:pt x="3003009" y="134838"/>
                    <a:pt x="3003009" y="134838"/>
                    <a:pt x="3003009" y="134838"/>
                  </a:cubicBezTo>
                  <a:cubicBezTo>
                    <a:pt x="3008206" y="134838"/>
                    <a:pt x="3008206" y="134838"/>
                    <a:pt x="3013403" y="134838"/>
                  </a:cubicBezTo>
                  <a:cubicBezTo>
                    <a:pt x="3018600" y="134838"/>
                    <a:pt x="3018600" y="140033"/>
                    <a:pt x="3018600" y="140033"/>
                  </a:cubicBezTo>
                  <a:cubicBezTo>
                    <a:pt x="3018600" y="140033"/>
                    <a:pt x="3018600" y="140033"/>
                    <a:pt x="3018600" y="145229"/>
                  </a:cubicBezTo>
                  <a:cubicBezTo>
                    <a:pt x="3018600" y="145229"/>
                    <a:pt x="3018600" y="145229"/>
                    <a:pt x="3023797" y="145229"/>
                  </a:cubicBezTo>
                  <a:cubicBezTo>
                    <a:pt x="3023797" y="150425"/>
                    <a:pt x="3023797" y="150425"/>
                    <a:pt x="3028826" y="150425"/>
                  </a:cubicBezTo>
                  <a:cubicBezTo>
                    <a:pt x="3028826" y="155620"/>
                    <a:pt x="3028826" y="155620"/>
                    <a:pt x="3034191" y="160816"/>
                  </a:cubicBezTo>
                  <a:lnTo>
                    <a:pt x="3039388" y="160816"/>
                  </a:lnTo>
                  <a:cubicBezTo>
                    <a:pt x="3039388" y="155620"/>
                    <a:pt x="3039388" y="155620"/>
                    <a:pt x="3039388" y="155620"/>
                  </a:cubicBezTo>
                  <a:lnTo>
                    <a:pt x="3039388" y="150425"/>
                  </a:lnTo>
                  <a:lnTo>
                    <a:pt x="3044585" y="150425"/>
                  </a:lnTo>
                  <a:lnTo>
                    <a:pt x="3049614" y="150425"/>
                  </a:lnTo>
                  <a:cubicBezTo>
                    <a:pt x="3054979" y="150425"/>
                    <a:pt x="3054979" y="150425"/>
                    <a:pt x="3054979" y="150425"/>
                  </a:cubicBezTo>
                  <a:cubicBezTo>
                    <a:pt x="3060176" y="150425"/>
                    <a:pt x="3060176" y="150425"/>
                    <a:pt x="3060176" y="150425"/>
                  </a:cubicBezTo>
                  <a:cubicBezTo>
                    <a:pt x="3065373" y="150425"/>
                    <a:pt x="3065373" y="150425"/>
                    <a:pt x="3065373" y="150425"/>
                  </a:cubicBezTo>
                  <a:cubicBezTo>
                    <a:pt x="3070402" y="150425"/>
                    <a:pt x="3070402" y="150425"/>
                    <a:pt x="3070402" y="150425"/>
                  </a:cubicBezTo>
                  <a:lnTo>
                    <a:pt x="3075767" y="150425"/>
                  </a:lnTo>
                  <a:lnTo>
                    <a:pt x="3080964" y="150425"/>
                  </a:lnTo>
                  <a:cubicBezTo>
                    <a:pt x="3080964" y="150425"/>
                    <a:pt x="3080964" y="150425"/>
                    <a:pt x="3086161" y="150425"/>
                  </a:cubicBezTo>
                  <a:cubicBezTo>
                    <a:pt x="3086161" y="150425"/>
                    <a:pt x="3086161" y="150425"/>
                    <a:pt x="3091190" y="150425"/>
                  </a:cubicBezTo>
                  <a:cubicBezTo>
                    <a:pt x="3091190" y="150425"/>
                    <a:pt x="3091190" y="150425"/>
                    <a:pt x="3096554" y="150425"/>
                  </a:cubicBezTo>
                  <a:cubicBezTo>
                    <a:pt x="3096554" y="150425"/>
                    <a:pt x="3106948" y="155620"/>
                    <a:pt x="3111978" y="155620"/>
                  </a:cubicBezTo>
                  <a:cubicBezTo>
                    <a:pt x="3117342" y="160816"/>
                    <a:pt x="3117342" y="160816"/>
                    <a:pt x="3122539" y="160816"/>
                  </a:cubicBezTo>
                  <a:lnTo>
                    <a:pt x="3127736" y="155620"/>
                  </a:lnTo>
                  <a:cubicBezTo>
                    <a:pt x="3127736" y="150425"/>
                    <a:pt x="3127736" y="150425"/>
                    <a:pt x="3122539" y="145229"/>
                  </a:cubicBezTo>
                  <a:cubicBezTo>
                    <a:pt x="3127736" y="145229"/>
                    <a:pt x="3127736" y="145229"/>
                    <a:pt x="3127736" y="145229"/>
                  </a:cubicBezTo>
                  <a:cubicBezTo>
                    <a:pt x="3127736" y="145229"/>
                    <a:pt x="3138130" y="145229"/>
                    <a:pt x="3143327" y="145229"/>
                  </a:cubicBezTo>
                  <a:cubicBezTo>
                    <a:pt x="3158918" y="145229"/>
                    <a:pt x="3169312" y="145229"/>
                    <a:pt x="3169312" y="145229"/>
                  </a:cubicBezTo>
                  <a:cubicBezTo>
                    <a:pt x="3174341" y="145229"/>
                    <a:pt x="3174341" y="150425"/>
                    <a:pt x="3179706" y="150425"/>
                  </a:cubicBezTo>
                  <a:lnTo>
                    <a:pt x="3184903" y="150425"/>
                  </a:lnTo>
                  <a:cubicBezTo>
                    <a:pt x="3190099" y="150425"/>
                    <a:pt x="3195129" y="155620"/>
                    <a:pt x="3200493" y="155620"/>
                  </a:cubicBezTo>
                  <a:cubicBezTo>
                    <a:pt x="3231675" y="155620"/>
                    <a:pt x="3242069" y="166011"/>
                    <a:pt x="3242069" y="166011"/>
                  </a:cubicBezTo>
                  <a:cubicBezTo>
                    <a:pt x="3247266" y="171207"/>
                    <a:pt x="3257492" y="176402"/>
                    <a:pt x="3268054" y="176402"/>
                  </a:cubicBezTo>
                  <a:cubicBezTo>
                    <a:pt x="3273251" y="176402"/>
                    <a:pt x="3278280" y="176402"/>
                    <a:pt x="3278280" y="176402"/>
                  </a:cubicBezTo>
                  <a:lnTo>
                    <a:pt x="3283645" y="176402"/>
                  </a:lnTo>
                  <a:cubicBezTo>
                    <a:pt x="3273251" y="176402"/>
                    <a:pt x="3257492" y="181598"/>
                    <a:pt x="3252463" y="181598"/>
                  </a:cubicBezTo>
                  <a:cubicBezTo>
                    <a:pt x="3252463" y="181598"/>
                    <a:pt x="3252463" y="181598"/>
                    <a:pt x="3247266" y="186794"/>
                  </a:cubicBezTo>
                  <a:cubicBezTo>
                    <a:pt x="3236704" y="186794"/>
                    <a:pt x="3231675" y="186794"/>
                    <a:pt x="3226478" y="186794"/>
                  </a:cubicBezTo>
                  <a:cubicBezTo>
                    <a:pt x="3226478" y="186794"/>
                    <a:pt x="3226478" y="186794"/>
                    <a:pt x="3221281" y="186794"/>
                  </a:cubicBezTo>
                  <a:cubicBezTo>
                    <a:pt x="3221281" y="186794"/>
                    <a:pt x="3210887" y="186794"/>
                    <a:pt x="3210887" y="191989"/>
                  </a:cubicBezTo>
                  <a:cubicBezTo>
                    <a:pt x="3210887" y="191989"/>
                    <a:pt x="3205690" y="191989"/>
                    <a:pt x="3200493" y="191989"/>
                  </a:cubicBezTo>
                  <a:cubicBezTo>
                    <a:pt x="3200493" y="191989"/>
                    <a:pt x="3195129" y="191989"/>
                    <a:pt x="3190099" y="191989"/>
                  </a:cubicBezTo>
                  <a:cubicBezTo>
                    <a:pt x="3184903" y="191989"/>
                    <a:pt x="3184903" y="186794"/>
                    <a:pt x="3179706" y="186794"/>
                  </a:cubicBezTo>
                  <a:cubicBezTo>
                    <a:pt x="3174341" y="186794"/>
                    <a:pt x="3169312" y="191989"/>
                    <a:pt x="3169312" y="191989"/>
                  </a:cubicBezTo>
                  <a:lnTo>
                    <a:pt x="3164115" y="191989"/>
                  </a:lnTo>
                  <a:cubicBezTo>
                    <a:pt x="3158918" y="191989"/>
                    <a:pt x="3158918" y="191989"/>
                    <a:pt x="3158918" y="197185"/>
                  </a:cubicBezTo>
                  <a:lnTo>
                    <a:pt x="3158918" y="202380"/>
                  </a:lnTo>
                  <a:cubicBezTo>
                    <a:pt x="3164115" y="202380"/>
                    <a:pt x="3164115" y="202380"/>
                    <a:pt x="3164115" y="202380"/>
                  </a:cubicBezTo>
                  <a:lnTo>
                    <a:pt x="3169312" y="202380"/>
                  </a:lnTo>
                  <a:cubicBezTo>
                    <a:pt x="3174341" y="202380"/>
                    <a:pt x="3174341" y="202380"/>
                    <a:pt x="3179706" y="202380"/>
                  </a:cubicBezTo>
                  <a:cubicBezTo>
                    <a:pt x="3184903" y="202380"/>
                    <a:pt x="3184903" y="202380"/>
                    <a:pt x="3184903" y="202380"/>
                  </a:cubicBezTo>
                  <a:cubicBezTo>
                    <a:pt x="3184903" y="202380"/>
                    <a:pt x="3184903" y="202380"/>
                    <a:pt x="3190099" y="202380"/>
                  </a:cubicBezTo>
                  <a:cubicBezTo>
                    <a:pt x="3195129" y="207576"/>
                    <a:pt x="3195129" y="207576"/>
                    <a:pt x="3195129" y="212604"/>
                  </a:cubicBezTo>
                  <a:lnTo>
                    <a:pt x="3195129" y="217967"/>
                  </a:lnTo>
                  <a:lnTo>
                    <a:pt x="3190099" y="217967"/>
                  </a:lnTo>
                  <a:cubicBezTo>
                    <a:pt x="3184903" y="217967"/>
                    <a:pt x="3184903" y="212604"/>
                    <a:pt x="3179706" y="212604"/>
                  </a:cubicBezTo>
                  <a:lnTo>
                    <a:pt x="3174341" y="217967"/>
                  </a:lnTo>
                  <a:cubicBezTo>
                    <a:pt x="3174341" y="217967"/>
                    <a:pt x="3169312" y="223163"/>
                    <a:pt x="3164115" y="223163"/>
                  </a:cubicBezTo>
                  <a:cubicBezTo>
                    <a:pt x="3164115" y="223163"/>
                    <a:pt x="3164115" y="223163"/>
                    <a:pt x="3158918" y="223163"/>
                  </a:cubicBezTo>
                  <a:cubicBezTo>
                    <a:pt x="3158918" y="223163"/>
                    <a:pt x="3158918" y="223163"/>
                    <a:pt x="3153553" y="223163"/>
                  </a:cubicBezTo>
                  <a:cubicBezTo>
                    <a:pt x="3153553" y="223163"/>
                    <a:pt x="3138130" y="228358"/>
                    <a:pt x="3132765" y="233386"/>
                  </a:cubicBezTo>
                  <a:lnTo>
                    <a:pt x="3127736" y="238749"/>
                  </a:lnTo>
                  <a:cubicBezTo>
                    <a:pt x="3122539" y="238749"/>
                    <a:pt x="3117342" y="238749"/>
                    <a:pt x="3117342" y="238749"/>
                  </a:cubicBezTo>
                  <a:cubicBezTo>
                    <a:pt x="3117342" y="243945"/>
                    <a:pt x="3117342" y="243945"/>
                    <a:pt x="3117342" y="243945"/>
                  </a:cubicBezTo>
                  <a:cubicBezTo>
                    <a:pt x="3111978" y="238749"/>
                    <a:pt x="3111978" y="238749"/>
                    <a:pt x="3106948" y="238749"/>
                  </a:cubicBezTo>
                  <a:cubicBezTo>
                    <a:pt x="3106948" y="238749"/>
                    <a:pt x="3106948" y="238749"/>
                    <a:pt x="3101751" y="238749"/>
                  </a:cubicBezTo>
                  <a:cubicBezTo>
                    <a:pt x="3096554" y="238749"/>
                    <a:pt x="3096554" y="238749"/>
                    <a:pt x="3096554" y="238749"/>
                  </a:cubicBezTo>
                  <a:cubicBezTo>
                    <a:pt x="3091190" y="238749"/>
                    <a:pt x="3086161" y="238749"/>
                    <a:pt x="3086161" y="238749"/>
                  </a:cubicBezTo>
                  <a:cubicBezTo>
                    <a:pt x="3086161" y="238749"/>
                    <a:pt x="3086161" y="238749"/>
                    <a:pt x="3080964" y="238749"/>
                  </a:cubicBezTo>
                  <a:cubicBezTo>
                    <a:pt x="3075767" y="238749"/>
                    <a:pt x="3075767" y="238749"/>
                    <a:pt x="3075767" y="238749"/>
                  </a:cubicBezTo>
                  <a:cubicBezTo>
                    <a:pt x="3075767" y="238749"/>
                    <a:pt x="3075767" y="243945"/>
                    <a:pt x="3070402" y="243945"/>
                  </a:cubicBezTo>
                  <a:cubicBezTo>
                    <a:pt x="3065373" y="243945"/>
                    <a:pt x="3065373" y="243945"/>
                    <a:pt x="3065373" y="243945"/>
                  </a:cubicBezTo>
                  <a:lnTo>
                    <a:pt x="3060176" y="243945"/>
                  </a:lnTo>
                  <a:cubicBezTo>
                    <a:pt x="3054979" y="243945"/>
                    <a:pt x="3054979" y="249140"/>
                    <a:pt x="3054979" y="249140"/>
                  </a:cubicBezTo>
                  <a:cubicBezTo>
                    <a:pt x="3054979" y="249140"/>
                    <a:pt x="3054979" y="254168"/>
                    <a:pt x="3049614" y="254168"/>
                  </a:cubicBezTo>
                  <a:cubicBezTo>
                    <a:pt x="3049614" y="254168"/>
                    <a:pt x="3049614" y="254168"/>
                    <a:pt x="3049614" y="259532"/>
                  </a:cubicBezTo>
                  <a:cubicBezTo>
                    <a:pt x="3044585" y="259532"/>
                    <a:pt x="3044585" y="259532"/>
                    <a:pt x="3044585" y="264727"/>
                  </a:cubicBezTo>
                  <a:cubicBezTo>
                    <a:pt x="3044585" y="264727"/>
                    <a:pt x="3039388" y="269923"/>
                    <a:pt x="3039388" y="274951"/>
                  </a:cubicBezTo>
                  <a:cubicBezTo>
                    <a:pt x="3044585" y="274951"/>
                    <a:pt x="3044585" y="274951"/>
                    <a:pt x="3044585" y="274951"/>
                  </a:cubicBezTo>
                  <a:cubicBezTo>
                    <a:pt x="3044585" y="274951"/>
                    <a:pt x="3044585" y="274951"/>
                    <a:pt x="3049614" y="274951"/>
                  </a:cubicBezTo>
                  <a:cubicBezTo>
                    <a:pt x="3044585" y="274951"/>
                    <a:pt x="3044585" y="274951"/>
                    <a:pt x="3044585" y="280314"/>
                  </a:cubicBezTo>
                  <a:cubicBezTo>
                    <a:pt x="3044585" y="280314"/>
                    <a:pt x="3044585" y="285509"/>
                    <a:pt x="3049614" y="290705"/>
                  </a:cubicBezTo>
                  <a:cubicBezTo>
                    <a:pt x="3044585" y="290705"/>
                    <a:pt x="3044585" y="295733"/>
                    <a:pt x="3044585" y="300929"/>
                  </a:cubicBezTo>
                  <a:cubicBezTo>
                    <a:pt x="3039388" y="300929"/>
                    <a:pt x="3028826" y="300929"/>
                    <a:pt x="3023797" y="306292"/>
                  </a:cubicBezTo>
                  <a:cubicBezTo>
                    <a:pt x="3023797" y="306292"/>
                    <a:pt x="3018600" y="306292"/>
                    <a:pt x="3018600" y="311487"/>
                  </a:cubicBezTo>
                  <a:lnTo>
                    <a:pt x="3018600" y="316515"/>
                  </a:lnTo>
                  <a:lnTo>
                    <a:pt x="3013403" y="316515"/>
                  </a:lnTo>
                  <a:lnTo>
                    <a:pt x="3008206" y="316515"/>
                  </a:lnTo>
                  <a:cubicBezTo>
                    <a:pt x="3008206" y="316515"/>
                    <a:pt x="3008206" y="316515"/>
                    <a:pt x="3008206" y="321878"/>
                  </a:cubicBezTo>
                  <a:cubicBezTo>
                    <a:pt x="3003009" y="321878"/>
                    <a:pt x="3003009" y="327074"/>
                    <a:pt x="3003009" y="332270"/>
                  </a:cubicBezTo>
                  <a:cubicBezTo>
                    <a:pt x="3003009" y="332270"/>
                    <a:pt x="3003009" y="337298"/>
                    <a:pt x="2997812" y="337298"/>
                  </a:cubicBezTo>
                  <a:cubicBezTo>
                    <a:pt x="2997812" y="337298"/>
                    <a:pt x="2997812" y="337298"/>
                    <a:pt x="2992615" y="337298"/>
                  </a:cubicBezTo>
                  <a:cubicBezTo>
                    <a:pt x="2992615" y="337298"/>
                    <a:pt x="2992615" y="337298"/>
                    <a:pt x="2992615" y="332270"/>
                  </a:cubicBezTo>
                  <a:lnTo>
                    <a:pt x="2992615" y="327074"/>
                  </a:lnTo>
                  <a:cubicBezTo>
                    <a:pt x="2992615" y="321878"/>
                    <a:pt x="2992615" y="321878"/>
                    <a:pt x="2992615" y="321878"/>
                  </a:cubicBezTo>
                  <a:cubicBezTo>
                    <a:pt x="2992615" y="316515"/>
                    <a:pt x="2987419" y="311487"/>
                    <a:pt x="2987419" y="311487"/>
                  </a:cubicBezTo>
                  <a:cubicBezTo>
                    <a:pt x="2987419" y="306292"/>
                    <a:pt x="2987419" y="306292"/>
                    <a:pt x="2987419" y="306292"/>
                  </a:cubicBezTo>
                  <a:cubicBezTo>
                    <a:pt x="2987419" y="300929"/>
                    <a:pt x="2987419" y="295733"/>
                    <a:pt x="2987419" y="290705"/>
                  </a:cubicBezTo>
                  <a:cubicBezTo>
                    <a:pt x="2987419" y="285509"/>
                    <a:pt x="2987419" y="285509"/>
                    <a:pt x="2987419" y="285509"/>
                  </a:cubicBezTo>
                  <a:cubicBezTo>
                    <a:pt x="2992615" y="285509"/>
                    <a:pt x="2992615" y="285509"/>
                    <a:pt x="2992615" y="285509"/>
                  </a:cubicBezTo>
                  <a:cubicBezTo>
                    <a:pt x="2997812" y="285509"/>
                    <a:pt x="2997812" y="280314"/>
                    <a:pt x="2997812" y="274951"/>
                  </a:cubicBezTo>
                  <a:cubicBezTo>
                    <a:pt x="2997812" y="274951"/>
                    <a:pt x="2997812" y="274951"/>
                    <a:pt x="3003009" y="274951"/>
                  </a:cubicBezTo>
                  <a:lnTo>
                    <a:pt x="3008206" y="274951"/>
                  </a:lnTo>
                  <a:cubicBezTo>
                    <a:pt x="3008206" y="274951"/>
                    <a:pt x="3013403" y="274951"/>
                    <a:pt x="3013403" y="269923"/>
                  </a:cubicBezTo>
                  <a:cubicBezTo>
                    <a:pt x="3018600" y="269923"/>
                    <a:pt x="3028826" y="259532"/>
                    <a:pt x="3034191" y="254168"/>
                  </a:cubicBezTo>
                  <a:cubicBezTo>
                    <a:pt x="3034191" y="254168"/>
                    <a:pt x="3039388" y="254168"/>
                    <a:pt x="3039388" y="249140"/>
                  </a:cubicBezTo>
                  <a:cubicBezTo>
                    <a:pt x="3044585" y="249140"/>
                    <a:pt x="3044585" y="249140"/>
                    <a:pt x="3049614" y="243945"/>
                  </a:cubicBezTo>
                  <a:lnTo>
                    <a:pt x="3054979" y="243945"/>
                  </a:lnTo>
                  <a:cubicBezTo>
                    <a:pt x="3060176" y="243945"/>
                    <a:pt x="3065373" y="238749"/>
                    <a:pt x="3065373" y="233386"/>
                  </a:cubicBezTo>
                  <a:cubicBezTo>
                    <a:pt x="3065373" y="233386"/>
                    <a:pt x="3065373" y="233386"/>
                    <a:pt x="3065373" y="228358"/>
                  </a:cubicBezTo>
                  <a:cubicBezTo>
                    <a:pt x="3065373" y="228358"/>
                    <a:pt x="3065373" y="228358"/>
                    <a:pt x="3070402" y="228358"/>
                  </a:cubicBezTo>
                  <a:cubicBezTo>
                    <a:pt x="3070402" y="223163"/>
                    <a:pt x="3075767" y="223163"/>
                    <a:pt x="3070402" y="223163"/>
                  </a:cubicBezTo>
                  <a:cubicBezTo>
                    <a:pt x="3070402" y="217967"/>
                    <a:pt x="3070402" y="212604"/>
                    <a:pt x="3065373" y="212604"/>
                  </a:cubicBezTo>
                  <a:lnTo>
                    <a:pt x="3060176" y="212604"/>
                  </a:lnTo>
                  <a:cubicBezTo>
                    <a:pt x="3060176" y="212604"/>
                    <a:pt x="3060176" y="212604"/>
                    <a:pt x="3054979" y="217967"/>
                  </a:cubicBezTo>
                  <a:cubicBezTo>
                    <a:pt x="3054979" y="217967"/>
                    <a:pt x="3054979" y="217967"/>
                    <a:pt x="3049614" y="217967"/>
                  </a:cubicBezTo>
                  <a:cubicBezTo>
                    <a:pt x="3049614" y="223163"/>
                    <a:pt x="3049614" y="223163"/>
                    <a:pt x="3049614" y="223163"/>
                  </a:cubicBezTo>
                  <a:cubicBezTo>
                    <a:pt x="3049614" y="223163"/>
                    <a:pt x="3049614" y="223163"/>
                    <a:pt x="3049614" y="228358"/>
                  </a:cubicBezTo>
                  <a:lnTo>
                    <a:pt x="3044585" y="223163"/>
                  </a:lnTo>
                  <a:cubicBezTo>
                    <a:pt x="3044585" y="223163"/>
                    <a:pt x="3044585" y="228358"/>
                    <a:pt x="3039388" y="228358"/>
                  </a:cubicBezTo>
                  <a:cubicBezTo>
                    <a:pt x="3039388" y="233386"/>
                    <a:pt x="3039388" y="233386"/>
                    <a:pt x="3039388" y="233386"/>
                  </a:cubicBezTo>
                  <a:cubicBezTo>
                    <a:pt x="3034191" y="233386"/>
                    <a:pt x="3034191" y="233386"/>
                    <a:pt x="3028826" y="233386"/>
                  </a:cubicBezTo>
                  <a:cubicBezTo>
                    <a:pt x="3028826" y="228358"/>
                    <a:pt x="3028826" y="228358"/>
                    <a:pt x="3028826" y="228358"/>
                  </a:cubicBezTo>
                  <a:cubicBezTo>
                    <a:pt x="3028826" y="223163"/>
                    <a:pt x="3028826" y="223163"/>
                    <a:pt x="3023797" y="223163"/>
                  </a:cubicBezTo>
                  <a:cubicBezTo>
                    <a:pt x="3023797" y="223163"/>
                    <a:pt x="3018600" y="223163"/>
                    <a:pt x="3018600" y="228358"/>
                  </a:cubicBezTo>
                  <a:cubicBezTo>
                    <a:pt x="3018600" y="223163"/>
                    <a:pt x="3013403" y="223163"/>
                    <a:pt x="3013403" y="223163"/>
                  </a:cubicBezTo>
                  <a:cubicBezTo>
                    <a:pt x="3008206" y="223163"/>
                    <a:pt x="3008206" y="223163"/>
                    <a:pt x="3008206" y="223163"/>
                  </a:cubicBezTo>
                  <a:cubicBezTo>
                    <a:pt x="3003009" y="223163"/>
                    <a:pt x="3003009" y="223163"/>
                    <a:pt x="3003009" y="223163"/>
                  </a:cubicBezTo>
                  <a:cubicBezTo>
                    <a:pt x="3003009" y="223163"/>
                    <a:pt x="3003009" y="223163"/>
                    <a:pt x="2997812" y="223163"/>
                  </a:cubicBezTo>
                  <a:cubicBezTo>
                    <a:pt x="2992615" y="223163"/>
                    <a:pt x="2992615" y="228358"/>
                    <a:pt x="2992615" y="228358"/>
                  </a:cubicBezTo>
                  <a:cubicBezTo>
                    <a:pt x="2987419" y="228358"/>
                    <a:pt x="2987419" y="233386"/>
                    <a:pt x="2987419" y="233386"/>
                  </a:cubicBezTo>
                  <a:cubicBezTo>
                    <a:pt x="2987419" y="233386"/>
                    <a:pt x="2982222" y="233386"/>
                    <a:pt x="2982222" y="238749"/>
                  </a:cubicBezTo>
                  <a:lnTo>
                    <a:pt x="2977025" y="238749"/>
                  </a:lnTo>
                  <a:cubicBezTo>
                    <a:pt x="2971828" y="243945"/>
                    <a:pt x="2971828" y="243945"/>
                    <a:pt x="2966631" y="243945"/>
                  </a:cubicBezTo>
                  <a:cubicBezTo>
                    <a:pt x="2966631" y="249140"/>
                    <a:pt x="2966631" y="249140"/>
                    <a:pt x="2966631" y="249140"/>
                  </a:cubicBezTo>
                  <a:cubicBezTo>
                    <a:pt x="2966631" y="254168"/>
                    <a:pt x="2971828" y="254168"/>
                    <a:pt x="2971828" y="254168"/>
                  </a:cubicBezTo>
                  <a:cubicBezTo>
                    <a:pt x="2966631" y="254168"/>
                    <a:pt x="2956237" y="254168"/>
                    <a:pt x="2956237" y="254168"/>
                  </a:cubicBezTo>
                  <a:lnTo>
                    <a:pt x="2951040" y="254168"/>
                  </a:lnTo>
                  <a:cubicBezTo>
                    <a:pt x="2951040" y="249140"/>
                    <a:pt x="2945843" y="249140"/>
                    <a:pt x="2940646" y="249140"/>
                  </a:cubicBezTo>
                  <a:cubicBezTo>
                    <a:pt x="2940646" y="249140"/>
                    <a:pt x="2940646" y="249140"/>
                    <a:pt x="2935449" y="249140"/>
                  </a:cubicBezTo>
                  <a:cubicBezTo>
                    <a:pt x="2935449" y="249140"/>
                    <a:pt x="2930252" y="249140"/>
                    <a:pt x="2925055" y="249140"/>
                  </a:cubicBezTo>
                  <a:cubicBezTo>
                    <a:pt x="2919858" y="249140"/>
                    <a:pt x="2919858" y="249140"/>
                    <a:pt x="2919858" y="254168"/>
                  </a:cubicBezTo>
                  <a:cubicBezTo>
                    <a:pt x="2914661" y="254168"/>
                    <a:pt x="2914661" y="254168"/>
                    <a:pt x="2914661" y="254168"/>
                  </a:cubicBezTo>
                  <a:cubicBezTo>
                    <a:pt x="2914661" y="254168"/>
                    <a:pt x="2909464" y="254168"/>
                    <a:pt x="2904267" y="254168"/>
                  </a:cubicBezTo>
                  <a:lnTo>
                    <a:pt x="2899070" y="254168"/>
                  </a:lnTo>
                  <a:cubicBezTo>
                    <a:pt x="2893873" y="254168"/>
                    <a:pt x="2893873" y="254168"/>
                    <a:pt x="2893873" y="254168"/>
                  </a:cubicBezTo>
                  <a:cubicBezTo>
                    <a:pt x="2888677" y="254168"/>
                    <a:pt x="2888677" y="249140"/>
                    <a:pt x="2883480" y="249140"/>
                  </a:cubicBezTo>
                  <a:cubicBezTo>
                    <a:pt x="2878283" y="249140"/>
                    <a:pt x="2878283" y="249140"/>
                    <a:pt x="2873086" y="249140"/>
                  </a:cubicBezTo>
                  <a:lnTo>
                    <a:pt x="2867889" y="249140"/>
                  </a:lnTo>
                  <a:cubicBezTo>
                    <a:pt x="2862692" y="254168"/>
                    <a:pt x="2862692" y="254168"/>
                    <a:pt x="2857495" y="254168"/>
                  </a:cubicBezTo>
                  <a:cubicBezTo>
                    <a:pt x="2857495" y="259532"/>
                    <a:pt x="2852298" y="259532"/>
                    <a:pt x="2847101" y="259532"/>
                  </a:cubicBezTo>
                  <a:cubicBezTo>
                    <a:pt x="2847101" y="264727"/>
                    <a:pt x="2847101" y="264727"/>
                    <a:pt x="2847101" y="264727"/>
                  </a:cubicBezTo>
                  <a:cubicBezTo>
                    <a:pt x="2847101" y="264727"/>
                    <a:pt x="2841904" y="264727"/>
                    <a:pt x="2841904" y="269923"/>
                  </a:cubicBezTo>
                  <a:cubicBezTo>
                    <a:pt x="2836707" y="269923"/>
                    <a:pt x="2831510" y="269923"/>
                    <a:pt x="2826313" y="274951"/>
                  </a:cubicBezTo>
                  <a:lnTo>
                    <a:pt x="2821116" y="280314"/>
                  </a:lnTo>
                  <a:cubicBezTo>
                    <a:pt x="2815919" y="280314"/>
                    <a:pt x="2815919" y="285509"/>
                    <a:pt x="2815919" y="285509"/>
                  </a:cubicBezTo>
                  <a:lnTo>
                    <a:pt x="2810722" y="290705"/>
                  </a:lnTo>
                  <a:cubicBezTo>
                    <a:pt x="2805525" y="290705"/>
                    <a:pt x="2805525" y="295733"/>
                    <a:pt x="2800328" y="295733"/>
                  </a:cubicBezTo>
                  <a:cubicBezTo>
                    <a:pt x="2795131" y="295733"/>
                    <a:pt x="2789934" y="295733"/>
                    <a:pt x="2789934" y="300929"/>
                  </a:cubicBezTo>
                  <a:lnTo>
                    <a:pt x="2789934" y="306292"/>
                  </a:lnTo>
                  <a:cubicBezTo>
                    <a:pt x="2795131" y="311487"/>
                    <a:pt x="2800328" y="311487"/>
                    <a:pt x="2800328" y="311487"/>
                  </a:cubicBezTo>
                  <a:lnTo>
                    <a:pt x="2805525" y="311487"/>
                  </a:lnTo>
                  <a:cubicBezTo>
                    <a:pt x="2805525" y="311487"/>
                    <a:pt x="2805525" y="311487"/>
                    <a:pt x="2805525" y="306292"/>
                  </a:cubicBezTo>
                  <a:lnTo>
                    <a:pt x="2810722" y="306292"/>
                  </a:lnTo>
                  <a:cubicBezTo>
                    <a:pt x="2810722" y="311487"/>
                    <a:pt x="2810722" y="311487"/>
                    <a:pt x="2810722" y="311487"/>
                  </a:cubicBezTo>
                  <a:lnTo>
                    <a:pt x="2810722" y="316515"/>
                  </a:lnTo>
                  <a:cubicBezTo>
                    <a:pt x="2810722" y="321878"/>
                    <a:pt x="2810722" y="321878"/>
                    <a:pt x="2815919" y="321878"/>
                  </a:cubicBezTo>
                  <a:cubicBezTo>
                    <a:pt x="2815919" y="321878"/>
                    <a:pt x="2821116" y="321878"/>
                    <a:pt x="2821116" y="316515"/>
                  </a:cubicBezTo>
                  <a:cubicBezTo>
                    <a:pt x="2826313" y="316515"/>
                    <a:pt x="2826313" y="316515"/>
                    <a:pt x="2826313" y="316515"/>
                  </a:cubicBezTo>
                  <a:cubicBezTo>
                    <a:pt x="2831510" y="316515"/>
                    <a:pt x="2831510" y="316515"/>
                    <a:pt x="2831510" y="316515"/>
                  </a:cubicBezTo>
                  <a:cubicBezTo>
                    <a:pt x="2836707" y="316515"/>
                    <a:pt x="2836707" y="316515"/>
                    <a:pt x="2836707" y="316515"/>
                  </a:cubicBezTo>
                  <a:cubicBezTo>
                    <a:pt x="2841904" y="316515"/>
                    <a:pt x="2841904" y="316515"/>
                    <a:pt x="2841904" y="321878"/>
                  </a:cubicBezTo>
                  <a:cubicBezTo>
                    <a:pt x="2841904" y="321878"/>
                    <a:pt x="2841904" y="321878"/>
                    <a:pt x="2841904" y="327074"/>
                  </a:cubicBezTo>
                  <a:cubicBezTo>
                    <a:pt x="2841904" y="327074"/>
                    <a:pt x="2841904" y="327074"/>
                    <a:pt x="2847101" y="327074"/>
                  </a:cubicBezTo>
                  <a:lnTo>
                    <a:pt x="2847101" y="332270"/>
                  </a:lnTo>
                  <a:cubicBezTo>
                    <a:pt x="2841904" y="337298"/>
                    <a:pt x="2841904" y="342661"/>
                    <a:pt x="2841904" y="347856"/>
                  </a:cubicBezTo>
                  <a:cubicBezTo>
                    <a:pt x="2836707" y="347856"/>
                    <a:pt x="2841904" y="353052"/>
                    <a:pt x="2841904" y="353052"/>
                  </a:cubicBezTo>
                  <a:cubicBezTo>
                    <a:pt x="2841904" y="358080"/>
                    <a:pt x="2836707" y="358080"/>
                    <a:pt x="2836707" y="358080"/>
                  </a:cubicBezTo>
                  <a:cubicBezTo>
                    <a:pt x="2836707" y="358080"/>
                    <a:pt x="2836707" y="363443"/>
                    <a:pt x="2836707" y="368639"/>
                  </a:cubicBezTo>
                  <a:cubicBezTo>
                    <a:pt x="2836707" y="368639"/>
                    <a:pt x="2836707" y="373834"/>
                    <a:pt x="2831510" y="373834"/>
                  </a:cubicBezTo>
                  <a:lnTo>
                    <a:pt x="2826313" y="378862"/>
                  </a:lnTo>
                  <a:cubicBezTo>
                    <a:pt x="2821116" y="384225"/>
                    <a:pt x="2821116" y="384225"/>
                    <a:pt x="2821116" y="389421"/>
                  </a:cubicBezTo>
                  <a:lnTo>
                    <a:pt x="2815919" y="394616"/>
                  </a:lnTo>
                  <a:lnTo>
                    <a:pt x="2810722" y="399644"/>
                  </a:lnTo>
                  <a:lnTo>
                    <a:pt x="2810722" y="405008"/>
                  </a:lnTo>
                  <a:lnTo>
                    <a:pt x="2805525" y="405008"/>
                  </a:lnTo>
                  <a:cubicBezTo>
                    <a:pt x="2800328" y="405008"/>
                    <a:pt x="2795131" y="410203"/>
                    <a:pt x="2795131" y="415399"/>
                  </a:cubicBezTo>
                  <a:cubicBezTo>
                    <a:pt x="2789934" y="420427"/>
                    <a:pt x="2789934" y="425790"/>
                    <a:pt x="2784738" y="425790"/>
                  </a:cubicBezTo>
                  <a:cubicBezTo>
                    <a:pt x="2784738" y="425790"/>
                    <a:pt x="2784738" y="425790"/>
                    <a:pt x="2779541" y="430985"/>
                  </a:cubicBezTo>
                  <a:lnTo>
                    <a:pt x="2774344" y="430985"/>
                  </a:lnTo>
                  <a:cubicBezTo>
                    <a:pt x="2774344" y="430985"/>
                    <a:pt x="2774344" y="430985"/>
                    <a:pt x="2774344" y="425790"/>
                  </a:cubicBezTo>
                  <a:cubicBezTo>
                    <a:pt x="2769147" y="425790"/>
                    <a:pt x="2763950" y="420427"/>
                    <a:pt x="2763950" y="420427"/>
                  </a:cubicBezTo>
                  <a:lnTo>
                    <a:pt x="2763950" y="425790"/>
                  </a:lnTo>
                  <a:cubicBezTo>
                    <a:pt x="2758753" y="425790"/>
                    <a:pt x="2758753" y="425790"/>
                    <a:pt x="2758753" y="425790"/>
                  </a:cubicBezTo>
                  <a:lnTo>
                    <a:pt x="2758753" y="420427"/>
                  </a:lnTo>
                  <a:cubicBezTo>
                    <a:pt x="2758753" y="415399"/>
                    <a:pt x="2758753" y="415399"/>
                    <a:pt x="2758753" y="415399"/>
                  </a:cubicBezTo>
                  <a:cubicBezTo>
                    <a:pt x="2763950" y="415399"/>
                    <a:pt x="2763950" y="410203"/>
                    <a:pt x="2763950" y="410203"/>
                  </a:cubicBezTo>
                  <a:cubicBezTo>
                    <a:pt x="2763950" y="410203"/>
                    <a:pt x="2763950" y="410203"/>
                    <a:pt x="2769147" y="410203"/>
                  </a:cubicBezTo>
                  <a:cubicBezTo>
                    <a:pt x="2769147" y="415399"/>
                    <a:pt x="2769147" y="415399"/>
                    <a:pt x="2774344" y="415399"/>
                  </a:cubicBezTo>
                  <a:lnTo>
                    <a:pt x="2779541" y="410203"/>
                  </a:lnTo>
                  <a:cubicBezTo>
                    <a:pt x="2779541" y="405008"/>
                    <a:pt x="2784738" y="405008"/>
                    <a:pt x="2784738" y="399644"/>
                  </a:cubicBezTo>
                  <a:cubicBezTo>
                    <a:pt x="2784738" y="399644"/>
                    <a:pt x="2784738" y="399644"/>
                    <a:pt x="2784738" y="394616"/>
                  </a:cubicBezTo>
                  <a:cubicBezTo>
                    <a:pt x="2789934" y="394616"/>
                    <a:pt x="2789934" y="389421"/>
                    <a:pt x="2789934" y="389421"/>
                  </a:cubicBezTo>
                  <a:cubicBezTo>
                    <a:pt x="2789934" y="389421"/>
                    <a:pt x="2789934" y="389421"/>
                    <a:pt x="2789934" y="384225"/>
                  </a:cubicBezTo>
                  <a:cubicBezTo>
                    <a:pt x="2789934" y="384225"/>
                    <a:pt x="2789934" y="384225"/>
                    <a:pt x="2795131" y="384225"/>
                  </a:cubicBezTo>
                  <a:cubicBezTo>
                    <a:pt x="2795131" y="378862"/>
                    <a:pt x="2795131" y="378862"/>
                    <a:pt x="2795131" y="378862"/>
                  </a:cubicBezTo>
                  <a:lnTo>
                    <a:pt x="2795131" y="373834"/>
                  </a:lnTo>
                  <a:lnTo>
                    <a:pt x="2789934" y="368639"/>
                  </a:lnTo>
                  <a:cubicBezTo>
                    <a:pt x="2789934" y="368639"/>
                    <a:pt x="2789934" y="368639"/>
                    <a:pt x="2784738" y="368639"/>
                  </a:cubicBezTo>
                  <a:lnTo>
                    <a:pt x="2779541" y="368639"/>
                  </a:lnTo>
                  <a:cubicBezTo>
                    <a:pt x="2774344" y="368639"/>
                    <a:pt x="2774344" y="368639"/>
                    <a:pt x="2774344" y="368639"/>
                  </a:cubicBezTo>
                  <a:cubicBezTo>
                    <a:pt x="2774344" y="368639"/>
                    <a:pt x="2774344" y="368639"/>
                    <a:pt x="2769147" y="373834"/>
                  </a:cubicBezTo>
                  <a:cubicBezTo>
                    <a:pt x="2769147" y="373834"/>
                    <a:pt x="2763950" y="373834"/>
                    <a:pt x="2763950" y="378862"/>
                  </a:cubicBezTo>
                  <a:cubicBezTo>
                    <a:pt x="2758753" y="378862"/>
                    <a:pt x="2758753" y="378862"/>
                    <a:pt x="2758753" y="373834"/>
                  </a:cubicBezTo>
                  <a:cubicBezTo>
                    <a:pt x="2753556" y="373834"/>
                    <a:pt x="2753556" y="373834"/>
                    <a:pt x="2753556" y="373834"/>
                  </a:cubicBezTo>
                  <a:cubicBezTo>
                    <a:pt x="2753556" y="368639"/>
                    <a:pt x="2753556" y="368639"/>
                    <a:pt x="2748359" y="363443"/>
                  </a:cubicBezTo>
                  <a:cubicBezTo>
                    <a:pt x="2748359" y="363443"/>
                    <a:pt x="2748359" y="363443"/>
                    <a:pt x="2743330" y="358080"/>
                  </a:cubicBezTo>
                  <a:cubicBezTo>
                    <a:pt x="2743330" y="358080"/>
                    <a:pt x="2743330" y="358080"/>
                    <a:pt x="2737965" y="358080"/>
                  </a:cubicBezTo>
                  <a:cubicBezTo>
                    <a:pt x="2732768" y="358080"/>
                    <a:pt x="2732768" y="358080"/>
                    <a:pt x="2727571" y="358080"/>
                  </a:cubicBezTo>
                  <a:cubicBezTo>
                    <a:pt x="2727571" y="353052"/>
                    <a:pt x="2727571" y="353052"/>
                    <a:pt x="2727571" y="347856"/>
                  </a:cubicBezTo>
                  <a:cubicBezTo>
                    <a:pt x="2722374" y="347856"/>
                    <a:pt x="2722374" y="342661"/>
                    <a:pt x="2722374" y="337298"/>
                  </a:cubicBezTo>
                  <a:cubicBezTo>
                    <a:pt x="2717177" y="337298"/>
                    <a:pt x="2717177" y="337298"/>
                    <a:pt x="2717177" y="337298"/>
                  </a:cubicBezTo>
                  <a:lnTo>
                    <a:pt x="2717177" y="332270"/>
                  </a:lnTo>
                  <a:lnTo>
                    <a:pt x="2711980" y="327074"/>
                  </a:lnTo>
                  <a:cubicBezTo>
                    <a:pt x="2711980" y="321878"/>
                    <a:pt x="2711980" y="321878"/>
                    <a:pt x="2706783" y="321878"/>
                  </a:cubicBezTo>
                  <a:cubicBezTo>
                    <a:pt x="2706783" y="316515"/>
                    <a:pt x="2706783" y="316515"/>
                    <a:pt x="2701754" y="316515"/>
                  </a:cubicBezTo>
                  <a:lnTo>
                    <a:pt x="2696389" y="316515"/>
                  </a:lnTo>
                  <a:cubicBezTo>
                    <a:pt x="2691192" y="316515"/>
                    <a:pt x="2691192" y="316515"/>
                    <a:pt x="2691192" y="316515"/>
                  </a:cubicBezTo>
                  <a:cubicBezTo>
                    <a:pt x="2685996" y="311487"/>
                    <a:pt x="2675602" y="311487"/>
                    <a:pt x="2675602" y="311487"/>
                  </a:cubicBezTo>
                  <a:cubicBezTo>
                    <a:pt x="2670405" y="311487"/>
                    <a:pt x="2670405" y="316515"/>
                    <a:pt x="2665208" y="316515"/>
                  </a:cubicBezTo>
                  <a:cubicBezTo>
                    <a:pt x="2660178" y="316515"/>
                    <a:pt x="2660178" y="316515"/>
                    <a:pt x="2660178" y="316515"/>
                  </a:cubicBezTo>
                  <a:cubicBezTo>
                    <a:pt x="2654814" y="316515"/>
                    <a:pt x="2654814" y="316515"/>
                    <a:pt x="2654814" y="316515"/>
                  </a:cubicBezTo>
                  <a:cubicBezTo>
                    <a:pt x="2654814" y="316515"/>
                    <a:pt x="2654814" y="316515"/>
                    <a:pt x="2654814" y="321878"/>
                  </a:cubicBezTo>
                  <a:cubicBezTo>
                    <a:pt x="2649617" y="321878"/>
                    <a:pt x="2649617" y="321878"/>
                    <a:pt x="2649617" y="327074"/>
                  </a:cubicBezTo>
                  <a:cubicBezTo>
                    <a:pt x="2649617" y="327074"/>
                    <a:pt x="2649617" y="327074"/>
                    <a:pt x="2649617" y="332270"/>
                  </a:cubicBezTo>
                  <a:lnTo>
                    <a:pt x="2654814" y="332270"/>
                  </a:lnTo>
                  <a:cubicBezTo>
                    <a:pt x="2649617" y="337298"/>
                    <a:pt x="2649617" y="342661"/>
                    <a:pt x="2644420" y="342661"/>
                  </a:cubicBezTo>
                  <a:lnTo>
                    <a:pt x="2644420" y="347856"/>
                  </a:lnTo>
                  <a:cubicBezTo>
                    <a:pt x="2639391" y="347856"/>
                    <a:pt x="2639391" y="347856"/>
                    <a:pt x="2639391" y="347856"/>
                  </a:cubicBezTo>
                  <a:cubicBezTo>
                    <a:pt x="2639391" y="347856"/>
                    <a:pt x="2639391" y="347856"/>
                    <a:pt x="2639391" y="353052"/>
                  </a:cubicBezTo>
                  <a:cubicBezTo>
                    <a:pt x="2634026" y="358080"/>
                    <a:pt x="2634026" y="358080"/>
                    <a:pt x="2628829" y="358080"/>
                  </a:cubicBezTo>
                  <a:lnTo>
                    <a:pt x="2628829" y="353052"/>
                  </a:lnTo>
                  <a:cubicBezTo>
                    <a:pt x="2623632" y="353052"/>
                    <a:pt x="2623632" y="353052"/>
                    <a:pt x="2623632" y="353052"/>
                  </a:cubicBezTo>
                  <a:cubicBezTo>
                    <a:pt x="2623632" y="353052"/>
                    <a:pt x="2623632" y="353052"/>
                    <a:pt x="2623632" y="347856"/>
                  </a:cubicBezTo>
                  <a:cubicBezTo>
                    <a:pt x="2623632" y="347856"/>
                    <a:pt x="2623632" y="347856"/>
                    <a:pt x="2618603" y="353052"/>
                  </a:cubicBezTo>
                  <a:lnTo>
                    <a:pt x="2613238" y="353052"/>
                  </a:lnTo>
                  <a:cubicBezTo>
                    <a:pt x="2613238" y="353052"/>
                    <a:pt x="2613238" y="353052"/>
                    <a:pt x="2608041" y="347856"/>
                  </a:cubicBezTo>
                  <a:cubicBezTo>
                    <a:pt x="2602844" y="347856"/>
                    <a:pt x="2602844" y="347856"/>
                    <a:pt x="2602844" y="347856"/>
                  </a:cubicBezTo>
                  <a:cubicBezTo>
                    <a:pt x="2602844" y="347856"/>
                    <a:pt x="2597815" y="347856"/>
                    <a:pt x="2592450" y="347856"/>
                  </a:cubicBezTo>
                  <a:cubicBezTo>
                    <a:pt x="2592450" y="347856"/>
                    <a:pt x="2592450" y="353052"/>
                    <a:pt x="2587254" y="353052"/>
                  </a:cubicBezTo>
                  <a:lnTo>
                    <a:pt x="2587254" y="358080"/>
                  </a:lnTo>
                  <a:cubicBezTo>
                    <a:pt x="2582057" y="358080"/>
                    <a:pt x="2582057" y="358080"/>
                    <a:pt x="2582057" y="358080"/>
                  </a:cubicBezTo>
                  <a:cubicBezTo>
                    <a:pt x="2577027" y="358080"/>
                    <a:pt x="2577027" y="358080"/>
                    <a:pt x="2577027" y="358080"/>
                  </a:cubicBezTo>
                  <a:cubicBezTo>
                    <a:pt x="2577027" y="358080"/>
                    <a:pt x="2571663" y="358080"/>
                    <a:pt x="2566466" y="358080"/>
                  </a:cubicBezTo>
                  <a:cubicBezTo>
                    <a:pt x="2561269" y="358080"/>
                    <a:pt x="2561269" y="358080"/>
                    <a:pt x="2561269" y="358080"/>
                  </a:cubicBezTo>
                  <a:lnTo>
                    <a:pt x="2556239" y="358080"/>
                  </a:lnTo>
                  <a:cubicBezTo>
                    <a:pt x="2550875" y="358080"/>
                    <a:pt x="2550875" y="358080"/>
                    <a:pt x="2550875" y="358080"/>
                  </a:cubicBezTo>
                  <a:cubicBezTo>
                    <a:pt x="2550875" y="358080"/>
                    <a:pt x="2545678" y="358080"/>
                    <a:pt x="2545678" y="353052"/>
                  </a:cubicBezTo>
                  <a:cubicBezTo>
                    <a:pt x="2545678" y="353052"/>
                    <a:pt x="2545678" y="353052"/>
                    <a:pt x="2540481" y="353052"/>
                  </a:cubicBezTo>
                  <a:cubicBezTo>
                    <a:pt x="2540481" y="353052"/>
                    <a:pt x="2540481" y="353052"/>
                    <a:pt x="2535452" y="353052"/>
                  </a:cubicBezTo>
                  <a:cubicBezTo>
                    <a:pt x="2535452" y="347856"/>
                    <a:pt x="2524890" y="347856"/>
                    <a:pt x="2519693" y="347856"/>
                  </a:cubicBezTo>
                  <a:lnTo>
                    <a:pt x="2514664" y="347856"/>
                  </a:lnTo>
                  <a:lnTo>
                    <a:pt x="2509299" y="347856"/>
                  </a:lnTo>
                  <a:cubicBezTo>
                    <a:pt x="2504102" y="347856"/>
                    <a:pt x="2504102" y="347856"/>
                    <a:pt x="2504102" y="347856"/>
                  </a:cubicBezTo>
                  <a:cubicBezTo>
                    <a:pt x="2504102" y="347856"/>
                    <a:pt x="2504102" y="347856"/>
                    <a:pt x="2498905" y="347856"/>
                  </a:cubicBezTo>
                  <a:cubicBezTo>
                    <a:pt x="2498905" y="347856"/>
                    <a:pt x="2498905" y="347856"/>
                    <a:pt x="2493876" y="347856"/>
                  </a:cubicBezTo>
                  <a:lnTo>
                    <a:pt x="2493876" y="342661"/>
                  </a:lnTo>
                  <a:cubicBezTo>
                    <a:pt x="2493876" y="342661"/>
                    <a:pt x="2493876" y="342661"/>
                    <a:pt x="2488512" y="337298"/>
                  </a:cubicBezTo>
                  <a:cubicBezTo>
                    <a:pt x="2488512" y="337298"/>
                    <a:pt x="2488512" y="337298"/>
                    <a:pt x="2483315" y="337298"/>
                  </a:cubicBezTo>
                  <a:cubicBezTo>
                    <a:pt x="2483315" y="337298"/>
                    <a:pt x="2483315" y="337298"/>
                    <a:pt x="2478118" y="332270"/>
                  </a:cubicBezTo>
                  <a:lnTo>
                    <a:pt x="2473088" y="332270"/>
                  </a:lnTo>
                  <a:lnTo>
                    <a:pt x="2467724" y="332270"/>
                  </a:lnTo>
                  <a:cubicBezTo>
                    <a:pt x="2467724" y="332270"/>
                    <a:pt x="2462527" y="332270"/>
                    <a:pt x="2462527" y="327074"/>
                  </a:cubicBezTo>
                  <a:cubicBezTo>
                    <a:pt x="2457497" y="327074"/>
                    <a:pt x="2457497" y="327074"/>
                    <a:pt x="2457497" y="327074"/>
                  </a:cubicBezTo>
                  <a:lnTo>
                    <a:pt x="2452133" y="332270"/>
                  </a:lnTo>
                  <a:cubicBezTo>
                    <a:pt x="2452133" y="332270"/>
                    <a:pt x="2446936" y="332270"/>
                    <a:pt x="2446936" y="337298"/>
                  </a:cubicBezTo>
                  <a:lnTo>
                    <a:pt x="2441739" y="342661"/>
                  </a:lnTo>
                  <a:cubicBezTo>
                    <a:pt x="2441739" y="342661"/>
                    <a:pt x="2441739" y="347856"/>
                    <a:pt x="2446936" y="347856"/>
                  </a:cubicBezTo>
                  <a:lnTo>
                    <a:pt x="2446936" y="353052"/>
                  </a:lnTo>
                  <a:cubicBezTo>
                    <a:pt x="2441739" y="353052"/>
                    <a:pt x="2441739" y="353052"/>
                    <a:pt x="2441739" y="353052"/>
                  </a:cubicBezTo>
                  <a:cubicBezTo>
                    <a:pt x="2441739" y="353052"/>
                    <a:pt x="2441739" y="353052"/>
                    <a:pt x="2436710" y="353052"/>
                  </a:cubicBezTo>
                  <a:lnTo>
                    <a:pt x="2431513" y="353052"/>
                  </a:lnTo>
                  <a:cubicBezTo>
                    <a:pt x="2426148" y="353052"/>
                    <a:pt x="2426148" y="353052"/>
                    <a:pt x="2426148" y="353052"/>
                  </a:cubicBezTo>
                  <a:lnTo>
                    <a:pt x="2420951" y="353052"/>
                  </a:lnTo>
                  <a:cubicBezTo>
                    <a:pt x="2420951" y="347856"/>
                    <a:pt x="2420951" y="347856"/>
                    <a:pt x="2420951" y="347856"/>
                  </a:cubicBezTo>
                  <a:lnTo>
                    <a:pt x="2415922" y="342661"/>
                  </a:lnTo>
                  <a:cubicBezTo>
                    <a:pt x="2410725" y="342661"/>
                    <a:pt x="2410725" y="342661"/>
                    <a:pt x="2410725" y="342661"/>
                  </a:cubicBezTo>
                  <a:cubicBezTo>
                    <a:pt x="2405360" y="342661"/>
                    <a:pt x="2405360" y="342661"/>
                    <a:pt x="2405360" y="342661"/>
                  </a:cubicBezTo>
                  <a:cubicBezTo>
                    <a:pt x="2405360" y="342661"/>
                    <a:pt x="2405360" y="342661"/>
                    <a:pt x="2400163" y="342661"/>
                  </a:cubicBezTo>
                  <a:lnTo>
                    <a:pt x="2395134" y="342661"/>
                  </a:lnTo>
                  <a:cubicBezTo>
                    <a:pt x="2389937" y="342661"/>
                    <a:pt x="2389937" y="342661"/>
                    <a:pt x="2389937" y="342661"/>
                  </a:cubicBezTo>
                  <a:cubicBezTo>
                    <a:pt x="2389937" y="342661"/>
                    <a:pt x="2384573" y="342661"/>
                    <a:pt x="2384573" y="347856"/>
                  </a:cubicBezTo>
                  <a:lnTo>
                    <a:pt x="2379376" y="347856"/>
                  </a:lnTo>
                  <a:lnTo>
                    <a:pt x="2374346" y="353052"/>
                  </a:lnTo>
                  <a:cubicBezTo>
                    <a:pt x="2369149" y="353052"/>
                    <a:pt x="2369149" y="353052"/>
                    <a:pt x="2369149" y="358080"/>
                  </a:cubicBezTo>
                  <a:cubicBezTo>
                    <a:pt x="2363785" y="358080"/>
                    <a:pt x="2363785" y="358080"/>
                    <a:pt x="2363785" y="358080"/>
                  </a:cubicBezTo>
                  <a:lnTo>
                    <a:pt x="2358588" y="358080"/>
                  </a:lnTo>
                  <a:cubicBezTo>
                    <a:pt x="2358588" y="358080"/>
                    <a:pt x="2358588" y="358080"/>
                    <a:pt x="2353559" y="353052"/>
                  </a:cubicBezTo>
                  <a:cubicBezTo>
                    <a:pt x="2353559" y="353052"/>
                    <a:pt x="2353559" y="353052"/>
                    <a:pt x="2353559" y="358080"/>
                  </a:cubicBezTo>
                  <a:cubicBezTo>
                    <a:pt x="2353559" y="363443"/>
                    <a:pt x="2353559" y="363443"/>
                    <a:pt x="2353559" y="363443"/>
                  </a:cubicBezTo>
                  <a:lnTo>
                    <a:pt x="2348362" y="363443"/>
                  </a:lnTo>
                  <a:cubicBezTo>
                    <a:pt x="2348362" y="358080"/>
                    <a:pt x="2348362" y="353052"/>
                    <a:pt x="2348362" y="353052"/>
                  </a:cubicBezTo>
                  <a:cubicBezTo>
                    <a:pt x="2342997" y="353052"/>
                    <a:pt x="2342997" y="353052"/>
                    <a:pt x="2342997" y="353052"/>
                  </a:cubicBezTo>
                  <a:lnTo>
                    <a:pt x="2337800" y="353052"/>
                  </a:lnTo>
                  <a:cubicBezTo>
                    <a:pt x="2337800" y="353052"/>
                    <a:pt x="2337800" y="353052"/>
                    <a:pt x="2337800" y="358080"/>
                  </a:cubicBezTo>
                  <a:cubicBezTo>
                    <a:pt x="2332771" y="358080"/>
                    <a:pt x="2332771" y="353052"/>
                    <a:pt x="2332771" y="353052"/>
                  </a:cubicBezTo>
                  <a:cubicBezTo>
                    <a:pt x="2327574" y="353052"/>
                    <a:pt x="2327574" y="353052"/>
                    <a:pt x="2327574" y="353052"/>
                  </a:cubicBezTo>
                  <a:cubicBezTo>
                    <a:pt x="2327574" y="347856"/>
                    <a:pt x="2322209" y="347856"/>
                    <a:pt x="2322209" y="347856"/>
                  </a:cubicBezTo>
                  <a:cubicBezTo>
                    <a:pt x="2322209" y="342661"/>
                    <a:pt x="2317012" y="342661"/>
                    <a:pt x="2317012" y="342661"/>
                  </a:cubicBezTo>
                  <a:cubicBezTo>
                    <a:pt x="2311983" y="337298"/>
                    <a:pt x="2311983" y="337298"/>
                    <a:pt x="2311983" y="337298"/>
                  </a:cubicBezTo>
                  <a:cubicBezTo>
                    <a:pt x="2311983" y="337298"/>
                    <a:pt x="2306786" y="337298"/>
                    <a:pt x="2306786" y="342661"/>
                  </a:cubicBezTo>
                  <a:cubicBezTo>
                    <a:pt x="2301421" y="342661"/>
                    <a:pt x="2301421" y="342661"/>
                    <a:pt x="2301421" y="342661"/>
                  </a:cubicBezTo>
                  <a:cubicBezTo>
                    <a:pt x="2296224" y="342661"/>
                    <a:pt x="2296224" y="342661"/>
                    <a:pt x="2296224" y="342661"/>
                  </a:cubicBezTo>
                  <a:lnTo>
                    <a:pt x="2291195" y="342661"/>
                  </a:lnTo>
                  <a:cubicBezTo>
                    <a:pt x="2291195" y="337298"/>
                    <a:pt x="2291195" y="337298"/>
                    <a:pt x="2291195" y="337298"/>
                  </a:cubicBezTo>
                  <a:cubicBezTo>
                    <a:pt x="2285998" y="337298"/>
                    <a:pt x="2285998" y="337298"/>
                    <a:pt x="2285998" y="337298"/>
                  </a:cubicBezTo>
                  <a:cubicBezTo>
                    <a:pt x="2285998" y="337298"/>
                    <a:pt x="2285998" y="337298"/>
                    <a:pt x="2280634" y="337298"/>
                  </a:cubicBezTo>
                  <a:cubicBezTo>
                    <a:pt x="2280634" y="337298"/>
                    <a:pt x="2280634" y="337298"/>
                    <a:pt x="2280634" y="332270"/>
                  </a:cubicBezTo>
                  <a:cubicBezTo>
                    <a:pt x="2280634" y="332270"/>
                    <a:pt x="2280634" y="332270"/>
                    <a:pt x="2275437" y="332270"/>
                  </a:cubicBezTo>
                  <a:cubicBezTo>
                    <a:pt x="2275437" y="332270"/>
                    <a:pt x="2275437" y="327074"/>
                    <a:pt x="2270407" y="327074"/>
                  </a:cubicBezTo>
                  <a:cubicBezTo>
                    <a:pt x="2270407" y="321878"/>
                    <a:pt x="2265210" y="321878"/>
                    <a:pt x="2265210" y="321878"/>
                  </a:cubicBezTo>
                  <a:cubicBezTo>
                    <a:pt x="2265210" y="316515"/>
                    <a:pt x="2259846" y="316515"/>
                    <a:pt x="2259846" y="316515"/>
                  </a:cubicBezTo>
                  <a:lnTo>
                    <a:pt x="2259846" y="311487"/>
                  </a:lnTo>
                  <a:lnTo>
                    <a:pt x="2254649" y="311487"/>
                  </a:lnTo>
                  <a:cubicBezTo>
                    <a:pt x="2259846" y="311487"/>
                    <a:pt x="2259846" y="311487"/>
                    <a:pt x="2259846" y="306292"/>
                  </a:cubicBezTo>
                  <a:lnTo>
                    <a:pt x="2254649" y="300929"/>
                  </a:lnTo>
                  <a:lnTo>
                    <a:pt x="2249620" y="300929"/>
                  </a:lnTo>
                  <a:cubicBezTo>
                    <a:pt x="2249620" y="300929"/>
                    <a:pt x="2249620" y="300929"/>
                    <a:pt x="2244423" y="306292"/>
                  </a:cubicBezTo>
                  <a:cubicBezTo>
                    <a:pt x="2239058" y="306292"/>
                    <a:pt x="2239058" y="306292"/>
                    <a:pt x="2239058" y="306292"/>
                  </a:cubicBezTo>
                  <a:cubicBezTo>
                    <a:pt x="2239058" y="306292"/>
                    <a:pt x="2239058" y="311487"/>
                    <a:pt x="2233861" y="311487"/>
                  </a:cubicBezTo>
                  <a:cubicBezTo>
                    <a:pt x="2228832" y="311487"/>
                    <a:pt x="2228832" y="311487"/>
                    <a:pt x="2228832" y="316515"/>
                  </a:cubicBezTo>
                  <a:cubicBezTo>
                    <a:pt x="2228832" y="311487"/>
                    <a:pt x="2228832" y="311487"/>
                    <a:pt x="2223635" y="311487"/>
                  </a:cubicBezTo>
                  <a:cubicBezTo>
                    <a:pt x="2223635" y="311487"/>
                    <a:pt x="2223635" y="311487"/>
                    <a:pt x="2223635" y="306292"/>
                  </a:cubicBezTo>
                  <a:cubicBezTo>
                    <a:pt x="2223635" y="306292"/>
                    <a:pt x="2223635" y="306292"/>
                    <a:pt x="2218270" y="306292"/>
                  </a:cubicBezTo>
                  <a:cubicBezTo>
                    <a:pt x="2213073" y="306292"/>
                    <a:pt x="2213073" y="306292"/>
                    <a:pt x="2213073" y="306292"/>
                  </a:cubicBezTo>
                  <a:cubicBezTo>
                    <a:pt x="2208044" y="306292"/>
                    <a:pt x="2208044" y="306292"/>
                    <a:pt x="2208044" y="306292"/>
                  </a:cubicBezTo>
                  <a:cubicBezTo>
                    <a:pt x="2202847" y="306292"/>
                    <a:pt x="2202847" y="306292"/>
                    <a:pt x="2202847" y="306292"/>
                  </a:cubicBezTo>
                  <a:cubicBezTo>
                    <a:pt x="2202847" y="306292"/>
                    <a:pt x="2202847" y="306292"/>
                    <a:pt x="2202847" y="300929"/>
                  </a:cubicBezTo>
                  <a:lnTo>
                    <a:pt x="2197482" y="295733"/>
                  </a:lnTo>
                  <a:lnTo>
                    <a:pt x="2192453" y="295733"/>
                  </a:lnTo>
                  <a:cubicBezTo>
                    <a:pt x="2187256" y="290705"/>
                    <a:pt x="2187256" y="290705"/>
                    <a:pt x="2181892" y="290705"/>
                  </a:cubicBezTo>
                  <a:cubicBezTo>
                    <a:pt x="2176695" y="290705"/>
                    <a:pt x="2171665" y="295733"/>
                    <a:pt x="2171665" y="300929"/>
                  </a:cubicBezTo>
                  <a:cubicBezTo>
                    <a:pt x="2166468" y="300929"/>
                    <a:pt x="2166468" y="300929"/>
                    <a:pt x="2166468" y="300929"/>
                  </a:cubicBezTo>
                  <a:cubicBezTo>
                    <a:pt x="2161271" y="300929"/>
                    <a:pt x="2161271" y="300929"/>
                    <a:pt x="2155907" y="300929"/>
                  </a:cubicBezTo>
                  <a:lnTo>
                    <a:pt x="2150878" y="300929"/>
                  </a:lnTo>
                  <a:cubicBezTo>
                    <a:pt x="2145681" y="300929"/>
                    <a:pt x="2145681" y="300929"/>
                    <a:pt x="2145681" y="300929"/>
                  </a:cubicBezTo>
                  <a:cubicBezTo>
                    <a:pt x="2145681" y="306292"/>
                    <a:pt x="2145681" y="306292"/>
                    <a:pt x="2140484" y="306292"/>
                  </a:cubicBezTo>
                  <a:cubicBezTo>
                    <a:pt x="2140484" y="306292"/>
                    <a:pt x="2140484" y="306292"/>
                    <a:pt x="2135119" y="306292"/>
                  </a:cubicBezTo>
                  <a:cubicBezTo>
                    <a:pt x="2135119" y="306292"/>
                    <a:pt x="2135119" y="306292"/>
                    <a:pt x="2130090" y="306292"/>
                  </a:cubicBezTo>
                  <a:cubicBezTo>
                    <a:pt x="2124893" y="306292"/>
                    <a:pt x="2124893" y="306292"/>
                    <a:pt x="2124893" y="306292"/>
                  </a:cubicBezTo>
                  <a:cubicBezTo>
                    <a:pt x="2119696" y="306292"/>
                    <a:pt x="2119696" y="306292"/>
                    <a:pt x="2119696" y="306292"/>
                  </a:cubicBezTo>
                  <a:cubicBezTo>
                    <a:pt x="2114331" y="306292"/>
                    <a:pt x="2114331" y="306292"/>
                    <a:pt x="2114331" y="306292"/>
                  </a:cubicBezTo>
                  <a:lnTo>
                    <a:pt x="2109302" y="306292"/>
                  </a:lnTo>
                  <a:cubicBezTo>
                    <a:pt x="2104105" y="306292"/>
                    <a:pt x="2104105" y="306292"/>
                    <a:pt x="2104105" y="311487"/>
                  </a:cubicBezTo>
                  <a:cubicBezTo>
                    <a:pt x="2104105" y="311487"/>
                    <a:pt x="2104105" y="311487"/>
                    <a:pt x="2104105" y="316515"/>
                  </a:cubicBezTo>
                  <a:lnTo>
                    <a:pt x="2104105" y="321878"/>
                  </a:lnTo>
                  <a:lnTo>
                    <a:pt x="2104105" y="327074"/>
                  </a:lnTo>
                  <a:cubicBezTo>
                    <a:pt x="2098908" y="327074"/>
                    <a:pt x="2098908" y="327074"/>
                    <a:pt x="2098908" y="327074"/>
                  </a:cubicBezTo>
                  <a:cubicBezTo>
                    <a:pt x="2098908" y="327074"/>
                    <a:pt x="2098908" y="327074"/>
                    <a:pt x="2098908" y="327723"/>
                  </a:cubicBezTo>
                  <a:cubicBezTo>
                    <a:pt x="2098908" y="328373"/>
                    <a:pt x="2098908" y="329672"/>
                    <a:pt x="2098908" y="332270"/>
                  </a:cubicBezTo>
                  <a:cubicBezTo>
                    <a:pt x="2093544" y="332270"/>
                    <a:pt x="2093544" y="332270"/>
                    <a:pt x="2093544" y="337298"/>
                  </a:cubicBezTo>
                  <a:cubicBezTo>
                    <a:pt x="2093544" y="337298"/>
                    <a:pt x="2093544" y="337298"/>
                    <a:pt x="2093544" y="342661"/>
                  </a:cubicBezTo>
                  <a:lnTo>
                    <a:pt x="2088514" y="342661"/>
                  </a:lnTo>
                  <a:lnTo>
                    <a:pt x="2083317" y="342661"/>
                  </a:lnTo>
                  <a:cubicBezTo>
                    <a:pt x="2083317" y="337298"/>
                    <a:pt x="2078120" y="337298"/>
                    <a:pt x="2078120" y="337298"/>
                  </a:cubicBezTo>
                  <a:cubicBezTo>
                    <a:pt x="2072756" y="337298"/>
                    <a:pt x="2072756" y="337298"/>
                    <a:pt x="2072756" y="342661"/>
                  </a:cubicBezTo>
                  <a:cubicBezTo>
                    <a:pt x="2072756" y="337298"/>
                    <a:pt x="2067726" y="337298"/>
                    <a:pt x="2067726" y="337298"/>
                  </a:cubicBezTo>
                  <a:cubicBezTo>
                    <a:pt x="2067726" y="337298"/>
                    <a:pt x="2067726" y="337298"/>
                    <a:pt x="2062529" y="337298"/>
                  </a:cubicBezTo>
                  <a:cubicBezTo>
                    <a:pt x="2062529" y="342661"/>
                    <a:pt x="2062529" y="342661"/>
                    <a:pt x="2057333" y="342661"/>
                  </a:cubicBezTo>
                  <a:cubicBezTo>
                    <a:pt x="2051968" y="342661"/>
                    <a:pt x="2051968" y="337298"/>
                    <a:pt x="2046939" y="337298"/>
                  </a:cubicBezTo>
                  <a:cubicBezTo>
                    <a:pt x="2046939" y="337298"/>
                    <a:pt x="2046939" y="337298"/>
                    <a:pt x="2046939" y="342661"/>
                  </a:cubicBezTo>
                  <a:cubicBezTo>
                    <a:pt x="2041742" y="342661"/>
                    <a:pt x="2041742" y="337298"/>
                    <a:pt x="2041742" y="337298"/>
                  </a:cubicBezTo>
                  <a:cubicBezTo>
                    <a:pt x="2041742" y="337298"/>
                    <a:pt x="2036545" y="337298"/>
                    <a:pt x="2036545" y="332270"/>
                  </a:cubicBezTo>
                  <a:cubicBezTo>
                    <a:pt x="2031180" y="332270"/>
                    <a:pt x="2031180" y="332270"/>
                    <a:pt x="2031180" y="337298"/>
                  </a:cubicBezTo>
                  <a:cubicBezTo>
                    <a:pt x="2031180" y="332270"/>
                    <a:pt x="2026151" y="332270"/>
                    <a:pt x="2026151" y="332270"/>
                  </a:cubicBezTo>
                  <a:cubicBezTo>
                    <a:pt x="2026151" y="332270"/>
                    <a:pt x="2026151" y="332270"/>
                    <a:pt x="2020954" y="332270"/>
                  </a:cubicBezTo>
                  <a:cubicBezTo>
                    <a:pt x="2015757" y="332270"/>
                    <a:pt x="2015757" y="332270"/>
                    <a:pt x="2015757" y="332270"/>
                  </a:cubicBezTo>
                  <a:cubicBezTo>
                    <a:pt x="2010392" y="332270"/>
                    <a:pt x="2010392" y="332270"/>
                    <a:pt x="2010392" y="332270"/>
                  </a:cubicBezTo>
                  <a:cubicBezTo>
                    <a:pt x="2005363" y="332270"/>
                    <a:pt x="2005363" y="332270"/>
                    <a:pt x="2005363" y="332270"/>
                  </a:cubicBezTo>
                  <a:cubicBezTo>
                    <a:pt x="2005363" y="337298"/>
                    <a:pt x="2005363" y="337298"/>
                    <a:pt x="2000166" y="337298"/>
                  </a:cubicBezTo>
                  <a:cubicBezTo>
                    <a:pt x="2000166" y="337298"/>
                    <a:pt x="2000166" y="337298"/>
                    <a:pt x="1994969" y="342661"/>
                  </a:cubicBezTo>
                  <a:cubicBezTo>
                    <a:pt x="1989605" y="342661"/>
                    <a:pt x="1989605" y="342661"/>
                    <a:pt x="1989605" y="342661"/>
                  </a:cubicBezTo>
                  <a:lnTo>
                    <a:pt x="1984575" y="347856"/>
                  </a:lnTo>
                  <a:cubicBezTo>
                    <a:pt x="1984575" y="347856"/>
                    <a:pt x="1984575" y="347856"/>
                    <a:pt x="1984575" y="342661"/>
                  </a:cubicBezTo>
                  <a:cubicBezTo>
                    <a:pt x="1984575" y="342661"/>
                    <a:pt x="1984575" y="342661"/>
                    <a:pt x="1979378" y="342661"/>
                  </a:cubicBezTo>
                  <a:lnTo>
                    <a:pt x="1974181" y="347856"/>
                  </a:lnTo>
                  <a:lnTo>
                    <a:pt x="1974181" y="353052"/>
                  </a:lnTo>
                  <a:cubicBezTo>
                    <a:pt x="1974181" y="353052"/>
                    <a:pt x="1974181" y="353052"/>
                    <a:pt x="1974181" y="358080"/>
                  </a:cubicBezTo>
                  <a:cubicBezTo>
                    <a:pt x="1968817" y="358080"/>
                    <a:pt x="1968817" y="358080"/>
                    <a:pt x="1968817" y="358080"/>
                  </a:cubicBezTo>
                  <a:lnTo>
                    <a:pt x="1968817" y="363443"/>
                  </a:lnTo>
                  <a:lnTo>
                    <a:pt x="1968817" y="368639"/>
                  </a:lnTo>
                  <a:cubicBezTo>
                    <a:pt x="1968817" y="368639"/>
                    <a:pt x="1968817" y="368639"/>
                    <a:pt x="1968817" y="373834"/>
                  </a:cubicBezTo>
                  <a:cubicBezTo>
                    <a:pt x="1968817" y="373834"/>
                    <a:pt x="1968817" y="378862"/>
                    <a:pt x="1974181" y="378862"/>
                  </a:cubicBezTo>
                  <a:lnTo>
                    <a:pt x="1974181" y="384225"/>
                  </a:lnTo>
                  <a:cubicBezTo>
                    <a:pt x="1979378" y="384225"/>
                    <a:pt x="1984575" y="384225"/>
                    <a:pt x="1984575" y="384225"/>
                  </a:cubicBezTo>
                  <a:cubicBezTo>
                    <a:pt x="1984575" y="389421"/>
                    <a:pt x="1984575" y="389421"/>
                    <a:pt x="1989605" y="389421"/>
                  </a:cubicBezTo>
                  <a:cubicBezTo>
                    <a:pt x="1989605" y="394616"/>
                    <a:pt x="1989605" y="394616"/>
                    <a:pt x="1989605" y="394616"/>
                  </a:cubicBezTo>
                  <a:cubicBezTo>
                    <a:pt x="1984575" y="399644"/>
                    <a:pt x="1984575" y="399644"/>
                    <a:pt x="1979378" y="399644"/>
                  </a:cubicBezTo>
                  <a:cubicBezTo>
                    <a:pt x="1979378" y="399644"/>
                    <a:pt x="1979378" y="399644"/>
                    <a:pt x="1974181" y="399644"/>
                  </a:cubicBezTo>
                  <a:cubicBezTo>
                    <a:pt x="1974181" y="405008"/>
                    <a:pt x="1974181" y="405008"/>
                    <a:pt x="1974181" y="405008"/>
                  </a:cubicBezTo>
                  <a:lnTo>
                    <a:pt x="1974181" y="410203"/>
                  </a:lnTo>
                  <a:cubicBezTo>
                    <a:pt x="1974181" y="410203"/>
                    <a:pt x="1974181" y="410203"/>
                    <a:pt x="1968817" y="410203"/>
                  </a:cubicBezTo>
                  <a:lnTo>
                    <a:pt x="1968817" y="415399"/>
                  </a:lnTo>
                  <a:cubicBezTo>
                    <a:pt x="1968817" y="420427"/>
                    <a:pt x="1974181" y="420427"/>
                    <a:pt x="1979378" y="425790"/>
                  </a:cubicBezTo>
                  <a:cubicBezTo>
                    <a:pt x="1979378" y="430985"/>
                    <a:pt x="1979378" y="430985"/>
                    <a:pt x="1979378" y="430985"/>
                  </a:cubicBezTo>
                  <a:lnTo>
                    <a:pt x="1979378" y="436013"/>
                  </a:lnTo>
                  <a:cubicBezTo>
                    <a:pt x="1979378" y="436013"/>
                    <a:pt x="1979378" y="436013"/>
                    <a:pt x="1974181" y="436013"/>
                  </a:cubicBezTo>
                  <a:cubicBezTo>
                    <a:pt x="1968817" y="436013"/>
                    <a:pt x="1968817" y="436013"/>
                    <a:pt x="1968817" y="436013"/>
                  </a:cubicBezTo>
                  <a:cubicBezTo>
                    <a:pt x="1968817" y="430985"/>
                    <a:pt x="1968817" y="430985"/>
                    <a:pt x="1963787" y="430985"/>
                  </a:cubicBezTo>
                  <a:cubicBezTo>
                    <a:pt x="1963787" y="425790"/>
                    <a:pt x="1963787" y="425790"/>
                    <a:pt x="1958591" y="425790"/>
                  </a:cubicBezTo>
                  <a:cubicBezTo>
                    <a:pt x="1958591" y="425790"/>
                    <a:pt x="1958591" y="425790"/>
                    <a:pt x="1958591" y="430985"/>
                  </a:cubicBezTo>
                  <a:lnTo>
                    <a:pt x="1953394" y="430985"/>
                  </a:lnTo>
                  <a:lnTo>
                    <a:pt x="1948029" y="430985"/>
                  </a:lnTo>
                  <a:cubicBezTo>
                    <a:pt x="1948029" y="430985"/>
                    <a:pt x="1943000" y="430985"/>
                    <a:pt x="1943000" y="425790"/>
                  </a:cubicBezTo>
                  <a:cubicBezTo>
                    <a:pt x="1943000" y="425790"/>
                    <a:pt x="1943000" y="425790"/>
                    <a:pt x="1937803" y="425790"/>
                  </a:cubicBezTo>
                  <a:cubicBezTo>
                    <a:pt x="1937803" y="425790"/>
                    <a:pt x="1937803" y="425790"/>
                    <a:pt x="1932606" y="425790"/>
                  </a:cubicBezTo>
                  <a:cubicBezTo>
                    <a:pt x="1932606" y="425790"/>
                    <a:pt x="1932606" y="425790"/>
                    <a:pt x="1927241" y="425790"/>
                  </a:cubicBezTo>
                  <a:cubicBezTo>
                    <a:pt x="1927241" y="425790"/>
                    <a:pt x="1922212" y="425790"/>
                    <a:pt x="1922212" y="420427"/>
                  </a:cubicBezTo>
                  <a:cubicBezTo>
                    <a:pt x="1922212" y="420427"/>
                    <a:pt x="1922212" y="420427"/>
                    <a:pt x="1917015" y="420427"/>
                  </a:cubicBezTo>
                  <a:cubicBezTo>
                    <a:pt x="1911650" y="420427"/>
                    <a:pt x="1911650" y="420427"/>
                    <a:pt x="1911650" y="420427"/>
                  </a:cubicBezTo>
                  <a:cubicBezTo>
                    <a:pt x="1901424" y="410203"/>
                    <a:pt x="1901424" y="410203"/>
                    <a:pt x="1901424" y="410203"/>
                  </a:cubicBezTo>
                  <a:cubicBezTo>
                    <a:pt x="1896227" y="410203"/>
                    <a:pt x="1896227" y="410203"/>
                    <a:pt x="1896227" y="410203"/>
                  </a:cubicBezTo>
                  <a:lnTo>
                    <a:pt x="1891030" y="410203"/>
                  </a:lnTo>
                  <a:lnTo>
                    <a:pt x="1896227" y="405008"/>
                  </a:lnTo>
                  <a:cubicBezTo>
                    <a:pt x="1896227" y="399644"/>
                    <a:pt x="1896227" y="399644"/>
                    <a:pt x="1896227" y="399644"/>
                  </a:cubicBezTo>
                  <a:cubicBezTo>
                    <a:pt x="1901424" y="399644"/>
                    <a:pt x="1901424" y="399644"/>
                    <a:pt x="1901424" y="394616"/>
                  </a:cubicBezTo>
                  <a:cubicBezTo>
                    <a:pt x="1906621" y="394616"/>
                    <a:pt x="1906621" y="389421"/>
                    <a:pt x="1906621" y="389421"/>
                  </a:cubicBezTo>
                  <a:cubicBezTo>
                    <a:pt x="1906621" y="384225"/>
                    <a:pt x="1906621" y="384225"/>
                    <a:pt x="1906621" y="384225"/>
                  </a:cubicBezTo>
                  <a:cubicBezTo>
                    <a:pt x="1911650" y="384225"/>
                    <a:pt x="1911650" y="378862"/>
                    <a:pt x="1917015" y="378862"/>
                  </a:cubicBezTo>
                  <a:lnTo>
                    <a:pt x="1917015" y="373834"/>
                  </a:lnTo>
                  <a:cubicBezTo>
                    <a:pt x="1917015" y="373834"/>
                    <a:pt x="1917015" y="373834"/>
                    <a:pt x="1911650" y="368639"/>
                  </a:cubicBezTo>
                  <a:cubicBezTo>
                    <a:pt x="1917015" y="368639"/>
                    <a:pt x="1917015" y="368639"/>
                    <a:pt x="1917015" y="368639"/>
                  </a:cubicBezTo>
                  <a:cubicBezTo>
                    <a:pt x="1917015" y="363443"/>
                    <a:pt x="1917015" y="363443"/>
                    <a:pt x="1917015" y="363443"/>
                  </a:cubicBezTo>
                  <a:lnTo>
                    <a:pt x="1917015" y="358080"/>
                  </a:lnTo>
                  <a:cubicBezTo>
                    <a:pt x="1917015" y="358080"/>
                    <a:pt x="1917015" y="353052"/>
                    <a:pt x="1911650" y="353052"/>
                  </a:cubicBezTo>
                  <a:cubicBezTo>
                    <a:pt x="1906621" y="353052"/>
                    <a:pt x="1906621" y="353052"/>
                    <a:pt x="1906621" y="353052"/>
                  </a:cubicBezTo>
                  <a:cubicBezTo>
                    <a:pt x="1901424" y="353052"/>
                    <a:pt x="1901424" y="353052"/>
                    <a:pt x="1896227" y="347856"/>
                  </a:cubicBezTo>
                  <a:cubicBezTo>
                    <a:pt x="1891030" y="347856"/>
                    <a:pt x="1891030" y="347856"/>
                    <a:pt x="1891030" y="347856"/>
                  </a:cubicBezTo>
                  <a:cubicBezTo>
                    <a:pt x="1891030" y="347856"/>
                    <a:pt x="1891030" y="347856"/>
                    <a:pt x="1885833" y="347856"/>
                  </a:cubicBezTo>
                  <a:lnTo>
                    <a:pt x="1880636" y="347856"/>
                  </a:lnTo>
                  <a:lnTo>
                    <a:pt x="1875439" y="347856"/>
                  </a:lnTo>
                  <a:cubicBezTo>
                    <a:pt x="1875439" y="347856"/>
                    <a:pt x="1875439" y="347856"/>
                    <a:pt x="1870242" y="347856"/>
                  </a:cubicBezTo>
                  <a:cubicBezTo>
                    <a:pt x="1870242" y="342661"/>
                    <a:pt x="1870242" y="342661"/>
                    <a:pt x="1870242" y="342661"/>
                  </a:cubicBezTo>
                  <a:lnTo>
                    <a:pt x="1870242" y="337298"/>
                  </a:lnTo>
                  <a:cubicBezTo>
                    <a:pt x="1865045" y="337298"/>
                    <a:pt x="1865045" y="337298"/>
                    <a:pt x="1865045" y="337298"/>
                  </a:cubicBezTo>
                  <a:cubicBezTo>
                    <a:pt x="1865045" y="332270"/>
                    <a:pt x="1859848" y="332270"/>
                    <a:pt x="1859848" y="327074"/>
                  </a:cubicBezTo>
                  <a:cubicBezTo>
                    <a:pt x="1859848" y="327074"/>
                    <a:pt x="1854652" y="327074"/>
                    <a:pt x="1849455" y="327074"/>
                  </a:cubicBezTo>
                  <a:cubicBezTo>
                    <a:pt x="1844258" y="327074"/>
                    <a:pt x="1844258" y="327074"/>
                    <a:pt x="1844258" y="327074"/>
                  </a:cubicBezTo>
                  <a:cubicBezTo>
                    <a:pt x="1844258" y="321878"/>
                    <a:pt x="1849455" y="321878"/>
                    <a:pt x="1849455" y="316515"/>
                  </a:cubicBezTo>
                  <a:cubicBezTo>
                    <a:pt x="1844258" y="311487"/>
                    <a:pt x="1844258" y="311487"/>
                    <a:pt x="1839061" y="311487"/>
                  </a:cubicBezTo>
                  <a:cubicBezTo>
                    <a:pt x="1839061" y="306292"/>
                    <a:pt x="1839061" y="306292"/>
                    <a:pt x="1833864" y="306292"/>
                  </a:cubicBezTo>
                  <a:lnTo>
                    <a:pt x="1828667" y="300929"/>
                  </a:lnTo>
                  <a:lnTo>
                    <a:pt x="1833864" y="300929"/>
                  </a:lnTo>
                  <a:cubicBezTo>
                    <a:pt x="1833864" y="295733"/>
                    <a:pt x="1828667" y="290705"/>
                    <a:pt x="1828667" y="290705"/>
                  </a:cubicBezTo>
                  <a:cubicBezTo>
                    <a:pt x="1823470" y="290705"/>
                    <a:pt x="1823470" y="290705"/>
                    <a:pt x="1823470" y="290705"/>
                  </a:cubicBezTo>
                  <a:cubicBezTo>
                    <a:pt x="1818273" y="290705"/>
                    <a:pt x="1818273" y="290705"/>
                    <a:pt x="1818273" y="290705"/>
                  </a:cubicBezTo>
                  <a:lnTo>
                    <a:pt x="1813076" y="290705"/>
                  </a:lnTo>
                  <a:cubicBezTo>
                    <a:pt x="1813076" y="285509"/>
                    <a:pt x="1807879" y="285509"/>
                    <a:pt x="1807879" y="285509"/>
                  </a:cubicBezTo>
                  <a:lnTo>
                    <a:pt x="1802682" y="285509"/>
                  </a:lnTo>
                  <a:cubicBezTo>
                    <a:pt x="1802682" y="285509"/>
                    <a:pt x="1802682" y="285509"/>
                    <a:pt x="1802682" y="280314"/>
                  </a:cubicBezTo>
                  <a:cubicBezTo>
                    <a:pt x="1802682" y="280314"/>
                    <a:pt x="1802682" y="280314"/>
                    <a:pt x="1802682" y="274951"/>
                  </a:cubicBezTo>
                  <a:cubicBezTo>
                    <a:pt x="1802682" y="274951"/>
                    <a:pt x="1802682" y="274951"/>
                    <a:pt x="1813076" y="264727"/>
                  </a:cubicBezTo>
                  <a:cubicBezTo>
                    <a:pt x="1813076" y="264727"/>
                    <a:pt x="1813076" y="264727"/>
                    <a:pt x="1797485" y="269923"/>
                  </a:cubicBezTo>
                  <a:cubicBezTo>
                    <a:pt x="1797485" y="264727"/>
                    <a:pt x="1797485" y="264727"/>
                    <a:pt x="1797485" y="264727"/>
                  </a:cubicBezTo>
                  <a:lnTo>
                    <a:pt x="1802682" y="259532"/>
                  </a:lnTo>
                  <a:lnTo>
                    <a:pt x="1807879" y="254168"/>
                  </a:lnTo>
                  <a:lnTo>
                    <a:pt x="1807879" y="249140"/>
                  </a:lnTo>
                  <a:lnTo>
                    <a:pt x="1807879" y="243945"/>
                  </a:lnTo>
                  <a:cubicBezTo>
                    <a:pt x="1807879" y="238749"/>
                    <a:pt x="1813076" y="238749"/>
                    <a:pt x="1813076" y="238749"/>
                  </a:cubicBezTo>
                  <a:cubicBezTo>
                    <a:pt x="1818273" y="238749"/>
                    <a:pt x="1818273" y="233386"/>
                    <a:pt x="1823470" y="233386"/>
                  </a:cubicBezTo>
                  <a:cubicBezTo>
                    <a:pt x="1823470" y="228358"/>
                    <a:pt x="1828667" y="228358"/>
                    <a:pt x="1828667" y="228358"/>
                  </a:cubicBezTo>
                  <a:cubicBezTo>
                    <a:pt x="1833864" y="228358"/>
                    <a:pt x="1833864" y="223163"/>
                    <a:pt x="1833864" y="217967"/>
                  </a:cubicBezTo>
                  <a:cubicBezTo>
                    <a:pt x="1833864" y="212604"/>
                    <a:pt x="1833864" y="212604"/>
                    <a:pt x="1833864" y="207576"/>
                  </a:cubicBezTo>
                  <a:lnTo>
                    <a:pt x="1828667" y="207576"/>
                  </a:lnTo>
                  <a:cubicBezTo>
                    <a:pt x="1828667" y="202380"/>
                    <a:pt x="1828667" y="202380"/>
                    <a:pt x="1828667" y="202380"/>
                  </a:cubicBezTo>
                  <a:lnTo>
                    <a:pt x="1823470" y="197185"/>
                  </a:lnTo>
                  <a:cubicBezTo>
                    <a:pt x="1823470" y="197185"/>
                    <a:pt x="1823470" y="191989"/>
                    <a:pt x="1818273" y="191989"/>
                  </a:cubicBezTo>
                  <a:cubicBezTo>
                    <a:pt x="1823470" y="191989"/>
                    <a:pt x="1823470" y="191989"/>
                    <a:pt x="1823470" y="191989"/>
                  </a:cubicBezTo>
                  <a:lnTo>
                    <a:pt x="1823470" y="186794"/>
                  </a:lnTo>
                  <a:cubicBezTo>
                    <a:pt x="1823470" y="181598"/>
                    <a:pt x="1823470" y="181598"/>
                    <a:pt x="1823470" y="176402"/>
                  </a:cubicBezTo>
                  <a:cubicBezTo>
                    <a:pt x="1823470" y="176402"/>
                    <a:pt x="1823470" y="176402"/>
                    <a:pt x="1818273" y="176402"/>
                  </a:cubicBezTo>
                  <a:cubicBezTo>
                    <a:pt x="1818273" y="171207"/>
                    <a:pt x="1818273" y="171207"/>
                    <a:pt x="1818273" y="171207"/>
                  </a:cubicBezTo>
                  <a:cubicBezTo>
                    <a:pt x="1823470" y="171207"/>
                    <a:pt x="1823470" y="166011"/>
                    <a:pt x="1823470" y="166011"/>
                  </a:cubicBezTo>
                  <a:cubicBezTo>
                    <a:pt x="1823470" y="160816"/>
                    <a:pt x="1818273" y="160816"/>
                    <a:pt x="1818273" y="160816"/>
                  </a:cubicBezTo>
                  <a:cubicBezTo>
                    <a:pt x="1818273" y="160816"/>
                    <a:pt x="1818273" y="160816"/>
                    <a:pt x="1818273" y="155620"/>
                  </a:cubicBezTo>
                  <a:lnTo>
                    <a:pt x="1818273" y="150425"/>
                  </a:lnTo>
                  <a:lnTo>
                    <a:pt x="1823470" y="150425"/>
                  </a:lnTo>
                  <a:cubicBezTo>
                    <a:pt x="1823470" y="150425"/>
                    <a:pt x="1823470" y="150425"/>
                    <a:pt x="1828667" y="150425"/>
                  </a:cubicBezTo>
                  <a:cubicBezTo>
                    <a:pt x="1828667" y="150425"/>
                    <a:pt x="1828667" y="150425"/>
                    <a:pt x="1839061" y="150425"/>
                  </a:cubicBezTo>
                  <a:cubicBezTo>
                    <a:pt x="1844258" y="150425"/>
                    <a:pt x="1849455" y="150425"/>
                    <a:pt x="1849455" y="150425"/>
                  </a:cubicBezTo>
                  <a:cubicBezTo>
                    <a:pt x="1849455" y="150425"/>
                    <a:pt x="1849455" y="150425"/>
                    <a:pt x="1854652" y="150425"/>
                  </a:cubicBezTo>
                  <a:lnTo>
                    <a:pt x="1859848" y="150425"/>
                  </a:lnTo>
                  <a:lnTo>
                    <a:pt x="1865045" y="150425"/>
                  </a:lnTo>
                  <a:cubicBezTo>
                    <a:pt x="1870242" y="155620"/>
                    <a:pt x="1870242" y="155620"/>
                    <a:pt x="1870242" y="155620"/>
                  </a:cubicBezTo>
                  <a:cubicBezTo>
                    <a:pt x="1875439" y="155620"/>
                    <a:pt x="1875439" y="155620"/>
                    <a:pt x="1875439" y="155620"/>
                  </a:cubicBezTo>
                  <a:lnTo>
                    <a:pt x="1880636" y="155620"/>
                  </a:lnTo>
                  <a:cubicBezTo>
                    <a:pt x="1885833" y="160816"/>
                    <a:pt x="1891030" y="166011"/>
                    <a:pt x="1896227" y="166011"/>
                  </a:cubicBezTo>
                  <a:cubicBezTo>
                    <a:pt x="1901424" y="166011"/>
                    <a:pt x="1906621" y="166011"/>
                    <a:pt x="1906621" y="166011"/>
                  </a:cubicBezTo>
                  <a:cubicBezTo>
                    <a:pt x="1906621" y="166011"/>
                    <a:pt x="1906621" y="166011"/>
                    <a:pt x="1911650" y="166011"/>
                  </a:cubicBezTo>
                  <a:cubicBezTo>
                    <a:pt x="1911650" y="166011"/>
                    <a:pt x="1917015" y="171207"/>
                    <a:pt x="1922212" y="171207"/>
                  </a:cubicBezTo>
                  <a:cubicBezTo>
                    <a:pt x="1917015" y="171207"/>
                    <a:pt x="1917015" y="171207"/>
                    <a:pt x="1917015" y="171207"/>
                  </a:cubicBezTo>
                  <a:cubicBezTo>
                    <a:pt x="1917015" y="171207"/>
                    <a:pt x="1911650" y="176402"/>
                    <a:pt x="1906621" y="176402"/>
                  </a:cubicBezTo>
                  <a:cubicBezTo>
                    <a:pt x="1901424" y="176402"/>
                    <a:pt x="1901424" y="176402"/>
                    <a:pt x="1896227" y="176402"/>
                  </a:cubicBezTo>
                  <a:lnTo>
                    <a:pt x="1891030" y="176402"/>
                  </a:lnTo>
                  <a:cubicBezTo>
                    <a:pt x="1885833" y="176402"/>
                    <a:pt x="1875439" y="176402"/>
                    <a:pt x="1870242" y="176402"/>
                  </a:cubicBezTo>
                  <a:cubicBezTo>
                    <a:pt x="1870242" y="176402"/>
                    <a:pt x="1870242" y="176402"/>
                    <a:pt x="1865045" y="176402"/>
                  </a:cubicBezTo>
                  <a:cubicBezTo>
                    <a:pt x="1859848" y="176402"/>
                    <a:pt x="1854652" y="176402"/>
                    <a:pt x="1854652" y="171207"/>
                  </a:cubicBezTo>
                  <a:cubicBezTo>
                    <a:pt x="1849455" y="171207"/>
                    <a:pt x="1839061" y="166011"/>
                    <a:pt x="1839061" y="166011"/>
                  </a:cubicBezTo>
                  <a:cubicBezTo>
                    <a:pt x="1833864" y="166011"/>
                    <a:pt x="1833864" y="171207"/>
                    <a:pt x="1833864" y="171207"/>
                  </a:cubicBezTo>
                  <a:lnTo>
                    <a:pt x="1833864" y="176402"/>
                  </a:lnTo>
                  <a:cubicBezTo>
                    <a:pt x="1839061" y="176402"/>
                    <a:pt x="1839061" y="181598"/>
                    <a:pt x="1844258" y="181598"/>
                  </a:cubicBezTo>
                  <a:cubicBezTo>
                    <a:pt x="1849455" y="181598"/>
                    <a:pt x="1849455" y="181598"/>
                    <a:pt x="1849455" y="181598"/>
                  </a:cubicBezTo>
                  <a:cubicBezTo>
                    <a:pt x="1849455" y="181598"/>
                    <a:pt x="1849455" y="181598"/>
                    <a:pt x="1849455" y="186794"/>
                  </a:cubicBezTo>
                  <a:cubicBezTo>
                    <a:pt x="1854652" y="186794"/>
                    <a:pt x="1854652" y="186794"/>
                    <a:pt x="1859848" y="186794"/>
                  </a:cubicBezTo>
                  <a:cubicBezTo>
                    <a:pt x="1859848" y="186794"/>
                    <a:pt x="1859848" y="186794"/>
                    <a:pt x="1859848" y="191989"/>
                  </a:cubicBezTo>
                  <a:lnTo>
                    <a:pt x="1859848" y="197185"/>
                  </a:lnTo>
                  <a:cubicBezTo>
                    <a:pt x="1859848" y="202380"/>
                    <a:pt x="1859848" y="202380"/>
                    <a:pt x="1865045" y="202380"/>
                  </a:cubicBezTo>
                  <a:cubicBezTo>
                    <a:pt x="1865045" y="207576"/>
                    <a:pt x="1870242" y="207576"/>
                    <a:pt x="1870242" y="207576"/>
                  </a:cubicBezTo>
                  <a:lnTo>
                    <a:pt x="1875439" y="207576"/>
                  </a:lnTo>
                  <a:cubicBezTo>
                    <a:pt x="1875439" y="212604"/>
                    <a:pt x="1875439" y="212604"/>
                    <a:pt x="1880636" y="212604"/>
                  </a:cubicBezTo>
                  <a:cubicBezTo>
                    <a:pt x="1880636" y="212604"/>
                    <a:pt x="1880636" y="212604"/>
                    <a:pt x="1885833" y="212604"/>
                  </a:cubicBezTo>
                  <a:cubicBezTo>
                    <a:pt x="1891030" y="212604"/>
                    <a:pt x="1891030" y="212604"/>
                    <a:pt x="1891030" y="207576"/>
                  </a:cubicBezTo>
                  <a:cubicBezTo>
                    <a:pt x="1896227" y="207576"/>
                    <a:pt x="1896227" y="207576"/>
                    <a:pt x="1896227" y="202380"/>
                  </a:cubicBezTo>
                  <a:lnTo>
                    <a:pt x="1901424" y="202380"/>
                  </a:lnTo>
                  <a:cubicBezTo>
                    <a:pt x="1906621" y="202380"/>
                    <a:pt x="1906621" y="202380"/>
                    <a:pt x="1911650" y="202380"/>
                  </a:cubicBezTo>
                  <a:cubicBezTo>
                    <a:pt x="1917015" y="202380"/>
                    <a:pt x="1917015" y="202380"/>
                    <a:pt x="1917015" y="202380"/>
                  </a:cubicBezTo>
                  <a:cubicBezTo>
                    <a:pt x="1917015" y="197185"/>
                    <a:pt x="1917015" y="197185"/>
                    <a:pt x="1917015" y="191989"/>
                  </a:cubicBezTo>
                  <a:lnTo>
                    <a:pt x="1922212" y="186794"/>
                  </a:lnTo>
                  <a:cubicBezTo>
                    <a:pt x="1922212" y="186794"/>
                    <a:pt x="1922212" y="186794"/>
                    <a:pt x="1927241" y="186794"/>
                  </a:cubicBezTo>
                  <a:cubicBezTo>
                    <a:pt x="1927241" y="186794"/>
                    <a:pt x="1932606" y="186794"/>
                    <a:pt x="1932606" y="181598"/>
                  </a:cubicBezTo>
                  <a:cubicBezTo>
                    <a:pt x="1937803" y="181598"/>
                    <a:pt x="1937803" y="181598"/>
                    <a:pt x="1943000" y="181598"/>
                  </a:cubicBezTo>
                  <a:cubicBezTo>
                    <a:pt x="1943000" y="181598"/>
                    <a:pt x="1943000" y="181598"/>
                    <a:pt x="1943000" y="186794"/>
                  </a:cubicBezTo>
                  <a:lnTo>
                    <a:pt x="1948029" y="191989"/>
                  </a:lnTo>
                  <a:cubicBezTo>
                    <a:pt x="1953394" y="191989"/>
                    <a:pt x="1953394" y="191989"/>
                    <a:pt x="1953394" y="186794"/>
                  </a:cubicBezTo>
                  <a:lnTo>
                    <a:pt x="1953394" y="181598"/>
                  </a:lnTo>
                  <a:cubicBezTo>
                    <a:pt x="1953394" y="176402"/>
                    <a:pt x="1953394" y="176402"/>
                    <a:pt x="1953394" y="176402"/>
                  </a:cubicBezTo>
                  <a:cubicBezTo>
                    <a:pt x="1953394" y="171207"/>
                    <a:pt x="1953394" y="171207"/>
                    <a:pt x="1953394" y="171207"/>
                  </a:cubicBezTo>
                  <a:cubicBezTo>
                    <a:pt x="1953394" y="166011"/>
                    <a:pt x="1953394" y="166011"/>
                    <a:pt x="1953394" y="166011"/>
                  </a:cubicBezTo>
                  <a:cubicBezTo>
                    <a:pt x="1953394" y="171207"/>
                    <a:pt x="1958591" y="176402"/>
                    <a:pt x="1958591" y="176402"/>
                  </a:cubicBezTo>
                  <a:cubicBezTo>
                    <a:pt x="1963787" y="176402"/>
                    <a:pt x="1963787" y="176402"/>
                    <a:pt x="1963787" y="176402"/>
                  </a:cubicBezTo>
                  <a:cubicBezTo>
                    <a:pt x="1963787" y="176402"/>
                    <a:pt x="1963787" y="176402"/>
                    <a:pt x="1968817" y="176402"/>
                  </a:cubicBezTo>
                  <a:cubicBezTo>
                    <a:pt x="1968817" y="176402"/>
                    <a:pt x="1968817" y="176402"/>
                    <a:pt x="1974181" y="176402"/>
                  </a:cubicBezTo>
                  <a:cubicBezTo>
                    <a:pt x="1974181" y="176402"/>
                    <a:pt x="1974181" y="176402"/>
                    <a:pt x="1979378" y="176402"/>
                  </a:cubicBezTo>
                  <a:cubicBezTo>
                    <a:pt x="1984575" y="176402"/>
                    <a:pt x="1984575" y="176402"/>
                    <a:pt x="1989605" y="171207"/>
                  </a:cubicBezTo>
                  <a:cubicBezTo>
                    <a:pt x="1989605" y="171207"/>
                    <a:pt x="1994969" y="171207"/>
                    <a:pt x="1994969" y="166011"/>
                  </a:cubicBezTo>
                  <a:cubicBezTo>
                    <a:pt x="2000166" y="166011"/>
                    <a:pt x="2000166" y="166011"/>
                    <a:pt x="2005363" y="166011"/>
                  </a:cubicBezTo>
                  <a:cubicBezTo>
                    <a:pt x="2005363" y="166011"/>
                    <a:pt x="2010392" y="160816"/>
                    <a:pt x="2015757" y="160816"/>
                  </a:cubicBezTo>
                  <a:cubicBezTo>
                    <a:pt x="2020954" y="160816"/>
                    <a:pt x="2020954" y="160816"/>
                    <a:pt x="2020954" y="160816"/>
                  </a:cubicBezTo>
                  <a:cubicBezTo>
                    <a:pt x="2020954" y="160816"/>
                    <a:pt x="2020954" y="160816"/>
                    <a:pt x="2026151" y="160816"/>
                  </a:cubicBezTo>
                  <a:lnTo>
                    <a:pt x="2031180" y="160816"/>
                  </a:lnTo>
                  <a:cubicBezTo>
                    <a:pt x="2036545" y="160816"/>
                    <a:pt x="2036545" y="166011"/>
                    <a:pt x="2036545" y="166011"/>
                  </a:cubicBezTo>
                  <a:lnTo>
                    <a:pt x="2041742" y="166011"/>
                  </a:lnTo>
                  <a:cubicBezTo>
                    <a:pt x="2046939" y="166011"/>
                    <a:pt x="2046939" y="166011"/>
                    <a:pt x="2046939" y="166011"/>
                  </a:cubicBezTo>
                  <a:cubicBezTo>
                    <a:pt x="2046939" y="166011"/>
                    <a:pt x="2051968" y="166011"/>
                    <a:pt x="2057333" y="160816"/>
                  </a:cubicBezTo>
                  <a:cubicBezTo>
                    <a:pt x="2062529" y="160816"/>
                    <a:pt x="2067726" y="160816"/>
                    <a:pt x="2067726" y="160816"/>
                  </a:cubicBezTo>
                  <a:cubicBezTo>
                    <a:pt x="2072756" y="160816"/>
                    <a:pt x="2072756" y="160816"/>
                    <a:pt x="2072756" y="160816"/>
                  </a:cubicBezTo>
                  <a:cubicBezTo>
                    <a:pt x="2078120" y="160816"/>
                    <a:pt x="2078120" y="160816"/>
                    <a:pt x="2078120" y="160816"/>
                  </a:cubicBezTo>
                  <a:cubicBezTo>
                    <a:pt x="2083317" y="155620"/>
                    <a:pt x="2083317" y="155620"/>
                    <a:pt x="2083317" y="155620"/>
                  </a:cubicBezTo>
                  <a:lnTo>
                    <a:pt x="2088514" y="155620"/>
                  </a:lnTo>
                  <a:cubicBezTo>
                    <a:pt x="2088514" y="160816"/>
                    <a:pt x="2088514" y="160816"/>
                    <a:pt x="2093544" y="160816"/>
                  </a:cubicBezTo>
                  <a:cubicBezTo>
                    <a:pt x="2098908" y="160816"/>
                    <a:pt x="2098908" y="160816"/>
                    <a:pt x="2098908" y="160816"/>
                  </a:cubicBezTo>
                  <a:lnTo>
                    <a:pt x="2104105" y="160816"/>
                  </a:lnTo>
                  <a:cubicBezTo>
                    <a:pt x="2109302" y="155620"/>
                    <a:pt x="2109302" y="155620"/>
                    <a:pt x="2109302" y="150425"/>
                  </a:cubicBezTo>
                  <a:lnTo>
                    <a:pt x="2104105" y="145229"/>
                  </a:lnTo>
                  <a:cubicBezTo>
                    <a:pt x="2104105" y="145229"/>
                    <a:pt x="2104105" y="145229"/>
                    <a:pt x="2109302" y="145229"/>
                  </a:cubicBezTo>
                  <a:cubicBezTo>
                    <a:pt x="2114331" y="145229"/>
                    <a:pt x="2124893" y="145229"/>
                    <a:pt x="2124893" y="145229"/>
                  </a:cubicBezTo>
                  <a:cubicBezTo>
                    <a:pt x="2130090" y="145229"/>
                    <a:pt x="2130090" y="145229"/>
                    <a:pt x="2135119" y="150425"/>
                  </a:cubicBezTo>
                  <a:cubicBezTo>
                    <a:pt x="2140484" y="150425"/>
                    <a:pt x="2145681" y="155620"/>
                    <a:pt x="2150878" y="155620"/>
                  </a:cubicBezTo>
                  <a:lnTo>
                    <a:pt x="2155907" y="155620"/>
                  </a:lnTo>
                  <a:cubicBezTo>
                    <a:pt x="2155907" y="155620"/>
                    <a:pt x="2155907" y="155620"/>
                    <a:pt x="2161271" y="155620"/>
                  </a:cubicBezTo>
                  <a:cubicBezTo>
                    <a:pt x="2161271" y="160816"/>
                    <a:pt x="2161271" y="160816"/>
                    <a:pt x="2161271" y="160816"/>
                  </a:cubicBezTo>
                  <a:cubicBezTo>
                    <a:pt x="2166468" y="160816"/>
                    <a:pt x="2171665" y="166011"/>
                    <a:pt x="2171665" y="166011"/>
                  </a:cubicBezTo>
                  <a:cubicBezTo>
                    <a:pt x="2176695" y="166011"/>
                    <a:pt x="2181892" y="160816"/>
                    <a:pt x="2181892" y="160816"/>
                  </a:cubicBezTo>
                  <a:lnTo>
                    <a:pt x="2181892" y="155620"/>
                  </a:lnTo>
                  <a:cubicBezTo>
                    <a:pt x="2187256" y="155620"/>
                    <a:pt x="2187256" y="155620"/>
                    <a:pt x="2187256" y="150425"/>
                  </a:cubicBezTo>
                  <a:cubicBezTo>
                    <a:pt x="2187256" y="150425"/>
                    <a:pt x="2187256" y="145229"/>
                    <a:pt x="2181892" y="145229"/>
                  </a:cubicBezTo>
                  <a:cubicBezTo>
                    <a:pt x="2181892" y="145229"/>
                    <a:pt x="2181892" y="145229"/>
                    <a:pt x="2176695" y="145229"/>
                  </a:cubicBezTo>
                  <a:cubicBezTo>
                    <a:pt x="2176695" y="145229"/>
                    <a:pt x="2171665" y="140033"/>
                    <a:pt x="2166468" y="140033"/>
                  </a:cubicBezTo>
                  <a:lnTo>
                    <a:pt x="2161271" y="140033"/>
                  </a:lnTo>
                  <a:cubicBezTo>
                    <a:pt x="2161271" y="134838"/>
                    <a:pt x="2161271" y="134838"/>
                    <a:pt x="2161271" y="129642"/>
                  </a:cubicBezTo>
                  <a:cubicBezTo>
                    <a:pt x="2161271" y="129642"/>
                    <a:pt x="2161271" y="129642"/>
                    <a:pt x="2166468" y="129642"/>
                  </a:cubicBezTo>
                  <a:cubicBezTo>
                    <a:pt x="2171665" y="129642"/>
                    <a:pt x="2176695" y="129642"/>
                    <a:pt x="2176695" y="124447"/>
                  </a:cubicBezTo>
                  <a:cubicBezTo>
                    <a:pt x="2176695" y="119251"/>
                    <a:pt x="2181892" y="114056"/>
                    <a:pt x="2181892" y="114056"/>
                  </a:cubicBezTo>
                  <a:lnTo>
                    <a:pt x="2187256" y="114056"/>
                  </a:lnTo>
                  <a:cubicBezTo>
                    <a:pt x="2187256" y="114056"/>
                    <a:pt x="2187256" y="114056"/>
                    <a:pt x="2192453" y="114056"/>
                  </a:cubicBezTo>
                  <a:lnTo>
                    <a:pt x="2208044" y="114056"/>
                  </a:lnTo>
                  <a:cubicBezTo>
                    <a:pt x="2208044" y="114056"/>
                    <a:pt x="2208044" y="114056"/>
                    <a:pt x="2208044" y="119251"/>
                  </a:cubicBezTo>
                  <a:cubicBezTo>
                    <a:pt x="2208044" y="119251"/>
                    <a:pt x="2208044" y="119251"/>
                    <a:pt x="2202847" y="119251"/>
                  </a:cubicBezTo>
                  <a:lnTo>
                    <a:pt x="2202847" y="124447"/>
                  </a:lnTo>
                  <a:cubicBezTo>
                    <a:pt x="2202847" y="129642"/>
                    <a:pt x="2202847" y="129642"/>
                    <a:pt x="2202847" y="129642"/>
                  </a:cubicBezTo>
                  <a:cubicBezTo>
                    <a:pt x="2208044" y="134838"/>
                    <a:pt x="2208044" y="134838"/>
                    <a:pt x="2208044" y="134838"/>
                  </a:cubicBezTo>
                  <a:cubicBezTo>
                    <a:pt x="2208044" y="140033"/>
                    <a:pt x="2208044" y="145229"/>
                    <a:pt x="2208044" y="145229"/>
                  </a:cubicBezTo>
                  <a:cubicBezTo>
                    <a:pt x="2208044" y="150425"/>
                    <a:pt x="2208044" y="150425"/>
                    <a:pt x="2213073" y="155620"/>
                  </a:cubicBezTo>
                  <a:lnTo>
                    <a:pt x="2213073" y="160816"/>
                  </a:lnTo>
                  <a:lnTo>
                    <a:pt x="2208044" y="166011"/>
                  </a:lnTo>
                  <a:lnTo>
                    <a:pt x="2202847" y="166011"/>
                  </a:lnTo>
                  <a:cubicBezTo>
                    <a:pt x="2202847" y="166011"/>
                    <a:pt x="2202847" y="171207"/>
                    <a:pt x="2197482" y="171207"/>
                  </a:cubicBezTo>
                  <a:lnTo>
                    <a:pt x="2192453" y="171207"/>
                  </a:lnTo>
                  <a:cubicBezTo>
                    <a:pt x="2187256" y="171207"/>
                    <a:pt x="2187256" y="171207"/>
                    <a:pt x="2187256" y="171207"/>
                  </a:cubicBezTo>
                  <a:cubicBezTo>
                    <a:pt x="2181892" y="171207"/>
                    <a:pt x="2181892" y="171207"/>
                    <a:pt x="2181892" y="171207"/>
                  </a:cubicBezTo>
                  <a:cubicBezTo>
                    <a:pt x="2181892" y="171207"/>
                    <a:pt x="2176695" y="176402"/>
                    <a:pt x="2181892" y="176402"/>
                  </a:cubicBezTo>
                  <a:cubicBezTo>
                    <a:pt x="2181892" y="181598"/>
                    <a:pt x="2181892" y="181598"/>
                    <a:pt x="2187256" y="181598"/>
                  </a:cubicBezTo>
                  <a:cubicBezTo>
                    <a:pt x="2187256" y="181598"/>
                    <a:pt x="2187256" y="186794"/>
                    <a:pt x="2192453" y="186794"/>
                  </a:cubicBezTo>
                  <a:lnTo>
                    <a:pt x="2197482" y="181598"/>
                  </a:lnTo>
                  <a:cubicBezTo>
                    <a:pt x="2202847" y="181598"/>
                    <a:pt x="2202847" y="181598"/>
                    <a:pt x="2202847" y="181598"/>
                  </a:cubicBezTo>
                  <a:lnTo>
                    <a:pt x="2202847" y="186794"/>
                  </a:lnTo>
                  <a:lnTo>
                    <a:pt x="2208044" y="186794"/>
                  </a:lnTo>
                  <a:cubicBezTo>
                    <a:pt x="2208044" y="186794"/>
                    <a:pt x="2208044" y="186794"/>
                    <a:pt x="2213073" y="186794"/>
                  </a:cubicBezTo>
                  <a:lnTo>
                    <a:pt x="2213073" y="181598"/>
                  </a:lnTo>
                  <a:lnTo>
                    <a:pt x="2218270" y="181598"/>
                  </a:lnTo>
                  <a:cubicBezTo>
                    <a:pt x="2218270" y="176402"/>
                    <a:pt x="2218270" y="176402"/>
                    <a:pt x="2218270" y="176402"/>
                  </a:cubicBezTo>
                  <a:cubicBezTo>
                    <a:pt x="2223635" y="176402"/>
                    <a:pt x="2228832" y="176402"/>
                    <a:pt x="2228832" y="176402"/>
                  </a:cubicBezTo>
                  <a:cubicBezTo>
                    <a:pt x="2233861" y="171207"/>
                    <a:pt x="2233861" y="171207"/>
                    <a:pt x="2233861" y="166011"/>
                  </a:cubicBezTo>
                  <a:lnTo>
                    <a:pt x="2233861" y="160816"/>
                  </a:lnTo>
                  <a:cubicBezTo>
                    <a:pt x="2233861" y="160816"/>
                    <a:pt x="2233861" y="160816"/>
                    <a:pt x="2233861" y="155620"/>
                  </a:cubicBezTo>
                  <a:lnTo>
                    <a:pt x="2239058" y="155620"/>
                  </a:lnTo>
                  <a:cubicBezTo>
                    <a:pt x="2239058" y="155620"/>
                    <a:pt x="2244423" y="155620"/>
                    <a:pt x="2244423" y="150425"/>
                  </a:cubicBezTo>
                  <a:cubicBezTo>
                    <a:pt x="2244423" y="150425"/>
                    <a:pt x="2244423" y="145229"/>
                    <a:pt x="2239058" y="145229"/>
                  </a:cubicBezTo>
                  <a:lnTo>
                    <a:pt x="2233861" y="145229"/>
                  </a:lnTo>
                  <a:lnTo>
                    <a:pt x="2228832" y="145229"/>
                  </a:lnTo>
                  <a:cubicBezTo>
                    <a:pt x="2233861" y="140033"/>
                    <a:pt x="2233861" y="134838"/>
                    <a:pt x="2228832" y="129642"/>
                  </a:cubicBezTo>
                  <a:cubicBezTo>
                    <a:pt x="2228832" y="129642"/>
                    <a:pt x="2223635" y="129642"/>
                    <a:pt x="2223635" y="124447"/>
                  </a:cubicBezTo>
                  <a:cubicBezTo>
                    <a:pt x="2228832" y="124447"/>
                    <a:pt x="2233861" y="124447"/>
                    <a:pt x="2233861" y="124447"/>
                  </a:cubicBezTo>
                  <a:cubicBezTo>
                    <a:pt x="2233861" y="124447"/>
                    <a:pt x="2233861" y="124447"/>
                    <a:pt x="2239058" y="119251"/>
                  </a:cubicBezTo>
                  <a:cubicBezTo>
                    <a:pt x="2239058" y="124447"/>
                    <a:pt x="2239058" y="124447"/>
                    <a:pt x="2239058" y="124447"/>
                  </a:cubicBezTo>
                  <a:cubicBezTo>
                    <a:pt x="2239058" y="124447"/>
                    <a:pt x="2239058" y="129642"/>
                    <a:pt x="2244423" y="129642"/>
                  </a:cubicBezTo>
                  <a:cubicBezTo>
                    <a:pt x="2249620" y="129642"/>
                    <a:pt x="2259846" y="129642"/>
                    <a:pt x="2259846" y="134838"/>
                  </a:cubicBezTo>
                  <a:cubicBezTo>
                    <a:pt x="2265210" y="134838"/>
                    <a:pt x="2265210" y="134838"/>
                    <a:pt x="2265210" y="134838"/>
                  </a:cubicBezTo>
                  <a:cubicBezTo>
                    <a:pt x="2265210" y="134838"/>
                    <a:pt x="2270407" y="134838"/>
                    <a:pt x="2270407" y="129642"/>
                  </a:cubicBezTo>
                  <a:cubicBezTo>
                    <a:pt x="2270407" y="129642"/>
                    <a:pt x="2270407" y="124447"/>
                    <a:pt x="2265210" y="124447"/>
                  </a:cubicBezTo>
                  <a:cubicBezTo>
                    <a:pt x="2265210" y="124447"/>
                    <a:pt x="2270407" y="124447"/>
                    <a:pt x="2270407" y="119251"/>
                  </a:cubicBezTo>
                  <a:cubicBezTo>
                    <a:pt x="2275437" y="119251"/>
                    <a:pt x="2275437" y="119251"/>
                    <a:pt x="2275437" y="119251"/>
                  </a:cubicBezTo>
                  <a:cubicBezTo>
                    <a:pt x="2280634" y="119251"/>
                    <a:pt x="2285998" y="119251"/>
                    <a:pt x="2291195" y="124447"/>
                  </a:cubicBezTo>
                  <a:cubicBezTo>
                    <a:pt x="2291195" y="124447"/>
                    <a:pt x="2296224" y="129642"/>
                    <a:pt x="2301421" y="129642"/>
                  </a:cubicBezTo>
                  <a:cubicBezTo>
                    <a:pt x="2301421" y="129642"/>
                    <a:pt x="2296224" y="134838"/>
                    <a:pt x="2301421" y="134838"/>
                  </a:cubicBezTo>
                  <a:cubicBezTo>
                    <a:pt x="2301421" y="140033"/>
                    <a:pt x="2306786" y="145229"/>
                    <a:pt x="2311983" y="145229"/>
                  </a:cubicBezTo>
                  <a:cubicBezTo>
                    <a:pt x="2311983" y="145229"/>
                    <a:pt x="2311983" y="145229"/>
                    <a:pt x="2311983" y="140033"/>
                  </a:cubicBezTo>
                  <a:cubicBezTo>
                    <a:pt x="2317012" y="140033"/>
                    <a:pt x="2317012" y="140033"/>
                    <a:pt x="2317012" y="134838"/>
                  </a:cubicBezTo>
                  <a:cubicBezTo>
                    <a:pt x="2317012" y="134838"/>
                    <a:pt x="2317012" y="134838"/>
                    <a:pt x="2317012" y="129642"/>
                  </a:cubicBezTo>
                  <a:cubicBezTo>
                    <a:pt x="2317012" y="129642"/>
                    <a:pt x="2317012" y="129642"/>
                    <a:pt x="2317012" y="124447"/>
                  </a:cubicBezTo>
                  <a:cubicBezTo>
                    <a:pt x="2317012" y="124447"/>
                    <a:pt x="2317012" y="124447"/>
                    <a:pt x="2322209" y="124447"/>
                  </a:cubicBezTo>
                  <a:cubicBezTo>
                    <a:pt x="2322209" y="124447"/>
                    <a:pt x="2322209" y="124447"/>
                    <a:pt x="2317012" y="119251"/>
                  </a:cubicBezTo>
                  <a:cubicBezTo>
                    <a:pt x="2317012" y="119251"/>
                    <a:pt x="2317012" y="119251"/>
                    <a:pt x="2311983" y="114056"/>
                  </a:cubicBezTo>
                  <a:cubicBezTo>
                    <a:pt x="2306786" y="114056"/>
                    <a:pt x="2306786" y="114056"/>
                    <a:pt x="2306786" y="114056"/>
                  </a:cubicBezTo>
                  <a:cubicBezTo>
                    <a:pt x="2301421" y="114056"/>
                    <a:pt x="2301421" y="108860"/>
                    <a:pt x="2301421" y="108860"/>
                  </a:cubicBezTo>
                  <a:lnTo>
                    <a:pt x="2296224" y="108860"/>
                  </a:lnTo>
                  <a:cubicBezTo>
                    <a:pt x="2291195" y="108860"/>
                    <a:pt x="2291195" y="108860"/>
                    <a:pt x="2291195" y="108860"/>
                  </a:cubicBezTo>
                  <a:lnTo>
                    <a:pt x="2291195" y="103664"/>
                  </a:lnTo>
                  <a:cubicBezTo>
                    <a:pt x="2291195" y="103664"/>
                    <a:pt x="2291195" y="103664"/>
                    <a:pt x="2296224" y="103664"/>
                  </a:cubicBezTo>
                  <a:cubicBezTo>
                    <a:pt x="2296224" y="103664"/>
                    <a:pt x="2311983" y="103664"/>
                    <a:pt x="2317012" y="103664"/>
                  </a:cubicBezTo>
                  <a:lnTo>
                    <a:pt x="2317012" y="108860"/>
                  </a:lnTo>
                  <a:cubicBezTo>
                    <a:pt x="2322209" y="108860"/>
                    <a:pt x="2322209" y="108860"/>
                    <a:pt x="2322209" y="108860"/>
                  </a:cubicBezTo>
                  <a:cubicBezTo>
                    <a:pt x="2327574" y="108860"/>
                    <a:pt x="2327574" y="103664"/>
                    <a:pt x="2332771" y="103664"/>
                  </a:cubicBezTo>
                  <a:cubicBezTo>
                    <a:pt x="2332771" y="103664"/>
                    <a:pt x="2332771" y="103664"/>
                    <a:pt x="2332771" y="108860"/>
                  </a:cubicBezTo>
                  <a:cubicBezTo>
                    <a:pt x="2332771" y="108860"/>
                    <a:pt x="2332771" y="108860"/>
                    <a:pt x="2337800" y="108860"/>
                  </a:cubicBezTo>
                  <a:cubicBezTo>
                    <a:pt x="2337800" y="114056"/>
                    <a:pt x="2342997" y="114056"/>
                    <a:pt x="2342997" y="114056"/>
                  </a:cubicBezTo>
                  <a:cubicBezTo>
                    <a:pt x="2348362" y="114056"/>
                    <a:pt x="2348362" y="108860"/>
                    <a:pt x="2348362" y="103664"/>
                  </a:cubicBezTo>
                  <a:cubicBezTo>
                    <a:pt x="2348362" y="103664"/>
                    <a:pt x="2353559" y="103664"/>
                    <a:pt x="2348362" y="98469"/>
                  </a:cubicBezTo>
                  <a:cubicBezTo>
                    <a:pt x="2348362" y="98469"/>
                    <a:pt x="2348362" y="98469"/>
                    <a:pt x="2348362" y="93273"/>
                  </a:cubicBezTo>
                  <a:lnTo>
                    <a:pt x="2353559" y="93273"/>
                  </a:lnTo>
                  <a:cubicBezTo>
                    <a:pt x="2353559" y="93273"/>
                    <a:pt x="2353559" y="93273"/>
                    <a:pt x="2358588" y="88078"/>
                  </a:cubicBezTo>
                  <a:cubicBezTo>
                    <a:pt x="2358588" y="88078"/>
                    <a:pt x="2358588" y="88078"/>
                    <a:pt x="2363785" y="88078"/>
                  </a:cubicBezTo>
                  <a:cubicBezTo>
                    <a:pt x="2363785" y="88078"/>
                    <a:pt x="2363785" y="88078"/>
                    <a:pt x="2369149" y="88078"/>
                  </a:cubicBezTo>
                  <a:cubicBezTo>
                    <a:pt x="2369149" y="88078"/>
                    <a:pt x="2374346" y="88078"/>
                    <a:pt x="2379376" y="82882"/>
                  </a:cubicBezTo>
                  <a:cubicBezTo>
                    <a:pt x="2384573" y="82882"/>
                    <a:pt x="2389937" y="82882"/>
                    <a:pt x="2395134" y="82882"/>
                  </a:cubicBezTo>
                  <a:cubicBezTo>
                    <a:pt x="2395134" y="82882"/>
                    <a:pt x="2395134" y="82882"/>
                    <a:pt x="2400163" y="82882"/>
                  </a:cubicBezTo>
                  <a:lnTo>
                    <a:pt x="2405360" y="82882"/>
                  </a:lnTo>
                  <a:cubicBezTo>
                    <a:pt x="2405360" y="82882"/>
                    <a:pt x="2405360" y="82882"/>
                    <a:pt x="2410725" y="77687"/>
                  </a:cubicBezTo>
                  <a:lnTo>
                    <a:pt x="2415922" y="77687"/>
                  </a:lnTo>
                  <a:cubicBezTo>
                    <a:pt x="2420951" y="77687"/>
                    <a:pt x="2420951" y="82882"/>
                    <a:pt x="2420951" y="82882"/>
                  </a:cubicBezTo>
                  <a:cubicBezTo>
                    <a:pt x="2431513" y="82882"/>
                    <a:pt x="2431513" y="82882"/>
                    <a:pt x="2431513" y="82882"/>
                  </a:cubicBezTo>
                  <a:lnTo>
                    <a:pt x="2436710" y="82882"/>
                  </a:lnTo>
                  <a:cubicBezTo>
                    <a:pt x="2441739" y="82882"/>
                    <a:pt x="2441739" y="82882"/>
                    <a:pt x="2446936" y="82882"/>
                  </a:cubicBezTo>
                  <a:lnTo>
                    <a:pt x="2452133" y="77687"/>
                  </a:lnTo>
                  <a:cubicBezTo>
                    <a:pt x="2452133" y="77687"/>
                    <a:pt x="2452133" y="77687"/>
                    <a:pt x="2457497" y="77687"/>
                  </a:cubicBezTo>
                  <a:cubicBezTo>
                    <a:pt x="2452133" y="82882"/>
                    <a:pt x="2457497" y="88078"/>
                    <a:pt x="2462527" y="88078"/>
                  </a:cubicBezTo>
                  <a:lnTo>
                    <a:pt x="2467724" y="88078"/>
                  </a:lnTo>
                  <a:cubicBezTo>
                    <a:pt x="2473088" y="88078"/>
                    <a:pt x="2473088" y="88078"/>
                    <a:pt x="2473088" y="88078"/>
                  </a:cubicBezTo>
                  <a:cubicBezTo>
                    <a:pt x="2473088" y="82882"/>
                    <a:pt x="2473088" y="82882"/>
                    <a:pt x="2473088" y="77687"/>
                  </a:cubicBezTo>
                  <a:cubicBezTo>
                    <a:pt x="2478118" y="77687"/>
                    <a:pt x="2483315" y="72491"/>
                    <a:pt x="2483315" y="67296"/>
                  </a:cubicBezTo>
                  <a:cubicBezTo>
                    <a:pt x="2483315" y="67296"/>
                    <a:pt x="2483315" y="67296"/>
                    <a:pt x="2488512" y="67296"/>
                  </a:cubicBezTo>
                  <a:cubicBezTo>
                    <a:pt x="2488512" y="67296"/>
                    <a:pt x="2488512" y="67296"/>
                    <a:pt x="2493876" y="62100"/>
                  </a:cubicBezTo>
                  <a:close/>
                  <a:moveTo>
                    <a:pt x="774405" y="62100"/>
                  </a:moveTo>
                  <a:lnTo>
                    <a:pt x="774405" y="67113"/>
                  </a:lnTo>
                  <a:lnTo>
                    <a:pt x="769180" y="67113"/>
                  </a:lnTo>
                  <a:cubicBezTo>
                    <a:pt x="763954" y="67113"/>
                    <a:pt x="763954" y="67113"/>
                    <a:pt x="763954" y="67113"/>
                  </a:cubicBezTo>
                  <a:cubicBezTo>
                    <a:pt x="769180" y="67113"/>
                    <a:pt x="774405" y="62100"/>
                    <a:pt x="774405" y="62100"/>
                  </a:cubicBezTo>
                  <a:close/>
                  <a:moveTo>
                    <a:pt x="732601" y="62100"/>
                  </a:moveTo>
                  <a:cubicBezTo>
                    <a:pt x="732601" y="62100"/>
                    <a:pt x="732601" y="62100"/>
                    <a:pt x="737826" y="62100"/>
                  </a:cubicBezTo>
                  <a:cubicBezTo>
                    <a:pt x="737826" y="62100"/>
                    <a:pt x="737826" y="62100"/>
                    <a:pt x="743052" y="67113"/>
                  </a:cubicBezTo>
                  <a:cubicBezTo>
                    <a:pt x="743052" y="67113"/>
                    <a:pt x="743052" y="67113"/>
                    <a:pt x="737826" y="67113"/>
                  </a:cubicBezTo>
                  <a:cubicBezTo>
                    <a:pt x="737826" y="67113"/>
                    <a:pt x="737826" y="67113"/>
                    <a:pt x="732601" y="67113"/>
                  </a:cubicBezTo>
                  <a:close/>
                  <a:moveTo>
                    <a:pt x="722150" y="62100"/>
                  </a:moveTo>
                  <a:lnTo>
                    <a:pt x="727375" y="62100"/>
                  </a:lnTo>
                  <a:lnTo>
                    <a:pt x="732601" y="62100"/>
                  </a:lnTo>
                  <a:cubicBezTo>
                    <a:pt x="727375" y="62100"/>
                    <a:pt x="727375" y="67113"/>
                    <a:pt x="727375" y="67113"/>
                  </a:cubicBezTo>
                  <a:lnTo>
                    <a:pt x="722150" y="67113"/>
                  </a:lnTo>
                  <a:cubicBezTo>
                    <a:pt x="722150" y="67113"/>
                    <a:pt x="722150" y="67113"/>
                    <a:pt x="716924" y="67113"/>
                  </a:cubicBezTo>
                  <a:cubicBezTo>
                    <a:pt x="722150" y="67113"/>
                    <a:pt x="722150" y="62100"/>
                    <a:pt x="722150" y="62100"/>
                  </a:cubicBezTo>
                  <a:close/>
                  <a:moveTo>
                    <a:pt x="685881" y="46575"/>
                  </a:moveTo>
                  <a:cubicBezTo>
                    <a:pt x="691014" y="46575"/>
                    <a:pt x="696146" y="46575"/>
                    <a:pt x="696146" y="46575"/>
                  </a:cubicBezTo>
                  <a:cubicBezTo>
                    <a:pt x="701279" y="46575"/>
                    <a:pt x="701279" y="46575"/>
                    <a:pt x="701279" y="46575"/>
                  </a:cubicBezTo>
                  <a:cubicBezTo>
                    <a:pt x="701279" y="46575"/>
                    <a:pt x="701279" y="46575"/>
                    <a:pt x="706411" y="51588"/>
                  </a:cubicBezTo>
                  <a:cubicBezTo>
                    <a:pt x="701279" y="51588"/>
                    <a:pt x="701279" y="51588"/>
                    <a:pt x="701279" y="51588"/>
                  </a:cubicBezTo>
                  <a:lnTo>
                    <a:pt x="696146" y="51588"/>
                  </a:lnTo>
                  <a:lnTo>
                    <a:pt x="691014" y="51588"/>
                  </a:lnTo>
                  <a:lnTo>
                    <a:pt x="685881" y="51588"/>
                  </a:lnTo>
                  <a:close/>
                  <a:moveTo>
                    <a:pt x="1677609" y="41400"/>
                  </a:moveTo>
                  <a:cubicBezTo>
                    <a:pt x="1677609" y="41400"/>
                    <a:pt x="1677609" y="41400"/>
                    <a:pt x="1682759" y="41400"/>
                  </a:cubicBezTo>
                  <a:cubicBezTo>
                    <a:pt x="1677609" y="41400"/>
                    <a:pt x="1677609" y="46413"/>
                    <a:pt x="1677609" y="46413"/>
                  </a:cubicBezTo>
                  <a:cubicBezTo>
                    <a:pt x="1672459" y="46413"/>
                    <a:pt x="1667309" y="46413"/>
                    <a:pt x="1667309" y="46413"/>
                  </a:cubicBezTo>
                  <a:cubicBezTo>
                    <a:pt x="1672459" y="46413"/>
                    <a:pt x="1672459" y="41400"/>
                    <a:pt x="1677609" y="41400"/>
                  </a:cubicBezTo>
                  <a:close/>
                  <a:moveTo>
                    <a:pt x="1651859" y="41400"/>
                  </a:moveTo>
                  <a:cubicBezTo>
                    <a:pt x="1657009" y="41400"/>
                    <a:pt x="1657009" y="41400"/>
                    <a:pt x="1657009" y="41400"/>
                  </a:cubicBezTo>
                  <a:lnTo>
                    <a:pt x="1662159" y="41400"/>
                  </a:lnTo>
                  <a:cubicBezTo>
                    <a:pt x="1667309" y="46413"/>
                    <a:pt x="1667309" y="46413"/>
                    <a:pt x="1667309" y="46413"/>
                  </a:cubicBezTo>
                  <a:lnTo>
                    <a:pt x="1662159" y="46413"/>
                  </a:lnTo>
                  <a:cubicBezTo>
                    <a:pt x="1662159" y="46413"/>
                    <a:pt x="1662159" y="46413"/>
                    <a:pt x="1657009" y="46413"/>
                  </a:cubicBezTo>
                  <a:close/>
                  <a:moveTo>
                    <a:pt x="1693938" y="36225"/>
                  </a:moveTo>
                  <a:cubicBezTo>
                    <a:pt x="1699093" y="36225"/>
                    <a:pt x="1699093" y="36225"/>
                    <a:pt x="1704248" y="36225"/>
                  </a:cubicBezTo>
                  <a:cubicBezTo>
                    <a:pt x="1704248" y="41372"/>
                    <a:pt x="1704248" y="41372"/>
                    <a:pt x="1709403" y="41372"/>
                  </a:cubicBezTo>
                  <a:cubicBezTo>
                    <a:pt x="1714558" y="46520"/>
                    <a:pt x="1714558" y="46520"/>
                    <a:pt x="1719714" y="46520"/>
                  </a:cubicBezTo>
                  <a:lnTo>
                    <a:pt x="1714558" y="51667"/>
                  </a:lnTo>
                  <a:lnTo>
                    <a:pt x="1709403" y="51667"/>
                  </a:lnTo>
                  <a:lnTo>
                    <a:pt x="1709403" y="56814"/>
                  </a:lnTo>
                  <a:cubicBezTo>
                    <a:pt x="1704248" y="56814"/>
                    <a:pt x="1699093" y="61962"/>
                    <a:pt x="1699093" y="61962"/>
                  </a:cubicBezTo>
                  <a:cubicBezTo>
                    <a:pt x="1693938" y="67109"/>
                    <a:pt x="1693938" y="67109"/>
                    <a:pt x="1693938" y="67109"/>
                  </a:cubicBezTo>
                  <a:lnTo>
                    <a:pt x="1688782" y="67109"/>
                  </a:lnTo>
                  <a:cubicBezTo>
                    <a:pt x="1688782" y="61962"/>
                    <a:pt x="1683627" y="61962"/>
                    <a:pt x="1678472" y="61962"/>
                  </a:cubicBezTo>
                  <a:cubicBezTo>
                    <a:pt x="1678472" y="61962"/>
                    <a:pt x="1683627" y="61962"/>
                    <a:pt x="1683627" y="56814"/>
                  </a:cubicBezTo>
                  <a:cubicBezTo>
                    <a:pt x="1683627" y="56814"/>
                    <a:pt x="1683627" y="56814"/>
                    <a:pt x="1688782" y="56814"/>
                  </a:cubicBezTo>
                  <a:cubicBezTo>
                    <a:pt x="1688782" y="56814"/>
                    <a:pt x="1688782" y="56814"/>
                    <a:pt x="1693938" y="56814"/>
                  </a:cubicBezTo>
                  <a:cubicBezTo>
                    <a:pt x="1693938" y="56814"/>
                    <a:pt x="1693938" y="56814"/>
                    <a:pt x="1699093" y="56814"/>
                  </a:cubicBezTo>
                  <a:lnTo>
                    <a:pt x="1699093" y="51667"/>
                  </a:lnTo>
                  <a:cubicBezTo>
                    <a:pt x="1699093" y="46520"/>
                    <a:pt x="1699093" y="46520"/>
                    <a:pt x="1699093" y="46520"/>
                  </a:cubicBezTo>
                  <a:lnTo>
                    <a:pt x="1699093" y="41372"/>
                  </a:lnTo>
                  <a:cubicBezTo>
                    <a:pt x="1699093" y="41372"/>
                    <a:pt x="1693938" y="41372"/>
                    <a:pt x="1693938" y="36225"/>
                  </a:cubicBezTo>
                  <a:close/>
                  <a:moveTo>
                    <a:pt x="764160" y="36225"/>
                  </a:moveTo>
                  <a:cubicBezTo>
                    <a:pt x="769300" y="36225"/>
                    <a:pt x="769300" y="36225"/>
                    <a:pt x="774441" y="41238"/>
                  </a:cubicBezTo>
                  <a:cubicBezTo>
                    <a:pt x="769300" y="41238"/>
                    <a:pt x="769300" y="36225"/>
                    <a:pt x="764160" y="36225"/>
                  </a:cubicBezTo>
                  <a:close/>
                  <a:moveTo>
                    <a:pt x="2452689" y="36142"/>
                  </a:moveTo>
                  <a:lnTo>
                    <a:pt x="2458071" y="41276"/>
                  </a:lnTo>
                  <a:cubicBezTo>
                    <a:pt x="2452689" y="41276"/>
                    <a:pt x="2452689" y="41276"/>
                    <a:pt x="2452689" y="46409"/>
                  </a:cubicBezTo>
                  <a:lnTo>
                    <a:pt x="2452689" y="41276"/>
                  </a:lnTo>
                  <a:cubicBezTo>
                    <a:pt x="2452689" y="36142"/>
                    <a:pt x="2452689" y="36142"/>
                    <a:pt x="2452689" y="36142"/>
                  </a:cubicBezTo>
                  <a:close/>
                  <a:moveTo>
                    <a:pt x="1766276" y="31050"/>
                  </a:moveTo>
                  <a:cubicBezTo>
                    <a:pt x="1766276" y="36063"/>
                    <a:pt x="1761269" y="36063"/>
                    <a:pt x="1761269" y="36063"/>
                  </a:cubicBezTo>
                  <a:cubicBezTo>
                    <a:pt x="1761269" y="36063"/>
                    <a:pt x="1761269" y="36063"/>
                    <a:pt x="1766276" y="31050"/>
                  </a:cubicBezTo>
                  <a:close/>
                  <a:moveTo>
                    <a:pt x="2421405" y="25875"/>
                  </a:moveTo>
                  <a:cubicBezTo>
                    <a:pt x="2426619" y="25875"/>
                    <a:pt x="2426619" y="25875"/>
                    <a:pt x="2426619" y="25875"/>
                  </a:cubicBezTo>
                  <a:cubicBezTo>
                    <a:pt x="2432001" y="25875"/>
                    <a:pt x="2432001" y="25875"/>
                    <a:pt x="2432001" y="25875"/>
                  </a:cubicBezTo>
                  <a:cubicBezTo>
                    <a:pt x="2437215" y="25875"/>
                    <a:pt x="2437215" y="25875"/>
                    <a:pt x="2442261" y="25875"/>
                  </a:cubicBezTo>
                  <a:lnTo>
                    <a:pt x="2442261" y="31009"/>
                  </a:lnTo>
                  <a:lnTo>
                    <a:pt x="2442261" y="36142"/>
                  </a:lnTo>
                  <a:lnTo>
                    <a:pt x="2447475" y="41276"/>
                  </a:lnTo>
                  <a:lnTo>
                    <a:pt x="2442261" y="41276"/>
                  </a:lnTo>
                  <a:cubicBezTo>
                    <a:pt x="2442261" y="41276"/>
                    <a:pt x="2437215" y="41276"/>
                    <a:pt x="2432001" y="41276"/>
                  </a:cubicBezTo>
                  <a:cubicBezTo>
                    <a:pt x="2426619" y="41276"/>
                    <a:pt x="2421405" y="41276"/>
                    <a:pt x="2421405" y="41276"/>
                  </a:cubicBezTo>
                  <a:cubicBezTo>
                    <a:pt x="2421405" y="36142"/>
                    <a:pt x="2426619" y="36142"/>
                    <a:pt x="2426619" y="31009"/>
                  </a:cubicBezTo>
                  <a:close/>
                  <a:moveTo>
                    <a:pt x="2405763" y="25875"/>
                  </a:moveTo>
                  <a:lnTo>
                    <a:pt x="2411145" y="25875"/>
                  </a:lnTo>
                  <a:cubicBezTo>
                    <a:pt x="2416359" y="25875"/>
                    <a:pt x="2421405" y="25875"/>
                    <a:pt x="2421405" y="25875"/>
                  </a:cubicBezTo>
                  <a:cubicBezTo>
                    <a:pt x="2416359" y="25875"/>
                    <a:pt x="2416359" y="25875"/>
                    <a:pt x="2416359" y="31009"/>
                  </a:cubicBezTo>
                  <a:lnTo>
                    <a:pt x="2411145" y="31009"/>
                  </a:lnTo>
                  <a:cubicBezTo>
                    <a:pt x="2411145" y="31009"/>
                    <a:pt x="2411145" y="31009"/>
                    <a:pt x="2405763" y="31009"/>
                  </a:cubicBezTo>
                  <a:close/>
                  <a:moveTo>
                    <a:pt x="670360" y="25875"/>
                  </a:moveTo>
                  <a:lnTo>
                    <a:pt x="675582" y="25875"/>
                  </a:lnTo>
                  <a:lnTo>
                    <a:pt x="680803" y="25875"/>
                  </a:lnTo>
                  <a:cubicBezTo>
                    <a:pt x="680803" y="25875"/>
                    <a:pt x="680803" y="25875"/>
                    <a:pt x="686024" y="25875"/>
                  </a:cubicBezTo>
                  <a:cubicBezTo>
                    <a:pt x="691246" y="25875"/>
                    <a:pt x="691246" y="25875"/>
                    <a:pt x="691246" y="25875"/>
                  </a:cubicBezTo>
                  <a:cubicBezTo>
                    <a:pt x="691246" y="25875"/>
                    <a:pt x="691246" y="31009"/>
                    <a:pt x="696467" y="31009"/>
                  </a:cubicBezTo>
                  <a:lnTo>
                    <a:pt x="701688" y="31009"/>
                  </a:lnTo>
                  <a:cubicBezTo>
                    <a:pt x="701688" y="31009"/>
                    <a:pt x="701688" y="31009"/>
                    <a:pt x="706909" y="31009"/>
                  </a:cubicBezTo>
                  <a:cubicBezTo>
                    <a:pt x="706909" y="31009"/>
                    <a:pt x="706909" y="31009"/>
                    <a:pt x="712131" y="31009"/>
                  </a:cubicBezTo>
                  <a:cubicBezTo>
                    <a:pt x="712131" y="31009"/>
                    <a:pt x="712131" y="31009"/>
                    <a:pt x="717352" y="36142"/>
                  </a:cubicBezTo>
                  <a:cubicBezTo>
                    <a:pt x="722573" y="36142"/>
                    <a:pt x="722573" y="36142"/>
                    <a:pt x="722573" y="36142"/>
                  </a:cubicBezTo>
                  <a:cubicBezTo>
                    <a:pt x="722573" y="36142"/>
                    <a:pt x="722573" y="41276"/>
                    <a:pt x="727794" y="41276"/>
                  </a:cubicBezTo>
                  <a:cubicBezTo>
                    <a:pt x="727794" y="41276"/>
                    <a:pt x="727794" y="41276"/>
                    <a:pt x="733016" y="41276"/>
                  </a:cubicBezTo>
                  <a:cubicBezTo>
                    <a:pt x="733016" y="41276"/>
                    <a:pt x="733016" y="46409"/>
                    <a:pt x="727794" y="46409"/>
                  </a:cubicBezTo>
                  <a:cubicBezTo>
                    <a:pt x="727794" y="46409"/>
                    <a:pt x="727794" y="46409"/>
                    <a:pt x="722573" y="46409"/>
                  </a:cubicBezTo>
                  <a:lnTo>
                    <a:pt x="717352" y="46409"/>
                  </a:lnTo>
                  <a:cubicBezTo>
                    <a:pt x="712131" y="46409"/>
                    <a:pt x="712131" y="46409"/>
                    <a:pt x="712131" y="46409"/>
                  </a:cubicBezTo>
                  <a:cubicBezTo>
                    <a:pt x="712131" y="46409"/>
                    <a:pt x="712131" y="46409"/>
                    <a:pt x="701688" y="41276"/>
                  </a:cubicBezTo>
                  <a:lnTo>
                    <a:pt x="701688" y="36142"/>
                  </a:lnTo>
                  <a:cubicBezTo>
                    <a:pt x="696467" y="36142"/>
                    <a:pt x="696467" y="36142"/>
                    <a:pt x="691246" y="36142"/>
                  </a:cubicBezTo>
                  <a:cubicBezTo>
                    <a:pt x="686024" y="36142"/>
                    <a:pt x="686024" y="36142"/>
                    <a:pt x="686024" y="36142"/>
                  </a:cubicBezTo>
                  <a:lnTo>
                    <a:pt x="680803" y="36142"/>
                  </a:lnTo>
                  <a:cubicBezTo>
                    <a:pt x="675582" y="36142"/>
                    <a:pt x="675582" y="36142"/>
                    <a:pt x="675582" y="36142"/>
                  </a:cubicBezTo>
                  <a:cubicBezTo>
                    <a:pt x="670360" y="36142"/>
                    <a:pt x="670360" y="36142"/>
                    <a:pt x="670360" y="36142"/>
                  </a:cubicBezTo>
                  <a:lnTo>
                    <a:pt x="670360" y="31009"/>
                  </a:lnTo>
                  <a:close/>
                  <a:moveTo>
                    <a:pt x="1376939" y="15525"/>
                  </a:moveTo>
                  <a:cubicBezTo>
                    <a:pt x="1382170" y="15525"/>
                    <a:pt x="1382170" y="15525"/>
                    <a:pt x="1387401" y="15525"/>
                  </a:cubicBezTo>
                  <a:cubicBezTo>
                    <a:pt x="1392801" y="15525"/>
                    <a:pt x="1392801" y="15525"/>
                    <a:pt x="1392801" y="15525"/>
                  </a:cubicBezTo>
                  <a:lnTo>
                    <a:pt x="1397863" y="15525"/>
                  </a:lnTo>
                  <a:lnTo>
                    <a:pt x="1403094" y="15525"/>
                  </a:lnTo>
                  <a:cubicBezTo>
                    <a:pt x="1408326" y="15525"/>
                    <a:pt x="1408326" y="15525"/>
                    <a:pt x="1413725" y="15525"/>
                  </a:cubicBezTo>
                  <a:cubicBezTo>
                    <a:pt x="1408326" y="20538"/>
                    <a:pt x="1408326" y="20538"/>
                    <a:pt x="1403094" y="20538"/>
                  </a:cubicBezTo>
                  <a:cubicBezTo>
                    <a:pt x="1397863" y="20538"/>
                    <a:pt x="1397863" y="20538"/>
                    <a:pt x="1392801" y="20538"/>
                  </a:cubicBezTo>
                  <a:lnTo>
                    <a:pt x="1387401" y="20538"/>
                  </a:lnTo>
                  <a:lnTo>
                    <a:pt x="1382170" y="20538"/>
                  </a:lnTo>
                  <a:cubicBezTo>
                    <a:pt x="1376939" y="20538"/>
                    <a:pt x="1376939" y="20538"/>
                    <a:pt x="1376939" y="20538"/>
                  </a:cubicBezTo>
                  <a:close/>
                  <a:moveTo>
                    <a:pt x="716897" y="15525"/>
                  </a:moveTo>
                  <a:cubicBezTo>
                    <a:pt x="722043" y="15525"/>
                    <a:pt x="727189" y="15525"/>
                    <a:pt x="727189" y="15525"/>
                  </a:cubicBezTo>
                  <a:cubicBezTo>
                    <a:pt x="732335" y="15525"/>
                    <a:pt x="732335" y="15525"/>
                    <a:pt x="737481" y="15525"/>
                  </a:cubicBezTo>
                  <a:lnTo>
                    <a:pt x="737481" y="20538"/>
                  </a:lnTo>
                  <a:cubicBezTo>
                    <a:pt x="732335" y="20538"/>
                    <a:pt x="727189" y="20538"/>
                    <a:pt x="727189" y="20538"/>
                  </a:cubicBezTo>
                  <a:cubicBezTo>
                    <a:pt x="727189" y="20538"/>
                    <a:pt x="727189" y="20538"/>
                    <a:pt x="722043" y="20538"/>
                  </a:cubicBezTo>
                  <a:lnTo>
                    <a:pt x="716897" y="20538"/>
                  </a:lnTo>
                  <a:lnTo>
                    <a:pt x="711751" y="20538"/>
                  </a:lnTo>
                  <a:cubicBezTo>
                    <a:pt x="711751" y="20538"/>
                    <a:pt x="716897" y="20538"/>
                    <a:pt x="716897" y="15525"/>
                  </a:cubicBezTo>
                  <a:close/>
                  <a:moveTo>
                    <a:pt x="759054" y="10350"/>
                  </a:moveTo>
                  <a:cubicBezTo>
                    <a:pt x="764145" y="10350"/>
                    <a:pt x="764145" y="15363"/>
                    <a:pt x="764145" y="15363"/>
                  </a:cubicBezTo>
                  <a:lnTo>
                    <a:pt x="759054" y="15363"/>
                  </a:lnTo>
                  <a:close/>
                  <a:moveTo>
                    <a:pt x="836832" y="5175"/>
                  </a:moveTo>
                  <a:lnTo>
                    <a:pt x="842023" y="5175"/>
                  </a:lnTo>
                  <a:cubicBezTo>
                    <a:pt x="847048" y="5175"/>
                    <a:pt x="852405" y="5175"/>
                    <a:pt x="857597" y="10407"/>
                  </a:cubicBezTo>
                  <a:cubicBezTo>
                    <a:pt x="862787" y="10407"/>
                    <a:pt x="862787" y="10407"/>
                    <a:pt x="862787" y="10407"/>
                  </a:cubicBezTo>
                  <a:cubicBezTo>
                    <a:pt x="867810" y="10407"/>
                    <a:pt x="867810" y="10407"/>
                    <a:pt x="867810" y="5175"/>
                  </a:cubicBezTo>
                  <a:cubicBezTo>
                    <a:pt x="873168" y="5175"/>
                    <a:pt x="873168" y="5175"/>
                    <a:pt x="878360" y="5175"/>
                  </a:cubicBezTo>
                  <a:lnTo>
                    <a:pt x="883551" y="5175"/>
                  </a:lnTo>
                  <a:cubicBezTo>
                    <a:pt x="883551" y="5175"/>
                    <a:pt x="888575" y="5175"/>
                    <a:pt x="893933" y="5175"/>
                  </a:cubicBezTo>
                  <a:lnTo>
                    <a:pt x="899124" y="5175"/>
                  </a:lnTo>
                  <a:cubicBezTo>
                    <a:pt x="904316" y="5175"/>
                    <a:pt x="904316" y="5175"/>
                    <a:pt x="904316" y="5175"/>
                  </a:cubicBezTo>
                  <a:cubicBezTo>
                    <a:pt x="904316" y="5175"/>
                    <a:pt x="909340" y="5175"/>
                    <a:pt x="909340" y="10407"/>
                  </a:cubicBezTo>
                  <a:cubicBezTo>
                    <a:pt x="914698" y="10407"/>
                    <a:pt x="914698" y="10407"/>
                    <a:pt x="919889" y="10407"/>
                  </a:cubicBezTo>
                  <a:cubicBezTo>
                    <a:pt x="925080" y="5175"/>
                    <a:pt x="930104" y="5175"/>
                    <a:pt x="930104" y="5175"/>
                  </a:cubicBezTo>
                  <a:lnTo>
                    <a:pt x="935461" y="5175"/>
                  </a:lnTo>
                  <a:cubicBezTo>
                    <a:pt x="940652" y="5175"/>
                    <a:pt x="940652" y="5175"/>
                    <a:pt x="940652" y="5175"/>
                  </a:cubicBezTo>
                  <a:cubicBezTo>
                    <a:pt x="945844" y="5175"/>
                    <a:pt x="945844" y="5175"/>
                    <a:pt x="945844" y="5175"/>
                  </a:cubicBezTo>
                  <a:lnTo>
                    <a:pt x="950867" y="5175"/>
                  </a:lnTo>
                  <a:cubicBezTo>
                    <a:pt x="950867" y="10407"/>
                    <a:pt x="950867" y="10407"/>
                    <a:pt x="956226" y="10407"/>
                  </a:cubicBezTo>
                  <a:cubicBezTo>
                    <a:pt x="956226" y="10407"/>
                    <a:pt x="956226" y="10407"/>
                    <a:pt x="950867" y="10407"/>
                  </a:cubicBezTo>
                  <a:lnTo>
                    <a:pt x="945844" y="10407"/>
                  </a:lnTo>
                  <a:cubicBezTo>
                    <a:pt x="945844" y="10407"/>
                    <a:pt x="945844" y="10407"/>
                    <a:pt x="940652" y="10407"/>
                  </a:cubicBezTo>
                  <a:cubicBezTo>
                    <a:pt x="940652" y="15639"/>
                    <a:pt x="940652" y="15639"/>
                    <a:pt x="940652" y="15639"/>
                  </a:cubicBezTo>
                  <a:lnTo>
                    <a:pt x="935461" y="15639"/>
                  </a:lnTo>
                  <a:cubicBezTo>
                    <a:pt x="930104" y="15639"/>
                    <a:pt x="925080" y="15639"/>
                    <a:pt x="925080" y="20871"/>
                  </a:cubicBezTo>
                  <a:cubicBezTo>
                    <a:pt x="919889" y="20871"/>
                    <a:pt x="914698" y="20871"/>
                    <a:pt x="914698" y="20871"/>
                  </a:cubicBezTo>
                  <a:cubicBezTo>
                    <a:pt x="909340" y="20871"/>
                    <a:pt x="899124" y="20871"/>
                    <a:pt x="893933" y="26103"/>
                  </a:cubicBezTo>
                  <a:cubicBezTo>
                    <a:pt x="888575" y="26103"/>
                    <a:pt x="883551" y="26103"/>
                    <a:pt x="883551" y="26103"/>
                  </a:cubicBezTo>
                  <a:cubicBezTo>
                    <a:pt x="883551" y="26103"/>
                    <a:pt x="883551" y="26103"/>
                    <a:pt x="878360" y="20871"/>
                  </a:cubicBezTo>
                  <a:cubicBezTo>
                    <a:pt x="878360" y="20871"/>
                    <a:pt x="878360" y="20871"/>
                    <a:pt x="878360" y="26103"/>
                  </a:cubicBezTo>
                  <a:lnTo>
                    <a:pt x="878360" y="31336"/>
                  </a:lnTo>
                  <a:cubicBezTo>
                    <a:pt x="878360" y="31336"/>
                    <a:pt x="878360" y="31336"/>
                    <a:pt x="873168" y="31336"/>
                  </a:cubicBezTo>
                  <a:lnTo>
                    <a:pt x="867810" y="31336"/>
                  </a:lnTo>
                  <a:cubicBezTo>
                    <a:pt x="862787" y="31336"/>
                    <a:pt x="862787" y="31336"/>
                    <a:pt x="857597" y="31336"/>
                  </a:cubicBezTo>
                  <a:lnTo>
                    <a:pt x="852405" y="31336"/>
                  </a:lnTo>
                  <a:cubicBezTo>
                    <a:pt x="847048" y="31336"/>
                    <a:pt x="847048" y="31336"/>
                    <a:pt x="847048" y="36568"/>
                  </a:cubicBezTo>
                  <a:lnTo>
                    <a:pt x="842023" y="36568"/>
                  </a:lnTo>
                  <a:cubicBezTo>
                    <a:pt x="842023" y="36568"/>
                    <a:pt x="842023" y="36568"/>
                    <a:pt x="836832" y="36568"/>
                  </a:cubicBezTo>
                  <a:cubicBezTo>
                    <a:pt x="836832" y="36568"/>
                    <a:pt x="836832" y="36568"/>
                    <a:pt x="831641" y="36568"/>
                  </a:cubicBezTo>
                  <a:cubicBezTo>
                    <a:pt x="831641" y="36568"/>
                    <a:pt x="831641" y="36568"/>
                    <a:pt x="826450" y="36568"/>
                  </a:cubicBezTo>
                  <a:cubicBezTo>
                    <a:pt x="826450" y="36568"/>
                    <a:pt x="826450" y="36568"/>
                    <a:pt x="821259" y="36568"/>
                  </a:cubicBezTo>
                  <a:lnTo>
                    <a:pt x="816069" y="36568"/>
                  </a:lnTo>
                  <a:cubicBezTo>
                    <a:pt x="810709" y="36568"/>
                    <a:pt x="810709" y="41800"/>
                    <a:pt x="810709" y="41800"/>
                  </a:cubicBezTo>
                  <a:cubicBezTo>
                    <a:pt x="810709" y="47032"/>
                    <a:pt x="816069" y="47032"/>
                    <a:pt x="816069" y="47032"/>
                  </a:cubicBezTo>
                  <a:lnTo>
                    <a:pt x="821259" y="47032"/>
                  </a:lnTo>
                  <a:cubicBezTo>
                    <a:pt x="826450" y="47032"/>
                    <a:pt x="826450" y="47032"/>
                    <a:pt x="826450" y="47032"/>
                  </a:cubicBezTo>
                  <a:cubicBezTo>
                    <a:pt x="826450" y="47032"/>
                    <a:pt x="826450" y="47032"/>
                    <a:pt x="831641" y="47032"/>
                  </a:cubicBezTo>
                  <a:lnTo>
                    <a:pt x="831641" y="52264"/>
                  </a:lnTo>
                  <a:lnTo>
                    <a:pt x="826450" y="52264"/>
                  </a:lnTo>
                  <a:lnTo>
                    <a:pt x="821259" y="52264"/>
                  </a:lnTo>
                  <a:cubicBezTo>
                    <a:pt x="816069" y="52264"/>
                    <a:pt x="816069" y="52264"/>
                    <a:pt x="816069" y="52264"/>
                  </a:cubicBezTo>
                  <a:cubicBezTo>
                    <a:pt x="810709" y="57496"/>
                    <a:pt x="816069" y="57496"/>
                    <a:pt x="816069" y="57496"/>
                  </a:cubicBezTo>
                  <a:cubicBezTo>
                    <a:pt x="810709" y="57496"/>
                    <a:pt x="810709" y="57496"/>
                    <a:pt x="810709" y="57496"/>
                  </a:cubicBezTo>
                  <a:cubicBezTo>
                    <a:pt x="805686" y="57496"/>
                    <a:pt x="800495" y="57496"/>
                    <a:pt x="800495" y="57496"/>
                  </a:cubicBezTo>
                  <a:cubicBezTo>
                    <a:pt x="795304" y="57496"/>
                    <a:pt x="795304" y="57496"/>
                    <a:pt x="795304" y="57496"/>
                  </a:cubicBezTo>
                  <a:cubicBezTo>
                    <a:pt x="795304" y="57496"/>
                    <a:pt x="795304" y="57496"/>
                    <a:pt x="790113" y="57496"/>
                  </a:cubicBezTo>
                  <a:cubicBezTo>
                    <a:pt x="790113" y="57496"/>
                    <a:pt x="790113" y="57496"/>
                    <a:pt x="784922" y="57496"/>
                  </a:cubicBezTo>
                  <a:cubicBezTo>
                    <a:pt x="784922" y="57496"/>
                    <a:pt x="784922" y="57496"/>
                    <a:pt x="795304" y="47032"/>
                  </a:cubicBezTo>
                  <a:cubicBezTo>
                    <a:pt x="795304" y="47032"/>
                    <a:pt x="795304" y="47032"/>
                    <a:pt x="784922" y="47032"/>
                  </a:cubicBezTo>
                  <a:cubicBezTo>
                    <a:pt x="790113" y="47032"/>
                    <a:pt x="790113" y="41800"/>
                    <a:pt x="790113" y="41800"/>
                  </a:cubicBezTo>
                  <a:cubicBezTo>
                    <a:pt x="795304" y="41800"/>
                    <a:pt x="795304" y="41800"/>
                    <a:pt x="795304" y="41800"/>
                  </a:cubicBezTo>
                  <a:cubicBezTo>
                    <a:pt x="800495" y="41800"/>
                    <a:pt x="800495" y="36568"/>
                    <a:pt x="800495" y="36568"/>
                  </a:cubicBezTo>
                  <a:cubicBezTo>
                    <a:pt x="800495" y="36568"/>
                    <a:pt x="800495" y="36568"/>
                    <a:pt x="795304" y="31336"/>
                  </a:cubicBezTo>
                  <a:cubicBezTo>
                    <a:pt x="805686" y="31336"/>
                    <a:pt x="810709" y="31336"/>
                    <a:pt x="810709" y="31336"/>
                  </a:cubicBezTo>
                  <a:cubicBezTo>
                    <a:pt x="816069" y="31336"/>
                    <a:pt x="816069" y="31336"/>
                    <a:pt x="816069" y="31336"/>
                  </a:cubicBezTo>
                  <a:cubicBezTo>
                    <a:pt x="821259" y="31336"/>
                    <a:pt x="821259" y="31336"/>
                    <a:pt x="821259" y="31336"/>
                  </a:cubicBezTo>
                  <a:lnTo>
                    <a:pt x="821259" y="26103"/>
                  </a:lnTo>
                  <a:lnTo>
                    <a:pt x="826450" y="26103"/>
                  </a:lnTo>
                  <a:lnTo>
                    <a:pt x="831641" y="26103"/>
                  </a:lnTo>
                  <a:lnTo>
                    <a:pt x="836832" y="26103"/>
                  </a:lnTo>
                  <a:cubicBezTo>
                    <a:pt x="836832" y="26103"/>
                    <a:pt x="836832" y="26103"/>
                    <a:pt x="836832" y="5175"/>
                  </a:cubicBezTo>
                  <a:close/>
                  <a:moveTo>
                    <a:pt x="810553" y="5175"/>
                  </a:moveTo>
                  <a:lnTo>
                    <a:pt x="815869" y="5175"/>
                  </a:lnTo>
                  <a:cubicBezTo>
                    <a:pt x="821019" y="5175"/>
                    <a:pt x="821019" y="5175"/>
                    <a:pt x="826169" y="5175"/>
                  </a:cubicBezTo>
                  <a:cubicBezTo>
                    <a:pt x="826169" y="5175"/>
                    <a:pt x="826169" y="5175"/>
                    <a:pt x="831319" y="10268"/>
                  </a:cubicBezTo>
                  <a:lnTo>
                    <a:pt x="826169" y="10268"/>
                  </a:lnTo>
                  <a:cubicBezTo>
                    <a:pt x="826169" y="10268"/>
                    <a:pt x="821019" y="15361"/>
                    <a:pt x="815869" y="15361"/>
                  </a:cubicBezTo>
                  <a:cubicBezTo>
                    <a:pt x="810553" y="15361"/>
                    <a:pt x="810553" y="15361"/>
                    <a:pt x="810553" y="15361"/>
                  </a:cubicBezTo>
                  <a:lnTo>
                    <a:pt x="805569" y="15361"/>
                  </a:lnTo>
                  <a:cubicBezTo>
                    <a:pt x="805569" y="15361"/>
                    <a:pt x="805569" y="15361"/>
                    <a:pt x="805569" y="10268"/>
                  </a:cubicBezTo>
                  <a:cubicBezTo>
                    <a:pt x="805569" y="10268"/>
                    <a:pt x="810553" y="10268"/>
                    <a:pt x="810553" y="5175"/>
                  </a:cubicBezTo>
                  <a:close/>
                  <a:moveTo>
                    <a:pt x="795269" y="5175"/>
                  </a:moveTo>
                  <a:cubicBezTo>
                    <a:pt x="800419" y="5175"/>
                    <a:pt x="800419" y="10268"/>
                    <a:pt x="805569" y="10268"/>
                  </a:cubicBezTo>
                  <a:cubicBezTo>
                    <a:pt x="805569" y="10268"/>
                    <a:pt x="800419" y="10268"/>
                    <a:pt x="795269" y="10268"/>
                  </a:cubicBezTo>
                  <a:close/>
                  <a:moveTo>
                    <a:pt x="1184610" y="0"/>
                  </a:moveTo>
                  <a:cubicBezTo>
                    <a:pt x="1189806" y="0"/>
                    <a:pt x="1189806" y="0"/>
                    <a:pt x="1189806" y="0"/>
                  </a:cubicBezTo>
                  <a:cubicBezTo>
                    <a:pt x="1194834" y="0"/>
                    <a:pt x="1194834" y="0"/>
                    <a:pt x="1194834" y="0"/>
                  </a:cubicBezTo>
                  <a:cubicBezTo>
                    <a:pt x="1200030" y="0"/>
                    <a:pt x="1200030" y="0"/>
                    <a:pt x="1205393" y="0"/>
                  </a:cubicBezTo>
                  <a:cubicBezTo>
                    <a:pt x="1205393" y="0"/>
                    <a:pt x="1205393" y="0"/>
                    <a:pt x="1210589" y="0"/>
                  </a:cubicBezTo>
                  <a:cubicBezTo>
                    <a:pt x="1215618" y="0"/>
                    <a:pt x="1215618" y="0"/>
                    <a:pt x="1220814" y="0"/>
                  </a:cubicBezTo>
                  <a:cubicBezTo>
                    <a:pt x="1226010" y="0"/>
                    <a:pt x="1226010" y="0"/>
                    <a:pt x="1226010" y="0"/>
                  </a:cubicBezTo>
                  <a:cubicBezTo>
                    <a:pt x="1231373" y="0"/>
                    <a:pt x="1236402" y="0"/>
                    <a:pt x="1241598" y="0"/>
                  </a:cubicBezTo>
                  <a:cubicBezTo>
                    <a:pt x="1241598" y="0"/>
                    <a:pt x="1241598" y="0"/>
                    <a:pt x="1246961" y="0"/>
                  </a:cubicBezTo>
                  <a:lnTo>
                    <a:pt x="1252157" y="0"/>
                  </a:lnTo>
                  <a:lnTo>
                    <a:pt x="1257185" y="0"/>
                  </a:lnTo>
                  <a:cubicBezTo>
                    <a:pt x="1257185" y="0"/>
                    <a:pt x="1257185" y="0"/>
                    <a:pt x="1262382" y="0"/>
                  </a:cubicBezTo>
                  <a:lnTo>
                    <a:pt x="1267744" y="0"/>
                  </a:lnTo>
                  <a:cubicBezTo>
                    <a:pt x="1272941" y="0"/>
                    <a:pt x="1277969" y="0"/>
                    <a:pt x="1283165" y="0"/>
                  </a:cubicBezTo>
                  <a:cubicBezTo>
                    <a:pt x="1288528" y="0"/>
                    <a:pt x="1288528" y="0"/>
                    <a:pt x="1293724" y="0"/>
                  </a:cubicBezTo>
                  <a:cubicBezTo>
                    <a:pt x="1298752" y="0"/>
                    <a:pt x="1298752" y="0"/>
                    <a:pt x="1298752" y="0"/>
                  </a:cubicBezTo>
                  <a:lnTo>
                    <a:pt x="1303948" y="5203"/>
                  </a:lnTo>
                  <a:cubicBezTo>
                    <a:pt x="1298752" y="5203"/>
                    <a:pt x="1298752" y="5203"/>
                    <a:pt x="1298752" y="5203"/>
                  </a:cubicBezTo>
                  <a:lnTo>
                    <a:pt x="1293724" y="5203"/>
                  </a:lnTo>
                  <a:cubicBezTo>
                    <a:pt x="1288528" y="5203"/>
                    <a:pt x="1288528" y="5203"/>
                    <a:pt x="1283165" y="5203"/>
                  </a:cubicBezTo>
                  <a:cubicBezTo>
                    <a:pt x="1283165" y="5203"/>
                    <a:pt x="1277969" y="5203"/>
                    <a:pt x="1272941" y="5203"/>
                  </a:cubicBezTo>
                  <a:cubicBezTo>
                    <a:pt x="1272941" y="5203"/>
                    <a:pt x="1272941" y="5203"/>
                    <a:pt x="1267744" y="5203"/>
                  </a:cubicBezTo>
                  <a:cubicBezTo>
                    <a:pt x="1262382" y="5203"/>
                    <a:pt x="1257185" y="5203"/>
                    <a:pt x="1246961" y="5203"/>
                  </a:cubicBezTo>
                  <a:lnTo>
                    <a:pt x="1241598" y="5203"/>
                  </a:lnTo>
                  <a:cubicBezTo>
                    <a:pt x="1236402" y="10406"/>
                    <a:pt x="1236402" y="10406"/>
                    <a:pt x="1236402" y="15609"/>
                  </a:cubicBezTo>
                  <a:cubicBezTo>
                    <a:pt x="1236402" y="15609"/>
                    <a:pt x="1236402" y="20812"/>
                    <a:pt x="1241598" y="20812"/>
                  </a:cubicBezTo>
                  <a:lnTo>
                    <a:pt x="1246961" y="20812"/>
                  </a:lnTo>
                  <a:cubicBezTo>
                    <a:pt x="1252157" y="20812"/>
                    <a:pt x="1252157" y="20812"/>
                    <a:pt x="1257185" y="20812"/>
                  </a:cubicBezTo>
                  <a:cubicBezTo>
                    <a:pt x="1262382" y="20812"/>
                    <a:pt x="1267744" y="20812"/>
                    <a:pt x="1267744" y="20812"/>
                  </a:cubicBezTo>
                  <a:cubicBezTo>
                    <a:pt x="1272941" y="20812"/>
                    <a:pt x="1272941" y="20812"/>
                    <a:pt x="1277969" y="20812"/>
                  </a:cubicBezTo>
                  <a:lnTo>
                    <a:pt x="1283165" y="20812"/>
                  </a:lnTo>
                  <a:cubicBezTo>
                    <a:pt x="1288528" y="20812"/>
                    <a:pt x="1288528" y="20812"/>
                    <a:pt x="1293724" y="20812"/>
                  </a:cubicBezTo>
                  <a:lnTo>
                    <a:pt x="1298752" y="20812"/>
                  </a:lnTo>
                  <a:cubicBezTo>
                    <a:pt x="1298752" y="20812"/>
                    <a:pt x="1298752" y="20812"/>
                    <a:pt x="1303948" y="20812"/>
                  </a:cubicBezTo>
                  <a:cubicBezTo>
                    <a:pt x="1303948" y="20812"/>
                    <a:pt x="1309312" y="20812"/>
                    <a:pt x="1314508" y="20812"/>
                  </a:cubicBezTo>
                  <a:cubicBezTo>
                    <a:pt x="1319536" y="20812"/>
                    <a:pt x="1319536" y="15609"/>
                    <a:pt x="1319536" y="15609"/>
                  </a:cubicBezTo>
                  <a:lnTo>
                    <a:pt x="1324732" y="15609"/>
                  </a:lnTo>
                  <a:cubicBezTo>
                    <a:pt x="1319536" y="20812"/>
                    <a:pt x="1319536" y="20812"/>
                    <a:pt x="1314508" y="26015"/>
                  </a:cubicBezTo>
                  <a:lnTo>
                    <a:pt x="1314508" y="31217"/>
                  </a:lnTo>
                  <a:cubicBezTo>
                    <a:pt x="1314508" y="31217"/>
                    <a:pt x="1314508" y="31217"/>
                    <a:pt x="1319536" y="31217"/>
                  </a:cubicBezTo>
                  <a:cubicBezTo>
                    <a:pt x="1319536" y="31217"/>
                    <a:pt x="1319536" y="31217"/>
                    <a:pt x="1330096" y="26015"/>
                  </a:cubicBezTo>
                  <a:cubicBezTo>
                    <a:pt x="1335292" y="26015"/>
                    <a:pt x="1350880" y="20812"/>
                    <a:pt x="1350880" y="20812"/>
                  </a:cubicBezTo>
                  <a:cubicBezTo>
                    <a:pt x="1350880" y="20812"/>
                    <a:pt x="1350880" y="20812"/>
                    <a:pt x="1356076" y="20812"/>
                  </a:cubicBezTo>
                  <a:cubicBezTo>
                    <a:pt x="1350880" y="20812"/>
                    <a:pt x="1345516" y="20812"/>
                    <a:pt x="1345516" y="26015"/>
                  </a:cubicBezTo>
                  <a:lnTo>
                    <a:pt x="1345516" y="31217"/>
                  </a:lnTo>
                  <a:cubicBezTo>
                    <a:pt x="1345516" y="36420"/>
                    <a:pt x="1350880" y="36420"/>
                    <a:pt x="1350880" y="36420"/>
                  </a:cubicBezTo>
                  <a:lnTo>
                    <a:pt x="1356076" y="31217"/>
                  </a:lnTo>
                  <a:cubicBezTo>
                    <a:pt x="1356076" y="36420"/>
                    <a:pt x="1356076" y="36420"/>
                    <a:pt x="1356076" y="36420"/>
                  </a:cubicBezTo>
                  <a:cubicBezTo>
                    <a:pt x="1356076" y="36420"/>
                    <a:pt x="1356076" y="36420"/>
                    <a:pt x="1356076" y="41623"/>
                  </a:cubicBezTo>
                  <a:lnTo>
                    <a:pt x="1350880" y="41623"/>
                  </a:lnTo>
                  <a:lnTo>
                    <a:pt x="1345516" y="41623"/>
                  </a:lnTo>
                  <a:cubicBezTo>
                    <a:pt x="1345516" y="41623"/>
                    <a:pt x="1340320" y="41623"/>
                    <a:pt x="1340320" y="46826"/>
                  </a:cubicBezTo>
                  <a:cubicBezTo>
                    <a:pt x="1340320" y="46826"/>
                    <a:pt x="1340320" y="52029"/>
                    <a:pt x="1335292" y="52029"/>
                  </a:cubicBezTo>
                  <a:lnTo>
                    <a:pt x="1335292" y="57232"/>
                  </a:lnTo>
                  <a:cubicBezTo>
                    <a:pt x="1335292" y="62435"/>
                    <a:pt x="1335292" y="62435"/>
                    <a:pt x="1335292" y="62435"/>
                  </a:cubicBezTo>
                  <a:cubicBezTo>
                    <a:pt x="1335292" y="62435"/>
                    <a:pt x="1335292" y="62435"/>
                    <a:pt x="1330096" y="67638"/>
                  </a:cubicBezTo>
                  <a:cubicBezTo>
                    <a:pt x="1330096" y="67638"/>
                    <a:pt x="1330096" y="72841"/>
                    <a:pt x="1335292" y="72841"/>
                  </a:cubicBezTo>
                  <a:cubicBezTo>
                    <a:pt x="1335292" y="78044"/>
                    <a:pt x="1345516" y="78044"/>
                    <a:pt x="1345516" y="78044"/>
                  </a:cubicBezTo>
                  <a:lnTo>
                    <a:pt x="1350880" y="78044"/>
                  </a:lnTo>
                  <a:lnTo>
                    <a:pt x="1356076" y="78044"/>
                  </a:lnTo>
                  <a:lnTo>
                    <a:pt x="1356076" y="83247"/>
                  </a:lnTo>
                  <a:lnTo>
                    <a:pt x="1350880" y="83247"/>
                  </a:lnTo>
                  <a:cubicBezTo>
                    <a:pt x="1345516" y="83247"/>
                    <a:pt x="1345516" y="83247"/>
                    <a:pt x="1345516" y="83247"/>
                  </a:cubicBezTo>
                  <a:cubicBezTo>
                    <a:pt x="1345516" y="78044"/>
                    <a:pt x="1345516" y="78044"/>
                    <a:pt x="1340320" y="78044"/>
                  </a:cubicBezTo>
                  <a:cubicBezTo>
                    <a:pt x="1335292" y="78044"/>
                    <a:pt x="1330096" y="78044"/>
                    <a:pt x="1330096" y="83247"/>
                  </a:cubicBezTo>
                  <a:cubicBezTo>
                    <a:pt x="1324732" y="83247"/>
                    <a:pt x="1324732" y="83247"/>
                    <a:pt x="1330096" y="88450"/>
                  </a:cubicBezTo>
                  <a:cubicBezTo>
                    <a:pt x="1330096" y="88450"/>
                    <a:pt x="1330096" y="88450"/>
                    <a:pt x="1330096" y="93652"/>
                  </a:cubicBezTo>
                  <a:lnTo>
                    <a:pt x="1330096" y="98855"/>
                  </a:lnTo>
                  <a:lnTo>
                    <a:pt x="1324732" y="93652"/>
                  </a:lnTo>
                  <a:cubicBezTo>
                    <a:pt x="1319536" y="93652"/>
                    <a:pt x="1314508" y="98855"/>
                    <a:pt x="1314508" y="98855"/>
                  </a:cubicBezTo>
                  <a:cubicBezTo>
                    <a:pt x="1309312" y="98855"/>
                    <a:pt x="1309312" y="98855"/>
                    <a:pt x="1309312" y="98855"/>
                  </a:cubicBezTo>
                  <a:cubicBezTo>
                    <a:pt x="1309312" y="98855"/>
                    <a:pt x="1309312" y="98855"/>
                    <a:pt x="1303948" y="98855"/>
                  </a:cubicBezTo>
                  <a:cubicBezTo>
                    <a:pt x="1298752" y="98855"/>
                    <a:pt x="1298752" y="98855"/>
                    <a:pt x="1298752" y="104058"/>
                  </a:cubicBezTo>
                  <a:cubicBezTo>
                    <a:pt x="1293724" y="104058"/>
                    <a:pt x="1293724" y="104058"/>
                    <a:pt x="1293724" y="104058"/>
                  </a:cubicBezTo>
                  <a:cubicBezTo>
                    <a:pt x="1293724" y="109261"/>
                    <a:pt x="1293724" y="109261"/>
                    <a:pt x="1293724" y="109261"/>
                  </a:cubicBezTo>
                  <a:cubicBezTo>
                    <a:pt x="1298752" y="109261"/>
                    <a:pt x="1298752" y="114464"/>
                    <a:pt x="1298752" y="114464"/>
                  </a:cubicBezTo>
                  <a:lnTo>
                    <a:pt x="1298752" y="119667"/>
                  </a:lnTo>
                  <a:lnTo>
                    <a:pt x="1293724" y="119667"/>
                  </a:lnTo>
                  <a:cubicBezTo>
                    <a:pt x="1288528" y="119667"/>
                    <a:pt x="1288528" y="114464"/>
                    <a:pt x="1277969" y="114464"/>
                  </a:cubicBezTo>
                  <a:cubicBezTo>
                    <a:pt x="1277969" y="114464"/>
                    <a:pt x="1277969" y="114464"/>
                    <a:pt x="1262382" y="109261"/>
                  </a:cubicBezTo>
                  <a:cubicBezTo>
                    <a:pt x="1262382" y="109261"/>
                    <a:pt x="1262382" y="109261"/>
                    <a:pt x="1272941" y="119667"/>
                  </a:cubicBezTo>
                  <a:cubicBezTo>
                    <a:pt x="1272941" y="119667"/>
                    <a:pt x="1272941" y="119667"/>
                    <a:pt x="1272941" y="124870"/>
                  </a:cubicBezTo>
                  <a:cubicBezTo>
                    <a:pt x="1272941" y="130073"/>
                    <a:pt x="1267744" y="130073"/>
                    <a:pt x="1267744" y="135276"/>
                  </a:cubicBezTo>
                  <a:cubicBezTo>
                    <a:pt x="1267744" y="135276"/>
                    <a:pt x="1267744" y="140479"/>
                    <a:pt x="1272941" y="140479"/>
                  </a:cubicBezTo>
                  <a:cubicBezTo>
                    <a:pt x="1277969" y="140479"/>
                    <a:pt x="1277969" y="140479"/>
                    <a:pt x="1277969" y="140479"/>
                  </a:cubicBezTo>
                  <a:cubicBezTo>
                    <a:pt x="1283165" y="140479"/>
                    <a:pt x="1283165" y="140479"/>
                    <a:pt x="1283165" y="140479"/>
                  </a:cubicBezTo>
                  <a:cubicBezTo>
                    <a:pt x="1288528" y="140479"/>
                    <a:pt x="1288528" y="140479"/>
                    <a:pt x="1288528" y="140479"/>
                  </a:cubicBezTo>
                  <a:cubicBezTo>
                    <a:pt x="1288528" y="140479"/>
                    <a:pt x="1293724" y="140479"/>
                    <a:pt x="1298752" y="140479"/>
                  </a:cubicBezTo>
                  <a:cubicBezTo>
                    <a:pt x="1298752" y="140479"/>
                    <a:pt x="1298752" y="140479"/>
                    <a:pt x="1303948" y="140479"/>
                  </a:cubicBezTo>
                  <a:lnTo>
                    <a:pt x="1309312" y="140479"/>
                  </a:lnTo>
                  <a:cubicBezTo>
                    <a:pt x="1314508" y="140479"/>
                    <a:pt x="1314508" y="140479"/>
                    <a:pt x="1314508" y="145682"/>
                  </a:cubicBezTo>
                  <a:cubicBezTo>
                    <a:pt x="1309312" y="145682"/>
                    <a:pt x="1309312" y="145682"/>
                    <a:pt x="1309312" y="145682"/>
                  </a:cubicBezTo>
                  <a:cubicBezTo>
                    <a:pt x="1303948" y="150885"/>
                    <a:pt x="1303948" y="150885"/>
                    <a:pt x="1303948" y="150885"/>
                  </a:cubicBezTo>
                  <a:cubicBezTo>
                    <a:pt x="1298752" y="150885"/>
                    <a:pt x="1293724" y="150885"/>
                    <a:pt x="1288528" y="150885"/>
                  </a:cubicBezTo>
                  <a:cubicBezTo>
                    <a:pt x="1283165" y="156087"/>
                    <a:pt x="1277969" y="156087"/>
                    <a:pt x="1277969" y="156087"/>
                  </a:cubicBezTo>
                  <a:cubicBezTo>
                    <a:pt x="1272941" y="156087"/>
                    <a:pt x="1272941" y="156087"/>
                    <a:pt x="1272941" y="156087"/>
                  </a:cubicBezTo>
                  <a:cubicBezTo>
                    <a:pt x="1272941" y="156087"/>
                    <a:pt x="1272941" y="156087"/>
                    <a:pt x="1267744" y="156087"/>
                  </a:cubicBezTo>
                  <a:cubicBezTo>
                    <a:pt x="1267744" y="156087"/>
                    <a:pt x="1267744" y="156087"/>
                    <a:pt x="1262382" y="156087"/>
                  </a:cubicBezTo>
                  <a:lnTo>
                    <a:pt x="1257185" y="156087"/>
                  </a:lnTo>
                  <a:cubicBezTo>
                    <a:pt x="1252157" y="156087"/>
                    <a:pt x="1252157" y="156087"/>
                    <a:pt x="1252157" y="156087"/>
                  </a:cubicBezTo>
                  <a:lnTo>
                    <a:pt x="1246961" y="156087"/>
                  </a:lnTo>
                  <a:cubicBezTo>
                    <a:pt x="1246961" y="156087"/>
                    <a:pt x="1246961" y="156087"/>
                    <a:pt x="1241598" y="156087"/>
                  </a:cubicBezTo>
                  <a:lnTo>
                    <a:pt x="1236402" y="156087"/>
                  </a:lnTo>
                  <a:lnTo>
                    <a:pt x="1236402" y="161290"/>
                  </a:lnTo>
                  <a:cubicBezTo>
                    <a:pt x="1231373" y="161290"/>
                    <a:pt x="1231373" y="161290"/>
                    <a:pt x="1226010" y="166493"/>
                  </a:cubicBezTo>
                  <a:cubicBezTo>
                    <a:pt x="1226010" y="166493"/>
                    <a:pt x="1226010" y="166493"/>
                    <a:pt x="1226010" y="171696"/>
                  </a:cubicBezTo>
                  <a:cubicBezTo>
                    <a:pt x="1226010" y="171696"/>
                    <a:pt x="1226010" y="171696"/>
                    <a:pt x="1220814" y="171696"/>
                  </a:cubicBezTo>
                  <a:cubicBezTo>
                    <a:pt x="1220814" y="176899"/>
                    <a:pt x="1220814" y="176899"/>
                    <a:pt x="1215618" y="176899"/>
                  </a:cubicBezTo>
                  <a:cubicBezTo>
                    <a:pt x="1215618" y="182102"/>
                    <a:pt x="1210589" y="182102"/>
                    <a:pt x="1210589" y="182102"/>
                  </a:cubicBezTo>
                  <a:lnTo>
                    <a:pt x="1205393" y="182102"/>
                  </a:lnTo>
                  <a:lnTo>
                    <a:pt x="1200030" y="182102"/>
                  </a:lnTo>
                  <a:lnTo>
                    <a:pt x="1194834" y="182102"/>
                  </a:lnTo>
                  <a:lnTo>
                    <a:pt x="1189806" y="182102"/>
                  </a:lnTo>
                  <a:lnTo>
                    <a:pt x="1184610" y="182102"/>
                  </a:lnTo>
                  <a:lnTo>
                    <a:pt x="1179246" y="182102"/>
                  </a:lnTo>
                  <a:cubicBezTo>
                    <a:pt x="1174050" y="182102"/>
                    <a:pt x="1174050" y="182102"/>
                    <a:pt x="1174050" y="187305"/>
                  </a:cubicBezTo>
                  <a:lnTo>
                    <a:pt x="1169022" y="187305"/>
                  </a:lnTo>
                  <a:cubicBezTo>
                    <a:pt x="1163826" y="187305"/>
                    <a:pt x="1163826" y="187305"/>
                    <a:pt x="1158463" y="187305"/>
                  </a:cubicBezTo>
                  <a:cubicBezTo>
                    <a:pt x="1158463" y="192508"/>
                    <a:pt x="1158463" y="192508"/>
                    <a:pt x="1158463" y="197711"/>
                  </a:cubicBezTo>
                  <a:cubicBezTo>
                    <a:pt x="1158463" y="197711"/>
                    <a:pt x="1158463" y="197711"/>
                    <a:pt x="1143043" y="197711"/>
                  </a:cubicBezTo>
                  <a:cubicBezTo>
                    <a:pt x="1143043" y="197711"/>
                    <a:pt x="1143043" y="197711"/>
                    <a:pt x="1158463" y="208117"/>
                  </a:cubicBezTo>
                  <a:cubicBezTo>
                    <a:pt x="1158463" y="208117"/>
                    <a:pt x="1158463" y="208117"/>
                    <a:pt x="1153266" y="208117"/>
                  </a:cubicBezTo>
                  <a:lnTo>
                    <a:pt x="1148238" y="208117"/>
                  </a:lnTo>
                  <a:cubicBezTo>
                    <a:pt x="1148238" y="213152"/>
                    <a:pt x="1148238" y="213152"/>
                    <a:pt x="1148238" y="213152"/>
                  </a:cubicBezTo>
                  <a:cubicBezTo>
                    <a:pt x="1143043" y="213152"/>
                    <a:pt x="1143043" y="213152"/>
                    <a:pt x="1143043" y="213152"/>
                  </a:cubicBezTo>
                  <a:lnTo>
                    <a:pt x="1137678" y="218523"/>
                  </a:lnTo>
                  <a:cubicBezTo>
                    <a:pt x="1137678" y="223725"/>
                    <a:pt x="1137678" y="223725"/>
                    <a:pt x="1137678" y="223725"/>
                  </a:cubicBezTo>
                  <a:cubicBezTo>
                    <a:pt x="1137678" y="228928"/>
                    <a:pt x="1143043" y="228928"/>
                    <a:pt x="1143043" y="228928"/>
                  </a:cubicBezTo>
                  <a:cubicBezTo>
                    <a:pt x="1143043" y="233963"/>
                    <a:pt x="1143043" y="233963"/>
                    <a:pt x="1143043" y="233963"/>
                  </a:cubicBezTo>
                  <a:cubicBezTo>
                    <a:pt x="1143043" y="233963"/>
                    <a:pt x="1143043" y="233963"/>
                    <a:pt x="1143043" y="239334"/>
                  </a:cubicBezTo>
                  <a:cubicBezTo>
                    <a:pt x="1137678" y="239334"/>
                    <a:pt x="1137678" y="239334"/>
                    <a:pt x="1137678" y="244537"/>
                  </a:cubicBezTo>
                  <a:cubicBezTo>
                    <a:pt x="1132484" y="244537"/>
                    <a:pt x="1132484" y="244537"/>
                    <a:pt x="1132484" y="244537"/>
                  </a:cubicBezTo>
                  <a:cubicBezTo>
                    <a:pt x="1132484" y="244537"/>
                    <a:pt x="1132484" y="244537"/>
                    <a:pt x="1127454" y="244537"/>
                  </a:cubicBezTo>
                  <a:cubicBezTo>
                    <a:pt x="1127454" y="244537"/>
                    <a:pt x="1127454" y="244537"/>
                    <a:pt x="1122259" y="244537"/>
                  </a:cubicBezTo>
                  <a:cubicBezTo>
                    <a:pt x="1122259" y="239334"/>
                    <a:pt x="1127454" y="239334"/>
                    <a:pt x="1127454" y="239334"/>
                  </a:cubicBezTo>
                  <a:cubicBezTo>
                    <a:pt x="1127454" y="233963"/>
                    <a:pt x="1122259" y="233963"/>
                    <a:pt x="1122259" y="233963"/>
                  </a:cubicBezTo>
                  <a:cubicBezTo>
                    <a:pt x="1122259" y="233963"/>
                    <a:pt x="1122259" y="233963"/>
                    <a:pt x="1116895" y="233963"/>
                  </a:cubicBezTo>
                  <a:lnTo>
                    <a:pt x="1111699" y="233963"/>
                  </a:lnTo>
                  <a:cubicBezTo>
                    <a:pt x="1106670" y="233963"/>
                    <a:pt x="1106670" y="233963"/>
                    <a:pt x="1106670" y="233963"/>
                  </a:cubicBezTo>
                  <a:cubicBezTo>
                    <a:pt x="1101474" y="233963"/>
                    <a:pt x="1101474" y="233963"/>
                    <a:pt x="1101474" y="239334"/>
                  </a:cubicBezTo>
                  <a:lnTo>
                    <a:pt x="1096110" y="239334"/>
                  </a:lnTo>
                  <a:cubicBezTo>
                    <a:pt x="1096110" y="233963"/>
                    <a:pt x="1096110" y="233963"/>
                    <a:pt x="1096110" y="233963"/>
                  </a:cubicBezTo>
                  <a:cubicBezTo>
                    <a:pt x="1091082" y="228928"/>
                    <a:pt x="1091082" y="228928"/>
                    <a:pt x="1091082" y="228928"/>
                  </a:cubicBezTo>
                  <a:lnTo>
                    <a:pt x="1085886" y="228928"/>
                  </a:lnTo>
                  <a:lnTo>
                    <a:pt x="1085886" y="223725"/>
                  </a:lnTo>
                  <a:cubicBezTo>
                    <a:pt x="1080523" y="223725"/>
                    <a:pt x="1080523" y="223725"/>
                    <a:pt x="1080523" y="223725"/>
                  </a:cubicBezTo>
                  <a:cubicBezTo>
                    <a:pt x="1080523" y="223725"/>
                    <a:pt x="1075326" y="218523"/>
                    <a:pt x="1075326" y="213152"/>
                  </a:cubicBezTo>
                  <a:cubicBezTo>
                    <a:pt x="1075326" y="208117"/>
                    <a:pt x="1075326" y="208117"/>
                    <a:pt x="1075326" y="202914"/>
                  </a:cubicBezTo>
                  <a:cubicBezTo>
                    <a:pt x="1075326" y="202914"/>
                    <a:pt x="1075326" y="202914"/>
                    <a:pt x="1080523" y="202914"/>
                  </a:cubicBezTo>
                  <a:cubicBezTo>
                    <a:pt x="1080523" y="202914"/>
                    <a:pt x="1080523" y="202914"/>
                    <a:pt x="1080523" y="197711"/>
                  </a:cubicBezTo>
                  <a:cubicBezTo>
                    <a:pt x="1080523" y="197711"/>
                    <a:pt x="1080523" y="197711"/>
                    <a:pt x="1075326" y="192508"/>
                  </a:cubicBezTo>
                  <a:cubicBezTo>
                    <a:pt x="1070299" y="192508"/>
                    <a:pt x="1070299" y="192508"/>
                    <a:pt x="1070299" y="192508"/>
                  </a:cubicBezTo>
                  <a:cubicBezTo>
                    <a:pt x="1070299" y="192508"/>
                    <a:pt x="1070299" y="187305"/>
                    <a:pt x="1065102" y="187305"/>
                  </a:cubicBezTo>
                  <a:cubicBezTo>
                    <a:pt x="1065102" y="187305"/>
                    <a:pt x="1065102" y="192508"/>
                    <a:pt x="1059906" y="197711"/>
                  </a:cubicBezTo>
                  <a:lnTo>
                    <a:pt x="1059906" y="192508"/>
                  </a:lnTo>
                  <a:cubicBezTo>
                    <a:pt x="1054543" y="187305"/>
                    <a:pt x="1054543" y="187305"/>
                    <a:pt x="1049515" y="182102"/>
                  </a:cubicBezTo>
                  <a:cubicBezTo>
                    <a:pt x="1049515" y="182102"/>
                    <a:pt x="1044319" y="182102"/>
                    <a:pt x="1044319" y="176899"/>
                  </a:cubicBezTo>
                  <a:lnTo>
                    <a:pt x="1044319" y="171696"/>
                  </a:lnTo>
                  <a:cubicBezTo>
                    <a:pt x="1049515" y="171696"/>
                    <a:pt x="1049515" y="166493"/>
                    <a:pt x="1049515" y="166493"/>
                  </a:cubicBezTo>
                  <a:cubicBezTo>
                    <a:pt x="1049515" y="166493"/>
                    <a:pt x="1049515" y="166493"/>
                    <a:pt x="1049515" y="161290"/>
                  </a:cubicBezTo>
                  <a:cubicBezTo>
                    <a:pt x="1049515" y="161290"/>
                    <a:pt x="1054543" y="161290"/>
                    <a:pt x="1059906" y="161290"/>
                  </a:cubicBezTo>
                  <a:cubicBezTo>
                    <a:pt x="1065102" y="161290"/>
                    <a:pt x="1070299" y="156087"/>
                    <a:pt x="1070299" y="156087"/>
                  </a:cubicBezTo>
                  <a:cubicBezTo>
                    <a:pt x="1075326" y="150885"/>
                    <a:pt x="1075326" y="150885"/>
                    <a:pt x="1075326" y="150885"/>
                  </a:cubicBezTo>
                  <a:cubicBezTo>
                    <a:pt x="1075326" y="145682"/>
                    <a:pt x="1075326" y="145682"/>
                    <a:pt x="1075326" y="145682"/>
                  </a:cubicBezTo>
                  <a:cubicBezTo>
                    <a:pt x="1075326" y="145682"/>
                    <a:pt x="1080523" y="140479"/>
                    <a:pt x="1075326" y="140479"/>
                  </a:cubicBezTo>
                  <a:cubicBezTo>
                    <a:pt x="1075326" y="135276"/>
                    <a:pt x="1075326" y="135276"/>
                    <a:pt x="1075326" y="135276"/>
                  </a:cubicBezTo>
                  <a:cubicBezTo>
                    <a:pt x="1075326" y="130073"/>
                    <a:pt x="1070299" y="130073"/>
                    <a:pt x="1070299" y="130073"/>
                  </a:cubicBezTo>
                  <a:cubicBezTo>
                    <a:pt x="1065102" y="124870"/>
                    <a:pt x="1054543" y="124870"/>
                    <a:pt x="1054543" y="119667"/>
                  </a:cubicBezTo>
                  <a:cubicBezTo>
                    <a:pt x="1049515" y="119667"/>
                    <a:pt x="1049515" y="119667"/>
                    <a:pt x="1049515" y="119667"/>
                  </a:cubicBezTo>
                  <a:lnTo>
                    <a:pt x="1044319" y="119667"/>
                  </a:lnTo>
                  <a:cubicBezTo>
                    <a:pt x="1044319" y="119667"/>
                    <a:pt x="1044319" y="119667"/>
                    <a:pt x="1033758" y="114464"/>
                  </a:cubicBezTo>
                  <a:lnTo>
                    <a:pt x="1033758" y="109261"/>
                  </a:lnTo>
                  <a:cubicBezTo>
                    <a:pt x="1033758" y="109261"/>
                    <a:pt x="1033758" y="104058"/>
                    <a:pt x="1028731" y="104058"/>
                  </a:cubicBezTo>
                  <a:cubicBezTo>
                    <a:pt x="1028731" y="104058"/>
                    <a:pt x="1028731" y="104058"/>
                    <a:pt x="1028731" y="98855"/>
                  </a:cubicBezTo>
                  <a:cubicBezTo>
                    <a:pt x="1028731" y="98855"/>
                    <a:pt x="1028731" y="98855"/>
                    <a:pt x="1023534" y="98855"/>
                  </a:cubicBezTo>
                  <a:lnTo>
                    <a:pt x="1023534" y="93652"/>
                  </a:lnTo>
                  <a:lnTo>
                    <a:pt x="1018339" y="93652"/>
                  </a:lnTo>
                  <a:cubicBezTo>
                    <a:pt x="1018339" y="88450"/>
                    <a:pt x="1012976" y="88450"/>
                    <a:pt x="1012976" y="83247"/>
                  </a:cubicBezTo>
                  <a:cubicBezTo>
                    <a:pt x="1007947" y="83247"/>
                    <a:pt x="1002752" y="83247"/>
                    <a:pt x="1002752" y="83247"/>
                  </a:cubicBezTo>
                  <a:cubicBezTo>
                    <a:pt x="1002752" y="78044"/>
                    <a:pt x="1002752" y="78044"/>
                    <a:pt x="1002752" y="78044"/>
                  </a:cubicBezTo>
                  <a:cubicBezTo>
                    <a:pt x="997555" y="72841"/>
                    <a:pt x="997555" y="72841"/>
                    <a:pt x="997555" y="72841"/>
                  </a:cubicBezTo>
                  <a:cubicBezTo>
                    <a:pt x="992192" y="72841"/>
                    <a:pt x="992192" y="72841"/>
                    <a:pt x="992192" y="72841"/>
                  </a:cubicBezTo>
                  <a:cubicBezTo>
                    <a:pt x="992192" y="72841"/>
                    <a:pt x="992192" y="72841"/>
                    <a:pt x="987164" y="72841"/>
                  </a:cubicBezTo>
                  <a:cubicBezTo>
                    <a:pt x="976772" y="72841"/>
                    <a:pt x="966380" y="72841"/>
                    <a:pt x="961184" y="67638"/>
                  </a:cubicBezTo>
                  <a:cubicBezTo>
                    <a:pt x="955988" y="67638"/>
                    <a:pt x="955988" y="67638"/>
                    <a:pt x="950625" y="67638"/>
                  </a:cubicBezTo>
                  <a:cubicBezTo>
                    <a:pt x="945596" y="67638"/>
                    <a:pt x="945596" y="67638"/>
                    <a:pt x="940401" y="72841"/>
                  </a:cubicBezTo>
                  <a:cubicBezTo>
                    <a:pt x="935204" y="72841"/>
                    <a:pt x="935204" y="72841"/>
                    <a:pt x="935204" y="72841"/>
                  </a:cubicBezTo>
                  <a:cubicBezTo>
                    <a:pt x="935204" y="72841"/>
                    <a:pt x="935204" y="67638"/>
                    <a:pt x="929841" y="67638"/>
                  </a:cubicBezTo>
                  <a:cubicBezTo>
                    <a:pt x="929841" y="67638"/>
                    <a:pt x="929841" y="67638"/>
                    <a:pt x="924812" y="67638"/>
                  </a:cubicBezTo>
                  <a:cubicBezTo>
                    <a:pt x="924812" y="67638"/>
                    <a:pt x="929841" y="67638"/>
                    <a:pt x="929841" y="62435"/>
                  </a:cubicBezTo>
                  <a:cubicBezTo>
                    <a:pt x="929841" y="62435"/>
                    <a:pt x="929841" y="57232"/>
                    <a:pt x="924812" y="57232"/>
                  </a:cubicBezTo>
                  <a:cubicBezTo>
                    <a:pt x="919617" y="57232"/>
                    <a:pt x="919617" y="57232"/>
                    <a:pt x="914421" y="57232"/>
                  </a:cubicBezTo>
                  <a:cubicBezTo>
                    <a:pt x="909058" y="57232"/>
                    <a:pt x="909058" y="57232"/>
                    <a:pt x="909058" y="57232"/>
                  </a:cubicBezTo>
                  <a:cubicBezTo>
                    <a:pt x="904028" y="57232"/>
                    <a:pt x="904028" y="57232"/>
                    <a:pt x="898832" y="57232"/>
                  </a:cubicBezTo>
                  <a:cubicBezTo>
                    <a:pt x="893636" y="52029"/>
                    <a:pt x="893636" y="52029"/>
                    <a:pt x="888274" y="52029"/>
                  </a:cubicBezTo>
                  <a:cubicBezTo>
                    <a:pt x="888274" y="52029"/>
                    <a:pt x="888274" y="52029"/>
                    <a:pt x="893636" y="52029"/>
                  </a:cubicBezTo>
                  <a:cubicBezTo>
                    <a:pt x="898832" y="52029"/>
                    <a:pt x="898832" y="52029"/>
                    <a:pt x="898832" y="52029"/>
                  </a:cubicBezTo>
                  <a:cubicBezTo>
                    <a:pt x="904028" y="52029"/>
                    <a:pt x="904028" y="52029"/>
                    <a:pt x="909058" y="46826"/>
                  </a:cubicBezTo>
                  <a:cubicBezTo>
                    <a:pt x="909058" y="46826"/>
                    <a:pt x="909058" y="46826"/>
                    <a:pt x="914421" y="46826"/>
                  </a:cubicBezTo>
                  <a:cubicBezTo>
                    <a:pt x="919617" y="46826"/>
                    <a:pt x="924812" y="46826"/>
                    <a:pt x="924812" y="46826"/>
                  </a:cubicBezTo>
                  <a:cubicBezTo>
                    <a:pt x="929841" y="46826"/>
                    <a:pt x="929841" y="46826"/>
                    <a:pt x="929841" y="46826"/>
                  </a:cubicBezTo>
                  <a:cubicBezTo>
                    <a:pt x="935204" y="46826"/>
                    <a:pt x="940401" y="46826"/>
                    <a:pt x="945596" y="41623"/>
                  </a:cubicBezTo>
                  <a:cubicBezTo>
                    <a:pt x="945596" y="41623"/>
                    <a:pt x="950625" y="41623"/>
                    <a:pt x="950625" y="36420"/>
                  </a:cubicBezTo>
                  <a:cubicBezTo>
                    <a:pt x="955988" y="36420"/>
                    <a:pt x="955988" y="31217"/>
                    <a:pt x="955988" y="31217"/>
                  </a:cubicBezTo>
                  <a:cubicBezTo>
                    <a:pt x="955988" y="31217"/>
                    <a:pt x="955988" y="31217"/>
                    <a:pt x="950625" y="26015"/>
                  </a:cubicBezTo>
                  <a:cubicBezTo>
                    <a:pt x="955988" y="26015"/>
                    <a:pt x="955988" y="26015"/>
                    <a:pt x="955988" y="26015"/>
                  </a:cubicBezTo>
                  <a:cubicBezTo>
                    <a:pt x="961184" y="26015"/>
                    <a:pt x="961184" y="26015"/>
                    <a:pt x="966380" y="26015"/>
                  </a:cubicBezTo>
                  <a:lnTo>
                    <a:pt x="971409" y="26015"/>
                  </a:lnTo>
                  <a:cubicBezTo>
                    <a:pt x="976772" y="26015"/>
                    <a:pt x="976772" y="26015"/>
                    <a:pt x="976772" y="26015"/>
                  </a:cubicBezTo>
                  <a:cubicBezTo>
                    <a:pt x="981968" y="26015"/>
                    <a:pt x="981968" y="20812"/>
                    <a:pt x="981968" y="20812"/>
                  </a:cubicBezTo>
                  <a:cubicBezTo>
                    <a:pt x="981968" y="15609"/>
                    <a:pt x="987164" y="15609"/>
                    <a:pt x="987164" y="15609"/>
                  </a:cubicBezTo>
                  <a:cubicBezTo>
                    <a:pt x="987164" y="15609"/>
                    <a:pt x="987164" y="15609"/>
                    <a:pt x="992192" y="15609"/>
                  </a:cubicBezTo>
                  <a:lnTo>
                    <a:pt x="997555" y="15609"/>
                  </a:lnTo>
                  <a:lnTo>
                    <a:pt x="1002752" y="15609"/>
                  </a:lnTo>
                  <a:cubicBezTo>
                    <a:pt x="1007947" y="15609"/>
                    <a:pt x="1007947" y="15609"/>
                    <a:pt x="1012976" y="15609"/>
                  </a:cubicBezTo>
                  <a:cubicBezTo>
                    <a:pt x="1018339" y="15609"/>
                    <a:pt x="1028731" y="15609"/>
                    <a:pt x="1033758" y="10406"/>
                  </a:cubicBezTo>
                  <a:cubicBezTo>
                    <a:pt x="1033758" y="15609"/>
                    <a:pt x="1033758" y="15609"/>
                    <a:pt x="1039123" y="20812"/>
                  </a:cubicBezTo>
                  <a:lnTo>
                    <a:pt x="1044319" y="20812"/>
                  </a:lnTo>
                  <a:cubicBezTo>
                    <a:pt x="1049515" y="20812"/>
                    <a:pt x="1049515" y="15609"/>
                    <a:pt x="1054543" y="15609"/>
                  </a:cubicBezTo>
                  <a:lnTo>
                    <a:pt x="1059906" y="15609"/>
                  </a:lnTo>
                  <a:lnTo>
                    <a:pt x="1065102" y="15609"/>
                  </a:lnTo>
                  <a:cubicBezTo>
                    <a:pt x="1065102" y="15609"/>
                    <a:pt x="1070299" y="20812"/>
                    <a:pt x="1075326" y="20812"/>
                  </a:cubicBezTo>
                  <a:cubicBezTo>
                    <a:pt x="1075326" y="20812"/>
                    <a:pt x="1080523" y="20812"/>
                    <a:pt x="1085886" y="15609"/>
                  </a:cubicBezTo>
                  <a:cubicBezTo>
                    <a:pt x="1085886" y="15609"/>
                    <a:pt x="1085886" y="10406"/>
                    <a:pt x="1080523" y="10406"/>
                  </a:cubicBezTo>
                  <a:cubicBezTo>
                    <a:pt x="1085886" y="10406"/>
                    <a:pt x="1085886" y="10406"/>
                    <a:pt x="1085886" y="10406"/>
                  </a:cubicBezTo>
                  <a:cubicBezTo>
                    <a:pt x="1091082" y="10406"/>
                    <a:pt x="1091082" y="10406"/>
                    <a:pt x="1091082" y="10406"/>
                  </a:cubicBezTo>
                  <a:cubicBezTo>
                    <a:pt x="1096110" y="15609"/>
                    <a:pt x="1096110" y="15609"/>
                    <a:pt x="1101474" y="15609"/>
                  </a:cubicBezTo>
                  <a:cubicBezTo>
                    <a:pt x="1111699" y="15609"/>
                    <a:pt x="1122259" y="20812"/>
                    <a:pt x="1122259" y="20812"/>
                  </a:cubicBezTo>
                  <a:cubicBezTo>
                    <a:pt x="1122259" y="20812"/>
                    <a:pt x="1122259" y="20812"/>
                    <a:pt x="1127454" y="20812"/>
                  </a:cubicBezTo>
                  <a:cubicBezTo>
                    <a:pt x="1127454" y="20812"/>
                    <a:pt x="1127454" y="20812"/>
                    <a:pt x="1127454" y="15609"/>
                  </a:cubicBezTo>
                  <a:cubicBezTo>
                    <a:pt x="1127454" y="15609"/>
                    <a:pt x="1132484" y="15609"/>
                    <a:pt x="1132484" y="10406"/>
                  </a:cubicBezTo>
                  <a:cubicBezTo>
                    <a:pt x="1132484" y="5203"/>
                    <a:pt x="1127454" y="5203"/>
                    <a:pt x="1127454" y="5203"/>
                  </a:cubicBezTo>
                  <a:lnTo>
                    <a:pt x="1132484" y="5203"/>
                  </a:lnTo>
                  <a:cubicBezTo>
                    <a:pt x="1132484" y="5203"/>
                    <a:pt x="1132484" y="5203"/>
                    <a:pt x="1137678" y="5203"/>
                  </a:cubicBezTo>
                  <a:lnTo>
                    <a:pt x="1143043" y="5203"/>
                  </a:lnTo>
                  <a:cubicBezTo>
                    <a:pt x="1148238" y="5203"/>
                    <a:pt x="1148238" y="5203"/>
                    <a:pt x="1148238" y="5203"/>
                  </a:cubicBezTo>
                  <a:cubicBezTo>
                    <a:pt x="1153266" y="5203"/>
                    <a:pt x="1153266" y="5203"/>
                    <a:pt x="1153266" y="5203"/>
                  </a:cubicBezTo>
                  <a:lnTo>
                    <a:pt x="1158463" y="5203"/>
                  </a:lnTo>
                  <a:cubicBezTo>
                    <a:pt x="1169022" y="5203"/>
                    <a:pt x="1179246" y="10406"/>
                    <a:pt x="1179246" y="10406"/>
                  </a:cubicBezTo>
                  <a:cubicBezTo>
                    <a:pt x="1184610" y="10406"/>
                    <a:pt x="1184610" y="10406"/>
                    <a:pt x="1184610" y="520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900" dirty="0"/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067180C4-7EB6-4518-B300-A0A8C12A208F}"/>
                </a:ext>
              </a:extLst>
            </p:cNvPr>
            <p:cNvSpPr txBox="1"/>
            <p:nvPr/>
          </p:nvSpPr>
          <p:spPr>
            <a:xfrm>
              <a:off x="1324415" y="2655294"/>
              <a:ext cx="55816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tx2">
                      <a:lumMod val="60000"/>
                      <a:lumOff val="4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en-US" dirty="0">
                  <a:sym typeface="Proxima Nova"/>
                </a:rPr>
                <a:t>world</a:t>
              </a:r>
            </a:p>
          </p:txBody>
        </p:sp>
      </p:grpSp>
      <p:grpSp>
        <p:nvGrpSpPr>
          <p:cNvPr id="720" name="Group 719">
            <a:extLst>
              <a:ext uri="{FF2B5EF4-FFF2-40B4-BE49-F238E27FC236}">
                <a16:creationId xmlns:a16="http://schemas.microsoft.com/office/drawing/2014/main" id="{61E9337E-972C-4871-AA39-7942A62D6DDD}"/>
              </a:ext>
            </a:extLst>
          </p:cNvPr>
          <p:cNvGrpSpPr/>
          <p:nvPr/>
        </p:nvGrpSpPr>
        <p:grpSpPr>
          <a:xfrm>
            <a:off x="5184392" y="1375280"/>
            <a:ext cx="2278598" cy="1408274"/>
            <a:chOff x="4913747" y="1508630"/>
            <a:chExt cx="2278598" cy="1408274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81" name="Shape 3038">
              <a:extLst>
                <a:ext uri="{FF2B5EF4-FFF2-40B4-BE49-F238E27FC236}">
                  <a16:creationId xmlns:a16="http://schemas.microsoft.com/office/drawing/2014/main" id="{90DA65EF-09E6-46CF-A9A9-1072E7731D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13747" y="1508630"/>
              <a:ext cx="2278598" cy="109728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6793" y="118628"/>
                  </a:moveTo>
                  <a:lnTo>
                    <a:pt x="16793" y="118628"/>
                  </a:lnTo>
                  <a:cubicBezTo>
                    <a:pt x="16660" y="118628"/>
                    <a:pt x="16660" y="118364"/>
                    <a:pt x="16660" y="118364"/>
                  </a:cubicBezTo>
                  <a:cubicBezTo>
                    <a:pt x="16526" y="118364"/>
                    <a:pt x="16272" y="118364"/>
                    <a:pt x="16272" y="118100"/>
                  </a:cubicBezTo>
                  <a:cubicBezTo>
                    <a:pt x="16139" y="118100"/>
                    <a:pt x="16005" y="117823"/>
                    <a:pt x="15878" y="117546"/>
                  </a:cubicBezTo>
                  <a:cubicBezTo>
                    <a:pt x="15878" y="117546"/>
                    <a:pt x="15751" y="117283"/>
                    <a:pt x="15751" y="117019"/>
                  </a:cubicBezTo>
                  <a:cubicBezTo>
                    <a:pt x="15618" y="117019"/>
                    <a:pt x="15618" y="116742"/>
                    <a:pt x="15485" y="116465"/>
                  </a:cubicBezTo>
                  <a:lnTo>
                    <a:pt x="15358" y="116201"/>
                  </a:lnTo>
                  <a:cubicBezTo>
                    <a:pt x="15231" y="115938"/>
                    <a:pt x="15097" y="115661"/>
                    <a:pt x="15097" y="115661"/>
                  </a:cubicBezTo>
                  <a:cubicBezTo>
                    <a:pt x="14964" y="115661"/>
                    <a:pt x="14964" y="115661"/>
                    <a:pt x="14837" y="115661"/>
                  </a:cubicBezTo>
                  <a:cubicBezTo>
                    <a:pt x="14837" y="115661"/>
                    <a:pt x="14710" y="115661"/>
                    <a:pt x="14576" y="115661"/>
                  </a:cubicBezTo>
                  <a:lnTo>
                    <a:pt x="14443" y="115661"/>
                  </a:lnTo>
                  <a:cubicBezTo>
                    <a:pt x="14316" y="115661"/>
                    <a:pt x="14316" y="115938"/>
                    <a:pt x="14316" y="115938"/>
                  </a:cubicBezTo>
                  <a:cubicBezTo>
                    <a:pt x="14316" y="115938"/>
                    <a:pt x="14189" y="115938"/>
                    <a:pt x="14055" y="116201"/>
                  </a:cubicBezTo>
                  <a:cubicBezTo>
                    <a:pt x="14055" y="116201"/>
                    <a:pt x="14055" y="116201"/>
                    <a:pt x="13922" y="116201"/>
                  </a:cubicBezTo>
                  <a:cubicBezTo>
                    <a:pt x="13922" y="116201"/>
                    <a:pt x="13668" y="115938"/>
                    <a:pt x="13668" y="115661"/>
                  </a:cubicBezTo>
                  <a:cubicBezTo>
                    <a:pt x="13535" y="115661"/>
                    <a:pt x="13535" y="115384"/>
                    <a:pt x="13535" y="115384"/>
                  </a:cubicBezTo>
                  <a:cubicBezTo>
                    <a:pt x="13401" y="115120"/>
                    <a:pt x="13274" y="114856"/>
                    <a:pt x="13274" y="114856"/>
                  </a:cubicBezTo>
                  <a:cubicBezTo>
                    <a:pt x="13147" y="114856"/>
                    <a:pt x="13014" y="114579"/>
                    <a:pt x="13014" y="114579"/>
                  </a:cubicBezTo>
                  <a:cubicBezTo>
                    <a:pt x="12887" y="114302"/>
                    <a:pt x="12753" y="114302"/>
                    <a:pt x="12626" y="114302"/>
                  </a:cubicBezTo>
                  <a:lnTo>
                    <a:pt x="12493" y="114302"/>
                  </a:lnTo>
                  <a:cubicBezTo>
                    <a:pt x="12366" y="114302"/>
                    <a:pt x="12106" y="114302"/>
                    <a:pt x="11972" y="114302"/>
                  </a:cubicBezTo>
                  <a:cubicBezTo>
                    <a:pt x="11845" y="114302"/>
                    <a:pt x="11712" y="114038"/>
                    <a:pt x="11585" y="114038"/>
                  </a:cubicBezTo>
                  <a:cubicBezTo>
                    <a:pt x="11451" y="114038"/>
                    <a:pt x="11451" y="114038"/>
                    <a:pt x="11324" y="113775"/>
                  </a:cubicBezTo>
                  <a:cubicBezTo>
                    <a:pt x="11324" y="113775"/>
                    <a:pt x="11064" y="113775"/>
                    <a:pt x="11064" y="113498"/>
                  </a:cubicBezTo>
                  <a:cubicBezTo>
                    <a:pt x="10931" y="113498"/>
                    <a:pt x="10931" y="113221"/>
                    <a:pt x="10804" y="113221"/>
                  </a:cubicBezTo>
                  <a:lnTo>
                    <a:pt x="10670" y="113221"/>
                  </a:lnTo>
                  <a:cubicBezTo>
                    <a:pt x="10543" y="113221"/>
                    <a:pt x="10543" y="113221"/>
                    <a:pt x="10410" y="113221"/>
                  </a:cubicBezTo>
                  <a:cubicBezTo>
                    <a:pt x="10410" y="113221"/>
                    <a:pt x="10410" y="113498"/>
                    <a:pt x="10283" y="113498"/>
                  </a:cubicBezTo>
                  <a:lnTo>
                    <a:pt x="10283" y="113775"/>
                  </a:lnTo>
                  <a:cubicBezTo>
                    <a:pt x="10149" y="114038"/>
                    <a:pt x="10149" y="114038"/>
                    <a:pt x="10149" y="114038"/>
                  </a:cubicBezTo>
                  <a:cubicBezTo>
                    <a:pt x="9889" y="113775"/>
                    <a:pt x="9501" y="112693"/>
                    <a:pt x="9368" y="112416"/>
                  </a:cubicBezTo>
                  <a:cubicBezTo>
                    <a:pt x="9241" y="112139"/>
                    <a:pt x="9108" y="111612"/>
                    <a:pt x="8981" y="111335"/>
                  </a:cubicBezTo>
                  <a:cubicBezTo>
                    <a:pt x="8981" y="111335"/>
                    <a:pt x="8847" y="111071"/>
                    <a:pt x="8720" y="111071"/>
                  </a:cubicBezTo>
                  <a:cubicBezTo>
                    <a:pt x="8720" y="110794"/>
                    <a:pt x="8587" y="110794"/>
                    <a:pt x="8587" y="110794"/>
                  </a:cubicBezTo>
                  <a:cubicBezTo>
                    <a:pt x="8587" y="110530"/>
                    <a:pt x="8326" y="110530"/>
                    <a:pt x="8326" y="110530"/>
                  </a:cubicBezTo>
                  <a:cubicBezTo>
                    <a:pt x="8199" y="110253"/>
                    <a:pt x="8199" y="109990"/>
                    <a:pt x="8072" y="109990"/>
                  </a:cubicBezTo>
                  <a:cubicBezTo>
                    <a:pt x="8072" y="109713"/>
                    <a:pt x="7939" y="109713"/>
                    <a:pt x="7806" y="109713"/>
                  </a:cubicBezTo>
                  <a:lnTo>
                    <a:pt x="7679" y="109713"/>
                  </a:lnTo>
                  <a:cubicBezTo>
                    <a:pt x="7552" y="109449"/>
                    <a:pt x="7552" y="109449"/>
                    <a:pt x="7418" y="109449"/>
                  </a:cubicBezTo>
                  <a:cubicBezTo>
                    <a:pt x="7418" y="109449"/>
                    <a:pt x="7418" y="109172"/>
                    <a:pt x="7418" y="108908"/>
                  </a:cubicBezTo>
                  <a:lnTo>
                    <a:pt x="7285" y="108631"/>
                  </a:lnTo>
                  <a:cubicBezTo>
                    <a:pt x="7285" y="108631"/>
                    <a:pt x="7158" y="108367"/>
                    <a:pt x="7158" y="108090"/>
                  </a:cubicBezTo>
                  <a:lnTo>
                    <a:pt x="7158" y="107827"/>
                  </a:lnTo>
                  <a:cubicBezTo>
                    <a:pt x="7158" y="107550"/>
                    <a:pt x="7158" y="107286"/>
                    <a:pt x="7158" y="107286"/>
                  </a:cubicBezTo>
                  <a:lnTo>
                    <a:pt x="7285" y="107550"/>
                  </a:lnTo>
                  <a:lnTo>
                    <a:pt x="7418" y="107550"/>
                  </a:lnTo>
                  <a:lnTo>
                    <a:pt x="7418" y="107827"/>
                  </a:lnTo>
                  <a:lnTo>
                    <a:pt x="7552" y="107827"/>
                  </a:lnTo>
                  <a:cubicBezTo>
                    <a:pt x="7552" y="107827"/>
                    <a:pt x="7552" y="107827"/>
                    <a:pt x="7552" y="107550"/>
                  </a:cubicBezTo>
                  <a:cubicBezTo>
                    <a:pt x="7679" y="107550"/>
                    <a:pt x="7679" y="107550"/>
                    <a:pt x="7806" y="107550"/>
                  </a:cubicBezTo>
                  <a:cubicBezTo>
                    <a:pt x="7806" y="107286"/>
                    <a:pt x="7806" y="107286"/>
                    <a:pt x="7806" y="107009"/>
                  </a:cubicBezTo>
                  <a:lnTo>
                    <a:pt x="7806" y="106745"/>
                  </a:lnTo>
                  <a:cubicBezTo>
                    <a:pt x="7939" y="106468"/>
                    <a:pt x="7939" y="106468"/>
                    <a:pt x="7939" y="106205"/>
                  </a:cubicBezTo>
                  <a:cubicBezTo>
                    <a:pt x="8072" y="106205"/>
                    <a:pt x="8199" y="106205"/>
                    <a:pt x="8199" y="106205"/>
                  </a:cubicBezTo>
                  <a:cubicBezTo>
                    <a:pt x="8326" y="105928"/>
                    <a:pt x="8326" y="105664"/>
                    <a:pt x="8460" y="105664"/>
                  </a:cubicBezTo>
                  <a:cubicBezTo>
                    <a:pt x="8460" y="105664"/>
                    <a:pt x="8460" y="105664"/>
                    <a:pt x="8587" y="105664"/>
                  </a:cubicBezTo>
                  <a:cubicBezTo>
                    <a:pt x="8587" y="105387"/>
                    <a:pt x="8587" y="105387"/>
                    <a:pt x="8587" y="105123"/>
                  </a:cubicBezTo>
                  <a:cubicBezTo>
                    <a:pt x="8720" y="105123"/>
                    <a:pt x="8847" y="105387"/>
                    <a:pt x="8847" y="105123"/>
                  </a:cubicBezTo>
                  <a:lnTo>
                    <a:pt x="8847" y="104846"/>
                  </a:lnTo>
                  <a:lnTo>
                    <a:pt x="8720" y="104582"/>
                  </a:lnTo>
                  <a:lnTo>
                    <a:pt x="8587" y="104582"/>
                  </a:lnTo>
                  <a:cubicBezTo>
                    <a:pt x="8460" y="104305"/>
                    <a:pt x="8326" y="104305"/>
                    <a:pt x="8326" y="104042"/>
                  </a:cubicBezTo>
                  <a:lnTo>
                    <a:pt x="8326" y="103765"/>
                  </a:lnTo>
                  <a:cubicBezTo>
                    <a:pt x="8326" y="103501"/>
                    <a:pt x="8460" y="103501"/>
                    <a:pt x="8460" y="103501"/>
                  </a:cubicBezTo>
                  <a:lnTo>
                    <a:pt x="8720" y="103501"/>
                  </a:lnTo>
                  <a:lnTo>
                    <a:pt x="8847" y="103501"/>
                  </a:lnTo>
                  <a:cubicBezTo>
                    <a:pt x="8981" y="103501"/>
                    <a:pt x="8981" y="103224"/>
                    <a:pt x="8981" y="103224"/>
                  </a:cubicBezTo>
                  <a:lnTo>
                    <a:pt x="8981" y="102960"/>
                  </a:lnTo>
                  <a:cubicBezTo>
                    <a:pt x="8981" y="102683"/>
                    <a:pt x="9108" y="102960"/>
                    <a:pt x="9108" y="102960"/>
                  </a:cubicBezTo>
                  <a:cubicBezTo>
                    <a:pt x="9241" y="102960"/>
                    <a:pt x="9368" y="102683"/>
                    <a:pt x="9368" y="102683"/>
                  </a:cubicBezTo>
                  <a:lnTo>
                    <a:pt x="9501" y="102683"/>
                  </a:lnTo>
                  <a:cubicBezTo>
                    <a:pt x="9628" y="102683"/>
                    <a:pt x="9628" y="102420"/>
                    <a:pt x="9628" y="102420"/>
                  </a:cubicBezTo>
                  <a:cubicBezTo>
                    <a:pt x="9628" y="102156"/>
                    <a:pt x="9628" y="102156"/>
                    <a:pt x="9628" y="102156"/>
                  </a:cubicBezTo>
                  <a:cubicBezTo>
                    <a:pt x="9501" y="102156"/>
                    <a:pt x="9501" y="102156"/>
                    <a:pt x="9501" y="102156"/>
                  </a:cubicBezTo>
                  <a:cubicBezTo>
                    <a:pt x="9368" y="102156"/>
                    <a:pt x="9241" y="102156"/>
                    <a:pt x="9241" y="102420"/>
                  </a:cubicBezTo>
                  <a:cubicBezTo>
                    <a:pt x="9108" y="102420"/>
                    <a:pt x="9108" y="102420"/>
                    <a:pt x="9108" y="102420"/>
                  </a:cubicBezTo>
                  <a:cubicBezTo>
                    <a:pt x="8981" y="102683"/>
                    <a:pt x="8847" y="102420"/>
                    <a:pt x="8720" y="102420"/>
                  </a:cubicBezTo>
                  <a:lnTo>
                    <a:pt x="8587" y="102420"/>
                  </a:lnTo>
                  <a:lnTo>
                    <a:pt x="8587" y="102156"/>
                  </a:lnTo>
                  <a:cubicBezTo>
                    <a:pt x="8587" y="101879"/>
                    <a:pt x="8587" y="101602"/>
                    <a:pt x="8587" y="101602"/>
                  </a:cubicBezTo>
                  <a:cubicBezTo>
                    <a:pt x="8587" y="101338"/>
                    <a:pt x="8720" y="101338"/>
                    <a:pt x="8720" y="101074"/>
                  </a:cubicBezTo>
                  <a:lnTo>
                    <a:pt x="8847" y="100797"/>
                  </a:lnTo>
                  <a:cubicBezTo>
                    <a:pt x="8981" y="100520"/>
                    <a:pt x="9108" y="100520"/>
                    <a:pt x="9108" y="100257"/>
                  </a:cubicBezTo>
                  <a:cubicBezTo>
                    <a:pt x="9241" y="100257"/>
                    <a:pt x="9368" y="100257"/>
                    <a:pt x="9368" y="100257"/>
                  </a:cubicBezTo>
                  <a:lnTo>
                    <a:pt x="9501" y="99993"/>
                  </a:lnTo>
                  <a:cubicBezTo>
                    <a:pt x="9628" y="99993"/>
                    <a:pt x="9762" y="99993"/>
                    <a:pt x="9889" y="99993"/>
                  </a:cubicBezTo>
                  <a:lnTo>
                    <a:pt x="10022" y="99993"/>
                  </a:lnTo>
                  <a:cubicBezTo>
                    <a:pt x="10149" y="99993"/>
                    <a:pt x="10149" y="99716"/>
                    <a:pt x="10283" y="99716"/>
                  </a:cubicBezTo>
                  <a:cubicBezTo>
                    <a:pt x="10283" y="99716"/>
                    <a:pt x="10283" y="99439"/>
                    <a:pt x="10283" y="99175"/>
                  </a:cubicBezTo>
                  <a:lnTo>
                    <a:pt x="10283" y="98911"/>
                  </a:lnTo>
                  <a:cubicBezTo>
                    <a:pt x="10149" y="98635"/>
                    <a:pt x="10149" y="98358"/>
                    <a:pt x="10149" y="98094"/>
                  </a:cubicBezTo>
                  <a:lnTo>
                    <a:pt x="10022" y="97830"/>
                  </a:lnTo>
                  <a:lnTo>
                    <a:pt x="10022" y="97276"/>
                  </a:lnTo>
                  <a:lnTo>
                    <a:pt x="10022" y="97012"/>
                  </a:lnTo>
                  <a:cubicBezTo>
                    <a:pt x="10149" y="96749"/>
                    <a:pt x="10149" y="96472"/>
                    <a:pt x="10149" y="96472"/>
                  </a:cubicBezTo>
                  <a:lnTo>
                    <a:pt x="10283" y="96472"/>
                  </a:lnTo>
                  <a:cubicBezTo>
                    <a:pt x="10410" y="96195"/>
                    <a:pt x="10410" y="96195"/>
                    <a:pt x="10410" y="96195"/>
                  </a:cubicBezTo>
                  <a:cubicBezTo>
                    <a:pt x="10410" y="95931"/>
                    <a:pt x="10410" y="95667"/>
                    <a:pt x="10410" y="95667"/>
                  </a:cubicBezTo>
                  <a:cubicBezTo>
                    <a:pt x="10283" y="95667"/>
                    <a:pt x="10283" y="95390"/>
                    <a:pt x="10283" y="95390"/>
                  </a:cubicBezTo>
                  <a:cubicBezTo>
                    <a:pt x="10149" y="95390"/>
                    <a:pt x="10022" y="95390"/>
                    <a:pt x="10022" y="95390"/>
                  </a:cubicBezTo>
                  <a:cubicBezTo>
                    <a:pt x="9889" y="95390"/>
                    <a:pt x="9889" y="95113"/>
                    <a:pt x="9889" y="94849"/>
                  </a:cubicBezTo>
                  <a:lnTo>
                    <a:pt x="9762" y="94849"/>
                  </a:lnTo>
                  <a:cubicBezTo>
                    <a:pt x="9628" y="94849"/>
                    <a:pt x="9501" y="94849"/>
                    <a:pt x="9368" y="94586"/>
                  </a:cubicBezTo>
                  <a:cubicBezTo>
                    <a:pt x="9368" y="94586"/>
                    <a:pt x="9368" y="94032"/>
                    <a:pt x="9241" y="94032"/>
                  </a:cubicBezTo>
                  <a:lnTo>
                    <a:pt x="9108" y="94032"/>
                  </a:lnTo>
                  <a:cubicBezTo>
                    <a:pt x="8981" y="94032"/>
                    <a:pt x="8847" y="93768"/>
                    <a:pt x="8847" y="94032"/>
                  </a:cubicBezTo>
                  <a:cubicBezTo>
                    <a:pt x="8720" y="94032"/>
                    <a:pt x="8720" y="94032"/>
                    <a:pt x="8720" y="94032"/>
                  </a:cubicBezTo>
                  <a:cubicBezTo>
                    <a:pt x="8720" y="94309"/>
                    <a:pt x="8587" y="94032"/>
                    <a:pt x="8460" y="94032"/>
                  </a:cubicBezTo>
                  <a:lnTo>
                    <a:pt x="8460" y="93768"/>
                  </a:lnTo>
                  <a:cubicBezTo>
                    <a:pt x="8326" y="93768"/>
                    <a:pt x="8326" y="93504"/>
                    <a:pt x="8326" y="93504"/>
                  </a:cubicBezTo>
                  <a:cubicBezTo>
                    <a:pt x="8199" y="93504"/>
                    <a:pt x="8199" y="93227"/>
                    <a:pt x="8199" y="92964"/>
                  </a:cubicBezTo>
                  <a:lnTo>
                    <a:pt x="8072" y="92687"/>
                  </a:lnTo>
                  <a:cubicBezTo>
                    <a:pt x="7939" y="92687"/>
                    <a:pt x="7939" y="92687"/>
                    <a:pt x="7806" y="92687"/>
                  </a:cubicBezTo>
                  <a:cubicBezTo>
                    <a:pt x="7806" y="92687"/>
                    <a:pt x="7679" y="92964"/>
                    <a:pt x="7552" y="92964"/>
                  </a:cubicBezTo>
                  <a:cubicBezTo>
                    <a:pt x="7552" y="92964"/>
                    <a:pt x="7285" y="92964"/>
                    <a:pt x="7285" y="92687"/>
                  </a:cubicBezTo>
                  <a:cubicBezTo>
                    <a:pt x="7158" y="92687"/>
                    <a:pt x="7031" y="92687"/>
                    <a:pt x="7031" y="92687"/>
                  </a:cubicBezTo>
                  <a:cubicBezTo>
                    <a:pt x="6897" y="92687"/>
                    <a:pt x="6764" y="92687"/>
                    <a:pt x="6764" y="92687"/>
                  </a:cubicBezTo>
                  <a:cubicBezTo>
                    <a:pt x="6637" y="92423"/>
                    <a:pt x="6637" y="92423"/>
                    <a:pt x="6510" y="92423"/>
                  </a:cubicBezTo>
                  <a:cubicBezTo>
                    <a:pt x="6510" y="92423"/>
                    <a:pt x="6376" y="92159"/>
                    <a:pt x="6243" y="92159"/>
                  </a:cubicBezTo>
                  <a:cubicBezTo>
                    <a:pt x="6243" y="91882"/>
                    <a:pt x="6243" y="91341"/>
                    <a:pt x="6243" y="91341"/>
                  </a:cubicBezTo>
                  <a:cubicBezTo>
                    <a:pt x="6243" y="91078"/>
                    <a:pt x="6243" y="91078"/>
                    <a:pt x="6243" y="91078"/>
                  </a:cubicBezTo>
                  <a:cubicBezTo>
                    <a:pt x="6243" y="90801"/>
                    <a:pt x="6116" y="90524"/>
                    <a:pt x="5989" y="90524"/>
                  </a:cubicBezTo>
                  <a:cubicBezTo>
                    <a:pt x="5989" y="90524"/>
                    <a:pt x="5722" y="90260"/>
                    <a:pt x="5595" y="90260"/>
                  </a:cubicBezTo>
                  <a:cubicBezTo>
                    <a:pt x="5468" y="90260"/>
                    <a:pt x="5335" y="89996"/>
                    <a:pt x="5335" y="89996"/>
                  </a:cubicBezTo>
                  <a:lnTo>
                    <a:pt x="5335" y="89719"/>
                  </a:lnTo>
                  <a:cubicBezTo>
                    <a:pt x="5201" y="89442"/>
                    <a:pt x="5335" y="89179"/>
                    <a:pt x="5335" y="89179"/>
                  </a:cubicBezTo>
                  <a:cubicBezTo>
                    <a:pt x="5335" y="88915"/>
                    <a:pt x="5335" y="88638"/>
                    <a:pt x="5335" y="88638"/>
                  </a:cubicBezTo>
                  <a:cubicBezTo>
                    <a:pt x="5335" y="88361"/>
                    <a:pt x="5335" y="88361"/>
                    <a:pt x="5335" y="88361"/>
                  </a:cubicBezTo>
                  <a:cubicBezTo>
                    <a:pt x="5335" y="88097"/>
                    <a:pt x="5201" y="88097"/>
                    <a:pt x="5201" y="88097"/>
                  </a:cubicBezTo>
                  <a:cubicBezTo>
                    <a:pt x="5201" y="87833"/>
                    <a:pt x="5201" y="87833"/>
                    <a:pt x="5201" y="87556"/>
                  </a:cubicBezTo>
                  <a:cubicBezTo>
                    <a:pt x="5201" y="87556"/>
                    <a:pt x="5074" y="87279"/>
                    <a:pt x="5074" y="87016"/>
                  </a:cubicBezTo>
                  <a:cubicBezTo>
                    <a:pt x="4947" y="87016"/>
                    <a:pt x="4814" y="87016"/>
                    <a:pt x="4814" y="87016"/>
                  </a:cubicBezTo>
                  <a:cubicBezTo>
                    <a:pt x="4681" y="87016"/>
                    <a:pt x="4554" y="87016"/>
                    <a:pt x="4427" y="87016"/>
                  </a:cubicBezTo>
                  <a:lnTo>
                    <a:pt x="4293" y="87279"/>
                  </a:lnTo>
                  <a:cubicBezTo>
                    <a:pt x="4160" y="87279"/>
                    <a:pt x="4160" y="87279"/>
                    <a:pt x="4033" y="87016"/>
                  </a:cubicBezTo>
                  <a:lnTo>
                    <a:pt x="3772" y="87016"/>
                  </a:lnTo>
                  <a:cubicBezTo>
                    <a:pt x="3645" y="87016"/>
                    <a:pt x="3645" y="87016"/>
                    <a:pt x="3512" y="87016"/>
                  </a:cubicBezTo>
                  <a:cubicBezTo>
                    <a:pt x="3512" y="87016"/>
                    <a:pt x="3385" y="87279"/>
                    <a:pt x="3258" y="87279"/>
                  </a:cubicBezTo>
                  <a:lnTo>
                    <a:pt x="3124" y="87279"/>
                  </a:lnTo>
                  <a:cubicBezTo>
                    <a:pt x="3124" y="87279"/>
                    <a:pt x="2991" y="87556"/>
                    <a:pt x="2991" y="87279"/>
                  </a:cubicBezTo>
                  <a:cubicBezTo>
                    <a:pt x="2864" y="87279"/>
                    <a:pt x="2864" y="86475"/>
                    <a:pt x="2864" y="86198"/>
                  </a:cubicBezTo>
                  <a:lnTo>
                    <a:pt x="2864" y="85934"/>
                  </a:lnTo>
                  <a:cubicBezTo>
                    <a:pt x="2864" y="85670"/>
                    <a:pt x="2864" y="85393"/>
                    <a:pt x="2864" y="85393"/>
                  </a:cubicBezTo>
                  <a:lnTo>
                    <a:pt x="2864" y="85117"/>
                  </a:lnTo>
                  <a:cubicBezTo>
                    <a:pt x="2864" y="84853"/>
                    <a:pt x="2864" y="84589"/>
                    <a:pt x="2864" y="84312"/>
                  </a:cubicBezTo>
                  <a:cubicBezTo>
                    <a:pt x="2991" y="84312"/>
                    <a:pt x="2991" y="84312"/>
                    <a:pt x="3124" y="84048"/>
                  </a:cubicBezTo>
                  <a:cubicBezTo>
                    <a:pt x="3258" y="84048"/>
                    <a:pt x="3385" y="84048"/>
                    <a:pt x="3512" y="84048"/>
                  </a:cubicBezTo>
                  <a:cubicBezTo>
                    <a:pt x="3512" y="84048"/>
                    <a:pt x="3645" y="84048"/>
                    <a:pt x="3772" y="84048"/>
                  </a:cubicBezTo>
                  <a:cubicBezTo>
                    <a:pt x="3772" y="84048"/>
                    <a:pt x="4033" y="84048"/>
                    <a:pt x="4033" y="83771"/>
                  </a:cubicBezTo>
                  <a:lnTo>
                    <a:pt x="4033" y="83231"/>
                  </a:lnTo>
                  <a:cubicBezTo>
                    <a:pt x="4033" y="82967"/>
                    <a:pt x="4033" y="82690"/>
                    <a:pt x="4033" y="82690"/>
                  </a:cubicBezTo>
                  <a:cubicBezTo>
                    <a:pt x="4033" y="82426"/>
                    <a:pt x="3906" y="82426"/>
                    <a:pt x="3906" y="82149"/>
                  </a:cubicBezTo>
                  <a:cubicBezTo>
                    <a:pt x="3772" y="82149"/>
                    <a:pt x="3645" y="82149"/>
                    <a:pt x="3645" y="82149"/>
                  </a:cubicBezTo>
                  <a:cubicBezTo>
                    <a:pt x="3512" y="82149"/>
                    <a:pt x="3385" y="82149"/>
                    <a:pt x="3385" y="81885"/>
                  </a:cubicBezTo>
                  <a:cubicBezTo>
                    <a:pt x="3385" y="81885"/>
                    <a:pt x="3258" y="81608"/>
                    <a:pt x="3258" y="81345"/>
                  </a:cubicBezTo>
                  <a:cubicBezTo>
                    <a:pt x="3258" y="81068"/>
                    <a:pt x="3258" y="80804"/>
                    <a:pt x="3258" y="80804"/>
                  </a:cubicBezTo>
                  <a:cubicBezTo>
                    <a:pt x="3258" y="80527"/>
                    <a:pt x="3258" y="80263"/>
                    <a:pt x="3258" y="80263"/>
                  </a:cubicBezTo>
                  <a:cubicBezTo>
                    <a:pt x="3258" y="79986"/>
                    <a:pt x="3258" y="79986"/>
                    <a:pt x="3124" y="79723"/>
                  </a:cubicBezTo>
                  <a:lnTo>
                    <a:pt x="3124" y="79723"/>
                  </a:lnTo>
                  <a:cubicBezTo>
                    <a:pt x="2991" y="79446"/>
                    <a:pt x="2864" y="79723"/>
                    <a:pt x="2864" y="79723"/>
                  </a:cubicBezTo>
                  <a:cubicBezTo>
                    <a:pt x="2864" y="79723"/>
                    <a:pt x="2737" y="79723"/>
                    <a:pt x="2737" y="79446"/>
                  </a:cubicBezTo>
                  <a:cubicBezTo>
                    <a:pt x="2737" y="79446"/>
                    <a:pt x="2737" y="79182"/>
                    <a:pt x="2604" y="78905"/>
                  </a:cubicBezTo>
                  <a:cubicBezTo>
                    <a:pt x="2604" y="78905"/>
                    <a:pt x="2604" y="78641"/>
                    <a:pt x="2737" y="78364"/>
                  </a:cubicBezTo>
                  <a:cubicBezTo>
                    <a:pt x="2737" y="78364"/>
                    <a:pt x="2737" y="78100"/>
                    <a:pt x="2737" y="77823"/>
                  </a:cubicBezTo>
                  <a:cubicBezTo>
                    <a:pt x="2737" y="77823"/>
                    <a:pt x="2864" y="77560"/>
                    <a:pt x="2864" y="77283"/>
                  </a:cubicBezTo>
                  <a:lnTo>
                    <a:pt x="2737" y="77019"/>
                  </a:lnTo>
                  <a:cubicBezTo>
                    <a:pt x="2604" y="76742"/>
                    <a:pt x="2470" y="76742"/>
                    <a:pt x="2470" y="76742"/>
                  </a:cubicBezTo>
                  <a:cubicBezTo>
                    <a:pt x="2343" y="76742"/>
                    <a:pt x="2216" y="76478"/>
                    <a:pt x="2083" y="76478"/>
                  </a:cubicBezTo>
                  <a:cubicBezTo>
                    <a:pt x="1949" y="76478"/>
                    <a:pt x="1949" y="76478"/>
                    <a:pt x="1822" y="76478"/>
                  </a:cubicBezTo>
                  <a:lnTo>
                    <a:pt x="1695" y="76742"/>
                  </a:lnTo>
                  <a:cubicBezTo>
                    <a:pt x="1562" y="76742"/>
                    <a:pt x="1562" y="76742"/>
                    <a:pt x="1429" y="76742"/>
                  </a:cubicBezTo>
                  <a:cubicBezTo>
                    <a:pt x="1429" y="76478"/>
                    <a:pt x="1429" y="76478"/>
                    <a:pt x="1429" y="76201"/>
                  </a:cubicBezTo>
                  <a:cubicBezTo>
                    <a:pt x="1429" y="76201"/>
                    <a:pt x="1429" y="75938"/>
                    <a:pt x="1302" y="75938"/>
                  </a:cubicBezTo>
                  <a:lnTo>
                    <a:pt x="1302" y="75661"/>
                  </a:lnTo>
                  <a:lnTo>
                    <a:pt x="1175" y="75397"/>
                  </a:lnTo>
                  <a:cubicBezTo>
                    <a:pt x="1175" y="75661"/>
                    <a:pt x="1175" y="75661"/>
                    <a:pt x="1041" y="75661"/>
                  </a:cubicBezTo>
                  <a:cubicBezTo>
                    <a:pt x="1041" y="75938"/>
                    <a:pt x="908" y="75661"/>
                    <a:pt x="908" y="75661"/>
                  </a:cubicBezTo>
                  <a:lnTo>
                    <a:pt x="781" y="75397"/>
                  </a:lnTo>
                  <a:cubicBezTo>
                    <a:pt x="654" y="75397"/>
                    <a:pt x="654" y="75120"/>
                    <a:pt x="654" y="75120"/>
                  </a:cubicBezTo>
                  <a:cubicBezTo>
                    <a:pt x="520" y="75120"/>
                    <a:pt x="387" y="74856"/>
                    <a:pt x="387" y="74856"/>
                  </a:cubicBezTo>
                  <a:lnTo>
                    <a:pt x="387" y="74579"/>
                  </a:lnTo>
                  <a:cubicBezTo>
                    <a:pt x="387" y="74315"/>
                    <a:pt x="520" y="74052"/>
                    <a:pt x="520" y="74052"/>
                  </a:cubicBezTo>
                  <a:cubicBezTo>
                    <a:pt x="520" y="73775"/>
                    <a:pt x="387" y="73498"/>
                    <a:pt x="387" y="73498"/>
                  </a:cubicBezTo>
                  <a:cubicBezTo>
                    <a:pt x="387" y="73234"/>
                    <a:pt x="260" y="73234"/>
                    <a:pt x="260" y="73234"/>
                  </a:cubicBezTo>
                  <a:cubicBezTo>
                    <a:pt x="133" y="72970"/>
                    <a:pt x="133" y="72693"/>
                    <a:pt x="133" y="72693"/>
                  </a:cubicBezTo>
                  <a:cubicBezTo>
                    <a:pt x="133" y="72416"/>
                    <a:pt x="133" y="72416"/>
                    <a:pt x="260" y="72152"/>
                  </a:cubicBezTo>
                  <a:lnTo>
                    <a:pt x="260" y="71889"/>
                  </a:lnTo>
                  <a:cubicBezTo>
                    <a:pt x="260" y="71612"/>
                    <a:pt x="260" y="71335"/>
                    <a:pt x="260" y="71071"/>
                  </a:cubicBezTo>
                  <a:lnTo>
                    <a:pt x="133" y="70807"/>
                  </a:lnTo>
                  <a:cubicBezTo>
                    <a:pt x="0" y="70530"/>
                    <a:pt x="133" y="70253"/>
                    <a:pt x="133" y="70253"/>
                  </a:cubicBezTo>
                  <a:lnTo>
                    <a:pt x="260" y="69990"/>
                  </a:lnTo>
                  <a:cubicBezTo>
                    <a:pt x="260" y="69990"/>
                    <a:pt x="260" y="69990"/>
                    <a:pt x="387" y="69990"/>
                  </a:cubicBezTo>
                  <a:cubicBezTo>
                    <a:pt x="387" y="69990"/>
                    <a:pt x="387" y="69990"/>
                    <a:pt x="520" y="69990"/>
                  </a:cubicBezTo>
                  <a:lnTo>
                    <a:pt x="654" y="69990"/>
                  </a:lnTo>
                  <a:lnTo>
                    <a:pt x="654" y="69726"/>
                  </a:lnTo>
                  <a:cubicBezTo>
                    <a:pt x="654" y="69726"/>
                    <a:pt x="654" y="69449"/>
                    <a:pt x="520" y="69172"/>
                  </a:cubicBezTo>
                  <a:cubicBezTo>
                    <a:pt x="520" y="69172"/>
                    <a:pt x="520" y="69172"/>
                    <a:pt x="387" y="69172"/>
                  </a:cubicBezTo>
                  <a:lnTo>
                    <a:pt x="387" y="69172"/>
                  </a:lnTo>
                  <a:cubicBezTo>
                    <a:pt x="260" y="69172"/>
                    <a:pt x="260" y="69172"/>
                    <a:pt x="260" y="69172"/>
                  </a:cubicBezTo>
                  <a:cubicBezTo>
                    <a:pt x="260" y="68908"/>
                    <a:pt x="260" y="68908"/>
                    <a:pt x="260" y="68644"/>
                  </a:cubicBezTo>
                  <a:lnTo>
                    <a:pt x="260" y="68367"/>
                  </a:lnTo>
                  <a:cubicBezTo>
                    <a:pt x="387" y="68367"/>
                    <a:pt x="387" y="68090"/>
                    <a:pt x="387" y="68090"/>
                  </a:cubicBezTo>
                  <a:lnTo>
                    <a:pt x="520" y="67827"/>
                  </a:lnTo>
                  <a:lnTo>
                    <a:pt x="520" y="67563"/>
                  </a:lnTo>
                  <a:cubicBezTo>
                    <a:pt x="520" y="67286"/>
                    <a:pt x="387" y="67009"/>
                    <a:pt x="387" y="67009"/>
                  </a:cubicBezTo>
                  <a:lnTo>
                    <a:pt x="387" y="66745"/>
                  </a:lnTo>
                  <a:cubicBezTo>
                    <a:pt x="520" y="66482"/>
                    <a:pt x="520" y="66482"/>
                    <a:pt x="520" y="66205"/>
                  </a:cubicBezTo>
                  <a:cubicBezTo>
                    <a:pt x="654" y="66205"/>
                    <a:pt x="654" y="65941"/>
                    <a:pt x="654" y="65941"/>
                  </a:cubicBezTo>
                  <a:cubicBezTo>
                    <a:pt x="654" y="65664"/>
                    <a:pt x="654" y="65400"/>
                    <a:pt x="654" y="65136"/>
                  </a:cubicBezTo>
                  <a:cubicBezTo>
                    <a:pt x="654" y="65136"/>
                    <a:pt x="654" y="65136"/>
                    <a:pt x="654" y="64859"/>
                  </a:cubicBezTo>
                  <a:lnTo>
                    <a:pt x="654" y="64582"/>
                  </a:lnTo>
                  <a:cubicBezTo>
                    <a:pt x="654" y="64582"/>
                    <a:pt x="654" y="64319"/>
                    <a:pt x="781" y="64319"/>
                  </a:cubicBezTo>
                  <a:lnTo>
                    <a:pt x="781" y="64319"/>
                  </a:lnTo>
                  <a:cubicBezTo>
                    <a:pt x="908" y="64582"/>
                    <a:pt x="908" y="64582"/>
                    <a:pt x="908" y="64582"/>
                  </a:cubicBezTo>
                  <a:cubicBezTo>
                    <a:pt x="908" y="64582"/>
                    <a:pt x="1041" y="64582"/>
                    <a:pt x="1041" y="64319"/>
                  </a:cubicBezTo>
                  <a:lnTo>
                    <a:pt x="1041" y="64319"/>
                  </a:lnTo>
                  <a:cubicBezTo>
                    <a:pt x="1041" y="64055"/>
                    <a:pt x="1175" y="64055"/>
                    <a:pt x="1175" y="64055"/>
                  </a:cubicBezTo>
                  <a:lnTo>
                    <a:pt x="1302" y="64319"/>
                  </a:lnTo>
                  <a:cubicBezTo>
                    <a:pt x="1429" y="64319"/>
                    <a:pt x="1429" y="64055"/>
                    <a:pt x="1562" y="64055"/>
                  </a:cubicBezTo>
                  <a:cubicBezTo>
                    <a:pt x="1562" y="64055"/>
                    <a:pt x="1562" y="63778"/>
                    <a:pt x="1695" y="63778"/>
                  </a:cubicBezTo>
                  <a:cubicBezTo>
                    <a:pt x="1695" y="63778"/>
                    <a:pt x="1822" y="63778"/>
                    <a:pt x="1949" y="63778"/>
                  </a:cubicBezTo>
                  <a:cubicBezTo>
                    <a:pt x="1949" y="63778"/>
                    <a:pt x="1949" y="64055"/>
                    <a:pt x="2083" y="64055"/>
                  </a:cubicBezTo>
                  <a:cubicBezTo>
                    <a:pt x="2083" y="64055"/>
                    <a:pt x="2343" y="64055"/>
                    <a:pt x="2470" y="64055"/>
                  </a:cubicBezTo>
                  <a:cubicBezTo>
                    <a:pt x="2470" y="64055"/>
                    <a:pt x="2604" y="64055"/>
                    <a:pt x="2604" y="63778"/>
                  </a:cubicBezTo>
                  <a:cubicBezTo>
                    <a:pt x="2604" y="63778"/>
                    <a:pt x="2604" y="63778"/>
                    <a:pt x="2604" y="63501"/>
                  </a:cubicBezTo>
                  <a:cubicBezTo>
                    <a:pt x="2470" y="63501"/>
                    <a:pt x="2343" y="63501"/>
                    <a:pt x="2216" y="63237"/>
                  </a:cubicBezTo>
                  <a:lnTo>
                    <a:pt x="2216" y="62973"/>
                  </a:lnTo>
                  <a:lnTo>
                    <a:pt x="2083" y="62973"/>
                  </a:lnTo>
                  <a:cubicBezTo>
                    <a:pt x="2083" y="62696"/>
                    <a:pt x="1949" y="62696"/>
                    <a:pt x="1822" y="62696"/>
                  </a:cubicBezTo>
                  <a:cubicBezTo>
                    <a:pt x="1822" y="62973"/>
                    <a:pt x="1822" y="62973"/>
                    <a:pt x="1695" y="62973"/>
                  </a:cubicBezTo>
                  <a:lnTo>
                    <a:pt x="1562" y="62973"/>
                  </a:lnTo>
                  <a:cubicBezTo>
                    <a:pt x="1562" y="62973"/>
                    <a:pt x="1429" y="62696"/>
                    <a:pt x="1302" y="62696"/>
                  </a:cubicBezTo>
                  <a:lnTo>
                    <a:pt x="1175" y="62420"/>
                  </a:lnTo>
                  <a:lnTo>
                    <a:pt x="1041" y="62156"/>
                  </a:lnTo>
                  <a:lnTo>
                    <a:pt x="1175" y="62156"/>
                  </a:lnTo>
                  <a:lnTo>
                    <a:pt x="1302" y="61892"/>
                  </a:lnTo>
                  <a:lnTo>
                    <a:pt x="1175" y="61892"/>
                  </a:lnTo>
                  <a:lnTo>
                    <a:pt x="1302" y="61892"/>
                  </a:lnTo>
                  <a:lnTo>
                    <a:pt x="1302" y="61615"/>
                  </a:lnTo>
                  <a:lnTo>
                    <a:pt x="1302" y="61338"/>
                  </a:lnTo>
                  <a:lnTo>
                    <a:pt x="1175" y="61074"/>
                  </a:lnTo>
                  <a:lnTo>
                    <a:pt x="1041" y="61338"/>
                  </a:lnTo>
                  <a:cubicBezTo>
                    <a:pt x="908" y="61338"/>
                    <a:pt x="908" y="61615"/>
                    <a:pt x="908" y="61615"/>
                  </a:cubicBezTo>
                  <a:cubicBezTo>
                    <a:pt x="781" y="61615"/>
                    <a:pt x="781" y="61615"/>
                    <a:pt x="781" y="61615"/>
                  </a:cubicBezTo>
                  <a:cubicBezTo>
                    <a:pt x="654" y="61615"/>
                    <a:pt x="520" y="61892"/>
                    <a:pt x="520" y="61615"/>
                  </a:cubicBezTo>
                  <a:cubicBezTo>
                    <a:pt x="520" y="61615"/>
                    <a:pt x="520" y="61615"/>
                    <a:pt x="520" y="61338"/>
                  </a:cubicBezTo>
                  <a:lnTo>
                    <a:pt x="654" y="61074"/>
                  </a:lnTo>
                  <a:cubicBezTo>
                    <a:pt x="781" y="61074"/>
                    <a:pt x="781" y="60811"/>
                    <a:pt x="908" y="60811"/>
                  </a:cubicBezTo>
                  <a:lnTo>
                    <a:pt x="1041" y="60534"/>
                  </a:lnTo>
                  <a:cubicBezTo>
                    <a:pt x="1175" y="60257"/>
                    <a:pt x="1175" y="60257"/>
                    <a:pt x="1302" y="59993"/>
                  </a:cubicBezTo>
                  <a:cubicBezTo>
                    <a:pt x="1302" y="59993"/>
                    <a:pt x="1429" y="59729"/>
                    <a:pt x="1562" y="59452"/>
                  </a:cubicBezTo>
                  <a:lnTo>
                    <a:pt x="1695" y="59175"/>
                  </a:lnTo>
                  <a:cubicBezTo>
                    <a:pt x="1822" y="58911"/>
                    <a:pt x="1949" y="58648"/>
                    <a:pt x="2083" y="58648"/>
                  </a:cubicBezTo>
                  <a:cubicBezTo>
                    <a:pt x="2083" y="58371"/>
                    <a:pt x="2216" y="58094"/>
                    <a:pt x="2216" y="57830"/>
                  </a:cubicBezTo>
                  <a:cubicBezTo>
                    <a:pt x="2343" y="57830"/>
                    <a:pt x="2604" y="57566"/>
                    <a:pt x="2604" y="57289"/>
                  </a:cubicBezTo>
                  <a:cubicBezTo>
                    <a:pt x="2737" y="57012"/>
                    <a:pt x="2864" y="56749"/>
                    <a:pt x="2991" y="56485"/>
                  </a:cubicBezTo>
                  <a:cubicBezTo>
                    <a:pt x="3124" y="56208"/>
                    <a:pt x="3258" y="55944"/>
                    <a:pt x="3258" y="55667"/>
                  </a:cubicBezTo>
                  <a:cubicBezTo>
                    <a:pt x="3385" y="55403"/>
                    <a:pt x="3385" y="55126"/>
                    <a:pt x="3512" y="55126"/>
                  </a:cubicBezTo>
                  <a:cubicBezTo>
                    <a:pt x="3512" y="54863"/>
                    <a:pt x="3645" y="54586"/>
                    <a:pt x="3645" y="54322"/>
                  </a:cubicBezTo>
                  <a:lnTo>
                    <a:pt x="3772" y="54045"/>
                  </a:lnTo>
                  <a:cubicBezTo>
                    <a:pt x="3772" y="53781"/>
                    <a:pt x="3645" y="53781"/>
                    <a:pt x="3645" y="53504"/>
                  </a:cubicBezTo>
                  <a:cubicBezTo>
                    <a:pt x="3645" y="53241"/>
                    <a:pt x="3385" y="52964"/>
                    <a:pt x="3385" y="52700"/>
                  </a:cubicBezTo>
                  <a:cubicBezTo>
                    <a:pt x="3258" y="52700"/>
                    <a:pt x="3124" y="52423"/>
                    <a:pt x="3124" y="52159"/>
                  </a:cubicBezTo>
                  <a:cubicBezTo>
                    <a:pt x="3124" y="52159"/>
                    <a:pt x="2864" y="51882"/>
                    <a:pt x="2864" y="51618"/>
                  </a:cubicBezTo>
                  <a:cubicBezTo>
                    <a:pt x="2864" y="51618"/>
                    <a:pt x="2737" y="51341"/>
                    <a:pt x="2737" y="51078"/>
                  </a:cubicBezTo>
                  <a:cubicBezTo>
                    <a:pt x="2737" y="51078"/>
                    <a:pt x="2864" y="50801"/>
                    <a:pt x="2864" y="50537"/>
                  </a:cubicBezTo>
                  <a:lnTo>
                    <a:pt x="2991" y="50260"/>
                  </a:lnTo>
                  <a:cubicBezTo>
                    <a:pt x="2991" y="49996"/>
                    <a:pt x="3124" y="49719"/>
                    <a:pt x="3124" y="49719"/>
                  </a:cubicBezTo>
                  <a:cubicBezTo>
                    <a:pt x="3124" y="49455"/>
                    <a:pt x="2991" y="49455"/>
                    <a:pt x="2864" y="49179"/>
                  </a:cubicBezTo>
                  <a:cubicBezTo>
                    <a:pt x="2864" y="49179"/>
                    <a:pt x="2864" y="49179"/>
                    <a:pt x="2864" y="48915"/>
                  </a:cubicBezTo>
                  <a:lnTo>
                    <a:pt x="2737" y="48638"/>
                  </a:lnTo>
                  <a:cubicBezTo>
                    <a:pt x="2864" y="48638"/>
                    <a:pt x="2864" y="48374"/>
                    <a:pt x="2864" y="48374"/>
                  </a:cubicBezTo>
                  <a:cubicBezTo>
                    <a:pt x="2864" y="48097"/>
                    <a:pt x="2864" y="48097"/>
                    <a:pt x="2737" y="48097"/>
                  </a:cubicBezTo>
                  <a:cubicBezTo>
                    <a:pt x="2737" y="47833"/>
                    <a:pt x="2604" y="47833"/>
                    <a:pt x="2604" y="47833"/>
                  </a:cubicBezTo>
                  <a:cubicBezTo>
                    <a:pt x="2604" y="47833"/>
                    <a:pt x="2604" y="47556"/>
                    <a:pt x="2604" y="47293"/>
                  </a:cubicBezTo>
                  <a:lnTo>
                    <a:pt x="2737" y="47029"/>
                  </a:lnTo>
                  <a:cubicBezTo>
                    <a:pt x="2737" y="47029"/>
                    <a:pt x="2737" y="46752"/>
                    <a:pt x="2864" y="46475"/>
                  </a:cubicBezTo>
                  <a:cubicBezTo>
                    <a:pt x="2864" y="46475"/>
                    <a:pt x="2737" y="46211"/>
                    <a:pt x="2737" y="45947"/>
                  </a:cubicBezTo>
                  <a:lnTo>
                    <a:pt x="2737" y="45393"/>
                  </a:lnTo>
                  <a:cubicBezTo>
                    <a:pt x="2864" y="45130"/>
                    <a:pt x="2864" y="44866"/>
                    <a:pt x="2864" y="44866"/>
                  </a:cubicBezTo>
                  <a:cubicBezTo>
                    <a:pt x="2991" y="44866"/>
                    <a:pt x="3124" y="44589"/>
                    <a:pt x="3124" y="44589"/>
                  </a:cubicBezTo>
                  <a:cubicBezTo>
                    <a:pt x="3124" y="44312"/>
                    <a:pt x="3124" y="44048"/>
                    <a:pt x="3124" y="43785"/>
                  </a:cubicBezTo>
                  <a:cubicBezTo>
                    <a:pt x="2991" y="43785"/>
                    <a:pt x="2991" y="43508"/>
                    <a:pt x="2991" y="43231"/>
                  </a:cubicBezTo>
                  <a:cubicBezTo>
                    <a:pt x="2864" y="42967"/>
                    <a:pt x="2864" y="42426"/>
                    <a:pt x="2737" y="42426"/>
                  </a:cubicBezTo>
                  <a:cubicBezTo>
                    <a:pt x="2737" y="42149"/>
                    <a:pt x="2604" y="41885"/>
                    <a:pt x="2604" y="41622"/>
                  </a:cubicBezTo>
                  <a:cubicBezTo>
                    <a:pt x="2604" y="41345"/>
                    <a:pt x="2470" y="41068"/>
                    <a:pt x="2470" y="40804"/>
                  </a:cubicBezTo>
                  <a:cubicBezTo>
                    <a:pt x="2470" y="40804"/>
                    <a:pt x="2470" y="40540"/>
                    <a:pt x="2604" y="40263"/>
                  </a:cubicBezTo>
                  <a:cubicBezTo>
                    <a:pt x="2604" y="40263"/>
                    <a:pt x="2737" y="39986"/>
                    <a:pt x="2737" y="39723"/>
                  </a:cubicBezTo>
                  <a:cubicBezTo>
                    <a:pt x="2864" y="39459"/>
                    <a:pt x="2991" y="39459"/>
                    <a:pt x="2991" y="39182"/>
                  </a:cubicBezTo>
                  <a:cubicBezTo>
                    <a:pt x="3124" y="38905"/>
                    <a:pt x="3258" y="38641"/>
                    <a:pt x="3124" y="38377"/>
                  </a:cubicBezTo>
                  <a:cubicBezTo>
                    <a:pt x="3124" y="38114"/>
                    <a:pt x="2991" y="38114"/>
                    <a:pt x="2991" y="37837"/>
                  </a:cubicBezTo>
                  <a:cubicBezTo>
                    <a:pt x="2864" y="37837"/>
                    <a:pt x="2864" y="37560"/>
                    <a:pt x="2864" y="37560"/>
                  </a:cubicBezTo>
                  <a:cubicBezTo>
                    <a:pt x="2737" y="37560"/>
                    <a:pt x="2737" y="37296"/>
                    <a:pt x="2604" y="37296"/>
                  </a:cubicBezTo>
                  <a:cubicBezTo>
                    <a:pt x="2604" y="37032"/>
                    <a:pt x="2470" y="37296"/>
                    <a:pt x="2470" y="37032"/>
                  </a:cubicBezTo>
                  <a:lnTo>
                    <a:pt x="2343" y="37032"/>
                  </a:lnTo>
                  <a:cubicBezTo>
                    <a:pt x="2216" y="36755"/>
                    <a:pt x="2343" y="36478"/>
                    <a:pt x="2343" y="36478"/>
                  </a:cubicBezTo>
                  <a:cubicBezTo>
                    <a:pt x="2343" y="36214"/>
                    <a:pt x="2343" y="36214"/>
                    <a:pt x="2343" y="35951"/>
                  </a:cubicBezTo>
                  <a:lnTo>
                    <a:pt x="2343" y="35674"/>
                  </a:lnTo>
                  <a:lnTo>
                    <a:pt x="2470" y="35397"/>
                  </a:lnTo>
                  <a:cubicBezTo>
                    <a:pt x="2470" y="35133"/>
                    <a:pt x="2470" y="35133"/>
                    <a:pt x="2470" y="34869"/>
                  </a:cubicBezTo>
                  <a:lnTo>
                    <a:pt x="2343" y="34592"/>
                  </a:lnTo>
                  <a:cubicBezTo>
                    <a:pt x="2343" y="34315"/>
                    <a:pt x="2470" y="34315"/>
                    <a:pt x="2470" y="34315"/>
                  </a:cubicBezTo>
                  <a:cubicBezTo>
                    <a:pt x="2470" y="34052"/>
                    <a:pt x="2604" y="34052"/>
                    <a:pt x="2604" y="34052"/>
                  </a:cubicBezTo>
                  <a:cubicBezTo>
                    <a:pt x="2737" y="34052"/>
                    <a:pt x="2737" y="34052"/>
                    <a:pt x="2737" y="34052"/>
                  </a:cubicBezTo>
                  <a:cubicBezTo>
                    <a:pt x="2864" y="34052"/>
                    <a:pt x="2991" y="34052"/>
                    <a:pt x="2991" y="34052"/>
                  </a:cubicBezTo>
                  <a:cubicBezTo>
                    <a:pt x="3124" y="33788"/>
                    <a:pt x="3124" y="33511"/>
                    <a:pt x="3124" y="33511"/>
                  </a:cubicBezTo>
                  <a:cubicBezTo>
                    <a:pt x="3124" y="33234"/>
                    <a:pt x="3258" y="32970"/>
                    <a:pt x="3258" y="32970"/>
                  </a:cubicBezTo>
                  <a:cubicBezTo>
                    <a:pt x="3385" y="32970"/>
                    <a:pt x="3385" y="32706"/>
                    <a:pt x="3512" y="32706"/>
                  </a:cubicBezTo>
                  <a:lnTo>
                    <a:pt x="3645" y="32706"/>
                  </a:lnTo>
                  <a:cubicBezTo>
                    <a:pt x="3645" y="32706"/>
                    <a:pt x="3772" y="32706"/>
                    <a:pt x="3906" y="32706"/>
                  </a:cubicBezTo>
                  <a:lnTo>
                    <a:pt x="3906" y="32429"/>
                  </a:lnTo>
                  <a:cubicBezTo>
                    <a:pt x="4033" y="32152"/>
                    <a:pt x="3906" y="31889"/>
                    <a:pt x="3906" y="31889"/>
                  </a:cubicBezTo>
                  <a:cubicBezTo>
                    <a:pt x="3906" y="31625"/>
                    <a:pt x="4033" y="31348"/>
                    <a:pt x="4033" y="31348"/>
                  </a:cubicBezTo>
                  <a:lnTo>
                    <a:pt x="4160" y="31348"/>
                  </a:lnTo>
                  <a:cubicBezTo>
                    <a:pt x="4293" y="31348"/>
                    <a:pt x="4427" y="31348"/>
                    <a:pt x="4427" y="31348"/>
                  </a:cubicBezTo>
                  <a:cubicBezTo>
                    <a:pt x="4427" y="31348"/>
                    <a:pt x="4554" y="31348"/>
                    <a:pt x="4554" y="31625"/>
                  </a:cubicBezTo>
                  <a:lnTo>
                    <a:pt x="4554" y="31889"/>
                  </a:lnTo>
                  <a:lnTo>
                    <a:pt x="4681" y="31889"/>
                  </a:lnTo>
                  <a:lnTo>
                    <a:pt x="4681" y="31625"/>
                  </a:lnTo>
                  <a:cubicBezTo>
                    <a:pt x="4681" y="31625"/>
                    <a:pt x="4681" y="31625"/>
                    <a:pt x="4681" y="31348"/>
                  </a:cubicBezTo>
                  <a:cubicBezTo>
                    <a:pt x="4814" y="31348"/>
                    <a:pt x="4814" y="31348"/>
                    <a:pt x="4814" y="31348"/>
                  </a:cubicBezTo>
                  <a:cubicBezTo>
                    <a:pt x="4814" y="31071"/>
                    <a:pt x="4814" y="31071"/>
                    <a:pt x="4814" y="30807"/>
                  </a:cubicBezTo>
                  <a:cubicBezTo>
                    <a:pt x="4947" y="30807"/>
                    <a:pt x="5074" y="30807"/>
                    <a:pt x="5074" y="30807"/>
                  </a:cubicBezTo>
                  <a:lnTo>
                    <a:pt x="5074" y="30807"/>
                  </a:lnTo>
                  <a:cubicBezTo>
                    <a:pt x="5201" y="31071"/>
                    <a:pt x="5201" y="31071"/>
                    <a:pt x="5335" y="31071"/>
                  </a:cubicBezTo>
                  <a:cubicBezTo>
                    <a:pt x="5335" y="31071"/>
                    <a:pt x="5335" y="31348"/>
                    <a:pt x="5468" y="31348"/>
                  </a:cubicBezTo>
                  <a:lnTo>
                    <a:pt x="5595" y="31348"/>
                  </a:lnTo>
                  <a:lnTo>
                    <a:pt x="5595" y="31625"/>
                  </a:lnTo>
                  <a:cubicBezTo>
                    <a:pt x="5595" y="31625"/>
                    <a:pt x="5595" y="31625"/>
                    <a:pt x="5595" y="31889"/>
                  </a:cubicBezTo>
                  <a:lnTo>
                    <a:pt x="5595" y="32152"/>
                  </a:lnTo>
                  <a:cubicBezTo>
                    <a:pt x="5595" y="32152"/>
                    <a:pt x="5468" y="32152"/>
                    <a:pt x="5335" y="32152"/>
                  </a:cubicBezTo>
                  <a:lnTo>
                    <a:pt x="5201" y="31889"/>
                  </a:lnTo>
                  <a:lnTo>
                    <a:pt x="5074" y="32152"/>
                  </a:lnTo>
                  <a:lnTo>
                    <a:pt x="5074" y="32152"/>
                  </a:lnTo>
                  <a:lnTo>
                    <a:pt x="5201" y="32429"/>
                  </a:lnTo>
                  <a:lnTo>
                    <a:pt x="5201" y="32706"/>
                  </a:lnTo>
                  <a:cubicBezTo>
                    <a:pt x="5201" y="32970"/>
                    <a:pt x="5335" y="32706"/>
                    <a:pt x="5335" y="32706"/>
                  </a:cubicBezTo>
                  <a:lnTo>
                    <a:pt x="5468" y="32706"/>
                  </a:lnTo>
                  <a:lnTo>
                    <a:pt x="5595" y="32706"/>
                  </a:lnTo>
                  <a:lnTo>
                    <a:pt x="5595" y="32970"/>
                  </a:lnTo>
                  <a:cubicBezTo>
                    <a:pt x="5722" y="32970"/>
                    <a:pt x="5722" y="32970"/>
                    <a:pt x="5722" y="32970"/>
                  </a:cubicBezTo>
                  <a:lnTo>
                    <a:pt x="5856" y="32970"/>
                  </a:lnTo>
                  <a:cubicBezTo>
                    <a:pt x="5856" y="32970"/>
                    <a:pt x="5856" y="33234"/>
                    <a:pt x="5856" y="33511"/>
                  </a:cubicBezTo>
                  <a:cubicBezTo>
                    <a:pt x="5856" y="33511"/>
                    <a:pt x="5722" y="33511"/>
                    <a:pt x="5722" y="33788"/>
                  </a:cubicBezTo>
                  <a:lnTo>
                    <a:pt x="5722" y="34052"/>
                  </a:lnTo>
                  <a:cubicBezTo>
                    <a:pt x="5856" y="34052"/>
                    <a:pt x="5856" y="33788"/>
                    <a:pt x="5856" y="33788"/>
                  </a:cubicBezTo>
                  <a:cubicBezTo>
                    <a:pt x="5856" y="33788"/>
                    <a:pt x="5989" y="33788"/>
                    <a:pt x="5989" y="33511"/>
                  </a:cubicBezTo>
                  <a:cubicBezTo>
                    <a:pt x="5989" y="33511"/>
                    <a:pt x="6116" y="33511"/>
                    <a:pt x="6116" y="33234"/>
                  </a:cubicBezTo>
                  <a:cubicBezTo>
                    <a:pt x="6243" y="33234"/>
                    <a:pt x="6376" y="33234"/>
                    <a:pt x="6376" y="33234"/>
                  </a:cubicBezTo>
                  <a:cubicBezTo>
                    <a:pt x="6510" y="33234"/>
                    <a:pt x="6637" y="33511"/>
                    <a:pt x="6637" y="33511"/>
                  </a:cubicBezTo>
                  <a:cubicBezTo>
                    <a:pt x="6764" y="33511"/>
                    <a:pt x="6897" y="33234"/>
                    <a:pt x="7031" y="33234"/>
                  </a:cubicBezTo>
                  <a:cubicBezTo>
                    <a:pt x="7031" y="33234"/>
                    <a:pt x="7158" y="33511"/>
                    <a:pt x="7285" y="33511"/>
                  </a:cubicBezTo>
                  <a:cubicBezTo>
                    <a:pt x="7418" y="33511"/>
                    <a:pt x="7552" y="33788"/>
                    <a:pt x="7679" y="33788"/>
                  </a:cubicBezTo>
                  <a:cubicBezTo>
                    <a:pt x="7679" y="33788"/>
                    <a:pt x="7806" y="34052"/>
                    <a:pt x="7939" y="34052"/>
                  </a:cubicBezTo>
                  <a:lnTo>
                    <a:pt x="8072" y="34315"/>
                  </a:lnTo>
                  <a:cubicBezTo>
                    <a:pt x="8199" y="34315"/>
                    <a:pt x="8326" y="34592"/>
                    <a:pt x="8326" y="34592"/>
                  </a:cubicBezTo>
                  <a:cubicBezTo>
                    <a:pt x="8326" y="34869"/>
                    <a:pt x="8460" y="34869"/>
                    <a:pt x="8460" y="35133"/>
                  </a:cubicBezTo>
                  <a:cubicBezTo>
                    <a:pt x="8587" y="35133"/>
                    <a:pt x="8720" y="35133"/>
                    <a:pt x="8720" y="35397"/>
                  </a:cubicBezTo>
                  <a:cubicBezTo>
                    <a:pt x="8847" y="35397"/>
                    <a:pt x="8981" y="35951"/>
                    <a:pt x="9108" y="35951"/>
                  </a:cubicBezTo>
                  <a:cubicBezTo>
                    <a:pt x="9108" y="36214"/>
                    <a:pt x="9241" y="36478"/>
                    <a:pt x="9241" y="36478"/>
                  </a:cubicBezTo>
                  <a:cubicBezTo>
                    <a:pt x="9241" y="36478"/>
                    <a:pt x="9368" y="36478"/>
                    <a:pt x="9501" y="36755"/>
                  </a:cubicBezTo>
                  <a:cubicBezTo>
                    <a:pt x="9501" y="36755"/>
                    <a:pt x="9628" y="36755"/>
                    <a:pt x="9762" y="36755"/>
                  </a:cubicBezTo>
                  <a:cubicBezTo>
                    <a:pt x="9762" y="36755"/>
                    <a:pt x="9762" y="36755"/>
                    <a:pt x="9889" y="36755"/>
                  </a:cubicBezTo>
                  <a:cubicBezTo>
                    <a:pt x="9889" y="36755"/>
                    <a:pt x="10022" y="36755"/>
                    <a:pt x="10022" y="37032"/>
                  </a:cubicBezTo>
                  <a:cubicBezTo>
                    <a:pt x="10149" y="37032"/>
                    <a:pt x="10283" y="37032"/>
                    <a:pt x="10283" y="37032"/>
                  </a:cubicBezTo>
                  <a:lnTo>
                    <a:pt x="10410" y="37296"/>
                  </a:lnTo>
                  <a:cubicBezTo>
                    <a:pt x="10543" y="37296"/>
                    <a:pt x="10543" y="37560"/>
                    <a:pt x="10670" y="37560"/>
                  </a:cubicBezTo>
                  <a:lnTo>
                    <a:pt x="10804" y="37837"/>
                  </a:lnTo>
                  <a:lnTo>
                    <a:pt x="10931" y="37837"/>
                  </a:lnTo>
                  <a:cubicBezTo>
                    <a:pt x="11064" y="37837"/>
                    <a:pt x="11064" y="38114"/>
                    <a:pt x="11191" y="38114"/>
                  </a:cubicBezTo>
                  <a:cubicBezTo>
                    <a:pt x="11191" y="38377"/>
                    <a:pt x="11191" y="38641"/>
                    <a:pt x="11191" y="38641"/>
                  </a:cubicBezTo>
                  <a:lnTo>
                    <a:pt x="11324" y="38905"/>
                  </a:lnTo>
                  <a:cubicBezTo>
                    <a:pt x="11324" y="39182"/>
                    <a:pt x="11324" y="39459"/>
                    <a:pt x="11451" y="39459"/>
                  </a:cubicBezTo>
                  <a:cubicBezTo>
                    <a:pt x="11451" y="39723"/>
                    <a:pt x="11451" y="39986"/>
                    <a:pt x="11451" y="40263"/>
                  </a:cubicBezTo>
                  <a:lnTo>
                    <a:pt x="11585" y="40540"/>
                  </a:lnTo>
                  <a:cubicBezTo>
                    <a:pt x="11585" y="40804"/>
                    <a:pt x="11585" y="40804"/>
                    <a:pt x="11585" y="41068"/>
                  </a:cubicBezTo>
                  <a:cubicBezTo>
                    <a:pt x="11585" y="41068"/>
                    <a:pt x="11451" y="41068"/>
                    <a:pt x="11451" y="41345"/>
                  </a:cubicBezTo>
                  <a:cubicBezTo>
                    <a:pt x="11451" y="41345"/>
                    <a:pt x="11324" y="41622"/>
                    <a:pt x="11191" y="41622"/>
                  </a:cubicBezTo>
                  <a:cubicBezTo>
                    <a:pt x="11191" y="41885"/>
                    <a:pt x="11191" y="42149"/>
                    <a:pt x="11191" y="42149"/>
                  </a:cubicBezTo>
                  <a:cubicBezTo>
                    <a:pt x="11064" y="42426"/>
                    <a:pt x="10931" y="42426"/>
                    <a:pt x="10804" y="42703"/>
                  </a:cubicBezTo>
                  <a:cubicBezTo>
                    <a:pt x="10670" y="42703"/>
                    <a:pt x="10410" y="42967"/>
                    <a:pt x="10283" y="43231"/>
                  </a:cubicBezTo>
                  <a:cubicBezTo>
                    <a:pt x="10149" y="43231"/>
                    <a:pt x="10022" y="43508"/>
                    <a:pt x="10022" y="43508"/>
                  </a:cubicBezTo>
                  <a:cubicBezTo>
                    <a:pt x="9889" y="43508"/>
                    <a:pt x="9762" y="43785"/>
                    <a:pt x="9628" y="43785"/>
                  </a:cubicBezTo>
                  <a:lnTo>
                    <a:pt x="9368" y="43785"/>
                  </a:lnTo>
                  <a:cubicBezTo>
                    <a:pt x="9241" y="43785"/>
                    <a:pt x="8981" y="43508"/>
                    <a:pt x="8847" y="43508"/>
                  </a:cubicBezTo>
                  <a:cubicBezTo>
                    <a:pt x="8847" y="43231"/>
                    <a:pt x="8587" y="43231"/>
                    <a:pt x="8460" y="43231"/>
                  </a:cubicBezTo>
                  <a:cubicBezTo>
                    <a:pt x="8326" y="43231"/>
                    <a:pt x="7939" y="42967"/>
                    <a:pt x="7679" y="42967"/>
                  </a:cubicBezTo>
                  <a:cubicBezTo>
                    <a:pt x="7552" y="42967"/>
                    <a:pt x="7418" y="42703"/>
                    <a:pt x="7285" y="42703"/>
                  </a:cubicBezTo>
                  <a:cubicBezTo>
                    <a:pt x="7158" y="42703"/>
                    <a:pt x="7031" y="42426"/>
                    <a:pt x="7031" y="42426"/>
                  </a:cubicBezTo>
                  <a:lnTo>
                    <a:pt x="6897" y="42149"/>
                  </a:lnTo>
                  <a:cubicBezTo>
                    <a:pt x="6764" y="42149"/>
                    <a:pt x="6637" y="42149"/>
                    <a:pt x="6637" y="42149"/>
                  </a:cubicBezTo>
                  <a:cubicBezTo>
                    <a:pt x="6637" y="42149"/>
                    <a:pt x="6510" y="42149"/>
                    <a:pt x="6376" y="42149"/>
                  </a:cubicBezTo>
                  <a:cubicBezTo>
                    <a:pt x="6376" y="42149"/>
                    <a:pt x="6376" y="41885"/>
                    <a:pt x="6243" y="41885"/>
                  </a:cubicBezTo>
                  <a:lnTo>
                    <a:pt x="6243" y="41622"/>
                  </a:lnTo>
                  <a:lnTo>
                    <a:pt x="6116" y="41345"/>
                  </a:lnTo>
                  <a:cubicBezTo>
                    <a:pt x="6116" y="41345"/>
                    <a:pt x="5989" y="41345"/>
                    <a:pt x="5856" y="41345"/>
                  </a:cubicBezTo>
                  <a:cubicBezTo>
                    <a:pt x="5856" y="41345"/>
                    <a:pt x="5722" y="41345"/>
                    <a:pt x="5722" y="41068"/>
                  </a:cubicBezTo>
                  <a:cubicBezTo>
                    <a:pt x="5722" y="41068"/>
                    <a:pt x="5722" y="41068"/>
                    <a:pt x="5595" y="40804"/>
                  </a:cubicBezTo>
                  <a:lnTo>
                    <a:pt x="5468" y="40804"/>
                  </a:lnTo>
                  <a:cubicBezTo>
                    <a:pt x="5468" y="40804"/>
                    <a:pt x="5335" y="40804"/>
                    <a:pt x="5335" y="40540"/>
                  </a:cubicBezTo>
                  <a:cubicBezTo>
                    <a:pt x="5335" y="40540"/>
                    <a:pt x="5201" y="40540"/>
                    <a:pt x="5201" y="40263"/>
                  </a:cubicBezTo>
                  <a:lnTo>
                    <a:pt x="5074" y="40263"/>
                  </a:lnTo>
                  <a:lnTo>
                    <a:pt x="4947" y="40263"/>
                  </a:lnTo>
                  <a:lnTo>
                    <a:pt x="4947" y="40540"/>
                  </a:lnTo>
                  <a:lnTo>
                    <a:pt x="5074" y="40804"/>
                  </a:lnTo>
                  <a:lnTo>
                    <a:pt x="5074" y="41068"/>
                  </a:lnTo>
                  <a:lnTo>
                    <a:pt x="5074" y="41345"/>
                  </a:lnTo>
                  <a:lnTo>
                    <a:pt x="5074" y="41622"/>
                  </a:lnTo>
                  <a:lnTo>
                    <a:pt x="4947" y="41622"/>
                  </a:lnTo>
                  <a:lnTo>
                    <a:pt x="4814" y="41622"/>
                  </a:lnTo>
                  <a:lnTo>
                    <a:pt x="4814" y="41885"/>
                  </a:lnTo>
                  <a:cubicBezTo>
                    <a:pt x="4814" y="41885"/>
                    <a:pt x="4947" y="41885"/>
                    <a:pt x="4947" y="42149"/>
                  </a:cubicBezTo>
                  <a:cubicBezTo>
                    <a:pt x="4947" y="42149"/>
                    <a:pt x="5074" y="42149"/>
                    <a:pt x="5074" y="41885"/>
                  </a:cubicBezTo>
                  <a:lnTo>
                    <a:pt x="5201" y="41885"/>
                  </a:lnTo>
                  <a:cubicBezTo>
                    <a:pt x="5201" y="41885"/>
                    <a:pt x="5335" y="41885"/>
                    <a:pt x="5468" y="41885"/>
                  </a:cubicBezTo>
                  <a:cubicBezTo>
                    <a:pt x="5468" y="42149"/>
                    <a:pt x="5595" y="42149"/>
                    <a:pt x="5595" y="42149"/>
                  </a:cubicBezTo>
                  <a:cubicBezTo>
                    <a:pt x="5595" y="42426"/>
                    <a:pt x="5595" y="42426"/>
                    <a:pt x="5595" y="42703"/>
                  </a:cubicBezTo>
                  <a:lnTo>
                    <a:pt x="5335" y="42703"/>
                  </a:lnTo>
                  <a:cubicBezTo>
                    <a:pt x="5335" y="42703"/>
                    <a:pt x="5201" y="42967"/>
                    <a:pt x="5335" y="43231"/>
                  </a:cubicBezTo>
                  <a:lnTo>
                    <a:pt x="5468" y="43231"/>
                  </a:lnTo>
                  <a:cubicBezTo>
                    <a:pt x="5468" y="42967"/>
                    <a:pt x="5595" y="42967"/>
                    <a:pt x="5595" y="42967"/>
                  </a:cubicBezTo>
                  <a:cubicBezTo>
                    <a:pt x="5722" y="42967"/>
                    <a:pt x="5856" y="43231"/>
                    <a:pt x="5856" y="43231"/>
                  </a:cubicBezTo>
                  <a:cubicBezTo>
                    <a:pt x="5989" y="43231"/>
                    <a:pt x="6116" y="43508"/>
                    <a:pt x="6116" y="43508"/>
                  </a:cubicBezTo>
                  <a:cubicBezTo>
                    <a:pt x="6243" y="43785"/>
                    <a:pt x="6243" y="43785"/>
                    <a:pt x="6243" y="44048"/>
                  </a:cubicBezTo>
                  <a:cubicBezTo>
                    <a:pt x="6376" y="44048"/>
                    <a:pt x="6510" y="44048"/>
                    <a:pt x="6510" y="44312"/>
                  </a:cubicBezTo>
                  <a:lnTo>
                    <a:pt x="6637" y="44589"/>
                  </a:lnTo>
                  <a:lnTo>
                    <a:pt x="6510" y="44866"/>
                  </a:lnTo>
                  <a:cubicBezTo>
                    <a:pt x="6510" y="45130"/>
                    <a:pt x="6510" y="45393"/>
                    <a:pt x="6510" y="45670"/>
                  </a:cubicBezTo>
                  <a:cubicBezTo>
                    <a:pt x="6510" y="45670"/>
                    <a:pt x="6376" y="45947"/>
                    <a:pt x="6243" y="45947"/>
                  </a:cubicBezTo>
                  <a:lnTo>
                    <a:pt x="6243" y="46211"/>
                  </a:lnTo>
                  <a:cubicBezTo>
                    <a:pt x="6243" y="46475"/>
                    <a:pt x="6510" y="46475"/>
                    <a:pt x="6510" y="46752"/>
                  </a:cubicBezTo>
                  <a:cubicBezTo>
                    <a:pt x="6510" y="46752"/>
                    <a:pt x="6510" y="47293"/>
                    <a:pt x="6510" y="47556"/>
                  </a:cubicBezTo>
                  <a:cubicBezTo>
                    <a:pt x="6510" y="47833"/>
                    <a:pt x="6510" y="48097"/>
                    <a:pt x="6637" y="48097"/>
                  </a:cubicBezTo>
                  <a:cubicBezTo>
                    <a:pt x="6637" y="48374"/>
                    <a:pt x="6637" y="48638"/>
                    <a:pt x="6764" y="48638"/>
                  </a:cubicBezTo>
                  <a:cubicBezTo>
                    <a:pt x="6764" y="48915"/>
                    <a:pt x="6764" y="49179"/>
                    <a:pt x="6897" y="49179"/>
                  </a:cubicBezTo>
                  <a:lnTo>
                    <a:pt x="7031" y="49455"/>
                  </a:lnTo>
                  <a:lnTo>
                    <a:pt x="7285" y="49455"/>
                  </a:lnTo>
                  <a:lnTo>
                    <a:pt x="7418" y="49719"/>
                  </a:lnTo>
                  <a:lnTo>
                    <a:pt x="7552" y="49996"/>
                  </a:lnTo>
                  <a:lnTo>
                    <a:pt x="7679" y="50260"/>
                  </a:lnTo>
                  <a:cubicBezTo>
                    <a:pt x="7806" y="50260"/>
                    <a:pt x="7806" y="50537"/>
                    <a:pt x="7939" y="50537"/>
                  </a:cubicBezTo>
                  <a:cubicBezTo>
                    <a:pt x="8072" y="50537"/>
                    <a:pt x="8199" y="50801"/>
                    <a:pt x="8326" y="50801"/>
                  </a:cubicBezTo>
                  <a:cubicBezTo>
                    <a:pt x="8326" y="50801"/>
                    <a:pt x="8460" y="50801"/>
                    <a:pt x="8587" y="50801"/>
                  </a:cubicBezTo>
                  <a:cubicBezTo>
                    <a:pt x="8720" y="50801"/>
                    <a:pt x="8847" y="50801"/>
                    <a:pt x="8847" y="50537"/>
                  </a:cubicBezTo>
                  <a:lnTo>
                    <a:pt x="8847" y="50260"/>
                  </a:lnTo>
                  <a:cubicBezTo>
                    <a:pt x="8981" y="50260"/>
                    <a:pt x="8981" y="49996"/>
                    <a:pt x="8981" y="49996"/>
                  </a:cubicBezTo>
                  <a:cubicBezTo>
                    <a:pt x="8981" y="49719"/>
                    <a:pt x="8981" y="49719"/>
                    <a:pt x="8981" y="49719"/>
                  </a:cubicBezTo>
                  <a:cubicBezTo>
                    <a:pt x="8981" y="49455"/>
                    <a:pt x="8981" y="49455"/>
                    <a:pt x="8847" y="49455"/>
                  </a:cubicBezTo>
                  <a:cubicBezTo>
                    <a:pt x="8847" y="49455"/>
                    <a:pt x="8720" y="49455"/>
                    <a:pt x="8720" y="49179"/>
                  </a:cubicBezTo>
                  <a:lnTo>
                    <a:pt x="8720" y="48915"/>
                  </a:lnTo>
                  <a:cubicBezTo>
                    <a:pt x="8720" y="48638"/>
                    <a:pt x="8720" y="48638"/>
                    <a:pt x="8720" y="48638"/>
                  </a:cubicBezTo>
                  <a:cubicBezTo>
                    <a:pt x="8587" y="48374"/>
                    <a:pt x="8460" y="48374"/>
                    <a:pt x="8460" y="48374"/>
                  </a:cubicBezTo>
                  <a:cubicBezTo>
                    <a:pt x="8326" y="48374"/>
                    <a:pt x="8326" y="48374"/>
                    <a:pt x="8199" y="48374"/>
                  </a:cubicBezTo>
                  <a:lnTo>
                    <a:pt x="8072" y="48097"/>
                  </a:lnTo>
                  <a:lnTo>
                    <a:pt x="7939" y="47833"/>
                  </a:lnTo>
                  <a:cubicBezTo>
                    <a:pt x="7939" y="47556"/>
                    <a:pt x="7939" y="47293"/>
                    <a:pt x="7939" y="47293"/>
                  </a:cubicBezTo>
                  <a:lnTo>
                    <a:pt x="7939" y="47029"/>
                  </a:lnTo>
                  <a:lnTo>
                    <a:pt x="8072" y="47029"/>
                  </a:lnTo>
                  <a:lnTo>
                    <a:pt x="8072" y="46752"/>
                  </a:lnTo>
                  <a:cubicBezTo>
                    <a:pt x="8072" y="46752"/>
                    <a:pt x="8072" y="46475"/>
                    <a:pt x="8199" y="46475"/>
                  </a:cubicBezTo>
                  <a:cubicBezTo>
                    <a:pt x="8199" y="46475"/>
                    <a:pt x="8326" y="46475"/>
                    <a:pt x="8326" y="46752"/>
                  </a:cubicBezTo>
                  <a:cubicBezTo>
                    <a:pt x="8326" y="46752"/>
                    <a:pt x="8460" y="46752"/>
                    <a:pt x="8460" y="47029"/>
                  </a:cubicBezTo>
                  <a:cubicBezTo>
                    <a:pt x="8587" y="47029"/>
                    <a:pt x="8720" y="47029"/>
                    <a:pt x="8720" y="47029"/>
                  </a:cubicBezTo>
                  <a:cubicBezTo>
                    <a:pt x="8847" y="47293"/>
                    <a:pt x="8981" y="47293"/>
                    <a:pt x="8981" y="47293"/>
                  </a:cubicBezTo>
                  <a:cubicBezTo>
                    <a:pt x="8981" y="47293"/>
                    <a:pt x="9108" y="47293"/>
                    <a:pt x="9108" y="47556"/>
                  </a:cubicBezTo>
                  <a:lnTo>
                    <a:pt x="9108" y="47833"/>
                  </a:lnTo>
                  <a:lnTo>
                    <a:pt x="9108" y="48097"/>
                  </a:lnTo>
                  <a:lnTo>
                    <a:pt x="9241" y="48097"/>
                  </a:lnTo>
                  <a:lnTo>
                    <a:pt x="9368" y="47833"/>
                  </a:lnTo>
                  <a:lnTo>
                    <a:pt x="9501" y="47833"/>
                  </a:lnTo>
                  <a:cubicBezTo>
                    <a:pt x="9628" y="47833"/>
                    <a:pt x="9762" y="47833"/>
                    <a:pt x="9762" y="47833"/>
                  </a:cubicBezTo>
                  <a:cubicBezTo>
                    <a:pt x="9889" y="48097"/>
                    <a:pt x="9889" y="48097"/>
                    <a:pt x="9889" y="48374"/>
                  </a:cubicBezTo>
                  <a:cubicBezTo>
                    <a:pt x="10022" y="48374"/>
                    <a:pt x="10149" y="48638"/>
                    <a:pt x="10149" y="48638"/>
                  </a:cubicBezTo>
                  <a:lnTo>
                    <a:pt x="10283" y="48638"/>
                  </a:lnTo>
                  <a:cubicBezTo>
                    <a:pt x="10410" y="48374"/>
                    <a:pt x="10410" y="48097"/>
                    <a:pt x="10410" y="48097"/>
                  </a:cubicBezTo>
                  <a:cubicBezTo>
                    <a:pt x="10410" y="48097"/>
                    <a:pt x="10410" y="47833"/>
                    <a:pt x="10543" y="47833"/>
                  </a:cubicBezTo>
                  <a:lnTo>
                    <a:pt x="10670" y="47833"/>
                  </a:lnTo>
                  <a:lnTo>
                    <a:pt x="10804" y="47833"/>
                  </a:lnTo>
                  <a:cubicBezTo>
                    <a:pt x="10931" y="47556"/>
                    <a:pt x="10931" y="47556"/>
                    <a:pt x="10931" y="47293"/>
                  </a:cubicBezTo>
                  <a:lnTo>
                    <a:pt x="10931" y="47029"/>
                  </a:lnTo>
                  <a:cubicBezTo>
                    <a:pt x="10804" y="46752"/>
                    <a:pt x="10670" y="46752"/>
                    <a:pt x="10670" y="46475"/>
                  </a:cubicBezTo>
                  <a:cubicBezTo>
                    <a:pt x="10543" y="46475"/>
                    <a:pt x="10410" y="46475"/>
                    <a:pt x="10410" y="46211"/>
                  </a:cubicBezTo>
                  <a:lnTo>
                    <a:pt x="10410" y="45947"/>
                  </a:lnTo>
                  <a:cubicBezTo>
                    <a:pt x="10410" y="45670"/>
                    <a:pt x="10410" y="45670"/>
                    <a:pt x="10410" y="45393"/>
                  </a:cubicBezTo>
                  <a:lnTo>
                    <a:pt x="10410" y="45130"/>
                  </a:lnTo>
                  <a:cubicBezTo>
                    <a:pt x="10410" y="44866"/>
                    <a:pt x="10543" y="44866"/>
                    <a:pt x="10543" y="44866"/>
                  </a:cubicBezTo>
                  <a:cubicBezTo>
                    <a:pt x="10670" y="44866"/>
                    <a:pt x="10804" y="44866"/>
                    <a:pt x="10804" y="44866"/>
                  </a:cubicBezTo>
                  <a:cubicBezTo>
                    <a:pt x="10804" y="44589"/>
                    <a:pt x="10931" y="44589"/>
                    <a:pt x="10931" y="44589"/>
                  </a:cubicBezTo>
                  <a:cubicBezTo>
                    <a:pt x="10931" y="44589"/>
                    <a:pt x="11064" y="44312"/>
                    <a:pt x="11064" y="44048"/>
                  </a:cubicBezTo>
                  <a:cubicBezTo>
                    <a:pt x="11064" y="44048"/>
                    <a:pt x="11191" y="43785"/>
                    <a:pt x="11324" y="43785"/>
                  </a:cubicBezTo>
                  <a:lnTo>
                    <a:pt x="11585" y="43508"/>
                  </a:lnTo>
                  <a:cubicBezTo>
                    <a:pt x="11712" y="43231"/>
                    <a:pt x="11712" y="42967"/>
                    <a:pt x="11845" y="42703"/>
                  </a:cubicBezTo>
                  <a:lnTo>
                    <a:pt x="11972" y="42426"/>
                  </a:lnTo>
                  <a:cubicBezTo>
                    <a:pt x="12106" y="42426"/>
                    <a:pt x="12106" y="42149"/>
                    <a:pt x="12233" y="42149"/>
                  </a:cubicBezTo>
                  <a:lnTo>
                    <a:pt x="12366" y="42149"/>
                  </a:lnTo>
                  <a:cubicBezTo>
                    <a:pt x="12366" y="42149"/>
                    <a:pt x="12493" y="42426"/>
                    <a:pt x="12626" y="42426"/>
                  </a:cubicBezTo>
                  <a:cubicBezTo>
                    <a:pt x="12626" y="42426"/>
                    <a:pt x="12753" y="42426"/>
                    <a:pt x="12887" y="42426"/>
                  </a:cubicBezTo>
                  <a:cubicBezTo>
                    <a:pt x="12887" y="42426"/>
                    <a:pt x="13014" y="42426"/>
                    <a:pt x="13014" y="42703"/>
                  </a:cubicBezTo>
                  <a:lnTo>
                    <a:pt x="13014" y="42967"/>
                  </a:lnTo>
                  <a:cubicBezTo>
                    <a:pt x="13014" y="42967"/>
                    <a:pt x="13014" y="42967"/>
                    <a:pt x="13014" y="43231"/>
                  </a:cubicBezTo>
                  <a:cubicBezTo>
                    <a:pt x="12887" y="43231"/>
                    <a:pt x="12887" y="43508"/>
                    <a:pt x="12887" y="43508"/>
                  </a:cubicBezTo>
                  <a:lnTo>
                    <a:pt x="13014" y="43508"/>
                  </a:lnTo>
                  <a:cubicBezTo>
                    <a:pt x="13014" y="43508"/>
                    <a:pt x="13147" y="43508"/>
                    <a:pt x="13147" y="43231"/>
                  </a:cubicBezTo>
                  <a:lnTo>
                    <a:pt x="13147" y="43231"/>
                  </a:lnTo>
                  <a:cubicBezTo>
                    <a:pt x="13274" y="43231"/>
                    <a:pt x="13274" y="43231"/>
                    <a:pt x="13274" y="43231"/>
                  </a:cubicBezTo>
                  <a:cubicBezTo>
                    <a:pt x="13274" y="43508"/>
                    <a:pt x="13274" y="43508"/>
                    <a:pt x="13401" y="43785"/>
                  </a:cubicBezTo>
                  <a:lnTo>
                    <a:pt x="13401" y="43785"/>
                  </a:lnTo>
                  <a:cubicBezTo>
                    <a:pt x="13401" y="44048"/>
                    <a:pt x="13401" y="44048"/>
                    <a:pt x="13401" y="44048"/>
                  </a:cubicBezTo>
                  <a:cubicBezTo>
                    <a:pt x="13535" y="44048"/>
                    <a:pt x="13535" y="43785"/>
                    <a:pt x="13535" y="43785"/>
                  </a:cubicBezTo>
                  <a:cubicBezTo>
                    <a:pt x="13535" y="43508"/>
                    <a:pt x="13535" y="43231"/>
                    <a:pt x="13535" y="43231"/>
                  </a:cubicBezTo>
                  <a:cubicBezTo>
                    <a:pt x="13535" y="43231"/>
                    <a:pt x="13401" y="42967"/>
                    <a:pt x="13401" y="42703"/>
                  </a:cubicBezTo>
                  <a:lnTo>
                    <a:pt x="13401" y="42426"/>
                  </a:lnTo>
                  <a:cubicBezTo>
                    <a:pt x="13401" y="42426"/>
                    <a:pt x="13535" y="42149"/>
                    <a:pt x="13535" y="41885"/>
                  </a:cubicBezTo>
                  <a:lnTo>
                    <a:pt x="13668" y="41622"/>
                  </a:lnTo>
                  <a:cubicBezTo>
                    <a:pt x="13668" y="41345"/>
                    <a:pt x="13668" y="41345"/>
                    <a:pt x="13668" y="41068"/>
                  </a:cubicBezTo>
                  <a:cubicBezTo>
                    <a:pt x="13668" y="41068"/>
                    <a:pt x="13535" y="40804"/>
                    <a:pt x="13401" y="40540"/>
                  </a:cubicBezTo>
                  <a:cubicBezTo>
                    <a:pt x="13401" y="40540"/>
                    <a:pt x="13401" y="40263"/>
                    <a:pt x="13274" y="40263"/>
                  </a:cubicBezTo>
                  <a:cubicBezTo>
                    <a:pt x="13274" y="39986"/>
                    <a:pt x="13147" y="39986"/>
                    <a:pt x="13147" y="39986"/>
                  </a:cubicBezTo>
                  <a:cubicBezTo>
                    <a:pt x="13147" y="39986"/>
                    <a:pt x="13014" y="39986"/>
                    <a:pt x="13014" y="39723"/>
                  </a:cubicBezTo>
                  <a:cubicBezTo>
                    <a:pt x="13014" y="39723"/>
                    <a:pt x="13014" y="39459"/>
                    <a:pt x="13014" y="39182"/>
                  </a:cubicBezTo>
                  <a:lnTo>
                    <a:pt x="13147" y="38905"/>
                  </a:lnTo>
                  <a:cubicBezTo>
                    <a:pt x="13147" y="38641"/>
                    <a:pt x="13147" y="38377"/>
                    <a:pt x="13147" y="38114"/>
                  </a:cubicBezTo>
                  <a:cubicBezTo>
                    <a:pt x="13274" y="38114"/>
                    <a:pt x="13274" y="38114"/>
                    <a:pt x="13274" y="38114"/>
                  </a:cubicBezTo>
                  <a:cubicBezTo>
                    <a:pt x="13274" y="37837"/>
                    <a:pt x="13401" y="37560"/>
                    <a:pt x="13401" y="37560"/>
                  </a:cubicBezTo>
                  <a:cubicBezTo>
                    <a:pt x="13401" y="37560"/>
                    <a:pt x="13274" y="37296"/>
                    <a:pt x="13274" y="37032"/>
                  </a:cubicBezTo>
                  <a:lnTo>
                    <a:pt x="13274" y="36755"/>
                  </a:lnTo>
                  <a:cubicBezTo>
                    <a:pt x="13274" y="36478"/>
                    <a:pt x="13274" y="36214"/>
                    <a:pt x="13274" y="35951"/>
                  </a:cubicBezTo>
                  <a:lnTo>
                    <a:pt x="13147" y="35951"/>
                  </a:lnTo>
                  <a:cubicBezTo>
                    <a:pt x="13014" y="35674"/>
                    <a:pt x="12887" y="35674"/>
                    <a:pt x="12887" y="35674"/>
                  </a:cubicBezTo>
                  <a:cubicBezTo>
                    <a:pt x="12753" y="35674"/>
                    <a:pt x="12753" y="35397"/>
                    <a:pt x="12626" y="35397"/>
                  </a:cubicBezTo>
                  <a:cubicBezTo>
                    <a:pt x="12626" y="35397"/>
                    <a:pt x="12626" y="35397"/>
                    <a:pt x="12626" y="35133"/>
                  </a:cubicBezTo>
                  <a:cubicBezTo>
                    <a:pt x="12626" y="35133"/>
                    <a:pt x="12626" y="35133"/>
                    <a:pt x="12626" y="34869"/>
                  </a:cubicBezTo>
                  <a:lnTo>
                    <a:pt x="12753" y="34869"/>
                  </a:lnTo>
                  <a:cubicBezTo>
                    <a:pt x="12887" y="34869"/>
                    <a:pt x="12887" y="34869"/>
                    <a:pt x="12887" y="35133"/>
                  </a:cubicBezTo>
                  <a:cubicBezTo>
                    <a:pt x="13014" y="35133"/>
                    <a:pt x="13147" y="35133"/>
                    <a:pt x="13147" y="35397"/>
                  </a:cubicBezTo>
                  <a:cubicBezTo>
                    <a:pt x="13147" y="35397"/>
                    <a:pt x="13274" y="35397"/>
                    <a:pt x="13401" y="35397"/>
                  </a:cubicBezTo>
                  <a:lnTo>
                    <a:pt x="13668" y="35397"/>
                  </a:lnTo>
                  <a:cubicBezTo>
                    <a:pt x="13795" y="35397"/>
                    <a:pt x="13795" y="35133"/>
                    <a:pt x="13922" y="35133"/>
                  </a:cubicBezTo>
                  <a:lnTo>
                    <a:pt x="14055" y="35133"/>
                  </a:lnTo>
                  <a:cubicBezTo>
                    <a:pt x="14055" y="35133"/>
                    <a:pt x="14189" y="35133"/>
                    <a:pt x="14189" y="35397"/>
                  </a:cubicBezTo>
                  <a:cubicBezTo>
                    <a:pt x="14316" y="35397"/>
                    <a:pt x="14316" y="35397"/>
                    <a:pt x="14443" y="35674"/>
                  </a:cubicBezTo>
                  <a:lnTo>
                    <a:pt x="14576" y="35951"/>
                  </a:lnTo>
                  <a:cubicBezTo>
                    <a:pt x="14710" y="35951"/>
                    <a:pt x="14710" y="36214"/>
                    <a:pt x="14710" y="36214"/>
                  </a:cubicBezTo>
                  <a:cubicBezTo>
                    <a:pt x="14710" y="36478"/>
                    <a:pt x="14837" y="36478"/>
                    <a:pt x="14837" y="36478"/>
                  </a:cubicBezTo>
                  <a:cubicBezTo>
                    <a:pt x="14964" y="36478"/>
                    <a:pt x="14964" y="36755"/>
                    <a:pt x="14964" y="36755"/>
                  </a:cubicBezTo>
                  <a:cubicBezTo>
                    <a:pt x="14964" y="37032"/>
                    <a:pt x="14964" y="37032"/>
                    <a:pt x="14964" y="37296"/>
                  </a:cubicBezTo>
                  <a:cubicBezTo>
                    <a:pt x="14964" y="37296"/>
                    <a:pt x="15097" y="37296"/>
                    <a:pt x="15097" y="37560"/>
                  </a:cubicBezTo>
                  <a:lnTo>
                    <a:pt x="15097" y="37837"/>
                  </a:lnTo>
                  <a:lnTo>
                    <a:pt x="14964" y="37837"/>
                  </a:lnTo>
                  <a:lnTo>
                    <a:pt x="14837" y="37837"/>
                  </a:lnTo>
                  <a:cubicBezTo>
                    <a:pt x="14710" y="37837"/>
                    <a:pt x="14710" y="37837"/>
                    <a:pt x="14576" y="37837"/>
                  </a:cubicBezTo>
                  <a:cubicBezTo>
                    <a:pt x="14576" y="37837"/>
                    <a:pt x="14576" y="38114"/>
                    <a:pt x="14443" y="38114"/>
                  </a:cubicBezTo>
                  <a:lnTo>
                    <a:pt x="14316" y="38114"/>
                  </a:lnTo>
                  <a:cubicBezTo>
                    <a:pt x="14189" y="38114"/>
                    <a:pt x="14189" y="38377"/>
                    <a:pt x="14189" y="38641"/>
                  </a:cubicBezTo>
                  <a:cubicBezTo>
                    <a:pt x="14189" y="38641"/>
                    <a:pt x="14055" y="38641"/>
                    <a:pt x="14055" y="38905"/>
                  </a:cubicBezTo>
                  <a:lnTo>
                    <a:pt x="13922" y="39182"/>
                  </a:lnTo>
                  <a:cubicBezTo>
                    <a:pt x="13922" y="39182"/>
                    <a:pt x="13922" y="39459"/>
                    <a:pt x="14055" y="39459"/>
                  </a:cubicBezTo>
                  <a:cubicBezTo>
                    <a:pt x="14055" y="39723"/>
                    <a:pt x="14055" y="39723"/>
                    <a:pt x="14189" y="39723"/>
                  </a:cubicBezTo>
                  <a:lnTo>
                    <a:pt x="14316" y="39986"/>
                  </a:lnTo>
                  <a:cubicBezTo>
                    <a:pt x="14316" y="40263"/>
                    <a:pt x="14443" y="40540"/>
                    <a:pt x="14443" y="40540"/>
                  </a:cubicBezTo>
                  <a:cubicBezTo>
                    <a:pt x="14576" y="40540"/>
                    <a:pt x="14576" y="41068"/>
                    <a:pt x="14576" y="41068"/>
                  </a:cubicBezTo>
                  <a:lnTo>
                    <a:pt x="14710" y="41068"/>
                  </a:lnTo>
                  <a:cubicBezTo>
                    <a:pt x="14837" y="41345"/>
                    <a:pt x="14964" y="41068"/>
                    <a:pt x="14964" y="41068"/>
                  </a:cubicBezTo>
                  <a:cubicBezTo>
                    <a:pt x="15097" y="41068"/>
                    <a:pt x="15097" y="41345"/>
                    <a:pt x="15097" y="41345"/>
                  </a:cubicBezTo>
                  <a:cubicBezTo>
                    <a:pt x="15231" y="41345"/>
                    <a:pt x="15231" y="41345"/>
                    <a:pt x="15358" y="41345"/>
                  </a:cubicBezTo>
                  <a:cubicBezTo>
                    <a:pt x="15358" y="41345"/>
                    <a:pt x="15358" y="41068"/>
                    <a:pt x="15485" y="41068"/>
                  </a:cubicBezTo>
                  <a:lnTo>
                    <a:pt x="15618" y="41068"/>
                  </a:lnTo>
                  <a:cubicBezTo>
                    <a:pt x="15751" y="41068"/>
                    <a:pt x="15751" y="41068"/>
                    <a:pt x="15878" y="41068"/>
                  </a:cubicBezTo>
                  <a:cubicBezTo>
                    <a:pt x="15878" y="40804"/>
                    <a:pt x="15878" y="40804"/>
                    <a:pt x="15878" y="40540"/>
                  </a:cubicBezTo>
                  <a:cubicBezTo>
                    <a:pt x="15878" y="40540"/>
                    <a:pt x="15878" y="40540"/>
                    <a:pt x="15751" y="40263"/>
                  </a:cubicBezTo>
                  <a:lnTo>
                    <a:pt x="15751" y="40263"/>
                  </a:lnTo>
                  <a:cubicBezTo>
                    <a:pt x="15751" y="39986"/>
                    <a:pt x="15878" y="39986"/>
                    <a:pt x="15878" y="39723"/>
                  </a:cubicBezTo>
                  <a:cubicBezTo>
                    <a:pt x="15878" y="39723"/>
                    <a:pt x="15878" y="39723"/>
                    <a:pt x="16005" y="39459"/>
                  </a:cubicBezTo>
                  <a:cubicBezTo>
                    <a:pt x="16005" y="39459"/>
                    <a:pt x="16005" y="39182"/>
                    <a:pt x="16005" y="38905"/>
                  </a:cubicBezTo>
                  <a:lnTo>
                    <a:pt x="16005" y="38641"/>
                  </a:lnTo>
                  <a:cubicBezTo>
                    <a:pt x="16005" y="38641"/>
                    <a:pt x="16005" y="38377"/>
                    <a:pt x="16139" y="38377"/>
                  </a:cubicBezTo>
                  <a:lnTo>
                    <a:pt x="16272" y="38377"/>
                  </a:lnTo>
                  <a:cubicBezTo>
                    <a:pt x="16399" y="38377"/>
                    <a:pt x="16399" y="38377"/>
                    <a:pt x="16526" y="38377"/>
                  </a:cubicBezTo>
                  <a:lnTo>
                    <a:pt x="16660" y="38377"/>
                  </a:lnTo>
                  <a:lnTo>
                    <a:pt x="16660" y="38114"/>
                  </a:lnTo>
                  <a:lnTo>
                    <a:pt x="16660" y="38114"/>
                  </a:lnTo>
                  <a:cubicBezTo>
                    <a:pt x="16660" y="37837"/>
                    <a:pt x="16526" y="37837"/>
                    <a:pt x="16526" y="37560"/>
                  </a:cubicBezTo>
                  <a:lnTo>
                    <a:pt x="16526" y="37296"/>
                  </a:lnTo>
                  <a:lnTo>
                    <a:pt x="16660" y="37296"/>
                  </a:lnTo>
                  <a:cubicBezTo>
                    <a:pt x="16793" y="37296"/>
                    <a:pt x="16793" y="37560"/>
                    <a:pt x="16920" y="37560"/>
                  </a:cubicBezTo>
                  <a:lnTo>
                    <a:pt x="17047" y="37560"/>
                  </a:lnTo>
                  <a:cubicBezTo>
                    <a:pt x="17180" y="37560"/>
                    <a:pt x="17307" y="37560"/>
                    <a:pt x="17307" y="37560"/>
                  </a:cubicBezTo>
                  <a:lnTo>
                    <a:pt x="17441" y="37296"/>
                  </a:lnTo>
                  <a:cubicBezTo>
                    <a:pt x="17568" y="37032"/>
                    <a:pt x="17568" y="36755"/>
                    <a:pt x="17701" y="36755"/>
                  </a:cubicBezTo>
                  <a:cubicBezTo>
                    <a:pt x="17701" y="36478"/>
                    <a:pt x="17835" y="36478"/>
                    <a:pt x="17962" y="36214"/>
                  </a:cubicBezTo>
                  <a:lnTo>
                    <a:pt x="18089" y="36214"/>
                  </a:lnTo>
                  <a:cubicBezTo>
                    <a:pt x="18216" y="35951"/>
                    <a:pt x="18349" y="35951"/>
                    <a:pt x="18349" y="35951"/>
                  </a:cubicBezTo>
                  <a:cubicBezTo>
                    <a:pt x="18483" y="35951"/>
                    <a:pt x="18483" y="35951"/>
                    <a:pt x="18483" y="35951"/>
                  </a:cubicBezTo>
                  <a:cubicBezTo>
                    <a:pt x="18610" y="35951"/>
                    <a:pt x="18610" y="35674"/>
                    <a:pt x="18610" y="35674"/>
                  </a:cubicBezTo>
                  <a:cubicBezTo>
                    <a:pt x="18737" y="35674"/>
                    <a:pt x="18870" y="35674"/>
                    <a:pt x="18870" y="35674"/>
                  </a:cubicBezTo>
                  <a:lnTo>
                    <a:pt x="19003" y="35674"/>
                  </a:lnTo>
                  <a:cubicBezTo>
                    <a:pt x="19130" y="35674"/>
                    <a:pt x="19130" y="35951"/>
                    <a:pt x="19130" y="35951"/>
                  </a:cubicBezTo>
                  <a:cubicBezTo>
                    <a:pt x="19130" y="36214"/>
                    <a:pt x="19257" y="36214"/>
                    <a:pt x="19257" y="36214"/>
                  </a:cubicBezTo>
                  <a:lnTo>
                    <a:pt x="19391" y="35951"/>
                  </a:lnTo>
                  <a:lnTo>
                    <a:pt x="19391" y="35674"/>
                  </a:lnTo>
                  <a:lnTo>
                    <a:pt x="19257" y="35674"/>
                  </a:lnTo>
                  <a:cubicBezTo>
                    <a:pt x="19257" y="35674"/>
                    <a:pt x="19130" y="35674"/>
                    <a:pt x="19130" y="35397"/>
                  </a:cubicBezTo>
                  <a:cubicBezTo>
                    <a:pt x="19130" y="35397"/>
                    <a:pt x="19130" y="35397"/>
                    <a:pt x="19130" y="35133"/>
                  </a:cubicBezTo>
                  <a:cubicBezTo>
                    <a:pt x="19130" y="35133"/>
                    <a:pt x="19130" y="35133"/>
                    <a:pt x="19130" y="34869"/>
                  </a:cubicBezTo>
                  <a:cubicBezTo>
                    <a:pt x="19257" y="34869"/>
                    <a:pt x="19391" y="34869"/>
                    <a:pt x="19391" y="34869"/>
                  </a:cubicBezTo>
                  <a:lnTo>
                    <a:pt x="19524" y="34869"/>
                  </a:lnTo>
                  <a:cubicBezTo>
                    <a:pt x="19651" y="34869"/>
                    <a:pt x="19651" y="34592"/>
                    <a:pt x="19778" y="34592"/>
                  </a:cubicBezTo>
                  <a:cubicBezTo>
                    <a:pt x="19778" y="34315"/>
                    <a:pt x="19912" y="34315"/>
                    <a:pt x="19912" y="34052"/>
                  </a:cubicBezTo>
                  <a:cubicBezTo>
                    <a:pt x="19912" y="34052"/>
                    <a:pt x="20045" y="33788"/>
                    <a:pt x="20172" y="33788"/>
                  </a:cubicBezTo>
                  <a:lnTo>
                    <a:pt x="20299" y="33788"/>
                  </a:lnTo>
                  <a:lnTo>
                    <a:pt x="20432" y="34052"/>
                  </a:lnTo>
                  <a:lnTo>
                    <a:pt x="20299" y="34315"/>
                  </a:lnTo>
                  <a:lnTo>
                    <a:pt x="20172" y="34315"/>
                  </a:lnTo>
                  <a:lnTo>
                    <a:pt x="20045" y="34592"/>
                  </a:lnTo>
                  <a:cubicBezTo>
                    <a:pt x="20172" y="34592"/>
                    <a:pt x="20172" y="34592"/>
                    <a:pt x="20172" y="34869"/>
                  </a:cubicBezTo>
                  <a:cubicBezTo>
                    <a:pt x="20299" y="34869"/>
                    <a:pt x="20172" y="35133"/>
                    <a:pt x="20172" y="35397"/>
                  </a:cubicBezTo>
                  <a:cubicBezTo>
                    <a:pt x="20299" y="35397"/>
                    <a:pt x="20299" y="35674"/>
                    <a:pt x="20299" y="35951"/>
                  </a:cubicBezTo>
                  <a:lnTo>
                    <a:pt x="20172" y="36214"/>
                  </a:lnTo>
                  <a:lnTo>
                    <a:pt x="20045" y="36214"/>
                  </a:lnTo>
                  <a:lnTo>
                    <a:pt x="20045" y="36478"/>
                  </a:lnTo>
                  <a:lnTo>
                    <a:pt x="20172" y="36478"/>
                  </a:lnTo>
                  <a:lnTo>
                    <a:pt x="20299" y="36755"/>
                  </a:lnTo>
                  <a:cubicBezTo>
                    <a:pt x="20299" y="36755"/>
                    <a:pt x="20432" y="36755"/>
                    <a:pt x="20432" y="36478"/>
                  </a:cubicBezTo>
                  <a:cubicBezTo>
                    <a:pt x="20566" y="36478"/>
                    <a:pt x="20566" y="36478"/>
                    <a:pt x="20566" y="36478"/>
                  </a:cubicBezTo>
                  <a:cubicBezTo>
                    <a:pt x="20566" y="36214"/>
                    <a:pt x="20693" y="36478"/>
                    <a:pt x="20693" y="36478"/>
                  </a:cubicBezTo>
                  <a:cubicBezTo>
                    <a:pt x="20693" y="36478"/>
                    <a:pt x="20693" y="36755"/>
                    <a:pt x="20820" y="36755"/>
                  </a:cubicBezTo>
                  <a:lnTo>
                    <a:pt x="20820" y="37032"/>
                  </a:lnTo>
                  <a:cubicBezTo>
                    <a:pt x="20953" y="37032"/>
                    <a:pt x="20953" y="36755"/>
                    <a:pt x="20953" y="36755"/>
                  </a:cubicBezTo>
                  <a:cubicBezTo>
                    <a:pt x="20953" y="36478"/>
                    <a:pt x="20953" y="36478"/>
                    <a:pt x="20953" y="36214"/>
                  </a:cubicBezTo>
                  <a:cubicBezTo>
                    <a:pt x="20953" y="36214"/>
                    <a:pt x="20953" y="36214"/>
                    <a:pt x="20953" y="35951"/>
                  </a:cubicBezTo>
                  <a:cubicBezTo>
                    <a:pt x="20820" y="35951"/>
                    <a:pt x="20953" y="35674"/>
                    <a:pt x="20953" y="35674"/>
                  </a:cubicBezTo>
                  <a:lnTo>
                    <a:pt x="20953" y="35397"/>
                  </a:lnTo>
                  <a:cubicBezTo>
                    <a:pt x="21087" y="35397"/>
                    <a:pt x="21087" y="35397"/>
                    <a:pt x="21087" y="35133"/>
                  </a:cubicBezTo>
                  <a:cubicBezTo>
                    <a:pt x="21214" y="35133"/>
                    <a:pt x="21341" y="35397"/>
                    <a:pt x="21341" y="35133"/>
                  </a:cubicBezTo>
                  <a:lnTo>
                    <a:pt x="21474" y="35133"/>
                  </a:lnTo>
                  <a:cubicBezTo>
                    <a:pt x="21474" y="35133"/>
                    <a:pt x="21608" y="35133"/>
                    <a:pt x="21608" y="34869"/>
                  </a:cubicBezTo>
                  <a:cubicBezTo>
                    <a:pt x="21608" y="34869"/>
                    <a:pt x="21735" y="34869"/>
                    <a:pt x="21862" y="34869"/>
                  </a:cubicBezTo>
                  <a:cubicBezTo>
                    <a:pt x="21862" y="34869"/>
                    <a:pt x="21862" y="35133"/>
                    <a:pt x="21995" y="35133"/>
                  </a:cubicBezTo>
                  <a:cubicBezTo>
                    <a:pt x="21995" y="35133"/>
                    <a:pt x="22128" y="35133"/>
                    <a:pt x="22255" y="35133"/>
                  </a:cubicBezTo>
                  <a:cubicBezTo>
                    <a:pt x="22255" y="35397"/>
                    <a:pt x="22382" y="35133"/>
                    <a:pt x="22516" y="35133"/>
                  </a:cubicBezTo>
                  <a:lnTo>
                    <a:pt x="22649" y="35133"/>
                  </a:lnTo>
                  <a:cubicBezTo>
                    <a:pt x="22776" y="34869"/>
                    <a:pt x="22776" y="34869"/>
                    <a:pt x="22903" y="34592"/>
                  </a:cubicBezTo>
                  <a:cubicBezTo>
                    <a:pt x="22903" y="34592"/>
                    <a:pt x="22903" y="34315"/>
                    <a:pt x="23037" y="34315"/>
                  </a:cubicBezTo>
                  <a:cubicBezTo>
                    <a:pt x="23037" y="34315"/>
                    <a:pt x="23164" y="34315"/>
                    <a:pt x="23164" y="34052"/>
                  </a:cubicBezTo>
                  <a:cubicBezTo>
                    <a:pt x="23164" y="34052"/>
                    <a:pt x="23297" y="34052"/>
                    <a:pt x="23297" y="33788"/>
                  </a:cubicBezTo>
                  <a:cubicBezTo>
                    <a:pt x="23297" y="33788"/>
                    <a:pt x="23424" y="33788"/>
                    <a:pt x="23557" y="33788"/>
                  </a:cubicBezTo>
                  <a:lnTo>
                    <a:pt x="23684" y="33788"/>
                  </a:lnTo>
                  <a:cubicBezTo>
                    <a:pt x="23684" y="33788"/>
                    <a:pt x="23684" y="33788"/>
                    <a:pt x="23818" y="34052"/>
                  </a:cubicBezTo>
                  <a:lnTo>
                    <a:pt x="23818" y="34052"/>
                  </a:lnTo>
                  <a:cubicBezTo>
                    <a:pt x="23945" y="34052"/>
                    <a:pt x="23945" y="34315"/>
                    <a:pt x="23945" y="34315"/>
                  </a:cubicBezTo>
                  <a:lnTo>
                    <a:pt x="23945" y="34592"/>
                  </a:lnTo>
                  <a:cubicBezTo>
                    <a:pt x="23945" y="34869"/>
                    <a:pt x="23945" y="34869"/>
                    <a:pt x="23945" y="34869"/>
                  </a:cubicBezTo>
                  <a:cubicBezTo>
                    <a:pt x="23818" y="34869"/>
                    <a:pt x="23818" y="34869"/>
                    <a:pt x="23818" y="34869"/>
                  </a:cubicBezTo>
                  <a:cubicBezTo>
                    <a:pt x="23818" y="34869"/>
                    <a:pt x="23818" y="34869"/>
                    <a:pt x="23818" y="35133"/>
                  </a:cubicBezTo>
                  <a:cubicBezTo>
                    <a:pt x="23818" y="35133"/>
                    <a:pt x="23818" y="35133"/>
                    <a:pt x="23818" y="35397"/>
                  </a:cubicBezTo>
                  <a:cubicBezTo>
                    <a:pt x="23945" y="35397"/>
                    <a:pt x="23818" y="35674"/>
                    <a:pt x="23945" y="35674"/>
                  </a:cubicBezTo>
                  <a:lnTo>
                    <a:pt x="24078" y="35674"/>
                  </a:lnTo>
                  <a:cubicBezTo>
                    <a:pt x="24205" y="35674"/>
                    <a:pt x="24205" y="35397"/>
                    <a:pt x="24205" y="35397"/>
                  </a:cubicBezTo>
                  <a:cubicBezTo>
                    <a:pt x="24205" y="35133"/>
                    <a:pt x="24339" y="35133"/>
                    <a:pt x="24339" y="34869"/>
                  </a:cubicBezTo>
                  <a:lnTo>
                    <a:pt x="24205" y="34592"/>
                  </a:lnTo>
                  <a:cubicBezTo>
                    <a:pt x="24339" y="34592"/>
                    <a:pt x="24339" y="34315"/>
                    <a:pt x="24466" y="34315"/>
                  </a:cubicBezTo>
                  <a:cubicBezTo>
                    <a:pt x="24466" y="34315"/>
                    <a:pt x="24599" y="34592"/>
                    <a:pt x="24726" y="34592"/>
                  </a:cubicBezTo>
                  <a:lnTo>
                    <a:pt x="24860" y="34315"/>
                  </a:lnTo>
                  <a:cubicBezTo>
                    <a:pt x="24860" y="34315"/>
                    <a:pt x="24987" y="34052"/>
                    <a:pt x="24987" y="33788"/>
                  </a:cubicBezTo>
                  <a:lnTo>
                    <a:pt x="24987" y="33234"/>
                  </a:lnTo>
                  <a:cubicBezTo>
                    <a:pt x="24860" y="33234"/>
                    <a:pt x="24860" y="33234"/>
                    <a:pt x="24726" y="33234"/>
                  </a:cubicBezTo>
                  <a:lnTo>
                    <a:pt x="24726" y="32970"/>
                  </a:lnTo>
                  <a:cubicBezTo>
                    <a:pt x="24726" y="32706"/>
                    <a:pt x="24726" y="32706"/>
                    <a:pt x="24726" y="32429"/>
                  </a:cubicBezTo>
                  <a:lnTo>
                    <a:pt x="24599" y="32152"/>
                  </a:lnTo>
                  <a:cubicBezTo>
                    <a:pt x="24599" y="32152"/>
                    <a:pt x="24466" y="31889"/>
                    <a:pt x="24466" y="31625"/>
                  </a:cubicBezTo>
                  <a:lnTo>
                    <a:pt x="24599" y="31348"/>
                  </a:lnTo>
                  <a:lnTo>
                    <a:pt x="24726" y="31071"/>
                  </a:lnTo>
                  <a:cubicBezTo>
                    <a:pt x="24726" y="31071"/>
                    <a:pt x="24726" y="30807"/>
                    <a:pt x="24860" y="30807"/>
                  </a:cubicBezTo>
                  <a:cubicBezTo>
                    <a:pt x="24860" y="30544"/>
                    <a:pt x="24987" y="30544"/>
                    <a:pt x="25114" y="30544"/>
                  </a:cubicBezTo>
                  <a:lnTo>
                    <a:pt x="25247" y="30807"/>
                  </a:lnTo>
                  <a:cubicBezTo>
                    <a:pt x="25380" y="30807"/>
                    <a:pt x="25380" y="30807"/>
                    <a:pt x="25507" y="30807"/>
                  </a:cubicBezTo>
                  <a:cubicBezTo>
                    <a:pt x="25507" y="30807"/>
                    <a:pt x="25641" y="30807"/>
                    <a:pt x="25768" y="30807"/>
                  </a:cubicBezTo>
                  <a:cubicBezTo>
                    <a:pt x="25768" y="31071"/>
                    <a:pt x="26028" y="31071"/>
                    <a:pt x="26162" y="31071"/>
                  </a:cubicBezTo>
                  <a:cubicBezTo>
                    <a:pt x="26162" y="31071"/>
                    <a:pt x="26422" y="31071"/>
                    <a:pt x="26549" y="31071"/>
                  </a:cubicBezTo>
                  <a:cubicBezTo>
                    <a:pt x="26549" y="31348"/>
                    <a:pt x="26809" y="31348"/>
                    <a:pt x="26943" y="31625"/>
                  </a:cubicBezTo>
                  <a:cubicBezTo>
                    <a:pt x="26943" y="31625"/>
                    <a:pt x="27070" y="31889"/>
                    <a:pt x="27203" y="31889"/>
                  </a:cubicBezTo>
                  <a:cubicBezTo>
                    <a:pt x="27203" y="31889"/>
                    <a:pt x="27330" y="32152"/>
                    <a:pt x="27464" y="32152"/>
                  </a:cubicBezTo>
                  <a:cubicBezTo>
                    <a:pt x="27464" y="32152"/>
                    <a:pt x="27724" y="32429"/>
                    <a:pt x="27851" y="32429"/>
                  </a:cubicBezTo>
                  <a:lnTo>
                    <a:pt x="27978" y="32429"/>
                  </a:lnTo>
                  <a:lnTo>
                    <a:pt x="28111" y="32706"/>
                  </a:lnTo>
                  <a:cubicBezTo>
                    <a:pt x="28245" y="32970"/>
                    <a:pt x="28499" y="32970"/>
                    <a:pt x="28499" y="33234"/>
                  </a:cubicBezTo>
                  <a:cubicBezTo>
                    <a:pt x="28632" y="33234"/>
                    <a:pt x="28766" y="33234"/>
                    <a:pt x="28766" y="33234"/>
                  </a:cubicBezTo>
                  <a:cubicBezTo>
                    <a:pt x="28893" y="33234"/>
                    <a:pt x="28893" y="33234"/>
                    <a:pt x="29020" y="33234"/>
                  </a:cubicBezTo>
                  <a:cubicBezTo>
                    <a:pt x="29020" y="33511"/>
                    <a:pt x="29020" y="33511"/>
                    <a:pt x="29020" y="33511"/>
                  </a:cubicBezTo>
                  <a:cubicBezTo>
                    <a:pt x="29153" y="33511"/>
                    <a:pt x="29153" y="33788"/>
                    <a:pt x="29153" y="33788"/>
                  </a:cubicBezTo>
                  <a:cubicBezTo>
                    <a:pt x="29287" y="33788"/>
                    <a:pt x="29414" y="33788"/>
                    <a:pt x="29414" y="33788"/>
                  </a:cubicBezTo>
                  <a:lnTo>
                    <a:pt x="29541" y="34052"/>
                  </a:lnTo>
                  <a:lnTo>
                    <a:pt x="29674" y="34315"/>
                  </a:lnTo>
                  <a:cubicBezTo>
                    <a:pt x="29674" y="34592"/>
                    <a:pt x="29807" y="34592"/>
                    <a:pt x="29934" y="34592"/>
                  </a:cubicBezTo>
                  <a:cubicBezTo>
                    <a:pt x="29934" y="34869"/>
                    <a:pt x="30061" y="34869"/>
                    <a:pt x="30061" y="35133"/>
                  </a:cubicBezTo>
                  <a:cubicBezTo>
                    <a:pt x="30061" y="35133"/>
                    <a:pt x="30061" y="35397"/>
                    <a:pt x="30061" y="35674"/>
                  </a:cubicBezTo>
                  <a:cubicBezTo>
                    <a:pt x="30195" y="35674"/>
                    <a:pt x="30195" y="35674"/>
                    <a:pt x="30195" y="35674"/>
                  </a:cubicBezTo>
                  <a:lnTo>
                    <a:pt x="30328" y="35397"/>
                  </a:lnTo>
                  <a:cubicBezTo>
                    <a:pt x="30328" y="35397"/>
                    <a:pt x="30328" y="35133"/>
                    <a:pt x="30328" y="34869"/>
                  </a:cubicBezTo>
                  <a:lnTo>
                    <a:pt x="30455" y="34592"/>
                  </a:lnTo>
                  <a:cubicBezTo>
                    <a:pt x="30455" y="34315"/>
                    <a:pt x="30455" y="34315"/>
                    <a:pt x="30455" y="34052"/>
                  </a:cubicBezTo>
                  <a:cubicBezTo>
                    <a:pt x="30455" y="34052"/>
                    <a:pt x="30455" y="33788"/>
                    <a:pt x="30455" y="33511"/>
                  </a:cubicBezTo>
                  <a:cubicBezTo>
                    <a:pt x="30455" y="33511"/>
                    <a:pt x="30455" y="33511"/>
                    <a:pt x="30455" y="33234"/>
                  </a:cubicBezTo>
                  <a:cubicBezTo>
                    <a:pt x="30455" y="33234"/>
                    <a:pt x="30582" y="32970"/>
                    <a:pt x="30455" y="32970"/>
                  </a:cubicBezTo>
                  <a:cubicBezTo>
                    <a:pt x="30455" y="32706"/>
                    <a:pt x="30328" y="32970"/>
                    <a:pt x="30195" y="32970"/>
                  </a:cubicBezTo>
                  <a:lnTo>
                    <a:pt x="30061" y="32970"/>
                  </a:lnTo>
                  <a:lnTo>
                    <a:pt x="30061" y="32706"/>
                  </a:lnTo>
                  <a:cubicBezTo>
                    <a:pt x="29934" y="32706"/>
                    <a:pt x="29807" y="32429"/>
                    <a:pt x="29807" y="32429"/>
                  </a:cubicBezTo>
                  <a:cubicBezTo>
                    <a:pt x="29674" y="32152"/>
                    <a:pt x="29674" y="31889"/>
                    <a:pt x="29674" y="31625"/>
                  </a:cubicBezTo>
                  <a:cubicBezTo>
                    <a:pt x="29541" y="31625"/>
                    <a:pt x="29674" y="31625"/>
                    <a:pt x="29674" y="31625"/>
                  </a:cubicBezTo>
                  <a:cubicBezTo>
                    <a:pt x="29541" y="31348"/>
                    <a:pt x="29541" y="31348"/>
                    <a:pt x="29414" y="31348"/>
                  </a:cubicBezTo>
                  <a:lnTo>
                    <a:pt x="29287" y="31348"/>
                  </a:lnTo>
                  <a:cubicBezTo>
                    <a:pt x="29153" y="31348"/>
                    <a:pt x="29153" y="31071"/>
                    <a:pt x="29153" y="31071"/>
                  </a:cubicBezTo>
                  <a:cubicBezTo>
                    <a:pt x="29020" y="31071"/>
                    <a:pt x="29020" y="31071"/>
                    <a:pt x="29020" y="31071"/>
                  </a:cubicBezTo>
                  <a:lnTo>
                    <a:pt x="28893" y="31071"/>
                  </a:lnTo>
                  <a:lnTo>
                    <a:pt x="28766" y="31348"/>
                  </a:lnTo>
                  <a:lnTo>
                    <a:pt x="28766" y="31625"/>
                  </a:lnTo>
                  <a:cubicBezTo>
                    <a:pt x="28632" y="31625"/>
                    <a:pt x="28632" y="31348"/>
                    <a:pt x="28632" y="31348"/>
                  </a:cubicBezTo>
                  <a:cubicBezTo>
                    <a:pt x="28632" y="31071"/>
                    <a:pt x="28632" y="30807"/>
                    <a:pt x="28632" y="30807"/>
                  </a:cubicBezTo>
                  <a:cubicBezTo>
                    <a:pt x="28632" y="30544"/>
                    <a:pt x="28632" y="30544"/>
                    <a:pt x="28632" y="30267"/>
                  </a:cubicBezTo>
                  <a:cubicBezTo>
                    <a:pt x="28632" y="30267"/>
                    <a:pt x="28632" y="29990"/>
                    <a:pt x="28766" y="29990"/>
                  </a:cubicBezTo>
                  <a:cubicBezTo>
                    <a:pt x="28766" y="29990"/>
                    <a:pt x="28893" y="29990"/>
                    <a:pt x="28893" y="29726"/>
                  </a:cubicBezTo>
                  <a:lnTo>
                    <a:pt x="29020" y="29726"/>
                  </a:lnTo>
                  <a:cubicBezTo>
                    <a:pt x="29020" y="29462"/>
                    <a:pt x="29020" y="29185"/>
                    <a:pt x="29020" y="28921"/>
                  </a:cubicBezTo>
                  <a:lnTo>
                    <a:pt x="28893" y="28381"/>
                  </a:lnTo>
                  <a:cubicBezTo>
                    <a:pt x="28893" y="28104"/>
                    <a:pt x="28893" y="27840"/>
                    <a:pt x="28893" y="27840"/>
                  </a:cubicBezTo>
                  <a:cubicBezTo>
                    <a:pt x="28893" y="27563"/>
                    <a:pt x="28893" y="27299"/>
                    <a:pt x="28893" y="27299"/>
                  </a:cubicBezTo>
                  <a:lnTo>
                    <a:pt x="28766" y="27299"/>
                  </a:lnTo>
                  <a:lnTo>
                    <a:pt x="28632" y="27563"/>
                  </a:lnTo>
                  <a:cubicBezTo>
                    <a:pt x="28499" y="27563"/>
                    <a:pt x="28499" y="27563"/>
                    <a:pt x="28499" y="27563"/>
                  </a:cubicBezTo>
                  <a:cubicBezTo>
                    <a:pt x="28372" y="27563"/>
                    <a:pt x="28372" y="27563"/>
                    <a:pt x="28372" y="27563"/>
                  </a:cubicBezTo>
                  <a:lnTo>
                    <a:pt x="28372" y="27299"/>
                  </a:lnTo>
                  <a:cubicBezTo>
                    <a:pt x="28372" y="27299"/>
                    <a:pt x="28499" y="27299"/>
                    <a:pt x="28499" y="27022"/>
                  </a:cubicBezTo>
                  <a:cubicBezTo>
                    <a:pt x="28499" y="27022"/>
                    <a:pt x="28499" y="27022"/>
                    <a:pt x="28499" y="26758"/>
                  </a:cubicBezTo>
                  <a:cubicBezTo>
                    <a:pt x="28499" y="26758"/>
                    <a:pt x="28499" y="26758"/>
                    <a:pt x="28499" y="26482"/>
                  </a:cubicBezTo>
                  <a:lnTo>
                    <a:pt x="28499" y="26482"/>
                  </a:lnTo>
                  <a:cubicBezTo>
                    <a:pt x="28372" y="26482"/>
                    <a:pt x="28372" y="26758"/>
                    <a:pt x="28372" y="26758"/>
                  </a:cubicBezTo>
                  <a:cubicBezTo>
                    <a:pt x="28372" y="26758"/>
                    <a:pt x="28372" y="26758"/>
                    <a:pt x="28245" y="26758"/>
                  </a:cubicBezTo>
                  <a:lnTo>
                    <a:pt x="28245" y="26482"/>
                  </a:lnTo>
                  <a:lnTo>
                    <a:pt x="28372" y="26218"/>
                  </a:lnTo>
                  <a:cubicBezTo>
                    <a:pt x="28372" y="25941"/>
                    <a:pt x="28499" y="25941"/>
                    <a:pt x="28632" y="25677"/>
                  </a:cubicBezTo>
                  <a:cubicBezTo>
                    <a:pt x="28632" y="25677"/>
                    <a:pt x="28766" y="25400"/>
                    <a:pt x="28893" y="25136"/>
                  </a:cubicBezTo>
                  <a:cubicBezTo>
                    <a:pt x="28893" y="24859"/>
                    <a:pt x="29020" y="24596"/>
                    <a:pt x="29020" y="24319"/>
                  </a:cubicBezTo>
                  <a:cubicBezTo>
                    <a:pt x="29020" y="24319"/>
                    <a:pt x="29153" y="23778"/>
                    <a:pt x="29153" y="23514"/>
                  </a:cubicBezTo>
                  <a:cubicBezTo>
                    <a:pt x="29153" y="23237"/>
                    <a:pt x="29153" y="22696"/>
                    <a:pt x="29153" y="22433"/>
                  </a:cubicBezTo>
                  <a:cubicBezTo>
                    <a:pt x="29153" y="21892"/>
                    <a:pt x="29153" y="21351"/>
                    <a:pt x="29153" y="21074"/>
                  </a:cubicBezTo>
                  <a:cubicBezTo>
                    <a:pt x="29153" y="20811"/>
                    <a:pt x="29287" y="20534"/>
                    <a:pt x="29287" y="20270"/>
                  </a:cubicBezTo>
                  <a:lnTo>
                    <a:pt x="29287" y="20006"/>
                  </a:lnTo>
                  <a:cubicBezTo>
                    <a:pt x="29414" y="20006"/>
                    <a:pt x="29414" y="19729"/>
                    <a:pt x="29414" y="19729"/>
                  </a:cubicBezTo>
                  <a:cubicBezTo>
                    <a:pt x="29541" y="19729"/>
                    <a:pt x="29541" y="20006"/>
                    <a:pt x="29541" y="20006"/>
                  </a:cubicBezTo>
                  <a:cubicBezTo>
                    <a:pt x="29674" y="20006"/>
                    <a:pt x="29674" y="20006"/>
                    <a:pt x="29674" y="20270"/>
                  </a:cubicBezTo>
                  <a:cubicBezTo>
                    <a:pt x="29807" y="20270"/>
                    <a:pt x="29934" y="20270"/>
                    <a:pt x="29934" y="20006"/>
                  </a:cubicBezTo>
                  <a:cubicBezTo>
                    <a:pt x="30061" y="20006"/>
                    <a:pt x="30061" y="20006"/>
                    <a:pt x="30195" y="20006"/>
                  </a:cubicBezTo>
                  <a:cubicBezTo>
                    <a:pt x="30195" y="20006"/>
                    <a:pt x="30455" y="20006"/>
                    <a:pt x="30582" y="20006"/>
                  </a:cubicBezTo>
                  <a:cubicBezTo>
                    <a:pt x="30716" y="20006"/>
                    <a:pt x="30849" y="20006"/>
                    <a:pt x="30976" y="20006"/>
                  </a:cubicBezTo>
                  <a:lnTo>
                    <a:pt x="31103" y="20270"/>
                  </a:lnTo>
                  <a:cubicBezTo>
                    <a:pt x="31236" y="20270"/>
                    <a:pt x="31236" y="20006"/>
                    <a:pt x="31370" y="20006"/>
                  </a:cubicBezTo>
                  <a:cubicBezTo>
                    <a:pt x="31370" y="20006"/>
                    <a:pt x="31370" y="20006"/>
                    <a:pt x="31497" y="20006"/>
                  </a:cubicBezTo>
                  <a:lnTo>
                    <a:pt x="31624" y="20270"/>
                  </a:lnTo>
                  <a:cubicBezTo>
                    <a:pt x="31624" y="20534"/>
                    <a:pt x="31624" y="20811"/>
                    <a:pt x="31624" y="20811"/>
                  </a:cubicBezTo>
                  <a:cubicBezTo>
                    <a:pt x="31757" y="21074"/>
                    <a:pt x="31757" y="21074"/>
                    <a:pt x="31891" y="21074"/>
                  </a:cubicBezTo>
                  <a:lnTo>
                    <a:pt x="31891" y="21351"/>
                  </a:lnTo>
                  <a:cubicBezTo>
                    <a:pt x="31891" y="21615"/>
                    <a:pt x="31891" y="21892"/>
                    <a:pt x="31891" y="22156"/>
                  </a:cubicBezTo>
                  <a:cubicBezTo>
                    <a:pt x="31891" y="22156"/>
                    <a:pt x="32018" y="22433"/>
                    <a:pt x="32018" y="22696"/>
                  </a:cubicBezTo>
                  <a:lnTo>
                    <a:pt x="32018" y="22973"/>
                  </a:lnTo>
                  <a:cubicBezTo>
                    <a:pt x="32018" y="23237"/>
                    <a:pt x="31891" y="23514"/>
                    <a:pt x="31891" y="23514"/>
                  </a:cubicBezTo>
                  <a:cubicBezTo>
                    <a:pt x="31891" y="23778"/>
                    <a:pt x="31891" y="24319"/>
                    <a:pt x="31891" y="24596"/>
                  </a:cubicBezTo>
                  <a:lnTo>
                    <a:pt x="31757" y="24859"/>
                  </a:lnTo>
                  <a:cubicBezTo>
                    <a:pt x="31891" y="25136"/>
                    <a:pt x="32018" y="25136"/>
                    <a:pt x="32018" y="25136"/>
                  </a:cubicBezTo>
                  <a:cubicBezTo>
                    <a:pt x="32018" y="25400"/>
                    <a:pt x="32145" y="25400"/>
                    <a:pt x="32145" y="25677"/>
                  </a:cubicBezTo>
                  <a:lnTo>
                    <a:pt x="32278" y="25941"/>
                  </a:lnTo>
                  <a:cubicBezTo>
                    <a:pt x="32278" y="26218"/>
                    <a:pt x="32412" y="26218"/>
                    <a:pt x="32412" y="26218"/>
                  </a:cubicBezTo>
                  <a:cubicBezTo>
                    <a:pt x="32412" y="26482"/>
                    <a:pt x="32539" y="26758"/>
                    <a:pt x="32539" y="26758"/>
                  </a:cubicBezTo>
                  <a:cubicBezTo>
                    <a:pt x="32539" y="27022"/>
                    <a:pt x="32539" y="27563"/>
                    <a:pt x="32539" y="27840"/>
                  </a:cubicBezTo>
                  <a:cubicBezTo>
                    <a:pt x="32539" y="28104"/>
                    <a:pt x="32539" y="28381"/>
                    <a:pt x="32539" y="28644"/>
                  </a:cubicBezTo>
                  <a:cubicBezTo>
                    <a:pt x="32539" y="28921"/>
                    <a:pt x="32666" y="28921"/>
                    <a:pt x="32666" y="29185"/>
                  </a:cubicBezTo>
                  <a:cubicBezTo>
                    <a:pt x="32793" y="29462"/>
                    <a:pt x="32793" y="29726"/>
                    <a:pt x="32793" y="29726"/>
                  </a:cubicBezTo>
                  <a:cubicBezTo>
                    <a:pt x="32793" y="29990"/>
                    <a:pt x="32793" y="30267"/>
                    <a:pt x="32793" y="30544"/>
                  </a:cubicBezTo>
                  <a:lnTo>
                    <a:pt x="32926" y="30807"/>
                  </a:lnTo>
                  <a:cubicBezTo>
                    <a:pt x="32926" y="31071"/>
                    <a:pt x="32926" y="31348"/>
                    <a:pt x="32926" y="31348"/>
                  </a:cubicBezTo>
                  <a:cubicBezTo>
                    <a:pt x="32926" y="31625"/>
                    <a:pt x="32926" y="31889"/>
                    <a:pt x="33059" y="32152"/>
                  </a:cubicBezTo>
                  <a:lnTo>
                    <a:pt x="33059" y="32429"/>
                  </a:lnTo>
                  <a:cubicBezTo>
                    <a:pt x="33186" y="32429"/>
                    <a:pt x="33313" y="32706"/>
                    <a:pt x="33313" y="32970"/>
                  </a:cubicBezTo>
                  <a:cubicBezTo>
                    <a:pt x="33313" y="32970"/>
                    <a:pt x="33447" y="33234"/>
                    <a:pt x="33580" y="33234"/>
                  </a:cubicBezTo>
                  <a:cubicBezTo>
                    <a:pt x="33707" y="33511"/>
                    <a:pt x="33834" y="33234"/>
                    <a:pt x="33834" y="33234"/>
                  </a:cubicBezTo>
                  <a:cubicBezTo>
                    <a:pt x="33968" y="33511"/>
                    <a:pt x="33968" y="33788"/>
                    <a:pt x="34101" y="33788"/>
                  </a:cubicBezTo>
                  <a:cubicBezTo>
                    <a:pt x="34101" y="34052"/>
                    <a:pt x="34101" y="34052"/>
                    <a:pt x="34101" y="34315"/>
                  </a:cubicBezTo>
                  <a:cubicBezTo>
                    <a:pt x="33968" y="34315"/>
                    <a:pt x="33968" y="34592"/>
                    <a:pt x="33968" y="34869"/>
                  </a:cubicBezTo>
                  <a:lnTo>
                    <a:pt x="33834" y="35133"/>
                  </a:lnTo>
                  <a:cubicBezTo>
                    <a:pt x="33834" y="35397"/>
                    <a:pt x="33968" y="35397"/>
                    <a:pt x="33968" y="35674"/>
                  </a:cubicBezTo>
                  <a:cubicBezTo>
                    <a:pt x="33968" y="35674"/>
                    <a:pt x="34101" y="35674"/>
                    <a:pt x="34101" y="35951"/>
                  </a:cubicBezTo>
                  <a:cubicBezTo>
                    <a:pt x="34228" y="35951"/>
                    <a:pt x="34101" y="36214"/>
                    <a:pt x="34101" y="36214"/>
                  </a:cubicBezTo>
                  <a:lnTo>
                    <a:pt x="34101" y="36478"/>
                  </a:lnTo>
                  <a:cubicBezTo>
                    <a:pt x="34101" y="36755"/>
                    <a:pt x="33968" y="36478"/>
                    <a:pt x="33834" y="36755"/>
                  </a:cubicBezTo>
                  <a:cubicBezTo>
                    <a:pt x="33834" y="36755"/>
                    <a:pt x="33834" y="36755"/>
                    <a:pt x="33834" y="37032"/>
                  </a:cubicBezTo>
                  <a:cubicBezTo>
                    <a:pt x="33834" y="37032"/>
                    <a:pt x="33834" y="37296"/>
                    <a:pt x="33834" y="37560"/>
                  </a:cubicBezTo>
                  <a:cubicBezTo>
                    <a:pt x="33834" y="37560"/>
                    <a:pt x="33834" y="37837"/>
                    <a:pt x="33707" y="37837"/>
                  </a:cubicBezTo>
                  <a:lnTo>
                    <a:pt x="33580" y="37837"/>
                  </a:lnTo>
                  <a:cubicBezTo>
                    <a:pt x="33580" y="37837"/>
                    <a:pt x="33447" y="37837"/>
                    <a:pt x="33447" y="38114"/>
                  </a:cubicBezTo>
                  <a:lnTo>
                    <a:pt x="33580" y="38114"/>
                  </a:lnTo>
                  <a:lnTo>
                    <a:pt x="33580" y="38377"/>
                  </a:lnTo>
                  <a:cubicBezTo>
                    <a:pt x="33580" y="38641"/>
                    <a:pt x="33447" y="38641"/>
                    <a:pt x="33447" y="38641"/>
                  </a:cubicBezTo>
                  <a:cubicBezTo>
                    <a:pt x="33447" y="38641"/>
                    <a:pt x="33447" y="38905"/>
                    <a:pt x="33447" y="39182"/>
                  </a:cubicBezTo>
                  <a:cubicBezTo>
                    <a:pt x="33447" y="39182"/>
                    <a:pt x="33447" y="39182"/>
                    <a:pt x="33313" y="39182"/>
                  </a:cubicBezTo>
                  <a:cubicBezTo>
                    <a:pt x="33313" y="39459"/>
                    <a:pt x="33186" y="39459"/>
                    <a:pt x="33186" y="39459"/>
                  </a:cubicBezTo>
                  <a:cubicBezTo>
                    <a:pt x="33186" y="39182"/>
                    <a:pt x="33059" y="39182"/>
                    <a:pt x="33059" y="39182"/>
                  </a:cubicBezTo>
                  <a:cubicBezTo>
                    <a:pt x="33059" y="39182"/>
                    <a:pt x="32926" y="38905"/>
                    <a:pt x="32926" y="39182"/>
                  </a:cubicBezTo>
                  <a:cubicBezTo>
                    <a:pt x="32926" y="39182"/>
                    <a:pt x="32926" y="39182"/>
                    <a:pt x="33059" y="39459"/>
                  </a:cubicBezTo>
                  <a:cubicBezTo>
                    <a:pt x="33059" y="39459"/>
                    <a:pt x="33059" y="39459"/>
                    <a:pt x="33059" y="39723"/>
                  </a:cubicBezTo>
                  <a:lnTo>
                    <a:pt x="33186" y="39723"/>
                  </a:lnTo>
                  <a:cubicBezTo>
                    <a:pt x="33186" y="39986"/>
                    <a:pt x="33313" y="39986"/>
                    <a:pt x="33313" y="39986"/>
                  </a:cubicBezTo>
                  <a:lnTo>
                    <a:pt x="33313" y="40263"/>
                  </a:lnTo>
                  <a:cubicBezTo>
                    <a:pt x="33313" y="40263"/>
                    <a:pt x="33186" y="40263"/>
                    <a:pt x="33059" y="40263"/>
                  </a:cubicBezTo>
                  <a:cubicBezTo>
                    <a:pt x="33059" y="40263"/>
                    <a:pt x="33059" y="40263"/>
                    <a:pt x="32926" y="40540"/>
                  </a:cubicBezTo>
                  <a:lnTo>
                    <a:pt x="32926" y="40804"/>
                  </a:lnTo>
                  <a:lnTo>
                    <a:pt x="32793" y="40804"/>
                  </a:lnTo>
                  <a:lnTo>
                    <a:pt x="32666" y="40540"/>
                  </a:lnTo>
                  <a:lnTo>
                    <a:pt x="32666" y="40804"/>
                  </a:lnTo>
                  <a:lnTo>
                    <a:pt x="32539" y="40804"/>
                  </a:lnTo>
                  <a:lnTo>
                    <a:pt x="32412" y="40804"/>
                  </a:lnTo>
                  <a:lnTo>
                    <a:pt x="32412" y="40540"/>
                  </a:lnTo>
                  <a:lnTo>
                    <a:pt x="32278" y="40263"/>
                  </a:lnTo>
                  <a:lnTo>
                    <a:pt x="32412" y="40263"/>
                  </a:lnTo>
                  <a:cubicBezTo>
                    <a:pt x="32412" y="40263"/>
                    <a:pt x="32412" y="40263"/>
                    <a:pt x="32539" y="40263"/>
                  </a:cubicBezTo>
                  <a:cubicBezTo>
                    <a:pt x="32539" y="39986"/>
                    <a:pt x="32539" y="39986"/>
                    <a:pt x="32539" y="39986"/>
                  </a:cubicBezTo>
                  <a:cubicBezTo>
                    <a:pt x="32412" y="39723"/>
                    <a:pt x="32412" y="39986"/>
                    <a:pt x="32278" y="39986"/>
                  </a:cubicBezTo>
                  <a:lnTo>
                    <a:pt x="32278" y="39986"/>
                  </a:lnTo>
                  <a:lnTo>
                    <a:pt x="32145" y="39986"/>
                  </a:lnTo>
                  <a:lnTo>
                    <a:pt x="32018" y="39986"/>
                  </a:lnTo>
                  <a:cubicBezTo>
                    <a:pt x="31891" y="39986"/>
                    <a:pt x="31891" y="39723"/>
                    <a:pt x="31891" y="39723"/>
                  </a:cubicBezTo>
                  <a:cubicBezTo>
                    <a:pt x="31757" y="39723"/>
                    <a:pt x="31757" y="39723"/>
                    <a:pt x="31624" y="39986"/>
                  </a:cubicBezTo>
                  <a:cubicBezTo>
                    <a:pt x="31624" y="39986"/>
                    <a:pt x="31624" y="39986"/>
                    <a:pt x="31497" y="39986"/>
                  </a:cubicBezTo>
                  <a:lnTo>
                    <a:pt x="31370" y="39986"/>
                  </a:lnTo>
                  <a:cubicBezTo>
                    <a:pt x="31236" y="39986"/>
                    <a:pt x="31236" y="39986"/>
                    <a:pt x="31103" y="39986"/>
                  </a:cubicBezTo>
                  <a:cubicBezTo>
                    <a:pt x="31103" y="39986"/>
                    <a:pt x="31103" y="39986"/>
                    <a:pt x="30976" y="39986"/>
                  </a:cubicBezTo>
                  <a:lnTo>
                    <a:pt x="30849" y="39986"/>
                  </a:lnTo>
                  <a:cubicBezTo>
                    <a:pt x="30849" y="40263"/>
                    <a:pt x="30849" y="40263"/>
                    <a:pt x="30849" y="40540"/>
                  </a:cubicBezTo>
                  <a:lnTo>
                    <a:pt x="30976" y="40540"/>
                  </a:lnTo>
                  <a:lnTo>
                    <a:pt x="31103" y="40263"/>
                  </a:lnTo>
                  <a:cubicBezTo>
                    <a:pt x="31103" y="40263"/>
                    <a:pt x="31236" y="40263"/>
                    <a:pt x="31236" y="40540"/>
                  </a:cubicBezTo>
                  <a:lnTo>
                    <a:pt x="31370" y="40804"/>
                  </a:lnTo>
                  <a:cubicBezTo>
                    <a:pt x="31370" y="40804"/>
                    <a:pt x="31370" y="40804"/>
                    <a:pt x="31497" y="40804"/>
                  </a:cubicBezTo>
                  <a:lnTo>
                    <a:pt x="31624" y="40804"/>
                  </a:lnTo>
                  <a:lnTo>
                    <a:pt x="31757" y="40804"/>
                  </a:lnTo>
                  <a:cubicBezTo>
                    <a:pt x="31891" y="41068"/>
                    <a:pt x="31891" y="41068"/>
                    <a:pt x="31891" y="41068"/>
                  </a:cubicBezTo>
                  <a:cubicBezTo>
                    <a:pt x="32018" y="41345"/>
                    <a:pt x="32145" y="41345"/>
                    <a:pt x="32145" y="41345"/>
                  </a:cubicBezTo>
                  <a:cubicBezTo>
                    <a:pt x="32278" y="41622"/>
                    <a:pt x="32412" y="41622"/>
                    <a:pt x="32539" y="41622"/>
                  </a:cubicBezTo>
                  <a:lnTo>
                    <a:pt x="32793" y="41345"/>
                  </a:lnTo>
                  <a:cubicBezTo>
                    <a:pt x="32926" y="41345"/>
                    <a:pt x="33059" y="41345"/>
                    <a:pt x="33186" y="41068"/>
                  </a:cubicBezTo>
                  <a:cubicBezTo>
                    <a:pt x="33186" y="41068"/>
                    <a:pt x="33313" y="41068"/>
                    <a:pt x="33447" y="41068"/>
                  </a:cubicBezTo>
                  <a:cubicBezTo>
                    <a:pt x="33447" y="41345"/>
                    <a:pt x="33580" y="41345"/>
                    <a:pt x="33580" y="41345"/>
                  </a:cubicBezTo>
                  <a:cubicBezTo>
                    <a:pt x="33707" y="41345"/>
                    <a:pt x="33707" y="41345"/>
                    <a:pt x="33834" y="41345"/>
                  </a:cubicBezTo>
                  <a:cubicBezTo>
                    <a:pt x="33834" y="41345"/>
                    <a:pt x="33834" y="41068"/>
                    <a:pt x="33968" y="41068"/>
                  </a:cubicBezTo>
                  <a:cubicBezTo>
                    <a:pt x="33968" y="41068"/>
                    <a:pt x="33968" y="40804"/>
                    <a:pt x="33968" y="40540"/>
                  </a:cubicBezTo>
                  <a:lnTo>
                    <a:pt x="33834" y="40540"/>
                  </a:lnTo>
                  <a:cubicBezTo>
                    <a:pt x="33834" y="40263"/>
                    <a:pt x="33834" y="40263"/>
                    <a:pt x="33968" y="40263"/>
                  </a:cubicBezTo>
                  <a:cubicBezTo>
                    <a:pt x="33968" y="39986"/>
                    <a:pt x="33968" y="39986"/>
                    <a:pt x="33968" y="39986"/>
                  </a:cubicBezTo>
                  <a:cubicBezTo>
                    <a:pt x="34101" y="39986"/>
                    <a:pt x="34228" y="39986"/>
                    <a:pt x="34228" y="39986"/>
                  </a:cubicBezTo>
                  <a:lnTo>
                    <a:pt x="34355" y="39723"/>
                  </a:lnTo>
                  <a:cubicBezTo>
                    <a:pt x="34355" y="39459"/>
                    <a:pt x="34355" y="39459"/>
                    <a:pt x="34355" y="39182"/>
                  </a:cubicBezTo>
                  <a:cubicBezTo>
                    <a:pt x="34488" y="39182"/>
                    <a:pt x="34622" y="39182"/>
                    <a:pt x="34622" y="38905"/>
                  </a:cubicBezTo>
                  <a:cubicBezTo>
                    <a:pt x="34622" y="38905"/>
                    <a:pt x="34749" y="38905"/>
                    <a:pt x="34749" y="38641"/>
                  </a:cubicBezTo>
                  <a:lnTo>
                    <a:pt x="34876" y="38377"/>
                  </a:lnTo>
                  <a:cubicBezTo>
                    <a:pt x="34876" y="38114"/>
                    <a:pt x="34876" y="37837"/>
                    <a:pt x="34876" y="37837"/>
                  </a:cubicBezTo>
                  <a:cubicBezTo>
                    <a:pt x="34876" y="37560"/>
                    <a:pt x="34876" y="37296"/>
                    <a:pt x="34876" y="37296"/>
                  </a:cubicBezTo>
                  <a:lnTo>
                    <a:pt x="35009" y="37032"/>
                  </a:lnTo>
                  <a:lnTo>
                    <a:pt x="35143" y="36755"/>
                  </a:lnTo>
                  <a:cubicBezTo>
                    <a:pt x="35143" y="36755"/>
                    <a:pt x="35143" y="36478"/>
                    <a:pt x="35143" y="36214"/>
                  </a:cubicBezTo>
                  <a:lnTo>
                    <a:pt x="35143" y="35951"/>
                  </a:lnTo>
                  <a:cubicBezTo>
                    <a:pt x="35143" y="35674"/>
                    <a:pt x="35143" y="35397"/>
                    <a:pt x="35009" y="35397"/>
                  </a:cubicBezTo>
                  <a:lnTo>
                    <a:pt x="34876" y="35133"/>
                  </a:lnTo>
                  <a:cubicBezTo>
                    <a:pt x="34876" y="34869"/>
                    <a:pt x="34749" y="34869"/>
                    <a:pt x="34749" y="34592"/>
                  </a:cubicBezTo>
                  <a:cubicBezTo>
                    <a:pt x="34749" y="34592"/>
                    <a:pt x="34622" y="34315"/>
                    <a:pt x="34622" y="34052"/>
                  </a:cubicBezTo>
                  <a:lnTo>
                    <a:pt x="34622" y="33788"/>
                  </a:lnTo>
                  <a:cubicBezTo>
                    <a:pt x="34622" y="33511"/>
                    <a:pt x="34622" y="33511"/>
                    <a:pt x="34622" y="33234"/>
                  </a:cubicBezTo>
                  <a:lnTo>
                    <a:pt x="34749" y="32970"/>
                  </a:lnTo>
                  <a:cubicBezTo>
                    <a:pt x="34749" y="32970"/>
                    <a:pt x="34876" y="32970"/>
                    <a:pt x="35009" y="32970"/>
                  </a:cubicBezTo>
                  <a:cubicBezTo>
                    <a:pt x="35009" y="32970"/>
                    <a:pt x="35143" y="32970"/>
                    <a:pt x="35143" y="32706"/>
                  </a:cubicBezTo>
                  <a:cubicBezTo>
                    <a:pt x="35270" y="32706"/>
                    <a:pt x="35397" y="32706"/>
                    <a:pt x="35530" y="32706"/>
                  </a:cubicBezTo>
                  <a:cubicBezTo>
                    <a:pt x="35530" y="32706"/>
                    <a:pt x="35664" y="32706"/>
                    <a:pt x="35791" y="32706"/>
                  </a:cubicBezTo>
                  <a:cubicBezTo>
                    <a:pt x="35791" y="32429"/>
                    <a:pt x="35918" y="32429"/>
                    <a:pt x="35918" y="32429"/>
                  </a:cubicBezTo>
                  <a:cubicBezTo>
                    <a:pt x="36051" y="32429"/>
                    <a:pt x="36051" y="32706"/>
                    <a:pt x="36051" y="32706"/>
                  </a:cubicBezTo>
                  <a:cubicBezTo>
                    <a:pt x="36184" y="32970"/>
                    <a:pt x="36311" y="32970"/>
                    <a:pt x="36311" y="33234"/>
                  </a:cubicBezTo>
                  <a:lnTo>
                    <a:pt x="36438" y="33511"/>
                  </a:lnTo>
                  <a:lnTo>
                    <a:pt x="36572" y="33511"/>
                  </a:lnTo>
                  <a:cubicBezTo>
                    <a:pt x="36705" y="33788"/>
                    <a:pt x="36705" y="33788"/>
                    <a:pt x="36705" y="34052"/>
                  </a:cubicBezTo>
                  <a:lnTo>
                    <a:pt x="36705" y="34315"/>
                  </a:lnTo>
                  <a:cubicBezTo>
                    <a:pt x="36832" y="34592"/>
                    <a:pt x="36705" y="34869"/>
                    <a:pt x="36705" y="34869"/>
                  </a:cubicBezTo>
                  <a:cubicBezTo>
                    <a:pt x="36705" y="35133"/>
                    <a:pt x="36832" y="35133"/>
                    <a:pt x="36832" y="35397"/>
                  </a:cubicBezTo>
                  <a:lnTo>
                    <a:pt x="36832" y="35674"/>
                  </a:lnTo>
                  <a:lnTo>
                    <a:pt x="36832" y="35951"/>
                  </a:lnTo>
                  <a:lnTo>
                    <a:pt x="36832" y="36214"/>
                  </a:lnTo>
                  <a:lnTo>
                    <a:pt x="36959" y="36214"/>
                  </a:lnTo>
                  <a:cubicBezTo>
                    <a:pt x="36959" y="36478"/>
                    <a:pt x="37093" y="36478"/>
                    <a:pt x="37093" y="36755"/>
                  </a:cubicBezTo>
                  <a:cubicBezTo>
                    <a:pt x="37093" y="36755"/>
                    <a:pt x="37226" y="36755"/>
                    <a:pt x="37226" y="37032"/>
                  </a:cubicBezTo>
                  <a:cubicBezTo>
                    <a:pt x="37353" y="37032"/>
                    <a:pt x="37480" y="37032"/>
                    <a:pt x="37480" y="37032"/>
                  </a:cubicBezTo>
                  <a:cubicBezTo>
                    <a:pt x="37613" y="37032"/>
                    <a:pt x="37740" y="37032"/>
                    <a:pt x="37740" y="37032"/>
                  </a:cubicBezTo>
                  <a:cubicBezTo>
                    <a:pt x="37874" y="37032"/>
                    <a:pt x="38001" y="37032"/>
                    <a:pt x="38134" y="37032"/>
                  </a:cubicBezTo>
                  <a:lnTo>
                    <a:pt x="38134" y="36755"/>
                  </a:lnTo>
                  <a:lnTo>
                    <a:pt x="38134" y="36755"/>
                  </a:lnTo>
                  <a:cubicBezTo>
                    <a:pt x="38001" y="36478"/>
                    <a:pt x="37874" y="36478"/>
                    <a:pt x="37874" y="36478"/>
                  </a:cubicBezTo>
                  <a:cubicBezTo>
                    <a:pt x="37874" y="36478"/>
                    <a:pt x="37740" y="36478"/>
                    <a:pt x="37613" y="36478"/>
                  </a:cubicBezTo>
                  <a:cubicBezTo>
                    <a:pt x="37613" y="36478"/>
                    <a:pt x="37480" y="36755"/>
                    <a:pt x="37480" y="36478"/>
                  </a:cubicBezTo>
                  <a:cubicBezTo>
                    <a:pt x="37480" y="36478"/>
                    <a:pt x="37480" y="36214"/>
                    <a:pt x="37353" y="36214"/>
                  </a:cubicBezTo>
                  <a:lnTo>
                    <a:pt x="37226" y="36214"/>
                  </a:lnTo>
                  <a:cubicBezTo>
                    <a:pt x="37093" y="35951"/>
                    <a:pt x="37093" y="35951"/>
                    <a:pt x="37093" y="35674"/>
                  </a:cubicBezTo>
                  <a:cubicBezTo>
                    <a:pt x="37093" y="35674"/>
                    <a:pt x="36959" y="35397"/>
                    <a:pt x="36959" y="35133"/>
                  </a:cubicBezTo>
                  <a:lnTo>
                    <a:pt x="37093" y="34869"/>
                  </a:lnTo>
                  <a:cubicBezTo>
                    <a:pt x="37093" y="34592"/>
                    <a:pt x="37093" y="34592"/>
                    <a:pt x="37093" y="34592"/>
                  </a:cubicBezTo>
                  <a:cubicBezTo>
                    <a:pt x="37093" y="34592"/>
                    <a:pt x="37226" y="34592"/>
                    <a:pt x="37226" y="34315"/>
                  </a:cubicBezTo>
                  <a:lnTo>
                    <a:pt x="37353" y="34315"/>
                  </a:lnTo>
                  <a:cubicBezTo>
                    <a:pt x="37353" y="34315"/>
                    <a:pt x="37353" y="34052"/>
                    <a:pt x="37226" y="34052"/>
                  </a:cubicBezTo>
                  <a:cubicBezTo>
                    <a:pt x="37226" y="33788"/>
                    <a:pt x="37226" y="33788"/>
                    <a:pt x="37093" y="33788"/>
                  </a:cubicBezTo>
                  <a:cubicBezTo>
                    <a:pt x="37093" y="33511"/>
                    <a:pt x="36959" y="33511"/>
                    <a:pt x="36959" y="33234"/>
                  </a:cubicBezTo>
                  <a:cubicBezTo>
                    <a:pt x="36959" y="33234"/>
                    <a:pt x="36832" y="32970"/>
                    <a:pt x="36832" y="32706"/>
                  </a:cubicBezTo>
                  <a:lnTo>
                    <a:pt x="36959" y="32429"/>
                  </a:lnTo>
                  <a:cubicBezTo>
                    <a:pt x="36832" y="32429"/>
                    <a:pt x="36705" y="32429"/>
                    <a:pt x="36705" y="32429"/>
                  </a:cubicBezTo>
                  <a:cubicBezTo>
                    <a:pt x="36705" y="32429"/>
                    <a:pt x="36572" y="32429"/>
                    <a:pt x="36438" y="32429"/>
                  </a:cubicBezTo>
                  <a:cubicBezTo>
                    <a:pt x="36438" y="32429"/>
                    <a:pt x="36311" y="32429"/>
                    <a:pt x="36184" y="32429"/>
                  </a:cubicBezTo>
                  <a:cubicBezTo>
                    <a:pt x="36184" y="32152"/>
                    <a:pt x="35918" y="32152"/>
                    <a:pt x="35918" y="31889"/>
                  </a:cubicBezTo>
                  <a:cubicBezTo>
                    <a:pt x="35791" y="31889"/>
                    <a:pt x="35791" y="31625"/>
                    <a:pt x="35791" y="31625"/>
                  </a:cubicBezTo>
                  <a:cubicBezTo>
                    <a:pt x="35664" y="31625"/>
                    <a:pt x="35530" y="31625"/>
                    <a:pt x="35397" y="31625"/>
                  </a:cubicBezTo>
                  <a:cubicBezTo>
                    <a:pt x="35270" y="31625"/>
                    <a:pt x="35143" y="31625"/>
                    <a:pt x="35009" y="31625"/>
                  </a:cubicBezTo>
                  <a:cubicBezTo>
                    <a:pt x="35009" y="31889"/>
                    <a:pt x="34876" y="31889"/>
                    <a:pt x="34749" y="32152"/>
                  </a:cubicBezTo>
                  <a:cubicBezTo>
                    <a:pt x="34749" y="32152"/>
                    <a:pt x="34622" y="32152"/>
                    <a:pt x="34488" y="32152"/>
                  </a:cubicBezTo>
                  <a:lnTo>
                    <a:pt x="34355" y="32152"/>
                  </a:lnTo>
                  <a:cubicBezTo>
                    <a:pt x="34228" y="32152"/>
                    <a:pt x="34101" y="32152"/>
                    <a:pt x="34101" y="32152"/>
                  </a:cubicBezTo>
                  <a:lnTo>
                    <a:pt x="33968" y="31889"/>
                  </a:lnTo>
                  <a:cubicBezTo>
                    <a:pt x="33968" y="31625"/>
                    <a:pt x="33968" y="31625"/>
                    <a:pt x="33968" y="31348"/>
                  </a:cubicBezTo>
                  <a:cubicBezTo>
                    <a:pt x="33968" y="31348"/>
                    <a:pt x="33968" y="31348"/>
                    <a:pt x="33968" y="31071"/>
                  </a:cubicBezTo>
                  <a:lnTo>
                    <a:pt x="33968" y="30807"/>
                  </a:lnTo>
                  <a:lnTo>
                    <a:pt x="33834" y="30544"/>
                  </a:lnTo>
                  <a:cubicBezTo>
                    <a:pt x="33834" y="30267"/>
                    <a:pt x="33707" y="30267"/>
                    <a:pt x="33707" y="30267"/>
                  </a:cubicBezTo>
                  <a:cubicBezTo>
                    <a:pt x="33707" y="29990"/>
                    <a:pt x="33707" y="29990"/>
                    <a:pt x="33707" y="29726"/>
                  </a:cubicBezTo>
                  <a:cubicBezTo>
                    <a:pt x="33707" y="29726"/>
                    <a:pt x="33834" y="29726"/>
                    <a:pt x="33834" y="29462"/>
                  </a:cubicBezTo>
                  <a:lnTo>
                    <a:pt x="33834" y="29185"/>
                  </a:lnTo>
                  <a:cubicBezTo>
                    <a:pt x="33707" y="28921"/>
                    <a:pt x="33707" y="28921"/>
                    <a:pt x="33707" y="28644"/>
                  </a:cubicBezTo>
                  <a:lnTo>
                    <a:pt x="33707" y="28381"/>
                  </a:lnTo>
                  <a:cubicBezTo>
                    <a:pt x="33707" y="28381"/>
                    <a:pt x="33707" y="28104"/>
                    <a:pt x="33707" y="27840"/>
                  </a:cubicBezTo>
                  <a:cubicBezTo>
                    <a:pt x="33707" y="27840"/>
                    <a:pt x="33707" y="27563"/>
                    <a:pt x="33580" y="27299"/>
                  </a:cubicBezTo>
                  <a:lnTo>
                    <a:pt x="33447" y="27022"/>
                  </a:lnTo>
                  <a:cubicBezTo>
                    <a:pt x="33313" y="27022"/>
                    <a:pt x="33313" y="26758"/>
                    <a:pt x="33313" y="26482"/>
                  </a:cubicBezTo>
                  <a:cubicBezTo>
                    <a:pt x="33186" y="26482"/>
                    <a:pt x="33186" y="26218"/>
                    <a:pt x="33186" y="25941"/>
                  </a:cubicBezTo>
                  <a:cubicBezTo>
                    <a:pt x="33186" y="25941"/>
                    <a:pt x="33186" y="25677"/>
                    <a:pt x="33059" y="25400"/>
                  </a:cubicBezTo>
                  <a:cubicBezTo>
                    <a:pt x="33059" y="25400"/>
                    <a:pt x="33059" y="25400"/>
                    <a:pt x="32926" y="25400"/>
                  </a:cubicBezTo>
                  <a:cubicBezTo>
                    <a:pt x="32926" y="25136"/>
                    <a:pt x="32793" y="24859"/>
                    <a:pt x="32793" y="24859"/>
                  </a:cubicBezTo>
                  <a:cubicBezTo>
                    <a:pt x="32666" y="24596"/>
                    <a:pt x="32666" y="24055"/>
                    <a:pt x="32666" y="23778"/>
                  </a:cubicBezTo>
                  <a:cubicBezTo>
                    <a:pt x="32666" y="23514"/>
                    <a:pt x="32793" y="23237"/>
                    <a:pt x="32793" y="23237"/>
                  </a:cubicBezTo>
                  <a:cubicBezTo>
                    <a:pt x="32793" y="22973"/>
                    <a:pt x="32926" y="22696"/>
                    <a:pt x="32926" y="22696"/>
                  </a:cubicBezTo>
                  <a:cubicBezTo>
                    <a:pt x="32926" y="22696"/>
                    <a:pt x="33059" y="22696"/>
                    <a:pt x="33186" y="22696"/>
                  </a:cubicBezTo>
                  <a:lnTo>
                    <a:pt x="33313" y="22696"/>
                  </a:lnTo>
                  <a:cubicBezTo>
                    <a:pt x="33313" y="22433"/>
                    <a:pt x="33447" y="22433"/>
                    <a:pt x="33447" y="22156"/>
                  </a:cubicBezTo>
                  <a:lnTo>
                    <a:pt x="33447" y="21892"/>
                  </a:lnTo>
                  <a:cubicBezTo>
                    <a:pt x="33447" y="21615"/>
                    <a:pt x="33313" y="21615"/>
                    <a:pt x="33313" y="21351"/>
                  </a:cubicBezTo>
                  <a:lnTo>
                    <a:pt x="33313" y="21074"/>
                  </a:lnTo>
                  <a:lnTo>
                    <a:pt x="33313" y="20811"/>
                  </a:lnTo>
                  <a:cubicBezTo>
                    <a:pt x="33313" y="20534"/>
                    <a:pt x="33313" y="20534"/>
                    <a:pt x="33186" y="20534"/>
                  </a:cubicBezTo>
                  <a:cubicBezTo>
                    <a:pt x="33186" y="20270"/>
                    <a:pt x="33186" y="20270"/>
                    <a:pt x="33186" y="20270"/>
                  </a:cubicBezTo>
                  <a:cubicBezTo>
                    <a:pt x="33186" y="20006"/>
                    <a:pt x="33186" y="20006"/>
                    <a:pt x="33186" y="19729"/>
                  </a:cubicBezTo>
                  <a:cubicBezTo>
                    <a:pt x="33186" y="19729"/>
                    <a:pt x="33186" y="19729"/>
                    <a:pt x="33313" y="19729"/>
                  </a:cubicBezTo>
                  <a:lnTo>
                    <a:pt x="33447" y="19729"/>
                  </a:lnTo>
                  <a:cubicBezTo>
                    <a:pt x="33447" y="19729"/>
                    <a:pt x="33447" y="20006"/>
                    <a:pt x="33580" y="20270"/>
                  </a:cubicBezTo>
                  <a:cubicBezTo>
                    <a:pt x="33580" y="20270"/>
                    <a:pt x="33580" y="20270"/>
                    <a:pt x="33580" y="20534"/>
                  </a:cubicBezTo>
                  <a:cubicBezTo>
                    <a:pt x="33707" y="20534"/>
                    <a:pt x="33707" y="20534"/>
                    <a:pt x="33834" y="20534"/>
                  </a:cubicBezTo>
                  <a:cubicBezTo>
                    <a:pt x="33834" y="20534"/>
                    <a:pt x="33707" y="20811"/>
                    <a:pt x="33834" y="21074"/>
                  </a:cubicBezTo>
                  <a:lnTo>
                    <a:pt x="33834" y="21351"/>
                  </a:lnTo>
                  <a:cubicBezTo>
                    <a:pt x="33968" y="21351"/>
                    <a:pt x="33968" y="21615"/>
                    <a:pt x="33968" y="21892"/>
                  </a:cubicBezTo>
                  <a:lnTo>
                    <a:pt x="33968" y="22156"/>
                  </a:lnTo>
                  <a:cubicBezTo>
                    <a:pt x="33968" y="22433"/>
                    <a:pt x="33834" y="22433"/>
                    <a:pt x="33834" y="22433"/>
                  </a:cubicBezTo>
                  <a:cubicBezTo>
                    <a:pt x="33834" y="22696"/>
                    <a:pt x="33707" y="22696"/>
                    <a:pt x="33707" y="22973"/>
                  </a:cubicBezTo>
                  <a:lnTo>
                    <a:pt x="33834" y="23237"/>
                  </a:lnTo>
                  <a:cubicBezTo>
                    <a:pt x="33834" y="23237"/>
                    <a:pt x="33834" y="23514"/>
                    <a:pt x="33968" y="23514"/>
                  </a:cubicBezTo>
                  <a:lnTo>
                    <a:pt x="33968" y="23778"/>
                  </a:lnTo>
                  <a:lnTo>
                    <a:pt x="33968" y="24055"/>
                  </a:lnTo>
                  <a:cubicBezTo>
                    <a:pt x="33968" y="24319"/>
                    <a:pt x="33968" y="24319"/>
                    <a:pt x="33968" y="24596"/>
                  </a:cubicBezTo>
                  <a:lnTo>
                    <a:pt x="33968" y="24859"/>
                  </a:lnTo>
                  <a:lnTo>
                    <a:pt x="34101" y="24859"/>
                  </a:lnTo>
                  <a:cubicBezTo>
                    <a:pt x="34101" y="24859"/>
                    <a:pt x="34228" y="24859"/>
                    <a:pt x="34355" y="24859"/>
                  </a:cubicBezTo>
                  <a:lnTo>
                    <a:pt x="34488" y="24859"/>
                  </a:lnTo>
                  <a:cubicBezTo>
                    <a:pt x="34622" y="24859"/>
                    <a:pt x="34749" y="24859"/>
                    <a:pt x="34876" y="24859"/>
                  </a:cubicBezTo>
                  <a:cubicBezTo>
                    <a:pt x="35009" y="24859"/>
                    <a:pt x="35009" y="24859"/>
                    <a:pt x="35143" y="25136"/>
                  </a:cubicBezTo>
                  <a:lnTo>
                    <a:pt x="35270" y="25136"/>
                  </a:lnTo>
                  <a:cubicBezTo>
                    <a:pt x="35270" y="24859"/>
                    <a:pt x="35270" y="24859"/>
                    <a:pt x="35397" y="24859"/>
                  </a:cubicBezTo>
                  <a:lnTo>
                    <a:pt x="35530" y="24859"/>
                  </a:lnTo>
                  <a:lnTo>
                    <a:pt x="35664" y="24859"/>
                  </a:lnTo>
                  <a:cubicBezTo>
                    <a:pt x="35791" y="24859"/>
                    <a:pt x="35791" y="25136"/>
                    <a:pt x="35918" y="25136"/>
                  </a:cubicBezTo>
                  <a:cubicBezTo>
                    <a:pt x="35918" y="25400"/>
                    <a:pt x="36051" y="25400"/>
                    <a:pt x="36051" y="25400"/>
                  </a:cubicBezTo>
                  <a:cubicBezTo>
                    <a:pt x="36184" y="25400"/>
                    <a:pt x="36311" y="25400"/>
                    <a:pt x="36311" y="25677"/>
                  </a:cubicBezTo>
                  <a:cubicBezTo>
                    <a:pt x="36311" y="25677"/>
                    <a:pt x="36438" y="25677"/>
                    <a:pt x="36572" y="25677"/>
                  </a:cubicBezTo>
                  <a:cubicBezTo>
                    <a:pt x="36572" y="25677"/>
                    <a:pt x="36572" y="25677"/>
                    <a:pt x="36705" y="25400"/>
                  </a:cubicBezTo>
                  <a:cubicBezTo>
                    <a:pt x="36705" y="25400"/>
                    <a:pt x="36705" y="25400"/>
                    <a:pt x="36705" y="25136"/>
                  </a:cubicBezTo>
                  <a:cubicBezTo>
                    <a:pt x="36572" y="25136"/>
                    <a:pt x="36572" y="25136"/>
                    <a:pt x="36438" y="25136"/>
                  </a:cubicBezTo>
                  <a:cubicBezTo>
                    <a:pt x="36438" y="25136"/>
                    <a:pt x="36311" y="25136"/>
                    <a:pt x="36311" y="24859"/>
                  </a:cubicBezTo>
                  <a:cubicBezTo>
                    <a:pt x="36184" y="24859"/>
                    <a:pt x="36051" y="24859"/>
                    <a:pt x="36051" y="24859"/>
                  </a:cubicBezTo>
                  <a:cubicBezTo>
                    <a:pt x="35918" y="24859"/>
                    <a:pt x="35918" y="24859"/>
                    <a:pt x="35918" y="24859"/>
                  </a:cubicBezTo>
                  <a:cubicBezTo>
                    <a:pt x="35918" y="24596"/>
                    <a:pt x="35791" y="24319"/>
                    <a:pt x="35791" y="24319"/>
                  </a:cubicBezTo>
                  <a:cubicBezTo>
                    <a:pt x="35791" y="24319"/>
                    <a:pt x="35791" y="24055"/>
                    <a:pt x="35664" y="24055"/>
                  </a:cubicBezTo>
                  <a:cubicBezTo>
                    <a:pt x="35664" y="24055"/>
                    <a:pt x="35664" y="24055"/>
                    <a:pt x="35530" y="24319"/>
                  </a:cubicBezTo>
                  <a:lnTo>
                    <a:pt x="35530" y="24319"/>
                  </a:lnTo>
                  <a:cubicBezTo>
                    <a:pt x="35397" y="24319"/>
                    <a:pt x="35270" y="24596"/>
                    <a:pt x="35270" y="24319"/>
                  </a:cubicBezTo>
                  <a:lnTo>
                    <a:pt x="35143" y="24319"/>
                  </a:lnTo>
                  <a:cubicBezTo>
                    <a:pt x="35009" y="24055"/>
                    <a:pt x="34876" y="23778"/>
                    <a:pt x="34749" y="23778"/>
                  </a:cubicBezTo>
                  <a:lnTo>
                    <a:pt x="34622" y="23514"/>
                  </a:lnTo>
                  <a:cubicBezTo>
                    <a:pt x="34622" y="23237"/>
                    <a:pt x="34488" y="22973"/>
                    <a:pt x="34488" y="22973"/>
                  </a:cubicBezTo>
                  <a:cubicBezTo>
                    <a:pt x="34488" y="22973"/>
                    <a:pt x="34355" y="22696"/>
                    <a:pt x="34355" y="22433"/>
                  </a:cubicBezTo>
                  <a:lnTo>
                    <a:pt x="34488" y="22156"/>
                  </a:lnTo>
                  <a:lnTo>
                    <a:pt x="34622" y="21892"/>
                  </a:lnTo>
                  <a:cubicBezTo>
                    <a:pt x="34749" y="21892"/>
                    <a:pt x="34749" y="21892"/>
                    <a:pt x="34876" y="22156"/>
                  </a:cubicBezTo>
                  <a:lnTo>
                    <a:pt x="35009" y="22433"/>
                  </a:lnTo>
                  <a:cubicBezTo>
                    <a:pt x="35143" y="22433"/>
                    <a:pt x="35143" y="22696"/>
                    <a:pt x="35270" y="22696"/>
                  </a:cubicBezTo>
                  <a:cubicBezTo>
                    <a:pt x="35270" y="22973"/>
                    <a:pt x="35397" y="22973"/>
                    <a:pt x="35397" y="22973"/>
                  </a:cubicBezTo>
                  <a:cubicBezTo>
                    <a:pt x="35530" y="22973"/>
                    <a:pt x="35530" y="22973"/>
                    <a:pt x="35664" y="22973"/>
                  </a:cubicBezTo>
                  <a:lnTo>
                    <a:pt x="35664" y="22696"/>
                  </a:lnTo>
                  <a:lnTo>
                    <a:pt x="35530" y="22433"/>
                  </a:lnTo>
                  <a:cubicBezTo>
                    <a:pt x="35530" y="22156"/>
                    <a:pt x="35530" y="22156"/>
                    <a:pt x="35530" y="22156"/>
                  </a:cubicBezTo>
                  <a:cubicBezTo>
                    <a:pt x="35530" y="21892"/>
                    <a:pt x="35530" y="21892"/>
                    <a:pt x="35530" y="21892"/>
                  </a:cubicBezTo>
                  <a:cubicBezTo>
                    <a:pt x="35397" y="21892"/>
                    <a:pt x="35397" y="21892"/>
                    <a:pt x="35270" y="21892"/>
                  </a:cubicBezTo>
                  <a:lnTo>
                    <a:pt x="35143" y="21892"/>
                  </a:lnTo>
                  <a:cubicBezTo>
                    <a:pt x="35143" y="21615"/>
                    <a:pt x="35143" y="21615"/>
                    <a:pt x="35143" y="21615"/>
                  </a:cubicBezTo>
                  <a:cubicBezTo>
                    <a:pt x="35270" y="21615"/>
                    <a:pt x="35270" y="21615"/>
                    <a:pt x="35397" y="21351"/>
                  </a:cubicBezTo>
                  <a:cubicBezTo>
                    <a:pt x="35397" y="21351"/>
                    <a:pt x="35530" y="21351"/>
                    <a:pt x="35530" y="21074"/>
                  </a:cubicBezTo>
                  <a:cubicBezTo>
                    <a:pt x="35530" y="21074"/>
                    <a:pt x="35530" y="21074"/>
                    <a:pt x="35664" y="21074"/>
                  </a:cubicBezTo>
                  <a:cubicBezTo>
                    <a:pt x="35664" y="20811"/>
                    <a:pt x="35664" y="20811"/>
                    <a:pt x="35791" y="20811"/>
                  </a:cubicBezTo>
                  <a:lnTo>
                    <a:pt x="35918" y="20811"/>
                  </a:lnTo>
                  <a:lnTo>
                    <a:pt x="36051" y="20811"/>
                  </a:lnTo>
                  <a:cubicBezTo>
                    <a:pt x="36184" y="20811"/>
                    <a:pt x="36311" y="20811"/>
                    <a:pt x="36311" y="21074"/>
                  </a:cubicBezTo>
                  <a:cubicBezTo>
                    <a:pt x="36311" y="21074"/>
                    <a:pt x="36438" y="21074"/>
                    <a:pt x="36572" y="21074"/>
                  </a:cubicBezTo>
                  <a:cubicBezTo>
                    <a:pt x="36572" y="21351"/>
                    <a:pt x="36705" y="21351"/>
                    <a:pt x="36705" y="21351"/>
                  </a:cubicBezTo>
                  <a:cubicBezTo>
                    <a:pt x="36832" y="21351"/>
                    <a:pt x="36832" y="21615"/>
                    <a:pt x="36959" y="21615"/>
                  </a:cubicBezTo>
                  <a:cubicBezTo>
                    <a:pt x="36959" y="21892"/>
                    <a:pt x="37093" y="21892"/>
                    <a:pt x="37226" y="21892"/>
                  </a:cubicBezTo>
                  <a:lnTo>
                    <a:pt x="37353" y="21892"/>
                  </a:lnTo>
                  <a:cubicBezTo>
                    <a:pt x="37480" y="22156"/>
                    <a:pt x="37480" y="22156"/>
                    <a:pt x="37613" y="22433"/>
                  </a:cubicBezTo>
                  <a:cubicBezTo>
                    <a:pt x="37613" y="22433"/>
                    <a:pt x="37740" y="22696"/>
                    <a:pt x="37874" y="22696"/>
                  </a:cubicBezTo>
                  <a:lnTo>
                    <a:pt x="38134" y="22696"/>
                  </a:lnTo>
                  <a:cubicBezTo>
                    <a:pt x="38261" y="22696"/>
                    <a:pt x="38261" y="22433"/>
                    <a:pt x="38395" y="22433"/>
                  </a:cubicBezTo>
                  <a:cubicBezTo>
                    <a:pt x="38395" y="22433"/>
                    <a:pt x="38522" y="22433"/>
                    <a:pt x="38655" y="22433"/>
                  </a:cubicBezTo>
                  <a:lnTo>
                    <a:pt x="38782" y="22433"/>
                  </a:lnTo>
                  <a:cubicBezTo>
                    <a:pt x="38782" y="22696"/>
                    <a:pt x="38916" y="22696"/>
                    <a:pt x="38916" y="22696"/>
                  </a:cubicBezTo>
                  <a:cubicBezTo>
                    <a:pt x="38916" y="22973"/>
                    <a:pt x="38916" y="23237"/>
                    <a:pt x="38916" y="23237"/>
                  </a:cubicBezTo>
                  <a:lnTo>
                    <a:pt x="38916" y="23514"/>
                  </a:lnTo>
                  <a:cubicBezTo>
                    <a:pt x="38916" y="23778"/>
                    <a:pt x="38916" y="24055"/>
                    <a:pt x="38782" y="24055"/>
                  </a:cubicBezTo>
                  <a:lnTo>
                    <a:pt x="38655" y="24055"/>
                  </a:lnTo>
                  <a:lnTo>
                    <a:pt x="38522" y="24055"/>
                  </a:lnTo>
                  <a:cubicBezTo>
                    <a:pt x="38522" y="24319"/>
                    <a:pt x="38522" y="24319"/>
                    <a:pt x="38655" y="24596"/>
                  </a:cubicBezTo>
                  <a:cubicBezTo>
                    <a:pt x="38655" y="24596"/>
                    <a:pt x="38655" y="24596"/>
                    <a:pt x="38782" y="24859"/>
                  </a:cubicBezTo>
                  <a:lnTo>
                    <a:pt x="38782" y="25400"/>
                  </a:lnTo>
                  <a:cubicBezTo>
                    <a:pt x="38782" y="25677"/>
                    <a:pt x="38916" y="25677"/>
                    <a:pt x="38916" y="25941"/>
                  </a:cubicBezTo>
                  <a:lnTo>
                    <a:pt x="39043" y="25941"/>
                  </a:lnTo>
                  <a:lnTo>
                    <a:pt x="39043" y="25677"/>
                  </a:lnTo>
                  <a:lnTo>
                    <a:pt x="39043" y="25400"/>
                  </a:lnTo>
                  <a:lnTo>
                    <a:pt x="39176" y="25400"/>
                  </a:lnTo>
                  <a:cubicBezTo>
                    <a:pt x="39176" y="25400"/>
                    <a:pt x="39303" y="25400"/>
                    <a:pt x="39303" y="25677"/>
                  </a:cubicBezTo>
                  <a:cubicBezTo>
                    <a:pt x="39303" y="25677"/>
                    <a:pt x="39436" y="25677"/>
                    <a:pt x="39436" y="25941"/>
                  </a:cubicBezTo>
                  <a:cubicBezTo>
                    <a:pt x="39563" y="25941"/>
                    <a:pt x="39697" y="25941"/>
                    <a:pt x="39697" y="25941"/>
                  </a:cubicBezTo>
                  <a:cubicBezTo>
                    <a:pt x="39697" y="26218"/>
                    <a:pt x="39697" y="26482"/>
                    <a:pt x="39824" y="26482"/>
                  </a:cubicBezTo>
                  <a:cubicBezTo>
                    <a:pt x="39824" y="26482"/>
                    <a:pt x="39824" y="26482"/>
                    <a:pt x="39824" y="26758"/>
                  </a:cubicBezTo>
                  <a:cubicBezTo>
                    <a:pt x="39957" y="26758"/>
                    <a:pt x="39957" y="27022"/>
                    <a:pt x="39824" y="27022"/>
                  </a:cubicBezTo>
                  <a:cubicBezTo>
                    <a:pt x="39824" y="27022"/>
                    <a:pt x="39824" y="27022"/>
                    <a:pt x="39697" y="27022"/>
                  </a:cubicBezTo>
                  <a:lnTo>
                    <a:pt x="39697" y="27022"/>
                  </a:lnTo>
                  <a:cubicBezTo>
                    <a:pt x="39563" y="27022"/>
                    <a:pt x="39563" y="27299"/>
                    <a:pt x="39563" y="27563"/>
                  </a:cubicBezTo>
                  <a:cubicBezTo>
                    <a:pt x="39563" y="27563"/>
                    <a:pt x="39563" y="27840"/>
                    <a:pt x="39697" y="28104"/>
                  </a:cubicBezTo>
                  <a:lnTo>
                    <a:pt x="39697" y="28104"/>
                  </a:lnTo>
                  <a:cubicBezTo>
                    <a:pt x="39824" y="28104"/>
                    <a:pt x="39957" y="28104"/>
                    <a:pt x="39957" y="28104"/>
                  </a:cubicBezTo>
                  <a:cubicBezTo>
                    <a:pt x="39957" y="28104"/>
                    <a:pt x="40084" y="28104"/>
                    <a:pt x="40084" y="28381"/>
                  </a:cubicBezTo>
                  <a:cubicBezTo>
                    <a:pt x="40084" y="28381"/>
                    <a:pt x="40218" y="28381"/>
                    <a:pt x="40218" y="28644"/>
                  </a:cubicBezTo>
                  <a:lnTo>
                    <a:pt x="40345" y="28921"/>
                  </a:lnTo>
                  <a:cubicBezTo>
                    <a:pt x="40345" y="28921"/>
                    <a:pt x="40478" y="28921"/>
                    <a:pt x="40605" y="28921"/>
                  </a:cubicBezTo>
                  <a:cubicBezTo>
                    <a:pt x="40605" y="29185"/>
                    <a:pt x="40738" y="29185"/>
                    <a:pt x="40738" y="29185"/>
                  </a:cubicBezTo>
                  <a:cubicBezTo>
                    <a:pt x="40738" y="29185"/>
                    <a:pt x="40738" y="29185"/>
                    <a:pt x="40865" y="29462"/>
                  </a:cubicBezTo>
                  <a:cubicBezTo>
                    <a:pt x="40865" y="29462"/>
                    <a:pt x="40865" y="29462"/>
                    <a:pt x="40999" y="29726"/>
                  </a:cubicBezTo>
                  <a:cubicBezTo>
                    <a:pt x="40999" y="29726"/>
                    <a:pt x="41126" y="29726"/>
                    <a:pt x="41126" y="29462"/>
                  </a:cubicBezTo>
                  <a:cubicBezTo>
                    <a:pt x="41126" y="29462"/>
                    <a:pt x="41126" y="29462"/>
                    <a:pt x="41126" y="29185"/>
                  </a:cubicBezTo>
                  <a:cubicBezTo>
                    <a:pt x="41126" y="29185"/>
                    <a:pt x="40999" y="29185"/>
                    <a:pt x="40999" y="28921"/>
                  </a:cubicBezTo>
                  <a:cubicBezTo>
                    <a:pt x="40999" y="28921"/>
                    <a:pt x="40865" y="28921"/>
                    <a:pt x="40738" y="28921"/>
                  </a:cubicBezTo>
                  <a:cubicBezTo>
                    <a:pt x="40738" y="28644"/>
                    <a:pt x="40605" y="28644"/>
                    <a:pt x="40605" y="28644"/>
                  </a:cubicBezTo>
                  <a:cubicBezTo>
                    <a:pt x="40605" y="28644"/>
                    <a:pt x="40478" y="28644"/>
                    <a:pt x="40478" y="28381"/>
                  </a:cubicBezTo>
                  <a:lnTo>
                    <a:pt x="40478" y="28381"/>
                  </a:lnTo>
                  <a:cubicBezTo>
                    <a:pt x="40478" y="28104"/>
                    <a:pt x="40345" y="28104"/>
                    <a:pt x="40218" y="28104"/>
                  </a:cubicBezTo>
                  <a:cubicBezTo>
                    <a:pt x="40218" y="27840"/>
                    <a:pt x="40084" y="27840"/>
                    <a:pt x="40084" y="27840"/>
                  </a:cubicBezTo>
                  <a:cubicBezTo>
                    <a:pt x="40084" y="27840"/>
                    <a:pt x="39957" y="27840"/>
                    <a:pt x="39957" y="27563"/>
                  </a:cubicBezTo>
                  <a:lnTo>
                    <a:pt x="39957" y="27299"/>
                  </a:lnTo>
                  <a:lnTo>
                    <a:pt x="40084" y="27299"/>
                  </a:lnTo>
                  <a:cubicBezTo>
                    <a:pt x="40218" y="27299"/>
                    <a:pt x="40218" y="27022"/>
                    <a:pt x="40218" y="27022"/>
                  </a:cubicBezTo>
                  <a:cubicBezTo>
                    <a:pt x="40218" y="26758"/>
                    <a:pt x="40218" y="26758"/>
                    <a:pt x="40084" y="26482"/>
                  </a:cubicBezTo>
                  <a:lnTo>
                    <a:pt x="39957" y="26218"/>
                  </a:lnTo>
                  <a:cubicBezTo>
                    <a:pt x="39957" y="26218"/>
                    <a:pt x="39957" y="25941"/>
                    <a:pt x="39824" y="25941"/>
                  </a:cubicBezTo>
                  <a:cubicBezTo>
                    <a:pt x="39824" y="25677"/>
                    <a:pt x="39824" y="25400"/>
                    <a:pt x="39824" y="25400"/>
                  </a:cubicBezTo>
                  <a:cubicBezTo>
                    <a:pt x="39697" y="25136"/>
                    <a:pt x="39563" y="24859"/>
                    <a:pt x="39436" y="24859"/>
                  </a:cubicBezTo>
                  <a:cubicBezTo>
                    <a:pt x="39436" y="24596"/>
                    <a:pt x="39303" y="24596"/>
                    <a:pt x="39303" y="24596"/>
                  </a:cubicBezTo>
                  <a:lnTo>
                    <a:pt x="39303" y="24319"/>
                  </a:lnTo>
                  <a:cubicBezTo>
                    <a:pt x="39303" y="24055"/>
                    <a:pt x="39303" y="23778"/>
                    <a:pt x="39303" y="23778"/>
                  </a:cubicBezTo>
                  <a:cubicBezTo>
                    <a:pt x="39303" y="23778"/>
                    <a:pt x="39176" y="23514"/>
                    <a:pt x="39176" y="23237"/>
                  </a:cubicBezTo>
                  <a:lnTo>
                    <a:pt x="39303" y="22973"/>
                  </a:lnTo>
                  <a:lnTo>
                    <a:pt x="39303" y="22696"/>
                  </a:lnTo>
                  <a:lnTo>
                    <a:pt x="39176" y="22433"/>
                  </a:lnTo>
                  <a:cubicBezTo>
                    <a:pt x="39176" y="22156"/>
                    <a:pt x="39043" y="22156"/>
                    <a:pt x="39043" y="21892"/>
                  </a:cubicBezTo>
                  <a:cubicBezTo>
                    <a:pt x="38916" y="21892"/>
                    <a:pt x="38782" y="21892"/>
                    <a:pt x="38782" y="21892"/>
                  </a:cubicBezTo>
                  <a:cubicBezTo>
                    <a:pt x="38782" y="21892"/>
                    <a:pt x="38655" y="21892"/>
                    <a:pt x="38522" y="21892"/>
                  </a:cubicBezTo>
                  <a:cubicBezTo>
                    <a:pt x="38522" y="21892"/>
                    <a:pt x="38395" y="21892"/>
                    <a:pt x="38261" y="21615"/>
                  </a:cubicBezTo>
                  <a:lnTo>
                    <a:pt x="38134" y="21615"/>
                  </a:lnTo>
                  <a:cubicBezTo>
                    <a:pt x="38001" y="21351"/>
                    <a:pt x="38001" y="21351"/>
                    <a:pt x="37874" y="21074"/>
                  </a:cubicBezTo>
                  <a:cubicBezTo>
                    <a:pt x="37874" y="21074"/>
                    <a:pt x="37874" y="20811"/>
                    <a:pt x="37740" y="20811"/>
                  </a:cubicBezTo>
                  <a:cubicBezTo>
                    <a:pt x="37740" y="20534"/>
                    <a:pt x="37740" y="20534"/>
                    <a:pt x="37613" y="20534"/>
                  </a:cubicBezTo>
                  <a:lnTo>
                    <a:pt x="37353" y="20534"/>
                  </a:lnTo>
                  <a:cubicBezTo>
                    <a:pt x="37226" y="20534"/>
                    <a:pt x="37226" y="20534"/>
                    <a:pt x="37093" y="20534"/>
                  </a:cubicBezTo>
                  <a:lnTo>
                    <a:pt x="36959" y="20270"/>
                  </a:lnTo>
                  <a:cubicBezTo>
                    <a:pt x="36959" y="20006"/>
                    <a:pt x="36832" y="19729"/>
                    <a:pt x="36832" y="19729"/>
                  </a:cubicBezTo>
                  <a:cubicBezTo>
                    <a:pt x="36832" y="19729"/>
                    <a:pt x="36832" y="19452"/>
                    <a:pt x="36832" y="19188"/>
                  </a:cubicBezTo>
                  <a:lnTo>
                    <a:pt x="36705" y="18925"/>
                  </a:lnTo>
                  <a:cubicBezTo>
                    <a:pt x="36572" y="18648"/>
                    <a:pt x="36572" y="18371"/>
                    <a:pt x="36438" y="18107"/>
                  </a:cubicBezTo>
                  <a:cubicBezTo>
                    <a:pt x="36438" y="18107"/>
                    <a:pt x="36438" y="17843"/>
                    <a:pt x="36438" y="17566"/>
                  </a:cubicBezTo>
                  <a:cubicBezTo>
                    <a:pt x="36438" y="17566"/>
                    <a:pt x="36438" y="17289"/>
                    <a:pt x="36438" y="17026"/>
                  </a:cubicBezTo>
                  <a:cubicBezTo>
                    <a:pt x="36438" y="17026"/>
                    <a:pt x="36438" y="16762"/>
                    <a:pt x="36438" y="16485"/>
                  </a:cubicBezTo>
                  <a:cubicBezTo>
                    <a:pt x="36572" y="16485"/>
                    <a:pt x="36572" y="16485"/>
                    <a:pt x="36705" y="16208"/>
                  </a:cubicBezTo>
                  <a:lnTo>
                    <a:pt x="36832" y="16208"/>
                  </a:lnTo>
                  <a:cubicBezTo>
                    <a:pt x="36959" y="16208"/>
                    <a:pt x="37093" y="16208"/>
                    <a:pt x="37226" y="16208"/>
                  </a:cubicBezTo>
                  <a:cubicBezTo>
                    <a:pt x="37226" y="16208"/>
                    <a:pt x="37353" y="16485"/>
                    <a:pt x="37480" y="16485"/>
                  </a:cubicBezTo>
                  <a:cubicBezTo>
                    <a:pt x="37613" y="16485"/>
                    <a:pt x="37874" y="16485"/>
                    <a:pt x="37874" y="16208"/>
                  </a:cubicBezTo>
                  <a:cubicBezTo>
                    <a:pt x="38001" y="16208"/>
                    <a:pt x="38261" y="15944"/>
                    <a:pt x="38395" y="15944"/>
                  </a:cubicBezTo>
                  <a:cubicBezTo>
                    <a:pt x="38395" y="15944"/>
                    <a:pt x="38522" y="15944"/>
                    <a:pt x="38655" y="15680"/>
                  </a:cubicBezTo>
                  <a:lnTo>
                    <a:pt x="38782" y="15680"/>
                  </a:lnTo>
                  <a:cubicBezTo>
                    <a:pt x="38916" y="15680"/>
                    <a:pt x="39043" y="15944"/>
                    <a:pt x="39043" y="15944"/>
                  </a:cubicBezTo>
                  <a:cubicBezTo>
                    <a:pt x="39176" y="15944"/>
                    <a:pt x="39176" y="15680"/>
                    <a:pt x="39303" y="15680"/>
                  </a:cubicBezTo>
                  <a:cubicBezTo>
                    <a:pt x="39303" y="15680"/>
                    <a:pt x="39436" y="15403"/>
                    <a:pt x="39563" y="15403"/>
                  </a:cubicBezTo>
                  <a:cubicBezTo>
                    <a:pt x="39563" y="15403"/>
                    <a:pt x="39697" y="15403"/>
                    <a:pt x="39824" y="15403"/>
                  </a:cubicBezTo>
                  <a:cubicBezTo>
                    <a:pt x="39957" y="15403"/>
                    <a:pt x="40084" y="15680"/>
                    <a:pt x="40218" y="15403"/>
                  </a:cubicBezTo>
                  <a:lnTo>
                    <a:pt x="40345" y="15403"/>
                  </a:lnTo>
                  <a:lnTo>
                    <a:pt x="40345" y="15126"/>
                  </a:lnTo>
                  <a:cubicBezTo>
                    <a:pt x="40345" y="14863"/>
                    <a:pt x="40218" y="14863"/>
                    <a:pt x="40218" y="14863"/>
                  </a:cubicBezTo>
                  <a:lnTo>
                    <a:pt x="40084" y="14863"/>
                  </a:lnTo>
                  <a:cubicBezTo>
                    <a:pt x="40084" y="14863"/>
                    <a:pt x="40084" y="14599"/>
                    <a:pt x="39957" y="14599"/>
                  </a:cubicBezTo>
                  <a:lnTo>
                    <a:pt x="39824" y="14322"/>
                  </a:lnTo>
                  <a:lnTo>
                    <a:pt x="39824" y="14045"/>
                  </a:lnTo>
                  <a:cubicBezTo>
                    <a:pt x="39824" y="14045"/>
                    <a:pt x="39697" y="14045"/>
                    <a:pt x="39697" y="13781"/>
                  </a:cubicBezTo>
                  <a:cubicBezTo>
                    <a:pt x="39563" y="13781"/>
                    <a:pt x="39563" y="14045"/>
                    <a:pt x="39436" y="13781"/>
                  </a:cubicBezTo>
                  <a:cubicBezTo>
                    <a:pt x="39436" y="13781"/>
                    <a:pt x="39436" y="13781"/>
                    <a:pt x="39303" y="13781"/>
                  </a:cubicBezTo>
                  <a:cubicBezTo>
                    <a:pt x="39303" y="13517"/>
                    <a:pt x="39303" y="13517"/>
                    <a:pt x="39303" y="13241"/>
                  </a:cubicBezTo>
                  <a:lnTo>
                    <a:pt x="39303" y="13241"/>
                  </a:lnTo>
                  <a:cubicBezTo>
                    <a:pt x="39436" y="13241"/>
                    <a:pt x="39436" y="13517"/>
                    <a:pt x="39563" y="13517"/>
                  </a:cubicBezTo>
                  <a:lnTo>
                    <a:pt x="39563" y="13517"/>
                  </a:lnTo>
                  <a:cubicBezTo>
                    <a:pt x="39697" y="13517"/>
                    <a:pt x="39824" y="13517"/>
                    <a:pt x="39824" y="13517"/>
                  </a:cubicBezTo>
                  <a:lnTo>
                    <a:pt x="39824" y="13241"/>
                  </a:lnTo>
                  <a:cubicBezTo>
                    <a:pt x="39824" y="12964"/>
                    <a:pt x="39697" y="13241"/>
                    <a:pt x="39563" y="13241"/>
                  </a:cubicBezTo>
                  <a:lnTo>
                    <a:pt x="39436" y="12964"/>
                  </a:lnTo>
                  <a:cubicBezTo>
                    <a:pt x="39303" y="12964"/>
                    <a:pt x="39303" y="12700"/>
                    <a:pt x="39303" y="12700"/>
                  </a:cubicBezTo>
                  <a:lnTo>
                    <a:pt x="39176" y="12700"/>
                  </a:lnTo>
                  <a:lnTo>
                    <a:pt x="39043" y="12700"/>
                  </a:lnTo>
                  <a:cubicBezTo>
                    <a:pt x="38916" y="12436"/>
                    <a:pt x="38916" y="12436"/>
                    <a:pt x="38916" y="12159"/>
                  </a:cubicBezTo>
                  <a:cubicBezTo>
                    <a:pt x="38916" y="12159"/>
                    <a:pt x="38916" y="11882"/>
                    <a:pt x="39043" y="11882"/>
                  </a:cubicBezTo>
                  <a:cubicBezTo>
                    <a:pt x="39043" y="11882"/>
                    <a:pt x="39043" y="11882"/>
                    <a:pt x="39176" y="11882"/>
                  </a:cubicBezTo>
                  <a:cubicBezTo>
                    <a:pt x="39176" y="11882"/>
                    <a:pt x="39176" y="12159"/>
                    <a:pt x="39303" y="12159"/>
                  </a:cubicBezTo>
                  <a:lnTo>
                    <a:pt x="39303" y="12436"/>
                  </a:lnTo>
                  <a:cubicBezTo>
                    <a:pt x="39436" y="12436"/>
                    <a:pt x="39436" y="12436"/>
                    <a:pt x="39436" y="12436"/>
                  </a:cubicBezTo>
                  <a:cubicBezTo>
                    <a:pt x="39563" y="12436"/>
                    <a:pt x="39563" y="12159"/>
                    <a:pt x="39563" y="12159"/>
                  </a:cubicBezTo>
                  <a:lnTo>
                    <a:pt x="39697" y="12159"/>
                  </a:lnTo>
                  <a:cubicBezTo>
                    <a:pt x="39697" y="11882"/>
                    <a:pt x="39697" y="11882"/>
                    <a:pt x="39697" y="11618"/>
                  </a:cubicBezTo>
                  <a:cubicBezTo>
                    <a:pt x="39697" y="11618"/>
                    <a:pt x="39697" y="11618"/>
                    <a:pt x="39697" y="11355"/>
                  </a:cubicBezTo>
                  <a:lnTo>
                    <a:pt x="39824" y="11355"/>
                  </a:lnTo>
                  <a:lnTo>
                    <a:pt x="39824" y="11091"/>
                  </a:lnTo>
                  <a:lnTo>
                    <a:pt x="39697" y="11091"/>
                  </a:lnTo>
                  <a:lnTo>
                    <a:pt x="39563" y="11091"/>
                  </a:lnTo>
                  <a:cubicBezTo>
                    <a:pt x="39563" y="11091"/>
                    <a:pt x="39436" y="11091"/>
                    <a:pt x="39436" y="10814"/>
                  </a:cubicBezTo>
                  <a:lnTo>
                    <a:pt x="39436" y="10814"/>
                  </a:lnTo>
                  <a:cubicBezTo>
                    <a:pt x="39563" y="10814"/>
                    <a:pt x="39563" y="10814"/>
                    <a:pt x="39697" y="10814"/>
                  </a:cubicBezTo>
                  <a:lnTo>
                    <a:pt x="39824" y="10537"/>
                  </a:lnTo>
                  <a:lnTo>
                    <a:pt x="39957" y="10814"/>
                  </a:lnTo>
                  <a:lnTo>
                    <a:pt x="39957" y="10537"/>
                  </a:lnTo>
                  <a:cubicBezTo>
                    <a:pt x="40084" y="10537"/>
                    <a:pt x="40084" y="10273"/>
                    <a:pt x="40084" y="10273"/>
                  </a:cubicBezTo>
                  <a:cubicBezTo>
                    <a:pt x="40218" y="10009"/>
                    <a:pt x="40218" y="9732"/>
                    <a:pt x="40218" y="9455"/>
                  </a:cubicBezTo>
                  <a:cubicBezTo>
                    <a:pt x="40218" y="9455"/>
                    <a:pt x="40345" y="9455"/>
                    <a:pt x="40478" y="9455"/>
                  </a:cubicBezTo>
                  <a:cubicBezTo>
                    <a:pt x="40478" y="9192"/>
                    <a:pt x="40605" y="9192"/>
                    <a:pt x="40605" y="9192"/>
                  </a:cubicBezTo>
                  <a:cubicBezTo>
                    <a:pt x="40738" y="9192"/>
                    <a:pt x="40738" y="9192"/>
                    <a:pt x="40865" y="9192"/>
                  </a:cubicBezTo>
                  <a:cubicBezTo>
                    <a:pt x="40865" y="8928"/>
                    <a:pt x="40999" y="8928"/>
                    <a:pt x="40999" y="8651"/>
                  </a:cubicBezTo>
                  <a:lnTo>
                    <a:pt x="41126" y="8651"/>
                  </a:lnTo>
                  <a:cubicBezTo>
                    <a:pt x="41259" y="8651"/>
                    <a:pt x="41386" y="8374"/>
                    <a:pt x="41520" y="8374"/>
                  </a:cubicBezTo>
                  <a:lnTo>
                    <a:pt x="41647" y="8110"/>
                  </a:lnTo>
                  <a:cubicBezTo>
                    <a:pt x="41780" y="8110"/>
                    <a:pt x="41907" y="8110"/>
                    <a:pt x="41907" y="8110"/>
                  </a:cubicBezTo>
                  <a:cubicBezTo>
                    <a:pt x="42040" y="8110"/>
                    <a:pt x="42167" y="8374"/>
                    <a:pt x="42167" y="8374"/>
                  </a:cubicBezTo>
                  <a:cubicBezTo>
                    <a:pt x="42301" y="8374"/>
                    <a:pt x="42301" y="8110"/>
                    <a:pt x="42428" y="8110"/>
                  </a:cubicBezTo>
                  <a:cubicBezTo>
                    <a:pt x="42555" y="8110"/>
                    <a:pt x="42822" y="8110"/>
                    <a:pt x="42822" y="7847"/>
                  </a:cubicBezTo>
                  <a:lnTo>
                    <a:pt x="42949" y="7847"/>
                  </a:lnTo>
                  <a:cubicBezTo>
                    <a:pt x="42949" y="7570"/>
                    <a:pt x="42949" y="7570"/>
                    <a:pt x="42949" y="7570"/>
                  </a:cubicBezTo>
                  <a:cubicBezTo>
                    <a:pt x="42949" y="7293"/>
                    <a:pt x="42822" y="7570"/>
                    <a:pt x="42822" y="7570"/>
                  </a:cubicBezTo>
                  <a:cubicBezTo>
                    <a:pt x="42688" y="7570"/>
                    <a:pt x="42688" y="7570"/>
                    <a:pt x="42555" y="7570"/>
                  </a:cubicBezTo>
                  <a:lnTo>
                    <a:pt x="42428" y="7570"/>
                  </a:lnTo>
                  <a:cubicBezTo>
                    <a:pt x="42428" y="7570"/>
                    <a:pt x="42301" y="7570"/>
                    <a:pt x="42301" y="7293"/>
                  </a:cubicBezTo>
                  <a:lnTo>
                    <a:pt x="42301" y="7029"/>
                  </a:lnTo>
                  <a:lnTo>
                    <a:pt x="42301" y="7029"/>
                  </a:lnTo>
                  <a:cubicBezTo>
                    <a:pt x="42428" y="6765"/>
                    <a:pt x="42301" y="6765"/>
                    <a:pt x="42301" y="6765"/>
                  </a:cubicBezTo>
                  <a:cubicBezTo>
                    <a:pt x="42301" y="6488"/>
                    <a:pt x="42428" y="6488"/>
                    <a:pt x="42428" y="6488"/>
                  </a:cubicBezTo>
                  <a:lnTo>
                    <a:pt x="42555" y="6488"/>
                  </a:lnTo>
                  <a:cubicBezTo>
                    <a:pt x="42555" y="6765"/>
                    <a:pt x="42555" y="6765"/>
                    <a:pt x="42688" y="6765"/>
                  </a:cubicBezTo>
                  <a:cubicBezTo>
                    <a:pt x="42688" y="7029"/>
                    <a:pt x="42822" y="7029"/>
                    <a:pt x="42822" y="6765"/>
                  </a:cubicBezTo>
                  <a:cubicBezTo>
                    <a:pt x="42822" y="6765"/>
                    <a:pt x="42822" y="6765"/>
                    <a:pt x="42949" y="6765"/>
                  </a:cubicBezTo>
                  <a:cubicBezTo>
                    <a:pt x="42949" y="6488"/>
                    <a:pt x="43076" y="6765"/>
                    <a:pt x="43209" y="6488"/>
                  </a:cubicBezTo>
                  <a:lnTo>
                    <a:pt x="43343" y="6488"/>
                  </a:lnTo>
                  <a:cubicBezTo>
                    <a:pt x="43343" y="6488"/>
                    <a:pt x="43470" y="6211"/>
                    <a:pt x="43470" y="6488"/>
                  </a:cubicBezTo>
                  <a:cubicBezTo>
                    <a:pt x="43597" y="6488"/>
                    <a:pt x="43730" y="6765"/>
                    <a:pt x="43730" y="6765"/>
                  </a:cubicBezTo>
                  <a:cubicBezTo>
                    <a:pt x="43863" y="6765"/>
                    <a:pt x="43863" y="6765"/>
                    <a:pt x="43990" y="6765"/>
                  </a:cubicBezTo>
                  <a:cubicBezTo>
                    <a:pt x="43990" y="7029"/>
                    <a:pt x="44117" y="6765"/>
                    <a:pt x="44117" y="7029"/>
                  </a:cubicBezTo>
                  <a:lnTo>
                    <a:pt x="44251" y="7029"/>
                  </a:lnTo>
                  <a:lnTo>
                    <a:pt x="44384" y="7293"/>
                  </a:lnTo>
                  <a:cubicBezTo>
                    <a:pt x="44384" y="7570"/>
                    <a:pt x="44638" y="7293"/>
                    <a:pt x="44638" y="7293"/>
                  </a:cubicBezTo>
                  <a:cubicBezTo>
                    <a:pt x="44638" y="7293"/>
                    <a:pt x="44638" y="7570"/>
                    <a:pt x="44772" y="7570"/>
                  </a:cubicBezTo>
                  <a:cubicBezTo>
                    <a:pt x="44772" y="7570"/>
                    <a:pt x="44772" y="7293"/>
                    <a:pt x="44905" y="7293"/>
                  </a:cubicBezTo>
                  <a:cubicBezTo>
                    <a:pt x="44905" y="7029"/>
                    <a:pt x="44905" y="7029"/>
                    <a:pt x="44905" y="7029"/>
                  </a:cubicBezTo>
                  <a:cubicBezTo>
                    <a:pt x="45032" y="7029"/>
                    <a:pt x="45032" y="7029"/>
                    <a:pt x="45032" y="7029"/>
                  </a:cubicBezTo>
                  <a:lnTo>
                    <a:pt x="45159" y="7029"/>
                  </a:lnTo>
                  <a:cubicBezTo>
                    <a:pt x="45159" y="7293"/>
                    <a:pt x="45292" y="7293"/>
                    <a:pt x="45292" y="7029"/>
                  </a:cubicBezTo>
                  <a:lnTo>
                    <a:pt x="45292" y="7029"/>
                  </a:lnTo>
                  <a:cubicBezTo>
                    <a:pt x="45292" y="6765"/>
                    <a:pt x="45292" y="6765"/>
                    <a:pt x="45292" y="6765"/>
                  </a:cubicBezTo>
                  <a:cubicBezTo>
                    <a:pt x="45292" y="6488"/>
                    <a:pt x="45426" y="6488"/>
                    <a:pt x="45426" y="6488"/>
                  </a:cubicBezTo>
                  <a:lnTo>
                    <a:pt x="45553" y="6488"/>
                  </a:lnTo>
                  <a:cubicBezTo>
                    <a:pt x="45680" y="6488"/>
                    <a:pt x="45813" y="6211"/>
                    <a:pt x="45813" y="6211"/>
                  </a:cubicBezTo>
                  <a:cubicBezTo>
                    <a:pt x="45947" y="6211"/>
                    <a:pt x="45947" y="5947"/>
                    <a:pt x="45947" y="5947"/>
                  </a:cubicBezTo>
                  <a:cubicBezTo>
                    <a:pt x="46074" y="5947"/>
                    <a:pt x="46074" y="5947"/>
                    <a:pt x="46074" y="5947"/>
                  </a:cubicBezTo>
                  <a:cubicBezTo>
                    <a:pt x="46201" y="5947"/>
                    <a:pt x="46201" y="6211"/>
                    <a:pt x="46201" y="6211"/>
                  </a:cubicBezTo>
                  <a:lnTo>
                    <a:pt x="46334" y="6488"/>
                  </a:lnTo>
                  <a:lnTo>
                    <a:pt x="46334" y="6765"/>
                  </a:lnTo>
                  <a:cubicBezTo>
                    <a:pt x="46468" y="6765"/>
                    <a:pt x="46468" y="6488"/>
                    <a:pt x="46468" y="6211"/>
                  </a:cubicBezTo>
                  <a:lnTo>
                    <a:pt x="46334" y="5947"/>
                  </a:lnTo>
                  <a:cubicBezTo>
                    <a:pt x="46334" y="5947"/>
                    <a:pt x="46334" y="5684"/>
                    <a:pt x="46201" y="5684"/>
                  </a:cubicBezTo>
                  <a:cubicBezTo>
                    <a:pt x="46201" y="5684"/>
                    <a:pt x="46074" y="5684"/>
                    <a:pt x="45947" y="5407"/>
                  </a:cubicBezTo>
                  <a:lnTo>
                    <a:pt x="45813" y="5407"/>
                  </a:lnTo>
                  <a:lnTo>
                    <a:pt x="45680" y="5407"/>
                  </a:lnTo>
                  <a:cubicBezTo>
                    <a:pt x="45680" y="5130"/>
                    <a:pt x="45680" y="5130"/>
                    <a:pt x="45680" y="4866"/>
                  </a:cubicBezTo>
                  <a:lnTo>
                    <a:pt x="45813" y="5130"/>
                  </a:lnTo>
                  <a:cubicBezTo>
                    <a:pt x="45947" y="5130"/>
                    <a:pt x="45947" y="5130"/>
                    <a:pt x="45947" y="5130"/>
                  </a:cubicBezTo>
                  <a:cubicBezTo>
                    <a:pt x="46074" y="5130"/>
                    <a:pt x="46074" y="5130"/>
                    <a:pt x="46201" y="5130"/>
                  </a:cubicBezTo>
                  <a:cubicBezTo>
                    <a:pt x="46201" y="5130"/>
                    <a:pt x="46334" y="5130"/>
                    <a:pt x="46468" y="5130"/>
                  </a:cubicBezTo>
                  <a:cubicBezTo>
                    <a:pt x="46468" y="5130"/>
                    <a:pt x="46468" y="5130"/>
                    <a:pt x="46595" y="4866"/>
                  </a:cubicBezTo>
                  <a:cubicBezTo>
                    <a:pt x="46595" y="4866"/>
                    <a:pt x="46722" y="4866"/>
                    <a:pt x="46722" y="5130"/>
                  </a:cubicBezTo>
                  <a:cubicBezTo>
                    <a:pt x="46855" y="5130"/>
                    <a:pt x="46982" y="5130"/>
                    <a:pt x="46982" y="5130"/>
                  </a:cubicBezTo>
                  <a:cubicBezTo>
                    <a:pt x="47115" y="5130"/>
                    <a:pt x="47242" y="5130"/>
                    <a:pt x="47369" y="5130"/>
                  </a:cubicBezTo>
                  <a:cubicBezTo>
                    <a:pt x="47503" y="5130"/>
                    <a:pt x="47636" y="5130"/>
                    <a:pt x="47636" y="5130"/>
                  </a:cubicBezTo>
                  <a:lnTo>
                    <a:pt x="47763" y="4866"/>
                  </a:lnTo>
                  <a:lnTo>
                    <a:pt x="47636" y="4866"/>
                  </a:lnTo>
                  <a:cubicBezTo>
                    <a:pt x="47503" y="4866"/>
                    <a:pt x="47503" y="4866"/>
                    <a:pt x="47503" y="4866"/>
                  </a:cubicBezTo>
                  <a:cubicBezTo>
                    <a:pt x="47369" y="4866"/>
                    <a:pt x="47369" y="4866"/>
                    <a:pt x="47242" y="4866"/>
                  </a:cubicBezTo>
                  <a:lnTo>
                    <a:pt x="47242" y="4602"/>
                  </a:lnTo>
                  <a:cubicBezTo>
                    <a:pt x="47115" y="4602"/>
                    <a:pt x="47115" y="4602"/>
                    <a:pt x="47115" y="4602"/>
                  </a:cubicBezTo>
                  <a:cubicBezTo>
                    <a:pt x="46982" y="4602"/>
                    <a:pt x="46855" y="4602"/>
                    <a:pt x="46855" y="4602"/>
                  </a:cubicBezTo>
                  <a:lnTo>
                    <a:pt x="46722" y="4602"/>
                  </a:lnTo>
                  <a:lnTo>
                    <a:pt x="46595" y="4602"/>
                  </a:lnTo>
                  <a:cubicBezTo>
                    <a:pt x="46595" y="4325"/>
                    <a:pt x="46595" y="4325"/>
                    <a:pt x="46595" y="4325"/>
                  </a:cubicBezTo>
                  <a:lnTo>
                    <a:pt x="46595" y="4048"/>
                  </a:lnTo>
                  <a:lnTo>
                    <a:pt x="46468" y="4048"/>
                  </a:lnTo>
                  <a:lnTo>
                    <a:pt x="46334" y="3785"/>
                  </a:lnTo>
                  <a:cubicBezTo>
                    <a:pt x="46334" y="3521"/>
                    <a:pt x="46334" y="3244"/>
                    <a:pt x="46334" y="3244"/>
                  </a:cubicBezTo>
                  <a:cubicBezTo>
                    <a:pt x="46334" y="2967"/>
                    <a:pt x="46334" y="2703"/>
                    <a:pt x="46334" y="2439"/>
                  </a:cubicBezTo>
                  <a:cubicBezTo>
                    <a:pt x="46334" y="2439"/>
                    <a:pt x="46334" y="2162"/>
                    <a:pt x="46468" y="2162"/>
                  </a:cubicBezTo>
                  <a:cubicBezTo>
                    <a:pt x="46468" y="1899"/>
                    <a:pt x="46468" y="1899"/>
                    <a:pt x="46595" y="1622"/>
                  </a:cubicBezTo>
                  <a:lnTo>
                    <a:pt x="46722" y="1358"/>
                  </a:lnTo>
                  <a:cubicBezTo>
                    <a:pt x="46722" y="1358"/>
                    <a:pt x="46855" y="1081"/>
                    <a:pt x="46982" y="1081"/>
                  </a:cubicBezTo>
                  <a:cubicBezTo>
                    <a:pt x="46982" y="1081"/>
                    <a:pt x="47115" y="540"/>
                    <a:pt x="47242" y="540"/>
                  </a:cubicBezTo>
                  <a:lnTo>
                    <a:pt x="47369" y="0"/>
                  </a:lnTo>
                  <a:cubicBezTo>
                    <a:pt x="47503" y="0"/>
                    <a:pt x="47636" y="0"/>
                    <a:pt x="47763" y="0"/>
                  </a:cubicBezTo>
                  <a:cubicBezTo>
                    <a:pt x="47763" y="0"/>
                    <a:pt x="47890" y="0"/>
                    <a:pt x="47890" y="276"/>
                  </a:cubicBezTo>
                  <a:cubicBezTo>
                    <a:pt x="48024" y="276"/>
                    <a:pt x="48024" y="276"/>
                    <a:pt x="48157" y="276"/>
                  </a:cubicBezTo>
                  <a:lnTo>
                    <a:pt x="48284" y="540"/>
                  </a:lnTo>
                  <a:lnTo>
                    <a:pt x="48411" y="276"/>
                  </a:lnTo>
                  <a:cubicBezTo>
                    <a:pt x="48544" y="276"/>
                    <a:pt x="48544" y="276"/>
                    <a:pt x="48544" y="276"/>
                  </a:cubicBezTo>
                  <a:lnTo>
                    <a:pt x="48678" y="276"/>
                  </a:lnTo>
                  <a:cubicBezTo>
                    <a:pt x="48678" y="276"/>
                    <a:pt x="48678" y="540"/>
                    <a:pt x="48805" y="540"/>
                  </a:cubicBezTo>
                  <a:cubicBezTo>
                    <a:pt x="48805" y="817"/>
                    <a:pt x="48932" y="817"/>
                    <a:pt x="48932" y="817"/>
                  </a:cubicBezTo>
                  <a:cubicBezTo>
                    <a:pt x="48932" y="1081"/>
                    <a:pt x="49065" y="1081"/>
                    <a:pt x="48932" y="1081"/>
                  </a:cubicBezTo>
                  <a:cubicBezTo>
                    <a:pt x="48932" y="1358"/>
                    <a:pt x="48932" y="1358"/>
                    <a:pt x="48805" y="1622"/>
                  </a:cubicBezTo>
                  <a:cubicBezTo>
                    <a:pt x="48805" y="1622"/>
                    <a:pt x="48678" y="1622"/>
                    <a:pt x="48678" y="1899"/>
                  </a:cubicBezTo>
                  <a:lnTo>
                    <a:pt x="48544" y="1899"/>
                  </a:lnTo>
                  <a:cubicBezTo>
                    <a:pt x="48411" y="1899"/>
                    <a:pt x="48411" y="1899"/>
                    <a:pt x="48284" y="1899"/>
                  </a:cubicBezTo>
                  <a:lnTo>
                    <a:pt x="48284" y="2162"/>
                  </a:lnTo>
                  <a:lnTo>
                    <a:pt x="48284" y="2439"/>
                  </a:lnTo>
                  <a:lnTo>
                    <a:pt x="48411" y="2439"/>
                  </a:lnTo>
                  <a:cubicBezTo>
                    <a:pt x="48411" y="2439"/>
                    <a:pt x="48544" y="2439"/>
                    <a:pt x="48544" y="2162"/>
                  </a:cubicBezTo>
                  <a:cubicBezTo>
                    <a:pt x="48678" y="2162"/>
                    <a:pt x="48678" y="2162"/>
                    <a:pt x="48678" y="1899"/>
                  </a:cubicBezTo>
                  <a:cubicBezTo>
                    <a:pt x="48805" y="1899"/>
                    <a:pt x="48805" y="1899"/>
                    <a:pt x="48932" y="1899"/>
                  </a:cubicBezTo>
                  <a:lnTo>
                    <a:pt x="49065" y="1899"/>
                  </a:lnTo>
                  <a:cubicBezTo>
                    <a:pt x="49199" y="2162"/>
                    <a:pt x="49199" y="2162"/>
                    <a:pt x="49199" y="2439"/>
                  </a:cubicBezTo>
                  <a:lnTo>
                    <a:pt x="49199" y="2439"/>
                  </a:lnTo>
                  <a:cubicBezTo>
                    <a:pt x="49199" y="2703"/>
                    <a:pt x="49326" y="2439"/>
                    <a:pt x="49326" y="2439"/>
                  </a:cubicBezTo>
                  <a:lnTo>
                    <a:pt x="49453" y="2439"/>
                  </a:lnTo>
                  <a:cubicBezTo>
                    <a:pt x="49586" y="2439"/>
                    <a:pt x="49586" y="2439"/>
                    <a:pt x="49720" y="2162"/>
                  </a:cubicBezTo>
                  <a:lnTo>
                    <a:pt x="49720" y="2162"/>
                  </a:lnTo>
                  <a:cubicBezTo>
                    <a:pt x="49720" y="2162"/>
                    <a:pt x="49847" y="1899"/>
                    <a:pt x="49847" y="2162"/>
                  </a:cubicBezTo>
                  <a:cubicBezTo>
                    <a:pt x="49847" y="2162"/>
                    <a:pt x="49847" y="2162"/>
                    <a:pt x="49847" y="2439"/>
                  </a:cubicBezTo>
                  <a:cubicBezTo>
                    <a:pt x="49974" y="2439"/>
                    <a:pt x="49974" y="2439"/>
                    <a:pt x="50107" y="2439"/>
                  </a:cubicBezTo>
                  <a:cubicBezTo>
                    <a:pt x="50107" y="2439"/>
                    <a:pt x="49974" y="2703"/>
                    <a:pt x="50107" y="2967"/>
                  </a:cubicBezTo>
                  <a:lnTo>
                    <a:pt x="50107" y="3244"/>
                  </a:lnTo>
                  <a:lnTo>
                    <a:pt x="50107" y="3521"/>
                  </a:lnTo>
                  <a:lnTo>
                    <a:pt x="49974" y="3521"/>
                  </a:lnTo>
                  <a:lnTo>
                    <a:pt x="49847" y="3521"/>
                  </a:lnTo>
                  <a:lnTo>
                    <a:pt x="49847" y="3521"/>
                  </a:lnTo>
                  <a:cubicBezTo>
                    <a:pt x="49847" y="3785"/>
                    <a:pt x="49847" y="3785"/>
                    <a:pt x="49847" y="3785"/>
                  </a:cubicBezTo>
                  <a:cubicBezTo>
                    <a:pt x="49974" y="3785"/>
                    <a:pt x="50107" y="3785"/>
                    <a:pt x="50107" y="3785"/>
                  </a:cubicBezTo>
                  <a:lnTo>
                    <a:pt x="50240" y="3785"/>
                  </a:lnTo>
                  <a:cubicBezTo>
                    <a:pt x="50240" y="3785"/>
                    <a:pt x="50367" y="3785"/>
                    <a:pt x="50367" y="3521"/>
                  </a:cubicBezTo>
                  <a:cubicBezTo>
                    <a:pt x="50494" y="3521"/>
                    <a:pt x="50494" y="3521"/>
                    <a:pt x="50494" y="3521"/>
                  </a:cubicBezTo>
                  <a:cubicBezTo>
                    <a:pt x="50628" y="3521"/>
                    <a:pt x="50628" y="3521"/>
                    <a:pt x="50761" y="3521"/>
                  </a:cubicBezTo>
                  <a:lnTo>
                    <a:pt x="50888" y="3521"/>
                  </a:lnTo>
                  <a:cubicBezTo>
                    <a:pt x="50888" y="3244"/>
                    <a:pt x="50888" y="3244"/>
                    <a:pt x="50888" y="2967"/>
                  </a:cubicBezTo>
                  <a:cubicBezTo>
                    <a:pt x="50761" y="2967"/>
                    <a:pt x="50761" y="2967"/>
                    <a:pt x="50761" y="2703"/>
                  </a:cubicBezTo>
                  <a:cubicBezTo>
                    <a:pt x="50761" y="2703"/>
                    <a:pt x="50761" y="2703"/>
                    <a:pt x="50761" y="2439"/>
                  </a:cubicBezTo>
                  <a:lnTo>
                    <a:pt x="50888" y="2439"/>
                  </a:lnTo>
                  <a:cubicBezTo>
                    <a:pt x="50888" y="2439"/>
                    <a:pt x="51015" y="2439"/>
                    <a:pt x="51149" y="2439"/>
                  </a:cubicBezTo>
                  <a:cubicBezTo>
                    <a:pt x="51149" y="2162"/>
                    <a:pt x="51282" y="2162"/>
                    <a:pt x="51409" y="2162"/>
                  </a:cubicBezTo>
                  <a:cubicBezTo>
                    <a:pt x="51409" y="2162"/>
                    <a:pt x="51536" y="2439"/>
                    <a:pt x="51669" y="2439"/>
                  </a:cubicBezTo>
                  <a:lnTo>
                    <a:pt x="51930" y="2439"/>
                  </a:lnTo>
                  <a:cubicBezTo>
                    <a:pt x="52057" y="2162"/>
                    <a:pt x="52190" y="2162"/>
                    <a:pt x="52190" y="2162"/>
                  </a:cubicBezTo>
                  <a:cubicBezTo>
                    <a:pt x="52317" y="2162"/>
                    <a:pt x="52451" y="2162"/>
                    <a:pt x="52451" y="2162"/>
                  </a:cubicBezTo>
                  <a:cubicBezTo>
                    <a:pt x="52578" y="2162"/>
                    <a:pt x="52711" y="2162"/>
                    <a:pt x="52711" y="2162"/>
                  </a:cubicBezTo>
                  <a:cubicBezTo>
                    <a:pt x="52838" y="2162"/>
                    <a:pt x="52838" y="2439"/>
                    <a:pt x="52838" y="2439"/>
                  </a:cubicBezTo>
                  <a:cubicBezTo>
                    <a:pt x="52972" y="2439"/>
                    <a:pt x="53099" y="2439"/>
                    <a:pt x="53099" y="2439"/>
                  </a:cubicBezTo>
                  <a:cubicBezTo>
                    <a:pt x="53232" y="2439"/>
                    <a:pt x="53359" y="2703"/>
                    <a:pt x="53492" y="2967"/>
                  </a:cubicBezTo>
                  <a:cubicBezTo>
                    <a:pt x="53492" y="2967"/>
                    <a:pt x="53619" y="2967"/>
                    <a:pt x="53753" y="2967"/>
                  </a:cubicBezTo>
                  <a:lnTo>
                    <a:pt x="53880" y="2967"/>
                  </a:lnTo>
                  <a:cubicBezTo>
                    <a:pt x="53880" y="3244"/>
                    <a:pt x="53880" y="3244"/>
                    <a:pt x="53880" y="3521"/>
                  </a:cubicBezTo>
                  <a:cubicBezTo>
                    <a:pt x="54013" y="3521"/>
                    <a:pt x="54013" y="3521"/>
                    <a:pt x="54013" y="3521"/>
                  </a:cubicBezTo>
                  <a:cubicBezTo>
                    <a:pt x="54140" y="3785"/>
                    <a:pt x="54140" y="4048"/>
                    <a:pt x="54140" y="4048"/>
                  </a:cubicBezTo>
                  <a:lnTo>
                    <a:pt x="54274" y="4325"/>
                  </a:lnTo>
                  <a:lnTo>
                    <a:pt x="54274" y="4048"/>
                  </a:lnTo>
                  <a:cubicBezTo>
                    <a:pt x="54274" y="3785"/>
                    <a:pt x="54274" y="3785"/>
                    <a:pt x="54274" y="3785"/>
                  </a:cubicBezTo>
                  <a:lnTo>
                    <a:pt x="54274" y="3521"/>
                  </a:lnTo>
                  <a:lnTo>
                    <a:pt x="54274" y="3244"/>
                  </a:lnTo>
                  <a:lnTo>
                    <a:pt x="54401" y="3244"/>
                  </a:lnTo>
                  <a:lnTo>
                    <a:pt x="54534" y="3521"/>
                  </a:lnTo>
                  <a:cubicBezTo>
                    <a:pt x="54534" y="3521"/>
                    <a:pt x="54661" y="3785"/>
                    <a:pt x="54661" y="4048"/>
                  </a:cubicBezTo>
                  <a:lnTo>
                    <a:pt x="54794" y="4325"/>
                  </a:lnTo>
                  <a:cubicBezTo>
                    <a:pt x="54794" y="4325"/>
                    <a:pt x="54921" y="4602"/>
                    <a:pt x="55055" y="4602"/>
                  </a:cubicBezTo>
                  <a:lnTo>
                    <a:pt x="55182" y="4866"/>
                  </a:lnTo>
                  <a:cubicBezTo>
                    <a:pt x="55182" y="5130"/>
                    <a:pt x="55182" y="5130"/>
                    <a:pt x="55182" y="5130"/>
                  </a:cubicBezTo>
                  <a:cubicBezTo>
                    <a:pt x="55315" y="5130"/>
                    <a:pt x="55315" y="5407"/>
                    <a:pt x="55315" y="5407"/>
                  </a:cubicBezTo>
                  <a:cubicBezTo>
                    <a:pt x="55182" y="5684"/>
                    <a:pt x="55182" y="5407"/>
                    <a:pt x="55182" y="5407"/>
                  </a:cubicBezTo>
                  <a:cubicBezTo>
                    <a:pt x="55055" y="5407"/>
                    <a:pt x="55055" y="5130"/>
                    <a:pt x="55055" y="5130"/>
                  </a:cubicBezTo>
                  <a:cubicBezTo>
                    <a:pt x="54921" y="5130"/>
                    <a:pt x="54921" y="5130"/>
                    <a:pt x="54794" y="5130"/>
                  </a:cubicBezTo>
                  <a:lnTo>
                    <a:pt x="54661" y="5130"/>
                  </a:lnTo>
                  <a:cubicBezTo>
                    <a:pt x="54661" y="5130"/>
                    <a:pt x="54534" y="5130"/>
                    <a:pt x="54534" y="4866"/>
                  </a:cubicBezTo>
                  <a:lnTo>
                    <a:pt x="54401" y="4866"/>
                  </a:lnTo>
                  <a:cubicBezTo>
                    <a:pt x="54401" y="5130"/>
                    <a:pt x="54401" y="5130"/>
                    <a:pt x="54401" y="5130"/>
                  </a:cubicBezTo>
                  <a:cubicBezTo>
                    <a:pt x="54401" y="5130"/>
                    <a:pt x="54534" y="5130"/>
                    <a:pt x="54534" y="5407"/>
                  </a:cubicBezTo>
                  <a:lnTo>
                    <a:pt x="54534" y="5407"/>
                  </a:lnTo>
                  <a:cubicBezTo>
                    <a:pt x="54661" y="5684"/>
                    <a:pt x="54534" y="5947"/>
                    <a:pt x="54661" y="5947"/>
                  </a:cubicBezTo>
                  <a:lnTo>
                    <a:pt x="54661" y="5947"/>
                  </a:lnTo>
                  <a:cubicBezTo>
                    <a:pt x="54794" y="5947"/>
                    <a:pt x="54794" y="5684"/>
                    <a:pt x="54794" y="5684"/>
                  </a:cubicBezTo>
                  <a:lnTo>
                    <a:pt x="54794" y="5407"/>
                  </a:lnTo>
                  <a:cubicBezTo>
                    <a:pt x="54921" y="5407"/>
                    <a:pt x="54921" y="5684"/>
                    <a:pt x="54921" y="5684"/>
                  </a:cubicBezTo>
                  <a:cubicBezTo>
                    <a:pt x="54921" y="5684"/>
                    <a:pt x="55055" y="5684"/>
                    <a:pt x="55055" y="5947"/>
                  </a:cubicBezTo>
                  <a:lnTo>
                    <a:pt x="55182" y="5947"/>
                  </a:lnTo>
                  <a:cubicBezTo>
                    <a:pt x="55182" y="5947"/>
                    <a:pt x="55182" y="6211"/>
                    <a:pt x="55315" y="6211"/>
                  </a:cubicBezTo>
                  <a:lnTo>
                    <a:pt x="55442" y="6488"/>
                  </a:lnTo>
                  <a:cubicBezTo>
                    <a:pt x="55442" y="6488"/>
                    <a:pt x="55442" y="6765"/>
                    <a:pt x="55442" y="7029"/>
                  </a:cubicBezTo>
                  <a:lnTo>
                    <a:pt x="55315" y="7293"/>
                  </a:lnTo>
                  <a:lnTo>
                    <a:pt x="55182" y="7570"/>
                  </a:lnTo>
                  <a:cubicBezTo>
                    <a:pt x="55182" y="7847"/>
                    <a:pt x="55055" y="8110"/>
                    <a:pt x="55055" y="8374"/>
                  </a:cubicBezTo>
                  <a:lnTo>
                    <a:pt x="54794" y="8651"/>
                  </a:lnTo>
                  <a:cubicBezTo>
                    <a:pt x="54794" y="8928"/>
                    <a:pt x="54794" y="9192"/>
                    <a:pt x="54661" y="9455"/>
                  </a:cubicBezTo>
                  <a:cubicBezTo>
                    <a:pt x="54661" y="9455"/>
                    <a:pt x="54534" y="9732"/>
                    <a:pt x="54401" y="9732"/>
                  </a:cubicBezTo>
                  <a:cubicBezTo>
                    <a:pt x="54401" y="10009"/>
                    <a:pt x="54274" y="10009"/>
                    <a:pt x="54274" y="10009"/>
                  </a:cubicBezTo>
                  <a:cubicBezTo>
                    <a:pt x="54274" y="10009"/>
                    <a:pt x="54140" y="10009"/>
                    <a:pt x="54013" y="10009"/>
                  </a:cubicBezTo>
                  <a:lnTo>
                    <a:pt x="54013" y="10273"/>
                  </a:lnTo>
                  <a:cubicBezTo>
                    <a:pt x="53880" y="10273"/>
                    <a:pt x="53880" y="10537"/>
                    <a:pt x="53880" y="10537"/>
                  </a:cubicBezTo>
                  <a:cubicBezTo>
                    <a:pt x="54013" y="10537"/>
                    <a:pt x="54013" y="10537"/>
                    <a:pt x="54013" y="10537"/>
                  </a:cubicBezTo>
                  <a:lnTo>
                    <a:pt x="54140" y="10273"/>
                  </a:lnTo>
                  <a:cubicBezTo>
                    <a:pt x="54140" y="10273"/>
                    <a:pt x="54274" y="10273"/>
                    <a:pt x="54274" y="10537"/>
                  </a:cubicBezTo>
                  <a:cubicBezTo>
                    <a:pt x="54274" y="10537"/>
                    <a:pt x="54274" y="10537"/>
                    <a:pt x="54274" y="10814"/>
                  </a:cubicBezTo>
                  <a:lnTo>
                    <a:pt x="54140" y="11091"/>
                  </a:lnTo>
                  <a:lnTo>
                    <a:pt x="54013" y="11355"/>
                  </a:lnTo>
                  <a:cubicBezTo>
                    <a:pt x="53880" y="11355"/>
                    <a:pt x="53880" y="11618"/>
                    <a:pt x="53880" y="11882"/>
                  </a:cubicBezTo>
                  <a:lnTo>
                    <a:pt x="53880" y="12159"/>
                  </a:lnTo>
                  <a:cubicBezTo>
                    <a:pt x="53753" y="12436"/>
                    <a:pt x="53753" y="12436"/>
                    <a:pt x="53753" y="12700"/>
                  </a:cubicBezTo>
                  <a:cubicBezTo>
                    <a:pt x="53619" y="12700"/>
                    <a:pt x="53359" y="12964"/>
                    <a:pt x="53359" y="12964"/>
                  </a:cubicBezTo>
                  <a:cubicBezTo>
                    <a:pt x="53232" y="13241"/>
                    <a:pt x="53232" y="13241"/>
                    <a:pt x="53099" y="13241"/>
                  </a:cubicBezTo>
                  <a:cubicBezTo>
                    <a:pt x="53099" y="13517"/>
                    <a:pt x="53099" y="13781"/>
                    <a:pt x="53099" y="13781"/>
                  </a:cubicBezTo>
                  <a:cubicBezTo>
                    <a:pt x="52972" y="14045"/>
                    <a:pt x="52972" y="14322"/>
                    <a:pt x="52972" y="14322"/>
                  </a:cubicBezTo>
                  <a:lnTo>
                    <a:pt x="52838" y="14599"/>
                  </a:lnTo>
                  <a:lnTo>
                    <a:pt x="52838" y="15126"/>
                  </a:lnTo>
                  <a:cubicBezTo>
                    <a:pt x="52838" y="15403"/>
                    <a:pt x="52838" y="15403"/>
                    <a:pt x="52711" y="15680"/>
                  </a:cubicBezTo>
                  <a:cubicBezTo>
                    <a:pt x="52711" y="15680"/>
                    <a:pt x="52711" y="15680"/>
                    <a:pt x="52711" y="15944"/>
                  </a:cubicBezTo>
                  <a:cubicBezTo>
                    <a:pt x="52578" y="15944"/>
                    <a:pt x="52578" y="15944"/>
                    <a:pt x="52451" y="16208"/>
                  </a:cubicBezTo>
                  <a:cubicBezTo>
                    <a:pt x="52451" y="16208"/>
                    <a:pt x="52451" y="16485"/>
                    <a:pt x="52317" y="16485"/>
                  </a:cubicBezTo>
                  <a:lnTo>
                    <a:pt x="52317" y="16762"/>
                  </a:lnTo>
                  <a:lnTo>
                    <a:pt x="52451" y="16762"/>
                  </a:lnTo>
                  <a:cubicBezTo>
                    <a:pt x="52578" y="16762"/>
                    <a:pt x="52578" y="16485"/>
                    <a:pt x="52711" y="16208"/>
                  </a:cubicBezTo>
                  <a:lnTo>
                    <a:pt x="52838" y="15944"/>
                  </a:lnTo>
                  <a:lnTo>
                    <a:pt x="52972" y="15680"/>
                  </a:lnTo>
                  <a:cubicBezTo>
                    <a:pt x="53099" y="15680"/>
                    <a:pt x="53099" y="15403"/>
                    <a:pt x="53099" y="15403"/>
                  </a:cubicBezTo>
                  <a:cubicBezTo>
                    <a:pt x="53232" y="15126"/>
                    <a:pt x="53232" y="14863"/>
                    <a:pt x="53232" y="14863"/>
                  </a:cubicBezTo>
                  <a:cubicBezTo>
                    <a:pt x="53232" y="14599"/>
                    <a:pt x="53359" y="14863"/>
                    <a:pt x="53359" y="14599"/>
                  </a:cubicBezTo>
                  <a:cubicBezTo>
                    <a:pt x="53492" y="14599"/>
                    <a:pt x="53492" y="14599"/>
                    <a:pt x="53492" y="14599"/>
                  </a:cubicBezTo>
                  <a:cubicBezTo>
                    <a:pt x="53619" y="14599"/>
                    <a:pt x="53619" y="14599"/>
                    <a:pt x="53619" y="14599"/>
                  </a:cubicBezTo>
                  <a:cubicBezTo>
                    <a:pt x="53753" y="14599"/>
                    <a:pt x="53880" y="14322"/>
                    <a:pt x="53880" y="14322"/>
                  </a:cubicBezTo>
                  <a:cubicBezTo>
                    <a:pt x="54013" y="14322"/>
                    <a:pt x="54140" y="14322"/>
                    <a:pt x="54140" y="14322"/>
                  </a:cubicBezTo>
                  <a:cubicBezTo>
                    <a:pt x="54274" y="14322"/>
                    <a:pt x="54274" y="14322"/>
                    <a:pt x="54274" y="14322"/>
                  </a:cubicBezTo>
                  <a:cubicBezTo>
                    <a:pt x="54401" y="14322"/>
                    <a:pt x="54401" y="14045"/>
                    <a:pt x="54401" y="14045"/>
                  </a:cubicBezTo>
                  <a:lnTo>
                    <a:pt x="54401" y="13781"/>
                  </a:lnTo>
                  <a:cubicBezTo>
                    <a:pt x="54401" y="13517"/>
                    <a:pt x="54534" y="13517"/>
                    <a:pt x="54534" y="13517"/>
                  </a:cubicBezTo>
                  <a:cubicBezTo>
                    <a:pt x="54534" y="13517"/>
                    <a:pt x="54661" y="13517"/>
                    <a:pt x="54661" y="13241"/>
                  </a:cubicBezTo>
                  <a:lnTo>
                    <a:pt x="54661" y="12964"/>
                  </a:lnTo>
                  <a:lnTo>
                    <a:pt x="54661" y="12700"/>
                  </a:lnTo>
                  <a:cubicBezTo>
                    <a:pt x="54794" y="12700"/>
                    <a:pt x="54794" y="12964"/>
                    <a:pt x="54794" y="12964"/>
                  </a:cubicBezTo>
                  <a:lnTo>
                    <a:pt x="54921" y="12964"/>
                  </a:lnTo>
                  <a:lnTo>
                    <a:pt x="54921" y="12964"/>
                  </a:lnTo>
                  <a:cubicBezTo>
                    <a:pt x="54921" y="12700"/>
                    <a:pt x="54921" y="12700"/>
                    <a:pt x="54921" y="12436"/>
                  </a:cubicBezTo>
                  <a:lnTo>
                    <a:pt x="54921" y="12436"/>
                  </a:lnTo>
                  <a:cubicBezTo>
                    <a:pt x="55055" y="12159"/>
                    <a:pt x="55055" y="12436"/>
                    <a:pt x="55055" y="12159"/>
                  </a:cubicBezTo>
                  <a:cubicBezTo>
                    <a:pt x="55182" y="12159"/>
                    <a:pt x="55182" y="12159"/>
                    <a:pt x="55182" y="12159"/>
                  </a:cubicBezTo>
                  <a:lnTo>
                    <a:pt x="55182" y="11882"/>
                  </a:lnTo>
                  <a:cubicBezTo>
                    <a:pt x="55055" y="11882"/>
                    <a:pt x="55055" y="11882"/>
                    <a:pt x="55055" y="11882"/>
                  </a:cubicBezTo>
                  <a:cubicBezTo>
                    <a:pt x="54921" y="11882"/>
                    <a:pt x="54921" y="11882"/>
                    <a:pt x="54794" y="11882"/>
                  </a:cubicBezTo>
                  <a:cubicBezTo>
                    <a:pt x="54794" y="12159"/>
                    <a:pt x="54794" y="12436"/>
                    <a:pt x="54661" y="12436"/>
                  </a:cubicBezTo>
                  <a:lnTo>
                    <a:pt x="54534" y="12436"/>
                  </a:lnTo>
                  <a:cubicBezTo>
                    <a:pt x="54401" y="12436"/>
                    <a:pt x="54401" y="12159"/>
                    <a:pt x="54401" y="12159"/>
                  </a:cubicBezTo>
                  <a:cubicBezTo>
                    <a:pt x="54401" y="11882"/>
                    <a:pt x="54534" y="11882"/>
                    <a:pt x="54534" y="11882"/>
                  </a:cubicBezTo>
                  <a:cubicBezTo>
                    <a:pt x="54534" y="11618"/>
                    <a:pt x="54401" y="11618"/>
                    <a:pt x="54401" y="11355"/>
                  </a:cubicBezTo>
                  <a:cubicBezTo>
                    <a:pt x="54401" y="11355"/>
                    <a:pt x="54401" y="11355"/>
                    <a:pt x="54401" y="11091"/>
                  </a:cubicBezTo>
                  <a:lnTo>
                    <a:pt x="54534" y="11091"/>
                  </a:lnTo>
                  <a:cubicBezTo>
                    <a:pt x="54661" y="11091"/>
                    <a:pt x="54794" y="11091"/>
                    <a:pt x="54794" y="11091"/>
                  </a:cubicBezTo>
                  <a:cubicBezTo>
                    <a:pt x="54921" y="11091"/>
                    <a:pt x="54921" y="11355"/>
                    <a:pt x="55055" y="11355"/>
                  </a:cubicBezTo>
                  <a:cubicBezTo>
                    <a:pt x="55055" y="11355"/>
                    <a:pt x="55055" y="11355"/>
                    <a:pt x="55055" y="11091"/>
                  </a:cubicBezTo>
                  <a:lnTo>
                    <a:pt x="55182" y="11091"/>
                  </a:lnTo>
                  <a:cubicBezTo>
                    <a:pt x="55315" y="11091"/>
                    <a:pt x="55315" y="11355"/>
                    <a:pt x="55315" y="11355"/>
                  </a:cubicBezTo>
                  <a:cubicBezTo>
                    <a:pt x="55315" y="11618"/>
                    <a:pt x="55442" y="11618"/>
                    <a:pt x="55442" y="11882"/>
                  </a:cubicBezTo>
                  <a:cubicBezTo>
                    <a:pt x="55442" y="11882"/>
                    <a:pt x="55576" y="11882"/>
                    <a:pt x="55703" y="11882"/>
                  </a:cubicBezTo>
                  <a:lnTo>
                    <a:pt x="55836" y="11882"/>
                  </a:lnTo>
                  <a:cubicBezTo>
                    <a:pt x="55963" y="11882"/>
                    <a:pt x="55963" y="12159"/>
                    <a:pt x="56096" y="12159"/>
                  </a:cubicBezTo>
                  <a:lnTo>
                    <a:pt x="56357" y="12159"/>
                  </a:lnTo>
                  <a:cubicBezTo>
                    <a:pt x="56484" y="12159"/>
                    <a:pt x="56484" y="11882"/>
                    <a:pt x="56484" y="11882"/>
                  </a:cubicBezTo>
                  <a:lnTo>
                    <a:pt x="56484" y="11618"/>
                  </a:lnTo>
                  <a:cubicBezTo>
                    <a:pt x="56484" y="11355"/>
                    <a:pt x="56357" y="11355"/>
                    <a:pt x="56357" y="11355"/>
                  </a:cubicBezTo>
                  <a:cubicBezTo>
                    <a:pt x="56357" y="11091"/>
                    <a:pt x="56223" y="11091"/>
                    <a:pt x="56223" y="10814"/>
                  </a:cubicBezTo>
                  <a:cubicBezTo>
                    <a:pt x="56357" y="10814"/>
                    <a:pt x="56357" y="10537"/>
                    <a:pt x="56357" y="10537"/>
                  </a:cubicBezTo>
                  <a:cubicBezTo>
                    <a:pt x="56357" y="10537"/>
                    <a:pt x="56357" y="10814"/>
                    <a:pt x="56484" y="10814"/>
                  </a:cubicBezTo>
                  <a:cubicBezTo>
                    <a:pt x="56484" y="10814"/>
                    <a:pt x="56484" y="11091"/>
                    <a:pt x="56611" y="11091"/>
                  </a:cubicBezTo>
                  <a:cubicBezTo>
                    <a:pt x="56611" y="11355"/>
                    <a:pt x="56744" y="11355"/>
                    <a:pt x="56744" y="11618"/>
                  </a:cubicBezTo>
                  <a:lnTo>
                    <a:pt x="56878" y="11618"/>
                  </a:lnTo>
                  <a:cubicBezTo>
                    <a:pt x="56878" y="11882"/>
                    <a:pt x="56878" y="12159"/>
                    <a:pt x="57005" y="12159"/>
                  </a:cubicBezTo>
                  <a:cubicBezTo>
                    <a:pt x="57005" y="12436"/>
                    <a:pt x="57132" y="12436"/>
                    <a:pt x="57132" y="12436"/>
                  </a:cubicBezTo>
                  <a:cubicBezTo>
                    <a:pt x="57132" y="12700"/>
                    <a:pt x="57132" y="12700"/>
                    <a:pt x="57132" y="12700"/>
                  </a:cubicBezTo>
                  <a:cubicBezTo>
                    <a:pt x="57132" y="12964"/>
                    <a:pt x="57005" y="12964"/>
                    <a:pt x="57005" y="12964"/>
                  </a:cubicBezTo>
                  <a:lnTo>
                    <a:pt x="57005" y="13241"/>
                  </a:lnTo>
                  <a:lnTo>
                    <a:pt x="57132" y="13241"/>
                  </a:lnTo>
                  <a:lnTo>
                    <a:pt x="57265" y="13241"/>
                  </a:lnTo>
                  <a:lnTo>
                    <a:pt x="57399" y="13517"/>
                  </a:lnTo>
                  <a:lnTo>
                    <a:pt x="57526" y="13781"/>
                  </a:lnTo>
                  <a:lnTo>
                    <a:pt x="57653" y="13781"/>
                  </a:lnTo>
                  <a:lnTo>
                    <a:pt x="57653" y="13517"/>
                  </a:lnTo>
                  <a:lnTo>
                    <a:pt x="57526" y="13241"/>
                  </a:lnTo>
                  <a:cubicBezTo>
                    <a:pt x="57526" y="13241"/>
                    <a:pt x="57399" y="13241"/>
                    <a:pt x="57399" y="12964"/>
                  </a:cubicBezTo>
                  <a:cubicBezTo>
                    <a:pt x="57399" y="12964"/>
                    <a:pt x="57399" y="12700"/>
                    <a:pt x="57526" y="12700"/>
                  </a:cubicBezTo>
                  <a:lnTo>
                    <a:pt x="57526" y="12700"/>
                  </a:lnTo>
                  <a:lnTo>
                    <a:pt x="57653" y="12700"/>
                  </a:lnTo>
                  <a:cubicBezTo>
                    <a:pt x="57653" y="12436"/>
                    <a:pt x="57653" y="12436"/>
                    <a:pt x="57653" y="12436"/>
                  </a:cubicBezTo>
                  <a:cubicBezTo>
                    <a:pt x="57526" y="12436"/>
                    <a:pt x="57526" y="12436"/>
                    <a:pt x="57526" y="12436"/>
                  </a:cubicBezTo>
                  <a:cubicBezTo>
                    <a:pt x="57399" y="12436"/>
                    <a:pt x="57399" y="12436"/>
                    <a:pt x="57265" y="12436"/>
                  </a:cubicBezTo>
                  <a:lnTo>
                    <a:pt x="57265" y="12159"/>
                  </a:lnTo>
                  <a:lnTo>
                    <a:pt x="57265" y="11882"/>
                  </a:lnTo>
                  <a:cubicBezTo>
                    <a:pt x="57265" y="11882"/>
                    <a:pt x="57399" y="11882"/>
                    <a:pt x="57399" y="11618"/>
                  </a:cubicBezTo>
                  <a:cubicBezTo>
                    <a:pt x="57526" y="11618"/>
                    <a:pt x="57653" y="11618"/>
                    <a:pt x="57653" y="11618"/>
                  </a:cubicBezTo>
                  <a:cubicBezTo>
                    <a:pt x="57786" y="11618"/>
                    <a:pt x="57919" y="11618"/>
                    <a:pt x="58046" y="11355"/>
                  </a:cubicBezTo>
                  <a:cubicBezTo>
                    <a:pt x="58046" y="11355"/>
                    <a:pt x="58173" y="11355"/>
                    <a:pt x="58307" y="11355"/>
                  </a:cubicBezTo>
                  <a:cubicBezTo>
                    <a:pt x="58307" y="11091"/>
                    <a:pt x="58567" y="11091"/>
                    <a:pt x="58567" y="11091"/>
                  </a:cubicBezTo>
                  <a:cubicBezTo>
                    <a:pt x="58694" y="11091"/>
                    <a:pt x="58955" y="11091"/>
                    <a:pt x="58955" y="11091"/>
                  </a:cubicBezTo>
                  <a:cubicBezTo>
                    <a:pt x="59082" y="11091"/>
                    <a:pt x="59342" y="11091"/>
                    <a:pt x="59475" y="11091"/>
                  </a:cubicBezTo>
                  <a:cubicBezTo>
                    <a:pt x="59603" y="11091"/>
                    <a:pt x="59730" y="10814"/>
                    <a:pt x="59730" y="10814"/>
                  </a:cubicBezTo>
                  <a:cubicBezTo>
                    <a:pt x="59863" y="10814"/>
                    <a:pt x="59996" y="10814"/>
                    <a:pt x="60123" y="10814"/>
                  </a:cubicBezTo>
                  <a:cubicBezTo>
                    <a:pt x="60250" y="10814"/>
                    <a:pt x="60384" y="10814"/>
                    <a:pt x="60384" y="11091"/>
                  </a:cubicBezTo>
                  <a:lnTo>
                    <a:pt x="60517" y="11091"/>
                  </a:lnTo>
                  <a:cubicBezTo>
                    <a:pt x="60644" y="11091"/>
                    <a:pt x="60644" y="11355"/>
                    <a:pt x="60644" y="11355"/>
                  </a:cubicBezTo>
                  <a:cubicBezTo>
                    <a:pt x="60644" y="11618"/>
                    <a:pt x="60517" y="11355"/>
                    <a:pt x="60517" y="11355"/>
                  </a:cubicBezTo>
                  <a:cubicBezTo>
                    <a:pt x="60517" y="11355"/>
                    <a:pt x="60384" y="11355"/>
                    <a:pt x="60250" y="11355"/>
                  </a:cubicBezTo>
                  <a:lnTo>
                    <a:pt x="60250" y="11618"/>
                  </a:lnTo>
                  <a:cubicBezTo>
                    <a:pt x="60250" y="11882"/>
                    <a:pt x="60384" y="11882"/>
                    <a:pt x="60384" y="12159"/>
                  </a:cubicBezTo>
                  <a:lnTo>
                    <a:pt x="60517" y="12436"/>
                  </a:lnTo>
                  <a:cubicBezTo>
                    <a:pt x="60644" y="12436"/>
                    <a:pt x="60771" y="12436"/>
                    <a:pt x="60771" y="12436"/>
                  </a:cubicBezTo>
                  <a:cubicBezTo>
                    <a:pt x="60905" y="12436"/>
                    <a:pt x="61038" y="12436"/>
                    <a:pt x="61165" y="12436"/>
                  </a:cubicBezTo>
                  <a:cubicBezTo>
                    <a:pt x="61292" y="12700"/>
                    <a:pt x="61419" y="12700"/>
                    <a:pt x="61552" y="12700"/>
                  </a:cubicBezTo>
                  <a:cubicBezTo>
                    <a:pt x="61686" y="12700"/>
                    <a:pt x="61686" y="12700"/>
                    <a:pt x="61686" y="12700"/>
                  </a:cubicBezTo>
                  <a:cubicBezTo>
                    <a:pt x="61686" y="12436"/>
                    <a:pt x="61686" y="12436"/>
                    <a:pt x="61686" y="12436"/>
                  </a:cubicBezTo>
                  <a:cubicBezTo>
                    <a:pt x="61686" y="12159"/>
                    <a:pt x="61686" y="12159"/>
                    <a:pt x="61686" y="12159"/>
                  </a:cubicBezTo>
                  <a:lnTo>
                    <a:pt x="61813" y="12159"/>
                  </a:lnTo>
                  <a:cubicBezTo>
                    <a:pt x="61940" y="12159"/>
                    <a:pt x="61940" y="12436"/>
                    <a:pt x="61940" y="12436"/>
                  </a:cubicBezTo>
                  <a:cubicBezTo>
                    <a:pt x="61940" y="12436"/>
                    <a:pt x="61940" y="12700"/>
                    <a:pt x="62073" y="12964"/>
                  </a:cubicBezTo>
                  <a:lnTo>
                    <a:pt x="62073" y="12964"/>
                  </a:lnTo>
                  <a:cubicBezTo>
                    <a:pt x="62207" y="12964"/>
                    <a:pt x="62461" y="12964"/>
                    <a:pt x="62461" y="12964"/>
                  </a:cubicBezTo>
                  <a:cubicBezTo>
                    <a:pt x="62594" y="12964"/>
                    <a:pt x="62727" y="12964"/>
                    <a:pt x="62855" y="12700"/>
                  </a:cubicBezTo>
                  <a:cubicBezTo>
                    <a:pt x="62855" y="12700"/>
                    <a:pt x="62855" y="12436"/>
                    <a:pt x="62982" y="12436"/>
                  </a:cubicBezTo>
                  <a:cubicBezTo>
                    <a:pt x="62982" y="12436"/>
                    <a:pt x="63248" y="12700"/>
                    <a:pt x="63375" y="12700"/>
                  </a:cubicBezTo>
                  <a:lnTo>
                    <a:pt x="63502" y="12436"/>
                  </a:lnTo>
                  <a:cubicBezTo>
                    <a:pt x="63502" y="12436"/>
                    <a:pt x="63636" y="12159"/>
                    <a:pt x="63769" y="12159"/>
                  </a:cubicBezTo>
                  <a:cubicBezTo>
                    <a:pt x="63769" y="12159"/>
                    <a:pt x="63769" y="12159"/>
                    <a:pt x="63896" y="12159"/>
                  </a:cubicBezTo>
                  <a:cubicBezTo>
                    <a:pt x="63896" y="12159"/>
                    <a:pt x="63896" y="12159"/>
                    <a:pt x="64023" y="12159"/>
                  </a:cubicBezTo>
                  <a:cubicBezTo>
                    <a:pt x="64023" y="12159"/>
                    <a:pt x="64023" y="12436"/>
                    <a:pt x="64157" y="12159"/>
                  </a:cubicBezTo>
                  <a:cubicBezTo>
                    <a:pt x="64157" y="12159"/>
                    <a:pt x="64023" y="12159"/>
                    <a:pt x="64023" y="11882"/>
                  </a:cubicBezTo>
                  <a:lnTo>
                    <a:pt x="63896" y="11882"/>
                  </a:lnTo>
                  <a:cubicBezTo>
                    <a:pt x="63896" y="11618"/>
                    <a:pt x="63896" y="11618"/>
                    <a:pt x="63896" y="11618"/>
                  </a:cubicBezTo>
                  <a:cubicBezTo>
                    <a:pt x="63896" y="11355"/>
                    <a:pt x="63769" y="11355"/>
                    <a:pt x="63769" y="11355"/>
                  </a:cubicBezTo>
                  <a:cubicBezTo>
                    <a:pt x="63769" y="11091"/>
                    <a:pt x="63769" y="11091"/>
                    <a:pt x="63769" y="10814"/>
                  </a:cubicBezTo>
                  <a:lnTo>
                    <a:pt x="63636" y="10814"/>
                  </a:lnTo>
                  <a:lnTo>
                    <a:pt x="63502" y="10814"/>
                  </a:lnTo>
                  <a:cubicBezTo>
                    <a:pt x="63502" y="10537"/>
                    <a:pt x="63375" y="10273"/>
                    <a:pt x="63375" y="10273"/>
                  </a:cubicBezTo>
                  <a:lnTo>
                    <a:pt x="63502" y="10273"/>
                  </a:lnTo>
                  <a:lnTo>
                    <a:pt x="63636" y="10273"/>
                  </a:lnTo>
                  <a:cubicBezTo>
                    <a:pt x="63769" y="10273"/>
                    <a:pt x="63769" y="10009"/>
                    <a:pt x="63769" y="9732"/>
                  </a:cubicBezTo>
                  <a:lnTo>
                    <a:pt x="63769" y="9455"/>
                  </a:lnTo>
                  <a:cubicBezTo>
                    <a:pt x="63769" y="9192"/>
                    <a:pt x="63769" y="9192"/>
                    <a:pt x="63769" y="9192"/>
                  </a:cubicBezTo>
                  <a:cubicBezTo>
                    <a:pt x="63769" y="9192"/>
                    <a:pt x="63896" y="9192"/>
                    <a:pt x="64023" y="9192"/>
                  </a:cubicBezTo>
                  <a:lnTo>
                    <a:pt x="64157" y="9192"/>
                  </a:lnTo>
                  <a:lnTo>
                    <a:pt x="64290" y="9455"/>
                  </a:lnTo>
                  <a:lnTo>
                    <a:pt x="64417" y="9732"/>
                  </a:lnTo>
                  <a:lnTo>
                    <a:pt x="64544" y="9732"/>
                  </a:lnTo>
                  <a:cubicBezTo>
                    <a:pt x="64677" y="9732"/>
                    <a:pt x="64677" y="9732"/>
                    <a:pt x="64811" y="9732"/>
                  </a:cubicBezTo>
                  <a:lnTo>
                    <a:pt x="64938" y="10009"/>
                  </a:lnTo>
                  <a:cubicBezTo>
                    <a:pt x="64938" y="10009"/>
                    <a:pt x="64938" y="10273"/>
                    <a:pt x="65065" y="10273"/>
                  </a:cubicBezTo>
                  <a:cubicBezTo>
                    <a:pt x="65065" y="10537"/>
                    <a:pt x="65065" y="10537"/>
                    <a:pt x="65065" y="10537"/>
                  </a:cubicBezTo>
                  <a:cubicBezTo>
                    <a:pt x="65198" y="10273"/>
                    <a:pt x="65065" y="10273"/>
                    <a:pt x="65198" y="10273"/>
                  </a:cubicBezTo>
                  <a:cubicBezTo>
                    <a:pt x="65198" y="10009"/>
                    <a:pt x="65198" y="10009"/>
                    <a:pt x="65198" y="10009"/>
                  </a:cubicBezTo>
                  <a:cubicBezTo>
                    <a:pt x="65198" y="9732"/>
                    <a:pt x="65198" y="9732"/>
                    <a:pt x="65332" y="9732"/>
                  </a:cubicBezTo>
                  <a:lnTo>
                    <a:pt x="65459" y="9732"/>
                  </a:lnTo>
                  <a:lnTo>
                    <a:pt x="65586" y="10009"/>
                  </a:lnTo>
                  <a:lnTo>
                    <a:pt x="65719" y="10009"/>
                  </a:lnTo>
                  <a:lnTo>
                    <a:pt x="65719" y="9732"/>
                  </a:lnTo>
                  <a:cubicBezTo>
                    <a:pt x="65719" y="9455"/>
                    <a:pt x="65719" y="9455"/>
                    <a:pt x="65852" y="9455"/>
                  </a:cubicBezTo>
                  <a:cubicBezTo>
                    <a:pt x="65852" y="9455"/>
                    <a:pt x="65979" y="9455"/>
                    <a:pt x="66107" y="9455"/>
                  </a:cubicBezTo>
                  <a:cubicBezTo>
                    <a:pt x="66107" y="9455"/>
                    <a:pt x="66240" y="9455"/>
                    <a:pt x="66367" y="9455"/>
                  </a:cubicBezTo>
                  <a:cubicBezTo>
                    <a:pt x="66367" y="9455"/>
                    <a:pt x="66367" y="9732"/>
                    <a:pt x="66500" y="9732"/>
                  </a:cubicBezTo>
                  <a:cubicBezTo>
                    <a:pt x="66500" y="9732"/>
                    <a:pt x="66500" y="9732"/>
                    <a:pt x="66627" y="9732"/>
                  </a:cubicBezTo>
                  <a:cubicBezTo>
                    <a:pt x="66627" y="9732"/>
                    <a:pt x="66627" y="9732"/>
                    <a:pt x="66761" y="9732"/>
                  </a:cubicBezTo>
                  <a:lnTo>
                    <a:pt x="66888" y="9732"/>
                  </a:lnTo>
                  <a:cubicBezTo>
                    <a:pt x="66888" y="9732"/>
                    <a:pt x="66888" y="10009"/>
                    <a:pt x="67021" y="10009"/>
                  </a:cubicBezTo>
                  <a:cubicBezTo>
                    <a:pt x="67021" y="10273"/>
                    <a:pt x="67148" y="10273"/>
                    <a:pt x="67148" y="10273"/>
                  </a:cubicBezTo>
                  <a:lnTo>
                    <a:pt x="67282" y="10537"/>
                  </a:lnTo>
                  <a:cubicBezTo>
                    <a:pt x="67409" y="10537"/>
                    <a:pt x="67409" y="10814"/>
                    <a:pt x="67409" y="10814"/>
                  </a:cubicBezTo>
                  <a:lnTo>
                    <a:pt x="67542" y="10537"/>
                  </a:lnTo>
                  <a:lnTo>
                    <a:pt x="67669" y="10537"/>
                  </a:lnTo>
                  <a:cubicBezTo>
                    <a:pt x="67802" y="10537"/>
                    <a:pt x="67802" y="10814"/>
                    <a:pt x="67802" y="11091"/>
                  </a:cubicBezTo>
                  <a:lnTo>
                    <a:pt x="67669" y="11355"/>
                  </a:lnTo>
                  <a:cubicBezTo>
                    <a:pt x="67669" y="11618"/>
                    <a:pt x="67669" y="11618"/>
                    <a:pt x="67802" y="11882"/>
                  </a:cubicBezTo>
                  <a:lnTo>
                    <a:pt x="67929" y="11882"/>
                  </a:lnTo>
                  <a:lnTo>
                    <a:pt x="68063" y="11882"/>
                  </a:lnTo>
                  <a:lnTo>
                    <a:pt x="68190" y="11882"/>
                  </a:lnTo>
                  <a:cubicBezTo>
                    <a:pt x="68190" y="12159"/>
                    <a:pt x="68190" y="12159"/>
                    <a:pt x="68190" y="12159"/>
                  </a:cubicBezTo>
                  <a:cubicBezTo>
                    <a:pt x="68190" y="12436"/>
                    <a:pt x="68190" y="12159"/>
                    <a:pt x="68190" y="12159"/>
                  </a:cubicBezTo>
                  <a:cubicBezTo>
                    <a:pt x="68063" y="12436"/>
                    <a:pt x="68063" y="12436"/>
                    <a:pt x="68063" y="12436"/>
                  </a:cubicBezTo>
                  <a:cubicBezTo>
                    <a:pt x="68063" y="12436"/>
                    <a:pt x="67929" y="12436"/>
                    <a:pt x="68063" y="12700"/>
                  </a:cubicBezTo>
                  <a:lnTo>
                    <a:pt x="68063" y="12700"/>
                  </a:lnTo>
                  <a:cubicBezTo>
                    <a:pt x="68190" y="12700"/>
                    <a:pt x="68190" y="12700"/>
                    <a:pt x="68190" y="12700"/>
                  </a:cubicBezTo>
                  <a:lnTo>
                    <a:pt x="68323" y="12700"/>
                  </a:lnTo>
                  <a:cubicBezTo>
                    <a:pt x="68323" y="12964"/>
                    <a:pt x="68190" y="12964"/>
                    <a:pt x="68190" y="12964"/>
                  </a:cubicBezTo>
                  <a:lnTo>
                    <a:pt x="68323" y="12964"/>
                  </a:lnTo>
                  <a:lnTo>
                    <a:pt x="68450" y="12964"/>
                  </a:lnTo>
                  <a:cubicBezTo>
                    <a:pt x="68584" y="12964"/>
                    <a:pt x="68711" y="12964"/>
                    <a:pt x="68711" y="12964"/>
                  </a:cubicBezTo>
                  <a:cubicBezTo>
                    <a:pt x="68711" y="12964"/>
                    <a:pt x="68844" y="12964"/>
                    <a:pt x="68844" y="13241"/>
                  </a:cubicBezTo>
                  <a:lnTo>
                    <a:pt x="68711" y="13241"/>
                  </a:lnTo>
                  <a:cubicBezTo>
                    <a:pt x="68711" y="13517"/>
                    <a:pt x="68584" y="13517"/>
                    <a:pt x="68584" y="13517"/>
                  </a:cubicBezTo>
                  <a:lnTo>
                    <a:pt x="68584" y="13781"/>
                  </a:lnTo>
                  <a:cubicBezTo>
                    <a:pt x="68584" y="13781"/>
                    <a:pt x="68711" y="13781"/>
                    <a:pt x="68711" y="14045"/>
                  </a:cubicBezTo>
                  <a:lnTo>
                    <a:pt x="68844" y="14045"/>
                  </a:lnTo>
                  <a:cubicBezTo>
                    <a:pt x="68844" y="13781"/>
                    <a:pt x="68844" y="13781"/>
                    <a:pt x="68844" y="13517"/>
                  </a:cubicBezTo>
                  <a:lnTo>
                    <a:pt x="68971" y="13517"/>
                  </a:lnTo>
                  <a:cubicBezTo>
                    <a:pt x="69104" y="13517"/>
                    <a:pt x="69104" y="13781"/>
                    <a:pt x="69231" y="13781"/>
                  </a:cubicBezTo>
                  <a:lnTo>
                    <a:pt x="69365" y="14045"/>
                  </a:lnTo>
                  <a:cubicBezTo>
                    <a:pt x="69365" y="14045"/>
                    <a:pt x="69492" y="14322"/>
                    <a:pt x="69492" y="14599"/>
                  </a:cubicBezTo>
                  <a:lnTo>
                    <a:pt x="69492" y="14863"/>
                  </a:lnTo>
                  <a:cubicBezTo>
                    <a:pt x="69492" y="15126"/>
                    <a:pt x="69365" y="15126"/>
                    <a:pt x="69365" y="15403"/>
                  </a:cubicBezTo>
                  <a:lnTo>
                    <a:pt x="69231" y="15403"/>
                  </a:lnTo>
                  <a:lnTo>
                    <a:pt x="69231" y="15680"/>
                  </a:lnTo>
                  <a:cubicBezTo>
                    <a:pt x="69365" y="15680"/>
                    <a:pt x="69365" y="15680"/>
                    <a:pt x="69492" y="15680"/>
                  </a:cubicBezTo>
                  <a:cubicBezTo>
                    <a:pt x="69492" y="15680"/>
                    <a:pt x="69625" y="15680"/>
                    <a:pt x="69625" y="15944"/>
                  </a:cubicBezTo>
                  <a:cubicBezTo>
                    <a:pt x="69752" y="15944"/>
                    <a:pt x="69752" y="16208"/>
                    <a:pt x="69752" y="16208"/>
                  </a:cubicBezTo>
                  <a:cubicBezTo>
                    <a:pt x="69886" y="16485"/>
                    <a:pt x="69886" y="16485"/>
                    <a:pt x="70013" y="16485"/>
                  </a:cubicBezTo>
                  <a:lnTo>
                    <a:pt x="70146" y="16485"/>
                  </a:lnTo>
                  <a:cubicBezTo>
                    <a:pt x="70146" y="16485"/>
                    <a:pt x="70146" y="16762"/>
                    <a:pt x="70273" y="16762"/>
                  </a:cubicBezTo>
                  <a:cubicBezTo>
                    <a:pt x="70273" y="17026"/>
                    <a:pt x="70407" y="17026"/>
                    <a:pt x="70407" y="17026"/>
                  </a:cubicBezTo>
                  <a:lnTo>
                    <a:pt x="70667" y="17026"/>
                  </a:lnTo>
                  <a:cubicBezTo>
                    <a:pt x="70667" y="17026"/>
                    <a:pt x="70794" y="17289"/>
                    <a:pt x="70927" y="17289"/>
                  </a:cubicBezTo>
                  <a:lnTo>
                    <a:pt x="71054" y="17566"/>
                  </a:lnTo>
                  <a:lnTo>
                    <a:pt x="71181" y="17289"/>
                  </a:lnTo>
                  <a:lnTo>
                    <a:pt x="71315" y="17289"/>
                  </a:lnTo>
                  <a:cubicBezTo>
                    <a:pt x="71315" y="17289"/>
                    <a:pt x="71448" y="17289"/>
                    <a:pt x="71448" y="17566"/>
                  </a:cubicBezTo>
                  <a:cubicBezTo>
                    <a:pt x="71448" y="17566"/>
                    <a:pt x="71448" y="17843"/>
                    <a:pt x="71575" y="17843"/>
                  </a:cubicBezTo>
                  <a:cubicBezTo>
                    <a:pt x="71575" y="17843"/>
                    <a:pt x="71575" y="17843"/>
                    <a:pt x="71702" y="17843"/>
                  </a:cubicBezTo>
                  <a:lnTo>
                    <a:pt x="71836" y="17843"/>
                  </a:lnTo>
                  <a:cubicBezTo>
                    <a:pt x="71836" y="17566"/>
                    <a:pt x="71836" y="17289"/>
                    <a:pt x="71836" y="17289"/>
                  </a:cubicBezTo>
                  <a:cubicBezTo>
                    <a:pt x="71836" y="17026"/>
                    <a:pt x="71836" y="16762"/>
                    <a:pt x="71836" y="16485"/>
                  </a:cubicBezTo>
                  <a:lnTo>
                    <a:pt x="71702" y="16208"/>
                  </a:lnTo>
                  <a:cubicBezTo>
                    <a:pt x="71702" y="15944"/>
                    <a:pt x="71575" y="15680"/>
                    <a:pt x="71575" y="15680"/>
                  </a:cubicBezTo>
                  <a:cubicBezTo>
                    <a:pt x="71448" y="15680"/>
                    <a:pt x="71575" y="15126"/>
                    <a:pt x="71448" y="15126"/>
                  </a:cubicBezTo>
                  <a:cubicBezTo>
                    <a:pt x="71448" y="15126"/>
                    <a:pt x="71448" y="14863"/>
                    <a:pt x="71448" y="14599"/>
                  </a:cubicBezTo>
                  <a:lnTo>
                    <a:pt x="71315" y="14322"/>
                  </a:lnTo>
                  <a:cubicBezTo>
                    <a:pt x="71315" y="14045"/>
                    <a:pt x="71181" y="14045"/>
                    <a:pt x="71181" y="13781"/>
                  </a:cubicBezTo>
                  <a:lnTo>
                    <a:pt x="71181" y="13517"/>
                  </a:lnTo>
                  <a:lnTo>
                    <a:pt x="71315" y="13517"/>
                  </a:lnTo>
                  <a:cubicBezTo>
                    <a:pt x="71448" y="13781"/>
                    <a:pt x="71448" y="13781"/>
                    <a:pt x="71448" y="13781"/>
                  </a:cubicBezTo>
                  <a:cubicBezTo>
                    <a:pt x="71575" y="14045"/>
                    <a:pt x="71575" y="14322"/>
                    <a:pt x="71702" y="14322"/>
                  </a:cubicBezTo>
                  <a:lnTo>
                    <a:pt x="71836" y="14599"/>
                  </a:lnTo>
                  <a:cubicBezTo>
                    <a:pt x="71836" y="14599"/>
                    <a:pt x="71969" y="14599"/>
                    <a:pt x="72096" y="14599"/>
                  </a:cubicBezTo>
                  <a:cubicBezTo>
                    <a:pt x="72223" y="14863"/>
                    <a:pt x="72356" y="14863"/>
                    <a:pt x="72490" y="14863"/>
                  </a:cubicBezTo>
                  <a:cubicBezTo>
                    <a:pt x="72617" y="14863"/>
                    <a:pt x="72877" y="15126"/>
                    <a:pt x="72877" y="14863"/>
                  </a:cubicBezTo>
                  <a:cubicBezTo>
                    <a:pt x="73011" y="14863"/>
                    <a:pt x="73138" y="14863"/>
                    <a:pt x="73138" y="14863"/>
                  </a:cubicBezTo>
                  <a:cubicBezTo>
                    <a:pt x="73265" y="14863"/>
                    <a:pt x="73265" y="14599"/>
                    <a:pt x="73265" y="14599"/>
                  </a:cubicBezTo>
                  <a:cubicBezTo>
                    <a:pt x="73265" y="14322"/>
                    <a:pt x="73398" y="14322"/>
                    <a:pt x="73398" y="14322"/>
                  </a:cubicBezTo>
                  <a:cubicBezTo>
                    <a:pt x="73398" y="14322"/>
                    <a:pt x="73531" y="14322"/>
                    <a:pt x="73659" y="14322"/>
                  </a:cubicBezTo>
                  <a:cubicBezTo>
                    <a:pt x="73659" y="14322"/>
                    <a:pt x="73786" y="14045"/>
                    <a:pt x="73919" y="14045"/>
                  </a:cubicBezTo>
                  <a:cubicBezTo>
                    <a:pt x="73919" y="13781"/>
                    <a:pt x="74052" y="13781"/>
                    <a:pt x="74179" y="13781"/>
                  </a:cubicBezTo>
                  <a:cubicBezTo>
                    <a:pt x="74179" y="13781"/>
                    <a:pt x="74440" y="14045"/>
                    <a:pt x="74573" y="14045"/>
                  </a:cubicBezTo>
                  <a:cubicBezTo>
                    <a:pt x="74700" y="14322"/>
                    <a:pt x="74961" y="14599"/>
                    <a:pt x="75094" y="14599"/>
                  </a:cubicBezTo>
                  <a:cubicBezTo>
                    <a:pt x="75221" y="14863"/>
                    <a:pt x="75481" y="15126"/>
                    <a:pt x="75608" y="15126"/>
                  </a:cubicBezTo>
                  <a:lnTo>
                    <a:pt x="75742" y="15403"/>
                  </a:lnTo>
                  <a:lnTo>
                    <a:pt x="75869" y="15403"/>
                  </a:lnTo>
                  <a:lnTo>
                    <a:pt x="75869" y="15126"/>
                  </a:lnTo>
                  <a:cubicBezTo>
                    <a:pt x="75869" y="15126"/>
                    <a:pt x="75869" y="15126"/>
                    <a:pt x="75869" y="14863"/>
                  </a:cubicBezTo>
                  <a:cubicBezTo>
                    <a:pt x="75869" y="14863"/>
                    <a:pt x="75869" y="14863"/>
                    <a:pt x="75869" y="14599"/>
                  </a:cubicBezTo>
                  <a:lnTo>
                    <a:pt x="75869" y="14599"/>
                  </a:lnTo>
                  <a:cubicBezTo>
                    <a:pt x="75996" y="14599"/>
                    <a:pt x="75996" y="14322"/>
                    <a:pt x="75869" y="14322"/>
                  </a:cubicBezTo>
                  <a:lnTo>
                    <a:pt x="75869" y="14322"/>
                  </a:lnTo>
                  <a:cubicBezTo>
                    <a:pt x="75742" y="14322"/>
                    <a:pt x="75742" y="14322"/>
                    <a:pt x="75608" y="14322"/>
                  </a:cubicBezTo>
                  <a:lnTo>
                    <a:pt x="75608" y="14045"/>
                  </a:lnTo>
                  <a:lnTo>
                    <a:pt x="75608" y="13781"/>
                  </a:lnTo>
                  <a:cubicBezTo>
                    <a:pt x="75608" y="13781"/>
                    <a:pt x="75608" y="13517"/>
                    <a:pt x="75742" y="13517"/>
                  </a:cubicBezTo>
                  <a:cubicBezTo>
                    <a:pt x="75742" y="13517"/>
                    <a:pt x="75869" y="13241"/>
                    <a:pt x="75996" y="13241"/>
                  </a:cubicBezTo>
                  <a:lnTo>
                    <a:pt x="76129" y="13241"/>
                  </a:lnTo>
                  <a:cubicBezTo>
                    <a:pt x="76129" y="13517"/>
                    <a:pt x="76129" y="13517"/>
                    <a:pt x="76263" y="13517"/>
                  </a:cubicBezTo>
                  <a:cubicBezTo>
                    <a:pt x="76263" y="13781"/>
                    <a:pt x="76390" y="13781"/>
                    <a:pt x="76390" y="13781"/>
                  </a:cubicBezTo>
                  <a:lnTo>
                    <a:pt x="76517" y="13781"/>
                  </a:lnTo>
                  <a:cubicBezTo>
                    <a:pt x="76650" y="13781"/>
                    <a:pt x="76650" y="13517"/>
                    <a:pt x="76650" y="13517"/>
                  </a:cubicBezTo>
                  <a:lnTo>
                    <a:pt x="76783" y="13517"/>
                  </a:lnTo>
                  <a:cubicBezTo>
                    <a:pt x="76911" y="13517"/>
                    <a:pt x="76911" y="13517"/>
                    <a:pt x="76911" y="13517"/>
                  </a:cubicBezTo>
                  <a:cubicBezTo>
                    <a:pt x="76911" y="13517"/>
                    <a:pt x="76911" y="13241"/>
                    <a:pt x="76911" y="12964"/>
                  </a:cubicBezTo>
                  <a:cubicBezTo>
                    <a:pt x="76911" y="12964"/>
                    <a:pt x="76783" y="12964"/>
                    <a:pt x="76650" y="12964"/>
                  </a:cubicBezTo>
                  <a:lnTo>
                    <a:pt x="76517" y="12964"/>
                  </a:lnTo>
                  <a:cubicBezTo>
                    <a:pt x="76390" y="12964"/>
                    <a:pt x="76263" y="12964"/>
                    <a:pt x="76263" y="12964"/>
                  </a:cubicBezTo>
                  <a:lnTo>
                    <a:pt x="76263" y="12700"/>
                  </a:lnTo>
                  <a:cubicBezTo>
                    <a:pt x="76263" y="12700"/>
                    <a:pt x="76129" y="12700"/>
                    <a:pt x="76129" y="12436"/>
                  </a:cubicBezTo>
                  <a:lnTo>
                    <a:pt x="76129" y="12159"/>
                  </a:lnTo>
                  <a:cubicBezTo>
                    <a:pt x="75996" y="11882"/>
                    <a:pt x="75869" y="12159"/>
                    <a:pt x="75869" y="11882"/>
                  </a:cubicBezTo>
                  <a:lnTo>
                    <a:pt x="75742" y="11882"/>
                  </a:lnTo>
                  <a:cubicBezTo>
                    <a:pt x="75742" y="11618"/>
                    <a:pt x="75742" y="11618"/>
                    <a:pt x="75742" y="11355"/>
                  </a:cubicBezTo>
                  <a:lnTo>
                    <a:pt x="75869" y="11091"/>
                  </a:lnTo>
                  <a:cubicBezTo>
                    <a:pt x="75869" y="11091"/>
                    <a:pt x="75996" y="11091"/>
                    <a:pt x="75996" y="10814"/>
                  </a:cubicBezTo>
                  <a:lnTo>
                    <a:pt x="75996" y="10537"/>
                  </a:lnTo>
                  <a:lnTo>
                    <a:pt x="75869" y="10537"/>
                  </a:lnTo>
                  <a:lnTo>
                    <a:pt x="75742" y="10814"/>
                  </a:lnTo>
                  <a:lnTo>
                    <a:pt x="75608" y="10814"/>
                  </a:lnTo>
                  <a:lnTo>
                    <a:pt x="75481" y="11091"/>
                  </a:lnTo>
                  <a:cubicBezTo>
                    <a:pt x="75481" y="11355"/>
                    <a:pt x="75348" y="11355"/>
                    <a:pt x="75221" y="11355"/>
                  </a:cubicBezTo>
                  <a:lnTo>
                    <a:pt x="75094" y="11091"/>
                  </a:lnTo>
                  <a:lnTo>
                    <a:pt x="75094" y="10814"/>
                  </a:lnTo>
                  <a:cubicBezTo>
                    <a:pt x="75094" y="10537"/>
                    <a:pt x="75221" y="10273"/>
                    <a:pt x="75221" y="10273"/>
                  </a:cubicBezTo>
                  <a:cubicBezTo>
                    <a:pt x="75221" y="10273"/>
                    <a:pt x="75348" y="10009"/>
                    <a:pt x="75481" y="10009"/>
                  </a:cubicBezTo>
                  <a:cubicBezTo>
                    <a:pt x="75481" y="10009"/>
                    <a:pt x="75608" y="10009"/>
                    <a:pt x="75742" y="10009"/>
                  </a:cubicBezTo>
                  <a:lnTo>
                    <a:pt x="75869" y="10009"/>
                  </a:lnTo>
                  <a:lnTo>
                    <a:pt x="75869" y="9732"/>
                  </a:lnTo>
                  <a:cubicBezTo>
                    <a:pt x="75869" y="9732"/>
                    <a:pt x="75996" y="9455"/>
                    <a:pt x="75869" y="9455"/>
                  </a:cubicBezTo>
                  <a:lnTo>
                    <a:pt x="75869" y="9455"/>
                  </a:lnTo>
                  <a:cubicBezTo>
                    <a:pt x="75742" y="9455"/>
                    <a:pt x="75742" y="9455"/>
                    <a:pt x="75608" y="9455"/>
                  </a:cubicBezTo>
                  <a:cubicBezTo>
                    <a:pt x="75608" y="9192"/>
                    <a:pt x="75608" y="9192"/>
                    <a:pt x="75481" y="9192"/>
                  </a:cubicBezTo>
                  <a:cubicBezTo>
                    <a:pt x="75481" y="8928"/>
                    <a:pt x="75481" y="8928"/>
                    <a:pt x="75481" y="8651"/>
                  </a:cubicBezTo>
                  <a:cubicBezTo>
                    <a:pt x="75481" y="8651"/>
                    <a:pt x="75481" y="8651"/>
                    <a:pt x="75481" y="8374"/>
                  </a:cubicBezTo>
                  <a:lnTo>
                    <a:pt x="75608" y="8374"/>
                  </a:lnTo>
                  <a:lnTo>
                    <a:pt x="75742" y="8374"/>
                  </a:lnTo>
                  <a:cubicBezTo>
                    <a:pt x="75869" y="8651"/>
                    <a:pt x="75869" y="8651"/>
                    <a:pt x="75996" y="8651"/>
                  </a:cubicBezTo>
                  <a:cubicBezTo>
                    <a:pt x="75996" y="8928"/>
                    <a:pt x="76263" y="8928"/>
                    <a:pt x="76263" y="8928"/>
                  </a:cubicBezTo>
                  <a:cubicBezTo>
                    <a:pt x="76390" y="8928"/>
                    <a:pt x="76783" y="8928"/>
                    <a:pt x="76911" y="8928"/>
                  </a:cubicBezTo>
                  <a:cubicBezTo>
                    <a:pt x="77038" y="8928"/>
                    <a:pt x="77304" y="9192"/>
                    <a:pt x="77431" y="8928"/>
                  </a:cubicBezTo>
                  <a:lnTo>
                    <a:pt x="77558" y="8928"/>
                  </a:lnTo>
                  <a:cubicBezTo>
                    <a:pt x="77692" y="8928"/>
                    <a:pt x="77952" y="8928"/>
                    <a:pt x="78079" y="8928"/>
                  </a:cubicBezTo>
                  <a:cubicBezTo>
                    <a:pt x="78213" y="8928"/>
                    <a:pt x="78346" y="8928"/>
                    <a:pt x="78346" y="8928"/>
                  </a:cubicBezTo>
                  <a:cubicBezTo>
                    <a:pt x="78473" y="8928"/>
                    <a:pt x="78600" y="8928"/>
                    <a:pt x="78733" y="8928"/>
                  </a:cubicBezTo>
                  <a:cubicBezTo>
                    <a:pt x="78867" y="8928"/>
                    <a:pt x="78994" y="8928"/>
                    <a:pt x="78994" y="8928"/>
                  </a:cubicBezTo>
                  <a:cubicBezTo>
                    <a:pt x="79121" y="8928"/>
                    <a:pt x="79388" y="8928"/>
                    <a:pt x="79515" y="8928"/>
                  </a:cubicBezTo>
                  <a:cubicBezTo>
                    <a:pt x="79515" y="8928"/>
                    <a:pt x="79642" y="8928"/>
                    <a:pt x="79642" y="9192"/>
                  </a:cubicBezTo>
                  <a:cubicBezTo>
                    <a:pt x="79642" y="9192"/>
                    <a:pt x="79642" y="9192"/>
                    <a:pt x="79515" y="9192"/>
                  </a:cubicBezTo>
                  <a:lnTo>
                    <a:pt x="79388" y="9192"/>
                  </a:lnTo>
                  <a:lnTo>
                    <a:pt x="79254" y="9192"/>
                  </a:lnTo>
                  <a:cubicBezTo>
                    <a:pt x="79121" y="9192"/>
                    <a:pt x="78994" y="9192"/>
                    <a:pt x="78994" y="9192"/>
                  </a:cubicBezTo>
                  <a:lnTo>
                    <a:pt x="78867" y="9192"/>
                  </a:lnTo>
                  <a:cubicBezTo>
                    <a:pt x="78867" y="9455"/>
                    <a:pt x="78733" y="9455"/>
                    <a:pt x="78733" y="9455"/>
                  </a:cubicBezTo>
                  <a:cubicBezTo>
                    <a:pt x="78733" y="9455"/>
                    <a:pt x="78733" y="9732"/>
                    <a:pt x="78600" y="9732"/>
                  </a:cubicBezTo>
                  <a:lnTo>
                    <a:pt x="78600" y="10009"/>
                  </a:lnTo>
                  <a:lnTo>
                    <a:pt x="78733" y="10273"/>
                  </a:lnTo>
                  <a:cubicBezTo>
                    <a:pt x="78867" y="10273"/>
                    <a:pt x="78867" y="10009"/>
                    <a:pt x="78994" y="10009"/>
                  </a:cubicBezTo>
                  <a:lnTo>
                    <a:pt x="79121" y="9732"/>
                  </a:lnTo>
                  <a:cubicBezTo>
                    <a:pt x="79254" y="9732"/>
                    <a:pt x="79388" y="9732"/>
                    <a:pt x="79515" y="9455"/>
                  </a:cubicBezTo>
                  <a:lnTo>
                    <a:pt x="79775" y="9455"/>
                  </a:lnTo>
                  <a:lnTo>
                    <a:pt x="79908" y="9455"/>
                  </a:lnTo>
                  <a:cubicBezTo>
                    <a:pt x="80035" y="9455"/>
                    <a:pt x="80035" y="9732"/>
                    <a:pt x="80035" y="9732"/>
                  </a:cubicBezTo>
                  <a:lnTo>
                    <a:pt x="80035" y="10009"/>
                  </a:lnTo>
                  <a:cubicBezTo>
                    <a:pt x="80035" y="10273"/>
                    <a:pt x="80035" y="10537"/>
                    <a:pt x="80035" y="10537"/>
                  </a:cubicBezTo>
                  <a:cubicBezTo>
                    <a:pt x="79908" y="10537"/>
                    <a:pt x="79908" y="10814"/>
                    <a:pt x="79908" y="10814"/>
                  </a:cubicBezTo>
                  <a:cubicBezTo>
                    <a:pt x="79775" y="10537"/>
                    <a:pt x="79775" y="10537"/>
                    <a:pt x="79775" y="10537"/>
                  </a:cubicBezTo>
                  <a:cubicBezTo>
                    <a:pt x="79775" y="10273"/>
                    <a:pt x="79908" y="10273"/>
                    <a:pt x="79908" y="10009"/>
                  </a:cubicBezTo>
                  <a:cubicBezTo>
                    <a:pt x="79908" y="10009"/>
                    <a:pt x="79908" y="10009"/>
                    <a:pt x="79775" y="10009"/>
                  </a:cubicBezTo>
                  <a:lnTo>
                    <a:pt x="79775" y="10009"/>
                  </a:lnTo>
                  <a:lnTo>
                    <a:pt x="79642" y="10009"/>
                  </a:lnTo>
                  <a:lnTo>
                    <a:pt x="79642" y="10273"/>
                  </a:lnTo>
                  <a:lnTo>
                    <a:pt x="79642" y="10537"/>
                  </a:lnTo>
                  <a:cubicBezTo>
                    <a:pt x="79775" y="10537"/>
                    <a:pt x="79775" y="10814"/>
                    <a:pt x="79775" y="10814"/>
                  </a:cubicBezTo>
                  <a:lnTo>
                    <a:pt x="79642" y="11091"/>
                  </a:lnTo>
                  <a:lnTo>
                    <a:pt x="79515" y="10814"/>
                  </a:lnTo>
                  <a:cubicBezTo>
                    <a:pt x="79515" y="10814"/>
                    <a:pt x="79515" y="10814"/>
                    <a:pt x="79515" y="11091"/>
                  </a:cubicBezTo>
                  <a:cubicBezTo>
                    <a:pt x="79515" y="11091"/>
                    <a:pt x="79388" y="11091"/>
                    <a:pt x="79388" y="11355"/>
                  </a:cubicBezTo>
                  <a:cubicBezTo>
                    <a:pt x="79515" y="11355"/>
                    <a:pt x="79515" y="11355"/>
                    <a:pt x="79642" y="11355"/>
                  </a:cubicBezTo>
                  <a:cubicBezTo>
                    <a:pt x="79642" y="11355"/>
                    <a:pt x="79642" y="11355"/>
                    <a:pt x="79642" y="11618"/>
                  </a:cubicBezTo>
                  <a:cubicBezTo>
                    <a:pt x="79642" y="11618"/>
                    <a:pt x="79642" y="11618"/>
                    <a:pt x="79515" y="11882"/>
                  </a:cubicBezTo>
                  <a:lnTo>
                    <a:pt x="79642" y="11882"/>
                  </a:lnTo>
                  <a:cubicBezTo>
                    <a:pt x="79642" y="12159"/>
                    <a:pt x="79642" y="11882"/>
                    <a:pt x="79775" y="11882"/>
                  </a:cubicBezTo>
                  <a:lnTo>
                    <a:pt x="79775" y="11882"/>
                  </a:lnTo>
                  <a:lnTo>
                    <a:pt x="79908" y="11618"/>
                  </a:lnTo>
                  <a:lnTo>
                    <a:pt x="80035" y="11618"/>
                  </a:lnTo>
                  <a:cubicBezTo>
                    <a:pt x="80163" y="11618"/>
                    <a:pt x="80163" y="11091"/>
                    <a:pt x="80163" y="11091"/>
                  </a:cubicBezTo>
                  <a:cubicBezTo>
                    <a:pt x="80163" y="10814"/>
                    <a:pt x="80163" y="10814"/>
                    <a:pt x="80163" y="10814"/>
                  </a:cubicBezTo>
                  <a:cubicBezTo>
                    <a:pt x="80163" y="10537"/>
                    <a:pt x="80163" y="10537"/>
                    <a:pt x="80163" y="10537"/>
                  </a:cubicBezTo>
                  <a:cubicBezTo>
                    <a:pt x="80296" y="10537"/>
                    <a:pt x="80296" y="10273"/>
                    <a:pt x="80296" y="10273"/>
                  </a:cubicBezTo>
                  <a:cubicBezTo>
                    <a:pt x="80296" y="10273"/>
                    <a:pt x="80296" y="10009"/>
                    <a:pt x="80296" y="9732"/>
                  </a:cubicBezTo>
                  <a:cubicBezTo>
                    <a:pt x="80296" y="9732"/>
                    <a:pt x="80296" y="9455"/>
                    <a:pt x="80163" y="9455"/>
                  </a:cubicBezTo>
                  <a:cubicBezTo>
                    <a:pt x="80163" y="9455"/>
                    <a:pt x="80163" y="9192"/>
                    <a:pt x="80163" y="8928"/>
                  </a:cubicBezTo>
                  <a:cubicBezTo>
                    <a:pt x="80035" y="8928"/>
                    <a:pt x="80035" y="8651"/>
                    <a:pt x="80163" y="8651"/>
                  </a:cubicBezTo>
                  <a:lnTo>
                    <a:pt x="80296" y="8651"/>
                  </a:lnTo>
                  <a:cubicBezTo>
                    <a:pt x="80423" y="8651"/>
                    <a:pt x="80423" y="8651"/>
                    <a:pt x="80556" y="8651"/>
                  </a:cubicBezTo>
                  <a:cubicBezTo>
                    <a:pt x="80556" y="8651"/>
                    <a:pt x="80683" y="8374"/>
                    <a:pt x="80817" y="8374"/>
                  </a:cubicBezTo>
                  <a:cubicBezTo>
                    <a:pt x="80817" y="8374"/>
                    <a:pt x="80944" y="8374"/>
                    <a:pt x="81077" y="8374"/>
                  </a:cubicBezTo>
                  <a:cubicBezTo>
                    <a:pt x="81204" y="8110"/>
                    <a:pt x="81465" y="8374"/>
                    <a:pt x="81598" y="8374"/>
                  </a:cubicBezTo>
                  <a:cubicBezTo>
                    <a:pt x="81725" y="8374"/>
                    <a:pt x="81858" y="8374"/>
                    <a:pt x="81985" y="8651"/>
                  </a:cubicBezTo>
                  <a:cubicBezTo>
                    <a:pt x="82119" y="8651"/>
                    <a:pt x="82246" y="8928"/>
                    <a:pt x="82379" y="8928"/>
                  </a:cubicBezTo>
                  <a:cubicBezTo>
                    <a:pt x="82379" y="8928"/>
                    <a:pt x="82506" y="9192"/>
                    <a:pt x="82640" y="9192"/>
                  </a:cubicBezTo>
                  <a:cubicBezTo>
                    <a:pt x="82640" y="9455"/>
                    <a:pt x="82767" y="9455"/>
                    <a:pt x="82767" y="9732"/>
                  </a:cubicBezTo>
                  <a:lnTo>
                    <a:pt x="82640" y="9732"/>
                  </a:lnTo>
                  <a:lnTo>
                    <a:pt x="82506" y="9732"/>
                  </a:lnTo>
                  <a:cubicBezTo>
                    <a:pt x="82506" y="9732"/>
                    <a:pt x="82506" y="9732"/>
                    <a:pt x="82379" y="9732"/>
                  </a:cubicBezTo>
                  <a:lnTo>
                    <a:pt x="82379" y="9732"/>
                  </a:lnTo>
                  <a:cubicBezTo>
                    <a:pt x="82379" y="10009"/>
                    <a:pt x="82379" y="10273"/>
                    <a:pt x="82379" y="10273"/>
                  </a:cubicBezTo>
                  <a:lnTo>
                    <a:pt x="82379" y="10537"/>
                  </a:lnTo>
                  <a:cubicBezTo>
                    <a:pt x="82379" y="10537"/>
                    <a:pt x="82506" y="10537"/>
                    <a:pt x="82640" y="10537"/>
                  </a:cubicBezTo>
                  <a:cubicBezTo>
                    <a:pt x="82640" y="10537"/>
                    <a:pt x="82767" y="10273"/>
                    <a:pt x="82900" y="10273"/>
                  </a:cubicBezTo>
                  <a:cubicBezTo>
                    <a:pt x="82900" y="10273"/>
                    <a:pt x="83027" y="10273"/>
                    <a:pt x="83160" y="10273"/>
                  </a:cubicBezTo>
                  <a:cubicBezTo>
                    <a:pt x="83160" y="10273"/>
                    <a:pt x="83287" y="10537"/>
                    <a:pt x="83287" y="10814"/>
                  </a:cubicBezTo>
                  <a:cubicBezTo>
                    <a:pt x="83421" y="10814"/>
                    <a:pt x="83548" y="10537"/>
                    <a:pt x="83548" y="10537"/>
                  </a:cubicBezTo>
                  <a:cubicBezTo>
                    <a:pt x="83681" y="10814"/>
                    <a:pt x="83681" y="10814"/>
                    <a:pt x="83681" y="10814"/>
                  </a:cubicBezTo>
                  <a:cubicBezTo>
                    <a:pt x="83808" y="11091"/>
                    <a:pt x="83808" y="10814"/>
                    <a:pt x="83942" y="10814"/>
                  </a:cubicBezTo>
                  <a:lnTo>
                    <a:pt x="84069" y="10537"/>
                  </a:lnTo>
                  <a:cubicBezTo>
                    <a:pt x="84202" y="10537"/>
                    <a:pt x="84329" y="10537"/>
                    <a:pt x="84329" y="10814"/>
                  </a:cubicBezTo>
                  <a:cubicBezTo>
                    <a:pt x="84463" y="10814"/>
                    <a:pt x="84590" y="10814"/>
                    <a:pt x="84723" y="10814"/>
                  </a:cubicBezTo>
                  <a:cubicBezTo>
                    <a:pt x="84723" y="10814"/>
                    <a:pt x="84850" y="11091"/>
                    <a:pt x="84983" y="11091"/>
                  </a:cubicBezTo>
                  <a:cubicBezTo>
                    <a:pt x="84983" y="11091"/>
                    <a:pt x="85237" y="11355"/>
                    <a:pt x="85237" y="11618"/>
                  </a:cubicBezTo>
                  <a:lnTo>
                    <a:pt x="85237" y="11882"/>
                  </a:lnTo>
                  <a:lnTo>
                    <a:pt x="85110" y="11882"/>
                  </a:lnTo>
                  <a:cubicBezTo>
                    <a:pt x="85110" y="12159"/>
                    <a:pt x="85110" y="12159"/>
                    <a:pt x="85110" y="12159"/>
                  </a:cubicBezTo>
                  <a:cubicBezTo>
                    <a:pt x="85237" y="12159"/>
                    <a:pt x="85237" y="12159"/>
                    <a:pt x="85371" y="12159"/>
                  </a:cubicBezTo>
                  <a:cubicBezTo>
                    <a:pt x="85371" y="12159"/>
                    <a:pt x="85504" y="12159"/>
                    <a:pt x="85631" y="11882"/>
                  </a:cubicBezTo>
                  <a:cubicBezTo>
                    <a:pt x="85631" y="11882"/>
                    <a:pt x="85758" y="11882"/>
                    <a:pt x="85892" y="11882"/>
                  </a:cubicBezTo>
                  <a:cubicBezTo>
                    <a:pt x="85892" y="11882"/>
                    <a:pt x="86025" y="11618"/>
                    <a:pt x="86152" y="11618"/>
                  </a:cubicBezTo>
                  <a:cubicBezTo>
                    <a:pt x="86279" y="11355"/>
                    <a:pt x="86546" y="11355"/>
                    <a:pt x="86673" y="11355"/>
                  </a:cubicBezTo>
                  <a:cubicBezTo>
                    <a:pt x="86800" y="11091"/>
                    <a:pt x="87321" y="10814"/>
                    <a:pt x="87587" y="10537"/>
                  </a:cubicBezTo>
                  <a:cubicBezTo>
                    <a:pt x="87715" y="10537"/>
                    <a:pt x="87842" y="10273"/>
                    <a:pt x="87975" y="10273"/>
                  </a:cubicBezTo>
                  <a:cubicBezTo>
                    <a:pt x="88108" y="10273"/>
                    <a:pt x="88235" y="10273"/>
                    <a:pt x="88362" y="10273"/>
                  </a:cubicBezTo>
                  <a:cubicBezTo>
                    <a:pt x="88496" y="10273"/>
                    <a:pt x="88756" y="10273"/>
                    <a:pt x="88883" y="10273"/>
                  </a:cubicBezTo>
                  <a:cubicBezTo>
                    <a:pt x="89017" y="10273"/>
                    <a:pt x="89404" y="10273"/>
                    <a:pt x="89537" y="10273"/>
                  </a:cubicBezTo>
                  <a:cubicBezTo>
                    <a:pt x="89671" y="10273"/>
                    <a:pt x="89925" y="10273"/>
                    <a:pt x="90052" y="10273"/>
                  </a:cubicBezTo>
                  <a:cubicBezTo>
                    <a:pt x="90185" y="10273"/>
                    <a:pt x="90319" y="10273"/>
                    <a:pt x="90446" y="10273"/>
                  </a:cubicBezTo>
                  <a:cubicBezTo>
                    <a:pt x="90573" y="10537"/>
                    <a:pt x="90839" y="10814"/>
                    <a:pt x="90967" y="10814"/>
                  </a:cubicBezTo>
                  <a:cubicBezTo>
                    <a:pt x="90967" y="10814"/>
                    <a:pt x="91094" y="11091"/>
                    <a:pt x="91227" y="11355"/>
                  </a:cubicBezTo>
                  <a:cubicBezTo>
                    <a:pt x="91360" y="11355"/>
                    <a:pt x="91360" y="11355"/>
                    <a:pt x="91487" y="11618"/>
                  </a:cubicBezTo>
                  <a:cubicBezTo>
                    <a:pt x="91487" y="11618"/>
                    <a:pt x="91614" y="11618"/>
                    <a:pt x="91614" y="11882"/>
                  </a:cubicBezTo>
                  <a:cubicBezTo>
                    <a:pt x="91748" y="11882"/>
                    <a:pt x="91881" y="12159"/>
                    <a:pt x="91881" y="12436"/>
                  </a:cubicBezTo>
                  <a:cubicBezTo>
                    <a:pt x="91881" y="12436"/>
                    <a:pt x="91881" y="12964"/>
                    <a:pt x="92008" y="13241"/>
                  </a:cubicBezTo>
                  <a:cubicBezTo>
                    <a:pt x="92008" y="13241"/>
                    <a:pt x="92135" y="13517"/>
                    <a:pt x="92269" y="13517"/>
                  </a:cubicBezTo>
                  <a:cubicBezTo>
                    <a:pt x="92269" y="13781"/>
                    <a:pt x="92402" y="13781"/>
                    <a:pt x="92402" y="13781"/>
                  </a:cubicBezTo>
                  <a:cubicBezTo>
                    <a:pt x="92529" y="13781"/>
                    <a:pt x="92529" y="13781"/>
                    <a:pt x="92656" y="13781"/>
                  </a:cubicBezTo>
                  <a:cubicBezTo>
                    <a:pt x="92656" y="13781"/>
                    <a:pt x="92656" y="14045"/>
                    <a:pt x="92789" y="14045"/>
                  </a:cubicBezTo>
                  <a:lnTo>
                    <a:pt x="92923" y="14045"/>
                  </a:lnTo>
                  <a:cubicBezTo>
                    <a:pt x="93050" y="14045"/>
                    <a:pt x="93050" y="13781"/>
                    <a:pt x="93177" y="13781"/>
                  </a:cubicBezTo>
                  <a:lnTo>
                    <a:pt x="93310" y="14045"/>
                  </a:lnTo>
                  <a:cubicBezTo>
                    <a:pt x="93444" y="14045"/>
                    <a:pt x="93444" y="14322"/>
                    <a:pt x="93444" y="14322"/>
                  </a:cubicBezTo>
                  <a:cubicBezTo>
                    <a:pt x="93571" y="14322"/>
                    <a:pt x="93571" y="14322"/>
                    <a:pt x="93698" y="14322"/>
                  </a:cubicBezTo>
                  <a:lnTo>
                    <a:pt x="93698" y="14045"/>
                  </a:lnTo>
                  <a:lnTo>
                    <a:pt x="93698" y="13781"/>
                  </a:lnTo>
                  <a:cubicBezTo>
                    <a:pt x="93831" y="13781"/>
                    <a:pt x="93831" y="13781"/>
                    <a:pt x="93964" y="13781"/>
                  </a:cubicBezTo>
                  <a:lnTo>
                    <a:pt x="94091" y="13781"/>
                  </a:lnTo>
                  <a:cubicBezTo>
                    <a:pt x="94091" y="13781"/>
                    <a:pt x="94091" y="13781"/>
                    <a:pt x="94091" y="13517"/>
                  </a:cubicBezTo>
                  <a:cubicBezTo>
                    <a:pt x="94219" y="13517"/>
                    <a:pt x="94219" y="13241"/>
                    <a:pt x="94352" y="13241"/>
                  </a:cubicBezTo>
                  <a:lnTo>
                    <a:pt x="94485" y="13241"/>
                  </a:lnTo>
                  <a:cubicBezTo>
                    <a:pt x="94612" y="13241"/>
                    <a:pt x="94612" y="13241"/>
                    <a:pt x="94739" y="13241"/>
                  </a:cubicBezTo>
                  <a:lnTo>
                    <a:pt x="94873" y="12964"/>
                  </a:lnTo>
                  <a:lnTo>
                    <a:pt x="95133" y="12964"/>
                  </a:lnTo>
                  <a:lnTo>
                    <a:pt x="95260" y="12700"/>
                  </a:lnTo>
                  <a:cubicBezTo>
                    <a:pt x="95260" y="12700"/>
                    <a:pt x="95394" y="12436"/>
                    <a:pt x="95394" y="12700"/>
                  </a:cubicBezTo>
                  <a:cubicBezTo>
                    <a:pt x="95521" y="12700"/>
                    <a:pt x="95521" y="12700"/>
                    <a:pt x="95521" y="12700"/>
                  </a:cubicBezTo>
                  <a:cubicBezTo>
                    <a:pt x="95654" y="12700"/>
                    <a:pt x="95654" y="12700"/>
                    <a:pt x="95781" y="12700"/>
                  </a:cubicBezTo>
                  <a:lnTo>
                    <a:pt x="96041" y="12700"/>
                  </a:lnTo>
                  <a:cubicBezTo>
                    <a:pt x="96175" y="12436"/>
                    <a:pt x="96435" y="12436"/>
                    <a:pt x="96562" y="12436"/>
                  </a:cubicBezTo>
                  <a:cubicBezTo>
                    <a:pt x="96562" y="12436"/>
                    <a:pt x="96823" y="12436"/>
                    <a:pt x="96956" y="12436"/>
                  </a:cubicBezTo>
                  <a:cubicBezTo>
                    <a:pt x="97083" y="12436"/>
                    <a:pt x="97343" y="12436"/>
                    <a:pt x="97477" y="12436"/>
                  </a:cubicBezTo>
                  <a:cubicBezTo>
                    <a:pt x="97477" y="12436"/>
                    <a:pt x="97477" y="12436"/>
                    <a:pt x="97604" y="12436"/>
                  </a:cubicBezTo>
                  <a:lnTo>
                    <a:pt x="97604" y="12159"/>
                  </a:lnTo>
                  <a:lnTo>
                    <a:pt x="97737" y="11882"/>
                  </a:lnTo>
                  <a:cubicBezTo>
                    <a:pt x="97737" y="11882"/>
                    <a:pt x="97737" y="11882"/>
                    <a:pt x="97864" y="11882"/>
                  </a:cubicBezTo>
                  <a:cubicBezTo>
                    <a:pt x="97864" y="11618"/>
                    <a:pt x="97998" y="11882"/>
                    <a:pt x="97998" y="11882"/>
                  </a:cubicBezTo>
                  <a:lnTo>
                    <a:pt x="98125" y="11882"/>
                  </a:lnTo>
                  <a:cubicBezTo>
                    <a:pt x="98258" y="12159"/>
                    <a:pt x="98385" y="12159"/>
                    <a:pt x="98385" y="12159"/>
                  </a:cubicBezTo>
                  <a:cubicBezTo>
                    <a:pt x="98519" y="12159"/>
                    <a:pt x="98519" y="12159"/>
                    <a:pt x="98646" y="12436"/>
                  </a:cubicBezTo>
                  <a:cubicBezTo>
                    <a:pt x="98646" y="12436"/>
                    <a:pt x="98646" y="12700"/>
                    <a:pt x="98779" y="12700"/>
                  </a:cubicBezTo>
                  <a:cubicBezTo>
                    <a:pt x="98779" y="12700"/>
                    <a:pt x="98779" y="12700"/>
                    <a:pt x="98906" y="12700"/>
                  </a:cubicBezTo>
                  <a:lnTo>
                    <a:pt x="99039" y="12700"/>
                  </a:lnTo>
                  <a:lnTo>
                    <a:pt x="99166" y="12700"/>
                  </a:lnTo>
                  <a:cubicBezTo>
                    <a:pt x="99300" y="12964"/>
                    <a:pt x="99300" y="12964"/>
                    <a:pt x="99427" y="12964"/>
                  </a:cubicBezTo>
                  <a:lnTo>
                    <a:pt x="99560" y="12964"/>
                  </a:lnTo>
                  <a:lnTo>
                    <a:pt x="99687" y="12964"/>
                  </a:lnTo>
                  <a:cubicBezTo>
                    <a:pt x="99687" y="12964"/>
                    <a:pt x="99814" y="12964"/>
                    <a:pt x="99948" y="12964"/>
                  </a:cubicBezTo>
                  <a:cubicBezTo>
                    <a:pt x="99948" y="12964"/>
                    <a:pt x="99948" y="13241"/>
                    <a:pt x="100081" y="13241"/>
                  </a:cubicBezTo>
                  <a:cubicBezTo>
                    <a:pt x="100081" y="13241"/>
                    <a:pt x="100081" y="13517"/>
                    <a:pt x="100208" y="13517"/>
                  </a:cubicBezTo>
                  <a:cubicBezTo>
                    <a:pt x="100208" y="13517"/>
                    <a:pt x="100208" y="13781"/>
                    <a:pt x="100335" y="13781"/>
                  </a:cubicBezTo>
                  <a:lnTo>
                    <a:pt x="100468" y="13781"/>
                  </a:lnTo>
                  <a:cubicBezTo>
                    <a:pt x="100468" y="13781"/>
                    <a:pt x="100468" y="13517"/>
                    <a:pt x="100602" y="13517"/>
                  </a:cubicBezTo>
                  <a:lnTo>
                    <a:pt x="100729" y="13517"/>
                  </a:lnTo>
                  <a:cubicBezTo>
                    <a:pt x="100856" y="13517"/>
                    <a:pt x="100856" y="13781"/>
                    <a:pt x="100856" y="13781"/>
                  </a:cubicBezTo>
                  <a:cubicBezTo>
                    <a:pt x="100989" y="13781"/>
                    <a:pt x="100989" y="13781"/>
                    <a:pt x="101123" y="13517"/>
                  </a:cubicBezTo>
                  <a:lnTo>
                    <a:pt x="101123" y="13517"/>
                  </a:lnTo>
                  <a:cubicBezTo>
                    <a:pt x="101123" y="13517"/>
                    <a:pt x="101123" y="13241"/>
                    <a:pt x="100989" y="13241"/>
                  </a:cubicBezTo>
                  <a:cubicBezTo>
                    <a:pt x="100989" y="13241"/>
                    <a:pt x="100989" y="13241"/>
                    <a:pt x="100856" y="12964"/>
                  </a:cubicBezTo>
                  <a:lnTo>
                    <a:pt x="100856" y="12700"/>
                  </a:lnTo>
                  <a:cubicBezTo>
                    <a:pt x="100856" y="12700"/>
                    <a:pt x="100856" y="12436"/>
                    <a:pt x="100856" y="12159"/>
                  </a:cubicBezTo>
                  <a:cubicBezTo>
                    <a:pt x="100856" y="12159"/>
                    <a:pt x="100729" y="12159"/>
                    <a:pt x="100602" y="12159"/>
                  </a:cubicBezTo>
                  <a:cubicBezTo>
                    <a:pt x="100468" y="12159"/>
                    <a:pt x="100335" y="11882"/>
                    <a:pt x="100335" y="11882"/>
                  </a:cubicBezTo>
                  <a:cubicBezTo>
                    <a:pt x="100208" y="11618"/>
                    <a:pt x="100081" y="11618"/>
                    <a:pt x="100081" y="11355"/>
                  </a:cubicBezTo>
                  <a:cubicBezTo>
                    <a:pt x="100081" y="11355"/>
                    <a:pt x="100081" y="11091"/>
                    <a:pt x="99948" y="11091"/>
                  </a:cubicBezTo>
                  <a:lnTo>
                    <a:pt x="99814" y="11091"/>
                  </a:lnTo>
                  <a:lnTo>
                    <a:pt x="99814" y="11355"/>
                  </a:lnTo>
                  <a:cubicBezTo>
                    <a:pt x="99687" y="11355"/>
                    <a:pt x="99687" y="11355"/>
                    <a:pt x="99560" y="11355"/>
                  </a:cubicBezTo>
                  <a:lnTo>
                    <a:pt x="99560" y="11355"/>
                  </a:lnTo>
                  <a:cubicBezTo>
                    <a:pt x="99560" y="11091"/>
                    <a:pt x="99560" y="10814"/>
                    <a:pt x="99560" y="10814"/>
                  </a:cubicBezTo>
                  <a:lnTo>
                    <a:pt x="99687" y="10814"/>
                  </a:lnTo>
                  <a:cubicBezTo>
                    <a:pt x="99687" y="10537"/>
                    <a:pt x="99560" y="10537"/>
                    <a:pt x="99560" y="10273"/>
                  </a:cubicBezTo>
                  <a:cubicBezTo>
                    <a:pt x="99560" y="10273"/>
                    <a:pt x="99560" y="10009"/>
                    <a:pt x="99427" y="10009"/>
                  </a:cubicBezTo>
                  <a:lnTo>
                    <a:pt x="99300" y="9732"/>
                  </a:lnTo>
                  <a:cubicBezTo>
                    <a:pt x="99166" y="9455"/>
                    <a:pt x="99166" y="9455"/>
                    <a:pt x="99166" y="9192"/>
                  </a:cubicBezTo>
                  <a:cubicBezTo>
                    <a:pt x="99039" y="9192"/>
                    <a:pt x="99039" y="8928"/>
                    <a:pt x="99166" y="8928"/>
                  </a:cubicBezTo>
                  <a:cubicBezTo>
                    <a:pt x="99166" y="8928"/>
                    <a:pt x="99166" y="8928"/>
                    <a:pt x="99300" y="8928"/>
                  </a:cubicBezTo>
                  <a:lnTo>
                    <a:pt x="99427" y="8928"/>
                  </a:lnTo>
                  <a:cubicBezTo>
                    <a:pt x="99427" y="9192"/>
                    <a:pt x="99560" y="8928"/>
                    <a:pt x="99687" y="8928"/>
                  </a:cubicBezTo>
                  <a:lnTo>
                    <a:pt x="99948" y="9192"/>
                  </a:lnTo>
                  <a:cubicBezTo>
                    <a:pt x="100081" y="9192"/>
                    <a:pt x="100208" y="9192"/>
                    <a:pt x="100335" y="9455"/>
                  </a:cubicBezTo>
                  <a:lnTo>
                    <a:pt x="100468" y="9455"/>
                  </a:lnTo>
                  <a:cubicBezTo>
                    <a:pt x="100602" y="9455"/>
                    <a:pt x="100602" y="9455"/>
                    <a:pt x="100729" y="9455"/>
                  </a:cubicBezTo>
                  <a:lnTo>
                    <a:pt x="100729" y="9192"/>
                  </a:lnTo>
                  <a:cubicBezTo>
                    <a:pt x="100729" y="9192"/>
                    <a:pt x="100729" y="8928"/>
                    <a:pt x="100856" y="8928"/>
                  </a:cubicBezTo>
                  <a:cubicBezTo>
                    <a:pt x="100856" y="8928"/>
                    <a:pt x="100856" y="8928"/>
                    <a:pt x="100856" y="9192"/>
                  </a:cubicBezTo>
                  <a:cubicBezTo>
                    <a:pt x="100989" y="9192"/>
                    <a:pt x="100989" y="9192"/>
                    <a:pt x="101123" y="9455"/>
                  </a:cubicBezTo>
                  <a:cubicBezTo>
                    <a:pt x="101123" y="9455"/>
                    <a:pt x="101123" y="9455"/>
                    <a:pt x="101250" y="9455"/>
                  </a:cubicBezTo>
                  <a:cubicBezTo>
                    <a:pt x="101250" y="9455"/>
                    <a:pt x="101250" y="9732"/>
                    <a:pt x="101377" y="9732"/>
                  </a:cubicBezTo>
                  <a:lnTo>
                    <a:pt x="101377" y="9455"/>
                  </a:lnTo>
                  <a:cubicBezTo>
                    <a:pt x="101250" y="9455"/>
                    <a:pt x="101250" y="9192"/>
                    <a:pt x="101250" y="9192"/>
                  </a:cubicBezTo>
                  <a:cubicBezTo>
                    <a:pt x="101250" y="9192"/>
                    <a:pt x="101250" y="8928"/>
                    <a:pt x="101377" y="8928"/>
                  </a:cubicBezTo>
                  <a:lnTo>
                    <a:pt x="101377" y="8928"/>
                  </a:lnTo>
                  <a:cubicBezTo>
                    <a:pt x="101510" y="8928"/>
                    <a:pt x="101510" y="8928"/>
                    <a:pt x="101643" y="8928"/>
                  </a:cubicBezTo>
                  <a:cubicBezTo>
                    <a:pt x="101643" y="8928"/>
                    <a:pt x="101771" y="8928"/>
                    <a:pt x="101898" y="8928"/>
                  </a:cubicBezTo>
                  <a:cubicBezTo>
                    <a:pt x="102031" y="8928"/>
                    <a:pt x="102164" y="8928"/>
                    <a:pt x="102164" y="8928"/>
                  </a:cubicBezTo>
                  <a:cubicBezTo>
                    <a:pt x="102291" y="8928"/>
                    <a:pt x="102418" y="8651"/>
                    <a:pt x="102552" y="8651"/>
                  </a:cubicBezTo>
                  <a:cubicBezTo>
                    <a:pt x="102685" y="8651"/>
                    <a:pt x="102939" y="8651"/>
                    <a:pt x="103073" y="8651"/>
                  </a:cubicBezTo>
                  <a:cubicBezTo>
                    <a:pt x="103073" y="8374"/>
                    <a:pt x="103333" y="8374"/>
                    <a:pt x="103460" y="8374"/>
                  </a:cubicBezTo>
                  <a:cubicBezTo>
                    <a:pt x="103460" y="8374"/>
                    <a:pt x="103593" y="8374"/>
                    <a:pt x="103593" y="8651"/>
                  </a:cubicBezTo>
                  <a:cubicBezTo>
                    <a:pt x="103727" y="8651"/>
                    <a:pt x="103854" y="8651"/>
                    <a:pt x="103854" y="8651"/>
                  </a:cubicBezTo>
                  <a:lnTo>
                    <a:pt x="104114" y="8651"/>
                  </a:lnTo>
                  <a:cubicBezTo>
                    <a:pt x="104248" y="8651"/>
                    <a:pt x="104375" y="8928"/>
                    <a:pt x="104502" y="8928"/>
                  </a:cubicBezTo>
                  <a:cubicBezTo>
                    <a:pt x="104502" y="8928"/>
                    <a:pt x="104629" y="9192"/>
                    <a:pt x="104762" y="9192"/>
                  </a:cubicBezTo>
                  <a:cubicBezTo>
                    <a:pt x="104895" y="9192"/>
                    <a:pt x="105023" y="9192"/>
                    <a:pt x="105150" y="9192"/>
                  </a:cubicBezTo>
                  <a:cubicBezTo>
                    <a:pt x="105283" y="9192"/>
                    <a:pt x="105416" y="9192"/>
                    <a:pt x="105543" y="9192"/>
                  </a:cubicBezTo>
                  <a:cubicBezTo>
                    <a:pt x="105670" y="9192"/>
                    <a:pt x="105804" y="8928"/>
                    <a:pt x="105937" y="9192"/>
                  </a:cubicBezTo>
                  <a:lnTo>
                    <a:pt x="106064" y="9192"/>
                  </a:lnTo>
                  <a:lnTo>
                    <a:pt x="106064" y="9455"/>
                  </a:lnTo>
                  <a:cubicBezTo>
                    <a:pt x="106064" y="9732"/>
                    <a:pt x="106191" y="9455"/>
                    <a:pt x="106191" y="9455"/>
                  </a:cubicBezTo>
                  <a:cubicBezTo>
                    <a:pt x="106325" y="9732"/>
                    <a:pt x="106458" y="9455"/>
                    <a:pt x="106458" y="9732"/>
                  </a:cubicBezTo>
                  <a:cubicBezTo>
                    <a:pt x="106585" y="9732"/>
                    <a:pt x="106712" y="9732"/>
                    <a:pt x="106845" y="9732"/>
                  </a:cubicBezTo>
                  <a:cubicBezTo>
                    <a:pt x="106979" y="10009"/>
                    <a:pt x="107106" y="10009"/>
                    <a:pt x="107233" y="10009"/>
                  </a:cubicBezTo>
                  <a:cubicBezTo>
                    <a:pt x="107233" y="10273"/>
                    <a:pt x="107366" y="10273"/>
                    <a:pt x="107366" y="10273"/>
                  </a:cubicBezTo>
                  <a:cubicBezTo>
                    <a:pt x="107500" y="10273"/>
                    <a:pt x="107627" y="10273"/>
                    <a:pt x="107627" y="10273"/>
                  </a:cubicBezTo>
                  <a:cubicBezTo>
                    <a:pt x="107754" y="10273"/>
                    <a:pt x="107887" y="10009"/>
                    <a:pt x="107887" y="10009"/>
                  </a:cubicBezTo>
                  <a:cubicBezTo>
                    <a:pt x="108020" y="10009"/>
                    <a:pt x="108147" y="10009"/>
                    <a:pt x="108275" y="10009"/>
                  </a:cubicBezTo>
                  <a:cubicBezTo>
                    <a:pt x="108408" y="10273"/>
                    <a:pt x="108668" y="10273"/>
                    <a:pt x="108795" y="10537"/>
                  </a:cubicBezTo>
                  <a:cubicBezTo>
                    <a:pt x="108929" y="10537"/>
                    <a:pt x="109189" y="10814"/>
                    <a:pt x="109316" y="10814"/>
                  </a:cubicBezTo>
                  <a:cubicBezTo>
                    <a:pt x="109316" y="10814"/>
                    <a:pt x="109577" y="11091"/>
                    <a:pt x="109710" y="11091"/>
                  </a:cubicBezTo>
                  <a:cubicBezTo>
                    <a:pt x="109837" y="11355"/>
                    <a:pt x="110097" y="11355"/>
                    <a:pt x="110097" y="11355"/>
                  </a:cubicBezTo>
                  <a:cubicBezTo>
                    <a:pt x="110231" y="11618"/>
                    <a:pt x="110491" y="11882"/>
                    <a:pt x="110618" y="11882"/>
                  </a:cubicBezTo>
                  <a:lnTo>
                    <a:pt x="110752" y="11618"/>
                  </a:lnTo>
                  <a:lnTo>
                    <a:pt x="110879" y="11355"/>
                  </a:lnTo>
                  <a:cubicBezTo>
                    <a:pt x="110879" y="11618"/>
                    <a:pt x="111012" y="11618"/>
                    <a:pt x="111012" y="11618"/>
                  </a:cubicBezTo>
                  <a:cubicBezTo>
                    <a:pt x="111012" y="11618"/>
                    <a:pt x="111139" y="11618"/>
                    <a:pt x="111272" y="11618"/>
                  </a:cubicBezTo>
                  <a:cubicBezTo>
                    <a:pt x="111272" y="11618"/>
                    <a:pt x="111272" y="11618"/>
                    <a:pt x="111399" y="11618"/>
                  </a:cubicBezTo>
                  <a:cubicBezTo>
                    <a:pt x="111399" y="11882"/>
                    <a:pt x="111399" y="12159"/>
                    <a:pt x="111533" y="12159"/>
                  </a:cubicBezTo>
                  <a:cubicBezTo>
                    <a:pt x="111533" y="12159"/>
                    <a:pt x="111533" y="12159"/>
                    <a:pt x="111660" y="12159"/>
                  </a:cubicBezTo>
                  <a:lnTo>
                    <a:pt x="111660" y="11882"/>
                  </a:lnTo>
                  <a:lnTo>
                    <a:pt x="111793" y="11882"/>
                  </a:lnTo>
                  <a:lnTo>
                    <a:pt x="111920" y="11882"/>
                  </a:lnTo>
                  <a:cubicBezTo>
                    <a:pt x="111920" y="12159"/>
                    <a:pt x="112054" y="12159"/>
                    <a:pt x="112054" y="12159"/>
                  </a:cubicBezTo>
                  <a:cubicBezTo>
                    <a:pt x="112181" y="12159"/>
                    <a:pt x="112181" y="12700"/>
                    <a:pt x="112181" y="12700"/>
                  </a:cubicBezTo>
                  <a:lnTo>
                    <a:pt x="112314" y="12964"/>
                  </a:lnTo>
                  <a:cubicBezTo>
                    <a:pt x="112314" y="12964"/>
                    <a:pt x="112441" y="12964"/>
                    <a:pt x="112575" y="12964"/>
                  </a:cubicBezTo>
                  <a:cubicBezTo>
                    <a:pt x="112575" y="12964"/>
                    <a:pt x="112575" y="12964"/>
                    <a:pt x="112702" y="12964"/>
                  </a:cubicBezTo>
                  <a:lnTo>
                    <a:pt x="112702" y="12700"/>
                  </a:lnTo>
                  <a:lnTo>
                    <a:pt x="112575" y="12436"/>
                  </a:lnTo>
                  <a:lnTo>
                    <a:pt x="112575" y="12159"/>
                  </a:lnTo>
                  <a:cubicBezTo>
                    <a:pt x="112702" y="12159"/>
                    <a:pt x="112702" y="12159"/>
                    <a:pt x="112702" y="12159"/>
                  </a:cubicBezTo>
                  <a:cubicBezTo>
                    <a:pt x="112835" y="12436"/>
                    <a:pt x="112835" y="12436"/>
                    <a:pt x="112835" y="12436"/>
                  </a:cubicBezTo>
                  <a:cubicBezTo>
                    <a:pt x="112962" y="12436"/>
                    <a:pt x="112962" y="12436"/>
                    <a:pt x="113095" y="12436"/>
                  </a:cubicBezTo>
                  <a:cubicBezTo>
                    <a:pt x="113095" y="12436"/>
                    <a:pt x="113095" y="12700"/>
                    <a:pt x="113222" y="12700"/>
                  </a:cubicBezTo>
                  <a:cubicBezTo>
                    <a:pt x="113222" y="12964"/>
                    <a:pt x="113356" y="12964"/>
                    <a:pt x="113356" y="13241"/>
                  </a:cubicBezTo>
                  <a:cubicBezTo>
                    <a:pt x="113356" y="13241"/>
                    <a:pt x="113483" y="13241"/>
                    <a:pt x="113483" y="13517"/>
                  </a:cubicBezTo>
                  <a:lnTo>
                    <a:pt x="113616" y="13781"/>
                  </a:lnTo>
                  <a:cubicBezTo>
                    <a:pt x="113743" y="13781"/>
                    <a:pt x="113743" y="13781"/>
                    <a:pt x="113743" y="13517"/>
                  </a:cubicBezTo>
                  <a:cubicBezTo>
                    <a:pt x="113743" y="13517"/>
                    <a:pt x="113743" y="13517"/>
                    <a:pt x="113877" y="13241"/>
                  </a:cubicBezTo>
                  <a:lnTo>
                    <a:pt x="114004" y="13241"/>
                  </a:lnTo>
                  <a:lnTo>
                    <a:pt x="114137" y="13517"/>
                  </a:lnTo>
                  <a:cubicBezTo>
                    <a:pt x="114137" y="13781"/>
                    <a:pt x="114264" y="14045"/>
                    <a:pt x="114264" y="14045"/>
                  </a:cubicBezTo>
                  <a:cubicBezTo>
                    <a:pt x="114264" y="14045"/>
                    <a:pt x="114391" y="14322"/>
                    <a:pt x="114391" y="14599"/>
                  </a:cubicBezTo>
                  <a:cubicBezTo>
                    <a:pt x="114524" y="14599"/>
                    <a:pt x="114524" y="14863"/>
                    <a:pt x="114524" y="14863"/>
                  </a:cubicBezTo>
                  <a:cubicBezTo>
                    <a:pt x="114658" y="14863"/>
                    <a:pt x="114785" y="14863"/>
                    <a:pt x="114785" y="15126"/>
                  </a:cubicBezTo>
                  <a:cubicBezTo>
                    <a:pt x="114785" y="15126"/>
                    <a:pt x="114912" y="15126"/>
                    <a:pt x="114912" y="15403"/>
                  </a:cubicBezTo>
                  <a:cubicBezTo>
                    <a:pt x="114912" y="15403"/>
                    <a:pt x="114912" y="15680"/>
                    <a:pt x="115045" y="15680"/>
                  </a:cubicBezTo>
                  <a:cubicBezTo>
                    <a:pt x="115045" y="15944"/>
                    <a:pt x="115045" y="15944"/>
                    <a:pt x="115045" y="15944"/>
                  </a:cubicBezTo>
                  <a:cubicBezTo>
                    <a:pt x="115179" y="15944"/>
                    <a:pt x="115179" y="15944"/>
                    <a:pt x="115179" y="15944"/>
                  </a:cubicBezTo>
                  <a:cubicBezTo>
                    <a:pt x="115306" y="15944"/>
                    <a:pt x="115433" y="15944"/>
                    <a:pt x="115433" y="15944"/>
                  </a:cubicBezTo>
                  <a:lnTo>
                    <a:pt x="115566" y="16208"/>
                  </a:lnTo>
                  <a:cubicBezTo>
                    <a:pt x="115566" y="16208"/>
                    <a:pt x="115699" y="16208"/>
                    <a:pt x="115699" y="16485"/>
                  </a:cubicBezTo>
                  <a:cubicBezTo>
                    <a:pt x="115827" y="16485"/>
                    <a:pt x="115827" y="16485"/>
                    <a:pt x="115827" y="16762"/>
                  </a:cubicBezTo>
                  <a:lnTo>
                    <a:pt x="115954" y="16762"/>
                  </a:lnTo>
                  <a:lnTo>
                    <a:pt x="116087" y="16762"/>
                  </a:lnTo>
                  <a:lnTo>
                    <a:pt x="116087" y="16485"/>
                  </a:lnTo>
                  <a:cubicBezTo>
                    <a:pt x="116087" y="16485"/>
                    <a:pt x="115954" y="16485"/>
                    <a:pt x="115954" y="16208"/>
                  </a:cubicBezTo>
                  <a:cubicBezTo>
                    <a:pt x="115954" y="16208"/>
                    <a:pt x="115954" y="16208"/>
                    <a:pt x="115954" y="15944"/>
                  </a:cubicBezTo>
                  <a:lnTo>
                    <a:pt x="116087" y="15944"/>
                  </a:lnTo>
                  <a:cubicBezTo>
                    <a:pt x="116087" y="16208"/>
                    <a:pt x="116220" y="16208"/>
                    <a:pt x="116220" y="16208"/>
                  </a:cubicBezTo>
                  <a:lnTo>
                    <a:pt x="116220" y="16485"/>
                  </a:lnTo>
                  <a:cubicBezTo>
                    <a:pt x="116347" y="16485"/>
                    <a:pt x="116347" y="16485"/>
                    <a:pt x="116347" y="16485"/>
                  </a:cubicBezTo>
                  <a:cubicBezTo>
                    <a:pt x="116347" y="16485"/>
                    <a:pt x="116347" y="16208"/>
                    <a:pt x="116347" y="15944"/>
                  </a:cubicBezTo>
                  <a:lnTo>
                    <a:pt x="116220" y="15680"/>
                  </a:lnTo>
                  <a:lnTo>
                    <a:pt x="116220" y="15680"/>
                  </a:lnTo>
                  <a:cubicBezTo>
                    <a:pt x="116087" y="15680"/>
                    <a:pt x="116087" y="15403"/>
                    <a:pt x="116087" y="15403"/>
                  </a:cubicBezTo>
                  <a:lnTo>
                    <a:pt x="115954" y="15403"/>
                  </a:lnTo>
                  <a:cubicBezTo>
                    <a:pt x="115827" y="15403"/>
                    <a:pt x="115699" y="15403"/>
                    <a:pt x="115699" y="15403"/>
                  </a:cubicBezTo>
                  <a:lnTo>
                    <a:pt x="115566" y="15126"/>
                  </a:lnTo>
                  <a:cubicBezTo>
                    <a:pt x="115566" y="14863"/>
                    <a:pt x="115433" y="14863"/>
                    <a:pt x="115433" y="14863"/>
                  </a:cubicBezTo>
                  <a:cubicBezTo>
                    <a:pt x="115306" y="14599"/>
                    <a:pt x="115306" y="14599"/>
                    <a:pt x="115179" y="14599"/>
                  </a:cubicBezTo>
                  <a:cubicBezTo>
                    <a:pt x="115179" y="14599"/>
                    <a:pt x="115045" y="14599"/>
                    <a:pt x="114912" y="14599"/>
                  </a:cubicBezTo>
                  <a:lnTo>
                    <a:pt x="114912" y="14322"/>
                  </a:lnTo>
                  <a:cubicBezTo>
                    <a:pt x="114912" y="14322"/>
                    <a:pt x="114785" y="14045"/>
                    <a:pt x="114912" y="14045"/>
                  </a:cubicBezTo>
                  <a:cubicBezTo>
                    <a:pt x="114912" y="14045"/>
                    <a:pt x="114912" y="14045"/>
                    <a:pt x="115045" y="14045"/>
                  </a:cubicBezTo>
                  <a:cubicBezTo>
                    <a:pt x="115045" y="14045"/>
                    <a:pt x="115179" y="14045"/>
                    <a:pt x="115306" y="14045"/>
                  </a:cubicBezTo>
                  <a:cubicBezTo>
                    <a:pt x="115306" y="14045"/>
                    <a:pt x="115433" y="14045"/>
                    <a:pt x="115433" y="13781"/>
                  </a:cubicBezTo>
                  <a:lnTo>
                    <a:pt x="115566" y="14045"/>
                  </a:lnTo>
                  <a:lnTo>
                    <a:pt x="115699" y="14045"/>
                  </a:lnTo>
                  <a:lnTo>
                    <a:pt x="115699" y="14322"/>
                  </a:lnTo>
                  <a:cubicBezTo>
                    <a:pt x="115827" y="14322"/>
                    <a:pt x="115827" y="14322"/>
                    <a:pt x="115954" y="14322"/>
                  </a:cubicBezTo>
                  <a:lnTo>
                    <a:pt x="116087" y="14322"/>
                  </a:lnTo>
                  <a:cubicBezTo>
                    <a:pt x="116087" y="14322"/>
                    <a:pt x="116087" y="14322"/>
                    <a:pt x="116087" y="14045"/>
                  </a:cubicBezTo>
                  <a:lnTo>
                    <a:pt x="116087" y="14045"/>
                  </a:lnTo>
                  <a:lnTo>
                    <a:pt x="115954" y="14045"/>
                  </a:lnTo>
                  <a:lnTo>
                    <a:pt x="115954" y="13781"/>
                  </a:lnTo>
                  <a:cubicBezTo>
                    <a:pt x="115954" y="13781"/>
                    <a:pt x="115954" y="13781"/>
                    <a:pt x="115954" y="13517"/>
                  </a:cubicBezTo>
                  <a:cubicBezTo>
                    <a:pt x="115954" y="13517"/>
                    <a:pt x="116087" y="13517"/>
                    <a:pt x="116220" y="13517"/>
                  </a:cubicBezTo>
                  <a:lnTo>
                    <a:pt x="116347" y="13781"/>
                  </a:lnTo>
                  <a:lnTo>
                    <a:pt x="116474" y="13781"/>
                  </a:lnTo>
                  <a:cubicBezTo>
                    <a:pt x="116608" y="13517"/>
                    <a:pt x="116741" y="13517"/>
                    <a:pt x="116741" y="13517"/>
                  </a:cubicBezTo>
                  <a:cubicBezTo>
                    <a:pt x="116868" y="13781"/>
                    <a:pt x="116995" y="13781"/>
                    <a:pt x="117129" y="13781"/>
                  </a:cubicBezTo>
                  <a:lnTo>
                    <a:pt x="117262" y="14045"/>
                  </a:lnTo>
                  <a:cubicBezTo>
                    <a:pt x="117389" y="14045"/>
                    <a:pt x="117389" y="14322"/>
                    <a:pt x="117516" y="14599"/>
                  </a:cubicBezTo>
                  <a:cubicBezTo>
                    <a:pt x="117516" y="14599"/>
                    <a:pt x="117783" y="14599"/>
                    <a:pt x="117783" y="14863"/>
                  </a:cubicBezTo>
                  <a:cubicBezTo>
                    <a:pt x="117910" y="14863"/>
                    <a:pt x="118170" y="14863"/>
                    <a:pt x="118170" y="15126"/>
                  </a:cubicBezTo>
                  <a:cubicBezTo>
                    <a:pt x="118304" y="15126"/>
                    <a:pt x="118431" y="15126"/>
                    <a:pt x="118431" y="15126"/>
                  </a:cubicBezTo>
                  <a:cubicBezTo>
                    <a:pt x="118558" y="15126"/>
                    <a:pt x="118691" y="15126"/>
                    <a:pt x="118691" y="15126"/>
                  </a:cubicBezTo>
                  <a:cubicBezTo>
                    <a:pt x="118818" y="15403"/>
                    <a:pt x="118951" y="15403"/>
                    <a:pt x="118951" y="15680"/>
                  </a:cubicBezTo>
                  <a:cubicBezTo>
                    <a:pt x="119079" y="15680"/>
                    <a:pt x="119206" y="15680"/>
                    <a:pt x="119206" y="15680"/>
                  </a:cubicBezTo>
                  <a:cubicBezTo>
                    <a:pt x="119206" y="15680"/>
                    <a:pt x="119339" y="15680"/>
                    <a:pt x="119472" y="15680"/>
                  </a:cubicBezTo>
                  <a:cubicBezTo>
                    <a:pt x="119472" y="15680"/>
                    <a:pt x="119472" y="15403"/>
                    <a:pt x="119599" y="15403"/>
                  </a:cubicBezTo>
                  <a:lnTo>
                    <a:pt x="119726" y="15403"/>
                  </a:lnTo>
                  <a:cubicBezTo>
                    <a:pt x="119860" y="15403"/>
                    <a:pt x="119993" y="15403"/>
                    <a:pt x="119993" y="15680"/>
                  </a:cubicBezTo>
                  <a:cubicBezTo>
                    <a:pt x="119993" y="15680"/>
                    <a:pt x="119993" y="15680"/>
                    <a:pt x="119993" y="15944"/>
                  </a:cubicBezTo>
                  <a:lnTo>
                    <a:pt x="119993" y="15944"/>
                  </a:lnTo>
                  <a:lnTo>
                    <a:pt x="119860" y="16208"/>
                  </a:lnTo>
                  <a:cubicBezTo>
                    <a:pt x="119860" y="16208"/>
                    <a:pt x="119726" y="15944"/>
                    <a:pt x="119726" y="16208"/>
                  </a:cubicBezTo>
                  <a:lnTo>
                    <a:pt x="119599" y="16208"/>
                  </a:lnTo>
                  <a:lnTo>
                    <a:pt x="119599" y="16485"/>
                  </a:lnTo>
                  <a:cubicBezTo>
                    <a:pt x="119599" y="16485"/>
                    <a:pt x="119726" y="16485"/>
                    <a:pt x="119726" y="16762"/>
                  </a:cubicBezTo>
                  <a:cubicBezTo>
                    <a:pt x="119726" y="16762"/>
                    <a:pt x="119726" y="16762"/>
                    <a:pt x="119726" y="17026"/>
                  </a:cubicBezTo>
                  <a:cubicBezTo>
                    <a:pt x="119860" y="17026"/>
                    <a:pt x="119860" y="17289"/>
                    <a:pt x="119860" y="17289"/>
                  </a:cubicBezTo>
                  <a:lnTo>
                    <a:pt x="119860" y="17566"/>
                  </a:lnTo>
                  <a:cubicBezTo>
                    <a:pt x="119726" y="17566"/>
                    <a:pt x="119726" y="17566"/>
                    <a:pt x="119599" y="17566"/>
                  </a:cubicBezTo>
                  <a:lnTo>
                    <a:pt x="119472" y="17566"/>
                  </a:lnTo>
                  <a:lnTo>
                    <a:pt x="119339" y="17289"/>
                  </a:lnTo>
                  <a:lnTo>
                    <a:pt x="119206" y="17289"/>
                  </a:lnTo>
                  <a:lnTo>
                    <a:pt x="119079" y="17289"/>
                  </a:lnTo>
                  <a:cubicBezTo>
                    <a:pt x="119079" y="17289"/>
                    <a:pt x="119079" y="17289"/>
                    <a:pt x="119079" y="17566"/>
                  </a:cubicBezTo>
                  <a:lnTo>
                    <a:pt x="119206" y="17566"/>
                  </a:lnTo>
                  <a:lnTo>
                    <a:pt x="119339" y="17566"/>
                  </a:lnTo>
                  <a:cubicBezTo>
                    <a:pt x="119339" y="17843"/>
                    <a:pt x="119472" y="17843"/>
                    <a:pt x="119472" y="17843"/>
                  </a:cubicBezTo>
                  <a:cubicBezTo>
                    <a:pt x="119472" y="17843"/>
                    <a:pt x="119599" y="17843"/>
                    <a:pt x="119599" y="18107"/>
                  </a:cubicBezTo>
                  <a:lnTo>
                    <a:pt x="119599" y="18371"/>
                  </a:lnTo>
                  <a:cubicBezTo>
                    <a:pt x="119599" y="18371"/>
                    <a:pt x="119599" y="18371"/>
                    <a:pt x="119472" y="18648"/>
                  </a:cubicBezTo>
                  <a:lnTo>
                    <a:pt x="119339" y="18648"/>
                  </a:lnTo>
                  <a:lnTo>
                    <a:pt x="119206" y="18371"/>
                  </a:lnTo>
                  <a:cubicBezTo>
                    <a:pt x="119079" y="18371"/>
                    <a:pt x="119079" y="18107"/>
                    <a:pt x="118951" y="18107"/>
                  </a:cubicBezTo>
                  <a:lnTo>
                    <a:pt x="118951" y="18107"/>
                  </a:lnTo>
                  <a:cubicBezTo>
                    <a:pt x="118818" y="18107"/>
                    <a:pt x="118691" y="18107"/>
                    <a:pt x="118691" y="18107"/>
                  </a:cubicBezTo>
                  <a:lnTo>
                    <a:pt x="118558" y="18371"/>
                  </a:lnTo>
                  <a:lnTo>
                    <a:pt x="118691" y="18371"/>
                  </a:lnTo>
                  <a:lnTo>
                    <a:pt x="118818" y="18371"/>
                  </a:lnTo>
                  <a:cubicBezTo>
                    <a:pt x="118818" y="18648"/>
                    <a:pt x="118951" y="18371"/>
                    <a:pt x="118951" y="18648"/>
                  </a:cubicBezTo>
                  <a:lnTo>
                    <a:pt x="119079" y="18648"/>
                  </a:lnTo>
                  <a:cubicBezTo>
                    <a:pt x="119079" y="18925"/>
                    <a:pt x="119206" y="18925"/>
                    <a:pt x="119206" y="18925"/>
                  </a:cubicBezTo>
                  <a:cubicBezTo>
                    <a:pt x="119206" y="19188"/>
                    <a:pt x="119206" y="19188"/>
                    <a:pt x="119339" y="19452"/>
                  </a:cubicBezTo>
                  <a:lnTo>
                    <a:pt x="119339" y="19452"/>
                  </a:lnTo>
                  <a:cubicBezTo>
                    <a:pt x="119339" y="19729"/>
                    <a:pt x="119339" y="19729"/>
                    <a:pt x="119339" y="19729"/>
                  </a:cubicBezTo>
                  <a:cubicBezTo>
                    <a:pt x="119472" y="19729"/>
                    <a:pt x="119472" y="19729"/>
                    <a:pt x="119599" y="19729"/>
                  </a:cubicBezTo>
                  <a:lnTo>
                    <a:pt x="119599" y="19729"/>
                  </a:lnTo>
                  <a:cubicBezTo>
                    <a:pt x="119726" y="19729"/>
                    <a:pt x="119726" y="20006"/>
                    <a:pt x="119726" y="20270"/>
                  </a:cubicBezTo>
                  <a:lnTo>
                    <a:pt x="119726" y="20270"/>
                  </a:lnTo>
                  <a:cubicBezTo>
                    <a:pt x="119599" y="20534"/>
                    <a:pt x="119599" y="20534"/>
                    <a:pt x="119472" y="20534"/>
                  </a:cubicBezTo>
                  <a:lnTo>
                    <a:pt x="119472" y="20811"/>
                  </a:lnTo>
                  <a:cubicBezTo>
                    <a:pt x="119339" y="20811"/>
                    <a:pt x="119472" y="21074"/>
                    <a:pt x="119472" y="21074"/>
                  </a:cubicBezTo>
                  <a:lnTo>
                    <a:pt x="119599" y="21074"/>
                  </a:lnTo>
                  <a:cubicBezTo>
                    <a:pt x="119599" y="21074"/>
                    <a:pt x="119599" y="20811"/>
                    <a:pt x="119726" y="20811"/>
                  </a:cubicBezTo>
                  <a:cubicBezTo>
                    <a:pt x="119726" y="20811"/>
                    <a:pt x="119726" y="20811"/>
                    <a:pt x="119726" y="21074"/>
                  </a:cubicBezTo>
                  <a:cubicBezTo>
                    <a:pt x="119860" y="21074"/>
                    <a:pt x="119860" y="21074"/>
                    <a:pt x="119860" y="21351"/>
                  </a:cubicBezTo>
                  <a:lnTo>
                    <a:pt x="119860" y="21615"/>
                  </a:lnTo>
                  <a:cubicBezTo>
                    <a:pt x="119860" y="21892"/>
                    <a:pt x="119860" y="21892"/>
                    <a:pt x="119860" y="21892"/>
                  </a:cubicBezTo>
                  <a:lnTo>
                    <a:pt x="119860" y="22156"/>
                  </a:lnTo>
                  <a:lnTo>
                    <a:pt x="119860" y="22433"/>
                  </a:lnTo>
                  <a:cubicBezTo>
                    <a:pt x="119993" y="22433"/>
                    <a:pt x="119993" y="22696"/>
                    <a:pt x="119993" y="22696"/>
                  </a:cubicBezTo>
                  <a:lnTo>
                    <a:pt x="119993" y="22973"/>
                  </a:lnTo>
                  <a:cubicBezTo>
                    <a:pt x="119860" y="23237"/>
                    <a:pt x="119726" y="22973"/>
                    <a:pt x="119726" y="22973"/>
                  </a:cubicBezTo>
                  <a:cubicBezTo>
                    <a:pt x="119599" y="22973"/>
                    <a:pt x="119472" y="22973"/>
                    <a:pt x="119472" y="22973"/>
                  </a:cubicBezTo>
                  <a:cubicBezTo>
                    <a:pt x="119472" y="22696"/>
                    <a:pt x="119339" y="22696"/>
                    <a:pt x="119339" y="22433"/>
                  </a:cubicBezTo>
                  <a:cubicBezTo>
                    <a:pt x="119339" y="22433"/>
                    <a:pt x="119206" y="22433"/>
                    <a:pt x="119206" y="22156"/>
                  </a:cubicBezTo>
                  <a:cubicBezTo>
                    <a:pt x="119079" y="22156"/>
                    <a:pt x="118951" y="22156"/>
                    <a:pt x="118951" y="22156"/>
                  </a:cubicBezTo>
                  <a:cubicBezTo>
                    <a:pt x="118951" y="22156"/>
                    <a:pt x="118818" y="22156"/>
                    <a:pt x="118691" y="22156"/>
                  </a:cubicBezTo>
                  <a:lnTo>
                    <a:pt x="118558" y="22156"/>
                  </a:lnTo>
                  <a:lnTo>
                    <a:pt x="118431" y="22156"/>
                  </a:lnTo>
                  <a:lnTo>
                    <a:pt x="118304" y="21892"/>
                  </a:lnTo>
                  <a:lnTo>
                    <a:pt x="118170" y="21892"/>
                  </a:lnTo>
                  <a:cubicBezTo>
                    <a:pt x="118037" y="21892"/>
                    <a:pt x="118037" y="21892"/>
                    <a:pt x="117910" y="21892"/>
                  </a:cubicBezTo>
                  <a:cubicBezTo>
                    <a:pt x="117910" y="21892"/>
                    <a:pt x="117910" y="21892"/>
                    <a:pt x="117783" y="21892"/>
                  </a:cubicBezTo>
                  <a:cubicBezTo>
                    <a:pt x="117783" y="21892"/>
                    <a:pt x="117649" y="21892"/>
                    <a:pt x="117516" y="21892"/>
                  </a:cubicBezTo>
                  <a:lnTo>
                    <a:pt x="117262" y="21892"/>
                  </a:lnTo>
                  <a:cubicBezTo>
                    <a:pt x="117129" y="21892"/>
                    <a:pt x="116995" y="21615"/>
                    <a:pt x="116995" y="21351"/>
                  </a:cubicBezTo>
                  <a:cubicBezTo>
                    <a:pt x="116868" y="21351"/>
                    <a:pt x="116741" y="20811"/>
                    <a:pt x="116741" y="20811"/>
                  </a:cubicBezTo>
                  <a:cubicBezTo>
                    <a:pt x="116608" y="20811"/>
                    <a:pt x="116608" y="20534"/>
                    <a:pt x="116474" y="20270"/>
                  </a:cubicBezTo>
                  <a:lnTo>
                    <a:pt x="116347" y="20270"/>
                  </a:lnTo>
                  <a:lnTo>
                    <a:pt x="116220" y="20270"/>
                  </a:lnTo>
                  <a:lnTo>
                    <a:pt x="116087" y="20270"/>
                  </a:lnTo>
                  <a:cubicBezTo>
                    <a:pt x="115954" y="20270"/>
                    <a:pt x="115954" y="20006"/>
                    <a:pt x="115954" y="20006"/>
                  </a:cubicBezTo>
                  <a:cubicBezTo>
                    <a:pt x="115827" y="20006"/>
                    <a:pt x="115699" y="20006"/>
                    <a:pt x="115566" y="20006"/>
                  </a:cubicBezTo>
                  <a:lnTo>
                    <a:pt x="115433" y="20006"/>
                  </a:lnTo>
                  <a:lnTo>
                    <a:pt x="115433" y="20270"/>
                  </a:lnTo>
                  <a:lnTo>
                    <a:pt x="115306" y="20534"/>
                  </a:lnTo>
                  <a:cubicBezTo>
                    <a:pt x="115179" y="20534"/>
                    <a:pt x="115045" y="20534"/>
                    <a:pt x="114912" y="20534"/>
                  </a:cubicBezTo>
                  <a:lnTo>
                    <a:pt x="114912" y="20811"/>
                  </a:lnTo>
                  <a:cubicBezTo>
                    <a:pt x="114785" y="20811"/>
                    <a:pt x="114785" y="20811"/>
                    <a:pt x="114658" y="20811"/>
                  </a:cubicBezTo>
                  <a:lnTo>
                    <a:pt x="114524" y="20811"/>
                  </a:lnTo>
                  <a:cubicBezTo>
                    <a:pt x="114524" y="20811"/>
                    <a:pt x="114391" y="20534"/>
                    <a:pt x="114391" y="20270"/>
                  </a:cubicBezTo>
                  <a:cubicBezTo>
                    <a:pt x="114391" y="20270"/>
                    <a:pt x="114391" y="20270"/>
                    <a:pt x="114391" y="20006"/>
                  </a:cubicBezTo>
                  <a:cubicBezTo>
                    <a:pt x="114264" y="20006"/>
                    <a:pt x="114264" y="20006"/>
                    <a:pt x="114264" y="20006"/>
                  </a:cubicBezTo>
                  <a:cubicBezTo>
                    <a:pt x="114264" y="20270"/>
                    <a:pt x="114137" y="20270"/>
                    <a:pt x="114137" y="20270"/>
                  </a:cubicBezTo>
                  <a:lnTo>
                    <a:pt x="114137" y="20270"/>
                  </a:lnTo>
                  <a:cubicBezTo>
                    <a:pt x="114004" y="20270"/>
                    <a:pt x="114004" y="20006"/>
                    <a:pt x="114004" y="20006"/>
                  </a:cubicBezTo>
                  <a:cubicBezTo>
                    <a:pt x="114004" y="19729"/>
                    <a:pt x="113877" y="19729"/>
                    <a:pt x="113877" y="19729"/>
                  </a:cubicBezTo>
                  <a:cubicBezTo>
                    <a:pt x="113877" y="19729"/>
                    <a:pt x="113743" y="19729"/>
                    <a:pt x="113616" y="19729"/>
                  </a:cubicBezTo>
                  <a:lnTo>
                    <a:pt x="113483" y="19729"/>
                  </a:lnTo>
                  <a:cubicBezTo>
                    <a:pt x="113483" y="19452"/>
                    <a:pt x="113356" y="19452"/>
                    <a:pt x="113356" y="19188"/>
                  </a:cubicBezTo>
                  <a:lnTo>
                    <a:pt x="113483" y="19188"/>
                  </a:lnTo>
                  <a:cubicBezTo>
                    <a:pt x="113483" y="19188"/>
                    <a:pt x="113483" y="19188"/>
                    <a:pt x="113616" y="19188"/>
                  </a:cubicBezTo>
                  <a:lnTo>
                    <a:pt x="113616" y="18925"/>
                  </a:lnTo>
                  <a:lnTo>
                    <a:pt x="113483" y="18648"/>
                  </a:lnTo>
                  <a:lnTo>
                    <a:pt x="113356" y="18648"/>
                  </a:lnTo>
                  <a:lnTo>
                    <a:pt x="113222" y="18371"/>
                  </a:lnTo>
                  <a:cubicBezTo>
                    <a:pt x="113222" y="18371"/>
                    <a:pt x="113222" y="18107"/>
                    <a:pt x="113222" y="17843"/>
                  </a:cubicBezTo>
                  <a:lnTo>
                    <a:pt x="113095" y="17843"/>
                  </a:lnTo>
                  <a:lnTo>
                    <a:pt x="113095" y="18107"/>
                  </a:lnTo>
                  <a:lnTo>
                    <a:pt x="113095" y="18371"/>
                  </a:lnTo>
                  <a:cubicBezTo>
                    <a:pt x="113095" y="18648"/>
                    <a:pt x="113095" y="18648"/>
                    <a:pt x="113095" y="18925"/>
                  </a:cubicBezTo>
                  <a:cubicBezTo>
                    <a:pt x="113095" y="18925"/>
                    <a:pt x="112962" y="18925"/>
                    <a:pt x="112962" y="19188"/>
                  </a:cubicBezTo>
                  <a:lnTo>
                    <a:pt x="112835" y="19188"/>
                  </a:lnTo>
                  <a:cubicBezTo>
                    <a:pt x="112835" y="18925"/>
                    <a:pt x="112835" y="18925"/>
                    <a:pt x="112835" y="18925"/>
                  </a:cubicBezTo>
                  <a:cubicBezTo>
                    <a:pt x="112835" y="18648"/>
                    <a:pt x="112702" y="18648"/>
                    <a:pt x="112702" y="18648"/>
                  </a:cubicBezTo>
                  <a:lnTo>
                    <a:pt x="112575" y="18648"/>
                  </a:lnTo>
                  <a:cubicBezTo>
                    <a:pt x="112575" y="18648"/>
                    <a:pt x="112575" y="18648"/>
                    <a:pt x="112575" y="18925"/>
                  </a:cubicBezTo>
                  <a:lnTo>
                    <a:pt x="112702" y="18925"/>
                  </a:lnTo>
                  <a:cubicBezTo>
                    <a:pt x="112702" y="19188"/>
                    <a:pt x="112702" y="19188"/>
                    <a:pt x="112702" y="19188"/>
                  </a:cubicBezTo>
                  <a:cubicBezTo>
                    <a:pt x="112575" y="19188"/>
                    <a:pt x="112575" y="19188"/>
                    <a:pt x="112575" y="19188"/>
                  </a:cubicBezTo>
                  <a:cubicBezTo>
                    <a:pt x="112441" y="19188"/>
                    <a:pt x="112441" y="19188"/>
                    <a:pt x="112441" y="19452"/>
                  </a:cubicBezTo>
                  <a:lnTo>
                    <a:pt x="112441" y="19452"/>
                  </a:lnTo>
                  <a:lnTo>
                    <a:pt x="112575" y="19452"/>
                  </a:lnTo>
                  <a:lnTo>
                    <a:pt x="112702" y="19729"/>
                  </a:lnTo>
                  <a:cubicBezTo>
                    <a:pt x="112835" y="19729"/>
                    <a:pt x="112835" y="19729"/>
                    <a:pt x="112962" y="20006"/>
                  </a:cubicBezTo>
                  <a:lnTo>
                    <a:pt x="113095" y="20270"/>
                  </a:lnTo>
                  <a:cubicBezTo>
                    <a:pt x="113222" y="20270"/>
                    <a:pt x="113222" y="20534"/>
                    <a:pt x="113222" y="20534"/>
                  </a:cubicBezTo>
                  <a:cubicBezTo>
                    <a:pt x="113356" y="20811"/>
                    <a:pt x="113483" y="20811"/>
                    <a:pt x="113483" y="20811"/>
                  </a:cubicBezTo>
                  <a:cubicBezTo>
                    <a:pt x="113616" y="20811"/>
                    <a:pt x="113616" y="20534"/>
                    <a:pt x="113743" y="20534"/>
                  </a:cubicBezTo>
                  <a:cubicBezTo>
                    <a:pt x="113743" y="20534"/>
                    <a:pt x="113877" y="20811"/>
                    <a:pt x="114004" y="20811"/>
                  </a:cubicBezTo>
                  <a:lnTo>
                    <a:pt x="114137" y="21074"/>
                  </a:lnTo>
                  <a:cubicBezTo>
                    <a:pt x="114137" y="21351"/>
                    <a:pt x="114137" y="21892"/>
                    <a:pt x="114137" y="21892"/>
                  </a:cubicBezTo>
                  <a:cubicBezTo>
                    <a:pt x="114137" y="22156"/>
                    <a:pt x="114264" y="22696"/>
                    <a:pt x="114264" y="22973"/>
                  </a:cubicBezTo>
                  <a:cubicBezTo>
                    <a:pt x="114264" y="22973"/>
                    <a:pt x="114137" y="23237"/>
                    <a:pt x="114137" y="23514"/>
                  </a:cubicBezTo>
                  <a:lnTo>
                    <a:pt x="114004" y="23514"/>
                  </a:lnTo>
                  <a:cubicBezTo>
                    <a:pt x="113877" y="23778"/>
                    <a:pt x="114004" y="23778"/>
                    <a:pt x="113877" y="24055"/>
                  </a:cubicBezTo>
                  <a:lnTo>
                    <a:pt x="113877" y="24319"/>
                  </a:lnTo>
                  <a:cubicBezTo>
                    <a:pt x="113743" y="24319"/>
                    <a:pt x="113616" y="24319"/>
                    <a:pt x="113483" y="24319"/>
                  </a:cubicBezTo>
                  <a:cubicBezTo>
                    <a:pt x="113483" y="24596"/>
                    <a:pt x="113356" y="24596"/>
                    <a:pt x="113222" y="24596"/>
                  </a:cubicBezTo>
                  <a:cubicBezTo>
                    <a:pt x="113095" y="24596"/>
                    <a:pt x="112962" y="24596"/>
                    <a:pt x="112962" y="24596"/>
                  </a:cubicBezTo>
                  <a:cubicBezTo>
                    <a:pt x="112835" y="24596"/>
                    <a:pt x="112702" y="24319"/>
                    <a:pt x="112702" y="24319"/>
                  </a:cubicBezTo>
                  <a:lnTo>
                    <a:pt x="112575" y="24055"/>
                  </a:lnTo>
                  <a:cubicBezTo>
                    <a:pt x="112441" y="24055"/>
                    <a:pt x="112441" y="23778"/>
                    <a:pt x="112441" y="23778"/>
                  </a:cubicBezTo>
                  <a:cubicBezTo>
                    <a:pt x="112314" y="23778"/>
                    <a:pt x="112181" y="23778"/>
                    <a:pt x="112181" y="23778"/>
                  </a:cubicBezTo>
                  <a:cubicBezTo>
                    <a:pt x="112054" y="23778"/>
                    <a:pt x="111920" y="23778"/>
                    <a:pt x="111920" y="23778"/>
                  </a:cubicBezTo>
                  <a:cubicBezTo>
                    <a:pt x="111793" y="23778"/>
                    <a:pt x="111793" y="23778"/>
                    <a:pt x="111793" y="23778"/>
                  </a:cubicBezTo>
                  <a:cubicBezTo>
                    <a:pt x="111660" y="23778"/>
                    <a:pt x="111660" y="24055"/>
                    <a:pt x="111660" y="24055"/>
                  </a:cubicBezTo>
                  <a:cubicBezTo>
                    <a:pt x="111660" y="24055"/>
                    <a:pt x="111660" y="24055"/>
                    <a:pt x="111660" y="24319"/>
                  </a:cubicBezTo>
                  <a:lnTo>
                    <a:pt x="111793" y="24319"/>
                  </a:lnTo>
                  <a:cubicBezTo>
                    <a:pt x="111793" y="24319"/>
                    <a:pt x="111920" y="24055"/>
                    <a:pt x="112054" y="24055"/>
                  </a:cubicBezTo>
                  <a:lnTo>
                    <a:pt x="112181" y="24055"/>
                  </a:lnTo>
                  <a:cubicBezTo>
                    <a:pt x="112314" y="24055"/>
                    <a:pt x="112314" y="24319"/>
                    <a:pt x="112441" y="24319"/>
                  </a:cubicBezTo>
                  <a:lnTo>
                    <a:pt x="112441" y="24596"/>
                  </a:lnTo>
                  <a:lnTo>
                    <a:pt x="112441" y="24859"/>
                  </a:lnTo>
                  <a:lnTo>
                    <a:pt x="112314" y="24859"/>
                  </a:lnTo>
                  <a:cubicBezTo>
                    <a:pt x="112314" y="24596"/>
                    <a:pt x="112181" y="24596"/>
                    <a:pt x="112181" y="24596"/>
                  </a:cubicBezTo>
                  <a:cubicBezTo>
                    <a:pt x="112181" y="24596"/>
                    <a:pt x="112054" y="24596"/>
                    <a:pt x="111920" y="24596"/>
                  </a:cubicBezTo>
                  <a:lnTo>
                    <a:pt x="111920" y="24596"/>
                  </a:lnTo>
                  <a:cubicBezTo>
                    <a:pt x="111920" y="24859"/>
                    <a:pt x="111920" y="24859"/>
                    <a:pt x="111920" y="24859"/>
                  </a:cubicBezTo>
                  <a:cubicBezTo>
                    <a:pt x="111920" y="24859"/>
                    <a:pt x="112054" y="24859"/>
                    <a:pt x="112181" y="24859"/>
                  </a:cubicBezTo>
                  <a:cubicBezTo>
                    <a:pt x="112181" y="25136"/>
                    <a:pt x="112181" y="25136"/>
                    <a:pt x="112181" y="25400"/>
                  </a:cubicBezTo>
                  <a:cubicBezTo>
                    <a:pt x="112181" y="25400"/>
                    <a:pt x="112181" y="25400"/>
                    <a:pt x="112181" y="25677"/>
                  </a:cubicBezTo>
                  <a:cubicBezTo>
                    <a:pt x="112181" y="25677"/>
                    <a:pt x="112181" y="25677"/>
                    <a:pt x="112181" y="25941"/>
                  </a:cubicBezTo>
                  <a:lnTo>
                    <a:pt x="112314" y="26218"/>
                  </a:lnTo>
                  <a:cubicBezTo>
                    <a:pt x="112314" y="25941"/>
                    <a:pt x="112314" y="25941"/>
                    <a:pt x="112314" y="25941"/>
                  </a:cubicBezTo>
                  <a:cubicBezTo>
                    <a:pt x="112314" y="25677"/>
                    <a:pt x="112314" y="25677"/>
                    <a:pt x="112314" y="25677"/>
                  </a:cubicBezTo>
                  <a:cubicBezTo>
                    <a:pt x="112314" y="25400"/>
                    <a:pt x="112441" y="25400"/>
                    <a:pt x="112441" y="25400"/>
                  </a:cubicBezTo>
                  <a:lnTo>
                    <a:pt x="112441" y="25136"/>
                  </a:lnTo>
                  <a:cubicBezTo>
                    <a:pt x="112441" y="25136"/>
                    <a:pt x="112441" y="25136"/>
                    <a:pt x="112575" y="25136"/>
                  </a:cubicBezTo>
                  <a:lnTo>
                    <a:pt x="112575" y="25400"/>
                  </a:lnTo>
                  <a:cubicBezTo>
                    <a:pt x="112702" y="25400"/>
                    <a:pt x="112702" y="25400"/>
                    <a:pt x="112702" y="25136"/>
                  </a:cubicBezTo>
                  <a:lnTo>
                    <a:pt x="112835" y="25136"/>
                  </a:lnTo>
                  <a:cubicBezTo>
                    <a:pt x="112835" y="24859"/>
                    <a:pt x="112835" y="24859"/>
                    <a:pt x="112835" y="24859"/>
                  </a:cubicBezTo>
                  <a:lnTo>
                    <a:pt x="112962" y="24859"/>
                  </a:lnTo>
                  <a:cubicBezTo>
                    <a:pt x="113095" y="24859"/>
                    <a:pt x="113095" y="24859"/>
                    <a:pt x="113095" y="25136"/>
                  </a:cubicBezTo>
                  <a:cubicBezTo>
                    <a:pt x="113222" y="25136"/>
                    <a:pt x="113222" y="25136"/>
                    <a:pt x="113356" y="25400"/>
                  </a:cubicBezTo>
                  <a:lnTo>
                    <a:pt x="113483" y="25677"/>
                  </a:lnTo>
                  <a:cubicBezTo>
                    <a:pt x="113616" y="25677"/>
                    <a:pt x="113616" y="25941"/>
                    <a:pt x="113743" y="25941"/>
                  </a:cubicBezTo>
                  <a:lnTo>
                    <a:pt x="113877" y="26218"/>
                  </a:lnTo>
                  <a:cubicBezTo>
                    <a:pt x="114004" y="26218"/>
                    <a:pt x="114004" y="26218"/>
                    <a:pt x="114004" y="26218"/>
                  </a:cubicBezTo>
                  <a:cubicBezTo>
                    <a:pt x="114004" y="25941"/>
                    <a:pt x="114004" y="25941"/>
                    <a:pt x="114004" y="25941"/>
                  </a:cubicBezTo>
                  <a:lnTo>
                    <a:pt x="114004" y="25677"/>
                  </a:lnTo>
                  <a:cubicBezTo>
                    <a:pt x="114004" y="25677"/>
                    <a:pt x="113877" y="25677"/>
                    <a:pt x="113877" y="25400"/>
                  </a:cubicBezTo>
                  <a:lnTo>
                    <a:pt x="113877" y="25400"/>
                  </a:lnTo>
                  <a:cubicBezTo>
                    <a:pt x="113877" y="25136"/>
                    <a:pt x="114004" y="25136"/>
                    <a:pt x="114004" y="25136"/>
                  </a:cubicBezTo>
                  <a:lnTo>
                    <a:pt x="114137" y="25400"/>
                  </a:lnTo>
                  <a:lnTo>
                    <a:pt x="114264" y="25677"/>
                  </a:lnTo>
                  <a:lnTo>
                    <a:pt x="114391" y="25941"/>
                  </a:lnTo>
                  <a:lnTo>
                    <a:pt x="114524" y="26218"/>
                  </a:lnTo>
                  <a:lnTo>
                    <a:pt x="114658" y="26482"/>
                  </a:lnTo>
                  <a:cubicBezTo>
                    <a:pt x="114658" y="26482"/>
                    <a:pt x="114658" y="26482"/>
                    <a:pt x="114785" y="26482"/>
                  </a:cubicBezTo>
                  <a:cubicBezTo>
                    <a:pt x="114785" y="26482"/>
                    <a:pt x="114785" y="26482"/>
                    <a:pt x="114912" y="26482"/>
                  </a:cubicBezTo>
                  <a:lnTo>
                    <a:pt x="115045" y="26758"/>
                  </a:lnTo>
                  <a:lnTo>
                    <a:pt x="115179" y="27022"/>
                  </a:lnTo>
                  <a:cubicBezTo>
                    <a:pt x="115306" y="27299"/>
                    <a:pt x="115306" y="27299"/>
                    <a:pt x="115433" y="27563"/>
                  </a:cubicBezTo>
                  <a:lnTo>
                    <a:pt x="115433" y="27840"/>
                  </a:lnTo>
                  <a:lnTo>
                    <a:pt x="115566" y="27840"/>
                  </a:lnTo>
                  <a:lnTo>
                    <a:pt x="115699" y="27840"/>
                  </a:lnTo>
                  <a:lnTo>
                    <a:pt x="115827" y="27840"/>
                  </a:lnTo>
                  <a:cubicBezTo>
                    <a:pt x="115954" y="27840"/>
                    <a:pt x="115954" y="28104"/>
                    <a:pt x="116087" y="28104"/>
                  </a:cubicBezTo>
                  <a:lnTo>
                    <a:pt x="116220" y="28381"/>
                  </a:lnTo>
                  <a:cubicBezTo>
                    <a:pt x="116220" y="28381"/>
                    <a:pt x="116347" y="28644"/>
                    <a:pt x="116474" y="28644"/>
                  </a:cubicBezTo>
                  <a:cubicBezTo>
                    <a:pt x="116474" y="28644"/>
                    <a:pt x="116608" y="28644"/>
                    <a:pt x="116741" y="28644"/>
                  </a:cubicBezTo>
                  <a:cubicBezTo>
                    <a:pt x="116741" y="28921"/>
                    <a:pt x="116868" y="29185"/>
                    <a:pt x="116868" y="29462"/>
                  </a:cubicBezTo>
                  <a:cubicBezTo>
                    <a:pt x="116995" y="29462"/>
                    <a:pt x="116995" y="29726"/>
                    <a:pt x="117129" y="29726"/>
                  </a:cubicBezTo>
                  <a:lnTo>
                    <a:pt x="117262" y="29726"/>
                  </a:lnTo>
                  <a:cubicBezTo>
                    <a:pt x="117262" y="29726"/>
                    <a:pt x="117389" y="29726"/>
                    <a:pt x="117389" y="29990"/>
                  </a:cubicBezTo>
                  <a:cubicBezTo>
                    <a:pt x="117516" y="29990"/>
                    <a:pt x="117516" y="29990"/>
                    <a:pt x="117516" y="30267"/>
                  </a:cubicBezTo>
                  <a:lnTo>
                    <a:pt x="117649" y="30544"/>
                  </a:lnTo>
                  <a:cubicBezTo>
                    <a:pt x="117649" y="30807"/>
                    <a:pt x="117649" y="30807"/>
                    <a:pt x="117649" y="30807"/>
                  </a:cubicBezTo>
                  <a:cubicBezTo>
                    <a:pt x="117649" y="31071"/>
                    <a:pt x="117516" y="31071"/>
                    <a:pt x="117516" y="31071"/>
                  </a:cubicBezTo>
                  <a:cubicBezTo>
                    <a:pt x="117516" y="31071"/>
                    <a:pt x="117649" y="31348"/>
                    <a:pt x="117783" y="31348"/>
                  </a:cubicBezTo>
                  <a:lnTo>
                    <a:pt x="117783" y="31625"/>
                  </a:lnTo>
                  <a:cubicBezTo>
                    <a:pt x="117783" y="31889"/>
                    <a:pt x="117910" y="32152"/>
                    <a:pt x="117783" y="32152"/>
                  </a:cubicBezTo>
                  <a:lnTo>
                    <a:pt x="117649" y="32152"/>
                  </a:lnTo>
                  <a:cubicBezTo>
                    <a:pt x="117516" y="32152"/>
                    <a:pt x="117516" y="31889"/>
                    <a:pt x="117389" y="31889"/>
                  </a:cubicBezTo>
                  <a:lnTo>
                    <a:pt x="117262" y="31625"/>
                  </a:lnTo>
                  <a:cubicBezTo>
                    <a:pt x="117129" y="31625"/>
                    <a:pt x="116995" y="31348"/>
                    <a:pt x="116995" y="31348"/>
                  </a:cubicBezTo>
                  <a:cubicBezTo>
                    <a:pt x="116868" y="31348"/>
                    <a:pt x="116608" y="31625"/>
                    <a:pt x="116608" y="31625"/>
                  </a:cubicBezTo>
                  <a:cubicBezTo>
                    <a:pt x="116474" y="31625"/>
                    <a:pt x="116347" y="31625"/>
                    <a:pt x="116220" y="31625"/>
                  </a:cubicBezTo>
                  <a:cubicBezTo>
                    <a:pt x="116220" y="31625"/>
                    <a:pt x="116087" y="31625"/>
                    <a:pt x="116087" y="31348"/>
                  </a:cubicBezTo>
                  <a:lnTo>
                    <a:pt x="115954" y="31348"/>
                  </a:lnTo>
                  <a:cubicBezTo>
                    <a:pt x="115827" y="31348"/>
                    <a:pt x="115699" y="31348"/>
                    <a:pt x="115699" y="31348"/>
                  </a:cubicBezTo>
                  <a:lnTo>
                    <a:pt x="115827" y="31625"/>
                  </a:lnTo>
                  <a:cubicBezTo>
                    <a:pt x="115827" y="31625"/>
                    <a:pt x="115954" y="31625"/>
                    <a:pt x="115954" y="31889"/>
                  </a:cubicBezTo>
                  <a:lnTo>
                    <a:pt x="115954" y="32152"/>
                  </a:lnTo>
                  <a:lnTo>
                    <a:pt x="115827" y="32429"/>
                  </a:lnTo>
                  <a:cubicBezTo>
                    <a:pt x="115827" y="32429"/>
                    <a:pt x="115699" y="32429"/>
                    <a:pt x="115699" y="32706"/>
                  </a:cubicBezTo>
                  <a:cubicBezTo>
                    <a:pt x="115699" y="32706"/>
                    <a:pt x="115699" y="32970"/>
                    <a:pt x="115566" y="32970"/>
                  </a:cubicBezTo>
                  <a:cubicBezTo>
                    <a:pt x="115566" y="33234"/>
                    <a:pt x="115566" y="33511"/>
                    <a:pt x="115566" y="33511"/>
                  </a:cubicBezTo>
                  <a:cubicBezTo>
                    <a:pt x="115566" y="33788"/>
                    <a:pt x="115433" y="33788"/>
                    <a:pt x="115433" y="34052"/>
                  </a:cubicBezTo>
                  <a:lnTo>
                    <a:pt x="115306" y="34315"/>
                  </a:lnTo>
                  <a:lnTo>
                    <a:pt x="115179" y="34315"/>
                  </a:lnTo>
                  <a:cubicBezTo>
                    <a:pt x="115179" y="34592"/>
                    <a:pt x="115179" y="34869"/>
                    <a:pt x="115045" y="34869"/>
                  </a:cubicBezTo>
                  <a:cubicBezTo>
                    <a:pt x="115045" y="34869"/>
                    <a:pt x="115045" y="35133"/>
                    <a:pt x="115045" y="35397"/>
                  </a:cubicBezTo>
                  <a:cubicBezTo>
                    <a:pt x="114912" y="35397"/>
                    <a:pt x="114912" y="35674"/>
                    <a:pt x="114912" y="35674"/>
                  </a:cubicBezTo>
                  <a:cubicBezTo>
                    <a:pt x="114785" y="35674"/>
                    <a:pt x="114785" y="35674"/>
                    <a:pt x="114658" y="35674"/>
                  </a:cubicBezTo>
                  <a:lnTo>
                    <a:pt x="114658" y="35951"/>
                  </a:lnTo>
                  <a:cubicBezTo>
                    <a:pt x="114658" y="35951"/>
                    <a:pt x="114658" y="36214"/>
                    <a:pt x="114785" y="36214"/>
                  </a:cubicBezTo>
                  <a:cubicBezTo>
                    <a:pt x="114785" y="36478"/>
                    <a:pt x="114785" y="36755"/>
                    <a:pt x="114785" y="36755"/>
                  </a:cubicBezTo>
                  <a:cubicBezTo>
                    <a:pt x="114785" y="36755"/>
                    <a:pt x="114658" y="37032"/>
                    <a:pt x="114658" y="37296"/>
                  </a:cubicBezTo>
                  <a:cubicBezTo>
                    <a:pt x="114658" y="37296"/>
                    <a:pt x="114658" y="37296"/>
                    <a:pt x="114658" y="37560"/>
                  </a:cubicBezTo>
                  <a:cubicBezTo>
                    <a:pt x="114524" y="37560"/>
                    <a:pt x="114658" y="37837"/>
                    <a:pt x="114658" y="37837"/>
                  </a:cubicBezTo>
                  <a:cubicBezTo>
                    <a:pt x="114658" y="37837"/>
                    <a:pt x="114658" y="37837"/>
                    <a:pt x="114658" y="38114"/>
                  </a:cubicBezTo>
                  <a:cubicBezTo>
                    <a:pt x="114658" y="38114"/>
                    <a:pt x="114658" y="38114"/>
                    <a:pt x="114658" y="38377"/>
                  </a:cubicBezTo>
                  <a:lnTo>
                    <a:pt x="114658" y="38641"/>
                  </a:lnTo>
                  <a:cubicBezTo>
                    <a:pt x="114658" y="38641"/>
                    <a:pt x="114524" y="38641"/>
                    <a:pt x="114524" y="38905"/>
                  </a:cubicBezTo>
                  <a:lnTo>
                    <a:pt x="114391" y="38905"/>
                  </a:lnTo>
                  <a:lnTo>
                    <a:pt x="114391" y="39182"/>
                  </a:lnTo>
                  <a:cubicBezTo>
                    <a:pt x="114391" y="39459"/>
                    <a:pt x="114391" y="39459"/>
                    <a:pt x="114391" y="39723"/>
                  </a:cubicBezTo>
                  <a:lnTo>
                    <a:pt x="114524" y="39986"/>
                  </a:lnTo>
                  <a:cubicBezTo>
                    <a:pt x="114391" y="40263"/>
                    <a:pt x="114391" y="40263"/>
                    <a:pt x="114391" y="40540"/>
                  </a:cubicBezTo>
                  <a:lnTo>
                    <a:pt x="114264" y="40804"/>
                  </a:lnTo>
                  <a:cubicBezTo>
                    <a:pt x="114391" y="40804"/>
                    <a:pt x="114391" y="41068"/>
                    <a:pt x="114391" y="41068"/>
                  </a:cubicBezTo>
                  <a:cubicBezTo>
                    <a:pt x="114524" y="41345"/>
                    <a:pt x="114524" y="41622"/>
                    <a:pt x="114524" y="41885"/>
                  </a:cubicBezTo>
                  <a:lnTo>
                    <a:pt x="114524" y="42149"/>
                  </a:lnTo>
                  <a:cubicBezTo>
                    <a:pt x="114524" y="42426"/>
                    <a:pt x="114524" y="42426"/>
                    <a:pt x="114524" y="42426"/>
                  </a:cubicBezTo>
                  <a:cubicBezTo>
                    <a:pt x="114391" y="42426"/>
                    <a:pt x="114391" y="42426"/>
                    <a:pt x="114391" y="42426"/>
                  </a:cubicBezTo>
                  <a:cubicBezTo>
                    <a:pt x="114264" y="42426"/>
                    <a:pt x="114137" y="42149"/>
                    <a:pt x="114137" y="42149"/>
                  </a:cubicBezTo>
                  <a:lnTo>
                    <a:pt x="114004" y="42149"/>
                  </a:lnTo>
                  <a:lnTo>
                    <a:pt x="113877" y="41885"/>
                  </a:lnTo>
                  <a:lnTo>
                    <a:pt x="113877" y="41622"/>
                  </a:lnTo>
                  <a:lnTo>
                    <a:pt x="113743" y="41622"/>
                  </a:lnTo>
                  <a:lnTo>
                    <a:pt x="113616" y="41622"/>
                  </a:lnTo>
                  <a:cubicBezTo>
                    <a:pt x="113616" y="41622"/>
                    <a:pt x="113483" y="41622"/>
                    <a:pt x="113483" y="41345"/>
                  </a:cubicBezTo>
                  <a:cubicBezTo>
                    <a:pt x="113483" y="41345"/>
                    <a:pt x="113356" y="41345"/>
                    <a:pt x="113356" y="41068"/>
                  </a:cubicBezTo>
                  <a:lnTo>
                    <a:pt x="113222" y="40804"/>
                  </a:lnTo>
                  <a:lnTo>
                    <a:pt x="113095" y="40804"/>
                  </a:lnTo>
                  <a:lnTo>
                    <a:pt x="112962" y="40804"/>
                  </a:lnTo>
                  <a:lnTo>
                    <a:pt x="112835" y="40804"/>
                  </a:lnTo>
                  <a:lnTo>
                    <a:pt x="112835" y="40540"/>
                  </a:lnTo>
                  <a:cubicBezTo>
                    <a:pt x="112702" y="40540"/>
                    <a:pt x="112702" y="40540"/>
                    <a:pt x="112702" y="40540"/>
                  </a:cubicBezTo>
                  <a:cubicBezTo>
                    <a:pt x="112575" y="40540"/>
                    <a:pt x="112575" y="40540"/>
                    <a:pt x="112575" y="40540"/>
                  </a:cubicBezTo>
                  <a:cubicBezTo>
                    <a:pt x="112441" y="40540"/>
                    <a:pt x="112314" y="40540"/>
                    <a:pt x="112314" y="40540"/>
                  </a:cubicBezTo>
                  <a:lnTo>
                    <a:pt x="112181" y="40804"/>
                  </a:lnTo>
                  <a:lnTo>
                    <a:pt x="112054" y="41068"/>
                  </a:lnTo>
                  <a:lnTo>
                    <a:pt x="111920" y="41068"/>
                  </a:lnTo>
                  <a:cubicBezTo>
                    <a:pt x="111920" y="41345"/>
                    <a:pt x="111793" y="41345"/>
                    <a:pt x="111793" y="41622"/>
                  </a:cubicBezTo>
                  <a:lnTo>
                    <a:pt x="111660" y="41885"/>
                  </a:lnTo>
                  <a:cubicBezTo>
                    <a:pt x="111660" y="41885"/>
                    <a:pt x="111533" y="41885"/>
                    <a:pt x="111399" y="41885"/>
                  </a:cubicBezTo>
                  <a:cubicBezTo>
                    <a:pt x="111399" y="42149"/>
                    <a:pt x="111399" y="42149"/>
                    <a:pt x="111399" y="42149"/>
                  </a:cubicBezTo>
                  <a:cubicBezTo>
                    <a:pt x="111399" y="42426"/>
                    <a:pt x="111533" y="42426"/>
                    <a:pt x="111533" y="42426"/>
                  </a:cubicBezTo>
                  <a:cubicBezTo>
                    <a:pt x="111533" y="42703"/>
                    <a:pt x="111533" y="42703"/>
                    <a:pt x="111533" y="42703"/>
                  </a:cubicBezTo>
                  <a:cubicBezTo>
                    <a:pt x="111660" y="42967"/>
                    <a:pt x="111660" y="43231"/>
                    <a:pt x="111660" y="43508"/>
                  </a:cubicBezTo>
                  <a:cubicBezTo>
                    <a:pt x="111660" y="43508"/>
                    <a:pt x="111660" y="44048"/>
                    <a:pt x="111533" y="44312"/>
                  </a:cubicBezTo>
                  <a:lnTo>
                    <a:pt x="111533" y="44589"/>
                  </a:lnTo>
                  <a:lnTo>
                    <a:pt x="111399" y="44312"/>
                  </a:lnTo>
                  <a:cubicBezTo>
                    <a:pt x="111399" y="44312"/>
                    <a:pt x="111399" y="44048"/>
                    <a:pt x="111272" y="44048"/>
                  </a:cubicBezTo>
                  <a:cubicBezTo>
                    <a:pt x="111272" y="43785"/>
                    <a:pt x="111272" y="43785"/>
                    <a:pt x="111272" y="43508"/>
                  </a:cubicBezTo>
                  <a:lnTo>
                    <a:pt x="111272" y="43231"/>
                  </a:lnTo>
                  <a:cubicBezTo>
                    <a:pt x="111272" y="43231"/>
                    <a:pt x="111272" y="42967"/>
                    <a:pt x="111139" y="42703"/>
                  </a:cubicBezTo>
                  <a:lnTo>
                    <a:pt x="111139" y="42426"/>
                  </a:lnTo>
                  <a:cubicBezTo>
                    <a:pt x="111012" y="42426"/>
                    <a:pt x="111012" y="42426"/>
                    <a:pt x="110879" y="42149"/>
                  </a:cubicBezTo>
                  <a:cubicBezTo>
                    <a:pt x="110879" y="42149"/>
                    <a:pt x="110879" y="42149"/>
                    <a:pt x="110752" y="42149"/>
                  </a:cubicBezTo>
                  <a:lnTo>
                    <a:pt x="110752" y="42426"/>
                  </a:lnTo>
                  <a:cubicBezTo>
                    <a:pt x="110752" y="42703"/>
                    <a:pt x="110752" y="42703"/>
                    <a:pt x="110752" y="42703"/>
                  </a:cubicBezTo>
                  <a:cubicBezTo>
                    <a:pt x="110752" y="42967"/>
                    <a:pt x="110618" y="42967"/>
                    <a:pt x="110491" y="42967"/>
                  </a:cubicBezTo>
                  <a:lnTo>
                    <a:pt x="110358" y="42967"/>
                  </a:lnTo>
                  <a:cubicBezTo>
                    <a:pt x="110358" y="43231"/>
                    <a:pt x="110231" y="43231"/>
                    <a:pt x="110231" y="43508"/>
                  </a:cubicBezTo>
                  <a:lnTo>
                    <a:pt x="110231" y="43508"/>
                  </a:lnTo>
                  <a:cubicBezTo>
                    <a:pt x="110358" y="43508"/>
                    <a:pt x="110358" y="43785"/>
                    <a:pt x="110358" y="43785"/>
                  </a:cubicBezTo>
                  <a:lnTo>
                    <a:pt x="110491" y="43785"/>
                  </a:lnTo>
                  <a:lnTo>
                    <a:pt x="110618" y="43785"/>
                  </a:lnTo>
                  <a:cubicBezTo>
                    <a:pt x="110618" y="44048"/>
                    <a:pt x="110618" y="44048"/>
                    <a:pt x="110618" y="44048"/>
                  </a:cubicBezTo>
                  <a:cubicBezTo>
                    <a:pt x="110491" y="44312"/>
                    <a:pt x="110491" y="44312"/>
                    <a:pt x="110491" y="44312"/>
                  </a:cubicBezTo>
                  <a:lnTo>
                    <a:pt x="110491" y="44589"/>
                  </a:lnTo>
                  <a:lnTo>
                    <a:pt x="110358" y="44866"/>
                  </a:lnTo>
                  <a:cubicBezTo>
                    <a:pt x="110231" y="44866"/>
                    <a:pt x="110231" y="44589"/>
                    <a:pt x="110097" y="44589"/>
                  </a:cubicBezTo>
                  <a:cubicBezTo>
                    <a:pt x="110097" y="44589"/>
                    <a:pt x="110097" y="44312"/>
                    <a:pt x="109970" y="44312"/>
                  </a:cubicBezTo>
                  <a:lnTo>
                    <a:pt x="109970" y="44048"/>
                  </a:lnTo>
                  <a:cubicBezTo>
                    <a:pt x="109837" y="44048"/>
                    <a:pt x="109837" y="44048"/>
                    <a:pt x="109710" y="44048"/>
                  </a:cubicBezTo>
                  <a:lnTo>
                    <a:pt x="109710" y="44048"/>
                  </a:lnTo>
                  <a:cubicBezTo>
                    <a:pt x="109577" y="44312"/>
                    <a:pt x="109577" y="44048"/>
                    <a:pt x="109450" y="44048"/>
                  </a:cubicBezTo>
                  <a:lnTo>
                    <a:pt x="109316" y="44048"/>
                  </a:lnTo>
                  <a:lnTo>
                    <a:pt x="109189" y="44048"/>
                  </a:lnTo>
                  <a:cubicBezTo>
                    <a:pt x="109189" y="44312"/>
                    <a:pt x="109189" y="44312"/>
                    <a:pt x="109189" y="44312"/>
                  </a:cubicBezTo>
                  <a:cubicBezTo>
                    <a:pt x="109189" y="44589"/>
                    <a:pt x="109316" y="44589"/>
                    <a:pt x="109316" y="44589"/>
                  </a:cubicBezTo>
                  <a:cubicBezTo>
                    <a:pt x="109316" y="44589"/>
                    <a:pt x="109316" y="44866"/>
                    <a:pt x="109316" y="45130"/>
                  </a:cubicBezTo>
                  <a:lnTo>
                    <a:pt x="109316" y="45130"/>
                  </a:lnTo>
                  <a:cubicBezTo>
                    <a:pt x="109316" y="45393"/>
                    <a:pt x="109450" y="45393"/>
                    <a:pt x="109450" y="45393"/>
                  </a:cubicBezTo>
                  <a:lnTo>
                    <a:pt x="109577" y="45670"/>
                  </a:lnTo>
                  <a:cubicBezTo>
                    <a:pt x="109577" y="45670"/>
                    <a:pt x="109710" y="45947"/>
                    <a:pt x="109837" y="45947"/>
                  </a:cubicBezTo>
                  <a:lnTo>
                    <a:pt x="109837" y="46211"/>
                  </a:lnTo>
                  <a:cubicBezTo>
                    <a:pt x="109837" y="46475"/>
                    <a:pt x="109837" y="46475"/>
                    <a:pt x="109837" y="46752"/>
                  </a:cubicBezTo>
                  <a:lnTo>
                    <a:pt x="109837" y="46752"/>
                  </a:lnTo>
                  <a:cubicBezTo>
                    <a:pt x="109970" y="47029"/>
                    <a:pt x="109970" y="47029"/>
                    <a:pt x="109970" y="47029"/>
                  </a:cubicBezTo>
                  <a:cubicBezTo>
                    <a:pt x="110097" y="47029"/>
                    <a:pt x="110097" y="47293"/>
                    <a:pt x="110097" y="47293"/>
                  </a:cubicBezTo>
                  <a:lnTo>
                    <a:pt x="110097" y="47556"/>
                  </a:lnTo>
                  <a:lnTo>
                    <a:pt x="109970" y="47556"/>
                  </a:lnTo>
                  <a:lnTo>
                    <a:pt x="109970" y="47833"/>
                  </a:lnTo>
                  <a:lnTo>
                    <a:pt x="110097" y="47833"/>
                  </a:lnTo>
                  <a:cubicBezTo>
                    <a:pt x="110097" y="48097"/>
                    <a:pt x="110097" y="48097"/>
                    <a:pt x="110097" y="48374"/>
                  </a:cubicBezTo>
                  <a:lnTo>
                    <a:pt x="109970" y="48638"/>
                  </a:lnTo>
                  <a:cubicBezTo>
                    <a:pt x="109970" y="48915"/>
                    <a:pt x="109970" y="49179"/>
                    <a:pt x="109970" y="49179"/>
                  </a:cubicBezTo>
                  <a:cubicBezTo>
                    <a:pt x="109970" y="49455"/>
                    <a:pt x="109970" y="49455"/>
                    <a:pt x="110097" y="49455"/>
                  </a:cubicBezTo>
                  <a:cubicBezTo>
                    <a:pt x="110097" y="49719"/>
                    <a:pt x="110097" y="49996"/>
                    <a:pt x="110097" y="49996"/>
                  </a:cubicBezTo>
                  <a:cubicBezTo>
                    <a:pt x="110231" y="49996"/>
                    <a:pt x="110231" y="50260"/>
                    <a:pt x="110231" y="50260"/>
                  </a:cubicBezTo>
                  <a:cubicBezTo>
                    <a:pt x="110358" y="50260"/>
                    <a:pt x="110358" y="50537"/>
                    <a:pt x="110358" y="50801"/>
                  </a:cubicBezTo>
                  <a:cubicBezTo>
                    <a:pt x="110358" y="50801"/>
                    <a:pt x="110358" y="51078"/>
                    <a:pt x="110491" y="51078"/>
                  </a:cubicBezTo>
                  <a:cubicBezTo>
                    <a:pt x="110491" y="51341"/>
                    <a:pt x="110618" y="51341"/>
                    <a:pt x="110618" y="51341"/>
                  </a:cubicBezTo>
                  <a:cubicBezTo>
                    <a:pt x="110752" y="51341"/>
                    <a:pt x="110752" y="51341"/>
                    <a:pt x="110879" y="51341"/>
                  </a:cubicBezTo>
                  <a:lnTo>
                    <a:pt x="110879" y="51618"/>
                  </a:lnTo>
                  <a:cubicBezTo>
                    <a:pt x="111012" y="51618"/>
                    <a:pt x="111012" y="51882"/>
                    <a:pt x="111012" y="51882"/>
                  </a:cubicBezTo>
                  <a:lnTo>
                    <a:pt x="111139" y="52159"/>
                  </a:lnTo>
                  <a:cubicBezTo>
                    <a:pt x="111272" y="52159"/>
                    <a:pt x="111272" y="51882"/>
                    <a:pt x="111272" y="51882"/>
                  </a:cubicBezTo>
                  <a:lnTo>
                    <a:pt x="111272" y="51618"/>
                  </a:lnTo>
                  <a:lnTo>
                    <a:pt x="111272" y="51341"/>
                  </a:lnTo>
                  <a:lnTo>
                    <a:pt x="111399" y="51341"/>
                  </a:lnTo>
                  <a:cubicBezTo>
                    <a:pt x="111533" y="51341"/>
                    <a:pt x="111533" y="51341"/>
                    <a:pt x="111533" y="51341"/>
                  </a:cubicBezTo>
                  <a:lnTo>
                    <a:pt x="111660" y="51618"/>
                  </a:lnTo>
                  <a:lnTo>
                    <a:pt x="111793" y="51618"/>
                  </a:lnTo>
                  <a:lnTo>
                    <a:pt x="111920" y="51618"/>
                  </a:lnTo>
                  <a:cubicBezTo>
                    <a:pt x="111920" y="51618"/>
                    <a:pt x="111920" y="51882"/>
                    <a:pt x="112054" y="51882"/>
                  </a:cubicBezTo>
                  <a:cubicBezTo>
                    <a:pt x="112054" y="51882"/>
                    <a:pt x="112054" y="52159"/>
                    <a:pt x="111920" y="52159"/>
                  </a:cubicBezTo>
                  <a:cubicBezTo>
                    <a:pt x="111920" y="52423"/>
                    <a:pt x="111920" y="52423"/>
                    <a:pt x="111920" y="52423"/>
                  </a:cubicBezTo>
                  <a:lnTo>
                    <a:pt x="111920" y="52700"/>
                  </a:lnTo>
                  <a:lnTo>
                    <a:pt x="111920" y="52964"/>
                  </a:lnTo>
                  <a:cubicBezTo>
                    <a:pt x="111920" y="53241"/>
                    <a:pt x="112054" y="53241"/>
                    <a:pt x="112054" y="53241"/>
                  </a:cubicBezTo>
                  <a:cubicBezTo>
                    <a:pt x="112054" y="53504"/>
                    <a:pt x="112181" y="53504"/>
                    <a:pt x="112181" y="53781"/>
                  </a:cubicBezTo>
                  <a:cubicBezTo>
                    <a:pt x="112181" y="53781"/>
                    <a:pt x="112314" y="53781"/>
                    <a:pt x="112314" y="54045"/>
                  </a:cubicBezTo>
                  <a:cubicBezTo>
                    <a:pt x="112441" y="54045"/>
                    <a:pt x="112441" y="54322"/>
                    <a:pt x="112441" y="54322"/>
                  </a:cubicBezTo>
                  <a:cubicBezTo>
                    <a:pt x="112575" y="54586"/>
                    <a:pt x="112575" y="54863"/>
                    <a:pt x="112575" y="54863"/>
                  </a:cubicBezTo>
                  <a:lnTo>
                    <a:pt x="112702" y="55126"/>
                  </a:lnTo>
                  <a:lnTo>
                    <a:pt x="112835" y="55126"/>
                  </a:lnTo>
                  <a:cubicBezTo>
                    <a:pt x="112835" y="55126"/>
                    <a:pt x="112835" y="55126"/>
                    <a:pt x="112835" y="54863"/>
                  </a:cubicBezTo>
                  <a:lnTo>
                    <a:pt x="112835" y="54586"/>
                  </a:lnTo>
                  <a:lnTo>
                    <a:pt x="112835" y="54586"/>
                  </a:lnTo>
                  <a:cubicBezTo>
                    <a:pt x="112835" y="54322"/>
                    <a:pt x="112962" y="54322"/>
                    <a:pt x="112962" y="54322"/>
                  </a:cubicBezTo>
                  <a:cubicBezTo>
                    <a:pt x="113095" y="54586"/>
                    <a:pt x="113095" y="54586"/>
                    <a:pt x="113095" y="54586"/>
                  </a:cubicBezTo>
                  <a:cubicBezTo>
                    <a:pt x="113095" y="54586"/>
                    <a:pt x="113222" y="54586"/>
                    <a:pt x="113222" y="54863"/>
                  </a:cubicBezTo>
                  <a:lnTo>
                    <a:pt x="113356" y="55126"/>
                  </a:lnTo>
                  <a:cubicBezTo>
                    <a:pt x="113356" y="55403"/>
                    <a:pt x="113356" y="55403"/>
                    <a:pt x="113356" y="55667"/>
                  </a:cubicBezTo>
                  <a:lnTo>
                    <a:pt x="113356" y="55667"/>
                  </a:lnTo>
                  <a:cubicBezTo>
                    <a:pt x="113356" y="55944"/>
                    <a:pt x="113483" y="55944"/>
                    <a:pt x="113483" y="55944"/>
                  </a:cubicBezTo>
                  <a:lnTo>
                    <a:pt x="113616" y="56208"/>
                  </a:lnTo>
                  <a:cubicBezTo>
                    <a:pt x="113616" y="56485"/>
                    <a:pt x="113616" y="56485"/>
                    <a:pt x="113616" y="56749"/>
                  </a:cubicBezTo>
                  <a:cubicBezTo>
                    <a:pt x="113616" y="56749"/>
                    <a:pt x="113616" y="56749"/>
                    <a:pt x="113616" y="57012"/>
                  </a:cubicBezTo>
                  <a:cubicBezTo>
                    <a:pt x="113483" y="57012"/>
                    <a:pt x="113483" y="57012"/>
                    <a:pt x="113483" y="57012"/>
                  </a:cubicBezTo>
                  <a:lnTo>
                    <a:pt x="113356" y="57012"/>
                  </a:lnTo>
                  <a:lnTo>
                    <a:pt x="113222" y="56749"/>
                  </a:lnTo>
                  <a:lnTo>
                    <a:pt x="113222" y="56485"/>
                  </a:lnTo>
                  <a:lnTo>
                    <a:pt x="113222" y="56208"/>
                  </a:lnTo>
                  <a:lnTo>
                    <a:pt x="113222" y="55944"/>
                  </a:lnTo>
                  <a:lnTo>
                    <a:pt x="113222" y="55667"/>
                  </a:lnTo>
                  <a:cubicBezTo>
                    <a:pt x="113095" y="55667"/>
                    <a:pt x="113095" y="55667"/>
                    <a:pt x="113095" y="55667"/>
                  </a:cubicBezTo>
                  <a:cubicBezTo>
                    <a:pt x="112962" y="55667"/>
                    <a:pt x="112962" y="55944"/>
                    <a:pt x="112962" y="55944"/>
                  </a:cubicBezTo>
                  <a:lnTo>
                    <a:pt x="112835" y="55944"/>
                  </a:lnTo>
                  <a:cubicBezTo>
                    <a:pt x="112702" y="55944"/>
                    <a:pt x="112702" y="55944"/>
                    <a:pt x="112575" y="55944"/>
                  </a:cubicBezTo>
                  <a:lnTo>
                    <a:pt x="112575" y="56208"/>
                  </a:lnTo>
                  <a:cubicBezTo>
                    <a:pt x="112575" y="56208"/>
                    <a:pt x="112575" y="56208"/>
                    <a:pt x="112575" y="56485"/>
                  </a:cubicBezTo>
                  <a:lnTo>
                    <a:pt x="112575" y="56485"/>
                  </a:lnTo>
                  <a:cubicBezTo>
                    <a:pt x="112702" y="56485"/>
                    <a:pt x="112702" y="56485"/>
                    <a:pt x="112702" y="56208"/>
                  </a:cubicBezTo>
                  <a:cubicBezTo>
                    <a:pt x="112702" y="56208"/>
                    <a:pt x="112702" y="56208"/>
                    <a:pt x="112835" y="56208"/>
                  </a:cubicBezTo>
                  <a:lnTo>
                    <a:pt x="112962" y="56208"/>
                  </a:lnTo>
                  <a:cubicBezTo>
                    <a:pt x="112962" y="56485"/>
                    <a:pt x="113095" y="56485"/>
                    <a:pt x="113095" y="56749"/>
                  </a:cubicBezTo>
                  <a:lnTo>
                    <a:pt x="112962" y="57012"/>
                  </a:lnTo>
                  <a:cubicBezTo>
                    <a:pt x="112962" y="57289"/>
                    <a:pt x="112962" y="57289"/>
                    <a:pt x="112962" y="57566"/>
                  </a:cubicBezTo>
                  <a:cubicBezTo>
                    <a:pt x="112962" y="57566"/>
                    <a:pt x="112962" y="57830"/>
                    <a:pt x="112962" y="58094"/>
                  </a:cubicBezTo>
                  <a:cubicBezTo>
                    <a:pt x="112962" y="58094"/>
                    <a:pt x="112962" y="58371"/>
                    <a:pt x="113095" y="58371"/>
                  </a:cubicBezTo>
                  <a:lnTo>
                    <a:pt x="113222" y="58648"/>
                  </a:lnTo>
                  <a:cubicBezTo>
                    <a:pt x="113222" y="58911"/>
                    <a:pt x="113356" y="59175"/>
                    <a:pt x="113356" y="59175"/>
                  </a:cubicBezTo>
                  <a:cubicBezTo>
                    <a:pt x="113483" y="59175"/>
                    <a:pt x="113483" y="59452"/>
                    <a:pt x="113616" y="59729"/>
                  </a:cubicBezTo>
                  <a:cubicBezTo>
                    <a:pt x="113616" y="59729"/>
                    <a:pt x="113616" y="59993"/>
                    <a:pt x="113743" y="60257"/>
                  </a:cubicBezTo>
                  <a:cubicBezTo>
                    <a:pt x="113743" y="60257"/>
                    <a:pt x="113877" y="60534"/>
                    <a:pt x="113877" y="60811"/>
                  </a:cubicBezTo>
                  <a:cubicBezTo>
                    <a:pt x="113877" y="60811"/>
                    <a:pt x="114004" y="60811"/>
                    <a:pt x="114004" y="61074"/>
                  </a:cubicBezTo>
                  <a:cubicBezTo>
                    <a:pt x="114137" y="61074"/>
                    <a:pt x="114137" y="61074"/>
                    <a:pt x="114264" y="61074"/>
                  </a:cubicBezTo>
                  <a:lnTo>
                    <a:pt x="114391" y="61338"/>
                  </a:lnTo>
                  <a:lnTo>
                    <a:pt x="114391" y="61892"/>
                  </a:lnTo>
                  <a:cubicBezTo>
                    <a:pt x="114391" y="62156"/>
                    <a:pt x="114391" y="62156"/>
                    <a:pt x="114391" y="62420"/>
                  </a:cubicBezTo>
                  <a:cubicBezTo>
                    <a:pt x="114264" y="62420"/>
                    <a:pt x="114264" y="62420"/>
                    <a:pt x="114137" y="62420"/>
                  </a:cubicBezTo>
                  <a:cubicBezTo>
                    <a:pt x="114137" y="62696"/>
                    <a:pt x="114004" y="62696"/>
                    <a:pt x="114004" y="62696"/>
                  </a:cubicBezTo>
                  <a:lnTo>
                    <a:pt x="113877" y="62420"/>
                  </a:lnTo>
                  <a:cubicBezTo>
                    <a:pt x="113877" y="62420"/>
                    <a:pt x="113877" y="62420"/>
                    <a:pt x="113877" y="62156"/>
                  </a:cubicBezTo>
                  <a:lnTo>
                    <a:pt x="113743" y="62156"/>
                  </a:lnTo>
                  <a:cubicBezTo>
                    <a:pt x="113743" y="62420"/>
                    <a:pt x="113743" y="62420"/>
                    <a:pt x="113743" y="62696"/>
                  </a:cubicBezTo>
                  <a:cubicBezTo>
                    <a:pt x="113616" y="62696"/>
                    <a:pt x="113616" y="62696"/>
                    <a:pt x="113483" y="62696"/>
                  </a:cubicBezTo>
                  <a:cubicBezTo>
                    <a:pt x="113483" y="62973"/>
                    <a:pt x="113356" y="62973"/>
                    <a:pt x="113356" y="62973"/>
                  </a:cubicBezTo>
                  <a:cubicBezTo>
                    <a:pt x="113222" y="63237"/>
                    <a:pt x="113222" y="63237"/>
                    <a:pt x="113222" y="63501"/>
                  </a:cubicBezTo>
                  <a:lnTo>
                    <a:pt x="113222" y="64055"/>
                  </a:lnTo>
                  <a:cubicBezTo>
                    <a:pt x="113222" y="64319"/>
                    <a:pt x="113222" y="64582"/>
                    <a:pt x="113356" y="64582"/>
                  </a:cubicBezTo>
                  <a:cubicBezTo>
                    <a:pt x="113356" y="64859"/>
                    <a:pt x="113483" y="65136"/>
                    <a:pt x="113483" y="65136"/>
                  </a:cubicBezTo>
                  <a:cubicBezTo>
                    <a:pt x="113616" y="65400"/>
                    <a:pt x="113743" y="65664"/>
                    <a:pt x="113877" y="65664"/>
                  </a:cubicBezTo>
                  <a:lnTo>
                    <a:pt x="113877" y="65941"/>
                  </a:lnTo>
                  <a:cubicBezTo>
                    <a:pt x="114004" y="66205"/>
                    <a:pt x="114004" y="66482"/>
                    <a:pt x="114004" y="66482"/>
                  </a:cubicBezTo>
                  <a:lnTo>
                    <a:pt x="114137" y="66745"/>
                  </a:lnTo>
                  <a:cubicBezTo>
                    <a:pt x="114137" y="66745"/>
                    <a:pt x="114264" y="66745"/>
                    <a:pt x="114264" y="67009"/>
                  </a:cubicBezTo>
                  <a:lnTo>
                    <a:pt x="114264" y="67286"/>
                  </a:lnTo>
                  <a:lnTo>
                    <a:pt x="114137" y="67286"/>
                  </a:lnTo>
                  <a:lnTo>
                    <a:pt x="114137" y="67009"/>
                  </a:lnTo>
                  <a:cubicBezTo>
                    <a:pt x="114004" y="67009"/>
                    <a:pt x="114004" y="67009"/>
                    <a:pt x="114004" y="67009"/>
                  </a:cubicBezTo>
                  <a:cubicBezTo>
                    <a:pt x="113877" y="67009"/>
                    <a:pt x="113877" y="67009"/>
                    <a:pt x="113743" y="67009"/>
                  </a:cubicBezTo>
                  <a:lnTo>
                    <a:pt x="113743" y="67009"/>
                  </a:lnTo>
                  <a:cubicBezTo>
                    <a:pt x="113616" y="67009"/>
                    <a:pt x="113616" y="67286"/>
                    <a:pt x="113616" y="67286"/>
                  </a:cubicBezTo>
                  <a:lnTo>
                    <a:pt x="113743" y="67563"/>
                  </a:lnTo>
                  <a:lnTo>
                    <a:pt x="113743" y="67827"/>
                  </a:lnTo>
                  <a:lnTo>
                    <a:pt x="113616" y="68090"/>
                  </a:lnTo>
                  <a:lnTo>
                    <a:pt x="113483" y="68090"/>
                  </a:lnTo>
                  <a:lnTo>
                    <a:pt x="113483" y="68367"/>
                  </a:lnTo>
                  <a:cubicBezTo>
                    <a:pt x="113356" y="68367"/>
                    <a:pt x="113356" y="68367"/>
                    <a:pt x="113356" y="68367"/>
                  </a:cubicBezTo>
                  <a:cubicBezTo>
                    <a:pt x="113356" y="68644"/>
                    <a:pt x="113356" y="68644"/>
                    <a:pt x="113356" y="68644"/>
                  </a:cubicBezTo>
                  <a:cubicBezTo>
                    <a:pt x="113356" y="68908"/>
                    <a:pt x="113483" y="68908"/>
                    <a:pt x="113483" y="68908"/>
                  </a:cubicBezTo>
                  <a:lnTo>
                    <a:pt x="113616" y="68908"/>
                  </a:lnTo>
                  <a:lnTo>
                    <a:pt x="113616" y="69172"/>
                  </a:lnTo>
                  <a:cubicBezTo>
                    <a:pt x="113743" y="69172"/>
                    <a:pt x="113743" y="69172"/>
                    <a:pt x="113743" y="69172"/>
                  </a:cubicBezTo>
                  <a:cubicBezTo>
                    <a:pt x="113877" y="69449"/>
                    <a:pt x="113877" y="69449"/>
                    <a:pt x="113877" y="69449"/>
                  </a:cubicBezTo>
                  <a:cubicBezTo>
                    <a:pt x="113877" y="69449"/>
                    <a:pt x="113743" y="69449"/>
                    <a:pt x="113743" y="69726"/>
                  </a:cubicBezTo>
                  <a:lnTo>
                    <a:pt x="113743" y="69726"/>
                  </a:lnTo>
                  <a:cubicBezTo>
                    <a:pt x="113743" y="69990"/>
                    <a:pt x="113743" y="69990"/>
                    <a:pt x="113877" y="69990"/>
                  </a:cubicBezTo>
                  <a:cubicBezTo>
                    <a:pt x="113877" y="70253"/>
                    <a:pt x="114004" y="70253"/>
                    <a:pt x="114004" y="70253"/>
                  </a:cubicBezTo>
                  <a:lnTo>
                    <a:pt x="114137" y="70530"/>
                  </a:lnTo>
                  <a:cubicBezTo>
                    <a:pt x="114137" y="70807"/>
                    <a:pt x="114137" y="71071"/>
                    <a:pt x="114137" y="71335"/>
                  </a:cubicBezTo>
                  <a:cubicBezTo>
                    <a:pt x="114137" y="71335"/>
                    <a:pt x="114137" y="71612"/>
                    <a:pt x="114137" y="71889"/>
                  </a:cubicBezTo>
                  <a:cubicBezTo>
                    <a:pt x="114137" y="71889"/>
                    <a:pt x="114264" y="72152"/>
                    <a:pt x="114264" y="72416"/>
                  </a:cubicBezTo>
                  <a:lnTo>
                    <a:pt x="114137" y="72970"/>
                  </a:lnTo>
                  <a:cubicBezTo>
                    <a:pt x="114137" y="73234"/>
                    <a:pt x="114004" y="73498"/>
                    <a:pt x="114004" y="73498"/>
                  </a:cubicBezTo>
                  <a:cubicBezTo>
                    <a:pt x="114004" y="73775"/>
                    <a:pt x="114004" y="74052"/>
                    <a:pt x="114004" y="74315"/>
                  </a:cubicBezTo>
                  <a:lnTo>
                    <a:pt x="114004" y="74856"/>
                  </a:lnTo>
                  <a:cubicBezTo>
                    <a:pt x="114004" y="75120"/>
                    <a:pt x="114004" y="75120"/>
                    <a:pt x="114004" y="75397"/>
                  </a:cubicBezTo>
                  <a:lnTo>
                    <a:pt x="113877" y="75397"/>
                  </a:lnTo>
                  <a:lnTo>
                    <a:pt x="113877" y="75120"/>
                  </a:lnTo>
                  <a:cubicBezTo>
                    <a:pt x="113743" y="75120"/>
                    <a:pt x="113743" y="74856"/>
                    <a:pt x="113616" y="74856"/>
                  </a:cubicBezTo>
                  <a:cubicBezTo>
                    <a:pt x="113616" y="74856"/>
                    <a:pt x="113483" y="74579"/>
                    <a:pt x="113483" y="74315"/>
                  </a:cubicBezTo>
                  <a:cubicBezTo>
                    <a:pt x="113356" y="74315"/>
                    <a:pt x="113356" y="74052"/>
                    <a:pt x="113222" y="73775"/>
                  </a:cubicBezTo>
                  <a:cubicBezTo>
                    <a:pt x="113222" y="73775"/>
                    <a:pt x="113095" y="73498"/>
                    <a:pt x="112962" y="73498"/>
                  </a:cubicBezTo>
                  <a:cubicBezTo>
                    <a:pt x="112962" y="73234"/>
                    <a:pt x="112835" y="73234"/>
                    <a:pt x="112835" y="73234"/>
                  </a:cubicBezTo>
                  <a:cubicBezTo>
                    <a:pt x="112702" y="72970"/>
                    <a:pt x="112702" y="72693"/>
                    <a:pt x="112702" y="72416"/>
                  </a:cubicBezTo>
                  <a:cubicBezTo>
                    <a:pt x="112702" y="72416"/>
                    <a:pt x="112702" y="72152"/>
                    <a:pt x="112702" y="71889"/>
                  </a:cubicBezTo>
                  <a:cubicBezTo>
                    <a:pt x="112575" y="71889"/>
                    <a:pt x="112441" y="71612"/>
                    <a:pt x="112314" y="71335"/>
                  </a:cubicBezTo>
                  <a:cubicBezTo>
                    <a:pt x="112181" y="71335"/>
                    <a:pt x="112054" y="70807"/>
                    <a:pt x="111920" y="70530"/>
                  </a:cubicBezTo>
                  <a:cubicBezTo>
                    <a:pt x="111793" y="70253"/>
                    <a:pt x="111399" y="69449"/>
                    <a:pt x="111272" y="69172"/>
                  </a:cubicBezTo>
                  <a:cubicBezTo>
                    <a:pt x="111139" y="68908"/>
                    <a:pt x="111012" y="68644"/>
                    <a:pt x="111012" y="68367"/>
                  </a:cubicBezTo>
                  <a:cubicBezTo>
                    <a:pt x="110879" y="68090"/>
                    <a:pt x="110752" y="67827"/>
                    <a:pt x="110618" y="67563"/>
                  </a:cubicBezTo>
                  <a:cubicBezTo>
                    <a:pt x="110491" y="67286"/>
                    <a:pt x="110231" y="66482"/>
                    <a:pt x="110097" y="66205"/>
                  </a:cubicBezTo>
                  <a:cubicBezTo>
                    <a:pt x="110097" y="66205"/>
                    <a:pt x="109970" y="65941"/>
                    <a:pt x="109837" y="65664"/>
                  </a:cubicBezTo>
                  <a:lnTo>
                    <a:pt x="109710" y="65136"/>
                  </a:lnTo>
                  <a:cubicBezTo>
                    <a:pt x="109577" y="64582"/>
                    <a:pt x="109316" y="64319"/>
                    <a:pt x="109189" y="64055"/>
                  </a:cubicBezTo>
                  <a:cubicBezTo>
                    <a:pt x="109062" y="63778"/>
                    <a:pt x="108795" y="63237"/>
                    <a:pt x="108795" y="62973"/>
                  </a:cubicBezTo>
                  <a:cubicBezTo>
                    <a:pt x="108668" y="62696"/>
                    <a:pt x="108408" y="62156"/>
                    <a:pt x="108275" y="61892"/>
                  </a:cubicBezTo>
                  <a:cubicBezTo>
                    <a:pt x="108147" y="61615"/>
                    <a:pt x="107887" y="60811"/>
                    <a:pt x="107754" y="60534"/>
                  </a:cubicBezTo>
                  <a:cubicBezTo>
                    <a:pt x="107754" y="60257"/>
                    <a:pt x="107627" y="59729"/>
                    <a:pt x="107500" y="59452"/>
                  </a:cubicBezTo>
                  <a:cubicBezTo>
                    <a:pt x="107500" y="59175"/>
                    <a:pt x="107500" y="58911"/>
                    <a:pt x="107500" y="58911"/>
                  </a:cubicBezTo>
                  <a:cubicBezTo>
                    <a:pt x="107366" y="58648"/>
                    <a:pt x="107366" y="58371"/>
                    <a:pt x="107366" y="58094"/>
                  </a:cubicBezTo>
                  <a:cubicBezTo>
                    <a:pt x="107233" y="58094"/>
                    <a:pt x="107106" y="57830"/>
                    <a:pt x="107106" y="57566"/>
                  </a:cubicBezTo>
                  <a:cubicBezTo>
                    <a:pt x="107106" y="57289"/>
                    <a:pt x="106979" y="57289"/>
                    <a:pt x="106979" y="57012"/>
                  </a:cubicBezTo>
                  <a:lnTo>
                    <a:pt x="106979" y="56485"/>
                  </a:lnTo>
                  <a:cubicBezTo>
                    <a:pt x="106979" y="56208"/>
                    <a:pt x="106979" y="56208"/>
                    <a:pt x="106979" y="55944"/>
                  </a:cubicBezTo>
                  <a:lnTo>
                    <a:pt x="106979" y="55944"/>
                  </a:lnTo>
                  <a:cubicBezTo>
                    <a:pt x="107106" y="55667"/>
                    <a:pt x="107106" y="55403"/>
                    <a:pt x="107106" y="55403"/>
                  </a:cubicBezTo>
                  <a:cubicBezTo>
                    <a:pt x="106979" y="55126"/>
                    <a:pt x="106979" y="55126"/>
                    <a:pt x="106979" y="54863"/>
                  </a:cubicBezTo>
                  <a:lnTo>
                    <a:pt x="106845" y="54322"/>
                  </a:lnTo>
                  <a:cubicBezTo>
                    <a:pt x="106845" y="54045"/>
                    <a:pt x="106712" y="54045"/>
                    <a:pt x="106712" y="54045"/>
                  </a:cubicBezTo>
                  <a:cubicBezTo>
                    <a:pt x="106712" y="54045"/>
                    <a:pt x="106585" y="54045"/>
                    <a:pt x="106585" y="53781"/>
                  </a:cubicBezTo>
                  <a:lnTo>
                    <a:pt x="106458" y="53781"/>
                  </a:lnTo>
                  <a:lnTo>
                    <a:pt x="106458" y="53504"/>
                  </a:lnTo>
                  <a:cubicBezTo>
                    <a:pt x="106585" y="53241"/>
                    <a:pt x="106585" y="53241"/>
                    <a:pt x="106585" y="53241"/>
                  </a:cubicBezTo>
                  <a:cubicBezTo>
                    <a:pt x="106712" y="53241"/>
                    <a:pt x="106712" y="53241"/>
                    <a:pt x="106845" y="53241"/>
                  </a:cubicBezTo>
                  <a:lnTo>
                    <a:pt x="106845" y="53241"/>
                  </a:lnTo>
                  <a:cubicBezTo>
                    <a:pt x="106979" y="52964"/>
                    <a:pt x="106845" y="52964"/>
                    <a:pt x="106845" y="52700"/>
                  </a:cubicBezTo>
                  <a:cubicBezTo>
                    <a:pt x="106979" y="52700"/>
                    <a:pt x="106979" y="52700"/>
                    <a:pt x="107106" y="52423"/>
                  </a:cubicBezTo>
                  <a:lnTo>
                    <a:pt x="107233" y="52423"/>
                  </a:lnTo>
                  <a:lnTo>
                    <a:pt x="107366" y="52159"/>
                  </a:lnTo>
                  <a:cubicBezTo>
                    <a:pt x="107366" y="51882"/>
                    <a:pt x="107366" y="51882"/>
                    <a:pt x="107366" y="51618"/>
                  </a:cubicBezTo>
                  <a:cubicBezTo>
                    <a:pt x="107366" y="51341"/>
                    <a:pt x="107366" y="51078"/>
                    <a:pt x="107366" y="50801"/>
                  </a:cubicBezTo>
                  <a:lnTo>
                    <a:pt x="107500" y="50537"/>
                  </a:lnTo>
                  <a:cubicBezTo>
                    <a:pt x="107500" y="50537"/>
                    <a:pt x="107500" y="50260"/>
                    <a:pt x="107500" y="49996"/>
                  </a:cubicBezTo>
                  <a:cubicBezTo>
                    <a:pt x="107366" y="49996"/>
                    <a:pt x="107366" y="49719"/>
                    <a:pt x="107366" y="49455"/>
                  </a:cubicBezTo>
                  <a:cubicBezTo>
                    <a:pt x="107366" y="49179"/>
                    <a:pt x="107366" y="48915"/>
                    <a:pt x="107366" y="48915"/>
                  </a:cubicBezTo>
                  <a:cubicBezTo>
                    <a:pt x="107366" y="48374"/>
                    <a:pt x="107366" y="47556"/>
                    <a:pt x="107366" y="47029"/>
                  </a:cubicBezTo>
                  <a:cubicBezTo>
                    <a:pt x="107366" y="46752"/>
                    <a:pt x="107500" y="46211"/>
                    <a:pt x="107500" y="45670"/>
                  </a:cubicBezTo>
                  <a:cubicBezTo>
                    <a:pt x="107500" y="45393"/>
                    <a:pt x="107366" y="44866"/>
                    <a:pt x="107366" y="44589"/>
                  </a:cubicBezTo>
                  <a:cubicBezTo>
                    <a:pt x="107366" y="44589"/>
                    <a:pt x="107366" y="44312"/>
                    <a:pt x="107366" y="44048"/>
                  </a:cubicBezTo>
                  <a:lnTo>
                    <a:pt x="107233" y="43785"/>
                  </a:lnTo>
                  <a:cubicBezTo>
                    <a:pt x="107106" y="43508"/>
                    <a:pt x="107106" y="43231"/>
                    <a:pt x="107233" y="43231"/>
                  </a:cubicBezTo>
                  <a:cubicBezTo>
                    <a:pt x="107233" y="42967"/>
                    <a:pt x="107233" y="42703"/>
                    <a:pt x="107233" y="42703"/>
                  </a:cubicBezTo>
                  <a:cubicBezTo>
                    <a:pt x="107233" y="42426"/>
                    <a:pt x="107233" y="42426"/>
                    <a:pt x="107233" y="42426"/>
                  </a:cubicBezTo>
                  <a:cubicBezTo>
                    <a:pt x="107366" y="42149"/>
                    <a:pt x="107366" y="42149"/>
                    <a:pt x="107500" y="42149"/>
                  </a:cubicBezTo>
                  <a:lnTo>
                    <a:pt x="107500" y="41885"/>
                  </a:lnTo>
                  <a:lnTo>
                    <a:pt x="107627" y="41622"/>
                  </a:lnTo>
                  <a:lnTo>
                    <a:pt x="107754" y="41622"/>
                  </a:lnTo>
                  <a:lnTo>
                    <a:pt x="107887" y="41345"/>
                  </a:lnTo>
                  <a:cubicBezTo>
                    <a:pt x="107887" y="41068"/>
                    <a:pt x="108020" y="41068"/>
                    <a:pt x="108020" y="41068"/>
                  </a:cubicBezTo>
                  <a:lnTo>
                    <a:pt x="108020" y="40804"/>
                  </a:lnTo>
                  <a:cubicBezTo>
                    <a:pt x="107887" y="40804"/>
                    <a:pt x="107887" y="40804"/>
                    <a:pt x="107754" y="40804"/>
                  </a:cubicBezTo>
                  <a:lnTo>
                    <a:pt x="107627" y="40804"/>
                  </a:lnTo>
                  <a:lnTo>
                    <a:pt x="107627" y="40540"/>
                  </a:lnTo>
                  <a:cubicBezTo>
                    <a:pt x="107627" y="40540"/>
                    <a:pt x="107627" y="40263"/>
                    <a:pt x="107627" y="39986"/>
                  </a:cubicBezTo>
                  <a:lnTo>
                    <a:pt x="107500" y="39723"/>
                  </a:lnTo>
                  <a:cubicBezTo>
                    <a:pt x="107500" y="39459"/>
                    <a:pt x="107366" y="39459"/>
                    <a:pt x="107366" y="39459"/>
                  </a:cubicBezTo>
                  <a:cubicBezTo>
                    <a:pt x="107233" y="39459"/>
                    <a:pt x="107233" y="39182"/>
                    <a:pt x="107233" y="39182"/>
                  </a:cubicBezTo>
                  <a:cubicBezTo>
                    <a:pt x="107106" y="39182"/>
                    <a:pt x="107233" y="38905"/>
                    <a:pt x="107233" y="38905"/>
                  </a:cubicBezTo>
                  <a:cubicBezTo>
                    <a:pt x="107106" y="38641"/>
                    <a:pt x="107106" y="38377"/>
                    <a:pt x="106979" y="38377"/>
                  </a:cubicBezTo>
                  <a:lnTo>
                    <a:pt x="106979" y="38114"/>
                  </a:lnTo>
                  <a:cubicBezTo>
                    <a:pt x="106979" y="37837"/>
                    <a:pt x="106845" y="37837"/>
                    <a:pt x="106845" y="37837"/>
                  </a:cubicBezTo>
                  <a:cubicBezTo>
                    <a:pt x="106712" y="37837"/>
                    <a:pt x="106712" y="37560"/>
                    <a:pt x="106712" y="37560"/>
                  </a:cubicBezTo>
                  <a:cubicBezTo>
                    <a:pt x="106585" y="37560"/>
                    <a:pt x="106585" y="37296"/>
                    <a:pt x="106585" y="37296"/>
                  </a:cubicBezTo>
                  <a:lnTo>
                    <a:pt x="106585" y="37032"/>
                  </a:lnTo>
                  <a:cubicBezTo>
                    <a:pt x="106585" y="36755"/>
                    <a:pt x="106458" y="36755"/>
                    <a:pt x="106458" y="36478"/>
                  </a:cubicBezTo>
                  <a:cubicBezTo>
                    <a:pt x="106458" y="36478"/>
                    <a:pt x="106458" y="36478"/>
                    <a:pt x="106458" y="36214"/>
                  </a:cubicBezTo>
                  <a:cubicBezTo>
                    <a:pt x="106458" y="36214"/>
                    <a:pt x="106585" y="36214"/>
                    <a:pt x="106585" y="35951"/>
                  </a:cubicBezTo>
                  <a:lnTo>
                    <a:pt x="106712" y="35951"/>
                  </a:lnTo>
                  <a:cubicBezTo>
                    <a:pt x="106712" y="35951"/>
                    <a:pt x="106845" y="35951"/>
                    <a:pt x="106845" y="35674"/>
                  </a:cubicBezTo>
                  <a:cubicBezTo>
                    <a:pt x="106712" y="35674"/>
                    <a:pt x="106585" y="35674"/>
                    <a:pt x="106585" y="35674"/>
                  </a:cubicBezTo>
                  <a:cubicBezTo>
                    <a:pt x="106458" y="35674"/>
                    <a:pt x="106325" y="35674"/>
                    <a:pt x="106325" y="35674"/>
                  </a:cubicBezTo>
                  <a:cubicBezTo>
                    <a:pt x="106191" y="35674"/>
                    <a:pt x="106191" y="35397"/>
                    <a:pt x="106064" y="35397"/>
                  </a:cubicBezTo>
                  <a:cubicBezTo>
                    <a:pt x="106064" y="35397"/>
                    <a:pt x="106064" y="35397"/>
                    <a:pt x="105937" y="35397"/>
                  </a:cubicBezTo>
                  <a:lnTo>
                    <a:pt x="105937" y="35674"/>
                  </a:lnTo>
                  <a:cubicBezTo>
                    <a:pt x="105937" y="35674"/>
                    <a:pt x="105937" y="35674"/>
                    <a:pt x="105937" y="35951"/>
                  </a:cubicBezTo>
                  <a:cubicBezTo>
                    <a:pt x="105804" y="35951"/>
                    <a:pt x="105670" y="35951"/>
                    <a:pt x="105670" y="35951"/>
                  </a:cubicBezTo>
                  <a:cubicBezTo>
                    <a:pt x="105543" y="36214"/>
                    <a:pt x="105543" y="36214"/>
                    <a:pt x="105543" y="36214"/>
                  </a:cubicBezTo>
                  <a:lnTo>
                    <a:pt x="105543" y="36478"/>
                  </a:lnTo>
                  <a:cubicBezTo>
                    <a:pt x="105543" y="36755"/>
                    <a:pt x="105543" y="36755"/>
                    <a:pt x="105543" y="36755"/>
                  </a:cubicBezTo>
                  <a:cubicBezTo>
                    <a:pt x="105670" y="36755"/>
                    <a:pt x="105670" y="36755"/>
                    <a:pt x="105670" y="36755"/>
                  </a:cubicBezTo>
                  <a:lnTo>
                    <a:pt x="105804" y="36755"/>
                  </a:lnTo>
                  <a:cubicBezTo>
                    <a:pt x="105937" y="36755"/>
                    <a:pt x="105937" y="36755"/>
                    <a:pt x="105937" y="36755"/>
                  </a:cubicBezTo>
                  <a:cubicBezTo>
                    <a:pt x="106064" y="36755"/>
                    <a:pt x="105937" y="37032"/>
                    <a:pt x="105937" y="37032"/>
                  </a:cubicBezTo>
                  <a:cubicBezTo>
                    <a:pt x="105937" y="37032"/>
                    <a:pt x="105937" y="37032"/>
                    <a:pt x="105804" y="37296"/>
                  </a:cubicBezTo>
                  <a:lnTo>
                    <a:pt x="105804" y="37296"/>
                  </a:lnTo>
                  <a:cubicBezTo>
                    <a:pt x="105804" y="37560"/>
                    <a:pt x="105804" y="37560"/>
                    <a:pt x="105937" y="37837"/>
                  </a:cubicBezTo>
                  <a:cubicBezTo>
                    <a:pt x="105937" y="37837"/>
                    <a:pt x="105937" y="37837"/>
                    <a:pt x="106064" y="37837"/>
                  </a:cubicBezTo>
                  <a:cubicBezTo>
                    <a:pt x="106064" y="38114"/>
                    <a:pt x="106064" y="38114"/>
                    <a:pt x="106064" y="38114"/>
                  </a:cubicBezTo>
                  <a:cubicBezTo>
                    <a:pt x="106064" y="38377"/>
                    <a:pt x="106191" y="38377"/>
                    <a:pt x="106191" y="38641"/>
                  </a:cubicBezTo>
                  <a:cubicBezTo>
                    <a:pt x="106191" y="38641"/>
                    <a:pt x="106325" y="38641"/>
                    <a:pt x="106458" y="38641"/>
                  </a:cubicBezTo>
                  <a:cubicBezTo>
                    <a:pt x="106458" y="38641"/>
                    <a:pt x="106585" y="38641"/>
                    <a:pt x="106585" y="38905"/>
                  </a:cubicBezTo>
                  <a:cubicBezTo>
                    <a:pt x="106585" y="38905"/>
                    <a:pt x="106585" y="38905"/>
                    <a:pt x="106585" y="39182"/>
                  </a:cubicBezTo>
                  <a:cubicBezTo>
                    <a:pt x="106585" y="39182"/>
                    <a:pt x="106585" y="39182"/>
                    <a:pt x="106458" y="39459"/>
                  </a:cubicBezTo>
                  <a:lnTo>
                    <a:pt x="106325" y="39182"/>
                  </a:lnTo>
                  <a:cubicBezTo>
                    <a:pt x="106325" y="39182"/>
                    <a:pt x="106325" y="39182"/>
                    <a:pt x="106191" y="39182"/>
                  </a:cubicBezTo>
                  <a:cubicBezTo>
                    <a:pt x="106191" y="38905"/>
                    <a:pt x="106064" y="38905"/>
                    <a:pt x="106064" y="39182"/>
                  </a:cubicBezTo>
                  <a:cubicBezTo>
                    <a:pt x="106064" y="39182"/>
                    <a:pt x="105937" y="39182"/>
                    <a:pt x="105937" y="39459"/>
                  </a:cubicBezTo>
                  <a:lnTo>
                    <a:pt x="105937" y="39723"/>
                  </a:lnTo>
                  <a:cubicBezTo>
                    <a:pt x="105937" y="39723"/>
                    <a:pt x="106064" y="39986"/>
                    <a:pt x="106064" y="40263"/>
                  </a:cubicBezTo>
                  <a:cubicBezTo>
                    <a:pt x="106064" y="40263"/>
                    <a:pt x="106064" y="40804"/>
                    <a:pt x="106064" y="41068"/>
                  </a:cubicBezTo>
                  <a:lnTo>
                    <a:pt x="105937" y="41345"/>
                  </a:lnTo>
                  <a:lnTo>
                    <a:pt x="105937" y="41622"/>
                  </a:lnTo>
                  <a:cubicBezTo>
                    <a:pt x="105937" y="41885"/>
                    <a:pt x="105937" y="42149"/>
                    <a:pt x="105937" y="42149"/>
                  </a:cubicBezTo>
                  <a:lnTo>
                    <a:pt x="105804" y="42426"/>
                  </a:lnTo>
                  <a:lnTo>
                    <a:pt x="105804" y="42703"/>
                  </a:lnTo>
                  <a:cubicBezTo>
                    <a:pt x="105804" y="42967"/>
                    <a:pt x="105670" y="42967"/>
                    <a:pt x="105670" y="42967"/>
                  </a:cubicBezTo>
                  <a:cubicBezTo>
                    <a:pt x="105670" y="43231"/>
                    <a:pt x="105543" y="42967"/>
                    <a:pt x="105543" y="42967"/>
                  </a:cubicBezTo>
                  <a:lnTo>
                    <a:pt x="105543" y="42703"/>
                  </a:lnTo>
                  <a:cubicBezTo>
                    <a:pt x="105416" y="42703"/>
                    <a:pt x="105283" y="42426"/>
                    <a:pt x="105283" y="42426"/>
                  </a:cubicBezTo>
                  <a:lnTo>
                    <a:pt x="105283" y="42149"/>
                  </a:lnTo>
                  <a:cubicBezTo>
                    <a:pt x="105283" y="41885"/>
                    <a:pt x="105283" y="41885"/>
                    <a:pt x="105283" y="41885"/>
                  </a:cubicBezTo>
                  <a:cubicBezTo>
                    <a:pt x="105283" y="41622"/>
                    <a:pt x="105150" y="41622"/>
                    <a:pt x="105150" y="41622"/>
                  </a:cubicBezTo>
                  <a:cubicBezTo>
                    <a:pt x="105023" y="41885"/>
                    <a:pt x="105023" y="41885"/>
                    <a:pt x="105023" y="41885"/>
                  </a:cubicBezTo>
                  <a:cubicBezTo>
                    <a:pt x="105023" y="41885"/>
                    <a:pt x="105023" y="42149"/>
                    <a:pt x="104895" y="42426"/>
                  </a:cubicBezTo>
                  <a:lnTo>
                    <a:pt x="104895" y="42426"/>
                  </a:lnTo>
                  <a:cubicBezTo>
                    <a:pt x="104762" y="42426"/>
                    <a:pt x="104762" y="42426"/>
                    <a:pt x="104762" y="42426"/>
                  </a:cubicBezTo>
                  <a:lnTo>
                    <a:pt x="104762" y="42149"/>
                  </a:lnTo>
                  <a:lnTo>
                    <a:pt x="104762" y="41885"/>
                  </a:lnTo>
                  <a:lnTo>
                    <a:pt x="104762" y="41622"/>
                  </a:lnTo>
                  <a:lnTo>
                    <a:pt x="104629" y="41345"/>
                  </a:lnTo>
                  <a:lnTo>
                    <a:pt x="104502" y="41345"/>
                  </a:lnTo>
                  <a:lnTo>
                    <a:pt x="104375" y="41068"/>
                  </a:lnTo>
                  <a:lnTo>
                    <a:pt x="104375" y="40804"/>
                  </a:lnTo>
                  <a:cubicBezTo>
                    <a:pt x="104375" y="40540"/>
                    <a:pt x="104502" y="40263"/>
                    <a:pt x="104375" y="40263"/>
                  </a:cubicBezTo>
                  <a:cubicBezTo>
                    <a:pt x="104375" y="39986"/>
                    <a:pt x="104375" y="39986"/>
                    <a:pt x="104375" y="39986"/>
                  </a:cubicBezTo>
                  <a:cubicBezTo>
                    <a:pt x="104375" y="39723"/>
                    <a:pt x="104248" y="39986"/>
                    <a:pt x="104248" y="39723"/>
                  </a:cubicBezTo>
                  <a:lnTo>
                    <a:pt x="104248" y="39723"/>
                  </a:lnTo>
                  <a:cubicBezTo>
                    <a:pt x="104248" y="39459"/>
                    <a:pt x="104114" y="39459"/>
                    <a:pt x="104114" y="39459"/>
                  </a:cubicBezTo>
                  <a:cubicBezTo>
                    <a:pt x="104114" y="39182"/>
                    <a:pt x="104114" y="39182"/>
                    <a:pt x="103981" y="39182"/>
                  </a:cubicBezTo>
                  <a:cubicBezTo>
                    <a:pt x="103981" y="38905"/>
                    <a:pt x="103981" y="38905"/>
                    <a:pt x="103981" y="38641"/>
                  </a:cubicBezTo>
                  <a:cubicBezTo>
                    <a:pt x="103981" y="38641"/>
                    <a:pt x="103981" y="38641"/>
                    <a:pt x="103854" y="38905"/>
                  </a:cubicBezTo>
                  <a:cubicBezTo>
                    <a:pt x="103854" y="38905"/>
                    <a:pt x="103854" y="38905"/>
                    <a:pt x="103854" y="39182"/>
                  </a:cubicBezTo>
                  <a:cubicBezTo>
                    <a:pt x="103854" y="39182"/>
                    <a:pt x="103981" y="39182"/>
                    <a:pt x="103981" y="39459"/>
                  </a:cubicBezTo>
                  <a:cubicBezTo>
                    <a:pt x="103981" y="39459"/>
                    <a:pt x="103981" y="39723"/>
                    <a:pt x="103854" y="39723"/>
                  </a:cubicBezTo>
                  <a:cubicBezTo>
                    <a:pt x="103854" y="39723"/>
                    <a:pt x="103854" y="39986"/>
                    <a:pt x="103727" y="39986"/>
                  </a:cubicBezTo>
                  <a:cubicBezTo>
                    <a:pt x="103727" y="39986"/>
                    <a:pt x="103593" y="39986"/>
                    <a:pt x="103593" y="39723"/>
                  </a:cubicBezTo>
                  <a:lnTo>
                    <a:pt x="103593" y="39459"/>
                  </a:lnTo>
                  <a:cubicBezTo>
                    <a:pt x="103593" y="39459"/>
                    <a:pt x="103593" y="39182"/>
                    <a:pt x="103460" y="39182"/>
                  </a:cubicBezTo>
                  <a:cubicBezTo>
                    <a:pt x="103460" y="39182"/>
                    <a:pt x="103460" y="38905"/>
                    <a:pt x="103333" y="38905"/>
                  </a:cubicBezTo>
                  <a:cubicBezTo>
                    <a:pt x="103333" y="39182"/>
                    <a:pt x="103333" y="39182"/>
                    <a:pt x="103333" y="39182"/>
                  </a:cubicBezTo>
                  <a:cubicBezTo>
                    <a:pt x="103206" y="39459"/>
                    <a:pt x="103073" y="39459"/>
                    <a:pt x="102939" y="39459"/>
                  </a:cubicBezTo>
                  <a:lnTo>
                    <a:pt x="102812" y="39459"/>
                  </a:lnTo>
                  <a:cubicBezTo>
                    <a:pt x="102812" y="39723"/>
                    <a:pt x="102685" y="39723"/>
                    <a:pt x="102685" y="39723"/>
                  </a:cubicBezTo>
                  <a:cubicBezTo>
                    <a:pt x="102552" y="39723"/>
                    <a:pt x="102418" y="39986"/>
                    <a:pt x="102418" y="39986"/>
                  </a:cubicBezTo>
                  <a:cubicBezTo>
                    <a:pt x="102418" y="39986"/>
                    <a:pt x="102418" y="40263"/>
                    <a:pt x="102291" y="40263"/>
                  </a:cubicBezTo>
                  <a:cubicBezTo>
                    <a:pt x="102291" y="40263"/>
                    <a:pt x="102164" y="40263"/>
                    <a:pt x="102031" y="40263"/>
                  </a:cubicBezTo>
                  <a:lnTo>
                    <a:pt x="101898" y="40540"/>
                  </a:lnTo>
                  <a:cubicBezTo>
                    <a:pt x="101898" y="40540"/>
                    <a:pt x="101898" y="40540"/>
                    <a:pt x="101898" y="40804"/>
                  </a:cubicBezTo>
                  <a:cubicBezTo>
                    <a:pt x="101771" y="40804"/>
                    <a:pt x="101771" y="41068"/>
                    <a:pt x="101771" y="41345"/>
                  </a:cubicBezTo>
                  <a:lnTo>
                    <a:pt x="101898" y="41622"/>
                  </a:lnTo>
                  <a:cubicBezTo>
                    <a:pt x="101898" y="41885"/>
                    <a:pt x="102031" y="41885"/>
                    <a:pt x="102031" y="41885"/>
                  </a:cubicBezTo>
                  <a:cubicBezTo>
                    <a:pt x="102031" y="42149"/>
                    <a:pt x="102031" y="42149"/>
                    <a:pt x="102031" y="42149"/>
                  </a:cubicBezTo>
                  <a:cubicBezTo>
                    <a:pt x="102031" y="42426"/>
                    <a:pt x="102031" y="42426"/>
                    <a:pt x="101898" y="42426"/>
                  </a:cubicBezTo>
                  <a:lnTo>
                    <a:pt x="101898" y="42426"/>
                  </a:lnTo>
                  <a:cubicBezTo>
                    <a:pt x="101771" y="42703"/>
                    <a:pt x="101898" y="42967"/>
                    <a:pt x="101898" y="43231"/>
                  </a:cubicBezTo>
                  <a:lnTo>
                    <a:pt x="101898" y="43785"/>
                  </a:lnTo>
                  <a:cubicBezTo>
                    <a:pt x="101898" y="44048"/>
                    <a:pt x="101898" y="44589"/>
                    <a:pt x="101898" y="44866"/>
                  </a:cubicBezTo>
                  <a:cubicBezTo>
                    <a:pt x="101898" y="45130"/>
                    <a:pt x="101898" y="45670"/>
                    <a:pt x="101898" y="45947"/>
                  </a:cubicBezTo>
                  <a:cubicBezTo>
                    <a:pt x="101898" y="45947"/>
                    <a:pt x="101771" y="46211"/>
                    <a:pt x="101643" y="46475"/>
                  </a:cubicBezTo>
                  <a:lnTo>
                    <a:pt x="101771" y="46752"/>
                  </a:lnTo>
                  <a:cubicBezTo>
                    <a:pt x="101771" y="46752"/>
                    <a:pt x="101898" y="46752"/>
                    <a:pt x="101898" y="47029"/>
                  </a:cubicBezTo>
                  <a:cubicBezTo>
                    <a:pt x="102031" y="47029"/>
                    <a:pt x="101898" y="47293"/>
                    <a:pt x="101898" y="47293"/>
                  </a:cubicBezTo>
                  <a:cubicBezTo>
                    <a:pt x="101898" y="47556"/>
                    <a:pt x="101898" y="47556"/>
                    <a:pt x="101898" y="47556"/>
                  </a:cubicBezTo>
                  <a:cubicBezTo>
                    <a:pt x="102031" y="47556"/>
                    <a:pt x="102031" y="47556"/>
                    <a:pt x="102164" y="47556"/>
                  </a:cubicBezTo>
                  <a:cubicBezTo>
                    <a:pt x="102164" y="47833"/>
                    <a:pt x="102291" y="47833"/>
                    <a:pt x="102291" y="48097"/>
                  </a:cubicBezTo>
                  <a:lnTo>
                    <a:pt x="102291" y="48097"/>
                  </a:lnTo>
                  <a:cubicBezTo>
                    <a:pt x="102291" y="48374"/>
                    <a:pt x="102164" y="48097"/>
                    <a:pt x="102164" y="48097"/>
                  </a:cubicBezTo>
                  <a:lnTo>
                    <a:pt x="102164" y="48374"/>
                  </a:lnTo>
                  <a:lnTo>
                    <a:pt x="102291" y="48374"/>
                  </a:lnTo>
                  <a:cubicBezTo>
                    <a:pt x="102291" y="48638"/>
                    <a:pt x="102291" y="48638"/>
                    <a:pt x="102291" y="48915"/>
                  </a:cubicBezTo>
                  <a:lnTo>
                    <a:pt x="102418" y="48915"/>
                  </a:lnTo>
                  <a:cubicBezTo>
                    <a:pt x="102552" y="48915"/>
                    <a:pt x="102552" y="48915"/>
                    <a:pt x="102552" y="48915"/>
                  </a:cubicBezTo>
                  <a:cubicBezTo>
                    <a:pt x="102685" y="48915"/>
                    <a:pt x="102685" y="48638"/>
                    <a:pt x="102685" y="48638"/>
                  </a:cubicBezTo>
                  <a:cubicBezTo>
                    <a:pt x="102685" y="48374"/>
                    <a:pt x="102685" y="48374"/>
                    <a:pt x="102685" y="48374"/>
                  </a:cubicBezTo>
                  <a:cubicBezTo>
                    <a:pt x="102685" y="48374"/>
                    <a:pt x="102685" y="48374"/>
                    <a:pt x="102812" y="48374"/>
                  </a:cubicBezTo>
                  <a:lnTo>
                    <a:pt x="102812" y="48638"/>
                  </a:lnTo>
                  <a:cubicBezTo>
                    <a:pt x="102939" y="48638"/>
                    <a:pt x="102939" y="48915"/>
                    <a:pt x="103073" y="48915"/>
                  </a:cubicBezTo>
                  <a:cubicBezTo>
                    <a:pt x="103073" y="48915"/>
                    <a:pt x="103206" y="48915"/>
                    <a:pt x="103333" y="48915"/>
                  </a:cubicBezTo>
                  <a:lnTo>
                    <a:pt x="103460" y="49179"/>
                  </a:lnTo>
                  <a:lnTo>
                    <a:pt x="103333" y="49179"/>
                  </a:lnTo>
                  <a:lnTo>
                    <a:pt x="103206" y="49455"/>
                  </a:lnTo>
                  <a:lnTo>
                    <a:pt x="103206" y="49719"/>
                  </a:lnTo>
                  <a:lnTo>
                    <a:pt x="103073" y="49719"/>
                  </a:lnTo>
                  <a:lnTo>
                    <a:pt x="102939" y="49455"/>
                  </a:lnTo>
                  <a:cubicBezTo>
                    <a:pt x="102939" y="49455"/>
                    <a:pt x="102939" y="49179"/>
                    <a:pt x="102812" y="49179"/>
                  </a:cubicBezTo>
                  <a:cubicBezTo>
                    <a:pt x="102812" y="49455"/>
                    <a:pt x="102812" y="49455"/>
                    <a:pt x="102812" y="49455"/>
                  </a:cubicBezTo>
                  <a:cubicBezTo>
                    <a:pt x="102812" y="49455"/>
                    <a:pt x="102939" y="49719"/>
                    <a:pt x="102812" y="49719"/>
                  </a:cubicBezTo>
                  <a:cubicBezTo>
                    <a:pt x="102812" y="49996"/>
                    <a:pt x="102812" y="49996"/>
                    <a:pt x="102685" y="49996"/>
                  </a:cubicBezTo>
                  <a:cubicBezTo>
                    <a:pt x="102685" y="49996"/>
                    <a:pt x="102552" y="50260"/>
                    <a:pt x="102418" y="50260"/>
                  </a:cubicBezTo>
                  <a:cubicBezTo>
                    <a:pt x="102418" y="50260"/>
                    <a:pt x="102291" y="49996"/>
                    <a:pt x="102164" y="49996"/>
                  </a:cubicBezTo>
                  <a:lnTo>
                    <a:pt x="102164" y="49719"/>
                  </a:lnTo>
                  <a:lnTo>
                    <a:pt x="102031" y="49719"/>
                  </a:lnTo>
                  <a:cubicBezTo>
                    <a:pt x="102031" y="49996"/>
                    <a:pt x="101898" y="49996"/>
                    <a:pt x="101898" y="50260"/>
                  </a:cubicBezTo>
                  <a:cubicBezTo>
                    <a:pt x="101898" y="50260"/>
                    <a:pt x="101898" y="50537"/>
                    <a:pt x="101771" y="50801"/>
                  </a:cubicBezTo>
                  <a:cubicBezTo>
                    <a:pt x="101771" y="50801"/>
                    <a:pt x="101771" y="50801"/>
                    <a:pt x="101643" y="50801"/>
                  </a:cubicBezTo>
                  <a:cubicBezTo>
                    <a:pt x="101643" y="50801"/>
                    <a:pt x="101643" y="50801"/>
                    <a:pt x="101510" y="50801"/>
                  </a:cubicBezTo>
                  <a:lnTo>
                    <a:pt x="101377" y="50801"/>
                  </a:lnTo>
                  <a:lnTo>
                    <a:pt x="101250" y="51078"/>
                  </a:lnTo>
                  <a:cubicBezTo>
                    <a:pt x="101250" y="51078"/>
                    <a:pt x="101123" y="51078"/>
                    <a:pt x="100989" y="51341"/>
                  </a:cubicBezTo>
                  <a:cubicBezTo>
                    <a:pt x="100989" y="51341"/>
                    <a:pt x="100856" y="51078"/>
                    <a:pt x="100856" y="51341"/>
                  </a:cubicBezTo>
                  <a:cubicBezTo>
                    <a:pt x="100729" y="51341"/>
                    <a:pt x="100729" y="51341"/>
                    <a:pt x="100729" y="51341"/>
                  </a:cubicBezTo>
                  <a:cubicBezTo>
                    <a:pt x="100729" y="51618"/>
                    <a:pt x="100602" y="51341"/>
                    <a:pt x="100602" y="51341"/>
                  </a:cubicBezTo>
                  <a:lnTo>
                    <a:pt x="100602" y="51341"/>
                  </a:lnTo>
                  <a:cubicBezTo>
                    <a:pt x="100468" y="51078"/>
                    <a:pt x="100468" y="51078"/>
                    <a:pt x="100468" y="51078"/>
                  </a:cubicBezTo>
                  <a:cubicBezTo>
                    <a:pt x="100468" y="50801"/>
                    <a:pt x="100335" y="50801"/>
                    <a:pt x="100335" y="50801"/>
                  </a:cubicBezTo>
                  <a:cubicBezTo>
                    <a:pt x="100335" y="50537"/>
                    <a:pt x="100335" y="50537"/>
                    <a:pt x="100335" y="50537"/>
                  </a:cubicBezTo>
                  <a:cubicBezTo>
                    <a:pt x="100335" y="50260"/>
                    <a:pt x="100468" y="50260"/>
                    <a:pt x="100602" y="50260"/>
                  </a:cubicBezTo>
                  <a:lnTo>
                    <a:pt x="100856" y="50260"/>
                  </a:lnTo>
                  <a:lnTo>
                    <a:pt x="100989" y="49996"/>
                  </a:lnTo>
                  <a:lnTo>
                    <a:pt x="100989" y="49719"/>
                  </a:lnTo>
                  <a:cubicBezTo>
                    <a:pt x="100989" y="49719"/>
                    <a:pt x="100729" y="49719"/>
                    <a:pt x="100602" y="49719"/>
                  </a:cubicBezTo>
                  <a:lnTo>
                    <a:pt x="100468" y="49719"/>
                  </a:lnTo>
                  <a:cubicBezTo>
                    <a:pt x="100335" y="49719"/>
                    <a:pt x="100335" y="49455"/>
                    <a:pt x="100335" y="49455"/>
                  </a:cubicBezTo>
                  <a:cubicBezTo>
                    <a:pt x="100208" y="49179"/>
                    <a:pt x="100081" y="49455"/>
                    <a:pt x="99948" y="49179"/>
                  </a:cubicBezTo>
                  <a:cubicBezTo>
                    <a:pt x="99814" y="49179"/>
                    <a:pt x="99687" y="49179"/>
                    <a:pt x="99560" y="49179"/>
                  </a:cubicBezTo>
                  <a:cubicBezTo>
                    <a:pt x="99427" y="49179"/>
                    <a:pt x="99300" y="49455"/>
                    <a:pt x="99166" y="49455"/>
                  </a:cubicBezTo>
                  <a:cubicBezTo>
                    <a:pt x="99166" y="49455"/>
                    <a:pt x="99039" y="49455"/>
                    <a:pt x="98906" y="49455"/>
                  </a:cubicBezTo>
                  <a:lnTo>
                    <a:pt x="98779" y="49179"/>
                  </a:lnTo>
                  <a:cubicBezTo>
                    <a:pt x="98646" y="49179"/>
                    <a:pt x="98519" y="49179"/>
                    <a:pt x="98519" y="49179"/>
                  </a:cubicBezTo>
                  <a:cubicBezTo>
                    <a:pt x="98385" y="49179"/>
                    <a:pt x="98258" y="49455"/>
                    <a:pt x="98258" y="49455"/>
                  </a:cubicBezTo>
                  <a:lnTo>
                    <a:pt x="98258" y="49455"/>
                  </a:lnTo>
                  <a:cubicBezTo>
                    <a:pt x="98258" y="49719"/>
                    <a:pt x="98385" y="49719"/>
                    <a:pt x="98385" y="49719"/>
                  </a:cubicBezTo>
                  <a:cubicBezTo>
                    <a:pt x="98385" y="49996"/>
                    <a:pt x="98385" y="49996"/>
                    <a:pt x="98385" y="49996"/>
                  </a:cubicBezTo>
                  <a:lnTo>
                    <a:pt x="98385" y="50260"/>
                  </a:lnTo>
                  <a:lnTo>
                    <a:pt x="98258" y="50260"/>
                  </a:lnTo>
                  <a:cubicBezTo>
                    <a:pt x="98258" y="50260"/>
                    <a:pt x="98125" y="50260"/>
                    <a:pt x="98125" y="49996"/>
                  </a:cubicBezTo>
                  <a:cubicBezTo>
                    <a:pt x="98125" y="49996"/>
                    <a:pt x="97998" y="49996"/>
                    <a:pt x="97998" y="50260"/>
                  </a:cubicBezTo>
                  <a:lnTo>
                    <a:pt x="97998" y="50260"/>
                  </a:lnTo>
                  <a:lnTo>
                    <a:pt x="98125" y="50537"/>
                  </a:lnTo>
                  <a:cubicBezTo>
                    <a:pt x="98125" y="50537"/>
                    <a:pt x="98258" y="50537"/>
                    <a:pt x="98258" y="50801"/>
                  </a:cubicBezTo>
                  <a:lnTo>
                    <a:pt x="98125" y="51078"/>
                  </a:lnTo>
                  <a:lnTo>
                    <a:pt x="97998" y="51078"/>
                  </a:lnTo>
                  <a:lnTo>
                    <a:pt x="97864" y="50801"/>
                  </a:lnTo>
                  <a:lnTo>
                    <a:pt x="97737" y="50801"/>
                  </a:lnTo>
                  <a:lnTo>
                    <a:pt x="97604" y="51078"/>
                  </a:lnTo>
                  <a:lnTo>
                    <a:pt x="97604" y="51341"/>
                  </a:lnTo>
                  <a:cubicBezTo>
                    <a:pt x="97477" y="51341"/>
                    <a:pt x="97477" y="51078"/>
                    <a:pt x="97343" y="51341"/>
                  </a:cubicBezTo>
                  <a:cubicBezTo>
                    <a:pt x="97343" y="51341"/>
                    <a:pt x="97343" y="51341"/>
                    <a:pt x="97216" y="51618"/>
                  </a:cubicBezTo>
                  <a:cubicBezTo>
                    <a:pt x="97216" y="51618"/>
                    <a:pt x="97083" y="51618"/>
                    <a:pt x="97083" y="51341"/>
                  </a:cubicBezTo>
                  <a:cubicBezTo>
                    <a:pt x="97083" y="51341"/>
                    <a:pt x="97083" y="51341"/>
                    <a:pt x="96956" y="51341"/>
                  </a:cubicBezTo>
                  <a:cubicBezTo>
                    <a:pt x="96956" y="51078"/>
                    <a:pt x="96696" y="51341"/>
                    <a:pt x="96696" y="51078"/>
                  </a:cubicBezTo>
                  <a:cubicBezTo>
                    <a:pt x="96562" y="51078"/>
                    <a:pt x="96562" y="50801"/>
                    <a:pt x="96435" y="50801"/>
                  </a:cubicBezTo>
                  <a:cubicBezTo>
                    <a:pt x="96435" y="50801"/>
                    <a:pt x="96302" y="50801"/>
                    <a:pt x="96302" y="51078"/>
                  </a:cubicBezTo>
                  <a:lnTo>
                    <a:pt x="96302" y="51078"/>
                  </a:lnTo>
                  <a:lnTo>
                    <a:pt x="96302" y="51341"/>
                  </a:lnTo>
                  <a:cubicBezTo>
                    <a:pt x="96302" y="51618"/>
                    <a:pt x="96302" y="51618"/>
                    <a:pt x="96302" y="51618"/>
                  </a:cubicBezTo>
                  <a:cubicBezTo>
                    <a:pt x="96175" y="51882"/>
                    <a:pt x="96175" y="51882"/>
                    <a:pt x="96041" y="51882"/>
                  </a:cubicBezTo>
                  <a:lnTo>
                    <a:pt x="95914" y="51882"/>
                  </a:lnTo>
                  <a:cubicBezTo>
                    <a:pt x="95781" y="51882"/>
                    <a:pt x="95781" y="51618"/>
                    <a:pt x="95781" y="51341"/>
                  </a:cubicBezTo>
                  <a:cubicBezTo>
                    <a:pt x="95781" y="51341"/>
                    <a:pt x="95781" y="51078"/>
                    <a:pt x="95654" y="51078"/>
                  </a:cubicBezTo>
                  <a:lnTo>
                    <a:pt x="95521" y="51078"/>
                  </a:lnTo>
                  <a:lnTo>
                    <a:pt x="95394" y="51341"/>
                  </a:lnTo>
                  <a:cubicBezTo>
                    <a:pt x="95394" y="51341"/>
                    <a:pt x="95394" y="51341"/>
                    <a:pt x="95260" y="51341"/>
                  </a:cubicBezTo>
                  <a:cubicBezTo>
                    <a:pt x="95260" y="51341"/>
                    <a:pt x="95133" y="51341"/>
                    <a:pt x="95133" y="51078"/>
                  </a:cubicBezTo>
                  <a:lnTo>
                    <a:pt x="95000" y="51341"/>
                  </a:lnTo>
                  <a:lnTo>
                    <a:pt x="94873" y="51341"/>
                  </a:lnTo>
                  <a:cubicBezTo>
                    <a:pt x="94739" y="51618"/>
                    <a:pt x="94612" y="51618"/>
                    <a:pt x="94485" y="51618"/>
                  </a:cubicBezTo>
                  <a:cubicBezTo>
                    <a:pt x="94352" y="51618"/>
                    <a:pt x="94091" y="51882"/>
                    <a:pt x="93964" y="51882"/>
                  </a:cubicBezTo>
                  <a:cubicBezTo>
                    <a:pt x="93964" y="51882"/>
                    <a:pt x="93831" y="52159"/>
                    <a:pt x="93698" y="52159"/>
                  </a:cubicBezTo>
                  <a:lnTo>
                    <a:pt x="93571" y="52159"/>
                  </a:lnTo>
                  <a:cubicBezTo>
                    <a:pt x="93571" y="52423"/>
                    <a:pt x="93444" y="52700"/>
                    <a:pt x="93444" y="52700"/>
                  </a:cubicBezTo>
                  <a:cubicBezTo>
                    <a:pt x="93444" y="52964"/>
                    <a:pt x="93310" y="53504"/>
                    <a:pt x="93310" y="53504"/>
                  </a:cubicBezTo>
                  <a:cubicBezTo>
                    <a:pt x="93177" y="53781"/>
                    <a:pt x="93177" y="54045"/>
                    <a:pt x="93177" y="54322"/>
                  </a:cubicBezTo>
                  <a:cubicBezTo>
                    <a:pt x="93177" y="54322"/>
                    <a:pt x="93177" y="54586"/>
                    <a:pt x="93177" y="54863"/>
                  </a:cubicBezTo>
                  <a:cubicBezTo>
                    <a:pt x="93050" y="54863"/>
                    <a:pt x="93050" y="55126"/>
                    <a:pt x="93050" y="55403"/>
                  </a:cubicBezTo>
                  <a:cubicBezTo>
                    <a:pt x="92923" y="55403"/>
                    <a:pt x="92923" y="55667"/>
                    <a:pt x="92923" y="55944"/>
                  </a:cubicBezTo>
                  <a:cubicBezTo>
                    <a:pt x="92923" y="55944"/>
                    <a:pt x="92923" y="56208"/>
                    <a:pt x="93050" y="56485"/>
                  </a:cubicBezTo>
                  <a:cubicBezTo>
                    <a:pt x="93050" y="56749"/>
                    <a:pt x="92923" y="57012"/>
                    <a:pt x="92923" y="57289"/>
                  </a:cubicBezTo>
                  <a:cubicBezTo>
                    <a:pt x="92923" y="57289"/>
                    <a:pt x="92923" y="57566"/>
                    <a:pt x="92923" y="57830"/>
                  </a:cubicBezTo>
                  <a:cubicBezTo>
                    <a:pt x="92923" y="57830"/>
                    <a:pt x="92789" y="57830"/>
                    <a:pt x="92789" y="58094"/>
                  </a:cubicBezTo>
                  <a:lnTo>
                    <a:pt x="92789" y="58371"/>
                  </a:lnTo>
                  <a:cubicBezTo>
                    <a:pt x="92789" y="58648"/>
                    <a:pt x="92789" y="58911"/>
                    <a:pt x="92789" y="58911"/>
                  </a:cubicBezTo>
                  <a:cubicBezTo>
                    <a:pt x="92656" y="58911"/>
                    <a:pt x="92656" y="59175"/>
                    <a:pt x="92656" y="59175"/>
                  </a:cubicBezTo>
                  <a:lnTo>
                    <a:pt x="92656" y="59452"/>
                  </a:lnTo>
                  <a:lnTo>
                    <a:pt x="92529" y="59729"/>
                  </a:lnTo>
                  <a:lnTo>
                    <a:pt x="92402" y="59993"/>
                  </a:lnTo>
                  <a:lnTo>
                    <a:pt x="92402" y="60534"/>
                  </a:lnTo>
                  <a:cubicBezTo>
                    <a:pt x="92402" y="60811"/>
                    <a:pt x="92402" y="61338"/>
                    <a:pt x="92402" y="61615"/>
                  </a:cubicBezTo>
                  <a:cubicBezTo>
                    <a:pt x="92402" y="61892"/>
                    <a:pt x="92402" y="62420"/>
                    <a:pt x="92402" y="62696"/>
                  </a:cubicBezTo>
                  <a:cubicBezTo>
                    <a:pt x="92402" y="62973"/>
                    <a:pt x="92402" y="63237"/>
                    <a:pt x="92402" y="63237"/>
                  </a:cubicBezTo>
                  <a:cubicBezTo>
                    <a:pt x="92402" y="63501"/>
                    <a:pt x="92269" y="63501"/>
                    <a:pt x="92269" y="63501"/>
                  </a:cubicBezTo>
                  <a:cubicBezTo>
                    <a:pt x="92269" y="63778"/>
                    <a:pt x="92269" y="63778"/>
                    <a:pt x="92269" y="64055"/>
                  </a:cubicBezTo>
                  <a:lnTo>
                    <a:pt x="92269" y="64319"/>
                  </a:lnTo>
                  <a:cubicBezTo>
                    <a:pt x="92135" y="64582"/>
                    <a:pt x="92135" y="64859"/>
                    <a:pt x="92008" y="64859"/>
                  </a:cubicBezTo>
                  <a:cubicBezTo>
                    <a:pt x="92008" y="65136"/>
                    <a:pt x="92008" y="65136"/>
                    <a:pt x="92008" y="65400"/>
                  </a:cubicBezTo>
                  <a:lnTo>
                    <a:pt x="92008" y="65664"/>
                  </a:lnTo>
                  <a:lnTo>
                    <a:pt x="91881" y="65664"/>
                  </a:lnTo>
                  <a:cubicBezTo>
                    <a:pt x="91748" y="65664"/>
                    <a:pt x="91748" y="65941"/>
                    <a:pt x="91748" y="65941"/>
                  </a:cubicBezTo>
                  <a:cubicBezTo>
                    <a:pt x="91748" y="66205"/>
                    <a:pt x="91881" y="66482"/>
                    <a:pt x="91881" y="66745"/>
                  </a:cubicBezTo>
                  <a:lnTo>
                    <a:pt x="91748" y="67009"/>
                  </a:lnTo>
                  <a:cubicBezTo>
                    <a:pt x="91748" y="67009"/>
                    <a:pt x="91748" y="67286"/>
                    <a:pt x="91614" y="67286"/>
                  </a:cubicBezTo>
                  <a:cubicBezTo>
                    <a:pt x="91614" y="67286"/>
                    <a:pt x="91487" y="67563"/>
                    <a:pt x="91487" y="67827"/>
                  </a:cubicBezTo>
                  <a:lnTo>
                    <a:pt x="91487" y="68090"/>
                  </a:lnTo>
                  <a:lnTo>
                    <a:pt x="91614" y="68367"/>
                  </a:lnTo>
                  <a:cubicBezTo>
                    <a:pt x="91614" y="68367"/>
                    <a:pt x="91748" y="68367"/>
                    <a:pt x="91881" y="68644"/>
                  </a:cubicBezTo>
                  <a:lnTo>
                    <a:pt x="92008" y="68644"/>
                  </a:lnTo>
                  <a:lnTo>
                    <a:pt x="92135" y="68644"/>
                  </a:lnTo>
                  <a:cubicBezTo>
                    <a:pt x="92135" y="68644"/>
                    <a:pt x="92269" y="68644"/>
                    <a:pt x="92402" y="68644"/>
                  </a:cubicBezTo>
                  <a:cubicBezTo>
                    <a:pt x="92402" y="68644"/>
                    <a:pt x="92656" y="68908"/>
                    <a:pt x="92656" y="68644"/>
                  </a:cubicBezTo>
                  <a:cubicBezTo>
                    <a:pt x="92789" y="68644"/>
                    <a:pt x="92923" y="68367"/>
                    <a:pt x="92923" y="68367"/>
                  </a:cubicBezTo>
                  <a:cubicBezTo>
                    <a:pt x="93050" y="68367"/>
                    <a:pt x="93050" y="68367"/>
                    <a:pt x="93177" y="68367"/>
                  </a:cubicBezTo>
                  <a:cubicBezTo>
                    <a:pt x="93177" y="68367"/>
                    <a:pt x="93177" y="68644"/>
                    <a:pt x="93177" y="68908"/>
                  </a:cubicBezTo>
                  <a:cubicBezTo>
                    <a:pt x="93310" y="68908"/>
                    <a:pt x="93310" y="69172"/>
                    <a:pt x="93310" y="69172"/>
                  </a:cubicBezTo>
                  <a:cubicBezTo>
                    <a:pt x="93310" y="69172"/>
                    <a:pt x="93310" y="69449"/>
                    <a:pt x="93444" y="69449"/>
                  </a:cubicBezTo>
                  <a:cubicBezTo>
                    <a:pt x="93444" y="69726"/>
                    <a:pt x="93571" y="69990"/>
                    <a:pt x="93571" y="69990"/>
                  </a:cubicBezTo>
                  <a:cubicBezTo>
                    <a:pt x="93571" y="70253"/>
                    <a:pt x="93571" y="70807"/>
                    <a:pt x="93571" y="70807"/>
                  </a:cubicBezTo>
                  <a:cubicBezTo>
                    <a:pt x="93571" y="71071"/>
                    <a:pt x="93571" y="71071"/>
                    <a:pt x="93571" y="71335"/>
                  </a:cubicBezTo>
                  <a:cubicBezTo>
                    <a:pt x="93698" y="71335"/>
                    <a:pt x="93698" y="71335"/>
                    <a:pt x="93698" y="71335"/>
                  </a:cubicBezTo>
                  <a:cubicBezTo>
                    <a:pt x="93831" y="71335"/>
                    <a:pt x="93831" y="71071"/>
                    <a:pt x="93831" y="71071"/>
                  </a:cubicBezTo>
                  <a:lnTo>
                    <a:pt x="93964" y="71071"/>
                  </a:lnTo>
                  <a:lnTo>
                    <a:pt x="93964" y="70807"/>
                  </a:lnTo>
                  <a:lnTo>
                    <a:pt x="93964" y="70530"/>
                  </a:lnTo>
                  <a:lnTo>
                    <a:pt x="93831" y="70530"/>
                  </a:lnTo>
                  <a:cubicBezTo>
                    <a:pt x="93831" y="70253"/>
                    <a:pt x="93698" y="70253"/>
                    <a:pt x="93698" y="70253"/>
                  </a:cubicBezTo>
                  <a:cubicBezTo>
                    <a:pt x="93698" y="69990"/>
                    <a:pt x="93698" y="69990"/>
                    <a:pt x="93698" y="69990"/>
                  </a:cubicBezTo>
                  <a:cubicBezTo>
                    <a:pt x="93831" y="69726"/>
                    <a:pt x="93698" y="69726"/>
                    <a:pt x="93831" y="69449"/>
                  </a:cubicBezTo>
                  <a:lnTo>
                    <a:pt x="93831" y="69449"/>
                  </a:lnTo>
                  <a:cubicBezTo>
                    <a:pt x="93964" y="69449"/>
                    <a:pt x="93964" y="69449"/>
                    <a:pt x="94091" y="69449"/>
                  </a:cubicBezTo>
                  <a:lnTo>
                    <a:pt x="94091" y="69726"/>
                  </a:lnTo>
                  <a:lnTo>
                    <a:pt x="94091" y="69990"/>
                  </a:lnTo>
                  <a:lnTo>
                    <a:pt x="94091" y="70253"/>
                  </a:lnTo>
                  <a:cubicBezTo>
                    <a:pt x="94219" y="70253"/>
                    <a:pt x="94219" y="70530"/>
                    <a:pt x="94219" y="70530"/>
                  </a:cubicBezTo>
                  <a:lnTo>
                    <a:pt x="94352" y="70530"/>
                  </a:lnTo>
                  <a:lnTo>
                    <a:pt x="94485" y="70253"/>
                  </a:lnTo>
                  <a:lnTo>
                    <a:pt x="94612" y="70253"/>
                  </a:lnTo>
                  <a:cubicBezTo>
                    <a:pt x="94612" y="70530"/>
                    <a:pt x="94612" y="70530"/>
                    <a:pt x="94612" y="70530"/>
                  </a:cubicBezTo>
                  <a:cubicBezTo>
                    <a:pt x="94612" y="70807"/>
                    <a:pt x="94612" y="70807"/>
                    <a:pt x="94612" y="70807"/>
                  </a:cubicBezTo>
                  <a:cubicBezTo>
                    <a:pt x="94612" y="70807"/>
                    <a:pt x="94485" y="70807"/>
                    <a:pt x="94485" y="71071"/>
                  </a:cubicBezTo>
                  <a:cubicBezTo>
                    <a:pt x="94352" y="71071"/>
                    <a:pt x="94485" y="71335"/>
                    <a:pt x="94352" y="71335"/>
                  </a:cubicBezTo>
                  <a:cubicBezTo>
                    <a:pt x="94352" y="71612"/>
                    <a:pt x="94352" y="71612"/>
                    <a:pt x="94352" y="71612"/>
                  </a:cubicBezTo>
                  <a:lnTo>
                    <a:pt x="94352" y="71889"/>
                  </a:lnTo>
                  <a:cubicBezTo>
                    <a:pt x="94352" y="72152"/>
                    <a:pt x="94485" y="72152"/>
                    <a:pt x="94485" y="72152"/>
                  </a:cubicBezTo>
                  <a:cubicBezTo>
                    <a:pt x="94485" y="72152"/>
                    <a:pt x="94485" y="71889"/>
                    <a:pt x="94612" y="71889"/>
                  </a:cubicBezTo>
                  <a:cubicBezTo>
                    <a:pt x="94612" y="71612"/>
                    <a:pt x="94739" y="71612"/>
                    <a:pt x="94739" y="71612"/>
                  </a:cubicBezTo>
                  <a:lnTo>
                    <a:pt x="94873" y="71335"/>
                  </a:lnTo>
                  <a:lnTo>
                    <a:pt x="95000" y="71335"/>
                  </a:lnTo>
                  <a:lnTo>
                    <a:pt x="95000" y="71335"/>
                  </a:lnTo>
                  <a:cubicBezTo>
                    <a:pt x="95000" y="71071"/>
                    <a:pt x="95000" y="70807"/>
                    <a:pt x="95000" y="70807"/>
                  </a:cubicBezTo>
                  <a:cubicBezTo>
                    <a:pt x="95000" y="70807"/>
                    <a:pt x="95133" y="70530"/>
                    <a:pt x="95133" y="70807"/>
                  </a:cubicBezTo>
                  <a:cubicBezTo>
                    <a:pt x="95133" y="70807"/>
                    <a:pt x="95133" y="70807"/>
                    <a:pt x="95133" y="71071"/>
                  </a:cubicBezTo>
                  <a:lnTo>
                    <a:pt x="95133" y="71335"/>
                  </a:lnTo>
                  <a:cubicBezTo>
                    <a:pt x="95133" y="71612"/>
                    <a:pt x="95260" y="71612"/>
                    <a:pt x="95260" y="71612"/>
                  </a:cubicBezTo>
                  <a:cubicBezTo>
                    <a:pt x="95260" y="71612"/>
                    <a:pt x="95260" y="71889"/>
                    <a:pt x="95394" y="71612"/>
                  </a:cubicBezTo>
                  <a:lnTo>
                    <a:pt x="95394" y="71335"/>
                  </a:lnTo>
                  <a:cubicBezTo>
                    <a:pt x="95394" y="71071"/>
                    <a:pt x="95260" y="70807"/>
                    <a:pt x="95260" y="70530"/>
                  </a:cubicBezTo>
                  <a:lnTo>
                    <a:pt x="95394" y="70253"/>
                  </a:lnTo>
                  <a:cubicBezTo>
                    <a:pt x="95394" y="70253"/>
                    <a:pt x="95394" y="69990"/>
                    <a:pt x="95260" y="69990"/>
                  </a:cubicBezTo>
                  <a:cubicBezTo>
                    <a:pt x="95260" y="69726"/>
                    <a:pt x="95133" y="69726"/>
                    <a:pt x="95133" y="69726"/>
                  </a:cubicBezTo>
                  <a:cubicBezTo>
                    <a:pt x="95133" y="69449"/>
                    <a:pt x="95000" y="69449"/>
                    <a:pt x="95000" y="69172"/>
                  </a:cubicBezTo>
                  <a:cubicBezTo>
                    <a:pt x="95133" y="69172"/>
                    <a:pt x="95133" y="69172"/>
                    <a:pt x="95133" y="69172"/>
                  </a:cubicBezTo>
                  <a:cubicBezTo>
                    <a:pt x="95260" y="68908"/>
                    <a:pt x="95260" y="69172"/>
                    <a:pt x="95394" y="69172"/>
                  </a:cubicBezTo>
                  <a:lnTo>
                    <a:pt x="95654" y="69172"/>
                  </a:lnTo>
                  <a:cubicBezTo>
                    <a:pt x="95781" y="69172"/>
                    <a:pt x="95914" y="69172"/>
                    <a:pt x="95914" y="69172"/>
                  </a:cubicBezTo>
                  <a:cubicBezTo>
                    <a:pt x="96041" y="69172"/>
                    <a:pt x="96041" y="69449"/>
                    <a:pt x="96175" y="69449"/>
                  </a:cubicBezTo>
                  <a:lnTo>
                    <a:pt x="96302" y="69726"/>
                  </a:lnTo>
                  <a:cubicBezTo>
                    <a:pt x="96302" y="69726"/>
                    <a:pt x="96435" y="69726"/>
                    <a:pt x="96562" y="69726"/>
                  </a:cubicBezTo>
                  <a:cubicBezTo>
                    <a:pt x="96696" y="69990"/>
                    <a:pt x="96696" y="70253"/>
                    <a:pt x="96823" y="70530"/>
                  </a:cubicBezTo>
                  <a:cubicBezTo>
                    <a:pt x="96956" y="70530"/>
                    <a:pt x="97083" y="70807"/>
                    <a:pt x="97216" y="70807"/>
                  </a:cubicBezTo>
                  <a:lnTo>
                    <a:pt x="97477" y="71071"/>
                  </a:lnTo>
                  <a:cubicBezTo>
                    <a:pt x="97604" y="71071"/>
                    <a:pt x="97737" y="71071"/>
                    <a:pt x="97737" y="71335"/>
                  </a:cubicBezTo>
                  <a:cubicBezTo>
                    <a:pt x="97737" y="71335"/>
                    <a:pt x="97737" y="71612"/>
                    <a:pt x="97864" y="71612"/>
                  </a:cubicBezTo>
                  <a:cubicBezTo>
                    <a:pt x="97864" y="71612"/>
                    <a:pt x="97864" y="71889"/>
                    <a:pt x="97998" y="71889"/>
                  </a:cubicBezTo>
                  <a:lnTo>
                    <a:pt x="98125" y="71889"/>
                  </a:lnTo>
                  <a:cubicBezTo>
                    <a:pt x="98258" y="72152"/>
                    <a:pt x="98258" y="72152"/>
                    <a:pt x="98258" y="72416"/>
                  </a:cubicBezTo>
                  <a:cubicBezTo>
                    <a:pt x="98258" y="72416"/>
                    <a:pt x="98258" y="72416"/>
                    <a:pt x="98125" y="72693"/>
                  </a:cubicBezTo>
                  <a:cubicBezTo>
                    <a:pt x="98125" y="72693"/>
                    <a:pt x="98125" y="72416"/>
                    <a:pt x="97998" y="72693"/>
                  </a:cubicBezTo>
                  <a:cubicBezTo>
                    <a:pt x="97998" y="72693"/>
                    <a:pt x="97998" y="72693"/>
                    <a:pt x="98125" y="72970"/>
                  </a:cubicBezTo>
                  <a:cubicBezTo>
                    <a:pt x="98125" y="72970"/>
                    <a:pt x="98125" y="72970"/>
                    <a:pt x="98258" y="73234"/>
                  </a:cubicBezTo>
                  <a:cubicBezTo>
                    <a:pt x="98258" y="73234"/>
                    <a:pt x="98385" y="73234"/>
                    <a:pt x="98519" y="73234"/>
                  </a:cubicBezTo>
                  <a:cubicBezTo>
                    <a:pt x="98519" y="73234"/>
                    <a:pt x="98519" y="73775"/>
                    <a:pt x="98646" y="73775"/>
                  </a:cubicBezTo>
                  <a:cubicBezTo>
                    <a:pt x="98646" y="74052"/>
                    <a:pt x="98646" y="74315"/>
                    <a:pt x="98646" y="74315"/>
                  </a:cubicBezTo>
                  <a:cubicBezTo>
                    <a:pt x="98779" y="74579"/>
                    <a:pt x="98779" y="74856"/>
                    <a:pt x="98906" y="74856"/>
                  </a:cubicBezTo>
                  <a:cubicBezTo>
                    <a:pt x="98906" y="74856"/>
                    <a:pt x="98906" y="74856"/>
                    <a:pt x="99039" y="75120"/>
                  </a:cubicBezTo>
                  <a:cubicBezTo>
                    <a:pt x="99039" y="75120"/>
                    <a:pt x="99166" y="75120"/>
                    <a:pt x="99166" y="75397"/>
                  </a:cubicBezTo>
                  <a:cubicBezTo>
                    <a:pt x="99166" y="75397"/>
                    <a:pt x="99166" y="75397"/>
                    <a:pt x="99166" y="75661"/>
                  </a:cubicBezTo>
                  <a:cubicBezTo>
                    <a:pt x="99300" y="75661"/>
                    <a:pt x="99300" y="75938"/>
                    <a:pt x="99300" y="75938"/>
                  </a:cubicBezTo>
                  <a:cubicBezTo>
                    <a:pt x="99300" y="76201"/>
                    <a:pt x="99427" y="76201"/>
                    <a:pt x="99427" y="76478"/>
                  </a:cubicBezTo>
                  <a:lnTo>
                    <a:pt x="99427" y="76742"/>
                  </a:lnTo>
                  <a:cubicBezTo>
                    <a:pt x="99300" y="77019"/>
                    <a:pt x="99427" y="77019"/>
                    <a:pt x="99427" y="77283"/>
                  </a:cubicBezTo>
                  <a:lnTo>
                    <a:pt x="99427" y="77560"/>
                  </a:lnTo>
                  <a:lnTo>
                    <a:pt x="99300" y="77823"/>
                  </a:lnTo>
                  <a:cubicBezTo>
                    <a:pt x="99300" y="77823"/>
                    <a:pt x="99300" y="77823"/>
                    <a:pt x="99300" y="78100"/>
                  </a:cubicBezTo>
                  <a:lnTo>
                    <a:pt x="99427" y="78100"/>
                  </a:lnTo>
                  <a:cubicBezTo>
                    <a:pt x="99427" y="78100"/>
                    <a:pt x="99427" y="78364"/>
                    <a:pt x="99427" y="78641"/>
                  </a:cubicBezTo>
                  <a:cubicBezTo>
                    <a:pt x="99427" y="78641"/>
                    <a:pt x="99427" y="79182"/>
                    <a:pt x="99560" y="79446"/>
                  </a:cubicBezTo>
                  <a:cubicBezTo>
                    <a:pt x="99560" y="79723"/>
                    <a:pt x="99687" y="79986"/>
                    <a:pt x="99687" y="80263"/>
                  </a:cubicBezTo>
                  <a:cubicBezTo>
                    <a:pt x="99814" y="80263"/>
                    <a:pt x="99948" y="80527"/>
                    <a:pt x="99948" y="80804"/>
                  </a:cubicBezTo>
                  <a:cubicBezTo>
                    <a:pt x="99948" y="81068"/>
                    <a:pt x="99948" y="81345"/>
                    <a:pt x="99948" y="81345"/>
                  </a:cubicBezTo>
                  <a:cubicBezTo>
                    <a:pt x="100081" y="81608"/>
                    <a:pt x="100081" y="81608"/>
                    <a:pt x="100208" y="81885"/>
                  </a:cubicBezTo>
                  <a:cubicBezTo>
                    <a:pt x="100208" y="81885"/>
                    <a:pt x="100335" y="81885"/>
                    <a:pt x="100335" y="82149"/>
                  </a:cubicBezTo>
                  <a:lnTo>
                    <a:pt x="100335" y="82426"/>
                  </a:lnTo>
                  <a:cubicBezTo>
                    <a:pt x="100335" y="82690"/>
                    <a:pt x="100335" y="82690"/>
                    <a:pt x="100335" y="82967"/>
                  </a:cubicBezTo>
                  <a:lnTo>
                    <a:pt x="100468" y="83231"/>
                  </a:lnTo>
                  <a:cubicBezTo>
                    <a:pt x="100602" y="83508"/>
                    <a:pt x="100729" y="83508"/>
                    <a:pt x="100729" y="83771"/>
                  </a:cubicBezTo>
                  <a:cubicBezTo>
                    <a:pt x="100729" y="83771"/>
                    <a:pt x="100729" y="84048"/>
                    <a:pt x="100729" y="84312"/>
                  </a:cubicBezTo>
                  <a:cubicBezTo>
                    <a:pt x="100729" y="84312"/>
                    <a:pt x="100729" y="84589"/>
                    <a:pt x="100856" y="84853"/>
                  </a:cubicBezTo>
                  <a:cubicBezTo>
                    <a:pt x="100856" y="85117"/>
                    <a:pt x="100989" y="85117"/>
                    <a:pt x="100989" y="85393"/>
                  </a:cubicBezTo>
                  <a:cubicBezTo>
                    <a:pt x="101123" y="85393"/>
                    <a:pt x="101250" y="85934"/>
                    <a:pt x="101250" y="85934"/>
                  </a:cubicBezTo>
                  <a:cubicBezTo>
                    <a:pt x="101250" y="86475"/>
                    <a:pt x="101250" y="87279"/>
                    <a:pt x="101250" y="87556"/>
                  </a:cubicBezTo>
                  <a:cubicBezTo>
                    <a:pt x="101250" y="87833"/>
                    <a:pt x="101123" y="88361"/>
                    <a:pt x="101123" y="88361"/>
                  </a:cubicBezTo>
                  <a:cubicBezTo>
                    <a:pt x="101123" y="88638"/>
                    <a:pt x="100989" y="89179"/>
                    <a:pt x="100989" y="89442"/>
                  </a:cubicBezTo>
                  <a:cubicBezTo>
                    <a:pt x="100989" y="89719"/>
                    <a:pt x="100989" y="90260"/>
                    <a:pt x="100989" y="90524"/>
                  </a:cubicBezTo>
                  <a:cubicBezTo>
                    <a:pt x="101123" y="90801"/>
                    <a:pt x="101123" y="91341"/>
                    <a:pt x="101123" y="91605"/>
                  </a:cubicBezTo>
                  <a:cubicBezTo>
                    <a:pt x="101123" y="91882"/>
                    <a:pt x="101123" y="92159"/>
                    <a:pt x="101123" y="92423"/>
                  </a:cubicBezTo>
                  <a:cubicBezTo>
                    <a:pt x="101123" y="92687"/>
                    <a:pt x="100989" y="93227"/>
                    <a:pt x="101123" y="93504"/>
                  </a:cubicBezTo>
                  <a:cubicBezTo>
                    <a:pt x="101123" y="93768"/>
                    <a:pt x="101250" y="94309"/>
                    <a:pt x="101250" y="94849"/>
                  </a:cubicBezTo>
                  <a:cubicBezTo>
                    <a:pt x="101250" y="95113"/>
                    <a:pt x="101250" y="95931"/>
                    <a:pt x="101250" y="96195"/>
                  </a:cubicBezTo>
                  <a:cubicBezTo>
                    <a:pt x="101250" y="96472"/>
                    <a:pt x="101123" y="97012"/>
                    <a:pt x="101123" y="97276"/>
                  </a:cubicBezTo>
                  <a:cubicBezTo>
                    <a:pt x="101123" y="97553"/>
                    <a:pt x="100989" y="98094"/>
                    <a:pt x="100989" y="98094"/>
                  </a:cubicBezTo>
                  <a:cubicBezTo>
                    <a:pt x="100989" y="98358"/>
                    <a:pt x="100856" y="98635"/>
                    <a:pt x="100729" y="98911"/>
                  </a:cubicBezTo>
                  <a:cubicBezTo>
                    <a:pt x="100729" y="98911"/>
                    <a:pt x="100729" y="99175"/>
                    <a:pt x="100729" y="99439"/>
                  </a:cubicBezTo>
                  <a:cubicBezTo>
                    <a:pt x="100729" y="99716"/>
                    <a:pt x="100729" y="99993"/>
                    <a:pt x="100729" y="99993"/>
                  </a:cubicBezTo>
                  <a:cubicBezTo>
                    <a:pt x="100729" y="100257"/>
                    <a:pt x="100729" y="100257"/>
                    <a:pt x="100729" y="100257"/>
                  </a:cubicBezTo>
                  <a:cubicBezTo>
                    <a:pt x="100729" y="100520"/>
                    <a:pt x="100602" y="100520"/>
                    <a:pt x="100602" y="100797"/>
                  </a:cubicBezTo>
                  <a:cubicBezTo>
                    <a:pt x="100602" y="100797"/>
                    <a:pt x="100468" y="100797"/>
                    <a:pt x="100468" y="101074"/>
                  </a:cubicBezTo>
                  <a:lnTo>
                    <a:pt x="100468" y="101338"/>
                  </a:lnTo>
                  <a:cubicBezTo>
                    <a:pt x="100468" y="101338"/>
                    <a:pt x="100468" y="101602"/>
                    <a:pt x="100468" y="101879"/>
                  </a:cubicBezTo>
                  <a:lnTo>
                    <a:pt x="100468" y="102156"/>
                  </a:lnTo>
                  <a:cubicBezTo>
                    <a:pt x="100602" y="102420"/>
                    <a:pt x="100729" y="102420"/>
                    <a:pt x="100729" y="102420"/>
                  </a:cubicBezTo>
                  <a:cubicBezTo>
                    <a:pt x="100729" y="102420"/>
                    <a:pt x="100729" y="102683"/>
                    <a:pt x="100729" y="102960"/>
                  </a:cubicBezTo>
                  <a:cubicBezTo>
                    <a:pt x="100729" y="102960"/>
                    <a:pt x="100602" y="102960"/>
                    <a:pt x="100602" y="103224"/>
                  </a:cubicBezTo>
                  <a:cubicBezTo>
                    <a:pt x="100468" y="103224"/>
                    <a:pt x="100468" y="103501"/>
                    <a:pt x="100468" y="103501"/>
                  </a:cubicBezTo>
                  <a:lnTo>
                    <a:pt x="100468" y="103765"/>
                  </a:lnTo>
                  <a:cubicBezTo>
                    <a:pt x="100468" y="104042"/>
                    <a:pt x="100335" y="104305"/>
                    <a:pt x="100335" y="104305"/>
                  </a:cubicBezTo>
                  <a:cubicBezTo>
                    <a:pt x="100335" y="104582"/>
                    <a:pt x="100335" y="104582"/>
                    <a:pt x="100208" y="104846"/>
                  </a:cubicBezTo>
                  <a:lnTo>
                    <a:pt x="100081" y="105123"/>
                  </a:lnTo>
                  <a:lnTo>
                    <a:pt x="99948" y="105387"/>
                  </a:lnTo>
                  <a:lnTo>
                    <a:pt x="99814" y="105664"/>
                  </a:lnTo>
                  <a:cubicBezTo>
                    <a:pt x="99814" y="105664"/>
                    <a:pt x="99814" y="105928"/>
                    <a:pt x="99687" y="105928"/>
                  </a:cubicBezTo>
                  <a:cubicBezTo>
                    <a:pt x="99687" y="105928"/>
                    <a:pt x="99687" y="105928"/>
                    <a:pt x="99687" y="106205"/>
                  </a:cubicBezTo>
                  <a:cubicBezTo>
                    <a:pt x="99560" y="106205"/>
                    <a:pt x="99560" y="106205"/>
                    <a:pt x="99560" y="106205"/>
                  </a:cubicBezTo>
                  <a:cubicBezTo>
                    <a:pt x="99560" y="106468"/>
                    <a:pt x="99560" y="106468"/>
                    <a:pt x="99560" y="106745"/>
                  </a:cubicBezTo>
                  <a:lnTo>
                    <a:pt x="99560" y="106745"/>
                  </a:lnTo>
                  <a:cubicBezTo>
                    <a:pt x="99427" y="106745"/>
                    <a:pt x="99427" y="106745"/>
                    <a:pt x="99427" y="106745"/>
                  </a:cubicBezTo>
                  <a:cubicBezTo>
                    <a:pt x="99300" y="106745"/>
                    <a:pt x="99300" y="106745"/>
                    <a:pt x="99166" y="106745"/>
                  </a:cubicBezTo>
                  <a:cubicBezTo>
                    <a:pt x="99166" y="106745"/>
                    <a:pt x="99166" y="106745"/>
                    <a:pt x="99166" y="107009"/>
                  </a:cubicBezTo>
                  <a:lnTo>
                    <a:pt x="99039" y="107286"/>
                  </a:lnTo>
                  <a:cubicBezTo>
                    <a:pt x="98906" y="107286"/>
                    <a:pt x="98906" y="107286"/>
                    <a:pt x="98906" y="107009"/>
                  </a:cubicBezTo>
                  <a:cubicBezTo>
                    <a:pt x="98779" y="107009"/>
                    <a:pt x="98779" y="107009"/>
                    <a:pt x="98779" y="107009"/>
                  </a:cubicBezTo>
                  <a:lnTo>
                    <a:pt x="98779" y="106745"/>
                  </a:lnTo>
                  <a:lnTo>
                    <a:pt x="98646" y="106745"/>
                  </a:lnTo>
                  <a:lnTo>
                    <a:pt x="98519" y="106745"/>
                  </a:lnTo>
                  <a:cubicBezTo>
                    <a:pt x="98385" y="106745"/>
                    <a:pt x="98385" y="106468"/>
                    <a:pt x="98385" y="106468"/>
                  </a:cubicBezTo>
                  <a:lnTo>
                    <a:pt x="98258" y="106468"/>
                  </a:lnTo>
                  <a:cubicBezTo>
                    <a:pt x="98125" y="106468"/>
                    <a:pt x="98125" y="106468"/>
                    <a:pt x="98125" y="106468"/>
                  </a:cubicBezTo>
                  <a:cubicBezTo>
                    <a:pt x="98125" y="106468"/>
                    <a:pt x="98125" y="106205"/>
                    <a:pt x="97998" y="106205"/>
                  </a:cubicBezTo>
                  <a:lnTo>
                    <a:pt x="97998" y="105928"/>
                  </a:lnTo>
                  <a:cubicBezTo>
                    <a:pt x="97998" y="105664"/>
                    <a:pt x="97998" y="105664"/>
                    <a:pt x="97864" y="105664"/>
                  </a:cubicBezTo>
                  <a:lnTo>
                    <a:pt x="97737" y="105664"/>
                  </a:lnTo>
                  <a:cubicBezTo>
                    <a:pt x="97737" y="105664"/>
                    <a:pt x="97737" y="105664"/>
                    <a:pt x="97737" y="105928"/>
                  </a:cubicBezTo>
                  <a:lnTo>
                    <a:pt x="97604" y="105928"/>
                  </a:lnTo>
                  <a:cubicBezTo>
                    <a:pt x="97477" y="105928"/>
                    <a:pt x="97477" y="105664"/>
                    <a:pt x="97477" y="105928"/>
                  </a:cubicBezTo>
                  <a:cubicBezTo>
                    <a:pt x="97343" y="105928"/>
                    <a:pt x="97343" y="105928"/>
                    <a:pt x="97343" y="105928"/>
                  </a:cubicBezTo>
                  <a:cubicBezTo>
                    <a:pt x="97343" y="106205"/>
                    <a:pt x="97343" y="106205"/>
                    <a:pt x="97343" y="106468"/>
                  </a:cubicBezTo>
                  <a:cubicBezTo>
                    <a:pt x="97343" y="106468"/>
                    <a:pt x="97343" y="106468"/>
                    <a:pt x="97216" y="106468"/>
                  </a:cubicBezTo>
                  <a:lnTo>
                    <a:pt x="97216" y="106745"/>
                  </a:lnTo>
                  <a:cubicBezTo>
                    <a:pt x="97216" y="107009"/>
                    <a:pt x="97343" y="107009"/>
                    <a:pt x="97343" y="107286"/>
                  </a:cubicBezTo>
                  <a:lnTo>
                    <a:pt x="97343" y="107550"/>
                  </a:lnTo>
                  <a:cubicBezTo>
                    <a:pt x="97216" y="107550"/>
                    <a:pt x="97216" y="107550"/>
                    <a:pt x="97216" y="107550"/>
                  </a:cubicBezTo>
                  <a:cubicBezTo>
                    <a:pt x="97083" y="107550"/>
                    <a:pt x="97083" y="107550"/>
                    <a:pt x="97083" y="107286"/>
                  </a:cubicBezTo>
                  <a:lnTo>
                    <a:pt x="96956" y="107286"/>
                  </a:lnTo>
                  <a:cubicBezTo>
                    <a:pt x="96956" y="107550"/>
                    <a:pt x="96823" y="107550"/>
                    <a:pt x="96823" y="107550"/>
                  </a:cubicBezTo>
                  <a:cubicBezTo>
                    <a:pt x="96823" y="107550"/>
                    <a:pt x="96823" y="107550"/>
                    <a:pt x="96823" y="107827"/>
                  </a:cubicBezTo>
                  <a:lnTo>
                    <a:pt x="96696" y="107827"/>
                  </a:lnTo>
                  <a:cubicBezTo>
                    <a:pt x="96696" y="107827"/>
                    <a:pt x="96696" y="107827"/>
                    <a:pt x="96562" y="107827"/>
                  </a:cubicBezTo>
                  <a:cubicBezTo>
                    <a:pt x="96562" y="107550"/>
                    <a:pt x="96696" y="107550"/>
                    <a:pt x="96696" y="107286"/>
                  </a:cubicBezTo>
                  <a:cubicBezTo>
                    <a:pt x="96696" y="107286"/>
                    <a:pt x="96696" y="107286"/>
                    <a:pt x="96562" y="107286"/>
                  </a:cubicBezTo>
                  <a:cubicBezTo>
                    <a:pt x="96696" y="107009"/>
                    <a:pt x="96696" y="106745"/>
                    <a:pt x="96696" y="106745"/>
                  </a:cubicBezTo>
                  <a:cubicBezTo>
                    <a:pt x="96696" y="106745"/>
                    <a:pt x="96823" y="106468"/>
                    <a:pt x="96823" y="106205"/>
                  </a:cubicBezTo>
                  <a:cubicBezTo>
                    <a:pt x="96823" y="106205"/>
                    <a:pt x="96823" y="105928"/>
                    <a:pt x="96823" y="105664"/>
                  </a:cubicBezTo>
                  <a:cubicBezTo>
                    <a:pt x="96823" y="105387"/>
                    <a:pt x="96823" y="105123"/>
                    <a:pt x="96823" y="104846"/>
                  </a:cubicBezTo>
                  <a:cubicBezTo>
                    <a:pt x="96823" y="104846"/>
                    <a:pt x="96823" y="104582"/>
                    <a:pt x="96696" y="104305"/>
                  </a:cubicBezTo>
                  <a:lnTo>
                    <a:pt x="96562" y="104042"/>
                  </a:lnTo>
                  <a:cubicBezTo>
                    <a:pt x="96562" y="103765"/>
                    <a:pt x="96562" y="103501"/>
                    <a:pt x="96562" y="103224"/>
                  </a:cubicBezTo>
                  <a:cubicBezTo>
                    <a:pt x="96435" y="103224"/>
                    <a:pt x="96435" y="102683"/>
                    <a:pt x="96302" y="102420"/>
                  </a:cubicBezTo>
                  <a:cubicBezTo>
                    <a:pt x="96302" y="102420"/>
                    <a:pt x="96302" y="102156"/>
                    <a:pt x="96302" y="101879"/>
                  </a:cubicBezTo>
                  <a:lnTo>
                    <a:pt x="96175" y="101602"/>
                  </a:lnTo>
                  <a:cubicBezTo>
                    <a:pt x="96175" y="101338"/>
                    <a:pt x="96041" y="101338"/>
                    <a:pt x="96041" y="101338"/>
                  </a:cubicBezTo>
                  <a:lnTo>
                    <a:pt x="95914" y="101074"/>
                  </a:lnTo>
                  <a:cubicBezTo>
                    <a:pt x="95914" y="100797"/>
                    <a:pt x="95781" y="100797"/>
                    <a:pt x="95781" y="100797"/>
                  </a:cubicBezTo>
                  <a:cubicBezTo>
                    <a:pt x="95781" y="100520"/>
                    <a:pt x="95914" y="100257"/>
                    <a:pt x="95914" y="99993"/>
                  </a:cubicBezTo>
                  <a:cubicBezTo>
                    <a:pt x="95914" y="99993"/>
                    <a:pt x="95914" y="99716"/>
                    <a:pt x="95914" y="99439"/>
                  </a:cubicBezTo>
                  <a:lnTo>
                    <a:pt x="95914" y="99175"/>
                  </a:lnTo>
                  <a:cubicBezTo>
                    <a:pt x="95914" y="98911"/>
                    <a:pt x="96041" y="98911"/>
                    <a:pt x="96175" y="98911"/>
                  </a:cubicBezTo>
                  <a:lnTo>
                    <a:pt x="96302" y="98911"/>
                  </a:lnTo>
                  <a:cubicBezTo>
                    <a:pt x="96435" y="98911"/>
                    <a:pt x="96435" y="99175"/>
                    <a:pt x="96562" y="99175"/>
                  </a:cubicBezTo>
                  <a:cubicBezTo>
                    <a:pt x="96562" y="99175"/>
                    <a:pt x="96696" y="99175"/>
                    <a:pt x="96823" y="99439"/>
                  </a:cubicBezTo>
                  <a:lnTo>
                    <a:pt x="97083" y="99716"/>
                  </a:lnTo>
                  <a:cubicBezTo>
                    <a:pt x="97216" y="99716"/>
                    <a:pt x="97216" y="99439"/>
                    <a:pt x="97216" y="99439"/>
                  </a:cubicBezTo>
                  <a:cubicBezTo>
                    <a:pt x="97216" y="99439"/>
                    <a:pt x="97343" y="99716"/>
                    <a:pt x="97343" y="99439"/>
                  </a:cubicBezTo>
                  <a:cubicBezTo>
                    <a:pt x="97477" y="99439"/>
                    <a:pt x="97477" y="99175"/>
                    <a:pt x="97477" y="99175"/>
                  </a:cubicBezTo>
                  <a:cubicBezTo>
                    <a:pt x="97477" y="98911"/>
                    <a:pt x="97343" y="98911"/>
                    <a:pt x="97343" y="98635"/>
                  </a:cubicBezTo>
                  <a:cubicBezTo>
                    <a:pt x="97216" y="98635"/>
                    <a:pt x="97343" y="98094"/>
                    <a:pt x="97343" y="97830"/>
                  </a:cubicBezTo>
                  <a:cubicBezTo>
                    <a:pt x="97343" y="97553"/>
                    <a:pt x="97343" y="97012"/>
                    <a:pt x="97343" y="96749"/>
                  </a:cubicBezTo>
                  <a:cubicBezTo>
                    <a:pt x="97343" y="96472"/>
                    <a:pt x="97343" y="95931"/>
                    <a:pt x="97343" y="95931"/>
                  </a:cubicBezTo>
                  <a:cubicBezTo>
                    <a:pt x="97343" y="95667"/>
                    <a:pt x="97343" y="95113"/>
                    <a:pt x="97216" y="94849"/>
                  </a:cubicBezTo>
                  <a:lnTo>
                    <a:pt x="97216" y="94586"/>
                  </a:lnTo>
                  <a:cubicBezTo>
                    <a:pt x="97083" y="94309"/>
                    <a:pt x="97216" y="94032"/>
                    <a:pt x="97216" y="93768"/>
                  </a:cubicBezTo>
                  <a:cubicBezTo>
                    <a:pt x="97083" y="93768"/>
                    <a:pt x="97083" y="93227"/>
                    <a:pt x="97083" y="93227"/>
                  </a:cubicBezTo>
                  <a:cubicBezTo>
                    <a:pt x="96956" y="93227"/>
                    <a:pt x="96823" y="93227"/>
                    <a:pt x="96823" y="92964"/>
                  </a:cubicBezTo>
                  <a:lnTo>
                    <a:pt x="96823" y="92687"/>
                  </a:lnTo>
                  <a:cubicBezTo>
                    <a:pt x="96823" y="92423"/>
                    <a:pt x="96823" y="92159"/>
                    <a:pt x="96823" y="92159"/>
                  </a:cubicBezTo>
                  <a:cubicBezTo>
                    <a:pt x="96956" y="92159"/>
                    <a:pt x="96956" y="91882"/>
                    <a:pt x="96956" y="91882"/>
                  </a:cubicBezTo>
                  <a:cubicBezTo>
                    <a:pt x="97083" y="91605"/>
                    <a:pt x="96956" y="91341"/>
                    <a:pt x="96956" y="91078"/>
                  </a:cubicBezTo>
                  <a:cubicBezTo>
                    <a:pt x="96956" y="91078"/>
                    <a:pt x="96956" y="90801"/>
                    <a:pt x="96823" y="90524"/>
                  </a:cubicBezTo>
                  <a:cubicBezTo>
                    <a:pt x="96823" y="90524"/>
                    <a:pt x="96696" y="90524"/>
                    <a:pt x="96696" y="90260"/>
                  </a:cubicBezTo>
                  <a:cubicBezTo>
                    <a:pt x="96696" y="90260"/>
                    <a:pt x="96562" y="90260"/>
                    <a:pt x="96562" y="89996"/>
                  </a:cubicBezTo>
                  <a:cubicBezTo>
                    <a:pt x="96562" y="89996"/>
                    <a:pt x="96696" y="89719"/>
                    <a:pt x="96696" y="89442"/>
                  </a:cubicBezTo>
                  <a:lnTo>
                    <a:pt x="96562" y="88915"/>
                  </a:lnTo>
                  <a:cubicBezTo>
                    <a:pt x="96435" y="88915"/>
                    <a:pt x="96435" y="89179"/>
                    <a:pt x="96302" y="89179"/>
                  </a:cubicBezTo>
                  <a:cubicBezTo>
                    <a:pt x="96302" y="89442"/>
                    <a:pt x="96041" y="89179"/>
                    <a:pt x="96041" y="89442"/>
                  </a:cubicBezTo>
                  <a:cubicBezTo>
                    <a:pt x="95914" y="89442"/>
                    <a:pt x="95781" y="89719"/>
                    <a:pt x="95781" y="89719"/>
                  </a:cubicBezTo>
                  <a:cubicBezTo>
                    <a:pt x="95654" y="89996"/>
                    <a:pt x="95654" y="89996"/>
                    <a:pt x="95521" y="90260"/>
                  </a:cubicBezTo>
                  <a:lnTo>
                    <a:pt x="95394" y="90260"/>
                  </a:lnTo>
                  <a:cubicBezTo>
                    <a:pt x="95260" y="90260"/>
                    <a:pt x="95133" y="90524"/>
                    <a:pt x="95133" y="90524"/>
                  </a:cubicBezTo>
                  <a:cubicBezTo>
                    <a:pt x="95133" y="90801"/>
                    <a:pt x="95133" y="91078"/>
                    <a:pt x="95000" y="91078"/>
                  </a:cubicBezTo>
                  <a:cubicBezTo>
                    <a:pt x="94873" y="91341"/>
                    <a:pt x="94739" y="91341"/>
                    <a:pt x="94612" y="91341"/>
                  </a:cubicBezTo>
                  <a:cubicBezTo>
                    <a:pt x="94485" y="91341"/>
                    <a:pt x="94352" y="91078"/>
                    <a:pt x="94219" y="91078"/>
                  </a:cubicBezTo>
                  <a:cubicBezTo>
                    <a:pt x="94091" y="91078"/>
                    <a:pt x="93964" y="91341"/>
                    <a:pt x="93964" y="91341"/>
                  </a:cubicBezTo>
                  <a:cubicBezTo>
                    <a:pt x="93831" y="91341"/>
                    <a:pt x="93698" y="91341"/>
                    <a:pt x="93571" y="91341"/>
                  </a:cubicBezTo>
                  <a:cubicBezTo>
                    <a:pt x="93444" y="91341"/>
                    <a:pt x="93310" y="91078"/>
                    <a:pt x="93310" y="91078"/>
                  </a:cubicBezTo>
                  <a:cubicBezTo>
                    <a:pt x="93177" y="91078"/>
                    <a:pt x="93177" y="90801"/>
                    <a:pt x="93177" y="90524"/>
                  </a:cubicBezTo>
                  <a:lnTo>
                    <a:pt x="93177" y="90260"/>
                  </a:lnTo>
                  <a:cubicBezTo>
                    <a:pt x="93177" y="89996"/>
                    <a:pt x="93050" y="89719"/>
                    <a:pt x="93050" y="89442"/>
                  </a:cubicBezTo>
                  <a:lnTo>
                    <a:pt x="92923" y="89442"/>
                  </a:lnTo>
                  <a:cubicBezTo>
                    <a:pt x="92789" y="89179"/>
                    <a:pt x="92789" y="89179"/>
                    <a:pt x="92656" y="89179"/>
                  </a:cubicBezTo>
                  <a:cubicBezTo>
                    <a:pt x="92656" y="89179"/>
                    <a:pt x="92656" y="88915"/>
                    <a:pt x="92529" y="88638"/>
                  </a:cubicBezTo>
                  <a:lnTo>
                    <a:pt x="92529" y="88361"/>
                  </a:lnTo>
                  <a:cubicBezTo>
                    <a:pt x="92402" y="88361"/>
                    <a:pt x="92402" y="88097"/>
                    <a:pt x="92402" y="88097"/>
                  </a:cubicBezTo>
                  <a:cubicBezTo>
                    <a:pt x="92269" y="88097"/>
                    <a:pt x="91881" y="88097"/>
                    <a:pt x="91748" y="88097"/>
                  </a:cubicBezTo>
                  <a:cubicBezTo>
                    <a:pt x="91748" y="88097"/>
                    <a:pt x="91614" y="87833"/>
                    <a:pt x="91487" y="87833"/>
                  </a:cubicBezTo>
                  <a:lnTo>
                    <a:pt x="91360" y="87556"/>
                  </a:lnTo>
                  <a:cubicBezTo>
                    <a:pt x="91227" y="87279"/>
                    <a:pt x="91094" y="87279"/>
                    <a:pt x="91094" y="87279"/>
                  </a:cubicBezTo>
                  <a:lnTo>
                    <a:pt x="90967" y="87016"/>
                  </a:lnTo>
                  <a:cubicBezTo>
                    <a:pt x="90839" y="87016"/>
                    <a:pt x="90839" y="87016"/>
                    <a:pt x="90706" y="87016"/>
                  </a:cubicBezTo>
                  <a:cubicBezTo>
                    <a:pt x="90706" y="87016"/>
                    <a:pt x="90446" y="87016"/>
                    <a:pt x="90319" y="87016"/>
                  </a:cubicBezTo>
                  <a:cubicBezTo>
                    <a:pt x="90319" y="86752"/>
                    <a:pt x="90185" y="86475"/>
                    <a:pt x="90052" y="86198"/>
                  </a:cubicBezTo>
                  <a:lnTo>
                    <a:pt x="89925" y="86198"/>
                  </a:lnTo>
                  <a:cubicBezTo>
                    <a:pt x="89798" y="86475"/>
                    <a:pt x="89671" y="86475"/>
                    <a:pt x="89537" y="86475"/>
                  </a:cubicBezTo>
                  <a:cubicBezTo>
                    <a:pt x="89404" y="86475"/>
                    <a:pt x="89277" y="86475"/>
                    <a:pt x="89277" y="86198"/>
                  </a:cubicBezTo>
                  <a:cubicBezTo>
                    <a:pt x="89150" y="86198"/>
                    <a:pt x="89017" y="85934"/>
                    <a:pt x="88883" y="85934"/>
                  </a:cubicBezTo>
                  <a:cubicBezTo>
                    <a:pt x="88883" y="85670"/>
                    <a:pt x="88756" y="85393"/>
                    <a:pt x="88756" y="85393"/>
                  </a:cubicBezTo>
                  <a:cubicBezTo>
                    <a:pt x="88756" y="85117"/>
                    <a:pt x="88756" y="84853"/>
                    <a:pt x="88629" y="84589"/>
                  </a:cubicBezTo>
                  <a:cubicBezTo>
                    <a:pt x="88629" y="84589"/>
                    <a:pt x="88629" y="84312"/>
                    <a:pt x="88496" y="84312"/>
                  </a:cubicBezTo>
                  <a:cubicBezTo>
                    <a:pt x="88496" y="84048"/>
                    <a:pt x="88235" y="83771"/>
                    <a:pt x="88235" y="83508"/>
                  </a:cubicBezTo>
                  <a:lnTo>
                    <a:pt x="88108" y="83231"/>
                  </a:lnTo>
                  <a:cubicBezTo>
                    <a:pt x="87975" y="82967"/>
                    <a:pt x="87975" y="82967"/>
                    <a:pt x="87842" y="82967"/>
                  </a:cubicBezTo>
                  <a:cubicBezTo>
                    <a:pt x="87842" y="82967"/>
                    <a:pt x="87842" y="82690"/>
                    <a:pt x="87715" y="82426"/>
                  </a:cubicBezTo>
                  <a:lnTo>
                    <a:pt x="87715" y="82149"/>
                  </a:lnTo>
                  <a:cubicBezTo>
                    <a:pt x="87587" y="82149"/>
                    <a:pt x="87587" y="82149"/>
                    <a:pt x="87454" y="82149"/>
                  </a:cubicBezTo>
                  <a:lnTo>
                    <a:pt x="87321" y="82149"/>
                  </a:lnTo>
                  <a:cubicBezTo>
                    <a:pt x="87194" y="81885"/>
                    <a:pt x="87194" y="81885"/>
                    <a:pt x="87194" y="81608"/>
                  </a:cubicBezTo>
                  <a:cubicBezTo>
                    <a:pt x="87194" y="81608"/>
                    <a:pt x="87194" y="81345"/>
                    <a:pt x="87067" y="81345"/>
                  </a:cubicBezTo>
                  <a:cubicBezTo>
                    <a:pt x="87067" y="81068"/>
                    <a:pt x="86933" y="80804"/>
                    <a:pt x="86933" y="80804"/>
                  </a:cubicBezTo>
                  <a:cubicBezTo>
                    <a:pt x="86800" y="80527"/>
                    <a:pt x="86673" y="80527"/>
                    <a:pt x="86673" y="80527"/>
                  </a:cubicBezTo>
                  <a:cubicBezTo>
                    <a:pt x="86673" y="80263"/>
                    <a:pt x="86673" y="79986"/>
                    <a:pt x="86673" y="79986"/>
                  </a:cubicBezTo>
                  <a:cubicBezTo>
                    <a:pt x="86673" y="79723"/>
                    <a:pt x="86673" y="79446"/>
                    <a:pt x="86673" y="79182"/>
                  </a:cubicBezTo>
                  <a:cubicBezTo>
                    <a:pt x="86546" y="79182"/>
                    <a:pt x="86412" y="79182"/>
                    <a:pt x="86412" y="78905"/>
                  </a:cubicBezTo>
                  <a:cubicBezTo>
                    <a:pt x="86279" y="78905"/>
                    <a:pt x="86152" y="78641"/>
                    <a:pt x="86152" y="78641"/>
                  </a:cubicBezTo>
                  <a:lnTo>
                    <a:pt x="86025" y="78364"/>
                  </a:lnTo>
                  <a:cubicBezTo>
                    <a:pt x="86025" y="78100"/>
                    <a:pt x="86025" y="77823"/>
                    <a:pt x="85892" y="77823"/>
                  </a:cubicBezTo>
                  <a:lnTo>
                    <a:pt x="85758" y="77560"/>
                  </a:lnTo>
                  <a:cubicBezTo>
                    <a:pt x="85758" y="77560"/>
                    <a:pt x="85631" y="77283"/>
                    <a:pt x="85504" y="77283"/>
                  </a:cubicBezTo>
                  <a:lnTo>
                    <a:pt x="85371" y="77019"/>
                  </a:lnTo>
                  <a:cubicBezTo>
                    <a:pt x="85371" y="77019"/>
                    <a:pt x="85504" y="76742"/>
                    <a:pt x="85504" y="76478"/>
                  </a:cubicBezTo>
                  <a:lnTo>
                    <a:pt x="85371" y="76201"/>
                  </a:lnTo>
                  <a:cubicBezTo>
                    <a:pt x="85237" y="76201"/>
                    <a:pt x="85237" y="76478"/>
                    <a:pt x="85110" y="76478"/>
                  </a:cubicBezTo>
                  <a:cubicBezTo>
                    <a:pt x="85110" y="76478"/>
                    <a:pt x="85110" y="76478"/>
                    <a:pt x="85110" y="76742"/>
                  </a:cubicBezTo>
                  <a:cubicBezTo>
                    <a:pt x="84983" y="76742"/>
                    <a:pt x="84983" y="76742"/>
                    <a:pt x="84850" y="76742"/>
                  </a:cubicBezTo>
                  <a:cubicBezTo>
                    <a:pt x="84850" y="76478"/>
                    <a:pt x="84723" y="76478"/>
                    <a:pt x="84723" y="76478"/>
                  </a:cubicBezTo>
                  <a:cubicBezTo>
                    <a:pt x="84723" y="76201"/>
                    <a:pt x="84590" y="76201"/>
                    <a:pt x="84590" y="76201"/>
                  </a:cubicBezTo>
                  <a:cubicBezTo>
                    <a:pt x="84590" y="75938"/>
                    <a:pt x="84463" y="75938"/>
                    <a:pt x="84329" y="75938"/>
                  </a:cubicBezTo>
                  <a:lnTo>
                    <a:pt x="84202" y="75938"/>
                  </a:lnTo>
                  <a:lnTo>
                    <a:pt x="84069" y="76201"/>
                  </a:lnTo>
                  <a:cubicBezTo>
                    <a:pt x="83942" y="76201"/>
                    <a:pt x="83808" y="76201"/>
                    <a:pt x="83681" y="76201"/>
                  </a:cubicBezTo>
                  <a:lnTo>
                    <a:pt x="83548" y="75938"/>
                  </a:lnTo>
                  <a:cubicBezTo>
                    <a:pt x="83421" y="75938"/>
                    <a:pt x="83287" y="75661"/>
                    <a:pt x="83287" y="75661"/>
                  </a:cubicBezTo>
                  <a:cubicBezTo>
                    <a:pt x="83160" y="75397"/>
                    <a:pt x="82900" y="75397"/>
                    <a:pt x="82767" y="75397"/>
                  </a:cubicBezTo>
                  <a:cubicBezTo>
                    <a:pt x="82640" y="75397"/>
                    <a:pt x="82379" y="75120"/>
                    <a:pt x="82246" y="75120"/>
                  </a:cubicBezTo>
                  <a:cubicBezTo>
                    <a:pt x="82119" y="75120"/>
                    <a:pt x="81985" y="75120"/>
                    <a:pt x="81858" y="75397"/>
                  </a:cubicBezTo>
                  <a:lnTo>
                    <a:pt x="81725" y="75397"/>
                  </a:lnTo>
                  <a:cubicBezTo>
                    <a:pt x="81598" y="75397"/>
                    <a:pt x="81465" y="75397"/>
                    <a:pt x="81338" y="75397"/>
                  </a:cubicBezTo>
                  <a:cubicBezTo>
                    <a:pt x="81338" y="75661"/>
                    <a:pt x="81204" y="75661"/>
                    <a:pt x="81204" y="75661"/>
                  </a:cubicBezTo>
                  <a:cubicBezTo>
                    <a:pt x="81204" y="75938"/>
                    <a:pt x="81077" y="75938"/>
                    <a:pt x="81077" y="75938"/>
                  </a:cubicBezTo>
                  <a:cubicBezTo>
                    <a:pt x="80944" y="75938"/>
                    <a:pt x="80817" y="75938"/>
                    <a:pt x="80683" y="76201"/>
                  </a:cubicBezTo>
                  <a:cubicBezTo>
                    <a:pt x="80683" y="76201"/>
                    <a:pt x="80556" y="76201"/>
                    <a:pt x="80423" y="76201"/>
                  </a:cubicBezTo>
                  <a:cubicBezTo>
                    <a:pt x="80423" y="76478"/>
                    <a:pt x="80423" y="76742"/>
                    <a:pt x="80423" y="77019"/>
                  </a:cubicBezTo>
                  <a:cubicBezTo>
                    <a:pt x="80296" y="77019"/>
                    <a:pt x="80296" y="77283"/>
                    <a:pt x="80296" y="77283"/>
                  </a:cubicBezTo>
                  <a:cubicBezTo>
                    <a:pt x="80296" y="77560"/>
                    <a:pt x="80163" y="77560"/>
                    <a:pt x="80163" y="77823"/>
                  </a:cubicBezTo>
                  <a:cubicBezTo>
                    <a:pt x="80163" y="77823"/>
                    <a:pt x="80163" y="78100"/>
                    <a:pt x="80163" y="78364"/>
                  </a:cubicBezTo>
                  <a:cubicBezTo>
                    <a:pt x="80296" y="78364"/>
                    <a:pt x="80423" y="78364"/>
                    <a:pt x="80423" y="78364"/>
                  </a:cubicBezTo>
                  <a:cubicBezTo>
                    <a:pt x="80423" y="78364"/>
                    <a:pt x="80423" y="78100"/>
                    <a:pt x="80556" y="78100"/>
                  </a:cubicBezTo>
                  <a:lnTo>
                    <a:pt x="80817" y="78364"/>
                  </a:lnTo>
                  <a:lnTo>
                    <a:pt x="80817" y="78641"/>
                  </a:lnTo>
                  <a:cubicBezTo>
                    <a:pt x="80817" y="78905"/>
                    <a:pt x="80817" y="79182"/>
                    <a:pt x="80817" y="79446"/>
                  </a:cubicBezTo>
                  <a:cubicBezTo>
                    <a:pt x="80817" y="79446"/>
                    <a:pt x="81077" y="79446"/>
                    <a:pt x="81077" y="79723"/>
                  </a:cubicBezTo>
                  <a:cubicBezTo>
                    <a:pt x="81077" y="79986"/>
                    <a:pt x="81077" y="80527"/>
                    <a:pt x="81077" y="80527"/>
                  </a:cubicBezTo>
                  <a:cubicBezTo>
                    <a:pt x="80944" y="80804"/>
                    <a:pt x="80944" y="81345"/>
                    <a:pt x="80944" y="81608"/>
                  </a:cubicBezTo>
                  <a:cubicBezTo>
                    <a:pt x="80817" y="81885"/>
                    <a:pt x="80817" y="82690"/>
                    <a:pt x="80817" y="82967"/>
                  </a:cubicBezTo>
                  <a:cubicBezTo>
                    <a:pt x="80817" y="83231"/>
                    <a:pt x="80817" y="84048"/>
                    <a:pt x="80817" y="84589"/>
                  </a:cubicBezTo>
                  <a:cubicBezTo>
                    <a:pt x="80817" y="84589"/>
                    <a:pt x="80817" y="85117"/>
                    <a:pt x="80817" y="85393"/>
                  </a:cubicBezTo>
                  <a:cubicBezTo>
                    <a:pt x="80817" y="85393"/>
                    <a:pt x="80944" y="85670"/>
                    <a:pt x="80944" y="85934"/>
                  </a:cubicBezTo>
                  <a:cubicBezTo>
                    <a:pt x="81077" y="85934"/>
                    <a:pt x="81204" y="86198"/>
                    <a:pt x="81204" y="86198"/>
                  </a:cubicBezTo>
                  <a:cubicBezTo>
                    <a:pt x="81204" y="86475"/>
                    <a:pt x="81204" y="86752"/>
                    <a:pt x="81077" y="86752"/>
                  </a:cubicBezTo>
                  <a:cubicBezTo>
                    <a:pt x="81077" y="87016"/>
                    <a:pt x="80817" y="87016"/>
                    <a:pt x="80817" y="87016"/>
                  </a:cubicBezTo>
                  <a:lnTo>
                    <a:pt x="80683" y="87279"/>
                  </a:lnTo>
                  <a:cubicBezTo>
                    <a:pt x="80683" y="87279"/>
                    <a:pt x="80556" y="87556"/>
                    <a:pt x="80556" y="87833"/>
                  </a:cubicBezTo>
                  <a:cubicBezTo>
                    <a:pt x="80556" y="87833"/>
                    <a:pt x="80556" y="88097"/>
                    <a:pt x="80556" y="88361"/>
                  </a:cubicBezTo>
                  <a:cubicBezTo>
                    <a:pt x="80556" y="88361"/>
                    <a:pt x="80556" y="88638"/>
                    <a:pt x="80423" y="88638"/>
                  </a:cubicBezTo>
                  <a:cubicBezTo>
                    <a:pt x="80423" y="88915"/>
                    <a:pt x="80423" y="88915"/>
                    <a:pt x="80296" y="88638"/>
                  </a:cubicBezTo>
                  <a:lnTo>
                    <a:pt x="80163" y="88638"/>
                  </a:lnTo>
                  <a:lnTo>
                    <a:pt x="80035" y="88638"/>
                  </a:lnTo>
                  <a:cubicBezTo>
                    <a:pt x="79908" y="88638"/>
                    <a:pt x="79775" y="88638"/>
                    <a:pt x="79775" y="88638"/>
                  </a:cubicBezTo>
                  <a:cubicBezTo>
                    <a:pt x="79642" y="88638"/>
                    <a:pt x="79515" y="88361"/>
                    <a:pt x="79515" y="88361"/>
                  </a:cubicBezTo>
                  <a:cubicBezTo>
                    <a:pt x="79388" y="88361"/>
                    <a:pt x="79254" y="88097"/>
                    <a:pt x="79254" y="88097"/>
                  </a:cubicBezTo>
                  <a:lnTo>
                    <a:pt x="79254" y="88097"/>
                  </a:lnTo>
                  <a:cubicBezTo>
                    <a:pt x="79121" y="88097"/>
                    <a:pt x="79121" y="87833"/>
                    <a:pt x="78994" y="87833"/>
                  </a:cubicBezTo>
                  <a:cubicBezTo>
                    <a:pt x="78994" y="87556"/>
                    <a:pt x="78867" y="87279"/>
                    <a:pt x="78867" y="87279"/>
                  </a:cubicBezTo>
                  <a:cubicBezTo>
                    <a:pt x="78733" y="87279"/>
                    <a:pt x="78600" y="87279"/>
                    <a:pt x="78600" y="87279"/>
                  </a:cubicBezTo>
                  <a:cubicBezTo>
                    <a:pt x="78600" y="87279"/>
                    <a:pt x="78473" y="87556"/>
                    <a:pt x="78346" y="87556"/>
                  </a:cubicBezTo>
                  <a:cubicBezTo>
                    <a:pt x="78346" y="87833"/>
                    <a:pt x="78213" y="87833"/>
                    <a:pt x="78213" y="87833"/>
                  </a:cubicBezTo>
                  <a:cubicBezTo>
                    <a:pt x="78213" y="88097"/>
                    <a:pt x="78079" y="87833"/>
                    <a:pt x="77952" y="87833"/>
                  </a:cubicBezTo>
                  <a:cubicBezTo>
                    <a:pt x="77952" y="87833"/>
                    <a:pt x="77825" y="87833"/>
                    <a:pt x="77692" y="87556"/>
                  </a:cubicBezTo>
                  <a:cubicBezTo>
                    <a:pt x="77692" y="87556"/>
                    <a:pt x="77558" y="87279"/>
                    <a:pt x="77431" y="87279"/>
                  </a:cubicBezTo>
                  <a:lnTo>
                    <a:pt x="77431" y="87016"/>
                  </a:lnTo>
                  <a:cubicBezTo>
                    <a:pt x="77431" y="86752"/>
                    <a:pt x="77304" y="86752"/>
                    <a:pt x="77171" y="86752"/>
                  </a:cubicBezTo>
                  <a:lnTo>
                    <a:pt x="77038" y="86752"/>
                  </a:lnTo>
                  <a:cubicBezTo>
                    <a:pt x="76911" y="87016"/>
                    <a:pt x="76650" y="87016"/>
                    <a:pt x="76650" y="87279"/>
                  </a:cubicBezTo>
                  <a:cubicBezTo>
                    <a:pt x="76517" y="87279"/>
                    <a:pt x="76390" y="87556"/>
                    <a:pt x="76390" y="87556"/>
                  </a:cubicBezTo>
                  <a:cubicBezTo>
                    <a:pt x="76263" y="87833"/>
                    <a:pt x="76263" y="87833"/>
                    <a:pt x="76263" y="88097"/>
                  </a:cubicBezTo>
                  <a:cubicBezTo>
                    <a:pt x="76263" y="88097"/>
                    <a:pt x="76263" y="88361"/>
                    <a:pt x="76263" y="88638"/>
                  </a:cubicBezTo>
                  <a:cubicBezTo>
                    <a:pt x="76263" y="88638"/>
                    <a:pt x="76263" y="88915"/>
                    <a:pt x="76263" y="89179"/>
                  </a:cubicBezTo>
                  <a:cubicBezTo>
                    <a:pt x="76129" y="89179"/>
                    <a:pt x="75996" y="89179"/>
                    <a:pt x="75996" y="89179"/>
                  </a:cubicBezTo>
                  <a:cubicBezTo>
                    <a:pt x="75869" y="89179"/>
                    <a:pt x="75742" y="88915"/>
                    <a:pt x="75608" y="88915"/>
                  </a:cubicBezTo>
                  <a:lnTo>
                    <a:pt x="75608" y="89179"/>
                  </a:lnTo>
                  <a:cubicBezTo>
                    <a:pt x="75481" y="89442"/>
                    <a:pt x="75348" y="89442"/>
                    <a:pt x="75348" y="89719"/>
                  </a:cubicBezTo>
                  <a:cubicBezTo>
                    <a:pt x="75221" y="89719"/>
                    <a:pt x="75094" y="89719"/>
                    <a:pt x="75094" y="89719"/>
                  </a:cubicBezTo>
                  <a:cubicBezTo>
                    <a:pt x="74961" y="89719"/>
                    <a:pt x="74827" y="89719"/>
                    <a:pt x="74827" y="89719"/>
                  </a:cubicBezTo>
                  <a:cubicBezTo>
                    <a:pt x="74700" y="89996"/>
                    <a:pt x="74573" y="89996"/>
                    <a:pt x="74573" y="90260"/>
                  </a:cubicBezTo>
                  <a:lnTo>
                    <a:pt x="74440" y="90524"/>
                  </a:lnTo>
                  <a:cubicBezTo>
                    <a:pt x="74306" y="90524"/>
                    <a:pt x="74179" y="90801"/>
                    <a:pt x="74052" y="90801"/>
                  </a:cubicBezTo>
                  <a:cubicBezTo>
                    <a:pt x="73919" y="90801"/>
                    <a:pt x="73786" y="90801"/>
                    <a:pt x="73659" y="90801"/>
                  </a:cubicBezTo>
                  <a:cubicBezTo>
                    <a:pt x="73531" y="90801"/>
                    <a:pt x="73265" y="90801"/>
                    <a:pt x="73138" y="90801"/>
                  </a:cubicBezTo>
                  <a:cubicBezTo>
                    <a:pt x="73138" y="90524"/>
                    <a:pt x="73011" y="90524"/>
                    <a:pt x="72877" y="90524"/>
                  </a:cubicBezTo>
                  <a:cubicBezTo>
                    <a:pt x="72877" y="90524"/>
                    <a:pt x="72744" y="90524"/>
                    <a:pt x="72617" y="90524"/>
                  </a:cubicBezTo>
                  <a:cubicBezTo>
                    <a:pt x="72617" y="90524"/>
                    <a:pt x="72490" y="90524"/>
                    <a:pt x="72356" y="90524"/>
                  </a:cubicBezTo>
                  <a:cubicBezTo>
                    <a:pt x="72356" y="90524"/>
                    <a:pt x="72096" y="90524"/>
                    <a:pt x="71969" y="90260"/>
                  </a:cubicBezTo>
                  <a:lnTo>
                    <a:pt x="71836" y="89996"/>
                  </a:lnTo>
                  <a:cubicBezTo>
                    <a:pt x="71702" y="89996"/>
                    <a:pt x="71575" y="89996"/>
                    <a:pt x="71575" y="89719"/>
                  </a:cubicBezTo>
                  <a:cubicBezTo>
                    <a:pt x="71448" y="89719"/>
                    <a:pt x="71448" y="89442"/>
                    <a:pt x="71448" y="89179"/>
                  </a:cubicBezTo>
                  <a:cubicBezTo>
                    <a:pt x="71315" y="89179"/>
                    <a:pt x="71181" y="89179"/>
                    <a:pt x="71181" y="88915"/>
                  </a:cubicBezTo>
                  <a:cubicBezTo>
                    <a:pt x="71181" y="88915"/>
                    <a:pt x="71054" y="88915"/>
                    <a:pt x="70927" y="88915"/>
                  </a:cubicBezTo>
                  <a:cubicBezTo>
                    <a:pt x="70927" y="88915"/>
                    <a:pt x="70794" y="88915"/>
                    <a:pt x="70794" y="88638"/>
                  </a:cubicBezTo>
                  <a:lnTo>
                    <a:pt x="70667" y="88361"/>
                  </a:lnTo>
                  <a:cubicBezTo>
                    <a:pt x="70534" y="88361"/>
                    <a:pt x="70407" y="88361"/>
                    <a:pt x="70407" y="88361"/>
                  </a:cubicBezTo>
                  <a:cubicBezTo>
                    <a:pt x="70273" y="88097"/>
                    <a:pt x="70013" y="88361"/>
                    <a:pt x="69886" y="88097"/>
                  </a:cubicBezTo>
                  <a:cubicBezTo>
                    <a:pt x="69886" y="88097"/>
                    <a:pt x="69752" y="87833"/>
                    <a:pt x="69625" y="87833"/>
                  </a:cubicBezTo>
                  <a:cubicBezTo>
                    <a:pt x="69625" y="87833"/>
                    <a:pt x="69492" y="87833"/>
                    <a:pt x="69365" y="87833"/>
                  </a:cubicBezTo>
                  <a:cubicBezTo>
                    <a:pt x="69231" y="87833"/>
                    <a:pt x="69104" y="87833"/>
                    <a:pt x="68971" y="87833"/>
                  </a:cubicBezTo>
                  <a:cubicBezTo>
                    <a:pt x="68844" y="87833"/>
                    <a:pt x="68844" y="87833"/>
                    <a:pt x="68711" y="87833"/>
                  </a:cubicBezTo>
                  <a:cubicBezTo>
                    <a:pt x="68584" y="87833"/>
                    <a:pt x="68450" y="88097"/>
                    <a:pt x="68323" y="88097"/>
                  </a:cubicBezTo>
                  <a:cubicBezTo>
                    <a:pt x="68190" y="88097"/>
                    <a:pt x="68190" y="88361"/>
                    <a:pt x="68063" y="88361"/>
                  </a:cubicBezTo>
                  <a:cubicBezTo>
                    <a:pt x="68063" y="88361"/>
                    <a:pt x="68063" y="88915"/>
                    <a:pt x="67929" y="88915"/>
                  </a:cubicBezTo>
                  <a:cubicBezTo>
                    <a:pt x="67802" y="88915"/>
                    <a:pt x="67669" y="88915"/>
                    <a:pt x="67542" y="88915"/>
                  </a:cubicBezTo>
                  <a:cubicBezTo>
                    <a:pt x="67542" y="88915"/>
                    <a:pt x="67409" y="88915"/>
                    <a:pt x="67282" y="88638"/>
                  </a:cubicBezTo>
                  <a:cubicBezTo>
                    <a:pt x="67148" y="88638"/>
                    <a:pt x="67021" y="88361"/>
                    <a:pt x="66888" y="88361"/>
                  </a:cubicBezTo>
                  <a:cubicBezTo>
                    <a:pt x="66761" y="88361"/>
                    <a:pt x="66627" y="88361"/>
                    <a:pt x="66500" y="88361"/>
                  </a:cubicBezTo>
                  <a:lnTo>
                    <a:pt x="66240" y="88361"/>
                  </a:lnTo>
                  <a:cubicBezTo>
                    <a:pt x="66107" y="88097"/>
                    <a:pt x="65979" y="87833"/>
                    <a:pt x="65852" y="87556"/>
                  </a:cubicBezTo>
                  <a:cubicBezTo>
                    <a:pt x="65852" y="87279"/>
                    <a:pt x="65719" y="87016"/>
                    <a:pt x="65719" y="86752"/>
                  </a:cubicBezTo>
                  <a:cubicBezTo>
                    <a:pt x="65586" y="86752"/>
                    <a:pt x="65459" y="86475"/>
                    <a:pt x="65459" y="86475"/>
                  </a:cubicBezTo>
                  <a:cubicBezTo>
                    <a:pt x="65459" y="86198"/>
                    <a:pt x="65459" y="85934"/>
                    <a:pt x="65459" y="85670"/>
                  </a:cubicBezTo>
                  <a:lnTo>
                    <a:pt x="65332" y="85393"/>
                  </a:lnTo>
                  <a:cubicBezTo>
                    <a:pt x="65198" y="85117"/>
                    <a:pt x="65065" y="85117"/>
                    <a:pt x="65065" y="85117"/>
                  </a:cubicBezTo>
                  <a:cubicBezTo>
                    <a:pt x="64938" y="85117"/>
                    <a:pt x="64677" y="85117"/>
                    <a:pt x="64677" y="85117"/>
                  </a:cubicBezTo>
                  <a:cubicBezTo>
                    <a:pt x="64544" y="85117"/>
                    <a:pt x="64290" y="84853"/>
                    <a:pt x="64157" y="84853"/>
                  </a:cubicBezTo>
                  <a:cubicBezTo>
                    <a:pt x="64157" y="84853"/>
                    <a:pt x="64023" y="84589"/>
                    <a:pt x="63896" y="84589"/>
                  </a:cubicBezTo>
                  <a:cubicBezTo>
                    <a:pt x="63896" y="84589"/>
                    <a:pt x="63636" y="84589"/>
                    <a:pt x="63502" y="84589"/>
                  </a:cubicBezTo>
                  <a:cubicBezTo>
                    <a:pt x="63375" y="84589"/>
                    <a:pt x="63248" y="84853"/>
                    <a:pt x="63115" y="84853"/>
                  </a:cubicBezTo>
                  <a:cubicBezTo>
                    <a:pt x="63115" y="84589"/>
                    <a:pt x="62982" y="84312"/>
                    <a:pt x="62855" y="84312"/>
                  </a:cubicBezTo>
                  <a:lnTo>
                    <a:pt x="62594" y="84048"/>
                  </a:lnTo>
                  <a:cubicBezTo>
                    <a:pt x="62461" y="84048"/>
                    <a:pt x="62334" y="83771"/>
                    <a:pt x="62334" y="83771"/>
                  </a:cubicBezTo>
                  <a:cubicBezTo>
                    <a:pt x="62207" y="83771"/>
                    <a:pt x="62334" y="84048"/>
                    <a:pt x="62334" y="84048"/>
                  </a:cubicBezTo>
                  <a:cubicBezTo>
                    <a:pt x="62207" y="84312"/>
                    <a:pt x="62207" y="84312"/>
                    <a:pt x="62207" y="84589"/>
                  </a:cubicBezTo>
                  <a:cubicBezTo>
                    <a:pt x="62073" y="84589"/>
                    <a:pt x="61940" y="84853"/>
                    <a:pt x="61940" y="84853"/>
                  </a:cubicBezTo>
                  <a:cubicBezTo>
                    <a:pt x="61940" y="84853"/>
                    <a:pt x="61940" y="85117"/>
                    <a:pt x="61940" y="85393"/>
                  </a:cubicBezTo>
                  <a:cubicBezTo>
                    <a:pt x="61940" y="85393"/>
                    <a:pt x="61940" y="85670"/>
                    <a:pt x="61813" y="85670"/>
                  </a:cubicBezTo>
                  <a:lnTo>
                    <a:pt x="61813" y="85934"/>
                  </a:lnTo>
                  <a:lnTo>
                    <a:pt x="61813" y="86198"/>
                  </a:lnTo>
                  <a:lnTo>
                    <a:pt x="61686" y="86475"/>
                  </a:lnTo>
                  <a:cubicBezTo>
                    <a:pt x="61813" y="86475"/>
                    <a:pt x="61813" y="86475"/>
                    <a:pt x="61813" y="86752"/>
                  </a:cubicBezTo>
                  <a:cubicBezTo>
                    <a:pt x="61940" y="86752"/>
                    <a:pt x="61940" y="87016"/>
                    <a:pt x="61940" y="87279"/>
                  </a:cubicBezTo>
                  <a:lnTo>
                    <a:pt x="62073" y="87556"/>
                  </a:lnTo>
                  <a:cubicBezTo>
                    <a:pt x="62073" y="87833"/>
                    <a:pt x="62207" y="88097"/>
                    <a:pt x="62207" y="88097"/>
                  </a:cubicBezTo>
                  <a:lnTo>
                    <a:pt x="62334" y="88361"/>
                  </a:lnTo>
                  <a:cubicBezTo>
                    <a:pt x="62334" y="88361"/>
                    <a:pt x="62334" y="88638"/>
                    <a:pt x="62461" y="88638"/>
                  </a:cubicBezTo>
                  <a:cubicBezTo>
                    <a:pt x="62461" y="88638"/>
                    <a:pt x="62461" y="88915"/>
                    <a:pt x="62461" y="89179"/>
                  </a:cubicBezTo>
                  <a:cubicBezTo>
                    <a:pt x="62461" y="89179"/>
                    <a:pt x="62461" y="89179"/>
                    <a:pt x="62461" y="89442"/>
                  </a:cubicBezTo>
                  <a:lnTo>
                    <a:pt x="62461" y="89719"/>
                  </a:lnTo>
                  <a:cubicBezTo>
                    <a:pt x="62461" y="89996"/>
                    <a:pt x="62334" y="89996"/>
                    <a:pt x="62334" y="90260"/>
                  </a:cubicBezTo>
                  <a:cubicBezTo>
                    <a:pt x="62334" y="90260"/>
                    <a:pt x="62207" y="90260"/>
                    <a:pt x="62207" y="90524"/>
                  </a:cubicBezTo>
                  <a:cubicBezTo>
                    <a:pt x="62073" y="90524"/>
                    <a:pt x="61940" y="90801"/>
                    <a:pt x="61940" y="90801"/>
                  </a:cubicBezTo>
                  <a:cubicBezTo>
                    <a:pt x="61813" y="90801"/>
                    <a:pt x="61686" y="90801"/>
                    <a:pt x="61686" y="90801"/>
                  </a:cubicBezTo>
                  <a:cubicBezTo>
                    <a:pt x="61552" y="90801"/>
                    <a:pt x="61419" y="90524"/>
                    <a:pt x="61419" y="90524"/>
                  </a:cubicBezTo>
                  <a:cubicBezTo>
                    <a:pt x="61292" y="90524"/>
                    <a:pt x="61165" y="90260"/>
                    <a:pt x="61165" y="90260"/>
                  </a:cubicBezTo>
                  <a:cubicBezTo>
                    <a:pt x="61038" y="90260"/>
                    <a:pt x="60771" y="90260"/>
                    <a:pt x="60771" y="90260"/>
                  </a:cubicBezTo>
                  <a:cubicBezTo>
                    <a:pt x="60771" y="90524"/>
                    <a:pt x="60644" y="90801"/>
                    <a:pt x="60644" y="90801"/>
                  </a:cubicBezTo>
                  <a:cubicBezTo>
                    <a:pt x="60517" y="90801"/>
                    <a:pt x="60384" y="90801"/>
                    <a:pt x="60384" y="90801"/>
                  </a:cubicBezTo>
                  <a:cubicBezTo>
                    <a:pt x="60250" y="90801"/>
                    <a:pt x="59996" y="90801"/>
                    <a:pt x="59863" y="90801"/>
                  </a:cubicBezTo>
                  <a:lnTo>
                    <a:pt x="59603" y="90524"/>
                  </a:lnTo>
                  <a:cubicBezTo>
                    <a:pt x="59475" y="90524"/>
                    <a:pt x="59342" y="89996"/>
                    <a:pt x="59209" y="89996"/>
                  </a:cubicBezTo>
                  <a:cubicBezTo>
                    <a:pt x="59209" y="89719"/>
                    <a:pt x="59082" y="89719"/>
                    <a:pt x="59082" y="89442"/>
                  </a:cubicBezTo>
                  <a:cubicBezTo>
                    <a:pt x="58955" y="89442"/>
                    <a:pt x="58955" y="88915"/>
                    <a:pt x="58821" y="88915"/>
                  </a:cubicBezTo>
                  <a:cubicBezTo>
                    <a:pt x="58821" y="88638"/>
                    <a:pt x="58567" y="88638"/>
                    <a:pt x="58567" y="88638"/>
                  </a:cubicBezTo>
                  <a:cubicBezTo>
                    <a:pt x="58440" y="88638"/>
                    <a:pt x="58307" y="88915"/>
                    <a:pt x="58307" y="88915"/>
                  </a:cubicBezTo>
                  <a:cubicBezTo>
                    <a:pt x="58173" y="88915"/>
                    <a:pt x="58046" y="88915"/>
                    <a:pt x="57919" y="88915"/>
                  </a:cubicBezTo>
                  <a:lnTo>
                    <a:pt x="57786" y="88915"/>
                  </a:lnTo>
                  <a:cubicBezTo>
                    <a:pt x="57653" y="88638"/>
                    <a:pt x="57653" y="88638"/>
                    <a:pt x="57653" y="88361"/>
                  </a:cubicBezTo>
                  <a:cubicBezTo>
                    <a:pt x="57526" y="88361"/>
                    <a:pt x="57526" y="88361"/>
                    <a:pt x="57399" y="88097"/>
                  </a:cubicBezTo>
                  <a:lnTo>
                    <a:pt x="57265" y="88361"/>
                  </a:lnTo>
                  <a:lnTo>
                    <a:pt x="57265" y="88638"/>
                  </a:lnTo>
                  <a:lnTo>
                    <a:pt x="57005" y="88638"/>
                  </a:lnTo>
                  <a:cubicBezTo>
                    <a:pt x="56878" y="88638"/>
                    <a:pt x="56744" y="88638"/>
                    <a:pt x="56744" y="88638"/>
                  </a:cubicBezTo>
                  <a:cubicBezTo>
                    <a:pt x="56611" y="88638"/>
                    <a:pt x="56484" y="88915"/>
                    <a:pt x="56357" y="88915"/>
                  </a:cubicBezTo>
                  <a:cubicBezTo>
                    <a:pt x="56357" y="88915"/>
                    <a:pt x="56357" y="89179"/>
                    <a:pt x="56223" y="89179"/>
                  </a:cubicBezTo>
                  <a:cubicBezTo>
                    <a:pt x="56223" y="89442"/>
                    <a:pt x="56096" y="89442"/>
                    <a:pt x="55963" y="89442"/>
                  </a:cubicBezTo>
                  <a:cubicBezTo>
                    <a:pt x="55963" y="89442"/>
                    <a:pt x="55836" y="89442"/>
                    <a:pt x="55703" y="89719"/>
                  </a:cubicBezTo>
                  <a:lnTo>
                    <a:pt x="55703" y="89996"/>
                  </a:lnTo>
                  <a:cubicBezTo>
                    <a:pt x="55703" y="90260"/>
                    <a:pt x="55703" y="90801"/>
                    <a:pt x="55703" y="90801"/>
                  </a:cubicBezTo>
                  <a:cubicBezTo>
                    <a:pt x="55576" y="91078"/>
                    <a:pt x="55576" y="91078"/>
                    <a:pt x="55442" y="91078"/>
                  </a:cubicBezTo>
                  <a:cubicBezTo>
                    <a:pt x="55442" y="91078"/>
                    <a:pt x="55442" y="90524"/>
                    <a:pt x="55315" y="90524"/>
                  </a:cubicBezTo>
                  <a:cubicBezTo>
                    <a:pt x="55315" y="90524"/>
                    <a:pt x="55182" y="90524"/>
                    <a:pt x="55055" y="90524"/>
                  </a:cubicBezTo>
                  <a:lnTo>
                    <a:pt x="55055" y="90801"/>
                  </a:lnTo>
                  <a:cubicBezTo>
                    <a:pt x="55055" y="91078"/>
                    <a:pt x="55182" y="91341"/>
                    <a:pt x="55182" y="91605"/>
                  </a:cubicBezTo>
                  <a:lnTo>
                    <a:pt x="55182" y="91882"/>
                  </a:lnTo>
                  <a:cubicBezTo>
                    <a:pt x="55055" y="92159"/>
                    <a:pt x="54921" y="92159"/>
                    <a:pt x="54921" y="92159"/>
                  </a:cubicBezTo>
                  <a:cubicBezTo>
                    <a:pt x="54794" y="92159"/>
                    <a:pt x="54661" y="92159"/>
                    <a:pt x="54661" y="92423"/>
                  </a:cubicBezTo>
                  <a:lnTo>
                    <a:pt x="54534" y="92687"/>
                  </a:lnTo>
                  <a:lnTo>
                    <a:pt x="54401" y="92964"/>
                  </a:lnTo>
                  <a:cubicBezTo>
                    <a:pt x="54274" y="92964"/>
                    <a:pt x="54140" y="92687"/>
                    <a:pt x="54013" y="92687"/>
                  </a:cubicBezTo>
                  <a:cubicBezTo>
                    <a:pt x="54013" y="92964"/>
                    <a:pt x="53880" y="92964"/>
                    <a:pt x="53880" y="92964"/>
                  </a:cubicBezTo>
                  <a:cubicBezTo>
                    <a:pt x="53880" y="92964"/>
                    <a:pt x="53753" y="93227"/>
                    <a:pt x="53753" y="93504"/>
                  </a:cubicBezTo>
                  <a:cubicBezTo>
                    <a:pt x="53753" y="93504"/>
                    <a:pt x="53753" y="93504"/>
                    <a:pt x="53753" y="93768"/>
                  </a:cubicBezTo>
                  <a:cubicBezTo>
                    <a:pt x="53753" y="93768"/>
                    <a:pt x="53753" y="93768"/>
                    <a:pt x="53619" y="93768"/>
                  </a:cubicBezTo>
                  <a:lnTo>
                    <a:pt x="53359" y="93768"/>
                  </a:lnTo>
                  <a:cubicBezTo>
                    <a:pt x="53232" y="93768"/>
                    <a:pt x="53099" y="93768"/>
                    <a:pt x="53099" y="93768"/>
                  </a:cubicBezTo>
                  <a:cubicBezTo>
                    <a:pt x="52972" y="93768"/>
                    <a:pt x="52972" y="93768"/>
                    <a:pt x="52838" y="93768"/>
                  </a:cubicBezTo>
                  <a:cubicBezTo>
                    <a:pt x="52838" y="93768"/>
                    <a:pt x="52711" y="93768"/>
                    <a:pt x="52711" y="93504"/>
                  </a:cubicBezTo>
                  <a:cubicBezTo>
                    <a:pt x="52578" y="93504"/>
                    <a:pt x="52578" y="93227"/>
                    <a:pt x="52578" y="93227"/>
                  </a:cubicBezTo>
                  <a:cubicBezTo>
                    <a:pt x="52578" y="92964"/>
                    <a:pt x="52451" y="92964"/>
                    <a:pt x="52451" y="92687"/>
                  </a:cubicBezTo>
                  <a:cubicBezTo>
                    <a:pt x="52451" y="92687"/>
                    <a:pt x="52317" y="92423"/>
                    <a:pt x="52190" y="92423"/>
                  </a:cubicBezTo>
                  <a:lnTo>
                    <a:pt x="52057" y="92687"/>
                  </a:lnTo>
                  <a:cubicBezTo>
                    <a:pt x="51930" y="92964"/>
                    <a:pt x="51930" y="92964"/>
                    <a:pt x="51796" y="92964"/>
                  </a:cubicBezTo>
                  <a:cubicBezTo>
                    <a:pt x="51796" y="93227"/>
                    <a:pt x="51536" y="93227"/>
                    <a:pt x="51536" y="92964"/>
                  </a:cubicBezTo>
                  <a:cubicBezTo>
                    <a:pt x="51409" y="92964"/>
                    <a:pt x="51149" y="92687"/>
                    <a:pt x="51015" y="92687"/>
                  </a:cubicBezTo>
                  <a:cubicBezTo>
                    <a:pt x="50888" y="92423"/>
                    <a:pt x="50888" y="91882"/>
                    <a:pt x="50761" y="91882"/>
                  </a:cubicBezTo>
                  <a:cubicBezTo>
                    <a:pt x="50628" y="91605"/>
                    <a:pt x="50494" y="91341"/>
                    <a:pt x="50367" y="91341"/>
                  </a:cubicBezTo>
                  <a:cubicBezTo>
                    <a:pt x="50240" y="91078"/>
                    <a:pt x="50107" y="90801"/>
                    <a:pt x="49974" y="90801"/>
                  </a:cubicBezTo>
                  <a:cubicBezTo>
                    <a:pt x="49974" y="90524"/>
                    <a:pt x="49720" y="89996"/>
                    <a:pt x="49720" y="89719"/>
                  </a:cubicBezTo>
                  <a:cubicBezTo>
                    <a:pt x="49586" y="89442"/>
                    <a:pt x="49453" y="89179"/>
                    <a:pt x="49326" y="89179"/>
                  </a:cubicBezTo>
                  <a:lnTo>
                    <a:pt x="49065" y="88915"/>
                  </a:lnTo>
                  <a:cubicBezTo>
                    <a:pt x="48932" y="88915"/>
                    <a:pt x="48678" y="88638"/>
                    <a:pt x="48678" y="88915"/>
                  </a:cubicBezTo>
                  <a:cubicBezTo>
                    <a:pt x="48544" y="88915"/>
                    <a:pt x="48544" y="89179"/>
                    <a:pt x="48544" y="89179"/>
                  </a:cubicBezTo>
                  <a:cubicBezTo>
                    <a:pt x="48411" y="89442"/>
                    <a:pt x="48284" y="89442"/>
                    <a:pt x="48157" y="89442"/>
                  </a:cubicBezTo>
                  <a:cubicBezTo>
                    <a:pt x="48024" y="89719"/>
                    <a:pt x="47763" y="89719"/>
                    <a:pt x="47636" y="89719"/>
                  </a:cubicBezTo>
                  <a:cubicBezTo>
                    <a:pt x="47503" y="89719"/>
                    <a:pt x="47242" y="89719"/>
                    <a:pt x="47242" y="89442"/>
                  </a:cubicBezTo>
                  <a:cubicBezTo>
                    <a:pt x="47115" y="89442"/>
                    <a:pt x="47115" y="88915"/>
                    <a:pt x="46982" y="88915"/>
                  </a:cubicBezTo>
                  <a:cubicBezTo>
                    <a:pt x="46982" y="88638"/>
                    <a:pt x="46722" y="88361"/>
                    <a:pt x="46722" y="88361"/>
                  </a:cubicBezTo>
                  <a:cubicBezTo>
                    <a:pt x="46595" y="88361"/>
                    <a:pt x="46595" y="88097"/>
                    <a:pt x="46468" y="88097"/>
                  </a:cubicBezTo>
                  <a:lnTo>
                    <a:pt x="46334" y="88097"/>
                  </a:lnTo>
                  <a:cubicBezTo>
                    <a:pt x="46334" y="88361"/>
                    <a:pt x="46334" y="88915"/>
                    <a:pt x="46334" y="88915"/>
                  </a:cubicBezTo>
                  <a:cubicBezTo>
                    <a:pt x="46334" y="89179"/>
                    <a:pt x="46334" y="89442"/>
                    <a:pt x="46201" y="89442"/>
                  </a:cubicBezTo>
                  <a:lnTo>
                    <a:pt x="46074" y="89442"/>
                  </a:lnTo>
                  <a:cubicBezTo>
                    <a:pt x="45947" y="89442"/>
                    <a:pt x="45947" y="89179"/>
                    <a:pt x="45813" y="89179"/>
                  </a:cubicBezTo>
                  <a:cubicBezTo>
                    <a:pt x="45813" y="89179"/>
                    <a:pt x="45680" y="88638"/>
                    <a:pt x="45553" y="88638"/>
                  </a:cubicBezTo>
                  <a:cubicBezTo>
                    <a:pt x="45553" y="88361"/>
                    <a:pt x="45426" y="88097"/>
                    <a:pt x="45426" y="87833"/>
                  </a:cubicBezTo>
                  <a:cubicBezTo>
                    <a:pt x="45292" y="87556"/>
                    <a:pt x="45032" y="86752"/>
                    <a:pt x="44905" y="86475"/>
                  </a:cubicBezTo>
                  <a:cubicBezTo>
                    <a:pt x="44772" y="85934"/>
                    <a:pt x="44384" y="85117"/>
                    <a:pt x="44117" y="84589"/>
                  </a:cubicBezTo>
                  <a:cubicBezTo>
                    <a:pt x="43990" y="84312"/>
                    <a:pt x="43730" y="83508"/>
                    <a:pt x="43597" y="83231"/>
                  </a:cubicBezTo>
                  <a:cubicBezTo>
                    <a:pt x="43470" y="82967"/>
                    <a:pt x="43343" y="82426"/>
                    <a:pt x="43209" y="82149"/>
                  </a:cubicBezTo>
                  <a:cubicBezTo>
                    <a:pt x="43076" y="81885"/>
                    <a:pt x="42822" y="81885"/>
                    <a:pt x="42822" y="81885"/>
                  </a:cubicBezTo>
                  <a:cubicBezTo>
                    <a:pt x="42688" y="81608"/>
                    <a:pt x="42555" y="81345"/>
                    <a:pt x="42428" y="81345"/>
                  </a:cubicBezTo>
                  <a:cubicBezTo>
                    <a:pt x="42428" y="81068"/>
                    <a:pt x="42301" y="81068"/>
                    <a:pt x="42167" y="81068"/>
                  </a:cubicBezTo>
                  <a:cubicBezTo>
                    <a:pt x="42167" y="81068"/>
                    <a:pt x="42040" y="80804"/>
                    <a:pt x="42040" y="80527"/>
                  </a:cubicBezTo>
                  <a:cubicBezTo>
                    <a:pt x="42040" y="80527"/>
                    <a:pt x="41907" y="80263"/>
                    <a:pt x="41907" y="79986"/>
                  </a:cubicBezTo>
                  <a:lnTo>
                    <a:pt x="42040" y="79723"/>
                  </a:lnTo>
                  <a:cubicBezTo>
                    <a:pt x="42040" y="79446"/>
                    <a:pt x="42040" y="79182"/>
                    <a:pt x="42040" y="79182"/>
                  </a:cubicBezTo>
                  <a:lnTo>
                    <a:pt x="41907" y="78905"/>
                  </a:lnTo>
                  <a:cubicBezTo>
                    <a:pt x="41907" y="78905"/>
                    <a:pt x="41780" y="78905"/>
                    <a:pt x="41647" y="78905"/>
                  </a:cubicBezTo>
                  <a:cubicBezTo>
                    <a:pt x="41647" y="79182"/>
                    <a:pt x="41520" y="79446"/>
                    <a:pt x="41520" y="79446"/>
                  </a:cubicBezTo>
                  <a:cubicBezTo>
                    <a:pt x="41386" y="79446"/>
                    <a:pt x="41259" y="79723"/>
                    <a:pt x="41259" y="79723"/>
                  </a:cubicBezTo>
                  <a:cubicBezTo>
                    <a:pt x="41126" y="79723"/>
                    <a:pt x="40999" y="79986"/>
                    <a:pt x="40999" y="79986"/>
                  </a:cubicBezTo>
                  <a:lnTo>
                    <a:pt x="40999" y="80263"/>
                  </a:lnTo>
                  <a:cubicBezTo>
                    <a:pt x="40865" y="80263"/>
                    <a:pt x="40865" y="80527"/>
                    <a:pt x="40738" y="80527"/>
                  </a:cubicBezTo>
                  <a:cubicBezTo>
                    <a:pt x="40738" y="80527"/>
                    <a:pt x="40605" y="80527"/>
                    <a:pt x="40605" y="80804"/>
                  </a:cubicBezTo>
                  <a:cubicBezTo>
                    <a:pt x="40478" y="80804"/>
                    <a:pt x="40478" y="80804"/>
                    <a:pt x="40478" y="80804"/>
                  </a:cubicBezTo>
                  <a:cubicBezTo>
                    <a:pt x="40345" y="81068"/>
                    <a:pt x="40345" y="81068"/>
                    <a:pt x="40345" y="81345"/>
                  </a:cubicBezTo>
                  <a:lnTo>
                    <a:pt x="40345" y="81608"/>
                  </a:lnTo>
                  <a:cubicBezTo>
                    <a:pt x="40345" y="81885"/>
                    <a:pt x="40345" y="82149"/>
                    <a:pt x="40218" y="82149"/>
                  </a:cubicBezTo>
                  <a:cubicBezTo>
                    <a:pt x="40218" y="82149"/>
                    <a:pt x="40084" y="81885"/>
                    <a:pt x="39957" y="81885"/>
                  </a:cubicBezTo>
                  <a:lnTo>
                    <a:pt x="39824" y="81608"/>
                  </a:lnTo>
                  <a:cubicBezTo>
                    <a:pt x="39697" y="81608"/>
                    <a:pt x="39563" y="81608"/>
                    <a:pt x="39563" y="81608"/>
                  </a:cubicBezTo>
                  <a:cubicBezTo>
                    <a:pt x="39436" y="81608"/>
                    <a:pt x="39436" y="81885"/>
                    <a:pt x="39303" y="81885"/>
                  </a:cubicBezTo>
                  <a:lnTo>
                    <a:pt x="39176" y="81885"/>
                  </a:lnTo>
                  <a:cubicBezTo>
                    <a:pt x="39176" y="81608"/>
                    <a:pt x="39176" y="81608"/>
                    <a:pt x="39176" y="81345"/>
                  </a:cubicBezTo>
                  <a:cubicBezTo>
                    <a:pt x="39176" y="81345"/>
                    <a:pt x="39176" y="81068"/>
                    <a:pt x="39303" y="81068"/>
                  </a:cubicBezTo>
                  <a:lnTo>
                    <a:pt x="39436" y="80804"/>
                  </a:lnTo>
                  <a:cubicBezTo>
                    <a:pt x="39436" y="80804"/>
                    <a:pt x="39436" y="80527"/>
                    <a:pt x="39436" y="80263"/>
                  </a:cubicBezTo>
                  <a:lnTo>
                    <a:pt x="39303" y="80263"/>
                  </a:lnTo>
                  <a:cubicBezTo>
                    <a:pt x="39176" y="80263"/>
                    <a:pt x="39176" y="80527"/>
                    <a:pt x="39043" y="80527"/>
                  </a:cubicBezTo>
                  <a:lnTo>
                    <a:pt x="38916" y="80527"/>
                  </a:lnTo>
                  <a:cubicBezTo>
                    <a:pt x="38782" y="80527"/>
                    <a:pt x="38655" y="80263"/>
                    <a:pt x="38655" y="80263"/>
                  </a:cubicBezTo>
                  <a:cubicBezTo>
                    <a:pt x="38655" y="80263"/>
                    <a:pt x="38522" y="80263"/>
                    <a:pt x="38522" y="80527"/>
                  </a:cubicBezTo>
                  <a:lnTo>
                    <a:pt x="38395" y="80527"/>
                  </a:lnTo>
                  <a:cubicBezTo>
                    <a:pt x="38395" y="80263"/>
                    <a:pt x="38261" y="80263"/>
                    <a:pt x="38261" y="80263"/>
                  </a:cubicBezTo>
                  <a:cubicBezTo>
                    <a:pt x="38134" y="79986"/>
                    <a:pt x="38134" y="79986"/>
                    <a:pt x="38001" y="79986"/>
                  </a:cubicBezTo>
                  <a:cubicBezTo>
                    <a:pt x="38001" y="79723"/>
                    <a:pt x="37740" y="79986"/>
                    <a:pt x="37613" y="79986"/>
                  </a:cubicBezTo>
                  <a:cubicBezTo>
                    <a:pt x="37613" y="79986"/>
                    <a:pt x="37480" y="79986"/>
                    <a:pt x="37480" y="80263"/>
                  </a:cubicBezTo>
                  <a:cubicBezTo>
                    <a:pt x="37353" y="80263"/>
                    <a:pt x="37226" y="80263"/>
                    <a:pt x="37226" y="80263"/>
                  </a:cubicBezTo>
                  <a:cubicBezTo>
                    <a:pt x="37093" y="79986"/>
                    <a:pt x="37093" y="79986"/>
                    <a:pt x="37093" y="79723"/>
                  </a:cubicBezTo>
                  <a:cubicBezTo>
                    <a:pt x="37093" y="79723"/>
                    <a:pt x="37093" y="79446"/>
                    <a:pt x="37093" y="79182"/>
                  </a:cubicBezTo>
                  <a:lnTo>
                    <a:pt x="37226" y="78905"/>
                  </a:lnTo>
                  <a:lnTo>
                    <a:pt x="37093" y="78641"/>
                  </a:lnTo>
                  <a:lnTo>
                    <a:pt x="36959" y="78641"/>
                  </a:lnTo>
                  <a:cubicBezTo>
                    <a:pt x="36832" y="78364"/>
                    <a:pt x="36705" y="78364"/>
                    <a:pt x="36705" y="78100"/>
                  </a:cubicBezTo>
                  <a:cubicBezTo>
                    <a:pt x="36705" y="78100"/>
                    <a:pt x="36705" y="77823"/>
                    <a:pt x="36705" y="77560"/>
                  </a:cubicBezTo>
                  <a:cubicBezTo>
                    <a:pt x="36705" y="77560"/>
                    <a:pt x="36705" y="77283"/>
                    <a:pt x="36705" y="77019"/>
                  </a:cubicBezTo>
                  <a:cubicBezTo>
                    <a:pt x="36705" y="77019"/>
                    <a:pt x="36572" y="76742"/>
                    <a:pt x="36438" y="76742"/>
                  </a:cubicBezTo>
                  <a:lnTo>
                    <a:pt x="36311" y="76742"/>
                  </a:lnTo>
                  <a:lnTo>
                    <a:pt x="36184" y="77019"/>
                  </a:lnTo>
                  <a:lnTo>
                    <a:pt x="36051" y="77019"/>
                  </a:lnTo>
                  <a:cubicBezTo>
                    <a:pt x="35918" y="77019"/>
                    <a:pt x="35918" y="77019"/>
                    <a:pt x="35791" y="77019"/>
                  </a:cubicBezTo>
                  <a:cubicBezTo>
                    <a:pt x="35791" y="76742"/>
                    <a:pt x="35664" y="76478"/>
                    <a:pt x="35664" y="76478"/>
                  </a:cubicBezTo>
                  <a:cubicBezTo>
                    <a:pt x="35530" y="76478"/>
                    <a:pt x="35530" y="76742"/>
                    <a:pt x="35397" y="76742"/>
                  </a:cubicBezTo>
                  <a:lnTo>
                    <a:pt x="35270" y="76742"/>
                  </a:lnTo>
                  <a:cubicBezTo>
                    <a:pt x="35270" y="76478"/>
                    <a:pt x="35143" y="76478"/>
                    <a:pt x="35143" y="76478"/>
                  </a:cubicBezTo>
                  <a:cubicBezTo>
                    <a:pt x="35143" y="76478"/>
                    <a:pt x="35009" y="76201"/>
                    <a:pt x="35009" y="76478"/>
                  </a:cubicBezTo>
                  <a:lnTo>
                    <a:pt x="35009" y="76478"/>
                  </a:lnTo>
                  <a:cubicBezTo>
                    <a:pt x="35009" y="76742"/>
                    <a:pt x="35009" y="76742"/>
                    <a:pt x="35009" y="76742"/>
                  </a:cubicBezTo>
                  <a:cubicBezTo>
                    <a:pt x="35009" y="77019"/>
                    <a:pt x="35009" y="77019"/>
                    <a:pt x="34876" y="77019"/>
                  </a:cubicBezTo>
                  <a:cubicBezTo>
                    <a:pt x="34876" y="77283"/>
                    <a:pt x="34622" y="77283"/>
                    <a:pt x="34622" y="77283"/>
                  </a:cubicBezTo>
                  <a:cubicBezTo>
                    <a:pt x="34488" y="77560"/>
                    <a:pt x="34488" y="77823"/>
                    <a:pt x="34488" y="77823"/>
                  </a:cubicBezTo>
                  <a:lnTo>
                    <a:pt x="34488" y="78100"/>
                  </a:lnTo>
                  <a:cubicBezTo>
                    <a:pt x="34355" y="78364"/>
                    <a:pt x="34228" y="78364"/>
                    <a:pt x="34101" y="78364"/>
                  </a:cubicBezTo>
                  <a:cubicBezTo>
                    <a:pt x="33968" y="78641"/>
                    <a:pt x="33834" y="78641"/>
                    <a:pt x="33707" y="78641"/>
                  </a:cubicBezTo>
                  <a:cubicBezTo>
                    <a:pt x="33580" y="78905"/>
                    <a:pt x="33186" y="79182"/>
                    <a:pt x="33059" y="79182"/>
                  </a:cubicBezTo>
                  <a:cubicBezTo>
                    <a:pt x="33059" y="79182"/>
                    <a:pt x="32793" y="79446"/>
                    <a:pt x="32666" y="79446"/>
                  </a:cubicBezTo>
                  <a:lnTo>
                    <a:pt x="32412" y="79182"/>
                  </a:lnTo>
                  <a:cubicBezTo>
                    <a:pt x="32278" y="79182"/>
                    <a:pt x="32145" y="79446"/>
                    <a:pt x="32145" y="79446"/>
                  </a:cubicBezTo>
                  <a:cubicBezTo>
                    <a:pt x="32145" y="79446"/>
                    <a:pt x="32018" y="79723"/>
                    <a:pt x="32018" y="79986"/>
                  </a:cubicBezTo>
                  <a:cubicBezTo>
                    <a:pt x="32018" y="79986"/>
                    <a:pt x="32018" y="80263"/>
                    <a:pt x="31891" y="80263"/>
                  </a:cubicBezTo>
                  <a:cubicBezTo>
                    <a:pt x="31891" y="80527"/>
                    <a:pt x="31757" y="80263"/>
                    <a:pt x="31624" y="80263"/>
                  </a:cubicBezTo>
                  <a:cubicBezTo>
                    <a:pt x="31624" y="80263"/>
                    <a:pt x="31497" y="80263"/>
                    <a:pt x="31370" y="80527"/>
                  </a:cubicBezTo>
                  <a:cubicBezTo>
                    <a:pt x="31370" y="80527"/>
                    <a:pt x="31236" y="80527"/>
                    <a:pt x="31103" y="80527"/>
                  </a:cubicBezTo>
                  <a:cubicBezTo>
                    <a:pt x="30976" y="80527"/>
                    <a:pt x="30849" y="80804"/>
                    <a:pt x="30716" y="80804"/>
                  </a:cubicBezTo>
                  <a:cubicBezTo>
                    <a:pt x="30716" y="80804"/>
                    <a:pt x="30455" y="80804"/>
                    <a:pt x="30455" y="81068"/>
                  </a:cubicBezTo>
                  <a:cubicBezTo>
                    <a:pt x="30328" y="81068"/>
                    <a:pt x="30195" y="81068"/>
                    <a:pt x="30061" y="81068"/>
                  </a:cubicBezTo>
                  <a:cubicBezTo>
                    <a:pt x="30061" y="81345"/>
                    <a:pt x="30061" y="81608"/>
                    <a:pt x="29934" y="81608"/>
                  </a:cubicBezTo>
                  <a:cubicBezTo>
                    <a:pt x="29934" y="81608"/>
                    <a:pt x="29934" y="81885"/>
                    <a:pt x="29807" y="82149"/>
                  </a:cubicBezTo>
                  <a:lnTo>
                    <a:pt x="29674" y="81885"/>
                  </a:lnTo>
                  <a:lnTo>
                    <a:pt x="29541" y="81608"/>
                  </a:lnTo>
                  <a:cubicBezTo>
                    <a:pt x="29541" y="81345"/>
                    <a:pt x="29287" y="81345"/>
                    <a:pt x="29287" y="81345"/>
                  </a:cubicBezTo>
                  <a:cubicBezTo>
                    <a:pt x="29153" y="81068"/>
                    <a:pt x="29020" y="81068"/>
                    <a:pt x="28893" y="81068"/>
                  </a:cubicBezTo>
                  <a:cubicBezTo>
                    <a:pt x="28893" y="81345"/>
                    <a:pt x="28632" y="81345"/>
                    <a:pt x="28632" y="81345"/>
                  </a:cubicBezTo>
                  <a:cubicBezTo>
                    <a:pt x="28632" y="81345"/>
                    <a:pt x="28632" y="81608"/>
                    <a:pt x="28632" y="81885"/>
                  </a:cubicBezTo>
                  <a:cubicBezTo>
                    <a:pt x="28632" y="81885"/>
                    <a:pt x="28499" y="82149"/>
                    <a:pt x="28499" y="82426"/>
                  </a:cubicBezTo>
                  <a:lnTo>
                    <a:pt x="28372" y="82426"/>
                  </a:lnTo>
                  <a:cubicBezTo>
                    <a:pt x="28372" y="82690"/>
                    <a:pt x="28245" y="82967"/>
                    <a:pt x="28372" y="82967"/>
                  </a:cubicBezTo>
                  <a:lnTo>
                    <a:pt x="28499" y="82967"/>
                  </a:lnTo>
                  <a:cubicBezTo>
                    <a:pt x="28632" y="82967"/>
                    <a:pt x="28632" y="82967"/>
                    <a:pt x="28766" y="82967"/>
                  </a:cubicBezTo>
                  <a:lnTo>
                    <a:pt x="28893" y="82967"/>
                  </a:lnTo>
                  <a:cubicBezTo>
                    <a:pt x="28893" y="82967"/>
                    <a:pt x="29020" y="83231"/>
                    <a:pt x="28893" y="83231"/>
                  </a:cubicBezTo>
                  <a:lnTo>
                    <a:pt x="28893" y="83231"/>
                  </a:lnTo>
                  <a:cubicBezTo>
                    <a:pt x="28893" y="83231"/>
                    <a:pt x="28766" y="83508"/>
                    <a:pt x="28632" y="83508"/>
                  </a:cubicBezTo>
                  <a:lnTo>
                    <a:pt x="28766" y="83771"/>
                  </a:lnTo>
                  <a:cubicBezTo>
                    <a:pt x="28766" y="84048"/>
                    <a:pt x="28893" y="84048"/>
                    <a:pt x="29020" y="84048"/>
                  </a:cubicBezTo>
                  <a:cubicBezTo>
                    <a:pt x="29020" y="84048"/>
                    <a:pt x="29153" y="83771"/>
                    <a:pt x="29287" y="83771"/>
                  </a:cubicBezTo>
                  <a:cubicBezTo>
                    <a:pt x="29287" y="84048"/>
                    <a:pt x="29287" y="84048"/>
                    <a:pt x="29414" y="84048"/>
                  </a:cubicBezTo>
                  <a:lnTo>
                    <a:pt x="29414" y="84312"/>
                  </a:lnTo>
                  <a:cubicBezTo>
                    <a:pt x="29414" y="84589"/>
                    <a:pt x="29414" y="84853"/>
                    <a:pt x="29287" y="84853"/>
                  </a:cubicBezTo>
                  <a:lnTo>
                    <a:pt x="29153" y="84853"/>
                  </a:lnTo>
                  <a:cubicBezTo>
                    <a:pt x="29020" y="84853"/>
                    <a:pt x="28766" y="84853"/>
                    <a:pt x="28766" y="84853"/>
                  </a:cubicBezTo>
                  <a:cubicBezTo>
                    <a:pt x="28632" y="84853"/>
                    <a:pt x="28632" y="85117"/>
                    <a:pt x="28499" y="85393"/>
                  </a:cubicBezTo>
                  <a:lnTo>
                    <a:pt x="28499" y="85670"/>
                  </a:lnTo>
                  <a:cubicBezTo>
                    <a:pt x="28499" y="85934"/>
                    <a:pt x="28632" y="86198"/>
                    <a:pt x="28632" y="86198"/>
                  </a:cubicBezTo>
                  <a:cubicBezTo>
                    <a:pt x="28632" y="86475"/>
                    <a:pt x="28632" y="86752"/>
                    <a:pt x="28632" y="86752"/>
                  </a:cubicBezTo>
                  <a:cubicBezTo>
                    <a:pt x="28632" y="87016"/>
                    <a:pt x="28499" y="87279"/>
                    <a:pt x="28499" y="87279"/>
                  </a:cubicBezTo>
                  <a:cubicBezTo>
                    <a:pt x="28372" y="87279"/>
                    <a:pt x="28245" y="87279"/>
                    <a:pt x="28245" y="87279"/>
                  </a:cubicBezTo>
                  <a:cubicBezTo>
                    <a:pt x="28111" y="87556"/>
                    <a:pt x="27978" y="87556"/>
                    <a:pt x="27978" y="87556"/>
                  </a:cubicBezTo>
                  <a:cubicBezTo>
                    <a:pt x="27978" y="87556"/>
                    <a:pt x="27978" y="87833"/>
                    <a:pt x="27978" y="88097"/>
                  </a:cubicBezTo>
                  <a:lnTo>
                    <a:pt x="28111" y="88097"/>
                  </a:lnTo>
                  <a:cubicBezTo>
                    <a:pt x="28111" y="88361"/>
                    <a:pt x="28245" y="88097"/>
                    <a:pt x="28245" y="88361"/>
                  </a:cubicBezTo>
                  <a:cubicBezTo>
                    <a:pt x="28372" y="88361"/>
                    <a:pt x="28632" y="88638"/>
                    <a:pt x="28766" y="88638"/>
                  </a:cubicBezTo>
                  <a:cubicBezTo>
                    <a:pt x="28766" y="88915"/>
                    <a:pt x="28766" y="88915"/>
                    <a:pt x="28766" y="89179"/>
                  </a:cubicBezTo>
                  <a:lnTo>
                    <a:pt x="28893" y="89179"/>
                  </a:lnTo>
                  <a:cubicBezTo>
                    <a:pt x="29020" y="89442"/>
                    <a:pt x="29153" y="89179"/>
                    <a:pt x="29287" y="89179"/>
                  </a:cubicBezTo>
                  <a:cubicBezTo>
                    <a:pt x="29287" y="89442"/>
                    <a:pt x="29287" y="89719"/>
                    <a:pt x="29287" y="89996"/>
                  </a:cubicBezTo>
                  <a:cubicBezTo>
                    <a:pt x="29287" y="89996"/>
                    <a:pt x="29287" y="90524"/>
                    <a:pt x="29287" y="90801"/>
                  </a:cubicBezTo>
                  <a:cubicBezTo>
                    <a:pt x="29287" y="90801"/>
                    <a:pt x="29153" y="91078"/>
                    <a:pt x="29153" y="91341"/>
                  </a:cubicBezTo>
                  <a:cubicBezTo>
                    <a:pt x="29020" y="91341"/>
                    <a:pt x="28893" y="91605"/>
                    <a:pt x="28766" y="91605"/>
                  </a:cubicBezTo>
                  <a:lnTo>
                    <a:pt x="28499" y="91605"/>
                  </a:lnTo>
                  <a:lnTo>
                    <a:pt x="28372" y="91341"/>
                  </a:lnTo>
                  <a:cubicBezTo>
                    <a:pt x="28245" y="91341"/>
                    <a:pt x="28245" y="91078"/>
                    <a:pt x="28245" y="91078"/>
                  </a:cubicBezTo>
                  <a:cubicBezTo>
                    <a:pt x="28111" y="91078"/>
                    <a:pt x="28111" y="91078"/>
                    <a:pt x="28111" y="91078"/>
                  </a:cubicBezTo>
                  <a:cubicBezTo>
                    <a:pt x="27978" y="91078"/>
                    <a:pt x="27978" y="91341"/>
                    <a:pt x="27978" y="91341"/>
                  </a:cubicBezTo>
                  <a:cubicBezTo>
                    <a:pt x="27978" y="91341"/>
                    <a:pt x="27978" y="91605"/>
                    <a:pt x="27978" y="91882"/>
                  </a:cubicBezTo>
                  <a:lnTo>
                    <a:pt x="27978" y="92159"/>
                  </a:lnTo>
                  <a:cubicBezTo>
                    <a:pt x="27851" y="92159"/>
                    <a:pt x="27851" y="91882"/>
                    <a:pt x="27724" y="91882"/>
                  </a:cubicBezTo>
                  <a:lnTo>
                    <a:pt x="27724" y="91605"/>
                  </a:lnTo>
                  <a:cubicBezTo>
                    <a:pt x="27591" y="91605"/>
                    <a:pt x="27591" y="91605"/>
                    <a:pt x="27591" y="91605"/>
                  </a:cubicBezTo>
                  <a:cubicBezTo>
                    <a:pt x="27464" y="91605"/>
                    <a:pt x="27330" y="91605"/>
                    <a:pt x="27330" y="91605"/>
                  </a:cubicBezTo>
                  <a:cubicBezTo>
                    <a:pt x="27203" y="91605"/>
                    <a:pt x="27070" y="91605"/>
                    <a:pt x="27070" y="91341"/>
                  </a:cubicBezTo>
                  <a:cubicBezTo>
                    <a:pt x="26943" y="91341"/>
                    <a:pt x="26943" y="91078"/>
                    <a:pt x="26809" y="91078"/>
                  </a:cubicBezTo>
                  <a:cubicBezTo>
                    <a:pt x="26809" y="90801"/>
                    <a:pt x="26682" y="90524"/>
                    <a:pt x="26682" y="90524"/>
                  </a:cubicBezTo>
                  <a:cubicBezTo>
                    <a:pt x="26549" y="90524"/>
                    <a:pt x="26422" y="90524"/>
                    <a:pt x="26422" y="90524"/>
                  </a:cubicBezTo>
                  <a:cubicBezTo>
                    <a:pt x="26289" y="90524"/>
                    <a:pt x="26162" y="90524"/>
                    <a:pt x="26162" y="90524"/>
                  </a:cubicBezTo>
                  <a:cubicBezTo>
                    <a:pt x="26162" y="90524"/>
                    <a:pt x="26162" y="90801"/>
                    <a:pt x="26162" y="91078"/>
                  </a:cubicBezTo>
                  <a:lnTo>
                    <a:pt x="26028" y="91341"/>
                  </a:lnTo>
                  <a:cubicBezTo>
                    <a:pt x="25901" y="91341"/>
                    <a:pt x="25768" y="91341"/>
                    <a:pt x="25768" y="91341"/>
                  </a:cubicBezTo>
                  <a:cubicBezTo>
                    <a:pt x="25768" y="91078"/>
                    <a:pt x="25641" y="90801"/>
                    <a:pt x="25641" y="90801"/>
                  </a:cubicBezTo>
                  <a:cubicBezTo>
                    <a:pt x="25641" y="90801"/>
                    <a:pt x="25641" y="90801"/>
                    <a:pt x="25507" y="90524"/>
                  </a:cubicBezTo>
                  <a:cubicBezTo>
                    <a:pt x="25507" y="90524"/>
                    <a:pt x="25380" y="90524"/>
                    <a:pt x="25247" y="90524"/>
                  </a:cubicBezTo>
                  <a:cubicBezTo>
                    <a:pt x="25114" y="90801"/>
                    <a:pt x="24987" y="90801"/>
                    <a:pt x="24987" y="90801"/>
                  </a:cubicBezTo>
                  <a:cubicBezTo>
                    <a:pt x="24860" y="90801"/>
                    <a:pt x="24860" y="91078"/>
                    <a:pt x="24860" y="91078"/>
                  </a:cubicBezTo>
                  <a:cubicBezTo>
                    <a:pt x="24726" y="91078"/>
                    <a:pt x="24726" y="91341"/>
                    <a:pt x="24726" y="91341"/>
                  </a:cubicBezTo>
                  <a:cubicBezTo>
                    <a:pt x="24726" y="91605"/>
                    <a:pt x="24726" y="91882"/>
                    <a:pt x="24726" y="91882"/>
                  </a:cubicBezTo>
                  <a:cubicBezTo>
                    <a:pt x="24599" y="92159"/>
                    <a:pt x="24466" y="92159"/>
                    <a:pt x="24466" y="92159"/>
                  </a:cubicBezTo>
                  <a:cubicBezTo>
                    <a:pt x="24339" y="92159"/>
                    <a:pt x="24205" y="92159"/>
                    <a:pt x="24205" y="92159"/>
                  </a:cubicBezTo>
                  <a:cubicBezTo>
                    <a:pt x="24078" y="92159"/>
                    <a:pt x="23945" y="92159"/>
                    <a:pt x="23945" y="91882"/>
                  </a:cubicBezTo>
                  <a:lnTo>
                    <a:pt x="23818" y="91605"/>
                  </a:lnTo>
                  <a:cubicBezTo>
                    <a:pt x="23684" y="91341"/>
                    <a:pt x="23818" y="91341"/>
                    <a:pt x="23684" y="91078"/>
                  </a:cubicBezTo>
                  <a:lnTo>
                    <a:pt x="23557" y="90801"/>
                  </a:lnTo>
                  <a:lnTo>
                    <a:pt x="23424" y="91078"/>
                  </a:lnTo>
                  <a:lnTo>
                    <a:pt x="23424" y="91341"/>
                  </a:lnTo>
                  <a:lnTo>
                    <a:pt x="23424" y="91882"/>
                  </a:lnTo>
                  <a:lnTo>
                    <a:pt x="23424" y="92159"/>
                  </a:lnTo>
                  <a:lnTo>
                    <a:pt x="23297" y="92423"/>
                  </a:lnTo>
                  <a:cubicBezTo>
                    <a:pt x="23297" y="92423"/>
                    <a:pt x="23164" y="92423"/>
                    <a:pt x="23164" y="92159"/>
                  </a:cubicBezTo>
                  <a:cubicBezTo>
                    <a:pt x="23164" y="92159"/>
                    <a:pt x="23164" y="91882"/>
                    <a:pt x="23164" y="91605"/>
                  </a:cubicBezTo>
                  <a:cubicBezTo>
                    <a:pt x="23164" y="91605"/>
                    <a:pt x="23164" y="91341"/>
                    <a:pt x="23037" y="91341"/>
                  </a:cubicBezTo>
                  <a:cubicBezTo>
                    <a:pt x="23037" y="91078"/>
                    <a:pt x="22776" y="91078"/>
                    <a:pt x="22776" y="90801"/>
                  </a:cubicBezTo>
                  <a:lnTo>
                    <a:pt x="22649" y="90524"/>
                  </a:lnTo>
                  <a:cubicBezTo>
                    <a:pt x="22516" y="90260"/>
                    <a:pt x="22382" y="90260"/>
                    <a:pt x="22382" y="90260"/>
                  </a:cubicBezTo>
                  <a:cubicBezTo>
                    <a:pt x="22255" y="90260"/>
                    <a:pt x="22255" y="89719"/>
                    <a:pt x="22128" y="89719"/>
                  </a:cubicBezTo>
                  <a:cubicBezTo>
                    <a:pt x="22128" y="89719"/>
                    <a:pt x="21995" y="89442"/>
                    <a:pt x="21995" y="89179"/>
                  </a:cubicBezTo>
                  <a:cubicBezTo>
                    <a:pt x="21862" y="89179"/>
                    <a:pt x="21735" y="89179"/>
                    <a:pt x="21735" y="89179"/>
                  </a:cubicBezTo>
                  <a:cubicBezTo>
                    <a:pt x="21608" y="89179"/>
                    <a:pt x="21474" y="89179"/>
                    <a:pt x="21474" y="89179"/>
                  </a:cubicBezTo>
                  <a:lnTo>
                    <a:pt x="21341" y="88915"/>
                  </a:lnTo>
                  <a:lnTo>
                    <a:pt x="21214" y="88915"/>
                  </a:lnTo>
                  <a:cubicBezTo>
                    <a:pt x="21087" y="88915"/>
                    <a:pt x="20953" y="88915"/>
                    <a:pt x="20953" y="89179"/>
                  </a:cubicBezTo>
                  <a:lnTo>
                    <a:pt x="20820" y="89442"/>
                  </a:lnTo>
                  <a:cubicBezTo>
                    <a:pt x="20693" y="89442"/>
                    <a:pt x="20566" y="89442"/>
                    <a:pt x="20566" y="89442"/>
                  </a:cubicBezTo>
                  <a:lnTo>
                    <a:pt x="20432" y="89442"/>
                  </a:lnTo>
                  <a:cubicBezTo>
                    <a:pt x="20432" y="89442"/>
                    <a:pt x="20299" y="89179"/>
                    <a:pt x="20299" y="88915"/>
                  </a:cubicBezTo>
                  <a:cubicBezTo>
                    <a:pt x="20172" y="88915"/>
                    <a:pt x="20045" y="88915"/>
                    <a:pt x="19912" y="88915"/>
                  </a:cubicBezTo>
                  <a:cubicBezTo>
                    <a:pt x="19912" y="89179"/>
                    <a:pt x="19778" y="89442"/>
                    <a:pt x="19778" y="89442"/>
                  </a:cubicBezTo>
                  <a:cubicBezTo>
                    <a:pt x="19778" y="89719"/>
                    <a:pt x="19651" y="89996"/>
                    <a:pt x="19651" y="89996"/>
                  </a:cubicBezTo>
                  <a:cubicBezTo>
                    <a:pt x="19524" y="89996"/>
                    <a:pt x="19391" y="90260"/>
                    <a:pt x="19391" y="90260"/>
                  </a:cubicBezTo>
                  <a:cubicBezTo>
                    <a:pt x="19257" y="90260"/>
                    <a:pt x="19130" y="90524"/>
                    <a:pt x="19003" y="90524"/>
                  </a:cubicBezTo>
                  <a:lnTo>
                    <a:pt x="18870" y="90801"/>
                  </a:lnTo>
                  <a:cubicBezTo>
                    <a:pt x="18870" y="90801"/>
                    <a:pt x="18870" y="91341"/>
                    <a:pt x="18737" y="91341"/>
                  </a:cubicBezTo>
                  <a:lnTo>
                    <a:pt x="18610" y="91605"/>
                  </a:lnTo>
                  <a:cubicBezTo>
                    <a:pt x="18483" y="91882"/>
                    <a:pt x="18483" y="92159"/>
                    <a:pt x="18349" y="92159"/>
                  </a:cubicBezTo>
                  <a:lnTo>
                    <a:pt x="18089" y="92159"/>
                  </a:lnTo>
                  <a:cubicBezTo>
                    <a:pt x="17962" y="92423"/>
                    <a:pt x="18089" y="92687"/>
                    <a:pt x="18089" y="92687"/>
                  </a:cubicBezTo>
                  <a:cubicBezTo>
                    <a:pt x="18089" y="92964"/>
                    <a:pt x="18089" y="93227"/>
                    <a:pt x="18216" y="93504"/>
                  </a:cubicBezTo>
                  <a:cubicBezTo>
                    <a:pt x="18216" y="93504"/>
                    <a:pt x="18216" y="93768"/>
                    <a:pt x="18216" y="94032"/>
                  </a:cubicBezTo>
                  <a:lnTo>
                    <a:pt x="18089" y="94309"/>
                  </a:lnTo>
                  <a:cubicBezTo>
                    <a:pt x="18089" y="94586"/>
                    <a:pt x="17835" y="94586"/>
                    <a:pt x="17835" y="94309"/>
                  </a:cubicBezTo>
                  <a:cubicBezTo>
                    <a:pt x="17701" y="94309"/>
                    <a:pt x="17701" y="94032"/>
                    <a:pt x="17568" y="94032"/>
                  </a:cubicBezTo>
                  <a:lnTo>
                    <a:pt x="17441" y="93768"/>
                  </a:lnTo>
                  <a:lnTo>
                    <a:pt x="17307" y="93227"/>
                  </a:lnTo>
                  <a:cubicBezTo>
                    <a:pt x="17307" y="93227"/>
                    <a:pt x="17307" y="92964"/>
                    <a:pt x="17307" y="92687"/>
                  </a:cubicBezTo>
                  <a:cubicBezTo>
                    <a:pt x="17180" y="92687"/>
                    <a:pt x="17047" y="92687"/>
                    <a:pt x="17047" y="92687"/>
                  </a:cubicBezTo>
                  <a:cubicBezTo>
                    <a:pt x="17047" y="92687"/>
                    <a:pt x="16920" y="92687"/>
                    <a:pt x="16920" y="92964"/>
                  </a:cubicBezTo>
                  <a:cubicBezTo>
                    <a:pt x="16920" y="92964"/>
                    <a:pt x="16920" y="93227"/>
                    <a:pt x="16920" y="93504"/>
                  </a:cubicBezTo>
                  <a:cubicBezTo>
                    <a:pt x="16920" y="93768"/>
                    <a:pt x="16920" y="94032"/>
                    <a:pt x="16793" y="94309"/>
                  </a:cubicBezTo>
                  <a:cubicBezTo>
                    <a:pt x="16793" y="94309"/>
                    <a:pt x="16660" y="94309"/>
                    <a:pt x="16660" y="94586"/>
                  </a:cubicBezTo>
                  <a:cubicBezTo>
                    <a:pt x="16526" y="94586"/>
                    <a:pt x="16526" y="94849"/>
                    <a:pt x="16526" y="95113"/>
                  </a:cubicBezTo>
                  <a:lnTo>
                    <a:pt x="16526" y="95390"/>
                  </a:lnTo>
                  <a:cubicBezTo>
                    <a:pt x="16526" y="95667"/>
                    <a:pt x="16399" y="95667"/>
                    <a:pt x="16399" y="95931"/>
                  </a:cubicBezTo>
                  <a:cubicBezTo>
                    <a:pt x="16399" y="96195"/>
                    <a:pt x="16399" y="96749"/>
                    <a:pt x="16399" y="97012"/>
                  </a:cubicBezTo>
                  <a:cubicBezTo>
                    <a:pt x="16399" y="97012"/>
                    <a:pt x="16272" y="97276"/>
                    <a:pt x="16272" y="97553"/>
                  </a:cubicBezTo>
                  <a:cubicBezTo>
                    <a:pt x="16272" y="97830"/>
                    <a:pt x="16272" y="98094"/>
                    <a:pt x="16272" y="98094"/>
                  </a:cubicBezTo>
                  <a:cubicBezTo>
                    <a:pt x="16272" y="98358"/>
                    <a:pt x="16272" y="98635"/>
                    <a:pt x="16272" y="98635"/>
                  </a:cubicBezTo>
                  <a:cubicBezTo>
                    <a:pt x="16399" y="98635"/>
                    <a:pt x="16526" y="98911"/>
                    <a:pt x="16526" y="98911"/>
                  </a:cubicBezTo>
                  <a:lnTo>
                    <a:pt x="16660" y="99175"/>
                  </a:lnTo>
                  <a:cubicBezTo>
                    <a:pt x="16793" y="99175"/>
                    <a:pt x="16793" y="99439"/>
                    <a:pt x="16793" y="99716"/>
                  </a:cubicBezTo>
                  <a:cubicBezTo>
                    <a:pt x="16793" y="99716"/>
                    <a:pt x="16660" y="99993"/>
                    <a:pt x="16793" y="100257"/>
                  </a:cubicBezTo>
                  <a:lnTo>
                    <a:pt x="16920" y="100257"/>
                  </a:lnTo>
                  <a:cubicBezTo>
                    <a:pt x="17047" y="100520"/>
                    <a:pt x="17180" y="100257"/>
                    <a:pt x="17180" y="100257"/>
                  </a:cubicBezTo>
                  <a:cubicBezTo>
                    <a:pt x="17307" y="100520"/>
                    <a:pt x="17307" y="100520"/>
                    <a:pt x="17441" y="100520"/>
                  </a:cubicBezTo>
                  <a:lnTo>
                    <a:pt x="17701" y="100520"/>
                  </a:lnTo>
                  <a:cubicBezTo>
                    <a:pt x="17701" y="100520"/>
                    <a:pt x="17835" y="100797"/>
                    <a:pt x="17835" y="101074"/>
                  </a:cubicBezTo>
                  <a:cubicBezTo>
                    <a:pt x="17962" y="101074"/>
                    <a:pt x="17962" y="101602"/>
                    <a:pt x="18089" y="101602"/>
                  </a:cubicBezTo>
                  <a:cubicBezTo>
                    <a:pt x="18089" y="101879"/>
                    <a:pt x="18216" y="102156"/>
                    <a:pt x="18349" y="102420"/>
                  </a:cubicBezTo>
                  <a:cubicBezTo>
                    <a:pt x="18349" y="102683"/>
                    <a:pt x="18483" y="102960"/>
                    <a:pt x="18483" y="102960"/>
                  </a:cubicBezTo>
                  <a:cubicBezTo>
                    <a:pt x="18610" y="103224"/>
                    <a:pt x="18610" y="103765"/>
                    <a:pt x="18610" y="104042"/>
                  </a:cubicBezTo>
                  <a:cubicBezTo>
                    <a:pt x="18610" y="104042"/>
                    <a:pt x="18737" y="104305"/>
                    <a:pt x="18737" y="104582"/>
                  </a:cubicBezTo>
                  <a:lnTo>
                    <a:pt x="18737" y="104582"/>
                  </a:lnTo>
                  <a:cubicBezTo>
                    <a:pt x="18737" y="104582"/>
                    <a:pt x="18610" y="104582"/>
                    <a:pt x="18610" y="104846"/>
                  </a:cubicBezTo>
                  <a:cubicBezTo>
                    <a:pt x="18610" y="104846"/>
                    <a:pt x="18610" y="104846"/>
                    <a:pt x="18610" y="105123"/>
                  </a:cubicBezTo>
                  <a:lnTo>
                    <a:pt x="18610" y="105387"/>
                  </a:lnTo>
                  <a:cubicBezTo>
                    <a:pt x="18483" y="105387"/>
                    <a:pt x="18483" y="105664"/>
                    <a:pt x="18349" y="105664"/>
                  </a:cubicBezTo>
                  <a:cubicBezTo>
                    <a:pt x="18349" y="105928"/>
                    <a:pt x="18349" y="105928"/>
                    <a:pt x="18216" y="106205"/>
                  </a:cubicBezTo>
                  <a:cubicBezTo>
                    <a:pt x="18216" y="106205"/>
                    <a:pt x="18216" y="106468"/>
                    <a:pt x="18089" y="106468"/>
                  </a:cubicBezTo>
                  <a:cubicBezTo>
                    <a:pt x="18089" y="106468"/>
                    <a:pt x="17962" y="106745"/>
                    <a:pt x="17835" y="106745"/>
                  </a:cubicBezTo>
                  <a:cubicBezTo>
                    <a:pt x="17835" y="106745"/>
                    <a:pt x="17835" y="107009"/>
                    <a:pt x="17701" y="107286"/>
                  </a:cubicBezTo>
                  <a:cubicBezTo>
                    <a:pt x="17701" y="107286"/>
                    <a:pt x="17701" y="107550"/>
                    <a:pt x="17701" y="107827"/>
                  </a:cubicBezTo>
                  <a:cubicBezTo>
                    <a:pt x="17568" y="107827"/>
                    <a:pt x="17441" y="107827"/>
                    <a:pt x="17307" y="107827"/>
                  </a:cubicBezTo>
                  <a:cubicBezTo>
                    <a:pt x="17307" y="107827"/>
                    <a:pt x="17180" y="107550"/>
                    <a:pt x="17180" y="107827"/>
                  </a:cubicBezTo>
                  <a:cubicBezTo>
                    <a:pt x="17047" y="107827"/>
                    <a:pt x="16920" y="107827"/>
                    <a:pt x="16920" y="108090"/>
                  </a:cubicBezTo>
                  <a:cubicBezTo>
                    <a:pt x="16920" y="108090"/>
                    <a:pt x="16920" y="108631"/>
                    <a:pt x="16920" y="108908"/>
                  </a:cubicBezTo>
                  <a:cubicBezTo>
                    <a:pt x="16920" y="108908"/>
                    <a:pt x="16920" y="109172"/>
                    <a:pt x="16920" y="109449"/>
                  </a:cubicBezTo>
                  <a:cubicBezTo>
                    <a:pt x="16793" y="109449"/>
                    <a:pt x="16793" y="109713"/>
                    <a:pt x="16793" y="109713"/>
                  </a:cubicBezTo>
                  <a:cubicBezTo>
                    <a:pt x="16660" y="109713"/>
                    <a:pt x="16660" y="109990"/>
                    <a:pt x="16660" y="110253"/>
                  </a:cubicBezTo>
                  <a:lnTo>
                    <a:pt x="16526" y="110530"/>
                  </a:lnTo>
                  <a:cubicBezTo>
                    <a:pt x="16526" y="110794"/>
                    <a:pt x="16660" y="111071"/>
                    <a:pt x="16660" y="111071"/>
                  </a:cubicBezTo>
                  <a:cubicBezTo>
                    <a:pt x="16660" y="111335"/>
                    <a:pt x="16793" y="111335"/>
                    <a:pt x="16793" y="111335"/>
                  </a:cubicBezTo>
                  <a:cubicBezTo>
                    <a:pt x="16793" y="111612"/>
                    <a:pt x="16920" y="111876"/>
                    <a:pt x="16920" y="112139"/>
                  </a:cubicBezTo>
                  <a:cubicBezTo>
                    <a:pt x="16920" y="112139"/>
                    <a:pt x="17047" y="112416"/>
                    <a:pt x="17047" y="112693"/>
                  </a:cubicBezTo>
                  <a:cubicBezTo>
                    <a:pt x="17047" y="112957"/>
                    <a:pt x="17180" y="113221"/>
                    <a:pt x="17180" y="113221"/>
                  </a:cubicBezTo>
                  <a:cubicBezTo>
                    <a:pt x="17307" y="113498"/>
                    <a:pt x="17307" y="113498"/>
                    <a:pt x="17307" y="113775"/>
                  </a:cubicBezTo>
                  <a:cubicBezTo>
                    <a:pt x="17441" y="113775"/>
                    <a:pt x="17441" y="114038"/>
                    <a:pt x="17441" y="114038"/>
                  </a:cubicBezTo>
                  <a:cubicBezTo>
                    <a:pt x="17441" y="114302"/>
                    <a:pt x="17307" y="114579"/>
                    <a:pt x="17307" y="114579"/>
                  </a:cubicBezTo>
                  <a:cubicBezTo>
                    <a:pt x="17307" y="114856"/>
                    <a:pt x="17441" y="115120"/>
                    <a:pt x="17441" y="115384"/>
                  </a:cubicBezTo>
                  <a:cubicBezTo>
                    <a:pt x="17441" y="115384"/>
                    <a:pt x="17441" y="115661"/>
                    <a:pt x="17568" y="115661"/>
                  </a:cubicBezTo>
                  <a:cubicBezTo>
                    <a:pt x="17568" y="115938"/>
                    <a:pt x="17568" y="116201"/>
                    <a:pt x="17701" y="116465"/>
                  </a:cubicBezTo>
                  <a:lnTo>
                    <a:pt x="17962" y="116742"/>
                  </a:lnTo>
                  <a:cubicBezTo>
                    <a:pt x="18089" y="117019"/>
                    <a:pt x="18216" y="117546"/>
                    <a:pt x="18349" y="117823"/>
                  </a:cubicBezTo>
                  <a:lnTo>
                    <a:pt x="18483" y="118364"/>
                  </a:lnTo>
                  <a:cubicBezTo>
                    <a:pt x="18483" y="118364"/>
                    <a:pt x="18483" y="118628"/>
                    <a:pt x="18610" y="118905"/>
                  </a:cubicBezTo>
                  <a:lnTo>
                    <a:pt x="18483" y="118905"/>
                  </a:lnTo>
                  <a:cubicBezTo>
                    <a:pt x="18483" y="118905"/>
                    <a:pt x="18349" y="118905"/>
                    <a:pt x="18349" y="119182"/>
                  </a:cubicBezTo>
                  <a:cubicBezTo>
                    <a:pt x="18216" y="119182"/>
                    <a:pt x="18216" y="119182"/>
                    <a:pt x="18089" y="119182"/>
                  </a:cubicBezTo>
                  <a:cubicBezTo>
                    <a:pt x="18089" y="119446"/>
                    <a:pt x="18089" y="119446"/>
                    <a:pt x="17962" y="119709"/>
                  </a:cubicBezTo>
                  <a:cubicBezTo>
                    <a:pt x="17962" y="119709"/>
                    <a:pt x="17835" y="119709"/>
                    <a:pt x="17835" y="119986"/>
                  </a:cubicBezTo>
                  <a:lnTo>
                    <a:pt x="17701" y="119986"/>
                  </a:lnTo>
                  <a:cubicBezTo>
                    <a:pt x="17568" y="119986"/>
                    <a:pt x="17441" y="119986"/>
                    <a:pt x="17441" y="119986"/>
                  </a:cubicBezTo>
                  <a:lnTo>
                    <a:pt x="17307" y="119986"/>
                  </a:lnTo>
                  <a:cubicBezTo>
                    <a:pt x="17180" y="119709"/>
                    <a:pt x="17180" y="119446"/>
                    <a:pt x="17180" y="119182"/>
                  </a:cubicBezTo>
                  <a:cubicBezTo>
                    <a:pt x="17047" y="119182"/>
                    <a:pt x="17047" y="119182"/>
                    <a:pt x="16920" y="118905"/>
                  </a:cubicBezTo>
                  <a:cubicBezTo>
                    <a:pt x="16920" y="118905"/>
                    <a:pt x="16793" y="118905"/>
                    <a:pt x="16793" y="118628"/>
                  </a:cubicBezTo>
                  <a:close/>
                  <a:moveTo>
                    <a:pt x="70146" y="77283"/>
                  </a:moveTo>
                  <a:lnTo>
                    <a:pt x="70146" y="77283"/>
                  </a:lnTo>
                  <a:lnTo>
                    <a:pt x="70146" y="77019"/>
                  </a:lnTo>
                  <a:cubicBezTo>
                    <a:pt x="70146" y="76742"/>
                    <a:pt x="70146" y="76742"/>
                    <a:pt x="70146" y="76742"/>
                  </a:cubicBezTo>
                  <a:cubicBezTo>
                    <a:pt x="70146" y="76478"/>
                    <a:pt x="70146" y="76201"/>
                    <a:pt x="70146" y="76201"/>
                  </a:cubicBezTo>
                  <a:cubicBezTo>
                    <a:pt x="70146" y="75938"/>
                    <a:pt x="70146" y="75938"/>
                    <a:pt x="70146" y="75938"/>
                  </a:cubicBezTo>
                  <a:cubicBezTo>
                    <a:pt x="70146" y="75661"/>
                    <a:pt x="70013" y="75397"/>
                    <a:pt x="70013" y="75120"/>
                  </a:cubicBezTo>
                  <a:lnTo>
                    <a:pt x="69886" y="74856"/>
                  </a:lnTo>
                  <a:cubicBezTo>
                    <a:pt x="69886" y="74579"/>
                    <a:pt x="69886" y="74315"/>
                    <a:pt x="69886" y="74052"/>
                  </a:cubicBezTo>
                  <a:cubicBezTo>
                    <a:pt x="69752" y="73775"/>
                    <a:pt x="69752" y="73498"/>
                    <a:pt x="69752" y="73234"/>
                  </a:cubicBezTo>
                  <a:cubicBezTo>
                    <a:pt x="69752" y="72970"/>
                    <a:pt x="69752" y="72693"/>
                    <a:pt x="69625" y="72416"/>
                  </a:cubicBezTo>
                  <a:cubicBezTo>
                    <a:pt x="69625" y="72152"/>
                    <a:pt x="69625" y="72152"/>
                    <a:pt x="69492" y="71889"/>
                  </a:cubicBezTo>
                  <a:cubicBezTo>
                    <a:pt x="69492" y="71889"/>
                    <a:pt x="69625" y="71612"/>
                    <a:pt x="69492" y="71335"/>
                  </a:cubicBezTo>
                  <a:lnTo>
                    <a:pt x="69492" y="70807"/>
                  </a:lnTo>
                  <a:lnTo>
                    <a:pt x="69365" y="70530"/>
                  </a:lnTo>
                  <a:lnTo>
                    <a:pt x="69231" y="70530"/>
                  </a:lnTo>
                  <a:cubicBezTo>
                    <a:pt x="69104" y="70530"/>
                    <a:pt x="69104" y="70807"/>
                    <a:pt x="69104" y="70807"/>
                  </a:cubicBezTo>
                  <a:lnTo>
                    <a:pt x="69104" y="71071"/>
                  </a:lnTo>
                  <a:lnTo>
                    <a:pt x="69104" y="71335"/>
                  </a:lnTo>
                  <a:cubicBezTo>
                    <a:pt x="69104" y="71612"/>
                    <a:pt x="68971" y="71612"/>
                    <a:pt x="68971" y="71889"/>
                  </a:cubicBezTo>
                  <a:lnTo>
                    <a:pt x="69104" y="72152"/>
                  </a:lnTo>
                  <a:lnTo>
                    <a:pt x="69104" y="72416"/>
                  </a:lnTo>
                  <a:cubicBezTo>
                    <a:pt x="69104" y="72693"/>
                    <a:pt x="69104" y="72693"/>
                    <a:pt x="69104" y="72970"/>
                  </a:cubicBezTo>
                  <a:lnTo>
                    <a:pt x="69104" y="73234"/>
                  </a:lnTo>
                  <a:cubicBezTo>
                    <a:pt x="69231" y="73498"/>
                    <a:pt x="69231" y="73498"/>
                    <a:pt x="69231" y="73498"/>
                  </a:cubicBezTo>
                  <a:cubicBezTo>
                    <a:pt x="69231" y="73775"/>
                    <a:pt x="69231" y="74052"/>
                    <a:pt x="69231" y="74315"/>
                  </a:cubicBezTo>
                  <a:cubicBezTo>
                    <a:pt x="69231" y="74315"/>
                    <a:pt x="69365" y="74579"/>
                    <a:pt x="69231" y="74856"/>
                  </a:cubicBezTo>
                  <a:cubicBezTo>
                    <a:pt x="69231" y="75120"/>
                    <a:pt x="69231" y="75397"/>
                    <a:pt x="69231" y="75397"/>
                  </a:cubicBezTo>
                  <a:cubicBezTo>
                    <a:pt x="69231" y="75661"/>
                    <a:pt x="69231" y="75938"/>
                    <a:pt x="69231" y="75938"/>
                  </a:cubicBezTo>
                  <a:cubicBezTo>
                    <a:pt x="69231" y="76201"/>
                    <a:pt x="69104" y="76201"/>
                    <a:pt x="69104" y="76478"/>
                  </a:cubicBezTo>
                  <a:lnTo>
                    <a:pt x="69104" y="76742"/>
                  </a:lnTo>
                  <a:cubicBezTo>
                    <a:pt x="68971" y="76742"/>
                    <a:pt x="68971" y="77019"/>
                    <a:pt x="68971" y="77019"/>
                  </a:cubicBezTo>
                  <a:cubicBezTo>
                    <a:pt x="68844" y="77019"/>
                    <a:pt x="68844" y="77283"/>
                    <a:pt x="68844" y="77560"/>
                  </a:cubicBezTo>
                  <a:cubicBezTo>
                    <a:pt x="68844" y="77560"/>
                    <a:pt x="68971" y="77823"/>
                    <a:pt x="68844" y="78100"/>
                  </a:cubicBezTo>
                  <a:lnTo>
                    <a:pt x="68844" y="78364"/>
                  </a:lnTo>
                  <a:lnTo>
                    <a:pt x="68711" y="78641"/>
                  </a:lnTo>
                  <a:lnTo>
                    <a:pt x="68711" y="78905"/>
                  </a:lnTo>
                  <a:cubicBezTo>
                    <a:pt x="68584" y="78905"/>
                    <a:pt x="68450" y="79182"/>
                    <a:pt x="68450" y="79182"/>
                  </a:cubicBezTo>
                  <a:lnTo>
                    <a:pt x="68450" y="79446"/>
                  </a:lnTo>
                  <a:lnTo>
                    <a:pt x="68323" y="79446"/>
                  </a:lnTo>
                  <a:cubicBezTo>
                    <a:pt x="68323" y="79723"/>
                    <a:pt x="68190" y="79723"/>
                    <a:pt x="68323" y="79986"/>
                  </a:cubicBezTo>
                  <a:lnTo>
                    <a:pt x="68323" y="79986"/>
                  </a:lnTo>
                  <a:cubicBezTo>
                    <a:pt x="68450" y="79986"/>
                    <a:pt x="68450" y="79723"/>
                    <a:pt x="68450" y="79723"/>
                  </a:cubicBezTo>
                  <a:cubicBezTo>
                    <a:pt x="68450" y="79986"/>
                    <a:pt x="68584" y="79986"/>
                    <a:pt x="68584" y="79986"/>
                  </a:cubicBezTo>
                  <a:lnTo>
                    <a:pt x="68584" y="80263"/>
                  </a:lnTo>
                  <a:cubicBezTo>
                    <a:pt x="68584" y="80527"/>
                    <a:pt x="68450" y="80527"/>
                    <a:pt x="68450" y="80804"/>
                  </a:cubicBezTo>
                  <a:cubicBezTo>
                    <a:pt x="68323" y="80804"/>
                    <a:pt x="68323" y="81345"/>
                    <a:pt x="68190" y="81345"/>
                  </a:cubicBezTo>
                  <a:cubicBezTo>
                    <a:pt x="68190" y="81608"/>
                    <a:pt x="68190" y="81885"/>
                    <a:pt x="68190" y="81885"/>
                  </a:cubicBezTo>
                  <a:cubicBezTo>
                    <a:pt x="68063" y="82149"/>
                    <a:pt x="68063" y="82426"/>
                    <a:pt x="68063" y="82426"/>
                  </a:cubicBezTo>
                  <a:cubicBezTo>
                    <a:pt x="68063" y="82690"/>
                    <a:pt x="67929" y="82690"/>
                    <a:pt x="67929" y="82967"/>
                  </a:cubicBezTo>
                  <a:lnTo>
                    <a:pt x="67802" y="83231"/>
                  </a:lnTo>
                  <a:cubicBezTo>
                    <a:pt x="67802" y="83231"/>
                    <a:pt x="67669" y="83231"/>
                    <a:pt x="67669" y="83508"/>
                  </a:cubicBezTo>
                  <a:cubicBezTo>
                    <a:pt x="67542" y="83508"/>
                    <a:pt x="67409" y="83508"/>
                    <a:pt x="67409" y="83231"/>
                  </a:cubicBezTo>
                  <a:lnTo>
                    <a:pt x="67282" y="82967"/>
                  </a:lnTo>
                  <a:lnTo>
                    <a:pt x="67148" y="82690"/>
                  </a:lnTo>
                  <a:cubicBezTo>
                    <a:pt x="67148" y="82426"/>
                    <a:pt x="67148" y="82149"/>
                    <a:pt x="67148" y="82149"/>
                  </a:cubicBezTo>
                  <a:cubicBezTo>
                    <a:pt x="67148" y="82149"/>
                    <a:pt x="67148" y="81885"/>
                    <a:pt x="67148" y="81608"/>
                  </a:cubicBezTo>
                  <a:cubicBezTo>
                    <a:pt x="67148" y="81608"/>
                    <a:pt x="67148" y="81608"/>
                    <a:pt x="67021" y="81608"/>
                  </a:cubicBezTo>
                  <a:lnTo>
                    <a:pt x="67021" y="81885"/>
                  </a:lnTo>
                  <a:cubicBezTo>
                    <a:pt x="67021" y="82149"/>
                    <a:pt x="67021" y="82426"/>
                    <a:pt x="67021" y="82426"/>
                  </a:cubicBezTo>
                  <a:cubicBezTo>
                    <a:pt x="67021" y="82690"/>
                    <a:pt x="66888" y="82690"/>
                    <a:pt x="67021" y="82967"/>
                  </a:cubicBezTo>
                  <a:lnTo>
                    <a:pt x="67021" y="82967"/>
                  </a:lnTo>
                  <a:cubicBezTo>
                    <a:pt x="67148" y="83231"/>
                    <a:pt x="67148" y="83231"/>
                    <a:pt x="67282" y="83231"/>
                  </a:cubicBezTo>
                  <a:lnTo>
                    <a:pt x="67148" y="83508"/>
                  </a:lnTo>
                  <a:cubicBezTo>
                    <a:pt x="67148" y="83771"/>
                    <a:pt x="67021" y="83508"/>
                    <a:pt x="66888" y="83508"/>
                  </a:cubicBezTo>
                  <a:cubicBezTo>
                    <a:pt x="66888" y="83771"/>
                    <a:pt x="66761" y="83771"/>
                    <a:pt x="66761" y="83771"/>
                  </a:cubicBezTo>
                  <a:lnTo>
                    <a:pt x="66761" y="84048"/>
                  </a:lnTo>
                  <a:cubicBezTo>
                    <a:pt x="66761" y="84048"/>
                    <a:pt x="66761" y="84312"/>
                    <a:pt x="66888" y="84312"/>
                  </a:cubicBezTo>
                  <a:lnTo>
                    <a:pt x="67021" y="84312"/>
                  </a:lnTo>
                  <a:lnTo>
                    <a:pt x="67148" y="84589"/>
                  </a:lnTo>
                  <a:lnTo>
                    <a:pt x="67148" y="84853"/>
                  </a:lnTo>
                  <a:lnTo>
                    <a:pt x="67282" y="84853"/>
                  </a:lnTo>
                  <a:cubicBezTo>
                    <a:pt x="67409" y="84853"/>
                    <a:pt x="67409" y="84589"/>
                    <a:pt x="67409" y="84589"/>
                  </a:cubicBezTo>
                  <a:lnTo>
                    <a:pt x="67542" y="84312"/>
                  </a:lnTo>
                  <a:cubicBezTo>
                    <a:pt x="67669" y="84312"/>
                    <a:pt x="67802" y="84312"/>
                    <a:pt x="67802" y="84312"/>
                  </a:cubicBezTo>
                  <a:cubicBezTo>
                    <a:pt x="67929" y="84312"/>
                    <a:pt x="68063" y="84312"/>
                    <a:pt x="68190" y="84312"/>
                  </a:cubicBezTo>
                  <a:cubicBezTo>
                    <a:pt x="68190" y="84048"/>
                    <a:pt x="68323" y="84048"/>
                    <a:pt x="68450" y="83771"/>
                  </a:cubicBezTo>
                  <a:cubicBezTo>
                    <a:pt x="68450" y="83771"/>
                    <a:pt x="68584" y="83508"/>
                    <a:pt x="68584" y="83231"/>
                  </a:cubicBezTo>
                  <a:cubicBezTo>
                    <a:pt x="68584" y="83231"/>
                    <a:pt x="68584" y="82967"/>
                    <a:pt x="68584" y="82690"/>
                  </a:cubicBezTo>
                  <a:cubicBezTo>
                    <a:pt x="68584" y="82690"/>
                    <a:pt x="68584" y="82426"/>
                    <a:pt x="68584" y="82149"/>
                  </a:cubicBezTo>
                  <a:lnTo>
                    <a:pt x="68584" y="81885"/>
                  </a:lnTo>
                  <a:lnTo>
                    <a:pt x="68711" y="81885"/>
                  </a:lnTo>
                  <a:cubicBezTo>
                    <a:pt x="68844" y="81885"/>
                    <a:pt x="68844" y="81885"/>
                    <a:pt x="68844" y="81885"/>
                  </a:cubicBezTo>
                  <a:lnTo>
                    <a:pt x="68844" y="81885"/>
                  </a:lnTo>
                  <a:cubicBezTo>
                    <a:pt x="68844" y="82149"/>
                    <a:pt x="68971" y="82149"/>
                    <a:pt x="68971" y="82149"/>
                  </a:cubicBezTo>
                  <a:lnTo>
                    <a:pt x="69104" y="82149"/>
                  </a:lnTo>
                  <a:cubicBezTo>
                    <a:pt x="69104" y="81885"/>
                    <a:pt x="69104" y="81608"/>
                    <a:pt x="69104" y="81608"/>
                  </a:cubicBezTo>
                  <a:cubicBezTo>
                    <a:pt x="69104" y="81345"/>
                    <a:pt x="69104" y="81345"/>
                    <a:pt x="69104" y="81068"/>
                  </a:cubicBezTo>
                  <a:cubicBezTo>
                    <a:pt x="69104" y="81068"/>
                    <a:pt x="69231" y="80804"/>
                    <a:pt x="69365" y="80804"/>
                  </a:cubicBezTo>
                  <a:cubicBezTo>
                    <a:pt x="69365" y="80527"/>
                    <a:pt x="69492" y="80527"/>
                    <a:pt x="69625" y="80527"/>
                  </a:cubicBezTo>
                  <a:cubicBezTo>
                    <a:pt x="69625" y="80263"/>
                    <a:pt x="69752" y="80263"/>
                    <a:pt x="69752" y="79986"/>
                  </a:cubicBezTo>
                  <a:lnTo>
                    <a:pt x="69752" y="79723"/>
                  </a:lnTo>
                  <a:cubicBezTo>
                    <a:pt x="69752" y="79446"/>
                    <a:pt x="69625" y="79446"/>
                    <a:pt x="69625" y="79182"/>
                  </a:cubicBezTo>
                  <a:lnTo>
                    <a:pt x="69625" y="78905"/>
                  </a:lnTo>
                  <a:cubicBezTo>
                    <a:pt x="69625" y="78641"/>
                    <a:pt x="69752" y="78641"/>
                    <a:pt x="69752" y="78641"/>
                  </a:cubicBezTo>
                  <a:lnTo>
                    <a:pt x="69752" y="78364"/>
                  </a:lnTo>
                  <a:cubicBezTo>
                    <a:pt x="69886" y="78364"/>
                    <a:pt x="69886" y="78100"/>
                    <a:pt x="69886" y="78100"/>
                  </a:cubicBezTo>
                  <a:cubicBezTo>
                    <a:pt x="70013" y="78100"/>
                    <a:pt x="70013" y="78100"/>
                    <a:pt x="70013" y="78100"/>
                  </a:cubicBezTo>
                  <a:lnTo>
                    <a:pt x="70013" y="77823"/>
                  </a:lnTo>
                  <a:lnTo>
                    <a:pt x="69886" y="77823"/>
                  </a:lnTo>
                  <a:lnTo>
                    <a:pt x="69752" y="77823"/>
                  </a:lnTo>
                  <a:cubicBezTo>
                    <a:pt x="69752" y="77823"/>
                    <a:pt x="69752" y="77823"/>
                    <a:pt x="69752" y="77560"/>
                  </a:cubicBezTo>
                  <a:lnTo>
                    <a:pt x="69752" y="77283"/>
                  </a:lnTo>
                  <a:lnTo>
                    <a:pt x="69752" y="77019"/>
                  </a:lnTo>
                  <a:cubicBezTo>
                    <a:pt x="69752" y="76742"/>
                    <a:pt x="69886" y="76742"/>
                    <a:pt x="69886" y="76742"/>
                  </a:cubicBezTo>
                  <a:cubicBezTo>
                    <a:pt x="69886" y="76742"/>
                    <a:pt x="69886" y="76742"/>
                    <a:pt x="70013" y="77019"/>
                  </a:cubicBezTo>
                  <a:lnTo>
                    <a:pt x="70013" y="77019"/>
                  </a:lnTo>
                  <a:lnTo>
                    <a:pt x="70146" y="77283"/>
                  </a:lnTo>
                  <a:close/>
                </a:path>
              </a:pathLst>
            </a:custGeom>
            <a:grpFill/>
            <a:ln w="12700" cap="flat" cmpd="sng">
              <a:noFill/>
              <a:prstDash val="solid"/>
              <a:bevel/>
              <a:headEnd type="none" w="med" len="med"/>
              <a:tailEnd type="none" w="med" len="med"/>
            </a:ln>
          </p:spPr>
          <p:txBody>
            <a:bodyPr lIns="121870" tIns="60918" rIns="121870" bIns="60918" anchor="ctr" anchorCtr="0">
              <a:noAutofit/>
            </a:bodyPr>
            <a:lstStyle/>
            <a:p>
              <a:pPr defTabSz="1218935">
                <a:defRPr/>
              </a:pPr>
              <a:endParaRPr sz="4799" kern="0" dirty="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B23A86B4-991E-4D39-8453-0F28BD39D20B}"/>
                </a:ext>
              </a:extLst>
            </p:cNvPr>
            <p:cNvSpPr txBox="1"/>
            <p:nvPr/>
          </p:nvSpPr>
          <p:spPr>
            <a:xfrm>
              <a:off x="5686410" y="2655294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tx2">
                      <a:lumMod val="60000"/>
                      <a:lumOff val="4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en-US" dirty="0">
                  <a:sym typeface="Proxima Nova"/>
                </a:rPr>
                <a:t>Russia</a:t>
              </a:r>
            </a:p>
          </p:txBody>
        </p:sp>
      </p:grpSp>
      <p:grpSp>
        <p:nvGrpSpPr>
          <p:cNvPr id="722" name="Group 721">
            <a:extLst>
              <a:ext uri="{FF2B5EF4-FFF2-40B4-BE49-F238E27FC236}">
                <a16:creationId xmlns:a16="http://schemas.microsoft.com/office/drawing/2014/main" id="{FB73B7A7-6F09-4EF2-A40C-ED8D9035D880}"/>
              </a:ext>
            </a:extLst>
          </p:cNvPr>
          <p:cNvGrpSpPr/>
          <p:nvPr/>
        </p:nvGrpSpPr>
        <p:grpSpPr>
          <a:xfrm>
            <a:off x="9491070" y="1375280"/>
            <a:ext cx="1691822" cy="1408274"/>
            <a:chOff x="9141524" y="1508630"/>
            <a:chExt cx="1691822" cy="1408274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C6E7AC3E-2531-4DAA-9B1F-C9D96F6C88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141524" y="1508630"/>
              <a:ext cx="1691822" cy="1097280"/>
              <a:chOff x="5269263" y="2099566"/>
              <a:chExt cx="5617814" cy="3643598"/>
            </a:xfrm>
            <a:grpFill/>
          </p:grpSpPr>
          <p:sp>
            <p:nvSpPr>
              <p:cNvPr id="284" name="Freeform 50">
                <a:extLst>
                  <a:ext uri="{FF2B5EF4-FFF2-40B4-BE49-F238E27FC236}">
                    <a16:creationId xmlns:a16="http://schemas.microsoft.com/office/drawing/2014/main" id="{5AB5DCFA-7AA4-4A65-AA7C-CF4511BE8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8113" y="4169718"/>
                <a:ext cx="2064763" cy="977443"/>
              </a:xfrm>
              <a:custGeom>
                <a:avLst/>
                <a:gdLst>
                  <a:gd name="T0" fmla="*/ 24 w 912"/>
                  <a:gd name="T1" fmla="*/ 30 h 448"/>
                  <a:gd name="T2" fmla="*/ 30 w 912"/>
                  <a:gd name="T3" fmla="*/ 20 h 448"/>
                  <a:gd name="T4" fmla="*/ 472 w 912"/>
                  <a:gd name="T5" fmla="*/ 8 h 448"/>
                  <a:gd name="T6" fmla="*/ 550 w 912"/>
                  <a:gd name="T7" fmla="*/ 28 h 448"/>
                  <a:gd name="T8" fmla="*/ 516 w 912"/>
                  <a:gd name="T9" fmla="*/ 52 h 448"/>
                  <a:gd name="T10" fmla="*/ 562 w 912"/>
                  <a:gd name="T11" fmla="*/ 48 h 448"/>
                  <a:gd name="T12" fmla="*/ 604 w 912"/>
                  <a:gd name="T13" fmla="*/ 56 h 448"/>
                  <a:gd name="T14" fmla="*/ 636 w 912"/>
                  <a:gd name="T15" fmla="*/ 68 h 448"/>
                  <a:gd name="T16" fmla="*/ 600 w 912"/>
                  <a:gd name="T17" fmla="*/ 68 h 448"/>
                  <a:gd name="T18" fmla="*/ 588 w 912"/>
                  <a:gd name="T19" fmla="*/ 94 h 448"/>
                  <a:gd name="T20" fmla="*/ 584 w 912"/>
                  <a:gd name="T21" fmla="*/ 154 h 448"/>
                  <a:gd name="T22" fmla="*/ 608 w 912"/>
                  <a:gd name="T23" fmla="*/ 112 h 448"/>
                  <a:gd name="T24" fmla="*/ 620 w 912"/>
                  <a:gd name="T25" fmla="*/ 84 h 448"/>
                  <a:gd name="T26" fmla="*/ 654 w 912"/>
                  <a:gd name="T27" fmla="*/ 90 h 448"/>
                  <a:gd name="T28" fmla="*/ 652 w 912"/>
                  <a:gd name="T29" fmla="*/ 112 h 448"/>
                  <a:gd name="T30" fmla="*/ 662 w 912"/>
                  <a:gd name="T31" fmla="*/ 134 h 448"/>
                  <a:gd name="T32" fmla="*/ 690 w 912"/>
                  <a:gd name="T33" fmla="*/ 148 h 448"/>
                  <a:gd name="T34" fmla="*/ 720 w 912"/>
                  <a:gd name="T35" fmla="*/ 124 h 448"/>
                  <a:gd name="T36" fmla="*/ 766 w 912"/>
                  <a:gd name="T37" fmla="*/ 100 h 448"/>
                  <a:gd name="T38" fmla="*/ 858 w 912"/>
                  <a:gd name="T39" fmla="*/ 74 h 448"/>
                  <a:gd name="T40" fmla="*/ 900 w 912"/>
                  <a:gd name="T41" fmla="*/ 44 h 448"/>
                  <a:gd name="T42" fmla="*/ 912 w 912"/>
                  <a:gd name="T43" fmla="*/ 90 h 448"/>
                  <a:gd name="T44" fmla="*/ 864 w 912"/>
                  <a:gd name="T45" fmla="*/ 110 h 448"/>
                  <a:gd name="T46" fmla="*/ 862 w 912"/>
                  <a:gd name="T47" fmla="*/ 148 h 448"/>
                  <a:gd name="T48" fmla="*/ 804 w 912"/>
                  <a:gd name="T49" fmla="*/ 166 h 448"/>
                  <a:gd name="T50" fmla="*/ 782 w 912"/>
                  <a:gd name="T51" fmla="*/ 198 h 448"/>
                  <a:gd name="T52" fmla="*/ 770 w 912"/>
                  <a:gd name="T53" fmla="*/ 220 h 448"/>
                  <a:gd name="T54" fmla="*/ 760 w 912"/>
                  <a:gd name="T55" fmla="*/ 214 h 448"/>
                  <a:gd name="T56" fmla="*/ 762 w 912"/>
                  <a:gd name="T57" fmla="*/ 234 h 448"/>
                  <a:gd name="T58" fmla="*/ 762 w 912"/>
                  <a:gd name="T59" fmla="*/ 270 h 448"/>
                  <a:gd name="T60" fmla="*/ 724 w 912"/>
                  <a:gd name="T61" fmla="*/ 298 h 448"/>
                  <a:gd name="T62" fmla="*/ 682 w 912"/>
                  <a:gd name="T63" fmla="*/ 350 h 448"/>
                  <a:gd name="T64" fmla="*/ 704 w 912"/>
                  <a:gd name="T65" fmla="*/ 424 h 448"/>
                  <a:gd name="T66" fmla="*/ 680 w 912"/>
                  <a:gd name="T67" fmla="*/ 428 h 448"/>
                  <a:gd name="T68" fmla="*/ 664 w 912"/>
                  <a:gd name="T69" fmla="*/ 382 h 448"/>
                  <a:gd name="T70" fmla="*/ 626 w 912"/>
                  <a:gd name="T71" fmla="*/ 372 h 448"/>
                  <a:gd name="T72" fmla="*/ 566 w 912"/>
                  <a:gd name="T73" fmla="*/ 354 h 448"/>
                  <a:gd name="T74" fmla="*/ 560 w 912"/>
                  <a:gd name="T75" fmla="*/ 374 h 448"/>
                  <a:gd name="T76" fmla="*/ 516 w 912"/>
                  <a:gd name="T77" fmla="*/ 368 h 448"/>
                  <a:gd name="T78" fmla="*/ 484 w 912"/>
                  <a:gd name="T79" fmla="*/ 372 h 448"/>
                  <a:gd name="T80" fmla="*/ 454 w 912"/>
                  <a:gd name="T81" fmla="*/ 388 h 448"/>
                  <a:gd name="T82" fmla="*/ 430 w 912"/>
                  <a:gd name="T83" fmla="*/ 420 h 448"/>
                  <a:gd name="T84" fmla="*/ 390 w 912"/>
                  <a:gd name="T85" fmla="*/ 400 h 448"/>
                  <a:gd name="T86" fmla="*/ 344 w 912"/>
                  <a:gd name="T87" fmla="*/ 368 h 448"/>
                  <a:gd name="T88" fmla="*/ 302 w 912"/>
                  <a:gd name="T89" fmla="*/ 346 h 448"/>
                  <a:gd name="T90" fmla="*/ 192 w 912"/>
                  <a:gd name="T91" fmla="*/ 334 h 448"/>
                  <a:gd name="T92" fmla="*/ 104 w 912"/>
                  <a:gd name="T93" fmla="*/ 298 h 448"/>
                  <a:gd name="T94" fmla="*/ 58 w 912"/>
                  <a:gd name="T95" fmla="*/ 272 h 448"/>
                  <a:gd name="T96" fmla="*/ 32 w 912"/>
                  <a:gd name="T97" fmla="*/ 228 h 448"/>
                  <a:gd name="T98" fmla="*/ 10 w 912"/>
                  <a:gd name="T99" fmla="*/ 186 h 448"/>
                  <a:gd name="T100" fmla="*/ 6 w 912"/>
                  <a:gd name="T101" fmla="*/ 112 h 448"/>
                  <a:gd name="T102" fmla="*/ 8 w 912"/>
                  <a:gd name="T103" fmla="*/ 42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12" h="448">
                    <a:moveTo>
                      <a:pt x="4" y="38"/>
                    </a:moveTo>
                    <a:lnTo>
                      <a:pt x="0" y="28"/>
                    </a:lnTo>
                    <a:lnTo>
                      <a:pt x="8" y="24"/>
                    </a:lnTo>
                    <a:lnTo>
                      <a:pt x="18" y="28"/>
                    </a:lnTo>
                    <a:lnTo>
                      <a:pt x="24" y="30"/>
                    </a:lnTo>
                    <a:lnTo>
                      <a:pt x="26" y="38"/>
                    </a:lnTo>
                    <a:lnTo>
                      <a:pt x="28" y="44"/>
                    </a:lnTo>
                    <a:lnTo>
                      <a:pt x="34" y="38"/>
                    </a:lnTo>
                    <a:lnTo>
                      <a:pt x="36" y="28"/>
                    </a:lnTo>
                    <a:lnTo>
                      <a:pt x="30" y="20"/>
                    </a:lnTo>
                    <a:lnTo>
                      <a:pt x="30" y="8"/>
                    </a:lnTo>
                    <a:lnTo>
                      <a:pt x="460" y="8"/>
                    </a:lnTo>
                    <a:lnTo>
                      <a:pt x="462" y="0"/>
                    </a:lnTo>
                    <a:lnTo>
                      <a:pt x="470" y="0"/>
                    </a:lnTo>
                    <a:lnTo>
                      <a:pt x="472" y="8"/>
                    </a:lnTo>
                    <a:lnTo>
                      <a:pt x="476" y="12"/>
                    </a:lnTo>
                    <a:lnTo>
                      <a:pt x="488" y="16"/>
                    </a:lnTo>
                    <a:lnTo>
                      <a:pt x="512" y="20"/>
                    </a:lnTo>
                    <a:lnTo>
                      <a:pt x="526" y="24"/>
                    </a:lnTo>
                    <a:lnTo>
                      <a:pt x="550" y="28"/>
                    </a:lnTo>
                    <a:lnTo>
                      <a:pt x="548" y="32"/>
                    </a:lnTo>
                    <a:lnTo>
                      <a:pt x="536" y="36"/>
                    </a:lnTo>
                    <a:lnTo>
                      <a:pt x="528" y="40"/>
                    </a:lnTo>
                    <a:lnTo>
                      <a:pt x="520" y="48"/>
                    </a:lnTo>
                    <a:lnTo>
                      <a:pt x="516" y="52"/>
                    </a:lnTo>
                    <a:lnTo>
                      <a:pt x="526" y="56"/>
                    </a:lnTo>
                    <a:lnTo>
                      <a:pt x="540" y="56"/>
                    </a:lnTo>
                    <a:lnTo>
                      <a:pt x="552" y="56"/>
                    </a:lnTo>
                    <a:lnTo>
                      <a:pt x="558" y="52"/>
                    </a:lnTo>
                    <a:lnTo>
                      <a:pt x="562" y="48"/>
                    </a:lnTo>
                    <a:lnTo>
                      <a:pt x="570" y="42"/>
                    </a:lnTo>
                    <a:lnTo>
                      <a:pt x="574" y="48"/>
                    </a:lnTo>
                    <a:lnTo>
                      <a:pt x="584" y="54"/>
                    </a:lnTo>
                    <a:lnTo>
                      <a:pt x="594" y="58"/>
                    </a:lnTo>
                    <a:lnTo>
                      <a:pt x="604" y="56"/>
                    </a:lnTo>
                    <a:lnTo>
                      <a:pt x="612" y="56"/>
                    </a:lnTo>
                    <a:lnTo>
                      <a:pt x="622" y="54"/>
                    </a:lnTo>
                    <a:lnTo>
                      <a:pt x="628" y="58"/>
                    </a:lnTo>
                    <a:lnTo>
                      <a:pt x="636" y="64"/>
                    </a:lnTo>
                    <a:lnTo>
                      <a:pt x="636" y="68"/>
                    </a:lnTo>
                    <a:lnTo>
                      <a:pt x="628" y="64"/>
                    </a:lnTo>
                    <a:lnTo>
                      <a:pt x="618" y="64"/>
                    </a:lnTo>
                    <a:lnTo>
                      <a:pt x="610" y="70"/>
                    </a:lnTo>
                    <a:lnTo>
                      <a:pt x="604" y="72"/>
                    </a:lnTo>
                    <a:lnTo>
                      <a:pt x="600" y="68"/>
                    </a:lnTo>
                    <a:lnTo>
                      <a:pt x="596" y="72"/>
                    </a:lnTo>
                    <a:lnTo>
                      <a:pt x="588" y="80"/>
                    </a:lnTo>
                    <a:lnTo>
                      <a:pt x="578" y="88"/>
                    </a:lnTo>
                    <a:lnTo>
                      <a:pt x="580" y="96"/>
                    </a:lnTo>
                    <a:lnTo>
                      <a:pt x="588" y="94"/>
                    </a:lnTo>
                    <a:lnTo>
                      <a:pt x="592" y="86"/>
                    </a:lnTo>
                    <a:lnTo>
                      <a:pt x="584" y="104"/>
                    </a:lnTo>
                    <a:lnTo>
                      <a:pt x="580" y="128"/>
                    </a:lnTo>
                    <a:lnTo>
                      <a:pt x="580" y="140"/>
                    </a:lnTo>
                    <a:lnTo>
                      <a:pt x="584" y="154"/>
                    </a:lnTo>
                    <a:lnTo>
                      <a:pt x="594" y="152"/>
                    </a:lnTo>
                    <a:lnTo>
                      <a:pt x="604" y="144"/>
                    </a:lnTo>
                    <a:lnTo>
                      <a:pt x="608" y="134"/>
                    </a:lnTo>
                    <a:lnTo>
                      <a:pt x="608" y="122"/>
                    </a:lnTo>
                    <a:lnTo>
                      <a:pt x="608" y="112"/>
                    </a:lnTo>
                    <a:lnTo>
                      <a:pt x="608" y="100"/>
                    </a:lnTo>
                    <a:lnTo>
                      <a:pt x="608" y="92"/>
                    </a:lnTo>
                    <a:lnTo>
                      <a:pt x="610" y="88"/>
                    </a:lnTo>
                    <a:lnTo>
                      <a:pt x="616" y="88"/>
                    </a:lnTo>
                    <a:lnTo>
                      <a:pt x="620" y="84"/>
                    </a:lnTo>
                    <a:lnTo>
                      <a:pt x="624" y="78"/>
                    </a:lnTo>
                    <a:lnTo>
                      <a:pt x="632" y="76"/>
                    </a:lnTo>
                    <a:lnTo>
                      <a:pt x="640" y="80"/>
                    </a:lnTo>
                    <a:lnTo>
                      <a:pt x="650" y="82"/>
                    </a:lnTo>
                    <a:lnTo>
                      <a:pt x="654" y="90"/>
                    </a:lnTo>
                    <a:lnTo>
                      <a:pt x="652" y="100"/>
                    </a:lnTo>
                    <a:lnTo>
                      <a:pt x="648" y="108"/>
                    </a:lnTo>
                    <a:lnTo>
                      <a:pt x="644" y="112"/>
                    </a:lnTo>
                    <a:lnTo>
                      <a:pt x="646" y="116"/>
                    </a:lnTo>
                    <a:lnTo>
                      <a:pt x="652" y="112"/>
                    </a:lnTo>
                    <a:lnTo>
                      <a:pt x="658" y="108"/>
                    </a:lnTo>
                    <a:lnTo>
                      <a:pt x="664" y="110"/>
                    </a:lnTo>
                    <a:lnTo>
                      <a:pt x="664" y="120"/>
                    </a:lnTo>
                    <a:lnTo>
                      <a:pt x="662" y="126"/>
                    </a:lnTo>
                    <a:lnTo>
                      <a:pt x="662" y="134"/>
                    </a:lnTo>
                    <a:lnTo>
                      <a:pt x="656" y="140"/>
                    </a:lnTo>
                    <a:lnTo>
                      <a:pt x="652" y="148"/>
                    </a:lnTo>
                    <a:lnTo>
                      <a:pt x="660" y="154"/>
                    </a:lnTo>
                    <a:lnTo>
                      <a:pt x="678" y="154"/>
                    </a:lnTo>
                    <a:lnTo>
                      <a:pt x="690" y="148"/>
                    </a:lnTo>
                    <a:lnTo>
                      <a:pt x="702" y="144"/>
                    </a:lnTo>
                    <a:lnTo>
                      <a:pt x="714" y="138"/>
                    </a:lnTo>
                    <a:lnTo>
                      <a:pt x="720" y="136"/>
                    </a:lnTo>
                    <a:lnTo>
                      <a:pt x="722" y="130"/>
                    </a:lnTo>
                    <a:lnTo>
                      <a:pt x="720" y="124"/>
                    </a:lnTo>
                    <a:lnTo>
                      <a:pt x="722" y="120"/>
                    </a:lnTo>
                    <a:lnTo>
                      <a:pt x="744" y="122"/>
                    </a:lnTo>
                    <a:lnTo>
                      <a:pt x="756" y="120"/>
                    </a:lnTo>
                    <a:lnTo>
                      <a:pt x="766" y="112"/>
                    </a:lnTo>
                    <a:lnTo>
                      <a:pt x="766" y="100"/>
                    </a:lnTo>
                    <a:lnTo>
                      <a:pt x="774" y="94"/>
                    </a:lnTo>
                    <a:lnTo>
                      <a:pt x="782" y="88"/>
                    </a:lnTo>
                    <a:lnTo>
                      <a:pt x="840" y="88"/>
                    </a:lnTo>
                    <a:lnTo>
                      <a:pt x="852" y="82"/>
                    </a:lnTo>
                    <a:lnTo>
                      <a:pt x="858" y="74"/>
                    </a:lnTo>
                    <a:lnTo>
                      <a:pt x="862" y="58"/>
                    </a:lnTo>
                    <a:lnTo>
                      <a:pt x="870" y="44"/>
                    </a:lnTo>
                    <a:lnTo>
                      <a:pt x="878" y="36"/>
                    </a:lnTo>
                    <a:lnTo>
                      <a:pt x="886" y="40"/>
                    </a:lnTo>
                    <a:lnTo>
                      <a:pt x="900" y="44"/>
                    </a:lnTo>
                    <a:lnTo>
                      <a:pt x="902" y="52"/>
                    </a:lnTo>
                    <a:lnTo>
                      <a:pt x="900" y="68"/>
                    </a:lnTo>
                    <a:lnTo>
                      <a:pt x="902" y="76"/>
                    </a:lnTo>
                    <a:lnTo>
                      <a:pt x="908" y="82"/>
                    </a:lnTo>
                    <a:lnTo>
                      <a:pt x="912" y="90"/>
                    </a:lnTo>
                    <a:lnTo>
                      <a:pt x="908" y="96"/>
                    </a:lnTo>
                    <a:lnTo>
                      <a:pt x="896" y="96"/>
                    </a:lnTo>
                    <a:lnTo>
                      <a:pt x="884" y="98"/>
                    </a:lnTo>
                    <a:lnTo>
                      <a:pt x="874" y="104"/>
                    </a:lnTo>
                    <a:lnTo>
                      <a:pt x="864" y="110"/>
                    </a:lnTo>
                    <a:lnTo>
                      <a:pt x="858" y="124"/>
                    </a:lnTo>
                    <a:lnTo>
                      <a:pt x="850" y="134"/>
                    </a:lnTo>
                    <a:lnTo>
                      <a:pt x="850" y="142"/>
                    </a:lnTo>
                    <a:lnTo>
                      <a:pt x="854" y="146"/>
                    </a:lnTo>
                    <a:lnTo>
                      <a:pt x="862" y="148"/>
                    </a:lnTo>
                    <a:lnTo>
                      <a:pt x="854" y="154"/>
                    </a:lnTo>
                    <a:lnTo>
                      <a:pt x="848" y="154"/>
                    </a:lnTo>
                    <a:lnTo>
                      <a:pt x="838" y="158"/>
                    </a:lnTo>
                    <a:lnTo>
                      <a:pt x="822" y="162"/>
                    </a:lnTo>
                    <a:lnTo>
                      <a:pt x="804" y="166"/>
                    </a:lnTo>
                    <a:lnTo>
                      <a:pt x="800" y="170"/>
                    </a:lnTo>
                    <a:lnTo>
                      <a:pt x="802" y="182"/>
                    </a:lnTo>
                    <a:lnTo>
                      <a:pt x="796" y="190"/>
                    </a:lnTo>
                    <a:lnTo>
                      <a:pt x="790" y="200"/>
                    </a:lnTo>
                    <a:lnTo>
                      <a:pt x="782" y="198"/>
                    </a:lnTo>
                    <a:lnTo>
                      <a:pt x="786" y="210"/>
                    </a:lnTo>
                    <a:lnTo>
                      <a:pt x="782" y="218"/>
                    </a:lnTo>
                    <a:lnTo>
                      <a:pt x="774" y="228"/>
                    </a:lnTo>
                    <a:lnTo>
                      <a:pt x="770" y="234"/>
                    </a:lnTo>
                    <a:lnTo>
                      <a:pt x="770" y="220"/>
                    </a:lnTo>
                    <a:lnTo>
                      <a:pt x="766" y="208"/>
                    </a:lnTo>
                    <a:lnTo>
                      <a:pt x="768" y="198"/>
                    </a:lnTo>
                    <a:lnTo>
                      <a:pt x="764" y="194"/>
                    </a:lnTo>
                    <a:lnTo>
                      <a:pt x="762" y="202"/>
                    </a:lnTo>
                    <a:lnTo>
                      <a:pt x="760" y="214"/>
                    </a:lnTo>
                    <a:lnTo>
                      <a:pt x="754" y="212"/>
                    </a:lnTo>
                    <a:lnTo>
                      <a:pt x="750" y="214"/>
                    </a:lnTo>
                    <a:lnTo>
                      <a:pt x="758" y="222"/>
                    </a:lnTo>
                    <a:lnTo>
                      <a:pt x="764" y="228"/>
                    </a:lnTo>
                    <a:lnTo>
                      <a:pt x="762" y="234"/>
                    </a:lnTo>
                    <a:lnTo>
                      <a:pt x="764" y="244"/>
                    </a:lnTo>
                    <a:lnTo>
                      <a:pt x="770" y="246"/>
                    </a:lnTo>
                    <a:lnTo>
                      <a:pt x="774" y="256"/>
                    </a:lnTo>
                    <a:lnTo>
                      <a:pt x="770" y="264"/>
                    </a:lnTo>
                    <a:lnTo>
                      <a:pt x="762" y="270"/>
                    </a:lnTo>
                    <a:lnTo>
                      <a:pt x="762" y="278"/>
                    </a:lnTo>
                    <a:lnTo>
                      <a:pt x="752" y="280"/>
                    </a:lnTo>
                    <a:lnTo>
                      <a:pt x="738" y="292"/>
                    </a:lnTo>
                    <a:lnTo>
                      <a:pt x="734" y="296"/>
                    </a:lnTo>
                    <a:lnTo>
                      <a:pt x="724" y="298"/>
                    </a:lnTo>
                    <a:lnTo>
                      <a:pt x="714" y="314"/>
                    </a:lnTo>
                    <a:lnTo>
                      <a:pt x="702" y="318"/>
                    </a:lnTo>
                    <a:lnTo>
                      <a:pt x="696" y="326"/>
                    </a:lnTo>
                    <a:lnTo>
                      <a:pt x="686" y="338"/>
                    </a:lnTo>
                    <a:lnTo>
                      <a:pt x="682" y="350"/>
                    </a:lnTo>
                    <a:lnTo>
                      <a:pt x="686" y="364"/>
                    </a:lnTo>
                    <a:lnTo>
                      <a:pt x="692" y="378"/>
                    </a:lnTo>
                    <a:lnTo>
                      <a:pt x="696" y="392"/>
                    </a:lnTo>
                    <a:lnTo>
                      <a:pt x="702" y="406"/>
                    </a:lnTo>
                    <a:lnTo>
                      <a:pt x="704" y="424"/>
                    </a:lnTo>
                    <a:lnTo>
                      <a:pt x="704" y="440"/>
                    </a:lnTo>
                    <a:lnTo>
                      <a:pt x="702" y="448"/>
                    </a:lnTo>
                    <a:lnTo>
                      <a:pt x="694" y="448"/>
                    </a:lnTo>
                    <a:lnTo>
                      <a:pt x="686" y="440"/>
                    </a:lnTo>
                    <a:lnTo>
                      <a:pt x="680" y="428"/>
                    </a:lnTo>
                    <a:lnTo>
                      <a:pt x="672" y="422"/>
                    </a:lnTo>
                    <a:lnTo>
                      <a:pt x="664" y="416"/>
                    </a:lnTo>
                    <a:lnTo>
                      <a:pt x="662" y="404"/>
                    </a:lnTo>
                    <a:lnTo>
                      <a:pt x="662" y="392"/>
                    </a:lnTo>
                    <a:lnTo>
                      <a:pt x="664" y="382"/>
                    </a:lnTo>
                    <a:lnTo>
                      <a:pt x="656" y="374"/>
                    </a:lnTo>
                    <a:lnTo>
                      <a:pt x="650" y="366"/>
                    </a:lnTo>
                    <a:lnTo>
                      <a:pt x="640" y="362"/>
                    </a:lnTo>
                    <a:lnTo>
                      <a:pt x="634" y="364"/>
                    </a:lnTo>
                    <a:lnTo>
                      <a:pt x="626" y="372"/>
                    </a:lnTo>
                    <a:lnTo>
                      <a:pt x="618" y="362"/>
                    </a:lnTo>
                    <a:lnTo>
                      <a:pt x="606" y="360"/>
                    </a:lnTo>
                    <a:lnTo>
                      <a:pt x="592" y="358"/>
                    </a:lnTo>
                    <a:lnTo>
                      <a:pt x="582" y="354"/>
                    </a:lnTo>
                    <a:lnTo>
                      <a:pt x="566" y="354"/>
                    </a:lnTo>
                    <a:lnTo>
                      <a:pt x="552" y="356"/>
                    </a:lnTo>
                    <a:lnTo>
                      <a:pt x="542" y="358"/>
                    </a:lnTo>
                    <a:lnTo>
                      <a:pt x="548" y="364"/>
                    </a:lnTo>
                    <a:lnTo>
                      <a:pt x="554" y="368"/>
                    </a:lnTo>
                    <a:lnTo>
                      <a:pt x="560" y="374"/>
                    </a:lnTo>
                    <a:lnTo>
                      <a:pt x="552" y="376"/>
                    </a:lnTo>
                    <a:lnTo>
                      <a:pt x="544" y="376"/>
                    </a:lnTo>
                    <a:lnTo>
                      <a:pt x="534" y="378"/>
                    </a:lnTo>
                    <a:lnTo>
                      <a:pt x="526" y="372"/>
                    </a:lnTo>
                    <a:lnTo>
                      <a:pt x="516" y="368"/>
                    </a:lnTo>
                    <a:lnTo>
                      <a:pt x="512" y="370"/>
                    </a:lnTo>
                    <a:lnTo>
                      <a:pt x="508" y="372"/>
                    </a:lnTo>
                    <a:lnTo>
                      <a:pt x="498" y="366"/>
                    </a:lnTo>
                    <a:lnTo>
                      <a:pt x="488" y="366"/>
                    </a:lnTo>
                    <a:lnTo>
                      <a:pt x="484" y="372"/>
                    </a:lnTo>
                    <a:lnTo>
                      <a:pt x="476" y="374"/>
                    </a:lnTo>
                    <a:lnTo>
                      <a:pt x="470" y="370"/>
                    </a:lnTo>
                    <a:lnTo>
                      <a:pt x="466" y="378"/>
                    </a:lnTo>
                    <a:lnTo>
                      <a:pt x="460" y="384"/>
                    </a:lnTo>
                    <a:lnTo>
                      <a:pt x="454" y="388"/>
                    </a:lnTo>
                    <a:lnTo>
                      <a:pt x="442" y="388"/>
                    </a:lnTo>
                    <a:lnTo>
                      <a:pt x="438" y="394"/>
                    </a:lnTo>
                    <a:lnTo>
                      <a:pt x="432" y="400"/>
                    </a:lnTo>
                    <a:lnTo>
                      <a:pt x="428" y="408"/>
                    </a:lnTo>
                    <a:lnTo>
                      <a:pt x="430" y="420"/>
                    </a:lnTo>
                    <a:lnTo>
                      <a:pt x="434" y="432"/>
                    </a:lnTo>
                    <a:lnTo>
                      <a:pt x="422" y="430"/>
                    </a:lnTo>
                    <a:lnTo>
                      <a:pt x="406" y="424"/>
                    </a:lnTo>
                    <a:lnTo>
                      <a:pt x="398" y="412"/>
                    </a:lnTo>
                    <a:lnTo>
                      <a:pt x="390" y="400"/>
                    </a:lnTo>
                    <a:lnTo>
                      <a:pt x="380" y="388"/>
                    </a:lnTo>
                    <a:lnTo>
                      <a:pt x="374" y="374"/>
                    </a:lnTo>
                    <a:lnTo>
                      <a:pt x="360" y="368"/>
                    </a:lnTo>
                    <a:lnTo>
                      <a:pt x="352" y="364"/>
                    </a:lnTo>
                    <a:lnTo>
                      <a:pt x="344" y="368"/>
                    </a:lnTo>
                    <a:lnTo>
                      <a:pt x="342" y="378"/>
                    </a:lnTo>
                    <a:lnTo>
                      <a:pt x="330" y="380"/>
                    </a:lnTo>
                    <a:lnTo>
                      <a:pt x="314" y="370"/>
                    </a:lnTo>
                    <a:lnTo>
                      <a:pt x="312" y="354"/>
                    </a:lnTo>
                    <a:lnTo>
                      <a:pt x="302" y="346"/>
                    </a:lnTo>
                    <a:lnTo>
                      <a:pt x="282" y="330"/>
                    </a:lnTo>
                    <a:lnTo>
                      <a:pt x="262" y="334"/>
                    </a:lnTo>
                    <a:lnTo>
                      <a:pt x="254" y="340"/>
                    </a:lnTo>
                    <a:lnTo>
                      <a:pt x="208" y="340"/>
                    </a:lnTo>
                    <a:lnTo>
                      <a:pt x="192" y="334"/>
                    </a:lnTo>
                    <a:lnTo>
                      <a:pt x="166" y="322"/>
                    </a:lnTo>
                    <a:lnTo>
                      <a:pt x="148" y="316"/>
                    </a:lnTo>
                    <a:lnTo>
                      <a:pt x="116" y="318"/>
                    </a:lnTo>
                    <a:lnTo>
                      <a:pt x="112" y="306"/>
                    </a:lnTo>
                    <a:lnTo>
                      <a:pt x="104" y="298"/>
                    </a:lnTo>
                    <a:lnTo>
                      <a:pt x="98" y="294"/>
                    </a:lnTo>
                    <a:lnTo>
                      <a:pt x="84" y="290"/>
                    </a:lnTo>
                    <a:lnTo>
                      <a:pt x="74" y="282"/>
                    </a:lnTo>
                    <a:lnTo>
                      <a:pt x="60" y="286"/>
                    </a:lnTo>
                    <a:lnTo>
                      <a:pt x="58" y="272"/>
                    </a:lnTo>
                    <a:lnTo>
                      <a:pt x="48" y="258"/>
                    </a:lnTo>
                    <a:lnTo>
                      <a:pt x="38" y="248"/>
                    </a:lnTo>
                    <a:lnTo>
                      <a:pt x="42" y="242"/>
                    </a:lnTo>
                    <a:lnTo>
                      <a:pt x="36" y="238"/>
                    </a:lnTo>
                    <a:lnTo>
                      <a:pt x="32" y="228"/>
                    </a:lnTo>
                    <a:lnTo>
                      <a:pt x="38" y="218"/>
                    </a:lnTo>
                    <a:lnTo>
                      <a:pt x="26" y="218"/>
                    </a:lnTo>
                    <a:lnTo>
                      <a:pt x="18" y="210"/>
                    </a:lnTo>
                    <a:lnTo>
                      <a:pt x="10" y="198"/>
                    </a:lnTo>
                    <a:lnTo>
                      <a:pt x="10" y="186"/>
                    </a:lnTo>
                    <a:lnTo>
                      <a:pt x="2" y="178"/>
                    </a:lnTo>
                    <a:lnTo>
                      <a:pt x="2" y="170"/>
                    </a:lnTo>
                    <a:lnTo>
                      <a:pt x="6" y="148"/>
                    </a:lnTo>
                    <a:lnTo>
                      <a:pt x="2" y="122"/>
                    </a:lnTo>
                    <a:lnTo>
                      <a:pt x="6" y="112"/>
                    </a:lnTo>
                    <a:lnTo>
                      <a:pt x="10" y="64"/>
                    </a:lnTo>
                    <a:lnTo>
                      <a:pt x="16" y="64"/>
                    </a:lnTo>
                    <a:lnTo>
                      <a:pt x="10" y="54"/>
                    </a:lnTo>
                    <a:lnTo>
                      <a:pt x="6" y="48"/>
                    </a:lnTo>
                    <a:lnTo>
                      <a:pt x="8" y="42"/>
                    </a:lnTo>
                    <a:lnTo>
                      <a:pt x="4" y="38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5" name="Freeform 146">
                <a:extLst>
                  <a:ext uri="{FF2B5EF4-FFF2-40B4-BE49-F238E27FC236}">
                    <a16:creationId xmlns:a16="http://schemas.microsoft.com/office/drawing/2014/main" id="{EC5C7B2F-623B-4A8C-92D6-D5886993E654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898870" y="5349554"/>
                <a:ext cx="1844" cy="1422"/>
              </a:xfrm>
              <a:custGeom>
                <a:avLst/>
                <a:gdLst>
                  <a:gd name="T0" fmla="*/ 6 w 6"/>
                  <a:gd name="T1" fmla="*/ 0 h 4"/>
                  <a:gd name="T2" fmla="*/ 0 w 6"/>
                  <a:gd name="T3" fmla="*/ 2 h 4"/>
                  <a:gd name="T4" fmla="*/ 2 w 6"/>
                  <a:gd name="T5" fmla="*/ 4 h 4"/>
                  <a:gd name="T6" fmla="*/ 6 w 6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lnTo>
                      <a:pt x="0" y="2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6" name="Freeform 147">
                <a:extLst>
                  <a:ext uri="{FF2B5EF4-FFF2-40B4-BE49-F238E27FC236}">
                    <a16:creationId xmlns:a16="http://schemas.microsoft.com/office/drawing/2014/main" id="{EF245ECE-57C0-47FC-9520-FC3F49FD8D00}"/>
                  </a:ext>
                </a:extLst>
              </p:cNvPr>
              <p:cNvSpPr>
                <a:spLocks/>
              </p:cNvSpPr>
              <p:nvPr/>
            </p:nvSpPr>
            <p:spPr bwMode="auto">
              <a:xfrm rot="21304023">
                <a:off x="8241236" y="5209070"/>
                <a:ext cx="303755" cy="86073"/>
              </a:xfrm>
              <a:custGeom>
                <a:avLst/>
                <a:gdLst>
                  <a:gd name="T0" fmla="*/ 1631 w 1631"/>
                  <a:gd name="T1" fmla="*/ 487 h 550"/>
                  <a:gd name="T2" fmla="*/ 1568 w 1631"/>
                  <a:gd name="T3" fmla="*/ 454 h 550"/>
                  <a:gd name="T4" fmla="*/ 1516 w 1631"/>
                  <a:gd name="T5" fmla="*/ 422 h 550"/>
                  <a:gd name="T6" fmla="*/ 1465 w 1631"/>
                  <a:gd name="T7" fmla="*/ 410 h 550"/>
                  <a:gd name="T8" fmla="*/ 1420 w 1631"/>
                  <a:gd name="T9" fmla="*/ 412 h 550"/>
                  <a:gd name="T10" fmla="*/ 1386 w 1631"/>
                  <a:gd name="T11" fmla="*/ 402 h 550"/>
                  <a:gd name="T12" fmla="*/ 1398 w 1631"/>
                  <a:gd name="T13" fmla="*/ 376 h 550"/>
                  <a:gd name="T14" fmla="*/ 1378 w 1631"/>
                  <a:gd name="T15" fmla="*/ 343 h 550"/>
                  <a:gd name="T16" fmla="*/ 1346 w 1631"/>
                  <a:gd name="T17" fmla="*/ 353 h 550"/>
                  <a:gd name="T18" fmla="*/ 1279 w 1631"/>
                  <a:gd name="T19" fmla="*/ 320 h 550"/>
                  <a:gd name="T20" fmla="*/ 1260 w 1631"/>
                  <a:gd name="T21" fmla="*/ 326 h 550"/>
                  <a:gd name="T22" fmla="*/ 1183 w 1631"/>
                  <a:gd name="T23" fmla="*/ 266 h 550"/>
                  <a:gd name="T24" fmla="*/ 1162 w 1631"/>
                  <a:gd name="T25" fmla="*/ 286 h 550"/>
                  <a:gd name="T26" fmla="*/ 1154 w 1631"/>
                  <a:gd name="T27" fmla="*/ 263 h 550"/>
                  <a:gd name="T28" fmla="*/ 1139 w 1631"/>
                  <a:gd name="T29" fmla="*/ 236 h 550"/>
                  <a:gd name="T30" fmla="*/ 1070 w 1631"/>
                  <a:gd name="T31" fmla="*/ 217 h 550"/>
                  <a:gd name="T32" fmla="*/ 997 w 1631"/>
                  <a:gd name="T33" fmla="*/ 171 h 550"/>
                  <a:gd name="T34" fmla="*/ 920 w 1631"/>
                  <a:gd name="T35" fmla="*/ 138 h 550"/>
                  <a:gd name="T36" fmla="*/ 775 w 1631"/>
                  <a:gd name="T37" fmla="*/ 67 h 550"/>
                  <a:gd name="T38" fmla="*/ 692 w 1631"/>
                  <a:gd name="T39" fmla="*/ 48 h 550"/>
                  <a:gd name="T40" fmla="*/ 608 w 1631"/>
                  <a:gd name="T41" fmla="*/ 25 h 550"/>
                  <a:gd name="T42" fmla="*/ 564 w 1631"/>
                  <a:gd name="T43" fmla="*/ 12 h 550"/>
                  <a:gd name="T44" fmla="*/ 516 w 1631"/>
                  <a:gd name="T45" fmla="*/ 10 h 550"/>
                  <a:gd name="T46" fmla="*/ 399 w 1631"/>
                  <a:gd name="T47" fmla="*/ 4 h 550"/>
                  <a:gd name="T48" fmla="*/ 301 w 1631"/>
                  <a:gd name="T49" fmla="*/ 31 h 550"/>
                  <a:gd name="T50" fmla="*/ 263 w 1631"/>
                  <a:gd name="T51" fmla="*/ 29 h 550"/>
                  <a:gd name="T52" fmla="*/ 215 w 1631"/>
                  <a:gd name="T53" fmla="*/ 50 h 550"/>
                  <a:gd name="T54" fmla="*/ 142 w 1631"/>
                  <a:gd name="T55" fmla="*/ 71 h 550"/>
                  <a:gd name="T56" fmla="*/ 92 w 1631"/>
                  <a:gd name="T57" fmla="*/ 165 h 550"/>
                  <a:gd name="T58" fmla="*/ 62 w 1631"/>
                  <a:gd name="T59" fmla="*/ 178 h 550"/>
                  <a:gd name="T60" fmla="*/ 0 w 1631"/>
                  <a:gd name="T61" fmla="*/ 201 h 550"/>
                  <a:gd name="T62" fmla="*/ 71 w 1631"/>
                  <a:gd name="T63" fmla="*/ 203 h 550"/>
                  <a:gd name="T64" fmla="*/ 94 w 1631"/>
                  <a:gd name="T65" fmla="*/ 203 h 550"/>
                  <a:gd name="T66" fmla="*/ 142 w 1631"/>
                  <a:gd name="T67" fmla="*/ 178 h 550"/>
                  <a:gd name="T68" fmla="*/ 184 w 1631"/>
                  <a:gd name="T69" fmla="*/ 155 h 550"/>
                  <a:gd name="T70" fmla="*/ 255 w 1631"/>
                  <a:gd name="T71" fmla="*/ 132 h 550"/>
                  <a:gd name="T72" fmla="*/ 324 w 1631"/>
                  <a:gd name="T73" fmla="*/ 86 h 550"/>
                  <a:gd name="T74" fmla="*/ 449 w 1631"/>
                  <a:gd name="T75" fmla="*/ 83 h 550"/>
                  <a:gd name="T76" fmla="*/ 493 w 1631"/>
                  <a:gd name="T77" fmla="*/ 117 h 550"/>
                  <a:gd name="T78" fmla="*/ 456 w 1631"/>
                  <a:gd name="T79" fmla="*/ 148 h 550"/>
                  <a:gd name="T80" fmla="*/ 545 w 1631"/>
                  <a:gd name="T81" fmla="*/ 178 h 550"/>
                  <a:gd name="T82" fmla="*/ 570 w 1631"/>
                  <a:gd name="T83" fmla="*/ 153 h 550"/>
                  <a:gd name="T84" fmla="*/ 598 w 1631"/>
                  <a:gd name="T85" fmla="*/ 186 h 550"/>
                  <a:gd name="T86" fmla="*/ 673 w 1631"/>
                  <a:gd name="T87" fmla="*/ 169 h 550"/>
                  <a:gd name="T88" fmla="*/ 721 w 1631"/>
                  <a:gd name="T89" fmla="*/ 220 h 550"/>
                  <a:gd name="T90" fmla="*/ 771 w 1631"/>
                  <a:gd name="T91" fmla="*/ 249 h 550"/>
                  <a:gd name="T92" fmla="*/ 836 w 1631"/>
                  <a:gd name="T93" fmla="*/ 263 h 550"/>
                  <a:gd name="T94" fmla="*/ 934 w 1631"/>
                  <a:gd name="T95" fmla="*/ 263 h 550"/>
                  <a:gd name="T96" fmla="*/ 966 w 1631"/>
                  <a:gd name="T97" fmla="*/ 326 h 550"/>
                  <a:gd name="T98" fmla="*/ 997 w 1631"/>
                  <a:gd name="T99" fmla="*/ 372 h 550"/>
                  <a:gd name="T100" fmla="*/ 1123 w 1631"/>
                  <a:gd name="T101" fmla="*/ 416 h 550"/>
                  <a:gd name="T102" fmla="*/ 1164 w 1631"/>
                  <a:gd name="T103" fmla="*/ 433 h 550"/>
                  <a:gd name="T104" fmla="*/ 1175 w 1631"/>
                  <a:gd name="T105" fmla="*/ 471 h 550"/>
                  <a:gd name="T106" fmla="*/ 1091 w 1631"/>
                  <a:gd name="T107" fmla="*/ 550 h 550"/>
                  <a:gd name="T108" fmla="*/ 1192 w 1631"/>
                  <a:gd name="T109" fmla="*/ 542 h 550"/>
                  <a:gd name="T110" fmla="*/ 1321 w 1631"/>
                  <a:gd name="T111" fmla="*/ 523 h 550"/>
                  <a:gd name="T112" fmla="*/ 1407 w 1631"/>
                  <a:gd name="T113" fmla="*/ 540 h 550"/>
                  <a:gd name="T114" fmla="*/ 1491 w 1631"/>
                  <a:gd name="T115" fmla="*/ 525 h 550"/>
                  <a:gd name="T116" fmla="*/ 1526 w 1631"/>
                  <a:gd name="T117" fmla="*/ 517 h 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31" h="550">
                    <a:moveTo>
                      <a:pt x="1553" y="515"/>
                    </a:moveTo>
                    <a:lnTo>
                      <a:pt x="1614" y="510"/>
                    </a:lnTo>
                    <a:lnTo>
                      <a:pt x="1631" y="487"/>
                    </a:lnTo>
                    <a:lnTo>
                      <a:pt x="1616" y="475"/>
                    </a:lnTo>
                    <a:lnTo>
                      <a:pt x="1591" y="475"/>
                    </a:lnTo>
                    <a:lnTo>
                      <a:pt x="1568" y="454"/>
                    </a:lnTo>
                    <a:lnTo>
                      <a:pt x="1551" y="441"/>
                    </a:lnTo>
                    <a:lnTo>
                      <a:pt x="1528" y="423"/>
                    </a:lnTo>
                    <a:lnTo>
                      <a:pt x="1516" y="422"/>
                    </a:lnTo>
                    <a:lnTo>
                      <a:pt x="1499" y="414"/>
                    </a:lnTo>
                    <a:lnTo>
                      <a:pt x="1476" y="416"/>
                    </a:lnTo>
                    <a:lnTo>
                      <a:pt x="1465" y="410"/>
                    </a:lnTo>
                    <a:lnTo>
                      <a:pt x="1451" y="418"/>
                    </a:lnTo>
                    <a:lnTo>
                      <a:pt x="1436" y="406"/>
                    </a:lnTo>
                    <a:lnTo>
                      <a:pt x="1420" y="412"/>
                    </a:lnTo>
                    <a:lnTo>
                      <a:pt x="1399" y="402"/>
                    </a:lnTo>
                    <a:lnTo>
                      <a:pt x="1394" y="408"/>
                    </a:lnTo>
                    <a:lnTo>
                      <a:pt x="1386" y="402"/>
                    </a:lnTo>
                    <a:lnTo>
                      <a:pt x="1386" y="393"/>
                    </a:lnTo>
                    <a:lnTo>
                      <a:pt x="1399" y="389"/>
                    </a:lnTo>
                    <a:lnTo>
                      <a:pt x="1398" y="376"/>
                    </a:lnTo>
                    <a:lnTo>
                      <a:pt x="1407" y="376"/>
                    </a:lnTo>
                    <a:lnTo>
                      <a:pt x="1409" y="360"/>
                    </a:lnTo>
                    <a:lnTo>
                      <a:pt x="1378" y="343"/>
                    </a:lnTo>
                    <a:lnTo>
                      <a:pt x="1365" y="351"/>
                    </a:lnTo>
                    <a:lnTo>
                      <a:pt x="1353" y="351"/>
                    </a:lnTo>
                    <a:lnTo>
                      <a:pt x="1346" y="353"/>
                    </a:lnTo>
                    <a:lnTo>
                      <a:pt x="1330" y="343"/>
                    </a:lnTo>
                    <a:lnTo>
                      <a:pt x="1315" y="330"/>
                    </a:lnTo>
                    <a:lnTo>
                      <a:pt x="1279" y="320"/>
                    </a:lnTo>
                    <a:lnTo>
                      <a:pt x="1273" y="324"/>
                    </a:lnTo>
                    <a:lnTo>
                      <a:pt x="1273" y="333"/>
                    </a:lnTo>
                    <a:lnTo>
                      <a:pt x="1260" y="326"/>
                    </a:lnTo>
                    <a:lnTo>
                      <a:pt x="1265" y="320"/>
                    </a:lnTo>
                    <a:lnTo>
                      <a:pt x="1206" y="286"/>
                    </a:lnTo>
                    <a:lnTo>
                      <a:pt x="1183" y="266"/>
                    </a:lnTo>
                    <a:lnTo>
                      <a:pt x="1175" y="280"/>
                    </a:lnTo>
                    <a:lnTo>
                      <a:pt x="1171" y="287"/>
                    </a:lnTo>
                    <a:lnTo>
                      <a:pt x="1162" y="286"/>
                    </a:lnTo>
                    <a:lnTo>
                      <a:pt x="1158" y="272"/>
                    </a:lnTo>
                    <a:lnTo>
                      <a:pt x="1152" y="268"/>
                    </a:lnTo>
                    <a:lnTo>
                      <a:pt x="1154" y="263"/>
                    </a:lnTo>
                    <a:lnTo>
                      <a:pt x="1177" y="270"/>
                    </a:lnTo>
                    <a:lnTo>
                      <a:pt x="1177" y="265"/>
                    </a:lnTo>
                    <a:lnTo>
                      <a:pt x="1139" y="236"/>
                    </a:lnTo>
                    <a:lnTo>
                      <a:pt x="1108" y="240"/>
                    </a:lnTo>
                    <a:lnTo>
                      <a:pt x="1085" y="232"/>
                    </a:lnTo>
                    <a:lnTo>
                      <a:pt x="1070" y="217"/>
                    </a:lnTo>
                    <a:lnTo>
                      <a:pt x="1062" y="219"/>
                    </a:lnTo>
                    <a:lnTo>
                      <a:pt x="1026" y="184"/>
                    </a:lnTo>
                    <a:lnTo>
                      <a:pt x="997" y="171"/>
                    </a:lnTo>
                    <a:lnTo>
                      <a:pt x="943" y="142"/>
                    </a:lnTo>
                    <a:lnTo>
                      <a:pt x="936" y="148"/>
                    </a:lnTo>
                    <a:lnTo>
                      <a:pt x="920" y="138"/>
                    </a:lnTo>
                    <a:lnTo>
                      <a:pt x="859" y="138"/>
                    </a:lnTo>
                    <a:lnTo>
                      <a:pt x="805" y="96"/>
                    </a:lnTo>
                    <a:lnTo>
                      <a:pt x="775" y="67"/>
                    </a:lnTo>
                    <a:lnTo>
                      <a:pt x="740" y="46"/>
                    </a:lnTo>
                    <a:lnTo>
                      <a:pt x="719" y="48"/>
                    </a:lnTo>
                    <a:lnTo>
                      <a:pt x="692" y="48"/>
                    </a:lnTo>
                    <a:lnTo>
                      <a:pt x="669" y="33"/>
                    </a:lnTo>
                    <a:lnTo>
                      <a:pt x="656" y="17"/>
                    </a:lnTo>
                    <a:lnTo>
                      <a:pt x="608" y="25"/>
                    </a:lnTo>
                    <a:lnTo>
                      <a:pt x="602" y="19"/>
                    </a:lnTo>
                    <a:lnTo>
                      <a:pt x="577" y="29"/>
                    </a:lnTo>
                    <a:lnTo>
                      <a:pt x="564" y="12"/>
                    </a:lnTo>
                    <a:lnTo>
                      <a:pt x="533" y="17"/>
                    </a:lnTo>
                    <a:lnTo>
                      <a:pt x="518" y="23"/>
                    </a:lnTo>
                    <a:lnTo>
                      <a:pt x="516" y="10"/>
                    </a:lnTo>
                    <a:lnTo>
                      <a:pt x="481" y="8"/>
                    </a:lnTo>
                    <a:lnTo>
                      <a:pt x="449" y="0"/>
                    </a:lnTo>
                    <a:lnTo>
                      <a:pt x="399" y="4"/>
                    </a:lnTo>
                    <a:lnTo>
                      <a:pt x="364" y="19"/>
                    </a:lnTo>
                    <a:lnTo>
                      <a:pt x="324" y="23"/>
                    </a:lnTo>
                    <a:lnTo>
                      <a:pt x="301" y="31"/>
                    </a:lnTo>
                    <a:lnTo>
                      <a:pt x="292" y="25"/>
                    </a:lnTo>
                    <a:lnTo>
                      <a:pt x="274" y="35"/>
                    </a:lnTo>
                    <a:lnTo>
                      <a:pt x="263" y="29"/>
                    </a:lnTo>
                    <a:lnTo>
                      <a:pt x="238" y="48"/>
                    </a:lnTo>
                    <a:lnTo>
                      <a:pt x="234" y="46"/>
                    </a:lnTo>
                    <a:lnTo>
                      <a:pt x="215" y="50"/>
                    </a:lnTo>
                    <a:lnTo>
                      <a:pt x="198" y="58"/>
                    </a:lnTo>
                    <a:lnTo>
                      <a:pt x="163" y="69"/>
                    </a:lnTo>
                    <a:lnTo>
                      <a:pt x="142" y="71"/>
                    </a:lnTo>
                    <a:lnTo>
                      <a:pt x="92" y="123"/>
                    </a:lnTo>
                    <a:lnTo>
                      <a:pt x="81" y="151"/>
                    </a:lnTo>
                    <a:lnTo>
                      <a:pt x="92" y="165"/>
                    </a:lnTo>
                    <a:lnTo>
                      <a:pt x="92" y="180"/>
                    </a:lnTo>
                    <a:lnTo>
                      <a:pt x="88" y="180"/>
                    </a:lnTo>
                    <a:lnTo>
                      <a:pt x="62" y="178"/>
                    </a:lnTo>
                    <a:lnTo>
                      <a:pt x="12" y="197"/>
                    </a:lnTo>
                    <a:lnTo>
                      <a:pt x="0" y="196"/>
                    </a:lnTo>
                    <a:lnTo>
                      <a:pt x="0" y="201"/>
                    </a:lnTo>
                    <a:lnTo>
                      <a:pt x="8" y="209"/>
                    </a:lnTo>
                    <a:lnTo>
                      <a:pt x="62" y="194"/>
                    </a:lnTo>
                    <a:lnTo>
                      <a:pt x="71" y="203"/>
                    </a:lnTo>
                    <a:lnTo>
                      <a:pt x="71" y="207"/>
                    </a:lnTo>
                    <a:lnTo>
                      <a:pt x="71" y="219"/>
                    </a:lnTo>
                    <a:lnTo>
                      <a:pt x="94" y="203"/>
                    </a:lnTo>
                    <a:lnTo>
                      <a:pt x="138" y="196"/>
                    </a:lnTo>
                    <a:lnTo>
                      <a:pt x="146" y="182"/>
                    </a:lnTo>
                    <a:lnTo>
                      <a:pt x="142" y="178"/>
                    </a:lnTo>
                    <a:lnTo>
                      <a:pt x="144" y="174"/>
                    </a:lnTo>
                    <a:lnTo>
                      <a:pt x="154" y="163"/>
                    </a:lnTo>
                    <a:lnTo>
                      <a:pt x="184" y="155"/>
                    </a:lnTo>
                    <a:lnTo>
                      <a:pt x="211" y="155"/>
                    </a:lnTo>
                    <a:lnTo>
                      <a:pt x="232" y="155"/>
                    </a:lnTo>
                    <a:lnTo>
                      <a:pt x="255" y="132"/>
                    </a:lnTo>
                    <a:lnTo>
                      <a:pt x="263" y="134"/>
                    </a:lnTo>
                    <a:lnTo>
                      <a:pt x="278" y="121"/>
                    </a:lnTo>
                    <a:lnTo>
                      <a:pt x="324" y="86"/>
                    </a:lnTo>
                    <a:lnTo>
                      <a:pt x="338" y="81"/>
                    </a:lnTo>
                    <a:lnTo>
                      <a:pt x="353" y="83"/>
                    </a:lnTo>
                    <a:lnTo>
                      <a:pt x="449" y="83"/>
                    </a:lnTo>
                    <a:lnTo>
                      <a:pt x="487" y="92"/>
                    </a:lnTo>
                    <a:lnTo>
                      <a:pt x="502" y="107"/>
                    </a:lnTo>
                    <a:lnTo>
                      <a:pt x="493" y="117"/>
                    </a:lnTo>
                    <a:lnTo>
                      <a:pt x="428" y="127"/>
                    </a:lnTo>
                    <a:lnTo>
                      <a:pt x="426" y="132"/>
                    </a:lnTo>
                    <a:lnTo>
                      <a:pt x="456" y="148"/>
                    </a:lnTo>
                    <a:lnTo>
                      <a:pt x="472" y="163"/>
                    </a:lnTo>
                    <a:lnTo>
                      <a:pt x="531" y="165"/>
                    </a:lnTo>
                    <a:lnTo>
                      <a:pt x="545" y="178"/>
                    </a:lnTo>
                    <a:lnTo>
                      <a:pt x="564" y="173"/>
                    </a:lnTo>
                    <a:lnTo>
                      <a:pt x="566" y="163"/>
                    </a:lnTo>
                    <a:lnTo>
                      <a:pt x="570" y="153"/>
                    </a:lnTo>
                    <a:lnTo>
                      <a:pt x="573" y="157"/>
                    </a:lnTo>
                    <a:lnTo>
                      <a:pt x="579" y="176"/>
                    </a:lnTo>
                    <a:lnTo>
                      <a:pt x="598" y="186"/>
                    </a:lnTo>
                    <a:lnTo>
                      <a:pt x="671" y="184"/>
                    </a:lnTo>
                    <a:lnTo>
                      <a:pt x="669" y="171"/>
                    </a:lnTo>
                    <a:lnTo>
                      <a:pt x="673" y="169"/>
                    </a:lnTo>
                    <a:lnTo>
                      <a:pt x="685" y="176"/>
                    </a:lnTo>
                    <a:lnTo>
                      <a:pt x="685" y="194"/>
                    </a:lnTo>
                    <a:lnTo>
                      <a:pt x="721" y="220"/>
                    </a:lnTo>
                    <a:lnTo>
                      <a:pt x="746" y="242"/>
                    </a:lnTo>
                    <a:lnTo>
                      <a:pt x="759" y="240"/>
                    </a:lnTo>
                    <a:lnTo>
                      <a:pt x="771" y="249"/>
                    </a:lnTo>
                    <a:lnTo>
                      <a:pt x="777" y="245"/>
                    </a:lnTo>
                    <a:lnTo>
                      <a:pt x="803" y="255"/>
                    </a:lnTo>
                    <a:lnTo>
                      <a:pt x="836" y="263"/>
                    </a:lnTo>
                    <a:lnTo>
                      <a:pt x="851" y="272"/>
                    </a:lnTo>
                    <a:lnTo>
                      <a:pt x="874" y="272"/>
                    </a:lnTo>
                    <a:lnTo>
                      <a:pt x="934" y="263"/>
                    </a:lnTo>
                    <a:lnTo>
                      <a:pt x="947" y="274"/>
                    </a:lnTo>
                    <a:lnTo>
                      <a:pt x="972" y="320"/>
                    </a:lnTo>
                    <a:lnTo>
                      <a:pt x="966" y="326"/>
                    </a:lnTo>
                    <a:lnTo>
                      <a:pt x="972" y="351"/>
                    </a:lnTo>
                    <a:lnTo>
                      <a:pt x="987" y="370"/>
                    </a:lnTo>
                    <a:lnTo>
                      <a:pt x="997" y="372"/>
                    </a:lnTo>
                    <a:lnTo>
                      <a:pt x="1035" y="406"/>
                    </a:lnTo>
                    <a:lnTo>
                      <a:pt x="1064" y="406"/>
                    </a:lnTo>
                    <a:lnTo>
                      <a:pt x="1123" y="416"/>
                    </a:lnTo>
                    <a:lnTo>
                      <a:pt x="1146" y="410"/>
                    </a:lnTo>
                    <a:lnTo>
                      <a:pt x="1169" y="423"/>
                    </a:lnTo>
                    <a:lnTo>
                      <a:pt x="1164" y="433"/>
                    </a:lnTo>
                    <a:lnTo>
                      <a:pt x="1181" y="441"/>
                    </a:lnTo>
                    <a:lnTo>
                      <a:pt x="1185" y="452"/>
                    </a:lnTo>
                    <a:lnTo>
                      <a:pt x="1175" y="471"/>
                    </a:lnTo>
                    <a:lnTo>
                      <a:pt x="1131" y="498"/>
                    </a:lnTo>
                    <a:lnTo>
                      <a:pt x="1087" y="546"/>
                    </a:lnTo>
                    <a:lnTo>
                      <a:pt x="1091" y="550"/>
                    </a:lnTo>
                    <a:lnTo>
                      <a:pt x="1139" y="548"/>
                    </a:lnTo>
                    <a:lnTo>
                      <a:pt x="1152" y="542"/>
                    </a:lnTo>
                    <a:lnTo>
                      <a:pt x="1192" y="542"/>
                    </a:lnTo>
                    <a:lnTo>
                      <a:pt x="1221" y="535"/>
                    </a:lnTo>
                    <a:lnTo>
                      <a:pt x="1250" y="537"/>
                    </a:lnTo>
                    <a:lnTo>
                      <a:pt x="1321" y="523"/>
                    </a:lnTo>
                    <a:lnTo>
                      <a:pt x="1344" y="535"/>
                    </a:lnTo>
                    <a:lnTo>
                      <a:pt x="1373" y="525"/>
                    </a:lnTo>
                    <a:lnTo>
                      <a:pt x="1407" y="540"/>
                    </a:lnTo>
                    <a:lnTo>
                      <a:pt x="1461" y="542"/>
                    </a:lnTo>
                    <a:lnTo>
                      <a:pt x="1486" y="519"/>
                    </a:lnTo>
                    <a:lnTo>
                      <a:pt x="1491" y="525"/>
                    </a:lnTo>
                    <a:lnTo>
                      <a:pt x="1484" y="538"/>
                    </a:lnTo>
                    <a:lnTo>
                      <a:pt x="1507" y="535"/>
                    </a:lnTo>
                    <a:lnTo>
                      <a:pt x="1526" y="517"/>
                    </a:lnTo>
                    <a:lnTo>
                      <a:pt x="1553" y="515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7" name="Freeform 152">
                <a:extLst>
                  <a:ext uri="{FF2B5EF4-FFF2-40B4-BE49-F238E27FC236}">
                    <a16:creationId xmlns:a16="http://schemas.microsoft.com/office/drawing/2014/main" id="{F6FE767B-505E-4E1C-B4A5-7AC0BBB47230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406357" y="5328490"/>
                <a:ext cx="86734" cy="27744"/>
              </a:xfrm>
              <a:custGeom>
                <a:avLst/>
                <a:gdLst>
                  <a:gd name="T0" fmla="*/ 272 w 330"/>
                  <a:gd name="T1" fmla="*/ 100 h 125"/>
                  <a:gd name="T2" fmla="*/ 234 w 330"/>
                  <a:gd name="T3" fmla="*/ 81 h 125"/>
                  <a:gd name="T4" fmla="*/ 215 w 330"/>
                  <a:gd name="T5" fmla="*/ 102 h 125"/>
                  <a:gd name="T6" fmla="*/ 207 w 330"/>
                  <a:gd name="T7" fmla="*/ 102 h 125"/>
                  <a:gd name="T8" fmla="*/ 198 w 330"/>
                  <a:gd name="T9" fmla="*/ 94 h 125"/>
                  <a:gd name="T10" fmla="*/ 184 w 330"/>
                  <a:gd name="T11" fmla="*/ 113 h 125"/>
                  <a:gd name="T12" fmla="*/ 186 w 330"/>
                  <a:gd name="T13" fmla="*/ 121 h 125"/>
                  <a:gd name="T14" fmla="*/ 180 w 330"/>
                  <a:gd name="T15" fmla="*/ 125 h 125"/>
                  <a:gd name="T16" fmla="*/ 142 w 330"/>
                  <a:gd name="T17" fmla="*/ 102 h 125"/>
                  <a:gd name="T18" fmla="*/ 119 w 330"/>
                  <a:gd name="T19" fmla="*/ 102 h 125"/>
                  <a:gd name="T20" fmla="*/ 88 w 330"/>
                  <a:gd name="T21" fmla="*/ 96 h 125"/>
                  <a:gd name="T22" fmla="*/ 77 w 330"/>
                  <a:gd name="T23" fmla="*/ 73 h 125"/>
                  <a:gd name="T24" fmla="*/ 64 w 330"/>
                  <a:gd name="T25" fmla="*/ 71 h 125"/>
                  <a:gd name="T26" fmla="*/ 44 w 330"/>
                  <a:gd name="T27" fmla="*/ 46 h 125"/>
                  <a:gd name="T28" fmla="*/ 6 w 330"/>
                  <a:gd name="T29" fmla="*/ 42 h 125"/>
                  <a:gd name="T30" fmla="*/ 0 w 330"/>
                  <a:gd name="T31" fmla="*/ 39 h 125"/>
                  <a:gd name="T32" fmla="*/ 4 w 330"/>
                  <a:gd name="T33" fmla="*/ 19 h 125"/>
                  <a:gd name="T34" fmla="*/ 21 w 330"/>
                  <a:gd name="T35" fmla="*/ 4 h 125"/>
                  <a:gd name="T36" fmla="*/ 69 w 330"/>
                  <a:gd name="T37" fmla="*/ 0 h 125"/>
                  <a:gd name="T38" fmla="*/ 152 w 330"/>
                  <a:gd name="T39" fmla="*/ 2 h 125"/>
                  <a:gd name="T40" fmla="*/ 200 w 330"/>
                  <a:gd name="T41" fmla="*/ 14 h 125"/>
                  <a:gd name="T42" fmla="*/ 223 w 330"/>
                  <a:gd name="T43" fmla="*/ 16 h 125"/>
                  <a:gd name="T44" fmla="*/ 249 w 330"/>
                  <a:gd name="T45" fmla="*/ 35 h 125"/>
                  <a:gd name="T46" fmla="*/ 307 w 330"/>
                  <a:gd name="T47" fmla="*/ 52 h 125"/>
                  <a:gd name="T48" fmla="*/ 330 w 330"/>
                  <a:gd name="T49" fmla="*/ 90 h 125"/>
                  <a:gd name="T50" fmla="*/ 320 w 330"/>
                  <a:gd name="T51" fmla="*/ 98 h 125"/>
                  <a:gd name="T52" fmla="*/ 272 w 330"/>
                  <a:gd name="T53" fmla="*/ 10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30" h="125">
                    <a:moveTo>
                      <a:pt x="272" y="100"/>
                    </a:moveTo>
                    <a:lnTo>
                      <a:pt x="234" y="81"/>
                    </a:lnTo>
                    <a:lnTo>
                      <a:pt x="215" y="102"/>
                    </a:lnTo>
                    <a:lnTo>
                      <a:pt x="207" y="102"/>
                    </a:lnTo>
                    <a:lnTo>
                      <a:pt x="198" y="94"/>
                    </a:lnTo>
                    <a:lnTo>
                      <a:pt x="184" y="113"/>
                    </a:lnTo>
                    <a:lnTo>
                      <a:pt x="186" y="121"/>
                    </a:lnTo>
                    <a:lnTo>
                      <a:pt x="180" y="125"/>
                    </a:lnTo>
                    <a:lnTo>
                      <a:pt x="142" y="102"/>
                    </a:lnTo>
                    <a:lnTo>
                      <a:pt x="119" y="102"/>
                    </a:lnTo>
                    <a:lnTo>
                      <a:pt x="88" y="96"/>
                    </a:lnTo>
                    <a:lnTo>
                      <a:pt x="77" y="73"/>
                    </a:lnTo>
                    <a:lnTo>
                      <a:pt x="64" y="71"/>
                    </a:lnTo>
                    <a:lnTo>
                      <a:pt x="44" y="46"/>
                    </a:lnTo>
                    <a:lnTo>
                      <a:pt x="6" y="42"/>
                    </a:lnTo>
                    <a:lnTo>
                      <a:pt x="0" y="39"/>
                    </a:lnTo>
                    <a:lnTo>
                      <a:pt x="4" y="19"/>
                    </a:lnTo>
                    <a:lnTo>
                      <a:pt x="21" y="4"/>
                    </a:lnTo>
                    <a:lnTo>
                      <a:pt x="69" y="0"/>
                    </a:lnTo>
                    <a:lnTo>
                      <a:pt x="152" y="2"/>
                    </a:lnTo>
                    <a:lnTo>
                      <a:pt x="200" y="14"/>
                    </a:lnTo>
                    <a:lnTo>
                      <a:pt x="223" y="16"/>
                    </a:lnTo>
                    <a:lnTo>
                      <a:pt x="249" y="35"/>
                    </a:lnTo>
                    <a:lnTo>
                      <a:pt x="307" y="52"/>
                    </a:lnTo>
                    <a:lnTo>
                      <a:pt x="330" y="90"/>
                    </a:lnTo>
                    <a:lnTo>
                      <a:pt x="320" y="98"/>
                    </a:lnTo>
                    <a:lnTo>
                      <a:pt x="272" y="100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8" name="Freeform 153">
                <a:extLst>
                  <a:ext uri="{FF2B5EF4-FFF2-40B4-BE49-F238E27FC236}">
                    <a16:creationId xmlns:a16="http://schemas.microsoft.com/office/drawing/2014/main" id="{25A699D2-D539-4044-B9D9-8430A0C9A485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526219" y="5321681"/>
                <a:ext cx="18453" cy="7470"/>
              </a:xfrm>
              <a:custGeom>
                <a:avLst/>
                <a:gdLst>
                  <a:gd name="T0" fmla="*/ 8 w 71"/>
                  <a:gd name="T1" fmla="*/ 19 h 34"/>
                  <a:gd name="T2" fmla="*/ 0 w 71"/>
                  <a:gd name="T3" fmla="*/ 7 h 34"/>
                  <a:gd name="T4" fmla="*/ 4 w 71"/>
                  <a:gd name="T5" fmla="*/ 0 h 34"/>
                  <a:gd name="T6" fmla="*/ 25 w 71"/>
                  <a:gd name="T7" fmla="*/ 0 h 34"/>
                  <a:gd name="T8" fmla="*/ 68 w 71"/>
                  <a:gd name="T9" fmla="*/ 21 h 34"/>
                  <a:gd name="T10" fmla="*/ 71 w 71"/>
                  <a:gd name="T11" fmla="*/ 30 h 34"/>
                  <a:gd name="T12" fmla="*/ 69 w 71"/>
                  <a:gd name="T13" fmla="*/ 34 h 34"/>
                  <a:gd name="T14" fmla="*/ 8 w 71"/>
                  <a:gd name="T15" fmla="*/ 13 h 34"/>
                  <a:gd name="T16" fmla="*/ 8 w 71"/>
                  <a:gd name="T17" fmla="*/ 19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34">
                    <a:moveTo>
                      <a:pt x="8" y="19"/>
                    </a:moveTo>
                    <a:lnTo>
                      <a:pt x="0" y="7"/>
                    </a:lnTo>
                    <a:lnTo>
                      <a:pt x="4" y="0"/>
                    </a:lnTo>
                    <a:lnTo>
                      <a:pt x="25" y="0"/>
                    </a:lnTo>
                    <a:lnTo>
                      <a:pt x="68" y="21"/>
                    </a:lnTo>
                    <a:lnTo>
                      <a:pt x="71" y="30"/>
                    </a:lnTo>
                    <a:lnTo>
                      <a:pt x="69" y="34"/>
                    </a:lnTo>
                    <a:lnTo>
                      <a:pt x="8" y="13"/>
                    </a:lnTo>
                    <a:lnTo>
                      <a:pt x="8" y="19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9" name="Freeform 154">
                <a:extLst>
                  <a:ext uri="{FF2B5EF4-FFF2-40B4-BE49-F238E27FC236}">
                    <a16:creationId xmlns:a16="http://schemas.microsoft.com/office/drawing/2014/main" id="{9E2B39DE-7373-4CFE-898B-E287911A7F25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526219" y="5321681"/>
                <a:ext cx="18453" cy="7470"/>
              </a:xfrm>
              <a:custGeom>
                <a:avLst/>
                <a:gdLst>
                  <a:gd name="T0" fmla="*/ 8 w 71"/>
                  <a:gd name="T1" fmla="*/ 19 h 34"/>
                  <a:gd name="T2" fmla="*/ 0 w 71"/>
                  <a:gd name="T3" fmla="*/ 7 h 34"/>
                  <a:gd name="T4" fmla="*/ 4 w 71"/>
                  <a:gd name="T5" fmla="*/ 0 h 34"/>
                  <a:gd name="T6" fmla="*/ 25 w 71"/>
                  <a:gd name="T7" fmla="*/ 0 h 34"/>
                  <a:gd name="T8" fmla="*/ 68 w 71"/>
                  <a:gd name="T9" fmla="*/ 21 h 34"/>
                  <a:gd name="T10" fmla="*/ 71 w 71"/>
                  <a:gd name="T11" fmla="*/ 30 h 34"/>
                  <a:gd name="T12" fmla="*/ 69 w 71"/>
                  <a:gd name="T13" fmla="*/ 34 h 34"/>
                  <a:gd name="T14" fmla="*/ 8 w 71"/>
                  <a:gd name="T15" fmla="*/ 13 h 34"/>
                  <a:gd name="T16" fmla="*/ 8 w 71"/>
                  <a:gd name="T17" fmla="*/ 19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34">
                    <a:moveTo>
                      <a:pt x="8" y="19"/>
                    </a:moveTo>
                    <a:lnTo>
                      <a:pt x="0" y="7"/>
                    </a:lnTo>
                    <a:lnTo>
                      <a:pt x="4" y="0"/>
                    </a:lnTo>
                    <a:lnTo>
                      <a:pt x="25" y="0"/>
                    </a:lnTo>
                    <a:lnTo>
                      <a:pt x="68" y="21"/>
                    </a:lnTo>
                    <a:lnTo>
                      <a:pt x="71" y="30"/>
                    </a:lnTo>
                    <a:lnTo>
                      <a:pt x="69" y="34"/>
                    </a:lnTo>
                    <a:lnTo>
                      <a:pt x="8" y="13"/>
                    </a:lnTo>
                    <a:lnTo>
                      <a:pt x="8" y="19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0" name="Freeform 156">
                <a:extLst>
                  <a:ext uri="{FF2B5EF4-FFF2-40B4-BE49-F238E27FC236}">
                    <a16:creationId xmlns:a16="http://schemas.microsoft.com/office/drawing/2014/main" id="{33DF528E-E787-4578-9AE4-64396DD95E7E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511637" y="5281897"/>
                <a:ext cx="113309" cy="46948"/>
              </a:xfrm>
              <a:custGeom>
                <a:avLst/>
                <a:gdLst>
                  <a:gd name="T0" fmla="*/ 407 w 435"/>
                  <a:gd name="T1" fmla="*/ 30 h 308"/>
                  <a:gd name="T2" fmla="*/ 388 w 435"/>
                  <a:gd name="T3" fmla="*/ 30 h 308"/>
                  <a:gd name="T4" fmla="*/ 345 w 435"/>
                  <a:gd name="T5" fmla="*/ 28 h 308"/>
                  <a:gd name="T6" fmla="*/ 326 w 435"/>
                  <a:gd name="T7" fmla="*/ 28 h 308"/>
                  <a:gd name="T8" fmla="*/ 253 w 435"/>
                  <a:gd name="T9" fmla="*/ 0 h 308"/>
                  <a:gd name="T10" fmla="*/ 190 w 435"/>
                  <a:gd name="T11" fmla="*/ 9 h 308"/>
                  <a:gd name="T12" fmla="*/ 154 w 435"/>
                  <a:gd name="T13" fmla="*/ 38 h 308"/>
                  <a:gd name="T14" fmla="*/ 171 w 435"/>
                  <a:gd name="T15" fmla="*/ 48 h 308"/>
                  <a:gd name="T16" fmla="*/ 215 w 435"/>
                  <a:gd name="T17" fmla="*/ 53 h 308"/>
                  <a:gd name="T18" fmla="*/ 263 w 435"/>
                  <a:gd name="T19" fmla="*/ 88 h 308"/>
                  <a:gd name="T20" fmla="*/ 267 w 435"/>
                  <a:gd name="T21" fmla="*/ 99 h 308"/>
                  <a:gd name="T22" fmla="*/ 273 w 435"/>
                  <a:gd name="T23" fmla="*/ 132 h 308"/>
                  <a:gd name="T24" fmla="*/ 259 w 435"/>
                  <a:gd name="T25" fmla="*/ 145 h 308"/>
                  <a:gd name="T26" fmla="*/ 328 w 435"/>
                  <a:gd name="T27" fmla="*/ 203 h 308"/>
                  <a:gd name="T28" fmla="*/ 284 w 435"/>
                  <a:gd name="T29" fmla="*/ 220 h 308"/>
                  <a:gd name="T30" fmla="*/ 242 w 435"/>
                  <a:gd name="T31" fmla="*/ 239 h 308"/>
                  <a:gd name="T32" fmla="*/ 209 w 435"/>
                  <a:gd name="T33" fmla="*/ 235 h 308"/>
                  <a:gd name="T34" fmla="*/ 127 w 435"/>
                  <a:gd name="T35" fmla="*/ 231 h 308"/>
                  <a:gd name="T36" fmla="*/ 108 w 435"/>
                  <a:gd name="T37" fmla="*/ 226 h 308"/>
                  <a:gd name="T38" fmla="*/ 46 w 435"/>
                  <a:gd name="T39" fmla="*/ 207 h 308"/>
                  <a:gd name="T40" fmla="*/ 0 w 435"/>
                  <a:gd name="T41" fmla="*/ 245 h 308"/>
                  <a:gd name="T42" fmla="*/ 31 w 435"/>
                  <a:gd name="T43" fmla="*/ 264 h 308"/>
                  <a:gd name="T44" fmla="*/ 94 w 435"/>
                  <a:gd name="T45" fmla="*/ 308 h 308"/>
                  <a:gd name="T46" fmla="*/ 102 w 435"/>
                  <a:gd name="T47" fmla="*/ 289 h 308"/>
                  <a:gd name="T48" fmla="*/ 163 w 435"/>
                  <a:gd name="T49" fmla="*/ 268 h 308"/>
                  <a:gd name="T50" fmla="*/ 284 w 435"/>
                  <a:gd name="T51" fmla="*/ 279 h 308"/>
                  <a:gd name="T52" fmla="*/ 382 w 435"/>
                  <a:gd name="T53" fmla="*/ 274 h 308"/>
                  <a:gd name="T54" fmla="*/ 416 w 435"/>
                  <a:gd name="T55" fmla="*/ 298 h 308"/>
                  <a:gd name="T56" fmla="*/ 416 w 435"/>
                  <a:gd name="T57" fmla="*/ 272 h 308"/>
                  <a:gd name="T58" fmla="*/ 395 w 435"/>
                  <a:gd name="T59" fmla="*/ 237 h 308"/>
                  <a:gd name="T60" fmla="*/ 386 w 435"/>
                  <a:gd name="T61" fmla="*/ 214 h 308"/>
                  <a:gd name="T62" fmla="*/ 405 w 435"/>
                  <a:gd name="T63" fmla="*/ 208 h 308"/>
                  <a:gd name="T64" fmla="*/ 420 w 435"/>
                  <a:gd name="T65" fmla="*/ 161 h 308"/>
                  <a:gd name="T66" fmla="*/ 434 w 435"/>
                  <a:gd name="T67" fmla="*/ 120 h 308"/>
                  <a:gd name="T68" fmla="*/ 416 w 435"/>
                  <a:gd name="T69" fmla="*/ 94 h 308"/>
                  <a:gd name="T70" fmla="*/ 418 w 435"/>
                  <a:gd name="T71" fmla="*/ 49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5" h="308">
                    <a:moveTo>
                      <a:pt x="416" y="30"/>
                    </a:moveTo>
                    <a:lnTo>
                      <a:pt x="407" y="30"/>
                    </a:lnTo>
                    <a:lnTo>
                      <a:pt x="399" y="38"/>
                    </a:lnTo>
                    <a:lnTo>
                      <a:pt x="388" y="30"/>
                    </a:lnTo>
                    <a:lnTo>
                      <a:pt x="366" y="34"/>
                    </a:lnTo>
                    <a:lnTo>
                      <a:pt x="345" y="28"/>
                    </a:lnTo>
                    <a:lnTo>
                      <a:pt x="340" y="23"/>
                    </a:lnTo>
                    <a:lnTo>
                      <a:pt x="326" y="28"/>
                    </a:lnTo>
                    <a:lnTo>
                      <a:pt x="301" y="15"/>
                    </a:lnTo>
                    <a:lnTo>
                      <a:pt x="253" y="0"/>
                    </a:lnTo>
                    <a:lnTo>
                      <a:pt x="215" y="2"/>
                    </a:lnTo>
                    <a:lnTo>
                      <a:pt x="190" y="9"/>
                    </a:lnTo>
                    <a:lnTo>
                      <a:pt x="163" y="21"/>
                    </a:lnTo>
                    <a:lnTo>
                      <a:pt x="154" y="38"/>
                    </a:lnTo>
                    <a:lnTo>
                      <a:pt x="159" y="48"/>
                    </a:lnTo>
                    <a:lnTo>
                      <a:pt x="171" y="48"/>
                    </a:lnTo>
                    <a:lnTo>
                      <a:pt x="194" y="49"/>
                    </a:lnTo>
                    <a:lnTo>
                      <a:pt x="215" y="53"/>
                    </a:lnTo>
                    <a:lnTo>
                      <a:pt x="269" y="82"/>
                    </a:lnTo>
                    <a:lnTo>
                      <a:pt x="263" y="88"/>
                    </a:lnTo>
                    <a:lnTo>
                      <a:pt x="263" y="95"/>
                    </a:lnTo>
                    <a:lnTo>
                      <a:pt x="267" y="99"/>
                    </a:lnTo>
                    <a:lnTo>
                      <a:pt x="257" y="109"/>
                    </a:lnTo>
                    <a:lnTo>
                      <a:pt x="273" y="132"/>
                    </a:lnTo>
                    <a:lnTo>
                      <a:pt x="259" y="138"/>
                    </a:lnTo>
                    <a:lnTo>
                      <a:pt x="259" y="145"/>
                    </a:lnTo>
                    <a:lnTo>
                      <a:pt x="297" y="184"/>
                    </a:lnTo>
                    <a:lnTo>
                      <a:pt x="328" y="203"/>
                    </a:lnTo>
                    <a:lnTo>
                      <a:pt x="324" y="216"/>
                    </a:lnTo>
                    <a:lnTo>
                      <a:pt x="284" y="220"/>
                    </a:lnTo>
                    <a:lnTo>
                      <a:pt x="273" y="237"/>
                    </a:lnTo>
                    <a:lnTo>
                      <a:pt x="242" y="239"/>
                    </a:lnTo>
                    <a:lnTo>
                      <a:pt x="219" y="239"/>
                    </a:lnTo>
                    <a:lnTo>
                      <a:pt x="209" y="235"/>
                    </a:lnTo>
                    <a:lnTo>
                      <a:pt x="184" y="235"/>
                    </a:lnTo>
                    <a:lnTo>
                      <a:pt x="127" y="231"/>
                    </a:lnTo>
                    <a:lnTo>
                      <a:pt x="115" y="222"/>
                    </a:lnTo>
                    <a:lnTo>
                      <a:pt x="108" y="226"/>
                    </a:lnTo>
                    <a:lnTo>
                      <a:pt x="92" y="220"/>
                    </a:lnTo>
                    <a:lnTo>
                      <a:pt x="46" y="207"/>
                    </a:lnTo>
                    <a:lnTo>
                      <a:pt x="14" y="212"/>
                    </a:lnTo>
                    <a:lnTo>
                      <a:pt x="0" y="245"/>
                    </a:lnTo>
                    <a:lnTo>
                      <a:pt x="10" y="260"/>
                    </a:lnTo>
                    <a:lnTo>
                      <a:pt x="31" y="264"/>
                    </a:lnTo>
                    <a:lnTo>
                      <a:pt x="66" y="277"/>
                    </a:lnTo>
                    <a:lnTo>
                      <a:pt x="94" y="308"/>
                    </a:lnTo>
                    <a:lnTo>
                      <a:pt x="108" y="306"/>
                    </a:lnTo>
                    <a:lnTo>
                      <a:pt x="102" y="289"/>
                    </a:lnTo>
                    <a:lnTo>
                      <a:pt x="117" y="277"/>
                    </a:lnTo>
                    <a:lnTo>
                      <a:pt x="163" y="268"/>
                    </a:lnTo>
                    <a:lnTo>
                      <a:pt x="246" y="287"/>
                    </a:lnTo>
                    <a:lnTo>
                      <a:pt x="284" y="279"/>
                    </a:lnTo>
                    <a:lnTo>
                      <a:pt x="299" y="276"/>
                    </a:lnTo>
                    <a:lnTo>
                      <a:pt x="382" y="274"/>
                    </a:lnTo>
                    <a:lnTo>
                      <a:pt x="414" y="300"/>
                    </a:lnTo>
                    <a:lnTo>
                      <a:pt x="416" y="298"/>
                    </a:lnTo>
                    <a:lnTo>
                      <a:pt x="420" y="291"/>
                    </a:lnTo>
                    <a:lnTo>
                      <a:pt x="416" y="272"/>
                    </a:lnTo>
                    <a:lnTo>
                      <a:pt x="424" y="256"/>
                    </a:lnTo>
                    <a:lnTo>
                      <a:pt x="395" y="237"/>
                    </a:lnTo>
                    <a:lnTo>
                      <a:pt x="399" y="231"/>
                    </a:lnTo>
                    <a:lnTo>
                      <a:pt x="386" y="214"/>
                    </a:lnTo>
                    <a:lnTo>
                      <a:pt x="386" y="210"/>
                    </a:lnTo>
                    <a:lnTo>
                      <a:pt x="405" y="208"/>
                    </a:lnTo>
                    <a:lnTo>
                      <a:pt x="426" y="184"/>
                    </a:lnTo>
                    <a:lnTo>
                      <a:pt x="420" y="161"/>
                    </a:lnTo>
                    <a:lnTo>
                      <a:pt x="407" y="153"/>
                    </a:lnTo>
                    <a:lnTo>
                      <a:pt x="434" y="120"/>
                    </a:lnTo>
                    <a:lnTo>
                      <a:pt x="435" y="113"/>
                    </a:lnTo>
                    <a:lnTo>
                      <a:pt x="416" y="94"/>
                    </a:lnTo>
                    <a:lnTo>
                      <a:pt x="426" y="69"/>
                    </a:lnTo>
                    <a:lnTo>
                      <a:pt x="418" y="49"/>
                    </a:lnTo>
                    <a:lnTo>
                      <a:pt x="416" y="30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1" name="Freeform 157">
                <a:extLst>
                  <a:ext uri="{FF2B5EF4-FFF2-40B4-BE49-F238E27FC236}">
                    <a16:creationId xmlns:a16="http://schemas.microsoft.com/office/drawing/2014/main" id="{8BA8D169-5BFB-4DCE-A019-41DF16D5F6A4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9003592" y="5499074"/>
                <a:ext cx="17715" cy="13515"/>
              </a:xfrm>
              <a:custGeom>
                <a:avLst/>
                <a:gdLst>
                  <a:gd name="T0" fmla="*/ 29 w 67"/>
                  <a:gd name="T1" fmla="*/ 59 h 61"/>
                  <a:gd name="T2" fmla="*/ 27 w 67"/>
                  <a:gd name="T3" fmla="*/ 55 h 61"/>
                  <a:gd name="T4" fmla="*/ 33 w 67"/>
                  <a:gd name="T5" fmla="*/ 44 h 61"/>
                  <a:gd name="T6" fmla="*/ 31 w 67"/>
                  <a:gd name="T7" fmla="*/ 40 h 61"/>
                  <a:gd name="T8" fmla="*/ 17 w 67"/>
                  <a:gd name="T9" fmla="*/ 38 h 61"/>
                  <a:gd name="T10" fmla="*/ 0 w 67"/>
                  <a:gd name="T11" fmla="*/ 7 h 61"/>
                  <a:gd name="T12" fmla="*/ 11 w 67"/>
                  <a:gd name="T13" fmla="*/ 0 h 61"/>
                  <a:gd name="T14" fmla="*/ 46 w 67"/>
                  <a:gd name="T15" fmla="*/ 15 h 61"/>
                  <a:gd name="T16" fmla="*/ 67 w 67"/>
                  <a:gd name="T17" fmla="*/ 53 h 61"/>
                  <a:gd name="T18" fmla="*/ 65 w 67"/>
                  <a:gd name="T19" fmla="*/ 61 h 61"/>
                  <a:gd name="T20" fmla="*/ 29 w 67"/>
                  <a:gd name="T21" fmla="*/ 5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" h="61">
                    <a:moveTo>
                      <a:pt x="29" y="59"/>
                    </a:moveTo>
                    <a:lnTo>
                      <a:pt x="27" y="55"/>
                    </a:lnTo>
                    <a:lnTo>
                      <a:pt x="33" y="44"/>
                    </a:lnTo>
                    <a:lnTo>
                      <a:pt x="31" y="40"/>
                    </a:lnTo>
                    <a:lnTo>
                      <a:pt x="17" y="38"/>
                    </a:lnTo>
                    <a:lnTo>
                      <a:pt x="0" y="7"/>
                    </a:lnTo>
                    <a:lnTo>
                      <a:pt x="11" y="0"/>
                    </a:lnTo>
                    <a:lnTo>
                      <a:pt x="46" y="15"/>
                    </a:lnTo>
                    <a:lnTo>
                      <a:pt x="67" y="53"/>
                    </a:lnTo>
                    <a:lnTo>
                      <a:pt x="65" y="61"/>
                    </a:lnTo>
                    <a:lnTo>
                      <a:pt x="29" y="59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2" name="Freeform 158">
                <a:extLst>
                  <a:ext uri="{FF2B5EF4-FFF2-40B4-BE49-F238E27FC236}">
                    <a16:creationId xmlns:a16="http://schemas.microsoft.com/office/drawing/2014/main" id="{B753DD19-80B1-4AF8-9306-BD5557361AC4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9003592" y="5499074"/>
                <a:ext cx="17715" cy="13515"/>
              </a:xfrm>
              <a:custGeom>
                <a:avLst/>
                <a:gdLst>
                  <a:gd name="T0" fmla="*/ 29 w 67"/>
                  <a:gd name="T1" fmla="*/ 59 h 61"/>
                  <a:gd name="T2" fmla="*/ 27 w 67"/>
                  <a:gd name="T3" fmla="*/ 55 h 61"/>
                  <a:gd name="T4" fmla="*/ 33 w 67"/>
                  <a:gd name="T5" fmla="*/ 44 h 61"/>
                  <a:gd name="T6" fmla="*/ 31 w 67"/>
                  <a:gd name="T7" fmla="*/ 40 h 61"/>
                  <a:gd name="T8" fmla="*/ 17 w 67"/>
                  <a:gd name="T9" fmla="*/ 38 h 61"/>
                  <a:gd name="T10" fmla="*/ 0 w 67"/>
                  <a:gd name="T11" fmla="*/ 7 h 61"/>
                  <a:gd name="T12" fmla="*/ 11 w 67"/>
                  <a:gd name="T13" fmla="*/ 0 h 61"/>
                  <a:gd name="T14" fmla="*/ 46 w 67"/>
                  <a:gd name="T15" fmla="*/ 15 h 61"/>
                  <a:gd name="T16" fmla="*/ 67 w 67"/>
                  <a:gd name="T17" fmla="*/ 53 h 61"/>
                  <a:gd name="T18" fmla="*/ 65 w 67"/>
                  <a:gd name="T19" fmla="*/ 61 h 61"/>
                  <a:gd name="T20" fmla="*/ 29 w 67"/>
                  <a:gd name="T21" fmla="*/ 5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" h="61">
                    <a:moveTo>
                      <a:pt x="29" y="59"/>
                    </a:moveTo>
                    <a:lnTo>
                      <a:pt x="27" y="55"/>
                    </a:lnTo>
                    <a:lnTo>
                      <a:pt x="33" y="44"/>
                    </a:lnTo>
                    <a:lnTo>
                      <a:pt x="31" y="40"/>
                    </a:lnTo>
                    <a:lnTo>
                      <a:pt x="17" y="38"/>
                    </a:lnTo>
                    <a:lnTo>
                      <a:pt x="0" y="7"/>
                    </a:lnTo>
                    <a:lnTo>
                      <a:pt x="11" y="0"/>
                    </a:lnTo>
                    <a:lnTo>
                      <a:pt x="46" y="15"/>
                    </a:lnTo>
                    <a:lnTo>
                      <a:pt x="67" y="53"/>
                    </a:lnTo>
                    <a:lnTo>
                      <a:pt x="65" y="61"/>
                    </a:lnTo>
                    <a:lnTo>
                      <a:pt x="29" y="59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3" name="Freeform 159">
                <a:extLst>
                  <a:ext uri="{FF2B5EF4-FFF2-40B4-BE49-F238E27FC236}">
                    <a16:creationId xmlns:a16="http://schemas.microsoft.com/office/drawing/2014/main" id="{AB75DB5B-C7B1-458C-8367-9F2F5E959142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9011135" y="5526004"/>
                <a:ext cx="7380" cy="12804"/>
              </a:xfrm>
              <a:custGeom>
                <a:avLst/>
                <a:gdLst>
                  <a:gd name="T0" fmla="*/ 20 w 29"/>
                  <a:gd name="T1" fmla="*/ 60 h 60"/>
                  <a:gd name="T2" fmla="*/ 4 w 29"/>
                  <a:gd name="T3" fmla="*/ 54 h 60"/>
                  <a:gd name="T4" fmla="*/ 0 w 29"/>
                  <a:gd name="T5" fmla="*/ 35 h 60"/>
                  <a:gd name="T6" fmla="*/ 10 w 29"/>
                  <a:gd name="T7" fmla="*/ 10 h 60"/>
                  <a:gd name="T8" fmla="*/ 16 w 29"/>
                  <a:gd name="T9" fmla="*/ 0 h 60"/>
                  <a:gd name="T10" fmla="*/ 29 w 29"/>
                  <a:gd name="T11" fmla="*/ 10 h 60"/>
                  <a:gd name="T12" fmla="*/ 29 w 29"/>
                  <a:gd name="T13" fmla="*/ 44 h 60"/>
                  <a:gd name="T14" fmla="*/ 20 w 29"/>
                  <a:gd name="T1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60">
                    <a:moveTo>
                      <a:pt x="20" y="60"/>
                    </a:moveTo>
                    <a:lnTo>
                      <a:pt x="4" y="54"/>
                    </a:lnTo>
                    <a:lnTo>
                      <a:pt x="0" y="35"/>
                    </a:lnTo>
                    <a:lnTo>
                      <a:pt x="10" y="10"/>
                    </a:lnTo>
                    <a:lnTo>
                      <a:pt x="16" y="0"/>
                    </a:lnTo>
                    <a:lnTo>
                      <a:pt x="29" y="10"/>
                    </a:lnTo>
                    <a:lnTo>
                      <a:pt x="29" y="44"/>
                    </a:lnTo>
                    <a:lnTo>
                      <a:pt x="20" y="60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4" name="Freeform 160">
                <a:extLst>
                  <a:ext uri="{FF2B5EF4-FFF2-40B4-BE49-F238E27FC236}">
                    <a16:creationId xmlns:a16="http://schemas.microsoft.com/office/drawing/2014/main" id="{C410088B-745C-4D69-A78E-E4C5CE32EBD3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9011135" y="5526004"/>
                <a:ext cx="7380" cy="12804"/>
              </a:xfrm>
              <a:custGeom>
                <a:avLst/>
                <a:gdLst>
                  <a:gd name="T0" fmla="*/ 20 w 29"/>
                  <a:gd name="T1" fmla="*/ 60 h 60"/>
                  <a:gd name="T2" fmla="*/ 4 w 29"/>
                  <a:gd name="T3" fmla="*/ 54 h 60"/>
                  <a:gd name="T4" fmla="*/ 0 w 29"/>
                  <a:gd name="T5" fmla="*/ 35 h 60"/>
                  <a:gd name="T6" fmla="*/ 10 w 29"/>
                  <a:gd name="T7" fmla="*/ 10 h 60"/>
                  <a:gd name="T8" fmla="*/ 16 w 29"/>
                  <a:gd name="T9" fmla="*/ 0 h 60"/>
                  <a:gd name="T10" fmla="*/ 29 w 29"/>
                  <a:gd name="T11" fmla="*/ 10 h 60"/>
                  <a:gd name="T12" fmla="*/ 29 w 29"/>
                  <a:gd name="T13" fmla="*/ 44 h 60"/>
                  <a:gd name="T14" fmla="*/ 20 w 29"/>
                  <a:gd name="T1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60">
                    <a:moveTo>
                      <a:pt x="20" y="60"/>
                    </a:moveTo>
                    <a:lnTo>
                      <a:pt x="4" y="54"/>
                    </a:lnTo>
                    <a:lnTo>
                      <a:pt x="0" y="35"/>
                    </a:lnTo>
                    <a:lnTo>
                      <a:pt x="10" y="10"/>
                    </a:lnTo>
                    <a:lnTo>
                      <a:pt x="16" y="0"/>
                    </a:lnTo>
                    <a:lnTo>
                      <a:pt x="29" y="10"/>
                    </a:lnTo>
                    <a:lnTo>
                      <a:pt x="29" y="44"/>
                    </a:lnTo>
                    <a:lnTo>
                      <a:pt x="20" y="60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5" name="Freeform 163">
                <a:extLst>
                  <a:ext uri="{FF2B5EF4-FFF2-40B4-BE49-F238E27FC236}">
                    <a16:creationId xmlns:a16="http://schemas.microsoft.com/office/drawing/2014/main" id="{C54B9068-509B-45C5-92B4-BA107D2FD865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94912" y="5473011"/>
                <a:ext cx="9228" cy="12804"/>
              </a:xfrm>
              <a:custGeom>
                <a:avLst/>
                <a:gdLst>
                  <a:gd name="T0" fmla="*/ 27 w 36"/>
                  <a:gd name="T1" fmla="*/ 57 h 57"/>
                  <a:gd name="T2" fmla="*/ 17 w 36"/>
                  <a:gd name="T3" fmla="*/ 50 h 57"/>
                  <a:gd name="T4" fmla="*/ 11 w 36"/>
                  <a:gd name="T5" fmla="*/ 30 h 57"/>
                  <a:gd name="T6" fmla="*/ 0 w 36"/>
                  <a:gd name="T7" fmla="*/ 15 h 57"/>
                  <a:gd name="T8" fmla="*/ 0 w 36"/>
                  <a:gd name="T9" fmla="*/ 2 h 57"/>
                  <a:gd name="T10" fmla="*/ 8 w 36"/>
                  <a:gd name="T11" fmla="*/ 0 h 57"/>
                  <a:gd name="T12" fmla="*/ 25 w 36"/>
                  <a:gd name="T13" fmla="*/ 7 h 57"/>
                  <a:gd name="T14" fmla="*/ 34 w 36"/>
                  <a:gd name="T15" fmla="*/ 21 h 57"/>
                  <a:gd name="T16" fmla="*/ 36 w 36"/>
                  <a:gd name="T17" fmla="*/ 32 h 57"/>
                  <a:gd name="T18" fmla="*/ 34 w 36"/>
                  <a:gd name="T19" fmla="*/ 50 h 57"/>
                  <a:gd name="T20" fmla="*/ 27 w 36"/>
                  <a:gd name="T21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57">
                    <a:moveTo>
                      <a:pt x="27" y="57"/>
                    </a:moveTo>
                    <a:lnTo>
                      <a:pt x="17" y="50"/>
                    </a:lnTo>
                    <a:lnTo>
                      <a:pt x="11" y="30"/>
                    </a:lnTo>
                    <a:lnTo>
                      <a:pt x="0" y="15"/>
                    </a:lnTo>
                    <a:lnTo>
                      <a:pt x="0" y="2"/>
                    </a:lnTo>
                    <a:lnTo>
                      <a:pt x="8" y="0"/>
                    </a:lnTo>
                    <a:lnTo>
                      <a:pt x="25" y="7"/>
                    </a:lnTo>
                    <a:lnTo>
                      <a:pt x="34" y="21"/>
                    </a:lnTo>
                    <a:lnTo>
                      <a:pt x="36" y="32"/>
                    </a:lnTo>
                    <a:lnTo>
                      <a:pt x="34" y="50"/>
                    </a:lnTo>
                    <a:lnTo>
                      <a:pt x="27" y="57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6" name="Freeform 164">
                <a:extLst>
                  <a:ext uri="{FF2B5EF4-FFF2-40B4-BE49-F238E27FC236}">
                    <a16:creationId xmlns:a16="http://schemas.microsoft.com/office/drawing/2014/main" id="{65CDC9BF-B41B-4874-9A88-42C97D25EABF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94912" y="5473011"/>
                <a:ext cx="9228" cy="12804"/>
              </a:xfrm>
              <a:custGeom>
                <a:avLst/>
                <a:gdLst>
                  <a:gd name="T0" fmla="*/ 27 w 36"/>
                  <a:gd name="T1" fmla="*/ 57 h 57"/>
                  <a:gd name="T2" fmla="*/ 17 w 36"/>
                  <a:gd name="T3" fmla="*/ 50 h 57"/>
                  <a:gd name="T4" fmla="*/ 11 w 36"/>
                  <a:gd name="T5" fmla="*/ 30 h 57"/>
                  <a:gd name="T6" fmla="*/ 0 w 36"/>
                  <a:gd name="T7" fmla="*/ 15 h 57"/>
                  <a:gd name="T8" fmla="*/ 0 w 36"/>
                  <a:gd name="T9" fmla="*/ 2 h 57"/>
                  <a:gd name="T10" fmla="*/ 8 w 36"/>
                  <a:gd name="T11" fmla="*/ 0 h 57"/>
                  <a:gd name="T12" fmla="*/ 25 w 36"/>
                  <a:gd name="T13" fmla="*/ 7 h 57"/>
                  <a:gd name="T14" fmla="*/ 34 w 36"/>
                  <a:gd name="T15" fmla="*/ 21 h 57"/>
                  <a:gd name="T16" fmla="*/ 36 w 36"/>
                  <a:gd name="T17" fmla="*/ 32 h 57"/>
                  <a:gd name="T18" fmla="*/ 34 w 36"/>
                  <a:gd name="T19" fmla="*/ 50 h 57"/>
                  <a:gd name="T20" fmla="*/ 27 w 36"/>
                  <a:gd name="T21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57">
                    <a:moveTo>
                      <a:pt x="27" y="57"/>
                    </a:moveTo>
                    <a:lnTo>
                      <a:pt x="17" y="50"/>
                    </a:lnTo>
                    <a:lnTo>
                      <a:pt x="11" y="30"/>
                    </a:lnTo>
                    <a:lnTo>
                      <a:pt x="0" y="15"/>
                    </a:lnTo>
                    <a:lnTo>
                      <a:pt x="0" y="2"/>
                    </a:lnTo>
                    <a:lnTo>
                      <a:pt x="8" y="0"/>
                    </a:lnTo>
                    <a:lnTo>
                      <a:pt x="25" y="7"/>
                    </a:lnTo>
                    <a:lnTo>
                      <a:pt x="34" y="21"/>
                    </a:lnTo>
                    <a:lnTo>
                      <a:pt x="36" y="32"/>
                    </a:lnTo>
                    <a:lnTo>
                      <a:pt x="34" y="50"/>
                    </a:lnTo>
                    <a:lnTo>
                      <a:pt x="27" y="57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7" name="Freeform 165">
                <a:extLst>
                  <a:ext uri="{FF2B5EF4-FFF2-40B4-BE49-F238E27FC236}">
                    <a16:creationId xmlns:a16="http://schemas.microsoft.com/office/drawing/2014/main" id="{BA1B5020-BF88-40DB-9F2B-FBBB6A9BE4F2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83474" y="5440924"/>
                <a:ext cx="22882" cy="19563"/>
              </a:xfrm>
              <a:custGeom>
                <a:avLst/>
                <a:gdLst>
                  <a:gd name="T0" fmla="*/ 37 w 86"/>
                  <a:gd name="T1" fmla="*/ 37 h 88"/>
                  <a:gd name="T2" fmla="*/ 29 w 86"/>
                  <a:gd name="T3" fmla="*/ 50 h 88"/>
                  <a:gd name="T4" fmla="*/ 33 w 86"/>
                  <a:gd name="T5" fmla="*/ 77 h 88"/>
                  <a:gd name="T6" fmla="*/ 23 w 86"/>
                  <a:gd name="T7" fmla="*/ 88 h 88"/>
                  <a:gd name="T8" fmla="*/ 14 w 86"/>
                  <a:gd name="T9" fmla="*/ 86 h 88"/>
                  <a:gd name="T10" fmla="*/ 0 w 86"/>
                  <a:gd name="T11" fmla="*/ 40 h 88"/>
                  <a:gd name="T12" fmla="*/ 0 w 86"/>
                  <a:gd name="T13" fmla="*/ 31 h 88"/>
                  <a:gd name="T14" fmla="*/ 16 w 86"/>
                  <a:gd name="T15" fmla="*/ 29 h 88"/>
                  <a:gd name="T16" fmla="*/ 37 w 86"/>
                  <a:gd name="T17" fmla="*/ 37 h 88"/>
                  <a:gd name="T18" fmla="*/ 44 w 86"/>
                  <a:gd name="T19" fmla="*/ 23 h 88"/>
                  <a:gd name="T20" fmla="*/ 39 w 86"/>
                  <a:gd name="T21" fmla="*/ 8 h 88"/>
                  <a:gd name="T22" fmla="*/ 44 w 86"/>
                  <a:gd name="T23" fmla="*/ 0 h 88"/>
                  <a:gd name="T24" fmla="*/ 58 w 86"/>
                  <a:gd name="T25" fmla="*/ 12 h 88"/>
                  <a:gd name="T26" fmla="*/ 73 w 86"/>
                  <a:gd name="T27" fmla="*/ 29 h 88"/>
                  <a:gd name="T28" fmla="*/ 86 w 86"/>
                  <a:gd name="T29" fmla="*/ 35 h 88"/>
                  <a:gd name="T30" fmla="*/ 48 w 86"/>
                  <a:gd name="T31" fmla="*/ 46 h 88"/>
                  <a:gd name="T32" fmla="*/ 37 w 86"/>
                  <a:gd name="T33" fmla="*/ 3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6" h="88">
                    <a:moveTo>
                      <a:pt x="37" y="37"/>
                    </a:moveTo>
                    <a:lnTo>
                      <a:pt x="29" y="50"/>
                    </a:lnTo>
                    <a:lnTo>
                      <a:pt x="33" y="77"/>
                    </a:lnTo>
                    <a:lnTo>
                      <a:pt x="23" y="88"/>
                    </a:lnTo>
                    <a:lnTo>
                      <a:pt x="14" y="86"/>
                    </a:lnTo>
                    <a:lnTo>
                      <a:pt x="0" y="40"/>
                    </a:lnTo>
                    <a:lnTo>
                      <a:pt x="0" y="31"/>
                    </a:lnTo>
                    <a:lnTo>
                      <a:pt x="16" y="29"/>
                    </a:lnTo>
                    <a:lnTo>
                      <a:pt x="37" y="37"/>
                    </a:lnTo>
                    <a:lnTo>
                      <a:pt x="44" y="23"/>
                    </a:lnTo>
                    <a:lnTo>
                      <a:pt x="39" y="8"/>
                    </a:lnTo>
                    <a:lnTo>
                      <a:pt x="44" y="0"/>
                    </a:lnTo>
                    <a:lnTo>
                      <a:pt x="58" y="12"/>
                    </a:lnTo>
                    <a:lnTo>
                      <a:pt x="73" y="29"/>
                    </a:lnTo>
                    <a:lnTo>
                      <a:pt x="86" y="35"/>
                    </a:lnTo>
                    <a:lnTo>
                      <a:pt x="48" y="46"/>
                    </a:lnTo>
                    <a:lnTo>
                      <a:pt x="37" y="37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8" name="Freeform 166">
                <a:extLst>
                  <a:ext uri="{FF2B5EF4-FFF2-40B4-BE49-F238E27FC236}">
                    <a16:creationId xmlns:a16="http://schemas.microsoft.com/office/drawing/2014/main" id="{E48B111D-C967-44BD-9AC2-90BAFCDBEE5E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83474" y="5440924"/>
                <a:ext cx="22882" cy="19563"/>
              </a:xfrm>
              <a:custGeom>
                <a:avLst/>
                <a:gdLst>
                  <a:gd name="T0" fmla="*/ 37 w 86"/>
                  <a:gd name="T1" fmla="*/ 37 h 88"/>
                  <a:gd name="T2" fmla="*/ 29 w 86"/>
                  <a:gd name="T3" fmla="*/ 50 h 88"/>
                  <a:gd name="T4" fmla="*/ 33 w 86"/>
                  <a:gd name="T5" fmla="*/ 77 h 88"/>
                  <a:gd name="T6" fmla="*/ 23 w 86"/>
                  <a:gd name="T7" fmla="*/ 88 h 88"/>
                  <a:gd name="T8" fmla="*/ 14 w 86"/>
                  <a:gd name="T9" fmla="*/ 86 h 88"/>
                  <a:gd name="T10" fmla="*/ 0 w 86"/>
                  <a:gd name="T11" fmla="*/ 40 h 88"/>
                  <a:gd name="T12" fmla="*/ 0 w 86"/>
                  <a:gd name="T13" fmla="*/ 31 h 88"/>
                  <a:gd name="T14" fmla="*/ 16 w 86"/>
                  <a:gd name="T15" fmla="*/ 29 h 88"/>
                  <a:gd name="T16" fmla="*/ 37 w 86"/>
                  <a:gd name="T17" fmla="*/ 37 h 88"/>
                  <a:gd name="T18" fmla="*/ 44 w 86"/>
                  <a:gd name="T19" fmla="*/ 23 h 88"/>
                  <a:gd name="T20" fmla="*/ 39 w 86"/>
                  <a:gd name="T21" fmla="*/ 8 h 88"/>
                  <a:gd name="T22" fmla="*/ 44 w 86"/>
                  <a:gd name="T23" fmla="*/ 0 h 88"/>
                  <a:gd name="T24" fmla="*/ 58 w 86"/>
                  <a:gd name="T25" fmla="*/ 12 h 88"/>
                  <a:gd name="T26" fmla="*/ 73 w 86"/>
                  <a:gd name="T27" fmla="*/ 29 h 88"/>
                  <a:gd name="T28" fmla="*/ 86 w 86"/>
                  <a:gd name="T29" fmla="*/ 35 h 88"/>
                  <a:gd name="T30" fmla="*/ 48 w 86"/>
                  <a:gd name="T31" fmla="*/ 46 h 88"/>
                  <a:gd name="T32" fmla="*/ 37 w 86"/>
                  <a:gd name="T33" fmla="*/ 3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6" h="88">
                    <a:moveTo>
                      <a:pt x="37" y="37"/>
                    </a:moveTo>
                    <a:lnTo>
                      <a:pt x="29" y="50"/>
                    </a:lnTo>
                    <a:lnTo>
                      <a:pt x="33" y="77"/>
                    </a:lnTo>
                    <a:lnTo>
                      <a:pt x="23" y="88"/>
                    </a:lnTo>
                    <a:lnTo>
                      <a:pt x="14" y="86"/>
                    </a:lnTo>
                    <a:lnTo>
                      <a:pt x="0" y="40"/>
                    </a:lnTo>
                    <a:lnTo>
                      <a:pt x="0" y="31"/>
                    </a:lnTo>
                    <a:lnTo>
                      <a:pt x="16" y="29"/>
                    </a:lnTo>
                    <a:lnTo>
                      <a:pt x="37" y="37"/>
                    </a:lnTo>
                    <a:lnTo>
                      <a:pt x="44" y="23"/>
                    </a:lnTo>
                    <a:lnTo>
                      <a:pt x="39" y="8"/>
                    </a:lnTo>
                    <a:lnTo>
                      <a:pt x="44" y="0"/>
                    </a:lnTo>
                    <a:lnTo>
                      <a:pt x="58" y="12"/>
                    </a:lnTo>
                    <a:lnTo>
                      <a:pt x="73" y="29"/>
                    </a:lnTo>
                    <a:lnTo>
                      <a:pt x="86" y="35"/>
                    </a:lnTo>
                    <a:lnTo>
                      <a:pt x="48" y="46"/>
                    </a:lnTo>
                    <a:lnTo>
                      <a:pt x="37" y="37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9" name="Freeform 169">
                <a:extLst>
                  <a:ext uri="{FF2B5EF4-FFF2-40B4-BE49-F238E27FC236}">
                    <a16:creationId xmlns:a16="http://schemas.microsoft.com/office/drawing/2014/main" id="{E75451CD-C5B9-483F-84F8-E82DF1C7B631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80001" y="5418191"/>
                <a:ext cx="9228" cy="4626"/>
              </a:xfrm>
              <a:custGeom>
                <a:avLst/>
                <a:gdLst>
                  <a:gd name="T0" fmla="*/ 12 w 35"/>
                  <a:gd name="T1" fmla="*/ 23 h 25"/>
                  <a:gd name="T2" fmla="*/ 0 w 35"/>
                  <a:gd name="T3" fmla="*/ 11 h 25"/>
                  <a:gd name="T4" fmla="*/ 16 w 35"/>
                  <a:gd name="T5" fmla="*/ 0 h 25"/>
                  <a:gd name="T6" fmla="*/ 25 w 35"/>
                  <a:gd name="T7" fmla="*/ 4 h 25"/>
                  <a:gd name="T8" fmla="*/ 35 w 35"/>
                  <a:gd name="T9" fmla="*/ 19 h 25"/>
                  <a:gd name="T10" fmla="*/ 25 w 35"/>
                  <a:gd name="T11" fmla="*/ 25 h 25"/>
                  <a:gd name="T12" fmla="*/ 12 w 35"/>
                  <a:gd name="T13" fmla="*/ 2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25">
                    <a:moveTo>
                      <a:pt x="12" y="23"/>
                    </a:moveTo>
                    <a:lnTo>
                      <a:pt x="0" y="11"/>
                    </a:lnTo>
                    <a:lnTo>
                      <a:pt x="16" y="0"/>
                    </a:lnTo>
                    <a:lnTo>
                      <a:pt x="25" y="4"/>
                    </a:lnTo>
                    <a:lnTo>
                      <a:pt x="35" y="19"/>
                    </a:lnTo>
                    <a:lnTo>
                      <a:pt x="25" y="25"/>
                    </a:lnTo>
                    <a:lnTo>
                      <a:pt x="12" y="23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0" name="Freeform 170">
                <a:extLst>
                  <a:ext uri="{FF2B5EF4-FFF2-40B4-BE49-F238E27FC236}">
                    <a16:creationId xmlns:a16="http://schemas.microsoft.com/office/drawing/2014/main" id="{17A1AB3C-4B9A-4FCC-AF64-0BCA3A430D2C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80001" y="5418191"/>
                <a:ext cx="9228" cy="4626"/>
              </a:xfrm>
              <a:custGeom>
                <a:avLst/>
                <a:gdLst>
                  <a:gd name="T0" fmla="*/ 12 w 35"/>
                  <a:gd name="T1" fmla="*/ 23 h 25"/>
                  <a:gd name="T2" fmla="*/ 0 w 35"/>
                  <a:gd name="T3" fmla="*/ 11 h 25"/>
                  <a:gd name="T4" fmla="*/ 16 w 35"/>
                  <a:gd name="T5" fmla="*/ 0 h 25"/>
                  <a:gd name="T6" fmla="*/ 25 w 35"/>
                  <a:gd name="T7" fmla="*/ 4 h 25"/>
                  <a:gd name="T8" fmla="*/ 35 w 35"/>
                  <a:gd name="T9" fmla="*/ 19 h 25"/>
                  <a:gd name="T10" fmla="*/ 25 w 35"/>
                  <a:gd name="T11" fmla="*/ 25 h 25"/>
                  <a:gd name="T12" fmla="*/ 12 w 35"/>
                  <a:gd name="T13" fmla="*/ 2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25">
                    <a:moveTo>
                      <a:pt x="12" y="23"/>
                    </a:moveTo>
                    <a:lnTo>
                      <a:pt x="0" y="11"/>
                    </a:lnTo>
                    <a:lnTo>
                      <a:pt x="16" y="0"/>
                    </a:lnTo>
                    <a:lnTo>
                      <a:pt x="25" y="4"/>
                    </a:lnTo>
                    <a:lnTo>
                      <a:pt x="35" y="19"/>
                    </a:lnTo>
                    <a:lnTo>
                      <a:pt x="25" y="25"/>
                    </a:lnTo>
                    <a:lnTo>
                      <a:pt x="12" y="23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1" name="Freeform 171">
                <a:extLst>
                  <a:ext uri="{FF2B5EF4-FFF2-40B4-BE49-F238E27FC236}">
                    <a16:creationId xmlns:a16="http://schemas.microsoft.com/office/drawing/2014/main" id="{63136F53-4EA7-483D-9ADD-46DB5327533C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81573" y="5398562"/>
                <a:ext cx="5905" cy="4622"/>
              </a:xfrm>
              <a:custGeom>
                <a:avLst/>
                <a:gdLst>
                  <a:gd name="T0" fmla="*/ 2 w 19"/>
                  <a:gd name="T1" fmla="*/ 19 h 23"/>
                  <a:gd name="T2" fmla="*/ 0 w 19"/>
                  <a:gd name="T3" fmla="*/ 3 h 23"/>
                  <a:gd name="T4" fmla="*/ 2 w 19"/>
                  <a:gd name="T5" fmla="*/ 0 h 23"/>
                  <a:gd name="T6" fmla="*/ 19 w 19"/>
                  <a:gd name="T7" fmla="*/ 17 h 23"/>
                  <a:gd name="T8" fmla="*/ 19 w 19"/>
                  <a:gd name="T9" fmla="*/ 23 h 23"/>
                  <a:gd name="T10" fmla="*/ 2 w 19"/>
                  <a:gd name="T11" fmla="*/ 1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" h="23">
                    <a:moveTo>
                      <a:pt x="2" y="19"/>
                    </a:moveTo>
                    <a:lnTo>
                      <a:pt x="0" y="3"/>
                    </a:lnTo>
                    <a:lnTo>
                      <a:pt x="2" y="0"/>
                    </a:lnTo>
                    <a:lnTo>
                      <a:pt x="19" y="17"/>
                    </a:lnTo>
                    <a:lnTo>
                      <a:pt x="19" y="23"/>
                    </a:lnTo>
                    <a:lnTo>
                      <a:pt x="2" y="19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2" name="Freeform 172">
                <a:extLst>
                  <a:ext uri="{FF2B5EF4-FFF2-40B4-BE49-F238E27FC236}">
                    <a16:creationId xmlns:a16="http://schemas.microsoft.com/office/drawing/2014/main" id="{3D664D6A-A071-4B44-B0F6-302CD0A7727A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81573" y="5398562"/>
                <a:ext cx="5905" cy="4622"/>
              </a:xfrm>
              <a:custGeom>
                <a:avLst/>
                <a:gdLst>
                  <a:gd name="T0" fmla="*/ 2 w 19"/>
                  <a:gd name="T1" fmla="*/ 19 h 23"/>
                  <a:gd name="T2" fmla="*/ 0 w 19"/>
                  <a:gd name="T3" fmla="*/ 3 h 23"/>
                  <a:gd name="T4" fmla="*/ 2 w 19"/>
                  <a:gd name="T5" fmla="*/ 0 h 23"/>
                  <a:gd name="T6" fmla="*/ 19 w 19"/>
                  <a:gd name="T7" fmla="*/ 17 h 23"/>
                  <a:gd name="T8" fmla="*/ 19 w 19"/>
                  <a:gd name="T9" fmla="*/ 23 h 23"/>
                  <a:gd name="T10" fmla="*/ 2 w 19"/>
                  <a:gd name="T11" fmla="*/ 1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" h="23">
                    <a:moveTo>
                      <a:pt x="2" y="19"/>
                    </a:moveTo>
                    <a:lnTo>
                      <a:pt x="0" y="3"/>
                    </a:lnTo>
                    <a:lnTo>
                      <a:pt x="2" y="0"/>
                    </a:lnTo>
                    <a:lnTo>
                      <a:pt x="19" y="17"/>
                    </a:lnTo>
                    <a:lnTo>
                      <a:pt x="19" y="23"/>
                    </a:lnTo>
                    <a:lnTo>
                      <a:pt x="2" y="19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3" name="Freeform 173">
                <a:extLst>
                  <a:ext uri="{FF2B5EF4-FFF2-40B4-BE49-F238E27FC236}">
                    <a16:creationId xmlns:a16="http://schemas.microsoft.com/office/drawing/2014/main" id="{5363EDA0-17FD-4BF8-96B8-4521272DA315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50181" y="5416972"/>
                <a:ext cx="3692" cy="3203"/>
              </a:xfrm>
              <a:custGeom>
                <a:avLst/>
                <a:gdLst>
                  <a:gd name="T0" fmla="*/ 6 w 12"/>
                  <a:gd name="T1" fmla="*/ 12 h 12"/>
                  <a:gd name="T2" fmla="*/ 0 w 12"/>
                  <a:gd name="T3" fmla="*/ 4 h 12"/>
                  <a:gd name="T4" fmla="*/ 4 w 12"/>
                  <a:gd name="T5" fmla="*/ 0 h 12"/>
                  <a:gd name="T6" fmla="*/ 12 w 12"/>
                  <a:gd name="T7" fmla="*/ 4 h 12"/>
                  <a:gd name="T8" fmla="*/ 10 w 12"/>
                  <a:gd name="T9" fmla="*/ 8 h 12"/>
                  <a:gd name="T10" fmla="*/ 6 w 1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2">
                    <a:moveTo>
                      <a:pt x="6" y="12"/>
                    </a:moveTo>
                    <a:lnTo>
                      <a:pt x="0" y="4"/>
                    </a:lnTo>
                    <a:lnTo>
                      <a:pt x="4" y="0"/>
                    </a:lnTo>
                    <a:lnTo>
                      <a:pt x="12" y="4"/>
                    </a:lnTo>
                    <a:lnTo>
                      <a:pt x="10" y="8"/>
                    </a:lnTo>
                    <a:lnTo>
                      <a:pt x="6" y="12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4" name="Freeform 175">
                <a:extLst>
                  <a:ext uri="{FF2B5EF4-FFF2-40B4-BE49-F238E27FC236}">
                    <a16:creationId xmlns:a16="http://schemas.microsoft.com/office/drawing/2014/main" id="{96E11B24-429D-4D73-8D95-F25F28AEE22B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47226" y="5411758"/>
                <a:ext cx="6277" cy="5337"/>
              </a:xfrm>
              <a:custGeom>
                <a:avLst/>
                <a:gdLst>
                  <a:gd name="T0" fmla="*/ 15 w 25"/>
                  <a:gd name="T1" fmla="*/ 24 h 24"/>
                  <a:gd name="T2" fmla="*/ 25 w 25"/>
                  <a:gd name="T3" fmla="*/ 19 h 24"/>
                  <a:gd name="T4" fmla="*/ 21 w 25"/>
                  <a:gd name="T5" fmla="*/ 5 h 24"/>
                  <a:gd name="T6" fmla="*/ 4 w 25"/>
                  <a:gd name="T7" fmla="*/ 0 h 24"/>
                  <a:gd name="T8" fmla="*/ 0 w 25"/>
                  <a:gd name="T9" fmla="*/ 7 h 24"/>
                  <a:gd name="T10" fmla="*/ 15 w 25"/>
                  <a:gd name="T11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" h="24">
                    <a:moveTo>
                      <a:pt x="15" y="24"/>
                    </a:moveTo>
                    <a:lnTo>
                      <a:pt x="25" y="19"/>
                    </a:lnTo>
                    <a:lnTo>
                      <a:pt x="21" y="5"/>
                    </a:lnTo>
                    <a:lnTo>
                      <a:pt x="4" y="0"/>
                    </a:lnTo>
                    <a:lnTo>
                      <a:pt x="0" y="7"/>
                    </a:lnTo>
                    <a:lnTo>
                      <a:pt x="15" y="24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5" name="Freeform 176">
                <a:extLst>
                  <a:ext uri="{FF2B5EF4-FFF2-40B4-BE49-F238E27FC236}">
                    <a16:creationId xmlns:a16="http://schemas.microsoft.com/office/drawing/2014/main" id="{062C5BE5-8DC1-46F8-A9D4-F9757FA7F014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47226" y="5411758"/>
                <a:ext cx="6277" cy="5337"/>
              </a:xfrm>
              <a:custGeom>
                <a:avLst/>
                <a:gdLst>
                  <a:gd name="T0" fmla="*/ 15 w 25"/>
                  <a:gd name="T1" fmla="*/ 24 h 24"/>
                  <a:gd name="T2" fmla="*/ 25 w 25"/>
                  <a:gd name="T3" fmla="*/ 19 h 24"/>
                  <a:gd name="T4" fmla="*/ 21 w 25"/>
                  <a:gd name="T5" fmla="*/ 5 h 24"/>
                  <a:gd name="T6" fmla="*/ 4 w 25"/>
                  <a:gd name="T7" fmla="*/ 0 h 24"/>
                  <a:gd name="T8" fmla="*/ 0 w 25"/>
                  <a:gd name="T9" fmla="*/ 7 h 24"/>
                  <a:gd name="T10" fmla="*/ 15 w 25"/>
                  <a:gd name="T11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" h="24">
                    <a:moveTo>
                      <a:pt x="15" y="24"/>
                    </a:moveTo>
                    <a:lnTo>
                      <a:pt x="25" y="19"/>
                    </a:lnTo>
                    <a:lnTo>
                      <a:pt x="21" y="5"/>
                    </a:lnTo>
                    <a:lnTo>
                      <a:pt x="4" y="0"/>
                    </a:lnTo>
                    <a:lnTo>
                      <a:pt x="0" y="7"/>
                    </a:lnTo>
                    <a:lnTo>
                      <a:pt x="15" y="24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6" name="Freeform 177">
                <a:extLst>
                  <a:ext uri="{FF2B5EF4-FFF2-40B4-BE49-F238E27FC236}">
                    <a16:creationId xmlns:a16="http://schemas.microsoft.com/office/drawing/2014/main" id="{CEAE7E6E-C8A8-42E6-B068-8A6588E5CFD9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32642" y="5379109"/>
                <a:ext cx="4798" cy="1422"/>
              </a:xfrm>
              <a:custGeom>
                <a:avLst/>
                <a:gdLst>
                  <a:gd name="T0" fmla="*/ 6 w 17"/>
                  <a:gd name="T1" fmla="*/ 9 h 9"/>
                  <a:gd name="T2" fmla="*/ 17 w 17"/>
                  <a:gd name="T3" fmla="*/ 0 h 9"/>
                  <a:gd name="T4" fmla="*/ 6 w 17"/>
                  <a:gd name="T5" fmla="*/ 0 h 9"/>
                  <a:gd name="T6" fmla="*/ 0 w 17"/>
                  <a:gd name="T7" fmla="*/ 9 h 9"/>
                  <a:gd name="T8" fmla="*/ 6 w 17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9">
                    <a:moveTo>
                      <a:pt x="6" y="9"/>
                    </a:moveTo>
                    <a:lnTo>
                      <a:pt x="17" y="0"/>
                    </a:lnTo>
                    <a:lnTo>
                      <a:pt x="6" y="0"/>
                    </a:lnTo>
                    <a:lnTo>
                      <a:pt x="0" y="9"/>
                    </a:lnTo>
                    <a:lnTo>
                      <a:pt x="6" y="9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7" name="Freeform 178">
                <a:extLst>
                  <a:ext uri="{FF2B5EF4-FFF2-40B4-BE49-F238E27FC236}">
                    <a16:creationId xmlns:a16="http://schemas.microsoft.com/office/drawing/2014/main" id="{493399C2-B86D-48A8-B322-F88BE2610033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32642" y="5379109"/>
                <a:ext cx="4798" cy="1422"/>
              </a:xfrm>
              <a:custGeom>
                <a:avLst/>
                <a:gdLst>
                  <a:gd name="T0" fmla="*/ 6 w 17"/>
                  <a:gd name="T1" fmla="*/ 9 h 9"/>
                  <a:gd name="T2" fmla="*/ 17 w 17"/>
                  <a:gd name="T3" fmla="*/ 0 h 9"/>
                  <a:gd name="T4" fmla="*/ 6 w 17"/>
                  <a:gd name="T5" fmla="*/ 0 h 9"/>
                  <a:gd name="T6" fmla="*/ 0 w 17"/>
                  <a:gd name="T7" fmla="*/ 9 h 9"/>
                  <a:gd name="T8" fmla="*/ 6 w 17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9">
                    <a:moveTo>
                      <a:pt x="6" y="9"/>
                    </a:moveTo>
                    <a:lnTo>
                      <a:pt x="17" y="0"/>
                    </a:lnTo>
                    <a:lnTo>
                      <a:pt x="6" y="0"/>
                    </a:lnTo>
                    <a:lnTo>
                      <a:pt x="0" y="9"/>
                    </a:lnTo>
                    <a:lnTo>
                      <a:pt x="6" y="9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8" name="Freeform 179">
                <a:extLst>
                  <a:ext uri="{FF2B5EF4-FFF2-40B4-BE49-F238E27FC236}">
                    <a16:creationId xmlns:a16="http://schemas.microsoft.com/office/drawing/2014/main" id="{009FD191-B3D9-4A3E-86D4-0302D24307DF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32781" y="5385227"/>
                <a:ext cx="3323" cy="714"/>
              </a:xfrm>
              <a:custGeom>
                <a:avLst/>
                <a:gdLst>
                  <a:gd name="T0" fmla="*/ 4 w 13"/>
                  <a:gd name="T1" fmla="*/ 5 h 5"/>
                  <a:gd name="T2" fmla="*/ 0 w 13"/>
                  <a:gd name="T3" fmla="*/ 2 h 5"/>
                  <a:gd name="T4" fmla="*/ 13 w 13"/>
                  <a:gd name="T5" fmla="*/ 0 h 5"/>
                  <a:gd name="T6" fmla="*/ 7 w 13"/>
                  <a:gd name="T7" fmla="*/ 5 h 5"/>
                  <a:gd name="T8" fmla="*/ 4 w 13"/>
                  <a:gd name="T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5">
                    <a:moveTo>
                      <a:pt x="4" y="5"/>
                    </a:moveTo>
                    <a:lnTo>
                      <a:pt x="0" y="2"/>
                    </a:lnTo>
                    <a:lnTo>
                      <a:pt x="13" y="0"/>
                    </a:lnTo>
                    <a:lnTo>
                      <a:pt x="7" y="5"/>
                    </a:lnTo>
                    <a:lnTo>
                      <a:pt x="4" y="5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9" name="Freeform 180">
                <a:extLst>
                  <a:ext uri="{FF2B5EF4-FFF2-40B4-BE49-F238E27FC236}">
                    <a16:creationId xmlns:a16="http://schemas.microsoft.com/office/drawing/2014/main" id="{FF43F1CA-6A4D-4C00-8F66-EA3517916CF8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32781" y="5385227"/>
                <a:ext cx="3323" cy="714"/>
              </a:xfrm>
              <a:custGeom>
                <a:avLst/>
                <a:gdLst>
                  <a:gd name="T0" fmla="*/ 4 w 13"/>
                  <a:gd name="T1" fmla="*/ 5 h 5"/>
                  <a:gd name="T2" fmla="*/ 0 w 13"/>
                  <a:gd name="T3" fmla="*/ 2 h 5"/>
                  <a:gd name="T4" fmla="*/ 13 w 13"/>
                  <a:gd name="T5" fmla="*/ 0 h 5"/>
                  <a:gd name="T6" fmla="*/ 7 w 13"/>
                  <a:gd name="T7" fmla="*/ 5 h 5"/>
                  <a:gd name="T8" fmla="*/ 4 w 13"/>
                  <a:gd name="T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5">
                    <a:moveTo>
                      <a:pt x="4" y="5"/>
                    </a:moveTo>
                    <a:lnTo>
                      <a:pt x="0" y="2"/>
                    </a:lnTo>
                    <a:lnTo>
                      <a:pt x="13" y="0"/>
                    </a:lnTo>
                    <a:lnTo>
                      <a:pt x="7" y="5"/>
                    </a:lnTo>
                    <a:lnTo>
                      <a:pt x="4" y="5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0" name="Freeform 181">
                <a:extLst>
                  <a:ext uri="{FF2B5EF4-FFF2-40B4-BE49-F238E27FC236}">
                    <a16:creationId xmlns:a16="http://schemas.microsoft.com/office/drawing/2014/main" id="{DE97F860-D362-403B-B756-2E511C0F1DA6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861173" y="5395568"/>
                <a:ext cx="9597" cy="2133"/>
              </a:xfrm>
              <a:custGeom>
                <a:avLst/>
                <a:gdLst>
                  <a:gd name="T0" fmla="*/ 0 w 37"/>
                  <a:gd name="T1" fmla="*/ 8 h 11"/>
                  <a:gd name="T2" fmla="*/ 10 w 37"/>
                  <a:gd name="T3" fmla="*/ 0 h 11"/>
                  <a:gd name="T4" fmla="*/ 37 w 37"/>
                  <a:gd name="T5" fmla="*/ 6 h 11"/>
                  <a:gd name="T6" fmla="*/ 4 w 37"/>
                  <a:gd name="T7" fmla="*/ 11 h 11"/>
                  <a:gd name="T8" fmla="*/ 0 w 37"/>
                  <a:gd name="T9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11">
                    <a:moveTo>
                      <a:pt x="0" y="8"/>
                    </a:moveTo>
                    <a:lnTo>
                      <a:pt x="10" y="0"/>
                    </a:lnTo>
                    <a:lnTo>
                      <a:pt x="37" y="6"/>
                    </a:lnTo>
                    <a:lnTo>
                      <a:pt x="4" y="11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1" name="Freeform 182">
                <a:extLst>
                  <a:ext uri="{FF2B5EF4-FFF2-40B4-BE49-F238E27FC236}">
                    <a16:creationId xmlns:a16="http://schemas.microsoft.com/office/drawing/2014/main" id="{A50F2375-53D5-4548-A8BD-4BF0453521FE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861173" y="5395568"/>
                <a:ext cx="9597" cy="2133"/>
              </a:xfrm>
              <a:custGeom>
                <a:avLst/>
                <a:gdLst>
                  <a:gd name="T0" fmla="*/ 0 w 37"/>
                  <a:gd name="T1" fmla="*/ 8 h 11"/>
                  <a:gd name="T2" fmla="*/ 10 w 37"/>
                  <a:gd name="T3" fmla="*/ 0 h 11"/>
                  <a:gd name="T4" fmla="*/ 37 w 37"/>
                  <a:gd name="T5" fmla="*/ 6 h 11"/>
                  <a:gd name="T6" fmla="*/ 4 w 37"/>
                  <a:gd name="T7" fmla="*/ 11 h 11"/>
                  <a:gd name="T8" fmla="*/ 0 w 37"/>
                  <a:gd name="T9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11">
                    <a:moveTo>
                      <a:pt x="0" y="8"/>
                    </a:moveTo>
                    <a:lnTo>
                      <a:pt x="10" y="0"/>
                    </a:lnTo>
                    <a:lnTo>
                      <a:pt x="37" y="6"/>
                    </a:lnTo>
                    <a:lnTo>
                      <a:pt x="4" y="11"/>
                    </a:lnTo>
                    <a:lnTo>
                      <a:pt x="0" y="8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2" name="Freeform 183">
                <a:extLst>
                  <a:ext uri="{FF2B5EF4-FFF2-40B4-BE49-F238E27FC236}">
                    <a16:creationId xmlns:a16="http://schemas.microsoft.com/office/drawing/2014/main" id="{145831C9-05F7-457E-A25E-4F92D008E8AE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02027" y="5351688"/>
                <a:ext cx="4430" cy="1422"/>
              </a:xfrm>
              <a:custGeom>
                <a:avLst/>
                <a:gdLst>
                  <a:gd name="T0" fmla="*/ 10 w 14"/>
                  <a:gd name="T1" fmla="*/ 0 h 4"/>
                  <a:gd name="T2" fmla="*/ 0 w 14"/>
                  <a:gd name="T3" fmla="*/ 0 h 4"/>
                  <a:gd name="T4" fmla="*/ 0 w 14"/>
                  <a:gd name="T5" fmla="*/ 4 h 4"/>
                  <a:gd name="T6" fmla="*/ 14 w 14"/>
                  <a:gd name="T7" fmla="*/ 4 h 4"/>
                  <a:gd name="T8" fmla="*/ 10 w 1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4">
                    <a:moveTo>
                      <a:pt x="1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4" y="4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3" name="Freeform 184">
                <a:extLst>
                  <a:ext uri="{FF2B5EF4-FFF2-40B4-BE49-F238E27FC236}">
                    <a16:creationId xmlns:a16="http://schemas.microsoft.com/office/drawing/2014/main" id="{5D212E55-DD42-4A63-9DE1-50EFEF86EEC0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867726" y="5369562"/>
                <a:ext cx="3692" cy="2133"/>
              </a:xfrm>
              <a:custGeom>
                <a:avLst/>
                <a:gdLst>
                  <a:gd name="T0" fmla="*/ 10 w 10"/>
                  <a:gd name="T1" fmla="*/ 4 h 6"/>
                  <a:gd name="T2" fmla="*/ 0 w 10"/>
                  <a:gd name="T3" fmla="*/ 0 h 6"/>
                  <a:gd name="T4" fmla="*/ 0 w 10"/>
                  <a:gd name="T5" fmla="*/ 4 h 6"/>
                  <a:gd name="T6" fmla="*/ 10 w 10"/>
                  <a:gd name="T7" fmla="*/ 6 h 6"/>
                  <a:gd name="T8" fmla="*/ 10 w 10"/>
                  <a:gd name="T9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10" y="4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0" y="6"/>
                    </a:lnTo>
                    <a:lnTo>
                      <a:pt x="10" y="4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4" name="Freeform 185">
                <a:extLst>
                  <a:ext uri="{FF2B5EF4-FFF2-40B4-BE49-F238E27FC236}">
                    <a16:creationId xmlns:a16="http://schemas.microsoft.com/office/drawing/2014/main" id="{F654F5E9-E574-4DBA-A1BA-91BF4766893C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833363" y="5357450"/>
                <a:ext cx="11810" cy="3203"/>
              </a:xfrm>
              <a:custGeom>
                <a:avLst/>
                <a:gdLst>
                  <a:gd name="T0" fmla="*/ 8 w 33"/>
                  <a:gd name="T1" fmla="*/ 11 h 11"/>
                  <a:gd name="T2" fmla="*/ 33 w 33"/>
                  <a:gd name="T3" fmla="*/ 3 h 11"/>
                  <a:gd name="T4" fmla="*/ 21 w 33"/>
                  <a:gd name="T5" fmla="*/ 0 h 11"/>
                  <a:gd name="T6" fmla="*/ 0 w 33"/>
                  <a:gd name="T7" fmla="*/ 11 h 11"/>
                  <a:gd name="T8" fmla="*/ 8 w 33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1">
                    <a:moveTo>
                      <a:pt x="8" y="11"/>
                    </a:moveTo>
                    <a:lnTo>
                      <a:pt x="33" y="3"/>
                    </a:lnTo>
                    <a:lnTo>
                      <a:pt x="21" y="0"/>
                    </a:lnTo>
                    <a:lnTo>
                      <a:pt x="0" y="11"/>
                    </a:lnTo>
                    <a:lnTo>
                      <a:pt x="8" y="11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5" name="Freeform 186">
                <a:extLst>
                  <a:ext uri="{FF2B5EF4-FFF2-40B4-BE49-F238E27FC236}">
                    <a16:creationId xmlns:a16="http://schemas.microsoft.com/office/drawing/2014/main" id="{3A3ED584-F4D4-4699-8C42-A5BA29E591C0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902027" y="5351688"/>
                <a:ext cx="4430" cy="1422"/>
              </a:xfrm>
              <a:custGeom>
                <a:avLst/>
                <a:gdLst>
                  <a:gd name="T0" fmla="*/ 10 w 14"/>
                  <a:gd name="T1" fmla="*/ 0 h 4"/>
                  <a:gd name="T2" fmla="*/ 0 w 14"/>
                  <a:gd name="T3" fmla="*/ 0 h 4"/>
                  <a:gd name="T4" fmla="*/ 0 w 14"/>
                  <a:gd name="T5" fmla="*/ 4 h 4"/>
                  <a:gd name="T6" fmla="*/ 14 w 14"/>
                  <a:gd name="T7" fmla="*/ 4 h 4"/>
                  <a:gd name="T8" fmla="*/ 10 w 1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4">
                    <a:moveTo>
                      <a:pt x="1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4" y="4"/>
                    </a:lnTo>
                    <a:lnTo>
                      <a:pt x="10" y="0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6" name="Freeform 187">
                <a:extLst>
                  <a:ext uri="{FF2B5EF4-FFF2-40B4-BE49-F238E27FC236}">
                    <a16:creationId xmlns:a16="http://schemas.microsoft.com/office/drawing/2014/main" id="{E946A9AF-BB49-4A92-928F-C3FD436C521A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886691" y="5366615"/>
                <a:ext cx="2216" cy="1422"/>
              </a:xfrm>
              <a:custGeom>
                <a:avLst/>
                <a:gdLst>
                  <a:gd name="T0" fmla="*/ 6 w 6"/>
                  <a:gd name="T1" fmla="*/ 0 h 4"/>
                  <a:gd name="T2" fmla="*/ 0 w 6"/>
                  <a:gd name="T3" fmla="*/ 2 h 4"/>
                  <a:gd name="T4" fmla="*/ 2 w 6"/>
                  <a:gd name="T5" fmla="*/ 4 h 4"/>
                  <a:gd name="T6" fmla="*/ 6 w 6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lnTo>
                      <a:pt x="0" y="2"/>
                    </a:lnTo>
                    <a:lnTo>
                      <a:pt x="2" y="4"/>
                    </a:lnTo>
                    <a:lnTo>
                      <a:pt x="6" y="0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7" name="Freeform 188">
                <a:extLst>
                  <a:ext uri="{FF2B5EF4-FFF2-40B4-BE49-F238E27FC236}">
                    <a16:creationId xmlns:a16="http://schemas.microsoft.com/office/drawing/2014/main" id="{985C8750-D578-45E2-A839-4F549CC52589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867726" y="5369562"/>
                <a:ext cx="3692" cy="2133"/>
              </a:xfrm>
              <a:custGeom>
                <a:avLst/>
                <a:gdLst>
                  <a:gd name="T0" fmla="*/ 10 w 10"/>
                  <a:gd name="T1" fmla="*/ 4 h 6"/>
                  <a:gd name="T2" fmla="*/ 0 w 10"/>
                  <a:gd name="T3" fmla="*/ 0 h 6"/>
                  <a:gd name="T4" fmla="*/ 0 w 10"/>
                  <a:gd name="T5" fmla="*/ 4 h 6"/>
                  <a:gd name="T6" fmla="*/ 10 w 10"/>
                  <a:gd name="T7" fmla="*/ 6 h 6"/>
                  <a:gd name="T8" fmla="*/ 10 w 10"/>
                  <a:gd name="T9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10" y="4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0" y="6"/>
                    </a:lnTo>
                    <a:lnTo>
                      <a:pt x="10" y="4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8" name="Freeform 189">
                <a:extLst>
                  <a:ext uri="{FF2B5EF4-FFF2-40B4-BE49-F238E27FC236}">
                    <a16:creationId xmlns:a16="http://schemas.microsoft.com/office/drawing/2014/main" id="{343CA7CD-CB04-41D7-BAC7-95A9C7E9563C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833363" y="5357450"/>
                <a:ext cx="11810" cy="3203"/>
              </a:xfrm>
              <a:custGeom>
                <a:avLst/>
                <a:gdLst>
                  <a:gd name="T0" fmla="*/ 8 w 33"/>
                  <a:gd name="T1" fmla="*/ 11 h 11"/>
                  <a:gd name="T2" fmla="*/ 33 w 33"/>
                  <a:gd name="T3" fmla="*/ 3 h 11"/>
                  <a:gd name="T4" fmla="*/ 21 w 33"/>
                  <a:gd name="T5" fmla="*/ 0 h 11"/>
                  <a:gd name="T6" fmla="*/ 0 w 33"/>
                  <a:gd name="T7" fmla="*/ 11 h 11"/>
                  <a:gd name="T8" fmla="*/ 8 w 33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1">
                    <a:moveTo>
                      <a:pt x="8" y="11"/>
                    </a:moveTo>
                    <a:lnTo>
                      <a:pt x="33" y="3"/>
                    </a:lnTo>
                    <a:lnTo>
                      <a:pt x="21" y="0"/>
                    </a:lnTo>
                    <a:lnTo>
                      <a:pt x="0" y="11"/>
                    </a:lnTo>
                    <a:lnTo>
                      <a:pt x="8" y="11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9" name="Freeform 191">
                <a:extLst>
                  <a:ext uri="{FF2B5EF4-FFF2-40B4-BE49-F238E27FC236}">
                    <a16:creationId xmlns:a16="http://schemas.microsoft.com/office/drawing/2014/main" id="{9822B1A7-54BF-4DC6-87A3-F622BE1BE5C0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768571" y="5331992"/>
                <a:ext cx="67541" cy="19563"/>
              </a:xfrm>
              <a:custGeom>
                <a:avLst/>
                <a:gdLst>
                  <a:gd name="T0" fmla="*/ 235 w 254"/>
                  <a:gd name="T1" fmla="*/ 47 h 90"/>
                  <a:gd name="T2" fmla="*/ 220 w 254"/>
                  <a:gd name="T3" fmla="*/ 70 h 90"/>
                  <a:gd name="T4" fmla="*/ 203 w 254"/>
                  <a:gd name="T5" fmla="*/ 80 h 90"/>
                  <a:gd name="T6" fmla="*/ 159 w 254"/>
                  <a:gd name="T7" fmla="*/ 86 h 90"/>
                  <a:gd name="T8" fmla="*/ 86 w 254"/>
                  <a:gd name="T9" fmla="*/ 82 h 90"/>
                  <a:gd name="T10" fmla="*/ 46 w 254"/>
                  <a:gd name="T11" fmla="*/ 90 h 90"/>
                  <a:gd name="T12" fmla="*/ 11 w 254"/>
                  <a:gd name="T13" fmla="*/ 88 h 90"/>
                  <a:gd name="T14" fmla="*/ 15 w 254"/>
                  <a:gd name="T15" fmla="*/ 44 h 90"/>
                  <a:gd name="T16" fmla="*/ 0 w 254"/>
                  <a:gd name="T17" fmla="*/ 24 h 90"/>
                  <a:gd name="T18" fmla="*/ 15 w 254"/>
                  <a:gd name="T19" fmla="*/ 15 h 90"/>
                  <a:gd name="T20" fmla="*/ 15 w 254"/>
                  <a:gd name="T21" fmla="*/ 1 h 90"/>
                  <a:gd name="T22" fmla="*/ 28 w 254"/>
                  <a:gd name="T23" fmla="*/ 3 h 90"/>
                  <a:gd name="T24" fmla="*/ 53 w 254"/>
                  <a:gd name="T25" fmla="*/ 1 h 90"/>
                  <a:gd name="T26" fmla="*/ 74 w 254"/>
                  <a:gd name="T27" fmla="*/ 0 h 90"/>
                  <a:gd name="T28" fmla="*/ 139 w 254"/>
                  <a:gd name="T29" fmla="*/ 0 h 90"/>
                  <a:gd name="T30" fmla="*/ 189 w 254"/>
                  <a:gd name="T31" fmla="*/ 5 h 90"/>
                  <a:gd name="T32" fmla="*/ 203 w 254"/>
                  <a:gd name="T33" fmla="*/ 0 h 90"/>
                  <a:gd name="T34" fmla="*/ 249 w 254"/>
                  <a:gd name="T35" fmla="*/ 13 h 90"/>
                  <a:gd name="T36" fmla="*/ 254 w 254"/>
                  <a:gd name="T37" fmla="*/ 26 h 90"/>
                  <a:gd name="T38" fmla="*/ 251 w 254"/>
                  <a:gd name="T39" fmla="*/ 36 h 90"/>
                  <a:gd name="T40" fmla="*/ 235 w 254"/>
                  <a:gd name="T4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4" h="90">
                    <a:moveTo>
                      <a:pt x="235" y="47"/>
                    </a:moveTo>
                    <a:lnTo>
                      <a:pt x="220" y="70"/>
                    </a:lnTo>
                    <a:lnTo>
                      <a:pt x="203" y="80"/>
                    </a:lnTo>
                    <a:lnTo>
                      <a:pt x="159" y="86"/>
                    </a:lnTo>
                    <a:lnTo>
                      <a:pt x="86" y="82"/>
                    </a:lnTo>
                    <a:lnTo>
                      <a:pt x="46" y="90"/>
                    </a:lnTo>
                    <a:lnTo>
                      <a:pt x="11" y="88"/>
                    </a:lnTo>
                    <a:lnTo>
                      <a:pt x="15" y="44"/>
                    </a:lnTo>
                    <a:lnTo>
                      <a:pt x="0" y="24"/>
                    </a:lnTo>
                    <a:lnTo>
                      <a:pt x="15" y="15"/>
                    </a:lnTo>
                    <a:lnTo>
                      <a:pt x="15" y="1"/>
                    </a:lnTo>
                    <a:lnTo>
                      <a:pt x="28" y="3"/>
                    </a:lnTo>
                    <a:lnTo>
                      <a:pt x="53" y="1"/>
                    </a:lnTo>
                    <a:lnTo>
                      <a:pt x="74" y="0"/>
                    </a:lnTo>
                    <a:lnTo>
                      <a:pt x="139" y="0"/>
                    </a:lnTo>
                    <a:lnTo>
                      <a:pt x="189" y="5"/>
                    </a:lnTo>
                    <a:lnTo>
                      <a:pt x="203" y="0"/>
                    </a:lnTo>
                    <a:lnTo>
                      <a:pt x="249" y="13"/>
                    </a:lnTo>
                    <a:lnTo>
                      <a:pt x="254" y="26"/>
                    </a:lnTo>
                    <a:lnTo>
                      <a:pt x="251" y="36"/>
                    </a:lnTo>
                    <a:lnTo>
                      <a:pt x="235" y="47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0" name="Freeform 210">
                <a:extLst>
                  <a:ext uri="{FF2B5EF4-FFF2-40B4-BE49-F238E27FC236}">
                    <a16:creationId xmlns:a16="http://schemas.microsoft.com/office/drawing/2014/main" id="{CB64FA37-BEC7-4B21-859A-9F119CF72037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720666" y="5269004"/>
                <a:ext cx="11810" cy="4626"/>
              </a:xfrm>
              <a:custGeom>
                <a:avLst/>
                <a:gdLst>
                  <a:gd name="T0" fmla="*/ 19 w 44"/>
                  <a:gd name="T1" fmla="*/ 23 h 23"/>
                  <a:gd name="T2" fmla="*/ 9 w 44"/>
                  <a:gd name="T3" fmla="*/ 19 h 23"/>
                  <a:gd name="T4" fmla="*/ 0 w 44"/>
                  <a:gd name="T5" fmla="*/ 6 h 23"/>
                  <a:gd name="T6" fmla="*/ 5 w 44"/>
                  <a:gd name="T7" fmla="*/ 0 h 23"/>
                  <a:gd name="T8" fmla="*/ 38 w 44"/>
                  <a:gd name="T9" fmla="*/ 18 h 23"/>
                  <a:gd name="T10" fmla="*/ 44 w 44"/>
                  <a:gd name="T11" fmla="*/ 19 h 23"/>
                  <a:gd name="T12" fmla="*/ 42 w 44"/>
                  <a:gd name="T13" fmla="*/ 23 h 23"/>
                  <a:gd name="T14" fmla="*/ 19 w 44"/>
                  <a:gd name="T15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" h="23">
                    <a:moveTo>
                      <a:pt x="19" y="23"/>
                    </a:moveTo>
                    <a:lnTo>
                      <a:pt x="9" y="19"/>
                    </a:lnTo>
                    <a:lnTo>
                      <a:pt x="0" y="6"/>
                    </a:lnTo>
                    <a:lnTo>
                      <a:pt x="5" y="0"/>
                    </a:lnTo>
                    <a:lnTo>
                      <a:pt x="38" y="18"/>
                    </a:lnTo>
                    <a:lnTo>
                      <a:pt x="44" y="19"/>
                    </a:lnTo>
                    <a:lnTo>
                      <a:pt x="42" y="23"/>
                    </a:lnTo>
                    <a:lnTo>
                      <a:pt x="19" y="23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1" name="Freeform 211">
                <a:extLst>
                  <a:ext uri="{FF2B5EF4-FFF2-40B4-BE49-F238E27FC236}">
                    <a16:creationId xmlns:a16="http://schemas.microsoft.com/office/drawing/2014/main" id="{5816BBC5-F9E3-41D1-B889-9F1772161A23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720666" y="5269004"/>
                <a:ext cx="11810" cy="4626"/>
              </a:xfrm>
              <a:custGeom>
                <a:avLst/>
                <a:gdLst>
                  <a:gd name="T0" fmla="*/ 19 w 44"/>
                  <a:gd name="T1" fmla="*/ 23 h 23"/>
                  <a:gd name="T2" fmla="*/ 9 w 44"/>
                  <a:gd name="T3" fmla="*/ 19 h 23"/>
                  <a:gd name="T4" fmla="*/ 0 w 44"/>
                  <a:gd name="T5" fmla="*/ 6 h 23"/>
                  <a:gd name="T6" fmla="*/ 5 w 44"/>
                  <a:gd name="T7" fmla="*/ 0 h 23"/>
                  <a:gd name="T8" fmla="*/ 38 w 44"/>
                  <a:gd name="T9" fmla="*/ 18 h 23"/>
                  <a:gd name="T10" fmla="*/ 44 w 44"/>
                  <a:gd name="T11" fmla="*/ 19 h 23"/>
                  <a:gd name="T12" fmla="*/ 42 w 44"/>
                  <a:gd name="T13" fmla="*/ 23 h 23"/>
                  <a:gd name="T14" fmla="*/ 19 w 44"/>
                  <a:gd name="T15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" h="23">
                    <a:moveTo>
                      <a:pt x="19" y="23"/>
                    </a:moveTo>
                    <a:lnTo>
                      <a:pt x="9" y="19"/>
                    </a:lnTo>
                    <a:lnTo>
                      <a:pt x="0" y="6"/>
                    </a:lnTo>
                    <a:lnTo>
                      <a:pt x="5" y="0"/>
                    </a:lnTo>
                    <a:lnTo>
                      <a:pt x="38" y="18"/>
                    </a:lnTo>
                    <a:lnTo>
                      <a:pt x="44" y="19"/>
                    </a:lnTo>
                    <a:lnTo>
                      <a:pt x="42" y="23"/>
                    </a:lnTo>
                    <a:lnTo>
                      <a:pt x="19" y="23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2" name="Freeform 212">
                <a:extLst>
                  <a:ext uri="{FF2B5EF4-FFF2-40B4-BE49-F238E27FC236}">
                    <a16:creationId xmlns:a16="http://schemas.microsoft.com/office/drawing/2014/main" id="{A36E4F6A-BDDF-4885-8224-D8EC10052625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718333" y="5222073"/>
                <a:ext cx="3323" cy="5337"/>
              </a:xfrm>
              <a:custGeom>
                <a:avLst/>
                <a:gdLst>
                  <a:gd name="T0" fmla="*/ 4 w 11"/>
                  <a:gd name="T1" fmla="*/ 23 h 23"/>
                  <a:gd name="T2" fmla="*/ 0 w 11"/>
                  <a:gd name="T3" fmla="*/ 11 h 23"/>
                  <a:gd name="T4" fmla="*/ 4 w 11"/>
                  <a:gd name="T5" fmla="*/ 0 h 23"/>
                  <a:gd name="T6" fmla="*/ 11 w 11"/>
                  <a:gd name="T7" fmla="*/ 5 h 23"/>
                  <a:gd name="T8" fmla="*/ 6 w 11"/>
                  <a:gd name="T9" fmla="*/ 21 h 23"/>
                  <a:gd name="T10" fmla="*/ 4 w 11"/>
                  <a:gd name="T11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23">
                    <a:moveTo>
                      <a:pt x="4" y="23"/>
                    </a:moveTo>
                    <a:lnTo>
                      <a:pt x="0" y="11"/>
                    </a:lnTo>
                    <a:lnTo>
                      <a:pt x="4" y="0"/>
                    </a:lnTo>
                    <a:lnTo>
                      <a:pt x="11" y="5"/>
                    </a:lnTo>
                    <a:lnTo>
                      <a:pt x="6" y="21"/>
                    </a:lnTo>
                    <a:lnTo>
                      <a:pt x="4" y="23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3" name="Freeform 213">
                <a:extLst>
                  <a:ext uri="{FF2B5EF4-FFF2-40B4-BE49-F238E27FC236}">
                    <a16:creationId xmlns:a16="http://schemas.microsoft.com/office/drawing/2014/main" id="{BBBEC185-2456-487C-8745-81758AE9DC26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718333" y="5222073"/>
                <a:ext cx="3323" cy="5337"/>
              </a:xfrm>
              <a:custGeom>
                <a:avLst/>
                <a:gdLst>
                  <a:gd name="T0" fmla="*/ 4 w 11"/>
                  <a:gd name="T1" fmla="*/ 23 h 23"/>
                  <a:gd name="T2" fmla="*/ 0 w 11"/>
                  <a:gd name="T3" fmla="*/ 11 h 23"/>
                  <a:gd name="T4" fmla="*/ 4 w 11"/>
                  <a:gd name="T5" fmla="*/ 0 h 23"/>
                  <a:gd name="T6" fmla="*/ 11 w 11"/>
                  <a:gd name="T7" fmla="*/ 5 h 23"/>
                  <a:gd name="T8" fmla="*/ 6 w 11"/>
                  <a:gd name="T9" fmla="*/ 21 h 23"/>
                  <a:gd name="T10" fmla="*/ 4 w 11"/>
                  <a:gd name="T11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23">
                    <a:moveTo>
                      <a:pt x="4" y="23"/>
                    </a:moveTo>
                    <a:lnTo>
                      <a:pt x="0" y="11"/>
                    </a:lnTo>
                    <a:lnTo>
                      <a:pt x="4" y="0"/>
                    </a:lnTo>
                    <a:lnTo>
                      <a:pt x="11" y="5"/>
                    </a:lnTo>
                    <a:lnTo>
                      <a:pt x="6" y="21"/>
                    </a:lnTo>
                    <a:lnTo>
                      <a:pt x="4" y="23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4" name="Freeform 214">
                <a:extLst>
                  <a:ext uri="{FF2B5EF4-FFF2-40B4-BE49-F238E27FC236}">
                    <a16:creationId xmlns:a16="http://schemas.microsoft.com/office/drawing/2014/main" id="{C5771397-7EAC-4103-A9F7-4D739368345C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702110" y="5236967"/>
                <a:ext cx="3692" cy="2133"/>
              </a:xfrm>
              <a:custGeom>
                <a:avLst/>
                <a:gdLst>
                  <a:gd name="T0" fmla="*/ 0 w 14"/>
                  <a:gd name="T1" fmla="*/ 8 h 10"/>
                  <a:gd name="T2" fmla="*/ 4 w 14"/>
                  <a:gd name="T3" fmla="*/ 0 h 10"/>
                  <a:gd name="T4" fmla="*/ 14 w 14"/>
                  <a:gd name="T5" fmla="*/ 4 h 10"/>
                  <a:gd name="T6" fmla="*/ 8 w 14"/>
                  <a:gd name="T7" fmla="*/ 10 h 10"/>
                  <a:gd name="T8" fmla="*/ 0 w 14"/>
                  <a:gd name="T9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0">
                    <a:moveTo>
                      <a:pt x="0" y="8"/>
                    </a:moveTo>
                    <a:lnTo>
                      <a:pt x="4" y="0"/>
                    </a:lnTo>
                    <a:lnTo>
                      <a:pt x="14" y="4"/>
                    </a:lnTo>
                    <a:lnTo>
                      <a:pt x="8" y="10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5" name="Freeform 215">
                <a:extLst>
                  <a:ext uri="{FF2B5EF4-FFF2-40B4-BE49-F238E27FC236}">
                    <a16:creationId xmlns:a16="http://schemas.microsoft.com/office/drawing/2014/main" id="{5A38B6D1-945C-4F11-B107-4FC751AD1ED5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702110" y="5236967"/>
                <a:ext cx="3692" cy="2133"/>
              </a:xfrm>
              <a:custGeom>
                <a:avLst/>
                <a:gdLst>
                  <a:gd name="T0" fmla="*/ 0 w 14"/>
                  <a:gd name="T1" fmla="*/ 8 h 10"/>
                  <a:gd name="T2" fmla="*/ 4 w 14"/>
                  <a:gd name="T3" fmla="*/ 0 h 10"/>
                  <a:gd name="T4" fmla="*/ 14 w 14"/>
                  <a:gd name="T5" fmla="*/ 4 h 10"/>
                  <a:gd name="T6" fmla="*/ 8 w 14"/>
                  <a:gd name="T7" fmla="*/ 10 h 10"/>
                  <a:gd name="T8" fmla="*/ 0 w 14"/>
                  <a:gd name="T9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0">
                    <a:moveTo>
                      <a:pt x="0" y="8"/>
                    </a:moveTo>
                    <a:lnTo>
                      <a:pt x="4" y="0"/>
                    </a:lnTo>
                    <a:lnTo>
                      <a:pt x="14" y="4"/>
                    </a:lnTo>
                    <a:lnTo>
                      <a:pt x="8" y="10"/>
                    </a:lnTo>
                    <a:lnTo>
                      <a:pt x="0" y="8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6" name="Freeform 216">
                <a:extLst>
                  <a:ext uri="{FF2B5EF4-FFF2-40B4-BE49-F238E27FC236}">
                    <a16:creationId xmlns:a16="http://schemas.microsoft.com/office/drawing/2014/main" id="{0798A6F7-E460-4CF6-A427-0D1C08A5B44E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657777" y="5234959"/>
                <a:ext cx="12182" cy="8534"/>
              </a:xfrm>
              <a:custGeom>
                <a:avLst/>
                <a:gdLst>
                  <a:gd name="T0" fmla="*/ 0 w 50"/>
                  <a:gd name="T1" fmla="*/ 4 h 39"/>
                  <a:gd name="T2" fmla="*/ 0 w 50"/>
                  <a:gd name="T3" fmla="*/ 0 h 39"/>
                  <a:gd name="T4" fmla="*/ 6 w 50"/>
                  <a:gd name="T5" fmla="*/ 0 h 39"/>
                  <a:gd name="T6" fmla="*/ 36 w 50"/>
                  <a:gd name="T7" fmla="*/ 29 h 39"/>
                  <a:gd name="T8" fmla="*/ 50 w 50"/>
                  <a:gd name="T9" fmla="*/ 39 h 39"/>
                  <a:gd name="T10" fmla="*/ 0 w 50"/>
                  <a:gd name="T11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" h="39">
                    <a:moveTo>
                      <a:pt x="0" y="4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36" y="29"/>
                    </a:lnTo>
                    <a:lnTo>
                      <a:pt x="50" y="39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7" name="Freeform 217">
                <a:extLst>
                  <a:ext uri="{FF2B5EF4-FFF2-40B4-BE49-F238E27FC236}">
                    <a16:creationId xmlns:a16="http://schemas.microsoft.com/office/drawing/2014/main" id="{0F025056-DAB1-456A-B249-300DE68E1833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657777" y="5234959"/>
                <a:ext cx="12182" cy="8534"/>
              </a:xfrm>
              <a:custGeom>
                <a:avLst/>
                <a:gdLst>
                  <a:gd name="T0" fmla="*/ 0 w 50"/>
                  <a:gd name="T1" fmla="*/ 4 h 39"/>
                  <a:gd name="T2" fmla="*/ 0 w 50"/>
                  <a:gd name="T3" fmla="*/ 0 h 39"/>
                  <a:gd name="T4" fmla="*/ 6 w 50"/>
                  <a:gd name="T5" fmla="*/ 0 h 39"/>
                  <a:gd name="T6" fmla="*/ 36 w 50"/>
                  <a:gd name="T7" fmla="*/ 29 h 39"/>
                  <a:gd name="T8" fmla="*/ 50 w 50"/>
                  <a:gd name="T9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39">
                    <a:moveTo>
                      <a:pt x="0" y="4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36" y="29"/>
                    </a:lnTo>
                    <a:lnTo>
                      <a:pt x="50" y="39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8" name="Freeform 218">
                <a:extLst>
                  <a:ext uri="{FF2B5EF4-FFF2-40B4-BE49-F238E27FC236}">
                    <a16:creationId xmlns:a16="http://schemas.microsoft.com/office/drawing/2014/main" id="{EE69D670-C689-4FD1-AB20-3648A397066D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657814" y="5235667"/>
                <a:ext cx="12182" cy="7822"/>
              </a:xfrm>
              <a:custGeom>
                <a:avLst/>
                <a:gdLst>
                  <a:gd name="T0" fmla="*/ 29 w 50"/>
                  <a:gd name="T1" fmla="*/ 23 h 35"/>
                  <a:gd name="T2" fmla="*/ 50 w 50"/>
                  <a:gd name="T3" fmla="*/ 35 h 35"/>
                  <a:gd name="T4" fmla="*/ 29 w 50"/>
                  <a:gd name="T5" fmla="*/ 23 h 35"/>
                  <a:gd name="T6" fmla="*/ 0 w 50"/>
                  <a:gd name="T7" fmla="*/ 0 h 35"/>
                  <a:gd name="T8" fmla="*/ 29 w 50"/>
                  <a:gd name="T9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35">
                    <a:moveTo>
                      <a:pt x="29" y="23"/>
                    </a:moveTo>
                    <a:lnTo>
                      <a:pt x="50" y="35"/>
                    </a:lnTo>
                    <a:lnTo>
                      <a:pt x="29" y="23"/>
                    </a:lnTo>
                    <a:lnTo>
                      <a:pt x="0" y="0"/>
                    </a:lnTo>
                    <a:lnTo>
                      <a:pt x="29" y="23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9" name="Freeform 219">
                <a:extLst>
                  <a:ext uri="{FF2B5EF4-FFF2-40B4-BE49-F238E27FC236}">
                    <a16:creationId xmlns:a16="http://schemas.microsoft.com/office/drawing/2014/main" id="{A58A27BD-4630-4082-BADA-FC9BCECFD18C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657814" y="5235667"/>
                <a:ext cx="12182" cy="7822"/>
              </a:xfrm>
              <a:custGeom>
                <a:avLst/>
                <a:gdLst>
                  <a:gd name="T0" fmla="*/ 29 w 50"/>
                  <a:gd name="T1" fmla="*/ 23 h 35"/>
                  <a:gd name="T2" fmla="*/ 50 w 50"/>
                  <a:gd name="T3" fmla="*/ 35 h 35"/>
                  <a:gd name="T4" fmla="*/ 29 w 50"/>
                  <a:gd name="T5" fmla="*/ 23 h 35"/>
                  <a:gd name="T6" fmla="*/ 0 w 50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35">
                    <a:moveTo>
                      <a:pt x="29" y="23"/>
                    </a:moveTo>
                    <a:lnTo>
                      <a:pt x="50" y="35"/>
                    </a:lnTo>
                    <a:lnTo>
                      <a:pt x="29" y="23"/>
                    </a:lnTo>
                    <a:lnTo>
                      <a:pt x="0" y="0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0" name="Freeform 220">
                <a:extLst>
                  <a:ext uri="{FF2B5EF4-FFF2-40B4-BE49-F238E27FC236}">
                    <a16:creationId xmlns:a16="http://schemas.microsoft.com/office/drawing/2014/main" id="{14AB7E9A-2085-4F60-B1E3-8CA2BDC9A7FE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634902" y="5167818"/>
                <a:ext cx="25099" cy="28455"/>
              </a:xfrm>
              <a:custGeom>
                <a:avLst/>
                <a:gdLst>
                  <a:gd name="T0" fmla="*/ 92 w 96"/>
                  <a:gd name="T1" fmla="*/ 111 h 128"/>
                  <a:gd name="T2" fmla="*/ 91 w 96"/>
                  <a:gd name="T3" fmla="*/ 93 h 128"/>
                  <a:gd name="T4" fmla="*/ 96 w 96"/>
                  <a:gd name="T5" fmla="*/ 69 h 128"/>
                  <a:gd name="T6" fmla="*/ 58 w 96"/>
                  <a:gd name="T7" fmla="*/ 30 h 128"/>
                  <a:gd name="T8" fmla="*/ 16 w 96"/>
                  <a:gd name="T9" fmla="*/ 15 h 128"/>
                  <a:gd name="T10" fmla="*/ 2 w 96"/>
                  <a:gd name="T11" fmla="*/ 0 h 128"/>
                  <a:gd name="T12" fmla="*/ 0 w 96"/>
                  <a:gd name="T13" fmla="*/ 0 h 128"/>
                  <a:gd name="T14" fmla="*/ 0 w 96"/>
                  <a:gd name="T15" fmla="*/ 3 h 128"/>
                  <a:gd name="T16" fmla="*/ 0 w 96"/>
                  <a:gd name="T17" fmla="*/ 13 h 128"/>
                  <a:gd name="T18" fmla="*/ 16 w 96"/>
                  <a:gd name="T19" fmla="*/ 21 h 128"/>
                  <a:gd name="T20" fmla="*/ 31 w 96"/>
                  <a:gd name="T21" fmla="*/ 26 h 128"/>
                  <a:gd name="T22" fmla="*/ 58 w 96"/>
                  <a:gd name="T23" fmla="*/ 34 h 128"/>
                  <a:gd name="T24" fmla="*/ 92 w 96"/>
                  <a:gd name="T25" fmla="*/ 67 h 128"/>
                  <a:gd name="T26" fmla="*/ 87 w 96"/>
                  <a:gd name="T27" fmla="*/ 92 h 128"/>
                  <a:gd name="T28" fmla="*/ 81 w 96"/>
                  <a:gd name="T29" fmla="*/ 95 h 128"/>
                  <a:gd name="T30" fmla="*/ 83 w 96"/>
                  <a:gd name="T31" fmla="*/ 107 h 128"/>
                  <a:gd name="T32" fmla="*/ 77 w 96"/>
                  <a:gd name="T33" fmla="*/ 115 h 128"/>
                  <a:gd name="T34" fmla="*/ 71 w 96"/>
                  <a:gd name="T35" fmla="*/ 120 h 128"/>
                  <a:gd name="T36" fmla="*/ 81 w 96"/>
                  <a:gd name="T37" fmla="*/ 128 h 128"/>
                  <a:gd name="T38" fmla="*/ 92 w 96"/>
                  <a:gd name="T39" fmla="*/ 11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6" h="128">
                    <a:moveTo>
                      <a:pt x="92" y="111"/>
                    </a:moveTo>
                    <a:lnTo>
                      <a:pt x="91" y="93"/>
                    </a:lnTo>
                    <a:lnTo>
                      <a:pt x="96" y="69"/>
                    </a:lnTo>
                    <a:lnTo>
                      <a:pt x="58" y="30"/>
                    </a:lnTo>
                    <a:lnTo>
                      <a:pt x="16" y="15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13"/>
                    </a:lnTo>
                    <a:lnTo>
                      <a:pt x="16" y="21"/>
                    </a:lnTo>
                    <a:lnTo>
                      <a:pt x="31" y="26"/>
                    </a:lnTo>
                    <a:lnTo>
                      <a:pt x="58" y="34"/>
                    </a:lnTo>
                    <a:lnTo>
                      <a:pt x="92" y="67"/>
                    </a:lnTo>
                    <a:lnTo>
                      <a:pt x="87" y="92"/>
                    </a:lnTo>
                    <a:lnTo>
                      <a:pt x="81" y="95"/>
                    </a:lnTo>
                    <a:lnTo>
                      <a:pt x="83" y="107"/>
                    </a:lnTo>
                    <a:lnTo>
                      <a:pt x="77" y="115"/>
                    </a:lnTo>
                    <a:lnTo>
                      <a:pt x="71" y="120"/>
                    </a:lnTo>
                    <a:lnTo>
                      <a:pt x="81" y="128"/>
                    </a:lnTo>
                    <a:lnTo>
                      <a:pt x="92" y="111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1" name="Freeform 221">
                <a:extLst>
                  <a:ext uri="{FF2B5EF4-FFF2-40B4-BE49-F238E27FC236}">
                    <a16:creationId xmlns:a16="http://schemas.microsoft.com/office/drawing/2014/main" id="{50838876-DC0C-45D9-8584-9E5FA49EDD3A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634902" y="5167818"/>
                <a:ext cx="25099" cy="28455"/>
              </a:xfrm>
              <a:custGeom>
                <a:avLst/>
                <a:gdLst>
                  <a:gd name="T0" fmla="*/ 92 w 96"/>
                  <a:gd name="T1" fmla="*/ 111 h 128"/>
                  <a:gd name="T2" fmla="*/ 91 w 96"/>
                  <a:gd name="T3" fmla="*/ 93 h 128"/>
                  <a:gd name="T4" fmla="*/ 96 w 96"/>
                  <a:gd name="T5" fmla="*/ 69 h 128"/>
                  <a:gd name="T6" fmla="*/ 58 w 96"/>
                  <a:gd name="T7" fmla="*/ 30 h 128"/>
                  <a:gd name="T8" fmla="*/ 16 w 96"/>
                  <a:gd name="T9" fmla="*/ 15 h 128"/>
                  <a:gd name="T10" fmla="*/ 2 w 96"/>
                  <a:gd name="T11" fmla="*/ 0 h 128"/>
                  <a:gd name="T12" fmla="*/ 0 w 96"/>
                  <a:gd name="T13" fmla="*/ 0 h 128"/>
                  <a:gd name="T14" fmla="*/ 0 w 96"/>
                  <a:gd name="T15" fmla="*/ 3 h 128"/>
                  <a:gd name="T16" fmla="*/ 0 w 96"/>
                  <a:gd name="T17" fmla="*/ 13 h 128"/>
                  <a:gd name="T18" fmla="*/ 16 w 96"/>
                  <a:gd name="T19" fmla="*/ 21 h 128"/>
                  <a:gd name="T20" fmla="*/ 31 w 96"/>
                  <a:gd name="T21" fmla="*/ 26 h 128"/>
                  <a:gd name="T22" fmla="*/ 58 w 96"/>
                  <a:gd name="T23" fmla="*/ 34 h 128"/>
                  <a:gd name="T24" fmla="*/ 92 w 96"/>
                  <a:gd name="T25" fmla="*/ 67 h 128"/>
                  <a:gd name="T26" fmla="*/ 87 w 96"/>
                  <a:gd name="T27" fmla="*/ 92 h 128"/>
                  <a:gd name="T28" fmla="*/ 81 w 96"/>
                  <a:gd name="T29" fmla="*/ 95 h 128"/>
                  <a:gd name="T30" fmla="*/ 83 w 96"/>
                  <a:gd name="T31" fmla="*/ 107 h 128"/>
                  <a:gd name="T32" fmla="*/ 77 w 96"/>
                  <a:gd name="T33" fmla="*/ 115 h 128"/>
                  <a:gd name="T34" fmla="*/ 71 w 96"/>
                  <a:gd name="T35" fmla="*/ 120 h 128"/>
                  <a:gd name="T36" fmla="*/ 81 w 96"/>
                  <a:gd name="T37" fmla="*/ 128 h 128"/>
                  <a:gd name="T38" fmla="*/ 92 w 96"/>
                  <a:gd name="T39" fmla="*/ 11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6" h="128">
                    <a:moveTo>
                      <a:pt x="92" y="111"/>
                    </a:moveTo>
                    <a:lnTo>
                      <a:pt x="91" y="93"/>
                    </a:lnTo>
                    <a:lnTo>
                      <a:pt x="96" y="69"/>
                    </a:lnTo>
                    <a:lnTo>
                      <a:pt x="58" y="30"/>
                    </a:lnTo>
                    <a:lnTo>
                      <a:pt x="16" y="15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13"/>
                    </a:lnTo>
                    <a:lnTo>
                      <a:pt x="16" y="21"/>
                    </a:lnTo>
                    <a:lnTo>
                      <a:pt x="31" y="26"/>
                    </a:lnTo>
                    <a:lnTo>
                      <a:pt x="58" y="34"/>
                    </a:lnTo>
                    <a:lnTo>
                      <a:pt x="92" y="67"/>
                    </a:lnTo>
                    <a:lnTo>
                      <a:pt x="87" y="92"/>
                    </a:lnTo>
                    <a:lnTo>
                      <a:pt x="81" y="95"/>
                    </a:lnTo>
                    <a:lnTo>
                      <a:pt x="83" y="107"/>
                    </a:lnTo>
                    <a:lnTo>
                      <a:pt x="77" y="115"/>
                    </a:lnTo>
                    <a:lnTo>
                      <a:pt x="71" y="120"/>
                    </a:lnTo>
                    <a:lnTo>
                      <a:pt x="81" y="128"/>
                    </a:lnTo>
                    <a:lnTo>
                      <a:pt x="92" y="111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2" name="Freeform 222">
                <a:extLst>
                  <a:ext uri="{FF2B5EF4-FFF2-40B4-BE49-F238E27FC236}">
                    <a16:creationId xmlns:a16="http://schemas.microsoft.com/office/drawing/2014/main" id="{56C0023B-3257-48FD-BF1A-D0A754178130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598119" y="5116696"/>
                <a:ext cx="32110" cy="36992"/>
              </a:xfrm>
              <a:custGeom>
                <a:avLst/>
                <a:gdLst>
                  <a:gd name="T0" fmla="*/ 48 w 121"/>
                  <a:gd name="T1" fmla="*/ 10 h 167"/>
                  <a:gd name="T2" fmla="*/ 102 w 121"/>
                  <a:gd name="T3" fmla="*/ 54 h 167"/>
                  <a:gd name="T4" fmla="*/ 113 w 121"/>
                  <a:gd name="T5" fmla="*/ 62 h 167"/>
                  <a:gd name="T6" fmla="*/ 121 w 121"/>
                  <a:gd name="T7" fmla="*/ 96 h 167"/>
                  <a:gd name="T8" fmla="*/ 100 w 121"/>
                  <a:gd name="T9" fmla="*/ 108 h 167"/>
                  <a:gd name="T10" fmla="*/ 92 w 121"/>
                  <a:gd name="T11" fmla="*/ 167 h 167"/>
                  <a:gd name="T12" fmla="*/ 85 w 121"/>
                  <a:gd name="T13" fmla="*/ 163 h 167"/>
                  <a:gd name="T14" fmla="*/ 83 w 121"/>
                  <a:gd name="T15" fmla="*/ 154 h 167"/>
                  <a:gd name="T16" fmla="*/ 67 w 121"/>
                  <a:gd name="T17" fmla="*/ 148 h 167"/>
                  <a:gd name="T18" fmla="*/ 90 w 121"/>
                  <a:gd name="T19" fmla="*/ 125 h 167"/>
                  <a:gd name="T20" fmla="*/ 85 w 121"/>
                  <a:gd name="T21" fmla="*/ 102 h 167"/>
                  <a:gd name="T22" fmla="*/ 89 w 121"/>
                  <a:gd name="T23" fmla="*/ 85 h 167"/>
                  <a:gd name="T24" fmla="*/ 94 w 121"/>
                  <a:gd name="T25" fmla="*/ 66 h 167"/>
                  <a:gd name="T26" fmla="*/ 73 w 121"/>
                  <a:gd name="T27" fmla="*/ 48 h 167"/>
                  <a:gd name="T28" fmla="*/ 71 w 121"/>
                  <a:gd name="T29" fmla="*/ 37 h 167"/>
                  <a:gd name="T30" fmla="*/ 52 w 121"/>
                  <a:gd name="T31" fmla="*/ 18 h 167"/>
                  <a:gd name="T32" fmla="*/ 48 w 121"/>
                  <a:gd name="T33" fmla="*/ 10 h 167"/>
                  <a:gd name="T34" fmla="*/ 27 w 121"/>
                  <a:gd name="T35" fmla="*/ 2 h 167"/>
                  <a:gd name="T36" fmla="*/ 12 w 121"/>
                  <a:gd name="T37" fmla="*/ 0 h 167"/>
                  <a:gd name="T38" fmla="*/ 0 w 121"/>
                  <a:gd name="T39" fmla="*/ 0 h 167"/>
                  <a:gd name="T40" fmla="*/ 48 w 121"/>
                  <a:gd name="T41" fmla="*/ 1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1" h="167">
                    <a:moveTo>
                      <a:pt x="48" y="10"/>
                    </a:moveTo>
                    <a:lnTo>
                      <a:pt x="102" y="54"/>
                    </a:lnTo>
                    <a:lnTo>
                      <a:pt x="113" y="62"/>
                    </a:lnTo>
                    <a:lnTo>
                      <a:pt x="121" y="96"/>
                    </a:lnTo>
                    <a:lnTo>
                      <a:pt x="100" y="108"/>
                    </a:lnTo>
                    <a:lnTo>
                      <a:pt x="92" y="167"/>
                    </a:lnTo>
                    <a:lnTo>
                      <a:pt x="85" y="163"/>
                    </a:lnTo>
                    <a:lnTo>
                      <a:pt x="83" y="154"/>
                    </a:lnTo>
                    <a:lnTo>
                      <a:pt x="67" y="148"/>
                    </a:lnTo>
                    <a:lnTo>
                      <a:pt x="90" y="125"/>
                    </a:lnTo>
                    <a:lnTo>
                      <a:pt x="85" y="102"/>
                    </a:lnTo>
                    <a:lnTo>
                      <a:pt x="89" y="85"/>
                    </a:lnTo>
                    <a:lnTo>
                      <a:pt x="94" y="66"/>
                    </a:lnTo>
                    <a:lnTo>
                      <a:pt x="73" y="48"/>
                    </a:lnTo>
                    <a:lnTo>
                      <a:pt x="71" y="37"/>
                    </a:lnTo>
                    <a:lnTo>
                      <a:pt x="52" y="18"/>
                    </a:lnTo>
                    <a:lnTo>
                      <a:pt x="48" y="10"/>
                    </a:lnTo>
                    <a:lnTo>
                      <a:pt x="27" y="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48" y="10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3" name="Freeform 223">
                <a:extLst>
                  <a:ext uri="{FF2B5EF4-FFF2-40B4-BE49-F238E27FC236}">
                    <a16:creationId xmlns:a16="http://schemas.microsoft.com/office/drawing/2014/main" id="{5C635A28-C5BA-441D-9F95-FB6AAFBAF1D2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598119" y="5116696"/>
                <a:ext cx="32110" cy="36992"/>
              </a:xfrm>
              <a:custGeom>
                <a:avLst/>
                <a:gdLst>
                  <a:gd name="T0" fmla="*/ 48 w 121"/>
                  <a:gd name="T1" fmla="*/ 10 h 167"/>
                  <a:gd name="T2" fmla="*/ 102 w 121"/>
                  <a:gd name="T3" fmla="*/ 54 h 167"/>
                  <a:gd name="T4" fmla="*/ 113 w 121"/>
                  <a:gd name="T5" fmla="*/ 62 h 167"/>
                  <a:gd name="T6" fmla="*/ 121 w 121"/>
                  <a:gd name="T7" fmla="*/ 96 h 167"/>
                  <a:gd name="T8" fmla="*/ 100 w 121"/>
                  <a:gd name="T9" fmla="*/ 108 h 167"/>
                  <a:gd name="T10" fmla="*/ 92 w 121"/>
                  <a:gd name="T11" fmla="*/ 167 h 167"/>
                  <a:gd name="T12" fmla="*/ 85 w 121"/>
                  <a:gd name="T13" fmla="*/ 163 h 167"/>
                  <a:gd name="T14" fmla="*/ 83 w 121"/>
                  <a:gd name="T15" fmla="*/ 154 h 167"/>
                  <a:gd name="T16" fmla="*/ 67 w 121"/>
                  <a:gd name="T17" fmla="*/ 148 h 167"/>
                  <a:gd name="T18" fmla="*/ 90 w 121"/>
                  <a:gd name="T19" fmla="*/ 125 h 167"/>
                  <a:gd name="T20" fmla="*/ 85 w 121"/>
                  <a:gd name="T21" fmla="*/ 102 h 167"/>
                  <a:gd name="T22" fmla="*/ 89 w 121"/>
                  <a:gd name="T23" fmla="*/ 85 h 167"/>
                  <a:gd name="T24" fmla="*/ 94 w 121"/>
                  <a:gd name="T25" fmla="*/ 66 h 167"/>
                  <a:gd name="T26" fmla="*/ 73 w 121"/>
                  <a:gd name="T27" fmla="*/ 48 h 167"/>
                  <a:gd name="T28" fmla="*/ 71 w 121"/>
                  <a:gd name="T29" fmla="*/ 37 h 167"/>
                  <a:gd name="T30" fmla="*/ 52 w 121"/>
                  <a:gd name="T31" fmla="*/ 18 h 167"/>
                  <a:gd name="T32" fmla="*/ 48 w 121"/>
                  <a:gd name="T33" fmla="*/ 10 h 167"/>
                  <a:gd name="T34" fmla="*/ 27 w 121"/>
                  <a:gd name="T35" fmla="*/ 2 h 167"/>
                  <a:gd name="T36" fmla="*/ 12 w 121"/>
                  <a:gd name="T37" fmla="*/ 0 h 167"/>
                  <a:gd name="T38" fmla="*/ 0 w 121"/>
                  <a:gd name="T39" fmla="*/ 0 h 167"/>
                  <a:gd name="T40" fmla="*/ 48 w 121"/>
                  <a:gd name="T41" fmla="*/ 1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1" h="167">
                    <a:moveTo>
                      <a:pt x="48" y="10"/>
                    </a:moveTo>
                    <a:lnTo>
                      <a:pt x="102" y="54"/>
                    </a:lnTo>
                    <a:lnTo>
                      <a:pt x="113" y="62"/>
                    </a:lnTo>
                    <a:lnTo>
                      <a:pt x="121" y="96"/>
                    </a:lnTo>
                    <a:lnTo>
                      <a:pt x="100" y="108"/>
                    </a:lnTo>
                    <a:lnTo>
                      <a:pt x="92" y="167"/>
                    </a:lnTo>
                    <a:lnTo>
                      <a:pt x="85" y="163"/>
                    </a:lnTo>
                    <a:lnTo>
                      <a:pt x="83" y="154"/>
                    </a:lnTo>
                    <a:lnTo>
                      <a:pt x="67" y="148"/>
                    </a:lnTo>
                    <a:lnTo>
                      <a:pt x="90" y="125"/>
                    </a:lnTo>
                    <a:lnTo>
                      <a:pt x="85" y="102"/>
                    </a:lnTo>
                    <a:lnTo>
                      <a:pt x="89" y="85"/>
                    </a:lnTo>
                    <a:lnTo>
                      <a:pt x="94" y="66"/>
                    </a:lnTo>
                    <a:lnTo>
                      <a:pt x="73" y="48"/>
                    </a:lnTo>
                    <a:lnTo>
                      <a:pt x="71" y="37"/>
                    </a:lnTo>
                    <a:lnTo>
                      <a:pt x="52" y="18"/>
                    </a:lnTo>
                    <a:lnTo>
                      <a:pt x="48" y="10"/>
                    </a:lnTo>
                    <a:lnTo>
                      <a:pt x="27" y="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48" y="10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4" name="Freeform 224">
                <a:extLst>
                  <a:ext uri="{FF2B5EF4-FFF2-40B4-BE49-F238E27FC236}">
                    <a16:creationId xmlns:a16="http://schemas.microsoft.com/office/drawing/2014/main" id="{2BACC30C-606B-4503-836E-FAD5AEDF6D2E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605004" y="5181967"/>
                <a:ext cx="9597" cy="3203"/>
              </a:xfrm>
              <a:custGeom>
                <a:avLst/>
                <a:gdLst>
                  <a:gd name="T0" fmla="*/ 2 w 35"/>
                  <a:gd name="T1" fmla="*/ 14 h 14"/>
                  <a:gd name="T2" fmla="*/ 0 w 35"/>
                  <a:gd name="T3" fmla="*/ 10 h 14"/>
                  <a:gd name="T4" fmla="*/ 16 w 35"/>
                  <a:gd name="T5" fmla="*/ 0 h 14"/>
                  <a:gd name="T6" fmla="*/ 35 w 35"/>
                  <a:gd name="T7" fmla="*/ 4 h 14"/>
                  <a:gd name="T8" fmla="*/ 22 w 35"/>
                  <a:gd name="T9" fmla="*/ 14 h 14"/>
                  <a:gd name="T10" fmla="*/ 2 w 35"/>
                  <a:gd name="T11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14">
                    <a:moveTo>
                      <a:pt x="2" y="14"/>
                    </a:moveTo>
                    <a:lnTo>
                      <a:pt x="0" y="10"/>
                    </a:lnTo>
                    <a:lnTo>
                      <a:pt x="16" y="0"/>
                    </a:lnTo>
                    <a:lnTo>
                      <a:pt x="35" y="4"/>
                    </a:lnTo>
                    <a:lnTo>
                      <a:pt x="22" y="14"/>
                    </a:lnTo>
                    <a:lnTo>
                      <a:pt x="2" y="14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5" name="Freeform 225">
                <a:extLst>
                  <a:ext uri="{FF2B5EF4-FFF2-40B4-BE49-F238E27FC236}">
                    <a16:creationId xmlns:a16="http://schemas.microsoft.com/office/drawing/2014/main" id="{615197D9-6DF9-40B0-87BC-846E3504216E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605004" y="5181967"/>
                <a:ext cx="9597" cy="3203"/>
              </a:xfrm>
              <a:custGeom>
                <a:avLst/>
                <a:gdLst>
                  <a:gd name="T0" fmla="*/ 2 w 35"/>
                  <a:gd name="T1" fmla="*/ 14 h 14"/>
                  <a:gd name="T2" fmla="*/ 0 w 35"/>
                  <a:gd name="T3" fmla="*/ 10 h 14"/>
                  <a:gd name="T4" fmla="*/ 16 w 35"/>
                  <a:gd name="T5" fmla="*/ 0 h 14"/>
                  <a:gd name="T6" fmla="*/ 35 w 35"/>
                  <a:gd name="T7" fmla="*/ 4 h 14"/>
                  <a:gd name="T8" fmla="*/ 22 w 35"/>
                  <a:gd name="T9" fmla="*/ 14 h 14"/>
                  <a:gd name="T10" fmla="*/ 2 w 35"/>
                  <a:gd name="T11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14">
                    <a:moveTo>
                      <a:pt x="2" y="14"/>
                    </a:moveTo>
                    <a:lnTo>
                      <a:pt x="0" y="10"/>
                    </a:lnTo>
                    <a:lnTo>
                      <a:pt x="16" y="0"/>
                    </a:lnTo>
                    <a:lnTo>
                      <a:pt x="35" y="4"/>
                    </a:lnTo>
                    <a:lnTo>
                      <a:pt x="22" y="14"/>
                    </a:lnTo>
                    <a:lnTo>
                      <a:pt x="2" y="14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6" name="Freeform 226">
                <a:extLst>
                  <a:ext uri="{FF2B5EF4-FFF2-40B4-BE49-F238E27FC236}">
                    <a16:creationId xmlns:a16="http://schemas.microsoft.com/office/drawing/2014/main" id="{189ECF05-426F-4E8E-86F2-7AFBA7AF15B5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567730" y="5176856"/>
                <a:ext cx="28050" cy="32366"/>
              </a:xfrm>
              <a:custGeom>
                <a:avLst/>
                <a:gdLst>
                  <a:gd name="T0" fmla="*/ 96 w 106"/>
                  <a:gd name="T1" fmla="*/ 125 h 150"/>
                  <a:gd name="T2" fmla="*/ 106 w 106"/>
                  <a:gd name="T3" fmla="*/ 117 h 150"/>
                  <a:gd name="T4" fmla="*/ 106 w 106"/>
                  <a:gd name="T5" fmla="*/ 107 h 150"/>
                  <a:gd name="T6" fmla="*/ 104 w 106"/>
                  <a:gd name="T7" fmla="*/ 81 h 150"/>
                  <a:gd name="T8" fmla="*/ 92 w 106"/>
                  <a:gd name="T9" fmla="*/ 71 h 150"/>
                  <a:gd name="T10" fmla="*/ 69 w 106"/>
                  <a:gd name="T11" fmla="*/ 23 h 150"/>
                  <a:gd name="T12" fmla="*/ 66 w 106"/>
                  <a:gd name="T13" fmla="*/ 10 h 150"/>
                  <a:gd name="T14" fmla="*/ 43 w 106"/>
                  <a:gd name="T15" fmla="*/ 0 h 150"/>
                  <a:gd name="T16" fmla="*/ 39 w 106"/>
                  <a:gd name="T17" fmla="*/ 0 h 150"/>
                  <a:gd name="T18" fmla="*/ 45 w 106"/>
                  <a:gd name="T19" fmla="*/ 31 h 150"/>
                  <a:gd name="T20" fmla="*/ 35 w 106"/>
                  <a:gd name="T21" fmla="*/ 48 h 150"/>
                  <a:gd name="T22" fmla="*/ 39 w 106"/>
                  <a:gd name="T23" fmla="*/ 54 h 150"/>
                  <a:gd name="T24" fmla="*/ 27 w 106"/>
                  <a:gd name="T25" fmla="*/ 75 h 150"/>
                  <a:gd name="T26" fmla="*/ 41 w 106"/>
                  <a:gd name="T27" fmla="*/ 92 h 150"/>
                  <a:gd name="T28" fmla="*/ 39 w 106"/>
                  <a:gd name="T29" fmla="*/ 100 h 150"/>
                  <a:gd name="T30" fmla="*/ 23 w 106"/>
                  <a:gd name="T31" fmla="*/ 100 h 150"/>
                  <a:gd name="T32" fmla="*/ 20 w 106"/>
                  <a:gd name="T33" fmla="*/ 84 h 150"/>
                  <a:gd name="T34" fmla="*/ 0 w 106"/>
                  <a:gd name="T35" fmla="*/ 94 h 150"/>
                  <a:gd name="T36" fmla="*/ 23 w 106"/>
                  <a:gd name="T37" fmla="*/ 117 h 150"/>
                  <a:gd name="T38" fmla="*/ 45 w 106"/>
                  <a:gd name="T39" fmla="*/ 117 h 150"/>
                  <a:gd name="T40" fmla="*/ 64 w 106"/>
                  <a:gd name="T41" fmla="*/ 150 h 150"/>
                  <a:gd name="T42" fmla="*/ 68 w 106"/>
                  <a:gd name="T43" fmla="*/ 146 h 150"/>
                  <a:gd name="T44" fmla="*/ 73 w 106"/>
                  <a:gd name="T45" fmla="*/ 138 h 150"/>
                  <a:gd name="T46" fmla="*/ 81 w 106"/>
                  <a:gd name="T47" fmla="*/ 138 h 150"/>
                  <a:gd name="T48" fmla="*/ 89 w 106"/>
                  <a:gd name="T49" fmla="*/ 125 h 150"/>
                  <a:gd name="T50" fmla="*/ 96 w 106"/>
                  <a:gd name="T51" fmla="*/ 125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06" h="150">
                    <a:moveTo>
                      <a:pt x="96" y="125"/>
                    </a:moveTo>
                    <a:lnTo>
                      <a:pt x="106" y="117"/>
                    </a:lnTo>
                    <a:lnTo>
                      <a:pt x="106" y="107"/>
                    </a:lnTo>
                    <a:lnTo>
                      <a:pt x="104" y="81"/>
                    </a:lnTo>
                    <a:lnTo>
                      <a:pt x="92" y="71"/>
                    </a:lnTo>
                    <a:lnTo>
                      <a:pt x="69" y="23"/>
                    </a:lnTo>
                    <a:lnTo>
                      <a:pt x="66" y="10"/>
                    </a:lnTo>
                    <a:lnTo>
                      <a:pt x="43" y="0"/>
                    </a:lnTo>
                    <a:lnTo>
                      <a:pt x="39" y="0"/>
                    </a:lnTo>
                    <a:lnTo>
                      <a:pt x="45" y="31"/>
                    </a:lnTo>
                    <a:lnTo>
                      <a:pt x="35" y="48"/>
                    </a:lnTo>
                    <a:lnTo>
                      <a:pt x="39" y="54"/>
                    </a:lnTo>
                    <a:lnTo>
                      <a:pt x="27" y="75"/>
                    </a:lnTo>
                    <a:lnTo>
                      <a:pt x="41" y="92"/>
                    </a:lnTo>
                    <a:lnTo>
                      <a:pt x="39" y="100"/>
                    </a:lnTo>
                    <a:lnTo>
                      <a:pt x="23" y="100"/>
                    </a:lnTo>
                    <a:lnTo>
                      <a:pt x="20" y="84"/>
                    </a:lnTo>
                    <a:lnTo>
                      <a:pt x="0" y="94"/>
                    </a:lnTo>
                    <a:lnTo>
                      <a:pt x="23" y="117"/>
                    </a:lnTo>
                    <a:lnTo>
                      <a:pt x="45" y="117"/>
                    </a:lnTo>
                    <a:lnTo>
                      <a:pt x="64" y="150"/>
                    </a:lnTo>
                    <a:lnTo>
                      <a:pt x="68" y="146"/>
                    </a:lnTo>
                    <a:lnTo>
                      <a:pt x="73" y="138"/>
                    </a:lnTo>
                    <a:lnTo>
                      <a:pt x="81" y="138"/>
                    </a:lnTo>
                    <a:lnTo>
                      <a:pt x="89" y="125"/>
                    </a:lnTo>
                    <a:lnTo>
                      <a:pt x="96" y="125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7" name="Freeform 227">
                <a:extLst>
                  <a:ext uri="{FF2B5EF4-FFF2-40B4-BE49-F238E27FC236}">
                    <a16:creationId xmlns:a16="http://schemas.microsoft.com/office/drawing/2014/main" id="{FDD901B4-51B8-4F29-A2E0-7F070D706B20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567730" y="5176856"/>
                <a:ext cx="28050" cy="32366"/>
              </a:xfrm>
              <a:custGeom>
                <a:avLst/>
                <a:gdLst>
                  <a:gd name="T0" fmla="*/ 96 w 106"/>
                  <a:gd name="T1" fmla="*/ 125 h 150"/>
                  <a:gd name="T2" fmla="*/ 106 w 106"/>
                  <a:gd name="T3" fmla="*/ 117 h 150"/>
                  <a:gd name="T4" fmla="*/ 106 w 106"/>
                  <a:gd name="T5" fmla="*/ 107 h 150"/>
                  <a:gd name="T6" fmla="*/ 104 w 106"/>
                  <a:gd name="T7" fmla="*/ 81 h 150"/>
                  <a:gd name="T8" fmla="*/ 92 w 106"/>
                  <a:gd name="T9" fmla="*/ 71 h 150"/>
                  <a:gd name="T10" fmla="*/ 69 w 106"/>
                  <a:gd name="T11" fmla="*/ 23 h 150"/>
                  <a:gd name="T12" fmla="*/ 66 w 106"/>
                  <a:gd name="T13" fmla="*/ 10 h 150"/>
                  <a:gd name="T14" fmla="*/ 43 w 106"/>
                  <a:gd name="T15" fmla="*/ 0 h 150"/>
                  <a:gd name="T16" fmla="*/ 39 w 106"/>
                  <a:gd name="T17" fmla="*/ 0 h 150"/>
                  <a:gd name="T18" fmla="*/ 45 w 106"/>
                  <a:gd name="T19" fmla="*/ 31 h 150"/>
                  <a:gd name="T20" fmla="*/ 35 w 106"/>
                  <a:gd name="T21" fmla="*/ 48 h 150"/>
                  <a:gd name="T22" fmla="*/ 39 w 106"/>
                  <a:gd name="T23" fmla="*/ 54 h 150"/>
                  <a:gd name="T24" fmla="*/ 27 w 106"/>
                  <a:gd name="T25" fmla="*/ 75 h 150"/>
                  <a:gd name="T26" fmla="*/ 41 w 106"/>
                  <a:gd name="T27" fmla="*/ 92 h 150"/>
                  <a:gd name="T28" fmla="*/ 39 w 106"/>
                  <a:gd name="T29" fmla="*/ 100 h 150"/>
                  <a:gd name="T30" fmla="*/ 23 w 106"/>
                  <a:gd name="T31" fmla="*/ 100 h 150"/>
                  <a:gd name="T32" fmla="*/ 20 w 106"/>
                  <a:gd name="T33" fmla="*/ 84 h 150"/>
                  <a:gd name="T34" fmla="*/ 0 w 106"/>
                  <a:gd name="T35" fmla="*/ 94 h 150"/>
                  <a:gd name="T36" fmla="*/ 23 w 106"/>
                  <a:gd name="T37" fmla="*/ 117 h 150"/>
                  <a:gd name="T38" fmla="*/ 45 w 106"/>
                  <a:gd name="T39" fmla="*/ 117 h 150"/>
                  <a:gd name="T40" fmla="*/ 64 w 106"/>
                  <a:gd name="T41" fmla="*/ 150 h 150"/>
                  <a:gd name="T42" fmla="*/ 68 w 106"/>
                  <a:gd name="T43" fmla="*/ 146 h 150"/>
                  <a:gd name="T44" fmla="*/ 73 w 106"/>
                  <a:gd name="T45" fmla="*/ 138 h 150"/>
                  <a:gd name="T46" fmla="*/ 81 w 106"/>
                  <a:gd name="T47" fmla="*/ 138 h 150"/>
                  <a:gd name="T48" fmla="*/ 89 w 106"/>
                  <a:gd name="T49" fmla="*/ 125 h 150"/>
                  <a:gd name="T50" fmla="*/ 96 w 106"/>
                  <a:gd name="T51" fmla="*/ 125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06" h="150">
                    <a:moveTo>
                      <a:pt x="96" y="125"/>
                    </a:moveTo>
                    <a:lnTo>
                      <a:pt x="106" y="117"/>
                    </a:lnTo>
                    <a:lnTo>
                      <a:pt x="106" y="107"/>
                    </a:lnTo>
                    <a:lnTo>
                      <a:pt x="104" y="81"/>
                    </a:lnTo>
                    <a:lnTo>
                      <a:pt x="92" y="71"/>
                    </a:lnTo>
                    <a:lnTo>
                      <a:pt x="69" y="23"/>
                    </a:lnTo>
                    <a:lnTo>
                      <a:pt x="66" y="10"/>
                    </a:lnTo>
                    <a:lnTo>
                      <a:pt x="43" y="0"/>
                    </a:lnTo>
                    <a:lnTo>
                      <a:pt x="39" y="0"/>
                    </a:lnTo>
                    <a:lnTo>
                      <a:pt x="45" y="31"/>
                    </a:lnTo>
                    <a:lnTo>
                      <a:pt x="35" y="48"/>
                    </a:lnTo>
                    <a:lnTo>
                      <a:pt x="39" y="54"/>
                    </a:lnTo>
                    <a:lnTo>
                      <a:pt x="27" y="75"/>
                    </a:lnTo>
                    <a:lnTo>
                      <a:pt x="41" y="92"/>
                    </a:lnTo>
                    <a:lnTo>
                      <a:pt x="39" y="100"/>
                    </a:lnTo>
                    <a:lnTo>
                      <a:pt x="23" y="100"/>
                    </a:lnTo>
                    <a:lnTo>
                      <a:pt x="20" y="84"/>
                    </a:lnTo>
                    <a:lnTo>
                      <a:pt x="0" y="94"/>
                    </a:lnTo>
                    <a:lnTo>
                      <a:pt x="23" y="117"/>
                    </a:lnTo>
                    <a:lnTo>
                      <a:pt x="45" y="117"/>
                    </a:lnTo>
                    <a:lnTo>
                      <a:pt x="64" y="150"/>
                    </a:lnTo>
                    <a:lnTo>
                      <a:pt x="68" y="146"/>
                    </a:lnTo>
                    <a:lnTo>
                      <a:pt x="73" y="138"/>
                    </a:lnTo>
                    <a:lnTo>
                      <a:pt x="81" y="138"/>
                    </a:lnTo>
                    <a:lnTo>
                      <a:pt x="89" y="125"/>
                    </a:lnTo>
                    <a:lnTo>
                      <a:pt x="96" y="125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8" name="Freeform 228">
                <a:extLst>
                  <a:ext uri="{FF2B5EF4-FFF2-40B4-BE49-F238E27FC236}">
                    <a16:creationId xmlns:a16="http://schemas.microsoft.com/office/drawing/2014/main" id="{2213B2C1-04B4-49F7-B235-B8A1E91C123B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557156" y="5119773"/>
                <a:ext cx="38753" cy="9248"/>
              </a:xfrm>
              <a:custGeom>
                <a:avLst/>
                <a:gdLst>
                  <a:gd name="T0" fmla="*/ 52 w 146"/>
                  <a:gd name="T1" fmla="*/ 34 h 46"/>
                  <a:gd name="T2" fmla="*/ 27 w 146"/>
                  <a:gd name="T3" fmla="*/ 46 h 46"/>
                  <a:gd name="T4" fmla="*/ 0 w 146"/>
                  <a:gd name="T5" fmla="*/ 25 h 46"/>
                  <a:gd name="T6" fmla="*/ 21 w 146"/>
                  <a:gd name="T7" fmla="*/ 30 h 46"/>
                  <a:gd name="T8" fmla="*/ 41 w 146"/>
                  <a:gd name="T9" fmla="*/ 21 h 46"/>
                  <a:gd name="T10" fmla="*/ 46 w 146"/>
                  <a:gd name="T11" fmla="*/ 0 h 46"/>
                  <a:gd name="T12" fmla="*/ 81 w 146"/>
                  <a:gd name="T13" fmla="*/ 13 h 46"/>
                  <a:gd name="T14" fmla="*/ 90 w 146"/>
                  <a:gd name="T15" fmla="*/ 7 h 46"/>
                  <a:gd name="T16" fmla="*/ 134 w 146"/>
                  <a:gd name="T17" fmla="*/ 11 h 46"/>
                  <a:gd name="T18" fmla="*/ 142 w 146"/>
                  <a:gd name="T19" fmla="*/ 7 h 46"/>
                  <a:gd name="T20" fmla="*/ 146 w 146"/>
                  <a:gd name="T21" fmla="*/ 17 h 46"/>
                  <a:gd name="T22" fmla="*/ 138 w 146"/>
                  <a:gd name="T23" fmla="*/ 23 h 46"/>
                  <a:gd name="T24" fmla="*/ 52 w 146"/>
                  <a:gd name="T25" fmla="*/ 3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6" h="46">
                    <a:moveTo>
                      <a:pt x="52" y="34"/>
                    </a:moveTo>
                    <a:lnTo>
                      <a:pt x="27" y="46"/>
                    </a:lnTo>
                    <a:lnTo>
                      <a:pt x="0" y="25"/>
                    </a:lnTo>
                    <a:lnTo>
                      <a:pt x="21" y="30"/>
                    </a:lnTo>
                    <a:lnTo>
                      <a:pt x="41" y="21"/>
                    </a:lnTo>
                    <a:lnTo>
                      <a:pt x="46" y="0"/>
                    </a:lnTo>
                    <a:lnTo>
                      <a:pt x="81" y="13"/>
                    </a:lnTo>
                    <a:lnTo>
                      <a:pt x="90" y="7"/>
                    </a:lnTo>
                    <a:lnTo>
                      <a:pt x="134" y="11"/>
                    </a:lnTo>
                    <a:lnTo>
                      <a:pt x="142" y="7"/>
                    </a:lnTo>
                    <a:lnTo>
                      <a:pt x="146" y="17"/>
                    </a:lnTo>
                    <a:lnTo>
                      <a:pt x="138" y="23"/>
                    </a:lnTo>
                    <a:lnTo>
                      <a:pt x="52" y="34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9" name="Freeform 230">
                <a:extLst>
                  <a:ext uri="{FF2B5EF4-FFF2-40B4-BE49-F238E27FC236}">
                    <a16:creationId xmlns:a16="http://schemas.microsoft.com/office/drawing/2014/main" id="{7AE9FC25-4B92-41B1-A89F-DD17BFC111BF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585242" y="5209103"/>
                <a:ext cx="15502" cy="20274"/>
              </a:xfrm>
              <a:custGeom>
                <a:avLst/>
                <a:gdLst>
                  <a:gd name="T0" fmla="*/ 38 w 61"/>
                  <a:gd name="T1" fmla="*/ 88 h 88"/>
                  <a:gd name="T2" fmla="*/ 54 w 61"/>
                  <a:gd name="T3" fmla="*/ 88 h 88"/>
                  <a:gd name="T4" fmla="*/ 61 w 61"/>
                  <a:gd name="T5" fmla="*/ 69 h 88"/>
                  <a:gd name="T6" fmla="*/ 58 w 61"/>
                  <a:gd name="T7" fmla="*/ 57 h 88"/>
                  <a:gd name="T8" fmla="*/ 44 w 61"/>
                  <a:gd name="T9" fmla="*/ 19 h 88"/>
                  <a:gd name="T10" fmla="*/ 38 w 61"/>
                  <a:gd name="T11" fmla="*/ 34 h 88"/>
                  <a:gd name="T12" fmla="*/ 33 w 61"/>
                  <a:gd name="T13" fmla="*/ 27 h 88"/>
                  <a:gd name="T14" fmla="*/ 38 w 61"/>
                  <a:gd name="T15" fmla="*/ 17 h 88"/>
                  <a:gd name="T16" fmla="*/ 40 w 61"/>
                  <a:gd name="T17" fmla="*/ 7 h 88"/>
                  <a:gd name="T18" fmla="*/ 33 w 61"/>
                  <a:gd name="T19" fmla="*/ 0 h 88"/>
                  <a:gd name="T20" fmla="*/ 0 w 61"/>
                  <a:gd name="T21" fmla="*/ 40 h 88"/>
                  <a:gd name="T22" fmla="*/ 14 w 61"/>
                  <a:gd name="T23" fmla="*/ 46 h 88"/>
                  <a:gd name="T24" fmla="*/ 19 w 61"/>
                  <a:gd name="T25" fmla="*/ 71 h 88"/>
                  <a:gd name="T26" fmla="*/ 35 w 61"/>
                  <a:gd name="T27" fmla="*/ 76 h 88"/>
                  <a:gd name="T28" fmla="*/ 35 w 61"/>
                  <a:gd name="T29" fmla="*/ 84 h 88"/>
                  <a:gd name="T30" fmla="*/ 38 w 61"/>
                  <a:gd name="T31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1" h="88">
                    <a:moveTo>
                      <a:pt x="38" y="88"/>
                    </a:moveTo>
                    <a:lnTo>
                      <a:pt x="54" y="88"/>
                    </a:lnTo>
                    <a:lnTo>
                      <a:pt x="61" y="69"/>
                    </a:lnTo>
                    <a:lnTo>
                      <a:pt x="58" y="57"/>
                    </a:lnTo>
                    <a:lnTo>
                      <a:pt x="44" y="19"/>
                    </a:lnTo>
                    <a:lnTo>
                      <a:pt x="38" y="34"/>
                    </a:lnTo>
                    <a:lnTo>
                      <a:pt x="33" y="27"/>
                    </a:lnTo>
                    <a:lnTo>
                      <a:pt x="38" y="17"/>
                    </a:lnTo>
                    <a:lnTo>
                      <a:pt x="40" y="7"/>
                    </a:lnTo>
                    <a:lnTo>
                      <a:pt x="33" y="0"/>
                    </a:lnTo>
                    <a:lnTo>
                      <a:pt x="0" y="40"/>
                    </a:lnTo>
                    <a:lnTo>
                      <a:pt x="14" y="46"/>
                    </a:lnTo>
                    <a:lnTo>
                      <a:pt x="19" y="71"/>
                    </a:lnTo>
                    <a:lnTo>
                      <a:pt x="35" y="76"/>
                    </a:lnTo>
                    <a:lnTo>
                      <a:pt x="35" y="84"/>
                    </a:lnTo>
                    <a:lnTo>
                      <a:pt x="38" y="88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0" name="Freeform 231">
                <a:extLst>
                  <a:ext uri="{FF2B5EF4-FFF2-40B4-BE49-F238E27FC236}">
                    <a16:creationId xmlns:a16="http://schemas.microsoft.com/office/drawing/2014/main" id="{A8A7D3ED-0CD3-47E0-AAFC-655FD9F794B6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585242" y="5209103"/>
                <a:ext cx="15502" cy="20274"/>
              </a:xfrm>
              <a:custGeom>
                <a:avLst/>
                <a:gdLst>
                  <a:gd name="T0" fmla="*/ 38 w 61"/>
                  <a:gd name="T1" fmla="*/ 88 h 88"/>
                  <a:gd name="T2" fmla="*/ 54 w 61"/>
                  <a:gd name="T3" fmla="*/ 88 h 88"/>
                  <a:gd name="T4" fmla="*/ 61 w 61"/>
                  <a:gd name="T5" fmla="*/ 69 h 88"/>
                  <a:gd name="T6" fmla="*/ 58 w 61"/>
                  <a:gd name="T7" fmla="*/ 57 h 88"/>
                  <a:gd name="T8" fmla="*/ 44 w 61"/>
                  <a:gd name="T9" fmla="*/ 19 h 88"/>
                  <a:gd name="T10" fmla="*/ 38 w 61"/>
                  <a:gd name="T11" fmla="*/ 34 h 88"/>
                  <a:gd name="T12" fmla="*/ 33 w 61"/>
                  <a:gd name="T13" fmla="*/ 27 h 88"/>
                  <a:gd name="T14" fmla="*/ 38 w 61"/>
                  <a:gd name="T15" fmla="*/ 17 h 88"/>
                  <a:gd name="T16" fmla="*/ 40 w 61"/>
                  <a:gd name="T17" fmla="*/ 7 h 88"/>
                  <a:gd name="T18" fmla="*/ 33 w 61"/>
                  <a:gd name="T19" fmla="*/ 0 h 88"/>
                  <a:gd name="T20" fmla="*/ 0 w 61"/>
                  <a:gd name="T21" fmla="*/ 40 h 88"/>
                  <a:gd name="T22" fmla="*/ 14 w 61"/>
                  <a:gd name="T23" fmla="*/ 46 h 88"/>
                  <a:gd name="T24" fmla="*/ 19 w 61"/>
                  <a:gd name="T25" fmla="*/ 71 h 88"/>
                  <a:gd name="T26" fmla="*/ 35 w 61"/>
                  <a:gd name="T27" fmla="*/ 76 h 88"/>
                  <a:gd name="T28" fmla="*/ 35 w 61"/>
                  <a:gd name="T29" fmla="*/ 84 h 88"/>
                  <a:gd name="T30" fmla="*/ 38 w 61"/>
                  <a:gd name="T31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1" h="88">
                    <a:moveTo>
                      <a:pt x="38" y="88"/>
                    </a:moveTo>
                    <a:lnTo>
                      <a:pt x="54" y="88"/>
                    </a:lnTo>
                    <a:lnTo>
                      <a:pt x="61" y="69"/>
                    </a:lnTo>
                    <a:lnTo>
                      <a:pt x="58" y="57"/>
                    </a:lnTo>
                    <a:lnTo>
                      <a:pt x="44" y="19"/>
                    </a:lnTo>
                    <a:lnTo>
                      <a:pt x="38" y="34"/>
                    </a:lnTo>
                    <a:lnTo>
                      <a:pt x="33" y="27"/>
                    </a:lnTo>
                    <a:lnTo>
                      <a:pt x="38" y="17"/>
                    </a:lnTo>
                    <a:lnTo>
                      <a:pt x="40" y="7"/>
                    </a:lnTo>
                    <a:lnTo>
                      <a:pt x="33" y="0"/>
                    </a:lnTo>
                    <a:lnTo>
                      <a:pt x="0" y="40"/>
                    </a:lnTo>
                    <a:lnTo>
                      <a:pt x="14" y="46"/>
                    </a:lnTo>
                    <a:lnTo>
                      <a:pt x="19" y="71"/>
                    </a:lnTo>
                    <a:lnTo>
                      <a:pt x="35" y="76"/>
                    </a:lnTo>
                    <a:lnTo>
                      <a:pt x="35" y="84"/>
                    </a:lnTo>
                    <a:lnTo>
                      <a:pt x="38" y="88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1" name="Freeform 232">
                <a:extLst>
                  <a:ext uri="{FF2B5EF4-FFF2-40B4-BE49-F238E27FC236}">
                    <a16:creationId xmlns:a16="http://schemas.microsoft.com/office/drawing/2014/main" id="{4AD0A87C-AF0F-48E1-8AA3-E073035C3383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671428" y="5199729"/>
                <a:ext cx="16977" cy="19563"/>
              </a:xfrm>
              <a:custGeom>
                <a:avLst/>
                <a:gdLst>
                  <a:gd name="T0" fmla="*/ 34 w 65"/>
                  <a:gd name="T1" fmla="*/ 46 h 87"/>
                  <a:gd name="T2" fmla="*/ 15 w 65"/>
                  <a:gd name="T3" fmla="*/ 20 h 87"/>
                  <a:gd name="T4" fmla="*/ 11 w 65"/>
                  <a:gd name="T5" fmla="*/ 0 h 87"/>
                  <a:gd name="T6" fmla="*/ 0 w 65"/>
                  <a:gd name="T7" fmla="*/ 0 h 87"/>
                  <a:gd name="T8" fmla="*/ 32 w 65"/>
                  <a:gd name="T9" fmla="*/ 50 h 87"/>
                  <a:gd name="T10" fmla="*/ 50 w 65"/>
                  <a:gd name="T11" fmla="*/ 71 h 87"/>
                  <a:gd name="T12" fmla="*/ 40 w 65"/>
                  <a:gd name="T13" fmla="*/ 85 h 87"/>
                  <a:gd name="T14" fmla="*/ 57 w 65"/>
                  <a:gd name="T15" fmla="*/ 87 h 87"/>
                  <a:gd name="T16" fmla="*/ 65 w 65"/>
                  <a:gd name="T17" fmla="*/ 81 h 87"/>
                  <a:gd name="T18" fmla="*/ 52 w 65"/>
                  <a:gd name="T19" fmla="*/ 69 h 87"/>
                  <a:gd name="T20" fmla="*/ 40 w 65"/>
                  <a:gd name="T21" fmla="*/ 54 h 87"/>
                  <a:gd name="T22" fmla="*/ 34 w 65"/>
                  <a:gd name="T23" fmla="*/ 46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5" h="87">
                    <a:moveTo>
                      <a:pt x="34" y="46"/>
                    </a:moveTo>
                    <a:lnTo>
                      <a:pt x="15" y="20"/>
                    </a:lnTo>
                    <a:lnTo>
                      <a:pt x="11" y="0"/>
                    </a:lnTo>
                    <a:lnTo>
                      <a:pt x="0" y="0"/>
                    </a:lnTo>
                    <a:lnTo>
                      <a:pt x="32" y="50"/>
                    </a:lnTo>
                    <a:lnTo>
                      <a:pt x="50" y="71"/>
                    </a:lnTo>
                    <a:lnTo>
                      <a:pt x="40" y="85"/>
                    </a:lnTo>
                    <a:lnTo>
                      <a:pt x="57" y="87"/>
                    </a:lnTo>
                    <a:lnTo>
                      <a:pt x="65" y="81"/>
                    </a:lnTo>
                    <a:lnTo>
                      <a:pt x="52" y="69"/>
                    </a:lnTo>
                    <a:lnTo>
                      <a:pt x="40" y="54"/>
                    </a:lnTo>
                    <a:lnTo>
                      <a:pt x="34" y="46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2" name="Freeform 233">
                <a:extLst>
                  <a:ext uri="{FF2B5EF4-FFF2-40B4-BE49-F238E27FC236}">
                    <a16:creationId xmlns:a16="http://schemas.microsoft.com/office/drawing/2014/main" id="{7396A14C-8B6F-4FDB-A2D9-F03522C07517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671428" y="5199729"/>
                <a:ext cx="16977" cy="19563"/>
              </a:xfrm>
              <a:custGeom>
                <a:avLst/>
                <a:gdLst>
                  <a:gd name="T0" fmla="*/ 34 w 65"/>
                  <a:gd name="T1" fmla="*/ 46 h 87"/>
                  <a:gd name="T2" fmla="*/ 15 w 65"/>
                  <a:gd name="T3" fmla="*/ 20 h 87"/>
                  <a:gd name="T4" fmla="*/ 11 w 65"/>
                  <a:gd name="T5" fmla="*/ 0 h 87"/>
                  <a:gd name="T6" fmla="*/ 0 w 65"/>
                  <a:gd name="T7" fmla="*/ 0 h 87"/>
                  <a:gd name="T8" fmla="*/ 32 w 65"/>
                  <a:gd name="T9" fmla="*/ 50 h 87"/>
                  <a:gd name="T10" fmla="*/ 50 w 65"/>
                  <a:gd name="T11" fmla="*/ 71 h 87"/>
                  <a:gd name="T12" fmla="*/ 40 w 65"/>
                  <a:gd name="T13" fmla="*/ 85 h 87"/>
                  <a:gd name="T14" fmla="*/ 57 w 65"/>
                  <a:gd name="T15" fmla="*/ 87 h 87"/>
                  <a:gd name="T16" fmla="*/ 65 w 65"/>
                  <a:gd name="T17" fmla="*/ 81 h 87"/>
                  <a:gd name="T18" fmla="*/ 52 w 65"/>
                  <a:gd name="T19" fmla="*/ 69 h 87"/>
                  <a:gd name="T20" fmla="*/ 40 w 65"/>
                  <a:gd name="T21" fmla="*/ 54 h 87"/>
                  <a:gd name="T22" fmla="*/ 34 w 65"/>
                  <a:gd name="T23" fmla="*/ 46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5" h="87">
                    <a:moveTo>
                      <a:pt x="34" y="46"/>
                    </a:moveTo>
                    <a:lnTo>
                      <a:pt x="15" y="20"/>
                    </a:lnTo>
                    <a:lnTo>
                      <a:pt x="11" y="0"/>
                    </a:lnTo>
                    <a:lnTo>
                      <a:pt x="0" y="0"/>
                    </a:lnTo>
                    <a:lnTo>
                      <a:pt x="32" y="50"/>
                    </a:lnTo>
                    <a:lnTo>
                      <a:pt x="50" y="71"/>
                    </a:lnTo>
                    <a:lnTo>
                      <a:pt x="40" y="85"/>
                    </a:lnTo>
                    <a:lnTo>
                      <a:pt x="57" y="87"/>
                    </a:lnTo>
                    <a:lnTo>
                      <a:pt x="65" y="81"/>
                    </a:lnTo>
                    <a:lnTo>
                      <a:pt x="52" y="69"/>
                    </a:lnTo>
                    <a:lnTo>
                      <a:pt x="40" y="54"/>
                    </a:lnTo>
                    <a:lnTo>
                      <a:pt x="34" y="46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3" name="Freeform 234">
                <a:extLst>
                  <a:ext uri="{FF2B5EF4-FFF2-40B4-BE49-F238E27FC236}">
                    <a16:creationId xmlns:a16="http://schemas.microsoft.com/office/drawing/2014/main" id="{F7CD8C52-0B13-42C3-A825-CD23254E935C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685578" y="5238518"/>
                <a:ext cx="17715" cy="26318"/>
              </a:xfrm>
              <a:custGeom>
                <a:avLst/>
                <a:gdLst>
                  <a:gd name="T0" fmla="*/ 29 w 69"/>
                  <a:gd name="T1" fmla="*/ 59 h 117"/>
                  <a:gd name="T2" fmla="*/ 31 w 69"/>
                  <a:gd name="T3" fmla="*/ 78 h 117"/>
                  <a:gd name="T4" fmla="*/ 50 w 69"/>
                  <a:gd name="T5" fmla="*/ 86 h 117"/>
                  <a:gd name="T6" fmla="*/ 69 w 69"/>
                  <a:gd name="T7" fmla="*/ 113 h 117"/>
                  <a:gd name="T8" fmla="*/ 67 w 69"/>
                  <a:gd name="T9" fmla="*/ 117 h 117"/>
                  <a:gd name="T10" fmla="*/ 46 w 69"/>
                  <a:gd name="T11" fmla="*/ 90 h 117"/>
                  <a:gd name="T12" fmla="*/ 31 w 69"/>
                  <a:gd name="T13" fmla="*/ 86 h 117"/>
                  <a:gd name="T14" fmla="*/ 23 w 69"/>
                  <a:gd name="T15" fmla="*/ 77 h 117"/>
                  <a:gd name="T16" fmla="*/ 25 w 69"/>
                  <a:gd name="T17" fmla="*/ 59 h 117"/>
                  <a:gd name="T18" fmla="*/ 15 w 69"/>
                  <a:gd name="T19" fmla="*/ 36 h 117"/>
                  <a:gd name="T20" fmla="*/ 4 w 69"/>
                  <a:gd name="T21" fmla="*/ 17 h 117"/>
                  <a:gd name="T22" fmla="*/ 0 w 69"/>
                  <a:gd name="T23" fmla="*/ 0 h 117"/>
                  <a:gd name="T24" fmla="*/ 21 w 69"/>
                  <a:gd name="T25" fmla="*/ 19 h 117"/>
                  <a:gd name="T26" fmla="*/ 19 w 69"/>
                  <a:gd name="T27" fmla="*/ 33 h 117"/>
                  <a:gd name="T28" fmla="*/ 23 w 69"/>
                  <a:gd name="T29" fmla="*/ 42 h 117"/>
                  <a:gd name="T30" fmla="*/ 29 w 69"/>
                  <a:gd name="T31" fmla="*/ 59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9" h="117">
                    <a:moveTo>
                      <a:pt x="29" y="59"/>
                    </a:moveTo>
                    <a:lnTo>
                      <a:pt x="31" y="78"/>
                    </a:lnTo>
                    <a:lnTo>
                      <a:pt x="50" y="86"/>
                    </a:lnTo>
                    <a:lnTo>
                      <a:pt x="69" y="113"/>
                    </a:lnTo>
                    <a:lnTo>
                      <a:pt x="67" y="117"/>
                    </a:lnTo>
                    <a:lnTo>
                      <a:pt x="46" y="90"/>
                    </a:lnTo>
                    <a:lnTo>
                      <a:pt x="31" y="86"/>
                    </a:lnTo>
                    <a:lnTo>
                      <a:pt x="23" y="77"/>
                    </a:lnTo>
                    <a:lnTo>
                      <a:pt x="25" y="59"/>
                    </a:lnTo>
                    <a:lnTo>
                      <a:pt x="15" y="36"/>
                    </a:lnTo>
                    <a:lnTo>
                      <a:pt x="4" y="17"/>
                    </a:lnTo>
                    <a:lnTo>
                      <a:pt x="0" y="0"/>
                    </a:lnTo>
                    <a:lnTo>
                      <a:pt x="21" y="19"/>
                    </a:lnTo>
                    <a:lnTo>
                      <a:pt x="19" y="33"/>
                    </a:lnTo>
                    <a:lnTo>
                      <a:pt x="23" y="42"/>
                    </a:lnTo>
                    <a:lnTo>
                      <a:pt x="29" y="59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4" name="Freeform 235">
                <a:extLst>
                  <a:ext uri="{FF2B5EF4-FFF2-40B4-BE49-F238E27FC236}">
                    <a16:creationId xmlns:a16="http://schemas.microsoft.com/office/drawing/2014/main" id="{E3CFBC88-9481-40CB-A3CB-70F8D31159CF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685578" y="5238518"/>
                <a:ext cx="17715" cy="26318"/>
              </a:xfrm>
              <a:custGeom>
                <a:avLst/>
                <a:gdLst>
                  <a:gd name="T0" fmla="*/ 29 w 69"/>
                  <a:gd name="T1" fmla="*/ 59 h 117"/>
                  <a:gd name="T2" fmla="*/ 31 w 69"/>
                  <a:gd name="T3" fmla="*/ 78 h 117"/>
                  <a:gd name="T4" fmla="*/ 50 w 69"/>
                  <a:gd name="T5" fmla="*/ 86 h 117"/>
                  <a:gd name="T6" fmla="*/ 69 w 69"/>
                  <a:gd name="T7" fmla="*/ 113 h 117"/>
                  <a:gd name="T8" fmla="*/ 67 w 69"/>
                  <a:gd name="T9" fmla="*/ 117 h 117"/>
                  <a:gd name="T10" fmla="*/ 46 w 69"/>
                  <a:gd name="T11" fmla="*/ 90 h 117"/>
                  <a:gd name="T12" fmla="*/ 31 w 69"/>
                  <a:gd name="T13" fmla="*/ 86 h 117"/>
                  <a:gd name="T14" fmla="*/ 23 w 69"/>
                  <a:gd name="T15" fmla="*/ 77 h 117"/>
                  <a:gd name="T16" fmla="*/ 25 w 69"/>
                  <a:gd name="T17" fmla="*/ 59 h 117"/>
                  <a:gd name="T18" fmla="*/ 15 w 69"/>
                  <a:gd name="T19" fmla="*/ 36 h 117"/>
                  <a:gd name="T20" fmla="*/ 4 w 69"/>
                  <a:gd name="T21" fmla="*/ 17 h 117"/>
                  <a:gd name="T22" fmla="*/ 0 w 69"/>
                  <a:gd name="T23" fmla="*/ 0 h 117"/>
                  <a:gd name="T24" fmla="*/ 21 w 69"/>
                  <a:gd name="T25" fmla="*/ 19 h 117"/>
                  <a:gd name="T26" fmla="*/ 19 w 69"/>
                  <a:gd name="T27" fmla="*/ 33 h 117"/>
                  <a:gd name="T28" fmla="*/ 23 w 69"/>
                  <a:gd name="T29" fmla="*/ 42 h 117"/>
                  <a:gd name="T30" fmla="*/ 29 w 69"/>
                  <a:gd name="T31" fmla="*/ 59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9" h="117">
                    <a:moveTo>
                      <a:pt x="29" y="59"/>
                    </a:moveTo>
                    <a:lnTo>
                      <a:pt x="31" y="78"/>
                    </a:lnTo>
                    <a:lnTo>
                      <a:pt x="50" y="86"/>
                    </a:lnTo>
                    <a:lnTo>
                      <a:pt x="69" y="113"/>
                    </a:lnTo>
                    <a:lnTo>
                      <a:pt x="67" y="117"/>
                    </a:lnTo>
                    <a:lnTo>
                      <a:pt x="46" y="90"/>
                    </a:lnTo>
                    <a:lnTo>
                      <a:pt x="31" y="86"/>
                    </a:lnTo>
                    <a:lnTo>
                      <a:pt x="23" y="77"/>
                    </a:lnTo>
                    <a:lnTo>
                      <a:pt x="25" y="59"/>
                    </a:lnTo>
                    <a:lnTo>
                      <a:pt x="15" y="36"/>
                    </a:lnTo>
                    <a:lnTo>
                      <a:pt x="4" y="17"/>
                    </a:lnTo>
                    <a:lnTo>
                      <a:pt x="0" y="0"/>
                    </a:lnTo>
                    <a:lnTo>
                      <a:pt x="21" y="19"/>
                    </a:lnTo>
                    <a:lnTo>
                      <a:pt x="19" y="33"/>
                    </a:lnTo>
                    <a:lnTo>
                      <a:pt x="23" y="42"/>
                    </a:lnTo>
                    <a:lnTo>
                      <a:pt x="29" y="59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5" name="Freeform 236">
                <a:extLst>
                  <a:ext uri="{FF2B5EF4-FFF2-40B4-BE49-F238E27FC236}">
                    <a16:creationId xmlns:a16="http://schemas.microsoft.com/office/drawing/2014/main" id="{F2942A98-6249-4CB7-95A6-461B758CAC38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540235" y="5153578"/>
                <a:ext cx="6277" cy="3556"/>
              </a:xfrm>
              <a:custGeom>
                <a:avLst/>
                <a:gdLst>
                  <a:gd name="T0" fmla="*/ 4 w 25"/>
                  <a:gd name="T1" fmla="*/ 0 h 16"/>
                  <a:gd name="T2" fmla="*/ 25 w 25"/>
                  <a:gd name="T3" fmla="*/ 0 h 16"/>
                  <a:gd name="T4" fmla="*/ 15 w 25"/>
                  <a:gd name="T5" fmla="*/ 16 h 16"/>
                  <a:gd name="T6" fmla="*/ 0 w 25"/>
                  <a:gd name="T7" fmla="*/ 16 h 16"/>
                  <a:gd name="T8" fmla="*/ 4 w 25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6">
                    <a:moveTo>
                      <a:pt x="4" y="0"/>
                    </a:moveTo>
                    <a:lnTo>
                      <a:pt x="25" y="0"/>
                    </a:lnTo>
                    <a:lnTo>
                      <a:pt x="15" y="16"/>
                    </a:lnTo>
                    <a:lnTo>
                      <a:pt x="0" y="16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6" name="Freeform 237">
                <a:extLst>
                  <a:ext uri="{FF2B5EF4-FFF2-40B4-BE49-F238E27FC236}">
                    <a16:creationId xmlns:a16="http://schemas.microsoft.com/office/drawing/2014/main" id="{08D0F9D1-283A-4601-817D-233A3052A396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540235" y="5153578"/>
                <a:ext cx="6277" cy="3556"/>
              </a:xfrm>
              <a:custGeom>
                <a:avLst/>
                <a:gdLst>
                  <a:gd name="T0" fmla="*/ 4 w 25"/>
                  <a:gd name="T1" fmla="*/ 0 h 16"/>
                  <a:gd name="T2" fmla="*/ 25 w 25"/>
                  <a:gd name="T3" fmla="*/ 0 h 16"/>
                  <a:gd name="T4" fmla="*/ 15 w 25"/>
                  <a:gd name="T5" fmla="*/ 16 h 16"/>
                  <a:gd name="T6" fmla="*/ 0 w 25"/>
                  <a:gd name="T7" fmla="*/ 16 h 16"/>
                  <a:gd name="T8" fmla="*/ 4 w 25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6">
                    <a:moveTo>
                      <a:pt x="4" y="0"/>
                    </a:moveTo>
                    <a:lnTo>
                      <a:pt x="25" y="0"/>
                    </a:lnTo>
                    <a:lnTo>
                      <a:pt x="15" y="16"/>
                    </a:lnTo>
                    <a:lnTo>
                      <a:pt x="0" y="16"/>
                    </a:lnTo>
                    <a:lnTo>
                      <a:pt x="4" y="0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7" name="Rectangle 239">
                <a:extLst>
                  <a:ext uri="{FF2B5EF4-FFF2-40B4-BE49-F238E27FC236}">
                    <a16:creationId xmlns:a16="http://schemas.microsoft.com/office/drawing/2014/main" id="{5440B91D-5A3D-4CE7-9CD2-1DD412FC1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52601">
                <a:off x="8509381" y="5167834"/>
                <a:ext cx="0" cy="6048"/>
              </a:xfrm>
              <a:prstGeom prst="rect">
                <a:avLst/>
              </a:prstGeom>
              <a:grpFill/>
              <a:ln w="800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8" name="Rectangle 240">
                <a:extLst>
                  <a:ext uri="{FF2B5EF4-FFF2-40B4-BE49-F238E27FC236}">
                    <a16:creationId xmlns:a16="http://schemas.microsoft.com/office/drawing/2014/main" id="{FEA29026-192B-45F2-ADE5-DA0F42A5B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52601">
                <a:off x="8986531" y="5361185"/>
                <a:ext cx="1844" cy="0"/>
              </a:xfrm>
              <a:prstGeom prst="rect">
                <a:avLst/>
              </a:prstGeom>
              <a:grpFill/>
              <a:ln w="800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9" name="Rectangle 241">
                <a:extLst>
                  <a:ext uri="{FF2B5EF4-FFF2-40B4-BE49-F238E27FC236}">
                    <a16:creationId xmlns:a16="http://schemas.microsoft.com/office/drawing/2014/main" id="{0B40A40E-9A53-4B03-B6F5-293E945AA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52601">
                <a:off x="8939746" y="5380146"/>
                <a:ext cx="0" cy="1067"/>
              </a:xfrm>
              <a:prstGeom prst="rect">
                <a:avLst/>
              </a:prstGeom>
              <a:grpFill/>
              <a:ln w="800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0" name="Rectangle 242">
                <a:extLst>
                  <a:ext uri="{FF2B5EF4-FFF2-40B4-BE49-F238E27FC236}">
                    <a16:creationId xmlns:a16="http://schemas.microsoft.com/office/drawing/2014/main" id="{9948C51E-5D5E-4F22-8730-F2269F0D2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52601">
                <a:off x="8941079" y="5390733"/>
                <a:ext cx="369" cy="1422"/>
              </a:xfrm>
              <a:prstGeom prst="rect">
                <a:avLst/>
              </a:prstGeom>
              <a:grpFill/>
              <a:ln w="800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1" name="Freeform 243">
                <a:extLst>
                  <a:ext uri="{FF2B5EF4-FFF2-40B4-BE49-F238E27FC236}">
                    <a16:creationId xmlns:a16="http://schemas.microsoft.com/office/drawing/2014/main" id="{1815B524-EA55-4B44-889F-9AB4D04D037B}"/>
                  </a:ext>
                </a:extLst>
              </p:cNvPr>
              <p:cNvSpPr>
                <a:spLocks/>
              </p:cNvSpPr>
              <p:nvPr/>
            </p:nvSpPr>
            <p:spPr bwMode="auto">
              <a:xfrm rot="21304023">
                <a:off x="8880846" y="5354429"/>
                <a:ext cx="15871" cy="18852"/>
              </a:xfrm>
              <a:custGeom>
                <a:avLst/>
                <a:gdLst>
                  <a:gd name="T0" fmla="*/ 0 w 46"/>
                  <a:gd name="T1" fmla="*/ 10 h 66"/>
                  <a:gd name="T2" fmla="*/ 40 w 46"/>
                  <a:gd name="T3" fmla="*/ 50 h 66"/>
                  <a:gd name="T4" fmla="*/ 0 w 46"/>
                  <a:gd name="T5" fmla="*/ 1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" h="66">
                    <a:moveTo>
                      <a:pt x="0" y="10"/>
                    </a:moveTo>
                    <a:cubicBezTo>
                      <a:pt x="19" y="66"/>
                      <a:pt x="0" y="63"/>
                      <a:pt x="40" y="50"/>
                    </a:cubicBezTo>
                    <a:cubicBezTo>
                      <a:pt x="30" y="0"/>
                      <a:pt x="46" y="10"/>
                      <a:pt x="0" y="10"/>
                    </a:cubicBezTo>
                    <a:close/>
                  </a:path>
                </a:pathLst>
              </a:custGeom>
              <a:grpFill/>
              <a:ln w="8001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2" name="Freeform 244">
                <a:extLst>
                  <a:ext uri="{FF2B5EF4-FFF2-40B4-BE49-F238E27FC236}">
                    <a16:creationId xmlns:a16="http://schemas.microsoft.com/office/drawing/2014/main" id="{206B1EA0-8EF8-4AC9-B434-0DE83E233F78}"/>
                  </a:ext>
                </a:extLst>
              </p:cNvPr>
              <p:cNvSpPr>
                <a:spLocks/>
              </p:cNvSpPr>
              <p:nvPr/>
            </p:nvSpPr>
            <p:spPr bwMode="auto">
              <a:xfrm rot="252601">
                <a:off x="8613787" y="5292072"/>
                <a:ext cx="145419" cy="56196"/>
              </a:xfrm>
              <a:custGeom>
                <a:avLst/>
                <a:gdLst>
                  <a:gd name="T0" fmla="*/ 511 w 554"/>
                  <a:gd name="T1" fmla="*/ 260 h 373"/>
                  <a:gd name="T2" fmla="*/ 496 w 554"/>
                  <a:gd name="T3" fmla="*/ 276 h 373"/>
                  <a:gd name="T4" fmla="*/ 513 w 554"/>
                  <a:gd name="T5" fmla="*/ 280 h 373"/>
                  <a:gd name="T6" fmla="*/ 494 w 554"/>
                  <a:gd name="T7" fmla="*/ 268 h 373"/>
                  <a:gd name="T8" fmla="*/ 463 w 554"/>
                  <a:gd name="T9" fmla="*/ 235 h 373"/>
                  <a:gd name="T10" fmla="*/ 412 w 554"/>
                  <a:gd name="T11" fmla="*/ 237 h 373"/>
                  <a:gd name="T12" fmla="*/ 362 w 554"/>
                  <a:gd name="T13" fmla="*/ 232 h 373"/>
                  <a:gd name="T14" fmla="*/ 327 w 554"/>
                  <a:gd name="T15" fmla="*/ 226 h 373"/>
                  <a:gd name="T16" fmla="*/ 281 w 554"/>
                  <a:gd name="T17" fmla="*/ 264 h 373"/>
                  <a:gd name="T18" fmla="*/ 226 w 554"/>
                  <a:gd name="T19" fmla="*/ 274 h 373"/>
                  <a:gd name="T20" fmla="*/ 214 w 554"/>
                  <a:gd name="T21" fmla="*/ 249 h 373"/>
                  <a:gd name="T22" fmla="*/ 193 w 554"/>
                  <a:gd name="T23" fmla="*/ 241 h 373"/>
                  <a:gd name="T24" fmla="*/ 166 w 554"/>
                  <a:gd name="T25" fmla="*/ 255 h 373"/>
                  <a:gd name="T26" fmla="*/ 138 w 554"/>
                  <a:gd name="T27" fmla="*/ 262 h 373"/>
                  <a:gd name="T28" fmla="*/ 95 w 554"/>
                  <a:gd name="T29" fmla="*/ 350 h 373"/>
                  <a:gd name="T30" fmla="*/ 86 w 554"/>
                  <a:gd name="T31" fmla="*/ 373 h 373"/>
                  <a:gd name="T32" fmla="*/ 51 w 554"/>
                  <a:gd name="T33" fmla="*/ 350 h 373"/>
                  <a:gd name="T34" fmla="*/ 28 w 554"/>
                  <a:gd name="T35" fmla="*/ 304 h 373"/>
                  <a:gd name="T36" fmla="*/ 34 w 554"/>
                  <a:gd name="T37" fmla="*/ 295 h 373"/>
                  <a:gd name="T38" fmla="*/ 38 w 554"/>
                  <a:gd name="T39" fmla="*/ 260 h 373"/>
                  <a:gd name="T40" fmla="*/ 13 w 554"/>
                  <a:gd name="T41" fmla="*/ 235 h 373"/>
                  <a:gd name="T42" fmla="*/ 0 w 554"/>
                  <a:gd name="T43" fmla="*/ 214 h 373"/>
                  <a:gd name="T44" fmla="*/ 40 w 554"/>
                  <a:gd name="T45" fmla="*/ 188 h 373"/>
                  <a:gd name="T46" fmla="*/ 21 w 554"/>
                  <a:gd name="T47" fmla="*/ 157 h 373"/>
                  <a:gd name="T48" fmla="*/ 49 w 554"/>
                  <a:gd name="T49" fmla="*/ 117 h 373"/>
                  <a:gd name="T50" fmla="*/ 40 w 554"/>
                  <a:gd name="T51" fmla="*/ 73 h 373"/>
                  <a:gd name="T52" fmla="*/ 30 w 554"/>
                  <a:gd name="T53" fmla="*/ 34 h 373"/>
                  <a:gd name="T54" fmla="*/ 51 w 554"/>
                  <a:gd name="T55" fmla="*/ 6 h 373"/>
                  <a:gd name="T56" fmla="*/ 120 w 554"/>
                  <a:gd name="T57" fmla="*/ 13 h 373"/>
                  <a:gd name="T58" fmla="*/ 174 w 554"/>
                  <a:gd name="T59" fmla="*/ 9 h 373"/>
                  <a:gd name="T60" fmla="*/ 226 w 554"/>
                  <a:gd name="T61" fmla="*/ 21 h 373"/>
                  <a:gd name="T62" fmla="*/ 279 w 554"/>
                  <a:gd name="T63" fmla="*/ 44 h 373"/>
                  <a:gd name="T64" fmla="*/ 310 w 554"/>
                  <a:gd name="T65" fmla="*/ 40 h 373"/>
                  <a:gd name="T66" fmla="*/ 318 w 554"/>
                  <a:gd name="T67" fmla="*/ 61 h 373"/>
                  <a:gd name="T68" fmla="*/ 339 w 554"/>
                  <a:gd name="T69" fmla="*/ 96 h 373"/>
                  <a:gd name="T70" fmla="*/ 408 w 554"/>
                  <a:gd name="T71" fmla="*/ 86 h 373"/>
                  <a:gd name="T72" fmla="*/ 414 w 554"/>
                  <a:gd name="T73" fmla="*/ 109 h 373"/>
                  <a:gd name="T74" fmla="*/ 356 w 554"/>
                  <a:gd name="T75" fmla="*/ 124 h 373"/>
                  <a:gd name="T76" fmla="*/ 387 w 554"/>
                  <a:gd name="T77" fmla="*/ 126 h 373"/>
                  <a:gd name="T78" fmla="*/ 435 w 554"/>
                  <a:gd name="T79" fmla="*/ 142 h 373"/>
                  <a:gd name="T80" fmla="*/ 529 w 554"/>
                  <a:gd name="T81" fmla="*/ 178 h 373"/>
                  <a:gd name="T82" fmla="*/ 532 w 554"/>
                  <a:gd name="T83" fmla="*/ 239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54" h="373">
                    <a:moveTo>
                      <a:pt x="513" y="241"/>
                    </a:moveTo>
                    <a:lnTo>
                      <a:pt x="511" y="260"/>
                    </a:lnTo>
                    <a:lnTo>
                      <a:pt x="494" y="268"/>
                    </a:lnTo>
                    <a:lnTo>
                      <a:pt x="496" y="276"/>
                    </a:lnTo>
                    <a:lnTo>
                      <a:pt x="509" y="281"/>
                    </a:lnTo>
                    <a:lnTo>
                      <a:pt x="513" y="280"/>
                    </a:lnTo>
                    <a:lnTo>
                      <a:pt x="517" y="276"/>
                    </a:lnTo>
                    <a:lnTo>
                      <a:pt x="494" y="268"/>
                    </a:lnTo>
                    <a:lnTo>
                      <a:pt x="488" y="257"/>
                    </a:lnTo>
                    <a:lnTo>
                      <a:pt x="463" y="235"/>
                    </a:lnTo>
                    <a:lnTo>
                      <a:pt x="431" y="235"/>
                    </a:lnTo>
                    <a:lnTo>
                      <a:pt x="412" y="237"/>
                    </a:lnTo>
                    <a:lnTo>
                      <a:pt x="381" y="237"/>
                    </a:lnTo>
                    <a:lnTo>
                      <a:pt x="362" y="232"/>
                    </a:lnTo>
                    <a:lnTo>
                      <a:pt x="356" y="235"/>
                    </a:lnTo>
                    <a:lnTo>
                      <a:pt x="327" y="226"/>
                    </a:lnTo>
                    <a:lnTo>
                      <a:pt x="299" y="237"/>
                    </a:lnTo>
                    <a:lnTo>
                      <a:pt x="281" y="264"/>
                    </a:lnTo>
                    <a:lnTo>
                      <a:pt x="247" y="270"/>
                    </a:lnTo>
                    <a:lnTo>
                      <a:pt x="226" y="274"/>
                    </a:lnTo>
                    <a:lnTo>
                      <a:pt x="212" y="258"/>
                    </a:lnTo>
                    <a:lnTo>
                      <a:pt x="214" y="249"/>
                    </a:lnTo>
                    <a:lnTo>
                      <a:pt x="203" y="239"/>
                    </a:lnTo>
                    <a:lnTo>
                      <a:pt x="193" y="241"/>
                    </a:lnTo>
                    <a:lnTo>
                      <a:pt x="174" y="257"/>
                    </a:lnTo>
                    <a:lnTo>
                      <a:pt x="166" y="255"/>
                    </a:lnTo>
                    <a:lnTo>
                      <a:pt x="163" y="264"/>
                    </a:lnTo>
                    <a:lnTo>
                      <a:pt x="138" y="262"/>
                    </a:lnTo>
                    <a:lnTo>
                      <a:pt x="134" y="299"/>
                    </a:lnTo>
                    <a:lnTo>
                      <a:pt x="95" y="350"/>
                    </a:lnTo>
                    <a:lnTo>
                      <a:pt x="90" y="370"/>
                    </a:lnTo>
                    <a:lnTo>
                      <a:pt x="86" y="373"/>
                    </a:lnTo>
                    <a:lnTo>
                      <a:pt x="65" y="350"/>
                    </a:lnTo>
                    <a:lnTo>
                      <a:pt x="51" y="350"/>
                    </a:lnTo>
                    <a:lnTo>
                      <a:pt x="44" y="316"/>
                    </a:lnTo>
                    <a:lnTo>
                      <a:pt x="28" y="304"/>
                    </a:lnTo>
                    <a:lnTo>
                      <a:pt x="30" y="302"/>
                    </a:lnTo>
                    <a:lnTo>
                      <a:pt x="34" y="295"/>
                    </a:lnTo>
                    <a:lnTo>
                      <a:pt x="30" y="276"/>
                    </a:lnTo>
                    <a:lnTo>
                      <a:pt x="38" y="260"/>
                    </a:lnTo>
                    <a:lnTo>
                      <a:pt x="9" y="241"/>
                    </a:lnTo>
                    <a:lnTo>
                      <a:pt x="13" y="235"/>
                    </a:lnTo>
                    <a:lnTo>
                      <a:pt x="0" y="218"/>
                    </a:lnTo>
                    <a:lnTo>
                      <a:pt x="0" y="214"/>
                    </a:lnTo>
                    <a:lnTo>
                      <a:pt x="19" y="212"/>
                    </a:lnTo>
                    <a:lnTo>
                      <a:pt x="40" y="188"/>
                    </a:lnTo>
                    <a:lnTo>
                      <a:pt x="34" y="165"/>
                    </a:lnTo>
                    <a:lnTo>
                      <a:pt x="21" y="157"/>
                    </a:lnTo>
                    <a:lnTo>
                      <a:pt x="48" y="124"/>
                    </a:lnTo>
                    <a:lnTo>
                      <a:pt x="49" y="117"/>
                    </a:lnTo>
                    <a:lnTo>
                      <a:pt x="30" y="98"/>
                    </a:lnTo>
                    <a:lnTo>
                      <a:pt x="40" y="73"/>
                    </a:lnTo>
                    <a:lnTo>
                      <a:pt x="32" y="53"/>
                    </a:lnTo>
                    <a:lnTo>
                      <a:pt x="30" y="34"/>
                    </a:lnTo>
                    <a:lnTo>
                      <a:pt x="30" y="25"/>
                    </a:lnTo>
                    <a:lnTo>
                      <a:pt x="51" y="6"/>
                    </a:lnTo>
                    <a:lnTo>
                      <a:pt x="97" y="15"/>
                    </a:lnTo>
                    <a:lnTo>
                      <a:pt x="120" y="13"/>
                    </a:lnTo>
                    <a:lnTo>
                      <a:pt x="143" y="0"/>
                    </a:lnTo>
                    <a:lnTo>
                      <a:pt x="174" y="9"/>
                    </a:lnTo>
                    <a:lnTo>
                      <a:pt x="209" y="27"/>
                    </a:lnTo>
                    <a:lnTo>
                      <a:pt x="226" y="21"/>
                    </a:lnTo>
                    <a:lnTo>
                      <a:pt x="256" y="44"/>
                    </a:lnTo>
                    <a:lnTo>
                      <a:pt x="279" y="44"/>
                    </a:lnTo>
                    <a:lnTo>
                      <a:pt x="301" y="38"/>
                    </a:lnTo>
                    <a:lnTo>
                      <a:pt x="310" y="40"/>
                    </a:lnTo>
                    <a:lnTo>
                      <a:pt x="314" y="61"/>
                    </a:lnTo>
                    <a:lnTo>
                      <a:pt x="318" y="61"/>
                    </a:lnTo>
                    <a:lnTo>
                      <a:pt x="320" y="76"/>
                    </a:lnTo>
                    <a:lnTo>
                      <a:pt x="339" y="96"/>
                    </a:lnTo>
                    <a:lnTo>
                      <a:pt x="402" y="90"/>
                    </a:lnTo>
                    <a:lnTo>
                      <a:pt x="408" y="86"/>
                    </a:lnTo>
                    <a:lnTo>
                      <a:pt x="419" y="96"/>
                    </a:lnTo>
                    <a:lnTo>
                      <a:pt x="414" y="109"/>
                    </a:lnTo>
                    <a:lnTo>
                      <a:pt x="354" y="109"/>
                    </a:lnTo>
                    <a:lnTo>
                      <a:pt x="356" y="124"/>
                    </a:lnTo>
                    <a:lnTo>
                      <a:pt x="381" y="128"/>
                    </a:lnTo>
                    <a:lnTo>
                      <a:pt x="387" y="126"/>
                    </a:lnTo>
                    <a:lnTo>
                      <a:pt x="419" y="142"/>
                    </a:lnTo>
                    <a:lnTo>
                      <a:pt x="435" y="142"/>
                    </a:lnTo>
                    <a:lnTo>
                      <a:pt x="467" y="140"/>
                    </a:lnTo>
                    <a:lnTo>
                      <a:pt x="529" y="178"/>
                    </a:lnTo>
                    <a:lnTo>
                      <a:pt x="554" y="199"/>
                    </a:lnTo>
                    <a:lnTo>
                      <a:pt x="532" y="239"/>
                    </a:lnTo>
                    <a:lnTo>
                      <a:pt x="513" y="241"/>
                    </a:lnTo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3" name="Freeform 2">
                <a:extLst>
                  <a:ext uri="{FF2B5EF4-FFF2-40B4-BE49-F238E27FC236}">
                    <a16:creationId xmlns:a16="http://schemas.microsoft.com/office/drawing/2014/main" id="{C44F5372-C590-4C12-BD25-2F412771B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56921" y="3303919"/>
                <a:ext cx="375821" cy="178909"/>
              </a:xfrm>
              <a:custGeom>
                <a:avLst/>
                <a:gdLst>
                  <a:gd name="T0" fmla="*/ 14 w 166"/>
                  <a:gd name="T1" fmla="*/ 28 h 82"/>
                  <a:gd name="T2" fmla="*/ 0 w 166"/>
                  <a:gd name="T3" fmla="*/ 28 h 82"/>
                  <a:gd name="T4" fmla="*/ 6 w 166"/>
                  <a:gd name="T5" fmla="*/ 18 h 82"/>
                  <a:gd name="T6" fmla="*/ 10 w 166"/>
                  <a:gd name="T7" fmla="*/ 10 h 82"/>
                  <a:gd name="T8" fmla="*/ 20 w 166"/>
                  <a:gd name="T9" fmla="*/ 2 h 82"/>
                  <a:gd name="T10" fmla="*/ 30 w 166"/>
                  <a:gd name="T11" fmla="*/ 6 h 82"/>
                  <a:gd name="T12" fmla="*/ 42 w 166"/>
                  <a:gd name="T13" fmla="*/ 14 h 82"/>
                  <a:gd name="T14" fmla="*/ 44 w 166"/>
                  <a:gd name="T15" fmla="*/ 24 h 82"/>
                  <a:gd name="T16" fmla="*/ 48 w 166"/>
                  <a:gd name="T17" fmla="*/ 28 h 82"/>
                  <a:gd name="T18" fmla="*/ 54 w 166"/>
                  <a:gd name="T19" fmla="*/ 24 h 82"/>
                  <a:gd name="T20" fmla="*/ 58 w 166"/>
                  <a:gd name="T21" fmla="*/ 18 h 82"/>
                  <a:gd name="T22" fmla="*/ 64 w 166"/>
                  <a:gd name="T23" fmla="*/ 12 h 82"/>
                  <a:gd name="T24" fmla="*/ 68 w 166"/>
                  <a:gd name="T25" fmla="*/ 16 h 82"/>
                  <a:gd name="T26" fmla="*/ 72 w 166"/>
                  <a:gd name="T27" fmla="*/ 22 h 82"/>
                  <a:gd name="T28" fmla="*/ 80 w 166"/>
                  <a:gd name="T29" fmla="*/ 14 h 82"/>
                  <a:gd name="T30" fmla="*/ 86 w 166"/>
                  <a:gd name="T31" fmla="*/ 8 h 82"/>
                  <a:gd name="T32" fmla="*/ 92 w 166"/>
                  <a:gd name="T33" fmla="*/ 12 h 82"/>
                  <a:gd name="T34" fmla="*/ 104 w 166"/>
                  <a:gd name="T35" fmla="*/ 14 h 82"/>
                  <a:gd name="T36" fmla="*/ 118 w 166"/>
                  <a:gd name="T37" fmla="*/ 8 h 82"/>
                  <a:gd name="T38" fmla="*/ 128 w 166"/>
                  <a:gd name="T39" fmla="*/ 0 h 82"/>
                  <a:gd name="T40" fmla="*/ 140 w 166"/>
                  <a:gd name="T41" fmla="*/ 12 h 82"/>
                  <a:gd name="T42" fmla="*/ 150 w 166"/>
                  <a:gd name="T43" fmla="*/ 16 h 82"/>
                  <a:gd name="T44" fmla="*/ 158 w 166"/>
                  <a:gd name="T45" fmla="*/ 24 h 82"/>
                  <a:gd name="T46" fmla="*/ 166 w 166"/>
                  <a:gd name="T47" fmla="*/ 34 h 82"/>
                  <a:gd name="T48" fmla="*/ 166 w 166"/>
                  <a:gd name="T49" fmla="*/ 42 h 82"/>
                  <a:gd name="T50" fmla="*/ 156 w 166"/>
                  <a:gd name="T51" fmla="*/ 50 h 82"/>
                  <a:gd name="T52" fmla="*/ 140 w 166"/>
                  <a:gd name="T53" fmla="*/ 60 h 82"/>
                  <a:gd name="T54" fmla="*/ 120 w 166"/>
                  <a:gd name="T55" fmla="*/ 68 h 82"/>
                  <a:gd name="T56" fmla="*/ 102 w 166"/>
                  <a:gd name="T57" fmla="*/ 74 h 82"/>
                  <a:gd name="T58" fmla="*/ 88 w 166"/>
                  <a:gd name="T59" fmla="*/ 82 h 82"/>
                  <a:gd name="T60" fmla="*/ 74 w 166"/>
                  <a:gd name="T61" fmla="*/ 82 h 82"/>
                  <a:gd name="T62" fmla="*/ 58 w 166"/>
                  <a:gd name="T63" fmla="*/ 76 h 82"/>
                  <a:gd name="T64" fmla="*/ 48 w 166"/>
                  <a:gd name="T65" fmla="*/ 70 h 82"/>
                  <a:gd name="T66" fmla="*/ 18 w 166"/>
                  <a:gd name="T67" fmla="*/ 70 h 82"/>
                  <a:gd name="T68" fmla="*/ 32 w 166"/>
                  <a:gd name="T69" fmla="*/ 62 h 82"/>
                  <a:gd name="T70" fmla="*/ 34 w 166"/>
                  <a:gd name="T71" fmla="*/ 52 h 82"/>
                  <a:gd name="T72" fmla="*/ 26 w 166"/>
                  <a:gd name="T73" fmla="*/ 48 h 82"/>
                  <a:gd name="T74" fmla="*/ 14 w 166"/>
                  <a:gd name="T75" fmla="*/ 46 h 82"/>
                  <a:gd name="T76" fmla="*/ 2 w 166"/>
                  <a:gd name="T77" fmla="*/ 44 h 82"/>
                  <a:gd name="T78" fmla="*/ 18 w 166"/>
                  <a:gd name="T79" fmla="*/ 38 h 82"/>
                  <a:gd name="T80" fmla="*/ 30 w 166"/>
                  <a:gd name="T81" fmla="*/ 32 h 82"/>
                  <a:gd name="T82" fmla="*/ 24 w 166"/>
                  <a:gd name="T83" fmla="*/ 28 h 82"/>
                  <a:gd name="T84" fmla="*/ 14 w 166"/>
                  <a:gd name="T85" fmla="*/ 28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66" h="82">
                    <a:moveTo>
                      <a:pt x="14" y="28"/>
                    </a:moveTo>
                    <a:lnTo>
                      <a:pt x="0" y="28"/>
                    </a:lnTo>
                    <a:lnTo>
                      <a:pt x="6" y="18"/>
                    </a:lnTo>
                    <a:lnTo>
                      <a:pt x="10" y="10"/>
                    </a:lnTo>
                    <a:lnTo>
                      <a:pt x="20" y="2"/>
                    </a:lnTo>
                    <a:lnTo>
                      <a:pt x="30" y="6"/>
                    </a:lnTo>
                    <a:lnTo>
                      <a:pt x="42" y="14"/>
                    </a:lnTo>
                    <a:lnTo>
                      <a:pt x="44" y="24"/>
                    </a:lnTo>
                    <a:lnTo>
                      <a:pt x="48" y="28"/>
                    </a:lnTo>
                    <a:lnTo>
                      <a:pt x="54" y="24"/>
                    </a:lnTo>
                    <a:lnTo>
                      <a:pt x="58" y="18"/>
                    </a:lnTo>
                    <a:lnTo>
                      <a:pt x="64" y="12"/>
                    </a:lnTo>
                    <a:lnTo>
                      <a:pt x="68" y="16"/>
                    </a:lnTo>
                    <a:lnTo>
                      <a:pt x="72" y="22"/>
                    </a:lnTo>
                    <a:lnTo>
                      <a:pt x="80" y="14"/>
                    </a:lnTo>
                    <a:lnTo>
                      <a:pt x="86" y="8"/>
                    </a:lnTo>
                    <a:lnTo>
                      <a:pt x="92" y="12"/>
                    </a:lnTo>
                    <a:lnTo>
                      <a:pt x="104" y="14"/>
                    </a:lnTo>
                    <a:lnTo>
                      <a:pt x="118" y="8"/>
                    </a:lnTo>
                    <a:lnTo>
                      <a:pt x="128" y="0"/>
                    </a:lnTo>
                    <a:lnTo>
                      <a:pt x="140" y="12"/>
                    </a:lnTo>
                    <a:lnTo>
                      <a:pt x="150" y="16"/>
                    </a:lnTo>
                    <a:lnTo>
                      <a:pt x="158" y="24"/>
                    </a:lnTo>
                    <a:lnTo>
                      <a:pt x="166" y="34"/>
                    </a:lnTo>
                    <a:lnTo>
                      <a:pt x="166" y="42"/>
                    </a:lnTo>
                    <a:lnTo>
                      <a:pt x="156" y="50"/>
                    </a:lnTo>
                    <a:lnTo>
                      <a:pt x="140" y="60"/>
                    </a:lnTo>
                    <a:lnTo>
                      <a:pt x="120" y="68"/>
                    </a:lnTo>
                    <a:lnTo>
                      <a:pt x="102" y="74"/>
                    </a:lnTo>
                    <a:lnTo>
                      <a:pt x="88" y="82"/>
                    </a:lnTo>
                    <a:lnTo>
                      <a:pt x="74" y="82"/>
                    </a:lnTo>
                    <a:lnTo>
                      <a:pt x="58" y="76"/>
                    </a:lnTo>
                    <a:lnTo>
                      <a:pt x="48" y="70"/>
                    </a:lnTo>
                    <a:lnTo>
                      <a:pt x="18" y="70"/>
                    </a:lnTo>
                    <a:lnTo>
                      <a:pt x="32" y="62"/>
                    </a:lnTo>
                    <a:lnTo>
                      <a:pt x="34" y="52"/>
                    </a:lnTo>
                    <a:lnTo>
                      <a:pt x="26" y="48"/>
                    </a:lnTo>
                    <a:lnTo>
                      <a:pt x="14" y="46"/>
                    </a:lnTo>
                    <a:lnTo>
                      <a:pt x="2" y="44"/>
                    </a:lnTo>
                    <a:lnTo>
                      <a:pt x="18" y="38"/>
                    </a:lnTo>
                    <a:lnTo>
                      <a:pt x="30" y="32"/>
                    </a:lnTo>
                    <a:lnTo>
                      <a:pt x="24" y="28"/>
                    </a:lnTo>
                    <a:lnTo>
                      <a:pt x="14" y="28"/>
                    </a:lnTo>
                    <a:close/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4" name="Freeform 3">
                <a:extLst>
                  <a:ext uri="{FF2B5EF4-FFF2-40B4-BE49-F238E27FC236}">
                    <a16:creationId xmlns:a16="http://schemas.microsoft.com/office/drawing/2014/main" id="{440EAA97-179D-4D42-AA84-7DDA93E0C6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9115" y="2099566"/>
                <a:ext cx="2177962" cy="1562167"/>
              </a:xfrm>
              <a:custGeom>
                <a:avLst/>
                <a:gdLst>
                  <a:gd name="T0" fmla="*/ 676 w 962"/>
                  <a:gd name="T1" fmla="*/ 508 h 716"/>
                  <a:gd name="T2" fmla="*/ 628 w 962"/>
                  <a:gd name="T3" fmla="*/ 526 h 716"/>
                  <a:gd name="T4" fmla="*/ 546 w 962"/>
                  <a:gd name="T5" fmla="*/ 572 h 716"/>
                  <a:gd name="T6" fmla="*/ 510 w 962"/>
                  <a:gd name="T7" fmla="*/ 592 h 716"/>
                  <a:gd name="T8" fmla="*/ 502 w 962"/>
                  <a:gd name="T9" fmla="*/ 636 h 716"/>
                  <a:gd name="T10" fmla="*/ 482 w 962"/>
                  <a:gd name="T11" fmla="*/ 664 h 716"/>
                  <a:gd name="T12" fmla="*/ 428 w 962"/>
                  <a:gd name="T13" fmla="*/ 702 h 716"/>
                  <a:gd name="T14" fmla="*/ 390 w 962"/>
                  <a:gd name="T15" fmla="*/ 700 h 716"/>
                  <a:gd name="T16" fmla="*/ 348 w 962"/>
                  <a:gd name="T17" fmla="*/ 634 h 716"/>
                  <a:gd name="T18" fmla="*/ 340 w 962"/>
                  <a:gd name="T19" fmla="*/ 600 h 716"/>
                  <a:gd name="T20" fmla="*/ 312 w 962"/>
                  <a:gd name="T21" fmla="*/ 546 h 716"/>
                  <a:gd name="T22" fmla="*/ 312 w 962"/>
                  <a:gd name="T23" fmla="*/ 516 h 716"/>
                  <a:gd name="T24" fmla="*/ 346 w 962"/>
                  <a:gd name="T25" fmla="*/ 522 h 716"/>
                  <a:gd name="T26" fmla="*/ 356 w 962"/>
                  <a:gd name="T27" fmla="*/ 466 h 716"/>
                  <a:gd name="T28" fmla="*/ 296 w 962"/>
                  <a:gd name="T29" fmla="*/ 436 h 716"/>
                  <a:gd name="T30" fmla="*/ 330 w 962"/>
                  <a:gd name="T31" fmla="*/ 414 h 716"/>
                  <a:gd name="T32" fmla="*/ 274 w 962"/>
                  <a:gd name="T33" fmla="*/ 414 h 716"/>
                  <a:gd name="T34" fmla="*/ 238 w 962"/>
                  <a:gd name="T35" fmla="*/ 306 h 716"/>
                  <a:gd name="T36" fmla="*/ 148 w 962"/>
                  <a:gd name="T37" fmla="*/ 262 h 716"/>
                  <a:gd name="T38" fmla="*/ 100 w 962"/>
                  <a:gd name="T39" fmla="*/ 272 h 716"/>
                  <a:gd name="T40" fmla="*/ 68 w 962"/>
                  <a:gd name="T41" fmla="*/ 256 h 716"/>
                  <a:gd name="T42" fmla="*/ 24 w 962"/>
                  <a:gd name="T43" fmla="*/ 240 h 716"/>
                  <a:gd name="T44" fmla="*/ 102 w 962"/>
                  <a:gd name="T45" fmla="*/ 222 h 716"/>
                  <a:gd name="T46" fmla="*/ 8 w 962"/>
                  <a:gd name="T47" fmla="*/ 206 h 716"/>
                  <a:gd name="T48" fmla="*/ 58 w 962"/>
                  <a:gd name="T49" fmla="*/ 180 h 716"/>
                  <a:gd name="T50" fmla="*/ 124 w 962"/>
                  <a:gd name="T51" fmla="*/ 134 h 716"/>
                  <a:gd name="T52" fmla="*/ 128 w 962"/>
                  <a:gd name="T53" fmla="*/ 102 h 716"/>
                  <a:gd name="T54" fmla="*/ 182 w 962"/>
                  <a:gd name="T55" fmla="*/ 70 h 716"/>
                  <a:gd name="T56" fmla="*/ 230 w 962"/>
                  <a:gd name="T57" fmla="*/ 68 h 716"/>
                  <a:gd name="T58" fmla="*/ 296 w 962"/>
                  <a:gd name="T59" fmla="*/ 50 h 716"/>
                  <a:gd name="T60" fmla="*/ 344 w 962"/>
                  <a:gd name="T61" fmla="*/ 66 h 716"/>
                  <a:gd name="T62" fmla="*/ 374 w 962"/>
                  <a:gd name="T63" fmla="*/ 44 h 716"/>
                  <a:gd name="T64" fmla="*/ 400 w 962"/>
                  <a:gd name="T65" fmla="*/ 40 h 716"/>
                  <a:gd name="T66" fmla="*/ 478 w 962"/>
                  <a:gd name="T67" fmla="*/ 14 h 716"/>
                  <a:gd name="T68" fmla="*/ 618 w 962"/>
                  <a:gd name="T69" fmla="*/ 0 h 716"/>
                  <a:gd name="T70" fmla="*/ 756 w 962"/>
                  <a:gd name="T71" fmla="*/ 18 h 716"/>
                  <a:gd name="T72" fmla="*/ 738 w 962"/>
                  <a:gd name="T73" fmla="*/ 56 h 716"/>
                  <a:gd name="T74" fmla="*/ 754 w 962"/>
                  <a:gd name="T75" fmla="*/ 66 h 716"/>
                  <a:gd name="T76" fmla="*/ 760 w 962"/>
                  <a:gd name="T77" fmla="*/ 76 h 716"/>
                  <a:gd name="T78" fmla="*/ 806 w 962"/>
                  <a:gd name="T79" fmla="*/ 66 h 716"/>
                  <a:gd name="T80" fmla="*/ 792 w 962"/>
                  <a:gd name="T81" fmla="*/ 102 h 716"/>
                  <a:gd name="T82" fmla="*/ 884 w 962"/>
                  <a:gd name="T83" fmla="*/ 68 h 716"/>
                  <a:gd name="T84" fmla="*/ 948 w 962"/>
                  <a:gd name="T85" fmla="*/ 90 h 716"/>
                  <a:gd name="T86" fmla="*/ 872 w 962"/>
                  <a:gd name="T87" fmla="*/ 110 h 716"/>
                  <a:gd name="T88" fmla="*/ 888 w 962"/>
                  <a:gd name="T89" fmla="*/ 130 h 716"/>
                  <a:gd name="T90" fmla="*/ 866 w 962"/>
                  <a:gd name="T91" fmla="*/ 138 h 716"/>
                  <a:gd name="T92" fmla="*/ 842 w 962"/>
                  <a:gd name="T93" fmla="*/ 170 h 716"/>
                  <a:gd name="T94" fmla="*/ 848 w 962"/>
                  <a:gd name="T95" fmla="*/ 212 h 716"/>
                  <a:gd name="T96" fmla="*/ 840 w 962"/>
                  <a:gd name="T97" fmla="*/ 228 h 716"/>
                  <a:gd name="T98" fmla="*/ 860 w 962"/>
                  <a:gd name="T99" fmla="*/ 258 h 716"/>
                  <a:gd name="T100" fmla="*/ 814 w 962"/>
                  <a:gd name="T101" fmla="*/ 248 h 716"/>
                  <a:gd name="T102" fmla="*/ 848 w 962"/>
                  <a:gd name="T103" fmla="*/ 296 h 716"/>
                  <a:gd name="T104" fmla="*/ 850 w 962"/>
                  <a:gd name="T105" fmla="*/ 324 h 716"/>
                  <a:gd name="T106" fmla="*/ 830 w 962"/>
                  <a:gd name="T107" fmla="*/ 350 h 716"/>
                  <a:gd name="T108" fmla="*/ 756 w 962"/>
                  <a:gd name="T109" fmla="*/ 360 h 716"/>
                  <a:gd name="T110" fmla="*/ 800 w 962"/>
                  <a:gd name="T111" fmla="*/ 400 h 716"/>
                  <a:gd name="T112" fmla="*/ 804 w 962"/>
                  <a:gd name="T113" fmla="*/ 410 h 716"/>
                  <a:gd name="T114" fmla="*/ 756 w 962"/>
                  <a:gd name="T115" fmla="*/ 416 h 716"/>
                  <a:gd name="T116" fmla="*/ 778 w 962"/>
                  <a:gd name="T117" fmla="*/ 452 h 7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62" h="716">
                    <a:moveTo>
                      <a:pt x="790" y="462"/>
                    </a:moveTo>
                    <a:lnTo>
                      <a:pt x="752" y="484"/>
                    </a:lnTo>
                    <a:lnTo>
                      <a:pt x="736" y="496"/>
                    </a:lnTo>
                    <a:lnTo>
                      <a:pt x="676" y="508"/>
                    </a:lnTo>
                    <a:lnTo>
                      <a:pt x="658" y="512"/>
                    </a:lnTo>
                    <a:lnTo>
                      <a:pt x="646" y="506"/>
                    </a:lnTo>
                    <a:lnTo>
                      <a:pt x="642" y="514"/>
                    </a:lnTo>
                    <a:lnTo>
                      <a:pt x="628" y="526"/>
                    </a:lnTo>
                    <a:lnTo>
                      <a:pt x="608" y="552"/>
                    </a:lnTo>
                    <a:lnTo>
                      <a:pt x="582" y="564"/>
                    </a:lnTo>
                    <a:lnTo>
                      <a:pt x="560" y="572"/>
                    </a:lnTo>
                    <a:lnTo>
                      <a:pt x="546" y="572"/>
                    </a:lnTo>
                    <a:lnTo>
                      <a:pt x="524" y="576"/>
                    </a:lnTo>
                    <a:lnTo>
                      <a:pt x="518" y="582"/>
                    </a:lnTo>
                    <a:lnTo>
                      <a:pt x="518" y="588"/>
                    </a:lnTo>
                    <a:lnTo>
                      <a:pt x="510" y="592"/>
                    </a:lnTo>
                    <a:lnTo>
                      <a:pt x="512" y="606"/>
                    </a:lnTo>
                    <a:lnTo>
                      <a:pt x="504" y="612"/>
                    </a:lnTo>
                    <a:lnTo>
                      <a:pt x="508" y="620"/>
                    </a:lnTo>
                    <a:lnTo>
                      <a:pt x="502" y="636"/>
                    </a:lnTo>
                    <a:lnTo>
                      <a:pt x="486" y="648"/>
                    </a:lnTo>
                    <a:lnTo>
                      <a:pt x="474" y="650"/>
                    </a:lnTo>
                    <a:lnTo>
                      <a:pt x="480" y="658"/>
                    </a:lnTo>
                    <a:lnTo>
                      <a:pt x="482" y="664"/>
                    </a:lnTo>
                    <a:lnTo>
                      <a:pt x="476" y="686"/>
                    </a:lnTo>
                    <a:lnTo>
                      <a:pt x="462" y="716"/>
                    </a:lnTo>
                    <a:lnTo>
                      <a:pt x="444" y="714"/>
                    </a:lnTo>
                    <a:lnTo>
                      <a:pt x="428" y="702"/>
                    </a:lnTo>
                    <a:lnTo>
                      <a:pt x="426" y="690"/>
                    </a:lnTo>
                    <a:lnTo>
                      <a:pt x="416" y="694"/>
                    </a:lnTo>
                    <a:lnTo>
                      <a:pt x="406" y="694"/>
                    </a:lnTo>
                    <a:lnTo>
                      <a:pt x="390" y="700"/>
                    </a:lnTo>
                    <a:lnTo>
                      <a:pt x="374" y="672"/>
                    </a:lnTo>
                    <a:lnTo>
                      <a:pt x="356" y="654"/>
                    </a:lnTo>
                    <a:lnTo>
                      <a:pt x="362" y="644"/>
                    </a:lnTo>
                    <a:lnTo>
                      <a:pt x="348" y="634"/>
                    </a:lnTo>
                    <a:lnTo>
                      <a:pt x="348" y="618"/>
                    </a:lnTo>
                    <a:lnTo>
                      <a:pt x="360" y="604"/>
                    </a:lnTo>
                    <a:lnTo>
                      <a:pt x="354" y="594"/>
                    </a:lnTo>
                    <a:lnTo>
                      <a:pt x="340" y="600"/>
                    </a:lnTo>
                    <a:lnTo>
                      <a:pt x="324" y="588"/>
                    </a:lnTo>
                    <a:lnTo>
                      <a:pt x="312" y="572"/>
                    </a:lnTo>
                    <a:lnTo>
                      <a:pt x="304" y="560"/>
                    </a:lnTo>
                    <a:lnTo>
                      <a:pt x="312" y="546"/>
                    </a:lnTo>
                    <a:lnTo>
                      <a:pt x="316" y="540"/>
                    </a:lnTo>
                    <a:lnTo>
                      <a:pt x="304" y="540"/>
                    </a:lnTo>
                    <a:lnTo>
                      <a:pt x="302" y="528"/>
                    </a:lnTo>
                    <a:lnTo>
                      <a:pt x="312" y="516"/>
                    </a:lnTo>
                    <a:lnTo>
                      <a:pt x="318" y="516"/>
                    </a:lnTo>
                    <a:lnTo>
                      <a:pt x="336" y="520"/>
                    </a:lnTo>
                    <a:lnTo>
                      <a:pt x="342" y="522"/>
                    </a:lnTo>
                    <a:lnTo>
                      <a:pt x="346" y="522"/>
                    </a:lnTo>
                    <a:lnTo>
                      <a:pt x="348" y="520"/>
                    </a:lnTo>
                    <a:lnTo>
                      <a:pt x="344" y="500"/>
                    </a:lnTo>
                    <a:lnTo>
                      <a:pt x="344" y="478"/>
                    </a:lnTo>
                    <a:lnTo>
                      <a:pt x="356" y="466"/>
                    </a:lnTo>
                    <a:lnTo>
                      <a:pt x="352" y="456"/>
                    </a:lnTo>
                    <a:lnTo>
                      <a:pt x="330" y="456"/>
                    </a:lnTo>
                    <a:lnTo>
                      <a:pt x="310" y="444"/>
                    </a:lnTo>
                    <a:lnTo>
                      <a:pt x="296" y="436"/>
                    </a:lnTo>
                    <a:lnTo>
                      <a:pt x="318" y="434"/>
                    </a:lnTo>
                    <a:lnTo>
                      <a:pt x="342" y="442"/>
                    </a:lnTo>
                    <a:lnTo>
                      <a:pt x="344" y="430"/>
                    </a:lnTo>
                    <a:lnTo>
                      <a:pt x="330" y="414"/>
                    </a:lnTo>
                    <a:lnTo>
                      <a:pt x="320" y="410"/>
                    </a:lnTo>
                    <a:lnTo>
                      <a:pt x="304" y="400"/>
                    </a:lnTo>
                    <a:lnTo>
                      <a:pt x="296" y="412"/>
                    </a:lnTo>
                    <a:lnTo>
                      <a:pt x="274" y="414"/>
                    </a:lnTo>
                    <a:lnTo>
                      <a:pt x="274" y="398"/>
                    </a:lnTo>
                    <a:lnTo>
                      <a:pt x="288" y="378"/>
                    </a:lnTo>
                    <a:lnTo>
                      <a:pt x="264" y="332"/>
                    </a:lnTo>
                    <a:lnTo>
                      <a:pt x="238" y="306"/>
                    </a:lnTo>
                    <a:lnTo>
                      <a:pt x="228" y="294"/>
                    </a:lnTo>
                    <a:lnTo>
                      <a:pt x="226" y="284"/>
                    </a:lnTo>
                    <a:lnTo>
                      <a:pt x="196" y="274"/>
                    </a:lnTo>
                    <a:lnTo>
                      <a:pt x="148" y="262"/>
                    </a:lnTo>
                    <a:lnTo>
                      <a:pt x="138" y="266"/>
                    </a:lnTo>
                    <a:lnTo>
                      <a:pt x="118" y="274"/>
                    </a:lnTo>
                    <a:lnTo>
                      <a:pt x="106" y="264"/>
                    </a:lnTo>
                    <a:lnTo>
                      <a:pt x="100" y="272"/>
                    </a:lnTo>
                    <a:lnTo>
                      <a:pt x="94" y="276"/>
                    </a:lnTo>
                    <a:lnTo>
                      <a:pt x="76" y="272"/>
                    </a:lnTo>
                    <a:lnTo>
                      <a:pt x="52" y="262"/>
                    </a:lnTo>
                    <a:lnTo>
                      <a:pt x="68" y="256"/>
                    </a:lnTo>
                    <a:lnTo>
                      <a:pt x="76" y="252"/>
                    </a:lnTo>
                    <a:lnTo>
                      <a:pt x="62" y="250"/>
                    </a:lnTo>
                    <a:lnTo>
                      <a:pt x="42" y="250"/>
                    </a:lnTo>
                    <a:lnTo>
                      <a:pt x="24" y="240"/>
                    </a:lnTo>
                    <a:lnTo>
                      <a:pt x="30" y="234"/>
                    </a:lnTo>
                    <a:lnTo>
                      <a:pt x="60" y="234"/>
                    </a:lnTo>
                    <a:lnTo>
                      <a:pt x="100" y="230"/>
                    </a:lnTo>
                    <a:lnTo>
                      <a:pt x="102" y="222"/>
                    </a:lnTo>
                    <a:lnTo>
                      <a:pt x="84" y="222"/>
                    </a:lnTo>
                    <a:lnTo>
                      <a:pt x="62" y="224"/>
                    </a:lnTo>
                    <a:lnTo>
                      <a:pt x="40" y="220"/>
                    </a:lnTo>
                    <a:lnTo>
                      <a:pt x="8" y="206"/>
                    </a:lnTo>
                    <a:lnTo>
                      <a:pt x="0" y="196"/>
                    </a:lnTo>
                    <a:lnTo>
                      <a:pt x="8" y="188"/>
                    </a:lnTo>
                    <a:lnTo>
                      <a:pt x="32" y="184"/>
                    </a:lnTo>
                    <a:lnTo>
                      <a:pt x="58" y="180"/>
                    </a:lnTo>
                    <a:lnTo>
                      <a:pt x="76" y="170"/>
                    </a:lnTo>
                    <a:lnTo>
                      <a:pt x="106" y="170"/>
                    </a:lnTo>
                    <a:lnTo>
                      <a:pt x="122" y="156"/>
                    </a:lnTo>
                    <a:lnTo>
                      <a:pt x="124" y="134"/>
                    </a:lnTo>
                    <a:lnTo>
                      <a:pt x="112" y="140"/>
                    </a:lnTo>
                    <a:lnTo>
                      <a:pt x="82" y="128"/>
                    </a:lnTo>
                    <a:lnTo>
                      <a:pt x="102" y="114"/>
                    </a:lnTo>
                    <a:lnTo>
                      <a:pt x="128" y="102"/>
                    </a:lnTo>
                    <a:lnTo>
                      <a:pt x="160" y="92"/>
                    </a:lnTo>
                    <a:lnTo>
                      <a:pt x="184" y="100"/>
                    </a:lnTo>
                    <a:lnTo>
                      <a:pt x="190" y="80"/>
                    </a:lnTo>
                    <a:lnTo>
                      <a:pt x="182" y="70"/>
                    </a:lnTo>
                    <a:lnTo>
                      <a:pt x="212" y="66"/>
                    </a:lnTo>
                    <a:lnTo>
                      <a:pt x="222" y="76"/>
                    </a:lnTo>
                    <a:lnTo>
                      <a:pt x="238" y="80"/>
                    </a:lnTo>
                    <a:lnTo>
                      <a:pt x="230" y="68"/>
                    </a:lnTo>
                    <a:lnTo>
                      <a:pt x="226" y="62"/>
                    </a:lnTo>
                    <a:lnTo>
                      <a:pt x="224" y="60"/>
                    </a:lnTo>
                    <a:lnTo>
                      <a:pt x="224" y="58"/>
                    </a:lnTo>
                    <a:lnTo>
                      <a:pt x="296" y="50"/>
                    </a:lnTo>
                    <a:lnTo>
                      <a:pt x="304" y="70"/>
                    </a:lnTo>
                    <a:lnTo>
                      <a:pt x="316" y="66"/>
                    </a:lnTo>
                    <a:lnTo>
                      <a:pt x="312" y="48"/>
                    </a:lnTo>
                    <a:lnTo>
                      <a:pt x="344" y="66"/>
                    </a:lnTo>
                    <a:lnTo>
                      <a:pt x="366" y="66"/>
                    </a:lnTo>
                    <a:lnTo>
                      <a:pt x="350" y="56"/>
                    </a:lnTo>
                    <a:lnTo>
                      <a:pt x="358" y="44"/>
                    </a:lnTo>
                    <a:lnTo>
                      <a:pt x="374" y="44"/>
                    </a:lnTo>
                    <a:lnTo>
                      <a:pt x="404" y="56"/>
                    </a:lnTo>
                    <a:lnTo>
                      <a:pt x="442" y="74"/>
                    </a:lnTo>
                    <a:lnTo>
                      <a:pt x="450" y="68"/>
                    </a:lnTo>
                    <a:lnTo>
                      <a:pt x="400" y="40"/>
                    </a:lnTo>
                    <a:lnTo>
                      <a:pt x="422" y="34"/>
                    </a:lnTo>
                    <a:lnTo>
                      <a:pt x="424" y="24"/>
                    </a:lnTo>
                    <a:lnTo>
                      <a:pt x="450" y="16"/>
                    </a:lnTo>
                    <a:lnTo>
                      <a:pt x="478" y="14"/>
                    </a:lnTo>
                    <a:lnTo>
                      <a:pt x="510" y="18"/>
                    </a:lnTo>
                    <a:lnTo>
                      <a:pt x="534" y="16"/>
                    </a:lnTo>
                    <a:lnTo>
                      <a:pt x="562" y="4"/>
                    </a:lnTo>
                    <a:lnTo>
                      <a:pt x="618" y="0"/>
                    </a:lnTo>
                    <a:lnTo>
                      <a:pt x="680" y="0"/>
                    </a:lnTo>
                    <a:lnTo>
                      <a:pt x="716" y="4"/>
                    </a:lnTo>
                    <a:lnTo>
                      <a:pt x="746" y="12"/>
                    </a:lnTo>
                    <a:lnTo>
                      <a:pt x="756" y="18"/>
                    </a:lnTo>
                    <a:lnTo>
                      <a:pt x="760" y="24"/>
                    </a:lnTo>
                    <a:lnTo>
                      <a:pt x="814" y="38"/>
                    </a:lnTo>
                    <a:lnTo>
                      <a:pt x="800" y="48"/>
                    </a:lnTo>
                    <a:lnTo>
                      <a:pt x="738" y="56"/>
                    </a:lnTo>
                    <a:lnTo>
                      <a:pt x="676" y="58"/>
                    </a:lnTo>
                    <a:lnTo>
                      <a:pt x="668" y="70"/>
                    </a:lnTo>
                    <a:lnTo>
                      <a:pt x="694" y="64"/>
                    </a:lnTo>
                    <a:lnTo>
                      <a:pt x="754" y="66"/>
                    </a:lnTo>
                    <a:lnTo>
                      <a:pt x="740" y="76"/>
                    </a:lnTo>
                    <a:lnTo>
                      <a:pt x="726" y="80"/>
                    </a:lnTo>
                    <a:lnTo>
                      <a:pt x="734" y="82"/>
                    </a:lnTo>
                    <a:lnTo>
                      <a:pt x="760" y="76"/>
                    </a:lnTo>
                    <a:lnTo>
                      <a:pt x="774" y="68"/>
                    </a:lnTo>
                    <a:lnTo>
                      <a:pt x="782" y="58"/>
                    </a:lnTo>
                    <a:lnTo>
                      <a:pt x="800" y="58"/>
                    </a:lnTo>
                    <a:lnTo>
                      <a:pt x="806" y="66"/>
                    </a:lnTo>
                    <a:lnTo>
                      <a:pt x="806" y="82"/>
                    </a:lnTo>
                    <a:lnTo>
                      <a:pt x="774" y="104"/>
                    </a:lnTo>
                    <a:lnTo>
                      <a:pt x="770" y="114"/>
                    </a:lnTo>
                    <a:lnTo>
                      <a:pt x="792" y="102"/>
                    </a:lnTo>
                    <a:lnTo>
                      <a:pt x="820" y="86"/>
                    </a:lnTo>
                    <a:lnTo>
                      <a:pt x="836" y="74"/>
                    </a:lnTo>
                    <a:lnTo>
                      <a:pt x="868" y="84"/>
                    </a:lnTo>
                    <a:lnTo>
                      <a:pt x="884" y="68"/>
                    </a:lnTo>
                    <a:lnTo>
                      <a:pt x="914" y="66"/>
                    </a:lnTo>
                    <a:lnTo>
                      <a:pt x="946" y="70"/>
                    </a:lnTo>
                    <a:lnTo>
                      <a:pt x="962" y="80"/>
                    </a:lnTo>
                    <a:lnTo>
                      <a:pt x="948" y="90"/>
                    </a:lnTo>
                    <a:lnTo>
                      <a:pt x="922" y="98"/>
                    </a:lnTo>
                    <a:lnTo>
                      <a:pt x="916" y="106"/>
                    </a:lnTo>
                    <a:lnTo>
                      <a:pt x="906" y="110"/>
                    </a:lnTo>
                    <a:lnTo>
                      <a:pt x="872" y="110"/>
                    </a:lnTo>
                    <a:lnTo>
                      <a:pt x="852" y="116"/>
                    </a:lnTo>
                    <a:lnTo>
                      <a:pt x="870" y="120"/>
                    </a:lnTo>
                    <a:lnTo>
                      <a:pt x="896" y="122"/>
                    </a:lnTo>
                    <a:lnTo>
                      <a:pt x="888" y="130"/>
                    </a:lnTo>
                    <a:lnTo>
                      <a:pt x="850" y="128"/>
                    </a:lnTo>
                    <a:lnTo>
                      <a:pt x="832" y="132"/>
                    </a:lnTo>
                    <a:lnTo>
                      <a:pt x="840" y="140"/>
                    </a:lnTo>
                    <a:lnTo>
                      <a:pt x="866" y="138"/>
                    </a:lnTo>
                    <a:lnTo>
                      <a:pt x="876" y="138"/>
                    </a:lnTo>
                    <a:lnTo>
                      <a:pt x="868" y="146"/>
                    </a:lnTo>
                    <a:lnTo>
                      <a:pt x="844" y="152"/>
                    </a:lnTo>
                    <a:lnTo>
                      <a:pt x="842" y="170"/>
                    </a:lnTo>
                    <a:lnTo>
                      <a:pt x="822" y="180"/>
                    </a:lnTo>
                    <a:lnTo>
                      <a:pt x="812" y="208"/>
                    </a:lnTo>
                    <a:lnTo>
                      <a:pt x="822" y="210"/>
                    </a:lnTo>
                    <a:lnTo>
                      <a:pt x="848" y="212"/>
                    </a:lnTo>
                    <a:lnTo>
                      <a:pt x="836" y="220"/>
                    </a:lnTo>
                    <a:lnTo>
                      <a:pt x="836" y="224"/>
                    </a:lnTo>
                    <a:lnTo>
                      <a:pt x="838" y="226"/>
                    </a:lnTo>
                    <a:lnTo>
                      <a:pt x="840" y="228"/>
                    </a:lnTo>
                    <a:lnTo>
                      <a:pt x="854" y="234"/>
                    </a:lnTo>
                    <a:lnTo>
                      <a:pt x="868" y="238"/>
                    </a:lnTo>
                    <a:lnTo>
                      <a:pt x="864" y="250"/>
                    </a:lnTo>
                    <a:lnTo>
                      <a:pt x="860" y="258"/>
                    </a:lnTo>
                    <a:lnTo>
                      <a:pt x="858" y="260"/>
                    </a:lnTo>
                    <a:lnTo>
                      <a:pt x="846" y="252"/>
                    </a:lnTo>
                    <a:lnTo>
                      <a:pt x="836" y="244"/>
                    </a:lnTo>
                    <a:lnTo>
                      <a:pt x="814" y="248"/>
                    </a:lnTo>
                    <a:lnTo>
                      <a:pt x="814" y="262"/>
                    </a:lnTo>
                    <a:lnTo>
                      <a:pt x="834" y="268"/>
                    </a:lnTo>
                    <a:lnTo>
                      <a:pt x="850" y="280"/>
                    </a:lnTo>
                    <a:lnTo>
                      <a:pt x="848" y="296"/>
                    </a:lnTo>
                    <a:lnTo>
                      <a:pt x="828" y="298"/>
                    </a:lnTo>
                    <a:lnTo>
                      <a:pt x="840" y="312"/>
                    </a:lnTo>
                    <a:lnTo>
                      <a:pt x="846" y="320"/>
                    </a:lnTo>
                    <a:lnTo>
                      <a:pt x="850" y="324"/>
                    </a:lnTo>
                    <a:lnTo>
                      <a:pt x="850" y="328"/>
                    </a:lnTo>
                    <a:lnTo>
                      <a:pt x="838" y="334"/>
                    </a:lnTo>
                    <a:lnTo>
                      <a:pt x="826" y="336"/>
                    </a:lnTo>
                    <a:lnTo>
                      <a:pt x="830" y="350"/>
                    </a:lnTo>
                    <a:lnTo>
                      <a:pt x="812" y="356"/>
                    </a:lnTo>
                    <a:lnTo>
                      <a:pt x="790" y="356"/>
                    </a:lnTo>
                    <a:lnTo>
                      <a:pt x="768" y="354"/>
                    </a:lnTo>
                    <a:lnTo>
                      <a:pt x="756" y="360"/>
                    </a:lnTo>
                    <a:lnTo>
                      <a:pt x="768" y="372"/>
                    </a:lnTo>
                    <a:lnTo>
                      <a:pt x="800" y="372"/>
                    </a:lnTo>
                    <a:lnTo>
                      <a:pt x="804" y="382"/>
                    </a:lnTo>
                    <a:lnTo>
                      <a:pt x="800" y="400"/>
                    </a:lnTo>
                    <a:lnTo>
                      <a:pt x="782" y="386"/>
                    </a:lnTo>
                    <a:lnTo>
                      <a:pt x="774" y="386"/>
                    </a:lnTo>
                    <a:lnTo>
                      <a:pt x="776" y="392"/>
                    </a:lnTo>
                    <a:lnTo>
                      <a:pt x="804" y="410"/>
                    </a:lnTo>
                    <a:lnTo>
                      <a:pt x="810" y="446"/>
                    </a:lnTo>
                    <a:lnTo>
                      <a:pt x="790" y="444"/>
                    </a:lnTo>
                    <a:lnTo>
                      <a:pt x="770" y="430"/>
                    </a:lnTo>
                    <a:lnTo>
                      <a:pt x="756" y="416"/>
                    </a:lnTo>
                    <a:lnTo>
                      <a:pt x="750" y="414"/>
                    </a:lnTo>
                    <a:lnTo>
                      <a:pt x="750" y="432"/>
                    </a:lnTo>
                    <a:lnTo>
                      <a:pt x="756" y="446"/>
                    </a:lnTo>
                    <a:lnTo>
                      <a:pt x="778" y="452"/>
                    </a:lnTo>
                    <a:lnTo>
                      <a:pt x="804" y="454"/>
                    </a:lnTo>
                    <a:lnTo>
                      <a:pt x="790" y="462"/>
                    </a:lnTo>
                    <a:close/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5" name="Freeform 4">
                <a:extLst>
                  <a:ext uri="{FF2B5EF4-FFF2-40B4-BE49-F238E27FC236}">
                    <a16:creationId xmlns:a16="http://schemas.microsoft.com/office/drawing/2014/main" id="{0DF794D3-A6A0-4371-A181-D30C3D280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10739" y="4861727"/>
                <a:ext cx="1091249" cy="667634"/>
              </a:xfrm>
              <a:custGeom>
                <a:avLst/>
                <a:gdLst>
                  <a:gd name="T0" fmla="*/ 76 w 482"/>
                  <a:gd name="T1" fmla="*/ 18 h 306"/>
                  <a:gd name="T2" fmla="*/ 146 w 482"/>
                  <a:gd name="T3" fmla="*/ 18 h 306"/>
                  <a:gd name="T4" fmla="*/ 196 w 482"/>
                  <a:gd name="T5" fmla="*/ 38 h 306"/>
                  <a:gd name="T6" fmla="*/ 226 w 482"/>
                  <a:gd name="T7" fmla="*/ 62 h 306"/>
                  <a:gd name="T8" fmla="*/ 258 w 482"/>
                  <a:gd name="T9" fmla="*/ 58 h 306"/>
                  <a:gd name="T10" fmla="*/ 282 w 482"/>
                  <a:gd name="T11" fmla="*/ 96 h 306"/>
                  <a:gd name="T12" fmla="*/ 318 w 482"/>
                  <a:gd name="T13" fmla="*/ 116 h 306"/>
                  <a:gd name="T14" fmla="*/ 308 w 482"/>
                  <a:gd name="T15" fmla="*/ 152 h 306"/>
                  <a:gd name="T16" fmla="*/ 312 w 482"/>
                  <a:gd name="T17" fmla="*/ 192 h 306"/>
                  <a:gd name="T18" fmla="*/ 338 w 482"/>
                  <a:gd name="T19" fmla="*/ 234 h 306"/>
                  <a:gd name="T20" fmla="*/ 376 w 482"/>
                  <a:gd name="T21" fmla="*/ 244 h 306"/>
                  <a:gd name="T22" fmla="*/ 424 w 482"/>
                  <a:gd name="T23" fmla="*/ 220 h 306"/>
                  <a:gd name="T24" fmla="*/ 442 w 482"/>
                  <a:gd name="T25" fmla="*/ 192 h 306"/>
                  <a:gd name="T26" fmla="*/ 482 w 482"/>
                  <a:gd name="T27" fmla="*/ 194 h 306"/>
                  <a:gd name="T28" fmla="*/ 470 w 482"/>
                  <a:gd name="T29" fmla="*/ 220 h 306"/>
                  <a:gd name="T30" fmla="*/ 464 w 482"/>
                  <a:gd name="T31" fmla="*/ 246 h 306"/>
                  <a:gd name="T32" fmla="*/ 452 w 482"/>
                  <a:gd name="T33" fmla="*/ 246 h 306"/>
                  <a:gd name="T34" fmla="*/ 416 w 482"/>
                  <a:gd name="T35" fmla="*/ 254 h 306"/>
                  <a:gd name="T36" fmla="*/ 424 w 482"/>
                  <a:gd name="T37" fmla="*/ 272 h 306"/>
                  <a:gd name="T38" fmla="*/ 412 w 482"/>
                  <a:gd name="T39" fmla="*/ 282 h 306"/>
                  <a:gd name="T40" fmla="*/ 402 w 482"/>
                  <a:gd name="T41" fmla="*/ 288 h 306"/>
                  <a:gd name="T42" fmla="*/ 392 w 482"/>
                  <a:gd name="T43" fmla="*/ 300 h 306"/>
                  <a:gd name="T44" fmla="*/ 364 w 482"/>
                  <a:gd name="T45" fmla="*/ 280 h 306"/>
                  <a:gd name="T46" fmla="*/ 338 w 482"/>
                  <a:gd name="T47" fmla="*/ 284 h 306"/>
                  <a:gd name="T48" fmla="*/ 298 w 482"/>
                  <a:gd name="T49" fmla="*/ 276 h 306"/>
                  <a:gd name="T50" fmla="*/ 254 w 482"/>
                  <a:gd name="T51" fmla="*/ 260 h 306"/>
                  <a:gd name="T52" fmla="*/ 218 w 482"/>
                  <a:gd name="T53" fmla="*/ 240 h 306"/>
                  <a:gd name="T54" fmla="*/ 186 w 482"/>
                  <a:gd name="T55" fmla="*/ 212 h 306"/>
                  <a:gd name="T56" fmla="*/ 192 w 482"/>
                  <a:gd name="T57" fmla="*/ 186 h 306"/>
                  <a:gd name="T58" fmla="*/ 156 w 482"/>
                  <a:gd name="T59" fmla="*/ 146 h 306"/>
                  <a:gd name="T60" fmla="*/ 126 w 482"/>
                  <a:gd name="T61" fmla="*/ 120 h 306"/>
                  <a:gd name="T62" fmla="*/ 100 w 482"/>
                  <a:gd name="T63" fmla="*/ 86 h 306"/>
                  <a:gd name="T64" fmla="*/ 72 w 482"/>
                  <a:gd name="T65" fmla="*/ 48 h 306"/>
                  <a:gd name="T66" fmla="*/ 50 w 482"/>
                  <a:gd name="T67" fmla="*/ 20 h 306"/>
                  <a:gd name="T68" fmla="*/ 40 w 482"/>
                  <a:gd name="T69" fmla="*/ 38 h 306"/>
                  <a:gd name="T70" fmla="*/ 64 w 482"/>
                  <a:gd name="T71" fmla="*/ 76 h 306"/>
                  <a:gd name="T72" fmla="*/ 90 w 482"/>
                  <a:gd name="T73" fmla="*/ 108 h 306"/>
                  <a:gd name="T74" fmla="*/ 106 w 482"/>
                  <a:gd name="T75" fmla="*/ 146 h 306"/>
                  <a:gd name="T76" fmla="*/ 120 w 482"/>
                  <a:gd name="T77" fmla="*/ 156 h 306"/>
                  <a:gd name="T78" fmla="*/ 108 w 482"/>
                  <a:gd name="T79" fmla="*/ 158 h 306"/>
                  <a:gd name="T80" fmla="*/ 84 w 482"/>
                  <a:gd name="T81" fmla="*/ 134 h 306"/>
                  <a:gd name="T82" fmla="*/ 72 w 482"/>
                  <a:gd name="T83" fmla="*/ 108 h 306"/>
                  <a:gd name="T84" fmla="*/ 48 w 482"/>
                  <a:gd name="T85" fmla="*/ 98 h 306"/>
                  <a:gd name="T86" fmla="*/ 42 w 482"/>
                  <a:gd name="T87" fmla="*/ 84 h 306"/>
                  <a:gd name="T88" fmla="*/ 46 w 482"/>
                  <a:gd name="T89" fmla="*/ 74 h 306"/>
                  <a:gd name="T90" fmla="*/ 30 w 482"/>
                  <a:gd name="T91" fmla="*/ 56 h 306"/>
                  <a:gd name="T92" fmla="*/ 12 w 482"/>
                  <a:gd name="T93" fmla="*/ 24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82" h="306">
                    <a:moveTo>
                      <a:pt x="0" y="2"/>
                    </a:moveTo>
                    <a:lnTo>
                      <a:pt x="32" y="0"/>
                    </a:lnTo>
                    <a:lnTo>
                      <a:pt x="76" y="18"/>
                    </a:lnTo>
                    <a:lnTo>
                      <a:pt x="92" y="24"/>
                    </a:lnTo>
                    <a:lnTo>
                      <a:pt x="138" y="24"/>
                    </a:lnTo>
                    <a:lnTo>
                      <a:pt x="146" y="18"/>
                    </a:lnTo>
                    <a:lnTo>
                      <a:pt x="166" y="14"/>
                    </a:lnTo>
                    <a:lnTo>
                      <a:pt x="186" y="30"/>
                    </a:lnTo>
                    <a:lnTo>
                      <a:pt x="196" y="38"/>
                    </a:lnTo>
                    <a:lnTo>
                      <a:pt x="198" y="54"/>
                    </a:lnTo>
                    <a:lnTo>
                      <a:pt x="214" y="64"/>
                    </a:lnTo>
                    <a:lnTo>
                      <a:pt x="226" y="62"/>
                    </a:lnTo>
                    <a:lnTo>
                      <a:pt x="228" y="52"/>
                    </a:lnTo>
                    <a:lnTo>
                      <a:pt x="236" y="48"/>
                    </a:lnTo>
                    <a:lnTo>
                      <a:pt x="258" y="58"/>
                    </a:lnTo>
                    <a:lnTo>
                      <a:pt x="264" y="72"/>
                    </a:lnTo>
                    <a:lnTo>
                      <a:pt x="274" y="84"/>
                    </a:lnTo>
                    <a:lnTo>
                      <a:pt x="282" y="96"/>
                    </a:lnTo>
                    <a:lnTo>
                      <a:pt x="290" y="108"/>
                    </a:lnTo>
                    <a:lnTo>
                      <a:pt x="306" y="114"/>
                    </a:lnTo>
                    <a:lnTo>
                      <a:pt x="318" y="116"/>
                    </a:lnTo>
                    <a:lnTo>
                      <a:pt x="314" y="124"/>
                    </a:lnTo>
                    <a:lnTo>
                      <a:pt x="310" y="136"/>
                    </a:lnTo>
                    <a:lnTo>
                      <a:pt x="308" y="152"/>
                    </a:lnTo>
                    <a:lnTo>
                      <a:pt x="308" y="162"/>
                    </a:lnTo>
                    <a:lnTo>
                      <a:pt x="308" y="174"/>
                    </a:lnTo>
                    <a:lnTo>
                      <a:pt x="312" y="192"/>
                    </a:lnTo>
                    <a:lnTo>
                      <a:pt x="322" y="210"/>
                    </a:lnTo>
                    <a:lnTo>
                      <a:pt x="330" y="222"/>
                    </a:lnTo>
                    <a:lnTo>
                      <a:pt x="338" y="234"/>
                    </a:lnTo>
                    <a:lnTo>
                      <a:pt x="348" y="240"/>
                    </a:lnTo>
                    <a:lnTo>
                      <a:pt x="360" y="244"/>
                    </a:lnTo>
                    <a:lnTo>
                      <a:pt x="376" y="244"/>
                    </a:lnTo>
                    <a:lnTo>
                      <a:pt x="396" y="240"/>
                    </a:lnTo>
                    <a:lnTo>
                      <a:pt x="416" y="236"/>
                    </a:lnTo>
                    <a:lnTo>
                      <a:pt x="424" y="220"/>
                    </a:lnTo>
                    <a:lnTo>
                      <a:pt x="424" y="210"/>
                    </a:lnTo>
                    <a:lnTo>
                      <a:pt x="428" y="200"/>
                    </a:lnTo>
                    <a:lnTo>
                      <a:pt x="442" y="192"/>
                    </a:lnTo>
                    <a:lnTo>
                      <a:pt x="452" y="192"/>
                    </a:lnTo>
                    <a:lnTo>
                      <a:pt x="470" y="192"/>
                    </a:lnTo>
                    <a:lnTo>
                      <a:pt x="482" y="194"/>
                    </a:lnTo>
                    <a:lnTo>
                      <a:pt x="478" y="206"/>
                    </a:lnTo>
                    <a:lnTo>
                      <a:pt x="472" y="214"/>
                    </a:lnTo>
                    <a:lnTo>
                      <a:pt x="470" y="220"/>
                    </a:lnTo>
                    <a:lnTo>
                      <a:pt x="468" y="232"/>
                    </a:lnTo>
                    <a:lnTo>
                      <a:pt x="468" y="244"/>
                    </a:lnTo>
                    <a:lnTo>
                      <a:pt x="464" y="246"/>
                    </a:lnTo>
                    <a:lnTo>
                      <a:pt x="460" y="240"/>
                    </a:lnTo>
                    <a:lnTo>
                      <a:pt x="456" y="242"/>
                    </a:lnTo>
                    <a:lnTo>
                      <a:pt x="452" y="246"/>
                    </a:lnTo>
                    <a:lnTo>
                      <a:pt x="446" y="252"/>
                    </a:lnTo>
                    <a:lnTo>
                      <a:pt x="434" y="252"/>
                    </a:lnTo>
                    <a:lnTo>
                      <a:pt x="416" y="254"/>
                    </a:lnTo>
                    <a:lnTo>
                      <a:pt x="414" y="258"/>
                    </a:lnTo>
                    <a:lnTo>
                      <a:pt x="416" y="266"/>
                    </a:lnTo>
                    <a:lnTo>
                      <a:pt x="424" y="272"/>
                    </a:lnTo>
                    <a:lnTo>
                      <a:pt x="428" y="278"/>
                    </a:lnTo>
                    <a:lnTo>
                      <a:pt x="424" y="280"/>
                    </a:lnTo>
                    <a:lnTo>
                      <a:pt x="412" y="282"/>
                    </a:lnTo>
                    <a:lnTo>
                      <a:pt x="408" y="280"/>
                    </a:lnTo>
                    <a:lnTo>
                      <a:pt x="406" y="284"/>
                    </a:lnTo>
                    <a:lnTo>
                      <a:pt x="402" y="288"/>
                    </a:lnTo>
                    <a:lnTo>
                      <a:pt x="400" y="294"/>
                    </a:lnTo>
                    <a:lnTo>
                      <a:pt x="398" y="306"/>
                    </a:lnTo>
                    <a:lnTo>
                      <a:pt x="392" y="300"/>
                    </a:lnTo>
                    <a:lnTo>
                      <a:pt x="382" y="290"/>
                    </a:lnTo>
                    <a:lnTo>
                      <a:pt x="372" y="284"/>
                    </a:lnTo>
                    <a:lnTo>
                      <a:pt x="364" y="280"/>
                    </a:lnTo>
                    <a:lnTo>
                      <a:pt x="356" y="278"/>
                    </a:lnTo>
                    <a:lnTo>
                      <a:pt x="346" y="280"/>
                    </a:lnTo>
                    <a:lnTo>
                      <a:pt x="338" y="284"/>
                    </a:lnTo>
                    <a:lnTo>
                      <a:pt x="328" y="286"/>
                    </a:lnTo>
                    <a:lnTo>
                      <a:pt x="312" y="282"/>
                    </a:lnTo>
                    <a:lnTo>
                      <a:pt x="298" y="276"/>
                    </a:lnTo>
                    <a:lnTo>
                      <a:pt x="282" y="270"/>
                    </a:lnTo>
                    <a:lnTo>
                      <a:pt x="264" y="264"/>
                    </a:lnTo>
                    <a:lnTo>
                      <a:pt x="254" y="260"/>
                    </a:lnTo>
                    <a:lnTo>
                      <a:pt x="246" y="248"/>
                    </a:lnTo>
                    <a:lnTo>
                      <a:pt x="232" y="248"/>
                    </a:lnTo>
                    <a:lnTo>
                      <a:pt x="218" y="240"/>
                    </a:lnTo>
                    <a:lnTo>
                      <a:pt x="204" y="232"/>
                    </a:lnTo>
                    <a:lnTo>
                      <a:pt x="192" y="222"/>
                    </a:lnTo>
                    <a:lnTo>
                      <a:pt x="186" y="212"/>
                    </a:lnTo>
                    <a:lnTo>
                      <a:pt x="186" y="202"/>
                    </a:lnTo>
                    <a:lnTo>
                      <a:pt x="192" y="196"/>
                    </a:lnTo>
                    <a:lnTo>
                      <a:pt x="192" y="186"/>
                    </a:lnTo>
                    <a:lnTo>
                      <a:pt x="178" y="168"/>
                    </a:lnTo>
                    <a:lnTo>
                      <a:pt x="168" y="156"/>
                    </a:lnTo>
                    <a:lnTo>
                      <a:pt x="156" y="146"/>
                    </a:lnTo>
                    <a:lnTo>
                      <a:pt x="146" y="134"/>
                    </a:lnTo>
                    <a:lnTo>
                      <a:pt x="134" y="126"/>
                    </a:lnTo>
                    <a:lnTo>
                      <a:pt x="126" y="120"/>
                    </a:lnTo>
                    <a:lnTo>
                      <a:pt x="126" y="106"/>
                    </a:lnTo>
                    <a:lnTo>
                      <a:pt x="110" y="96"/>
                    </a:lnTo>
                    <a:lnTo>
                      <a:pt x="100" y="86"/>
                    </a:lnTo>
                    <a:lnTo>
                      <a:pt x="88" y="70"/>
                    </a:lnTo>
                    <a:lnTo>
                      <a:pt x="78" y="60"/>
                    </a:lnTo>
                    <a:lnTo>
                      <a:pt x="72" y="48"/>
                    </a:lnTo>
                    <a:lnTo>
                      <a:pt x="66" y="34"/>
                    </a:lnTo>
                    <a:lnTo>
                      <a:pt x="64" y="28"/>
                    </a:lnTo>
                    <a:lnTo>
                      <a:pt x="50" y="20"/>
                    </a:lnTo>
                    <a:lnTo>
                      <a:pt x="38" y="20"/>
                    </a:lnTo>
                    <a:lnTo>
                      <a:pt x="36" y="26"/>
                    </a:lnTo>
                    <a:lnTo>
                      <a:pt x="40" y="38"/>
                    </a:lnTo>
                    <a:lnTo>
                      <a:pt x="46" y="52"/>
                    </a:lnTo>
                    <a:lnTo>
                      <a:pt x="56" y="62"/>
                    </a:lnTo>
                    <a:lnTo>
                      <a:pt x="64" y="76"/>
                    </a:lnTo>
                    <a:lnTo>
                      <a:pt x="72" y="86"/>
                    </a:lnTo>
                    <a:lnTo>
                      <a:pt x="80" y="96"/>
                    </a:lnTo>
                    <a:lnTo>
                      <a:pt x="90" y="108"/>
                    </a:lnTo>
                    <a:lnTo>
                      <a:pt x="98" y="124"/>
                    </a:lnTo>
                    <a:lnTo>
                      <a:pt x="104" y="136"/>
                    </a:lnTo>
                    <a:lnTo>
                      <a:pt x="106" y="146"/>
                    </a:lnTo>
                    <a:lnTo>
                      <a:pt x="114" y="146"/>
                    </a:lnTo>
                    <a:lnTo>
                      <a:pt x="118" y="152"/>
                    </a:lnTo>
                    <a:lnTo>
                      <a:pt x="120" y="156"/>
                    </a:lnTo>
                    <a:lnTo>
                      <a:pt x="122" y="166"/>
                    </a:lnTo>
                    <a:lnTo>
                      <a:pt x="114" y="170"/>
                    </a:lnTo>
                    <a:lnTo>
                      <a:pt x="108" y="158"/>
                    </a:lnTo>
                    <a:lnTo>
                      <a:pt x="100" y="152"/>
                    </a:lnTo>
                    <a:lnTo>
                      <a:pt x="92" y="144"/>
                    </a:lnTo>
                    <a:lnTo>
                      <a:pt x="84" y="134"/>
                    </a:lnTo>
                    <a:lnTo>
                      <a:pt x="82" y="126"/>
                    </a:lnTo>
                    <a:lnTo>
                      <a:pt x="80" y="116"/>
                    </a:lnTo>
                    <a:lnTo>
                      <a:pt x="72" y="108"/>
                    </a:lnTo>
                    <a:lnTo>
                      <a:pt x="66" y="104"/>
                    </a:lnTo>
                    <a:lnTo>
                      <a:pt x="56" y="102"/>
                    </a:lnTo>
                    <a:lnTo>
                      <a:pt x="48" y="98"/>
                    </a:lnTo>
                    <a:lnTo>
                      <a:pt x="40" y="90"/>
                    </a:lnTo>
                    <a:lnTo>
                      <a:pt x="38" y="86"/>
                    </a:lnTo>
                    <a:lnTo>
                      <a:pt x="42" y="84"/>
                    </a:lnTo>
                    <a:lnTo>
                      <a:pt x="46" y="84"/>
                    </a:lnTo>
                    <a:lnTo>
                      <a:pt x="48" y="80"/>
                    </a:lnTo>
                    <a:lnTo>
                      <a:pt x="46" y="74"/>
                    </a:lnTo>
                    <a:lnTo>
                      <a:pt x="42" y="64"/>
                    </a:lnTo>
                    <a:lnTo>
                      <a:pt x="38" y="60"/>
                    </a:lnTo>
                    <a:lnTo>
                      <a:pt x="30" y="56"/>
                    </a:lnTo>
                    <a:lnTo>
                      <a:pt x="22" y="46"/>
                    </a:lnTo>
                    <a:lnTo>
                      <a:pt x="16" y="32"/>
                    </a:lnTo>
                    <a:lnTo>
                      <a:pt x="12" y="24"/>
                    </a:lnTo>
                    <a:lnTo>
                      <a:pt x="8" y="14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6" name="Freeform 5">
                <a:extLst>
                  <a:ext uri="{FF2B5EF4-FFF2-40B4-BE49-F238E27FC236}">
                    <a16:creationId xmlns:a16="http://schemas.microsoft.com/office/drawing/2014/main" id="{58A613A3-3F99-4ED8-A896-633BF425BB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0028" y="4076278"/>
                <a:ext cx="249038" cy="218180"/>
              </a:xfrm>
              <a:custGeom>
                <a:avLst/>
                <a:gdLst>
                  <a:gd name="T0" fmla="*/ 30 w 110"/>
                  <a:gd name="T1" fmla="*/ 36 h 100"/>
                  <a:gd name="T2" fmla="*/ 40 w 110"/>
                  <a:gd name="T3" fmla="*/ 20 h 100"/>
                  <a:gd name="T4" fmla="*/ 54 w 110"/>
                  <a:gd name="T5" fmla="*/ 6 h 100"/>
                  <a:gd name="T6" fmla="*/ 66 w 110"/>
                  <a:gd name="T7" fmla="*/ 0 h 100"/>
                  <a:gd name="T8" fmla="*/ 62 w 110"/>
                  <a:gd name="T9" fmla="*/ 8 h 100"/>
                  <a:gd name="T10" fmla="*/ 58 w 110"/>
                  <a:gd name="T11" fmla="*/ 20 h 100"/>
                  <a:gd name="T12" fmla="*/ 62 w 110"/>
                  <a:gd name="T13" fmla="*/ 34 h 100"/>
                  <a:gd name="T14" fmla="*/ 72 w 110"/>
                  <a:gd name="T15" fmla="*/ 44 h 100"/>
                  <a:gd name="T16" fmla="*/ 82 w 110"/>
                  <a:gd name="T17" fmla="*/ 38 h 100"/>
                  <a:gd name="T18" fmla="*/ 86 w 110"/>
                  <a:gd name="T19" fmla="*/ 44 h 100"/>
                  <a:gd name="T20" fmla="*/ 94 w 110"/>
                  <a:gd name="T21" fmla="*/ 46 h 100"/>
                  <a:gd name="T22" fmla="*/ 90 w 110"/>
                  <a:gd name="T23" fmla="*/ 54 h 100"/>
                  <a:gd name="T24" fmla="*/ 100 w 110"/>
                  <a:gd name="T25" fmla="*/ 64 h 100"/>
                  <a:gd name="T26" fmla="*/ 106 w 110"/>
                  <a:gd name="T27" fmla="*/ 66 h 100"/>
                  <a:gd name="T28" fmla="*/ 108 w 110"/>
                  <a:gd name="T29" fmla="*/ 74 h 100"/>
                  <a:gd name="T30" fmla="*/ 110 w 110"/>
                  <a:gd name="T31" fmla="*/ 86 h 100"/>
                  <a:gd name="T32" fmla="*/ 106 w 110"/>
                  <a:gd name="T33" fmla="*/ 96 h 100"/>
                  <a:gd name="T34" fmla="*/ 92 w 110"/>
                  <a:gd name="T35" fmla="*/ 100 h 100"/>
                  <a:gd name="T36" fmla="*/ 86 w 110"/>
                  <a:gd name="T37" fmla="*/ 90 h 100"/>
                  <a:gd name="T38" fmla="*/ 78 w 110"/>
                  <a:gd name="T39" fmla="*/ 82 h 100"/>
                  <a:gd name="T40" fmla="*/ 72 w 110"/>
                  <a:gd name="T41" fmla="*/ 88 h 100"/>
                  <a:gd name="T42" fmla="*/ 70 w 110"/>
                  <a:gd name="T43" fmla="*/ 94 h 100"/>
                  <a:gd name="T44" fmla="*/ 60 w 110"/>
                  <a:gd name="T45" fmla="*/ 90 h 100"/>
                  <a:gd name="T46" fmla="*/ 58 w 110"/>
                  <a:gd name="T47" fmla="*/ 78 h 100"/>
                  <a:gd name="T48" fmla="*/ 30 w 110"/>
                  <a:gd name="T49" fmla="*/ 82 h 100"/>
                  <a:gd name="T50" fmla="*/ 0 w 110"/>
                  <a:gd name="T51" fmla="*/ 80 h 100"/>
                  <a:gd name="T52" fmla="*/ 2 w 110"/>
                  <a:gd name="T53" fmla="*/ 66 h 100"/>
                  <a:gd name="T54" fmla="*/ 16 w 110"/>
                  <a:gd name="T55" fmla="*/ 52 h 100"/>
                  <a:gd name="T56" fmla="*/ 22 w 110"/>
                  <a:gd name="T57" fmla="*/ 44 h 100"/>
                  <a:gd name="T58" fmla="*/ 30 w 110"/>
                  <a:gd name="T59" fmla="*/ 3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0" h="100">
                    <a:moveTo>
                      <a:pt x="30" y="36"/>
                    </a:moveTo>
                    <a:lnTo>
                      <a:pt x="40" y="20"/>
                    </a:lnTo>
                    <a:lnTo>
                      <a:pt x="54" y="6"/>
                    </a:lnTo>
                    <a:lnTo>
                      <a:pt x="66" y="0"/>
                    </a:lnTo>
                    <a:lnTo>
                      <a:pt x="62" y="8"/>
                    </a:lnTo>
                    <a:lnTo>
                      <a:pt x="58" y="20"/>
                    </a:lnTo>
                    <a:lnTo>
                      <a:pt x="62" y="34"/>
                    </a:lnTo>
                    <a:lnTo>
                      <a:pt x="72" y="44"/>
                    </a:lnTo>
                    <a:lnTo>
                      <a:pt x="82" y="38"/>
                    </a:lnTo>
                    <a:lnTo>
                      <a:pt x="86" y="44"/>
                    </a:lnTo>
                    <a:lnTo>
                      <a:pt x="94" y="46"/>
                    </a:lnTo>
                    <a:lnTo>
                      <a:pt x="90" y="54"/>
                    </a:lnTo>
                    <a:lnTo>
                      <a:pt x="100" y="64"/>
                    </a:lnTo>
                    <a:lnTo>
                      <a:pt x="106" y="66"/>
                    </a:lnTo>
                    <a:lnTo>
                      <a:pt x="108" y="74"/>
                    </a:lnTo>
                    <a:lnTo>
                      <a:pt x="110" y="86"/>
                    </a:lnTo>
                    <a:lnTo>
                      <a:pt x="106" y="96"/>
                    </a:lnTo>
                    <a:lnTo>
                      <a:pt x="92" y="100"/>
                    </a:lnTo>
                    <a:lnTo>
                      <a:pt x="86" y="90"/>
                    </a:lnTo>
                    <a:lnTo>
                      <a:pt x="78" y="82"/>
                    </a:lnTo>
                    <a:lnTo>
                      <a:pt x="72" y="88"/>
                    </a:lnTo>
                    <a:lnTo>
                      <a:pt x="70" y="94"/>
                    </a:lnTo>
                    <a:lnTo>
                      <a:pt x="60" y="90"/>
                    </a:lnTo>
                    <a:lnTo>
                      <a:pt x="58" y="78"/>
                    </a:lnTo>
                    <a:lnTo>
                      <a:pt x="30" y="82"/>
                    </a:lnTo>
                    <a:lnTo>
                      <a:pt x="0" y="80"/>
                    </a:lnTo>
                    <a:lnTo>
                      <a:pt x="2" y="66"/>
                    </a:lnTo>
                    <a:lnTo>
                      <a:pt x="16" y="52"/>
                    </a:lnTo>
                    <a:lnTo>
                      <a:pt x="22" y="44"/>
                    </a:lnTo>
                    <a:lnTo>
                      <a:pt x="30" y="36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7" name="Freeform 7">
                <a:extLst>
                  <a:ext uri="{FF2B5EF4-FFF2-40B4-BE49-F238E27FC236}">
                    <a16:creationId xmlns:a16="http://schemas.microsoft.com/office/drawing/2014/main" id="{3BA2CDC7-6F82-49B9-9622-08F1BC067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2833" y="2802105"/>
                <a:ext cx="375821" cy="226910"/>
              </a:xfrm>
              <a:custGeom>
                <a:avLst/>
                <a:gdLst>
                  <a:gd name="T0" fmla="*/ 20 w 166"/>
                  <a:gd name="T1" fmla="*/ 6 h 104"/>
                  <a:gd name="T2" fmla="*/ 20 w 166"/>
                  <a:gd name="T3" fmla="*/ 14 h 104"/>
                  <a:gd name="T4" fmla="*/ 28 w 166"/>
                  <a:gd name="T5" fmla="*/ 22 h 104"/>
                  <a:gd name="T6" fmla="*/ 28 w 166"/>
                  <a:gd name="T7" fmla="*/ 28 h 104"/>
                  <a:gd name="T8" fmla="*/ 24 w 166"/>
                  <a:gd name="T9" fmla="*/ 34 h 104"/>
                  <a:gd name="T10" fmla="*/ 20 w 166"/>
                  <a:gd name="T11" fmla="*/ 44 h 104"/>
                  <a:gd name="T12" fmla="*/ 12 w 166"/>
                  <a:gd name="T13" fmla="*/ 54 h 104"/>
                  <a:gd name="T14" fmla="*/ 8 w 166"/>
                  <a:gd name="T15" fmla="*/ 68 h 104"/>
                  <a:gd name="T16" fmla="*/ 0 w 166"/>
                  <a:gd name="T17" fmla="*/ 76 h 104"/>
                  <a:gd name="T18" fmla="*/ 12 w 166"/>
                  <a:gd name="T19" fmla="*/ 80 h 104"/>
                  <a:gd name="T20" fmla="*/ 20 w 166"/>
                  <a:gd name="T21" fmla="*/ 84 h 104"/>
                  <a:gd name="T22" fmla="*/ 32 w 166"/>
                  <a:gd name="T23" fmla="*/ 92 h 104"/>
                  <a:gd name="T24" fmla="*/ 42 w 166"/>
                  <a:gd name="T25" fmla="*/ 104 h 104"/>
                  <a:gd name="T26" fmla="*/ 54 w 166"/>
                  <a:gd name="T27" fmla="*/ 100 h 104"/>
                  <a:gd name="T28" fmla="*/ 68 w 166"/>
                  <a:gd name="T29" fmla="*/ 92 h 104"/>
                  <a:gd name="T30" fmla="*/ 80 w 166"/>
                  <a:gd name="T31" fmla="*/ 92 h 104"/>
                  <a:gd name="T32" fmla="*/ 86 w 166"/>
                  <a:gd name="T33" fmla="*/ 82 h 104"/>
                  <a:gd name="T34" fmla="*/ 90 w 166"/>
                  <a:gd name="T35" fmla="*/ 72 h 104"/>
                  <a:gd name="T36" fmla="*/ 102 w 166"/>
                  <a:gd name="T37" fmla="*/ 66 h 104"/>
                  <a:gd name="T38" fmla="*/ 106 w 166"/>
                  <a:gd name="T39" fmla="*/ 58 h 104"/>
                  <a:gd name="T40" fmla="*/ 120 w 166"/>
                  <a:gd name="T41" fmla="*/ 50 h 104"/>
                  <a:gd name="T42" fmla="*/ 140 w 166"/>
                  <a:gd name="T43" fmla="*/ 40 h 104"/>
                  <a:gd name="T44" fmla="*/ 166 w 166"/>
                  <a:gd name="T45" fmla="*/ 32 h 104"/>
                  <a:gd name="T46" fmla="*/ 158 w 166"/>
                  <a:gd name="T47" fmla="*/ 26 h 104"/>
                  <a:gd name="T48" fmla="*/ 142 w 166"/>
                  <a:gd name="T49" fmla="*/ 16 h 104"/>
                  <a:gd name="T50" fmla="*/ 128 w 166"/>
                  <a:gd name="T51" fmla="*/ 8 h 104"/>
                  <a:gd name="T52" fmla="*/ 114 w 166"/>
                  <a:gd name="T53" fmla="*/ 10 h 104"/>
                  <a:gd name="T54" fmla="*/ 106 w 166"/>
                  <a:gd name="T55" fmla="*/ 16 h 104"/>
                  <a:gd name="T56" fmla="*/ 94 w 166"/>
                  <a:gd name="T57" fmla="*/ 14 h 104"/>
                  <a:gd name="T58" fmla="*/ 74 w 166"/>
                  <a:gd name="T59" fmla="*/ 6 h 104"/>
                  <a:gd name="T60" fmla="*/ 72 w 166"/>
                  <a:gd name="T61" fmla="*/ 0 h 104"/>
                  <a:gd name="T62" fmla="*/ 54 w 166"/>
                  <a:gd name="T63" fmla="*/ 0 h 104"/>
                  <a:gd name="T64" fmla="*/ 52 w 166"/>
                  <a:gd name="T65" fmla="*/ 6 h 104"/>
                  <a:gd name="T66" fmla="*/ 34 w 166"/>
                  <a:gd name="T67" fmla="*/ 4 h 104"/>
                  <a:gd name="T68" fmla="*/ 20 w 166"/>
                  <a:gd name="T69" fmla="*/ 6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66" h="104">
                    <a:moveTo>
                      <a:pt x="20" y="6"/>
                    </a:moveTo>
                    <a:lnTo>
                      <a:pt x="20" y="14"/>
                    </a:lnTo>
                    <a:lnTo>
                      <a:pt x="28" y="22"/>
                    </a:lnTo>
                    <a:lnTo>
                      <a:pt x="28" y="28"/>
                    </a:lnTo>
                    <a:lnTo>
                      <a:pt x="24" y="34"/>
                    </a:lnTo>
                    <a:lnTo>
                      <a:pt x="20" y="44"/>
                    </a:lnTo>
                    <a:lnTo>
                      <a:pt x="12" y="54"/>
                    </a:lnTo>
                    <a:lnTo>
                      <a:pt x="8" y="68"/>
                    </a:lnTo>
                    <a:lnTo>
                      <a:pt x="0" y="76"/>
                    </a:lnTo>
                    <a:lnTo>
                      <a:pt x="12" y="80"/>
                    </a:lnTo>
                    <a:lnTo>
                      <a:pt x="20" y="84"/>
                    </a:lnTo>
                    <a:lnTo>
                      <a:pt x="32" y="92"/>
                    </a:lnTo>
                    <a:lnTo>
                      <a:pt x="42" y="104"/>
                    </a:lnTo>
                    <a:lnTo>
                      <a:pt x="54" y="100"/>
                    </a:lnTo>
                    <a:lnTo>
                      <a:pt x="68" y="92"/>
                    </a:lnTo>
                    <a:lnTo>
                      <a:pt x="80" y="92"/>
                    </a:lnTo>
                    <a:lnTo>
                      <a:pt x="86" y="82"/>
                    </a:lnTo>
                    <a:lnTo>
                      <a:pt x="90" y="72"/>
                    </a:lnTo>
                    <a:lnTo>
                      <a:pt x="102" y="66"/>
                    </a:lnTo>
                    <a:lnTo>
                      <a:pt x="106" y="58"/>
                    </a:lnTo>
                    <a:lnTo>
                      <a:pt x="120" y="50"/>
                    </a:lnTo>
                    <a:lnTo>
                      <a:pt x="140" y="40"/>
                    </a:lnTo>
                    <a:lnTo>
                      <a:pt x="166" y="32"/>
                    </a:lnTo>
                    <a:lnTo>
                      <a:pt x="158" y="26"/>
                    </a:lnTo>
                    <a:lnTo>
                      <a:pt x="142" y="16"/>
                    </a:lnTo>
                    <a:lnTo>
                      <a:pt x="128" y="8"/>
                    </a:lnTo>
                    <a:lnTo>
                      <a:pt x="114" y="10"/>
                    </a:lnTo>
                    <a:lnTo>
                      <a:pt x="106" y="16"/>
                    </a:lnTo>
                    <a:lnTo>
                      <a:pt x="94" y="14"/>
                    </a:lnTo>
                    <a:lnTo>
                      <a:pt x="74" y="6"/>
                    </a:lnTo>
                    <a:lnTo>
                      <a:pt x="72" y="0"/>
                    </a:lnTo>
                    <a:lnTo>
                      <a:pt x="54" y="0"/>
                    </a:lnTo>
                    <a:lnTo>
                      <a:pt x="52" y="6"/>
                    </a:lnTo>
                    <a:lnTo>
                      <a:pt x="34" y="4"/>
                    </a:lnTo>
                    <a:lnTo>
                      <a:pt x="20" y="6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8" name="Freeform 8">
                <a:extLst>
                  <a:ext uri="{FF2B5EF4-FFF2-40B4-BE49-F238E27FC236}">
                    <a16:creationId xmlns:a16="http://schemas.microsoft.com/office/drawing/2014/main" id="{A3828334-22E5-4D97-BC84-A1EBFE007C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1874" y="2885015"/>
                <a:ext cx="642973" cy="296723"/>
              </a:xfrm>
              <a:custGeom>
                <a:avLst/>
                <a:gdLst>
                  <a:gd name="T0" fmla="*/ 104 w 284"/>
                  <a:gd name="T1" fmla="*/ 82 h 136"/>
                  <a:gd name="T2" fmla="*/ 52 w 284"/>
                  <a:gd name="T3" fmla="*/ 78 h 136"/>
                  <a:gd name="T4" fmla="*/ 10 w 284"/>
                  <a:gd name="T5" fmla="*/ 74 h 136"/>
                  <a:gd name="T6" fmla="*/ 30 w 284"/>
                  <a:gd name="T7" fmla="*/ 62 h 136"/>
                  <a:gd name="T8" fmla="*/ 56 w 284"/>
                  <a:gd name="T9" fmla="*/ 54 h 136"/>
                  <a:gd name="T10" fmla="*/ 34 w 284"/>
                  <a:gd name="T11" fmla="*/ 56 h 136"/>
                  <a:gd name="T12" fmla="*/ 14 w 284"/>
                  <a:gd name="T13" fmla="*/ 52 h 136"/>
                  <a:gd name="T14" fmla="*/ 0 w 284"/>
                  <a:gd name="T15" fmla="*/ 42 h 136"/>
                  <a:gd name="T16" fmla="*/ 12 w 284"/>
                  <a:gd name="T17" fmla="*/ 30 h 136"/>
                  <a:gd name="T18" fmla="*/ 26 w 284"/>
                  <a:gd name="T19" fmla="*/ 14 h 136"/>
                  <a:gd name="T20" fmla="*/ 74 w 284"/>
                  <a:gd name="T21" fmla="*/ 0 h 136"/>
                  <a:gd name="T22" fmla="*/ 74 w 284"/>
                  <a:gd name="T23" fmla="*/ 12 h 136"/>
                  <a:gd name="T24" fmla="*/ 84 w 284"/>
                  <a:gd name="T25" fmla="*/ 22 h 136"/>
                  <a:gd name="T26" fmla="*/ 106 w 284"/>
                  <a:gd name="T27" fmla="*/ 12 h 136"/>
                  <a:gd name="T28" fmla="*/ 118 w 284"/>
                  <a:gd name="T29" fmla="*/ 24 h 136"/>
                  <a:gd name="T30" fmla="*/ 128 w 284"/>
                  <a:gd name="T31" fmla="*/ 26 h 136"/>
                  <a:gd name="T32" fmla="*/ 144 w 284"/>
                  <a:gd name="T33" fmla="*/ 18 h 136"/>
                  <a:gd name="T34" fmla="*/ 142 w 284"/>
                  <a:gd name="T35" fmla="*/ 10 h 136"/>
                  <a:gd name="T36" fmla="*/ 162 w 284"/>
                  <a:gd name="T37" fmla="*/ 26 h 136"/>
                  <a:gd name="T38" fmla="*/ 172 w 284"/>
                  <a:gd name="T39" fmla="*/ 48 h 136"/>
                  <a:gd name="T40" fmla="*/ 176 w 284"/>
                  <a:gd name="T41" fmla="*/ 34 h 136"/>
                  <a:gd name="T42" fmla="*/ 170 w 284"/>
                  <a:gd name="T43" fmla="*/ 4 h 136"/>
                  <a:gd name="T44" fmla="*/ 192 w 284"/>
                  <a:gd name="T45" fmla="*/ 4 h 136"/>
                  <a:gd name="T46" fmla="*/ 216 w 284"/>
                  <a:gd name="T47" fmla="*/ 24 h 136"/>
                  <a:gd name="T48" fmla="*/ 230 w 284"/>
                  <a:gd name="T49" fmla="*/ 52 h 136"/>
                  <a:gd name="T50" fmla="*/ 228 w 284"/>
                  <a:gd name="T51" fmla="*/ 66 h 136"/>
                  <a:gd name="T52" fmla="*/ 248 w 284"/>
                  <a:gd name="T53" fmla="*/ 82 h 136"/>
                  <a:gd name="T54" fmla="*/ 268 w 284"/>
                  <a:gd name="T55" fmla="*/ 90 h 136"/>
                  <a:gd name="T56" fmla="*/ 280 w 284"/>
                  <a:gd name="T57" fmla="*/ 104 h 136"/>
                  <a:gd name="T58" fmla="*/ 254 w 284"/>
                  <a:gd name="T59" fmla="*/ 106 h 136"/>
                  <a:gd name="T60" fmla="*/ 268 w 284"/>
                  <a:gd name="T61" fmla="*/ 116 h 136"/>
                  <a:gd name="T62" fmla="*/ 262 w 284"/>
                  <a:gd name="T63" fmla="*/ 128 h 136"/>
                  <a:gd name="T64" fmla="*/ 216 w 284"/>
                  <a:gd name="T65" fmla="*/ 128 h 136"/>
                  <a:gd name="T66" fmla="*/ 202 w 284"/>
                  <a:gd name="T67" fmla="*/ 122 h 136"/>
                  <a:gd name="T68" fmla="*/ 184 w 284"/>
                  <a:gd name="T69" fmla="*/ 122 h 136"/>
                  <a:gd name="T70" fmla="*/ 152 w 284"/>
                  <a:gd name="T71" fmla="*/ 134 h 136"/>
                  <a:gd name="T72" fmla="*/ 84 w 284"/>
                  <a:gd name="T73" fmla="*/ 130 h 136"/>
                  <a:gd name="T74" fmla="*/ 40 w 284"/>
                  <a:gd name="T75" fmla="*/ 118 h 136"/>
                  <a:gd name="T76" fmla="*/ 30 w 284"/>
                  <a:gd name="T77" fmla="*/ 92 h 136"/>
                  <a:gd name="T78" fmla="*/ 80 w 284"/>
                  <a:gd name="T79" fmla="*/ 88 h 136"/>
                  <a:gd name="T80" fmla="*/ 110 w 284"/>
                  <a:gd name="T81" fmla="*/ 9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" h="136">
                    <a:moveTo>
                      <a:pt x="110" y="90"/>
                    </a:moveTo>
                    <a:lnTo>
                      <a:pt x="104" y="82"/>
                    </a:lnTo>
                    <a:lnTo>
                      <a:pt x="86" y="76"/>
                    </a:lnTo>
                    <a:lnTo>
                      <a:pt x="52" y="78"/>
                    </a:lnTo>
                    <a:lnTo>
                      <a:pt x="28" y="80"/>
                    </a:lnTo>
                    <a:lnTo>
                      <a:pt x="10" y="74"/>
                    </a:lnTo>
                    <a:lnTo>
                      <a:pt x="14" y="62"/>
                    </a:lnTo>
                    <a:lnTo>
                      <a:pt x="30" y="62"/>
                    </a:lnTo>
                    <a:lnTo>
                      <a:pt x="46" y="58"/>
                    </a:lnTo>
                    <a:lnTo>
                      <a:pt x="56" y="54"/>
                    </a:lnTo>
                    <a:lnTo>
                      <a:pt x="46" y="52"/>
                    </a:lnTo>
                    <a:lnTo>
                      <a:pt x="34" y="56"/>
                    </a:lnTo>
                    <a:lnTo>
                      <a:pt x="20" y="56"/>
                    </a:lnTo>
                    <a:lnTo>
                      <a:pt x="14" y="52"/>
                    </a:lnTo>
                    <a:lnTo>
                      <a:pt x="0" y="50"/>
                    </a:lnTo>
                    <a:lnTo>
                      <a:pt x="0" y="42"/>
                    </a:lnTo>
                    <a:lnTo>
                      <a:pt x="8" y="36"/>
                    </a:lnTo>
                    <a:lnTo>
                      <a:pt x="12" y="30"/>
                    </a:lnTo>
                    <a:lnTo>
                      <a:pt x="10" y="22"/>
                    </a:lnTo>
                    <a:lnTo>
                      <a:pt x="26" y="14"/>
                    </a:lnTo>
                    <a:lnTo>
                      <a:pt x="50" y="4"/>
                    </a:lnTo>
                    <a:lnTo>
                      <a:pt x="74" y="0"/>
                    </a:lnTo>
                    <a:lnTo>
                      <a:pt x="76" y="8"/>
                    </a:lnTo>
                    <a:lnTo>
                      <a:pt x="74" y="12"/>
                    </a:lnTo>
                    <a:lnTo>
                      <a:pt x="70" y="18"/>
                    </a:lnTo>
                    <a:lnTo>
                      <a:pt x="84" y="22"/>
                    </a:lnTo>
                    <a:lnTo>
                      <a:pt x="90" y="8"/>
                    </a:lnTo>
                    <a:lnTo>
                      <a:pt x="106" y="12"/>
                    </a:lnTo>
                    <a:lnTo>
                      <a:pt x="122" y="18"/>
                    </a:lnTo>
                    <a:lnTo>
                      <a:pt x="118" y="24"/>
                    </a:lnTo>
                    <a:lnTo>
                      <a:pt x="120" y="28"/>
                    </a:lnTo>
                    <a:lnTo>
                      <a:pt x="128" y="26"/>
                    </a:lnTo>
                    <a:lnTo>
                      <a:pt x="142" y="26"/>
                    </a:lnTo>
                    <a:lnTo>
                      <a:pt x="144" y="18"/>
                    </a:lnTo>
                    <a:lnTo>
                      <a:pt x="136" y="12"/>
                    </a:lnTo>
                    <a:lnTo>
                      <a:pt x="142" y="10"/>
                    </a:lnTo>
                    <a:lnTo>
                      <a:pt x="154" y="16"/>
                    </a:lnTo>
                    <a:lnTo>
                      <a:pt x="162" y="26"/>
                    </a:lnTo>
                    <a:lnTo>
                      <a:pt x="166" y="38"/>
                    </a:lnTo>
                    <a:lnTo>
                      <a:pt x="172" y="48"/>
                    </a:lnTo>
                    <a:lnTo>
                      <a:pt x="182" y="44"/>
                    </a:lnTo>
                    <a:lnTo>
                      <a:pt x="176" y="34"/>
                    </a:lnTo>
                    <a:lnTo>
                      <a:pt x="172" y="16"/>
                    </a:lnTo>
                    <a:lnTo>
                      <a:pt x="170" y="4"/>
                    </a:lnTo>
                    <a:lnTo>
                      <a:pt x="178" y="0"/>
                    </a:lnTo>
                    <a:lnTo>
                      <a:pt x="192" y="4"/>
                    </a:lnTo>
                    <a:lnTo>
                      <a:pt x="206" y="12"/>
                    </a:lnTo>
                    <a:lnTo>
                      <a:pt x="216" y="24"/>
                    </a:lnTo>
                    <a:lnTo>
                      <a:pt x="222" y="40"/>
                    </a:lnTo>
                    <a:lnTo>
                      <a:pt x="230" y="52"/>
                    </a:lnTo>
                    <a:lnTo>
                      <a:pt x="230" y="60"/>
                    </a:lnTo>
                    <a:lnTo>
                      <a:pt x="228" y="66"/>
                    </a:lnTo>
                    <a:lnTo>
                      <a:pt x="238" y="78"/>
                    </a:lnTo>
                    <a:lnTo>
                      <a:pt x="248" y="82"/>
                    </a:lnTo>
                    <a:lnTo>
                      <a:pt x="260" y="84"/>
                    </a:lnTo>
                    <a:lnTo>
                      <a:pt x="268" y="90"/>
                    </a:lnTo>
                    <a:lnTo>
                      <a:pt x="284" y="100"/>
                    </a:lnTo>
                    <a:lnTo>
                      <a:pt x="280" y="104"/>
                    </a:lnTo>
                    <a:lnTo>
                      <a:pt x="264" y="104"/>
                    </a:lnTo>
                    <a:lnTo>
                      <a:pt x="254" y="106"/>
                    </a:lnTo>
                    <a:lnTo>
                      <a:pt x="256" y="112"/>
                    </a:lnTo>
                    <a:lnTo>
                      <a:pt x="268" y="116"/>
                    </a:lnTo>
                    <a:lnTo>
                      <a:pt x="272" y="126"/>
                    </a:lnTo>
                    <a:lnTo>
                      <a:pt x="262" y="128"/>
                    </a:lnTo>
                    <a:lnTo>
                      <a:pt x="240" y="130"/>
                    </a:lnTo>
                    <a:lnTo>
                      <a:pt x="216" y="128"/>
                    </a:lnTo>
                    <a:lnTo>
                      <a:pt x="212" y="122"/>
                    </a:lnTo>
                    <a:lnTo>
                      <a:pt x="202" y="122"/>
                    </a:lnTo>
                    <a:lnTo>
                      <a:pt x="196" y="108"/>
                    </a:lnTo>
                    <a:lnTo>
                      <a:pt x="184" y="122"/>
                    </a:lnTo>
                    <a:lnTo>
                      <a:pt x="168" y="126"/>
                    </a:lnTo>
                    <a:lnTo>
                      <a:pt x="152" y="134"/>
                    </a:lnTo>
                    <a:lnTo>
                      <a:pt x="90" y="136"/>
                    </a:lnTo>
                    <a:lnTo>
                      <a:pt x="84" y="130"/>
                    </a:lnTo>
                    <a:lnTo>
                      <a:pt x="82" y="118"/>
                    </a:lnTo>
                    <a:lnTo>
                      <a:pt x="40" y="118"/>
                    </a:lnTo>
                    <a:lnTo>
                      <a:pt x="22" y="100"/>
                    </a:lnTo>
                    <a:lnTo>
                      <a:pt x="30" y="92"/>
                    </a:lnTo>
                    <a:lnTo>
                      <a:pt x="48" y="90"/>
                    </a:lnTo>
                    <a:lnTo>
                      <a:pt x="80" y="88"/>
                    </a:lnTo>
                    <a:lnTo>
                      <a:pt x="98" y="90"/>
                    </a:lnTo>
                    <a:lnTo>
                      <a:pt x="110" y="9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9" name="Freeform 9">
                <a:extLst>
                  <a:ext uri="{FF2B5EF4-FFF2-40B4-BE49-F238E27FC236}">
                    <a16:creationId xmlns:a16="http://schemas.microsoft.com/office/drawing/2014/main" id="{77AF2AFA-48F4-47BD-9442-BC66E3ABA9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1680" y="2636289"/>
                <a:ext cx="430159" cy="178909"/>
              </a:xfrm>
              <a:custGeom>
                <a:avLst/>
                <a:gdLst>
                  <a:gd name="T0" fmla="*/ 98 w 190"/>
                  <a:gd name="T1" fmla="*/ 56 h 82"/>
                  <a:gd name="T2" fmla="*/ 80 w 190"/>
                  <a:gd name="T3" fmla="*/ 56 h 82"/>
                  <a:gd name="T4" fmla="*/ 58 w 190"/>
                  <a:gd name="T5" fmla="*/ 56 h 82"/>
                  <a:gd name="T6" fmla="*/ 62 w 190"/>
                  <a:gd name="T7" fmla="*/ 48 h 82"/>
                  <a:gd name="T8" fmla="*/ 52 w 190"/>
                  <a:gd name="T9" fmla="*/ 50 h 82"/>
                  <a:gd name="T10" fmla="*/ 48 w 190"/>
                  <a:gd name="T11" fmla="*/ 58 h 82"/>
                  <a:gd name="T12" fmla="*/ 30 w 190"/>
                  <a:gd name="T13" fmla="*/ 62 h 82"/>
                  <a:gd name="T14" fmla="*/ 20 w 190"/>
                  <a:gd name="T15" fmla="*/ 58 h 82"/>
                  <a:gd name="T16" fmla="*/ 2 w 190"/>
                  <a:gd name="T17" fmla="*/ 56 h 82"/>
                  <a:gd name="T18" fmla="*/ 0 w 190"/>
                  <a:gd name="T19" fmla="*/ 48 h 82"/>
                  <a:gd name="T20" fmla="*/ 18 w 190"/>
                  <a:gd name="T21" fmla="*/ 46 h 82"/>
                  <a:gd name="T22" fmla="*/ 4 w 190"/>
                  <a:gd name="T23" fmla="*/ 42 h 82"/>
                  <a:gd name="T24" fmla="*/ 10 w 190"/>
                  <a:gd name="T25" fmla="*/ 36 h 82"/>
                  <a:gd name="T26" fmla="*/ 34 w 190"/>
                  <a:gd name="T27" fmla="*/ 34 h 82"/>
                  <a:gd name="T28" fmla="*/ 16 w 190"/>
                  <a:gd name="T29" fmla="*/ 30 h 82"/>
                  <a:gd name="T30" fmla="*/ 18 w 190"/>
                  <a:gd name="T31" fmla="*/ 24 h 82"/>
                  <a:gd name="T32" fmla="*/ 26 w 190"/>
                  <a:gd name="T33" fmla="*/ 20 h 82"/>
                  <a:gd name="T34" fmla="*/ 34 w 190"/>
                  <a:gd name="T35" fmla="*/ 16 h 82"/>
                  <a:gd name="T36" fmla="*/ 50 w 190"/>
                  <a:gd name="T37" fmla="*/ 14 h 82"/>
                  <a:gd name="T38" fmla="*/ 58 w 190"/>
                  <a:gd name="T39" fmla="*/ 22 h 82"/>
                  <a:gd name="T40" fmla="*/ 66 w 190"/>
                  <a:gd name="T41" fmla="*/ 20 h 82"/>
                  <a:gd name="T42" fmla="*/ 74 w 190"/>
                  <a:gd name="T43" fmla="*/ 20 h 82"/>
                  <a:gd name="T44" fmla="*/ 88 w 190"/>
                  <a:gd name="T45" fmla="*/ 28 h 82"/>
                  <a:gd name="T46" fmla="*/ 98 w 190"/>
                  <a:gd name="T47" fmla="*/ 36 h 82"/>
                  <a:gd name="T48" fmla="*/ 98 w 190"/>
                  <a:gd name="T49" fmla="*/ 40 h 82"/>
                  <a:gd name="T50" fmla="*/ 98 w 190"/>
                  <a:gd name="T51" fmla="*/ 42 h 82"/>
                  <a:gd name="T52" fmla="*/ 100 w 190"/>
                  <a:gd name="T53" fmla="*/ 44 h 82"/>
                  <a:gd name="T54" fmla="*/ 136 w 190"/>
                  <a:gd name="T55" fmla="*/ 44 h 82"/>
                  <a:gd name="T56" fmla="*/ 136 w 190"/>
                  <a:gd name="T57" fmla="*/ 38 h 82"/>
                  <a:gd name="T58" fmla="*/ 118 w 190"/>
                  <a:gd name="T59" fmla="*/ 34 h 82"/>
                  <a:gd name="T60" fmla="*/ 130 w 190"/>
                  <a:gd name="T61" fmla="*/ 28 h 82"/>
                  <a:gd name="T62" fmla="*/ 128 w 190"/>
                  <a:gd name="T63" fmla="*/ 24 h 82"/>
                  <a:gd name="T64" fmla="*/ 116 w 190"/>
                  <a:gd name="T65" fmla="*/ 20 h 82"/>
                  <a:gd name="T66" fmla="*/ 122 w 190"/>
                  <a:gd name="T67" fmla="*/ 10 h 82"/>
                  <a:gd name="T68" fmla="*/ 130 w 190"/>
                  <a:gd name="T69" fmla="*/ 0 h 82"/>
                  <a:gd name="T70" fmla="*/ 140 w 190"/>
                  <a:gd name="T71" fmla="*/ 2 h 82"/>
                  <a:gd name="T72" fmla="*/ 142 w 190"/>
                  <a:gd name="T73" fmla="*/ 8 h 82"/>
                  <a:gd name="T74" fmla="*/ 148 w 190"/>
                  <a:gd name="T75" fmla="*/ 16 h 82"/>
                  <a:gd name="T76" fmla="*/ 146 w 190"/>
                  <a:gd name="T77" fmla="*/ 22 h 82"/>
                  <a:gd name="T78" fmla="*/ 148 w 190"/>
                  <a:gd name="T79" fmla="*/ 30 h 82"/>
                  <a:gd name="T80" fmla="*/ 162 w 190"/>
                  <a:gd name="T81" fmla="*/ 34 h 82"/>
                  <a:gd name="T82" fmla="*/ 168 w 190"/>
                  <a:gd name="T83" fmla="*/ 34 h 82"/>
                  <a:gd name="T84" fmla="*/ 172 w 190"/>
                  <a:gd name="T85" fmla="*/ 28 h 82"/>
                  <a:gd name="T86" fmla="*/ 184 w 190"/>
                  <a:gd name="T87" fmla="*/ 28 h 82"/>
                  <a:gd name="T88" fmla="*/ 190 w 190"/>
                  <a:gd name="T89" fmla="*/ 34 h 82"/>
                  <a:gd name="T90" fmla="*/ 190 w 190"/>
                  <a:gd name="T91" fmla="*/ 48 h 82"/>
                  <a:gd name="T92" fmla="*/ 182 w 190"/>
                  <a:gd name="T93" fmla="*/ 58 h 82"/>
                  <a:gd name="T94" fmla="*/ 168 w 190"/>
                  <a:gd name="T95" fmla="*/ 64 h 82"/>
                  <a:gd name="T96" fmla="*/ 148 w 190"/>
                  <a:gd name="T97" fmla="*/ 58 h 82"/>
                  <a:gd name="T98" fmla="*/ 134 w 190"/>
                  <a:gd name="T99" fmla="*/ 64 h 82"/>
                  <a:gd name="T100" fmla="*/ 114 w 190"/>
                  <a:gd name="T101" fmla="*/ 66 h 82"/>
                  <a:gd name="T102" fmla="*/ 96 w 190"/>
                  <a:gd name="T103" fmla="*/ 76 h 82"/>
                  <a:gd name="T104" fmla="*/ 74 w 190"/>
                  <a:gd name="T105" fmla="*/ 82 h 82"/>
                  <a:gd name="T106" fmla="*/ 58 w 190"/>
                  <a:gd name="T107" fmla="*/ 78 h 82"/>
                  <a:gd name="T108" fmla="*/ 50 w 190"/>
                  <a:gd name="T109" fmla="*/ 70 h 82"/>
                  <a:gd name="T110" fmla="*/ 62 w 190"/>
                  <a:gd name="T111" fmla="*/ 64 h 82"/>
                  <a:gd name="T112" fmla="*/ 80 w 190"/>
                  <a:gd name="T113" fmla="*/ 64 h 82"/>
                  <a:gd name="T114" fmla="*/ 96 w 190"/>
                  <a:gd name="T115" fmla="*/ 62 h 82"/>
                  <a:gd name="T116" fmla="*/ 98 w 190"/>
                  <a:gd name="T117" fmla="*/ 56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90" h="82">
                    <a:moveTo>
                      <a:pt x="98" y="56"/>
                    </a:moveTo>
                    <a:lnTo>
                      <a:pt x="80" y="56"/>
                    </a:lnTo>
                    <a:lnTo>
                      <a:pt x="58" y="56"/>
                    </a:lnTo>
                    <a:lnTo>
                      <a:pt x="62" y="48"/>
                    </a:lnTo>
                    <a:lnTo>
                      <a:pt x="52" y="50"/>
                    </a:lnTo>
                    <a:lnTo>
                      <a:pt x="48" y="58"/>
                    </a:lnTo>
                    <a:lnTo>
                      <a:pt x="30" y="62"/>
                    </a:lnTo>
                    <a:lnTo>
                      <a:pt x="20" y="58"/>
                    </a:lnTo>
                    <a:lnTo>
                      <a:pt x="2" y="56"/>
                    </a:lnTo>
                    <a:lnTo>
                      <a:pt x="0" y="48"/>
                    </a:lnTo>
                    <a:lnTo>
                      <a:pt x="18" y="46"/>
                    </a:lnTo>
                    <a:lnTo>
                      <a:pt x="4" y="42"/>
                    </a:lnTo>
                    <a:lnTo>
                      <a:pt x="10" y="36"/>
                    </a:lnTo>
                    <a:lnTo>
                      <a:pt x="34" y="34"/>
                    </a:lnTo>
                    <a:lnTo>
                      <a:pt x="16" y="30"/>
                    </a:lnTo>
                    <a:lnTo>
                      <a:pt x="18" y="24"/>
                    </a:lnTo>
                    <a:lnTo>
                      <a:pt x="26" y="20"/>
                    </a:lnTo>
                    <a:lnTo>
                      <a:pt x="34" y="16"/>
                    </a:lnTo>
                    <a:lnTo>
                      <a:pt x="50" y="14"/>
                    </a:lnTo>
                    <a:lnTo>
                      <a:pt x="58" y="22"/>
                    </a:lnTo>
                    <a:lnTo>
                      <a:pt x="66" y="20"/>
                    </a:lnTo>
                    <a:lnTo>
                      <a:pt x="74" y="20"/>
                    </a:lnTo>
                    <a:lnTo>
                      <a:pt x="88" y="28"/>
                    </a:lnTo>
                    <a:lnTo>
                      <a:pt x="98" y="36"/>
                    </a:lnTo>
                    <a:lnTo>
                      <a:pt x="98" y="40"/>
                    </a:lnTo>
                    <a:lnTo>
                      <a:pt x="98" y="42"/>
                    </a:lnTo>
                    <a:lnTo>
                      <a:pt x="100" y="44"/>
                    </a:lnTo>
                    <a:lnTo>
                      <a:pt x="136" y="44"/>
                    </a:lnTo>
                    <a:lnTo>
                      <a:pt x="136" y="38"/>
                    </a:lnTo>
                    <a:lnTo>
                      <a:pt x="118" y="34"/>
                    </a:lnTo>
                    <a:lnTo>
                      <a:pt x="130" y="28"/>
                    </a:lnTo>
                    <a:lnTo>
                      <a:pt x="128" y="24"/>
                    </a:lnTo>
                    <a:lnTo>
                      <a:pt x="116" y="20"/>
                    </a:lnTo>
                    <a:lnTo>
                      <a:pt x="122" y="10"/>
                    </a:lnTo>
                    <a:lnTo>
                      <a:pt x="130" y="0"/>
                    </a:lnTo>
                    <a:lnTo>
                      <a:pt x="140" y="2"/>
                    </a:lnTo>
                    <a:lnTo>
                      <a:pt x="142" y="8"/>
                    </a:lnTo>
                    <a:lnTo>
                      <a:pt x="148" y="16"/>
                    </a:lnTo>
                    <a:lnTo>
                      <a:pt x="146" y="22"/>
                    </a:lnTo>
                    <a:lnTo>
                      <a:pt x="148" y="30"/>
                    </a:lnTo>
                    <a:lnTo>
                      <a:pt x="162" y="34"/>
                    </a:lnTo>
                    <a:lnTo>
                      <a:pt x="168" y="34"/>
                    </a:lnTo>
                    <a:lnTo>
                      <a:pt x="172" y="28"/>
                    </a:lnTo>
                    <a:lnTo>
                      <a:pt x="184" y="28"/>
                    </a:lnTo>
                    <a:lnTo>
                      <a:pt x="190" y="34"/>
                    </a:lnTo>
                    <a:lnTo>
                      <a:pt x="190" y="48"/>
                    </a:lnTo>
                    <a:lnTo>
                      <a:pt x="182" y="58"/>
                    </a:lnTo>
                    <a:lnTo>
                      <a:pt x="168" y="64"/>
                    </a:lnTo>
                    <a:lnTo>
                      <a:pt x="148" y="58"/>
                    </a:lnTo>
                    <a:lnTo>
                      <a:pt x="134" y="64"/>
                    </a:lnTo>
                    <a:lnTo>
                      <a:pt x="114" y="66"/>
                    </a:lnTo>
                    <a:lnTo>
                      <a:pt x="96" y="76"/>
                    </a:lnTo>
                    <a:lnTo>
                      <a:pt x="74" y="82"/>
                    </a:lnTo>
                    <a:lnTo>
                      <a:pt x="58" y="78"/>
                    </a:lnTo>
                    <a:lnTo>
                      <a:pt x="50" y="70"/>
                    </a:lnTo>
                    <a:lnTo>
                      <a:pt x="62" y="64"/>
                    </a:lnTo>
                    <a:lnTo>
                      <a:pt x="80" y="64"/>
                    </a:lnTo>
                    <a:lnTo>
                      <a:pt x="96" y="62"/>
                    </a:lnTo>
                    <a:lnTo>
                      <a:pt x="98" y="56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0" name="Freeform 10">
                <a:extLst>
                  <a:ext uri="{FF2B5EF4-FFF2-40B4-BE49-F238E27FC236}">
                    <a16:creationId xmlns:a16="http://schemas.microsoft.com/office/drawing/2014/main" id="{E5B0F887-68B3-425E-AB75-3315609766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1839" y="2448658"/>
                <a:ext cx="239982" cy="122181"/>
              </a:xfrm>
              <a:custGeom>
                <a:avLst/>
                <a:gdLst>
                  <a:gd name="T0" fmla="*/ 0 w 106"/>
                  <a:gd name="T1" fmla="*/ 12 h 56"/>
                  <a:gd name="T2" fmla="*/ 16 w 106"/>
                  <a:gd name="T3" fmla="*/ 16 h 56"/>
                  <a:gd name="T4" fmla="*/ 26 w 106"/>
                  <a:gd name="T5" fmla="*/ 20 h 56"/>
                  <a:gd name="T6" fmla="*/ 34 w 106"/>
                  <a:gd name="T7" fmla="*/ 28 h 56"/>
                  <a:gd name="T8" fmla="*/ 32 w 106"/>
                  <a:gd name="T9" fmla="*/ 30 h 56"/>
                  <a:gd name="T10" fmla="*/ 18 w 106"/>
                  <a:gd name="T11" fmla="*/ 28 h 56"/>
                  <a:gd name="T12" fmla="*/ 10 w 106"/>
                  <a:gd name="T13" fmla="*/ 30 h 56"/>
                  <a:gd name="T14" fmla="*/ 8 w 106"/>
                  <a:gd name="T15" fmla="*/ 40 h 56"/>
                  <a:gd name="T16" fmla="*/ 20 w 106"/>
                  <a:gd name="T17" fmla="*/ 42 h 56"/>
                  <a:gd name="T18" fmla="*/ 34 w 106"/>
                  <a:gd name="T19" fmla="*/ 40 h 56"/>
                  <a:gd name="T20" fmla="*/ 50 w 106"/>
                  <a:gd name="T21" fmla="*/ 38 h 56"/>
                  <a:gd name="T22" fmla="*/ 66 w 106"/>
                  <a:gd name="T23" fmla="*/ 40 h 56"/>
                  <a:gd name="T24" fmla="*/ 74 w 106"/>
                  <a:gd name="T25" fmla="*/ 46 h 56"/>
                  <a:gd name="T26" fmla="*/ 82 w 106"/>
                  <a:gd name="T27" fmla="*/ 56 h 56"/>
                  <a:gd name="T28" fmla="*/ 98 w 106"/>
                  <a:gd name="T29" fmla="*/ 56 h 56"/>
                  <a:gd name="T30" fmla="*/ 106 w 106"/>
                  <a:gd name="T31" fmla="*/ 48 h 56"/>
                  <a:gd name="T32" fmla="*/ 94 w 106"/>
                  <a:gd name="T33" fmla="*/ 38 h 56"/>
                  <a:gd name="T34" fmla="*/ 90 w 106"/>
                  <a:gd name="T35" fmla="*/ 28 h 56"/>
                  <a:gd name="T36" fmla="*/ 80 w 106"/>
                  <a:gd name="T37" fmla="*/ 20 h 56"/>
                  <a:gd name="T38" fmla="*/ 70 w 106"/>
                  <a:gd name="T39" fmla="*/ 18 h 56"/>
                  <a:gd name="T40" fmla="*/ 64 w 106"/>
                  <a:gd name="T41" fmla="*/ 12 h 56"/>
                  <a:gd name="T42" fmla="*/ 50 w 106"/>
                  <a:gd name="T43" fmla="*/ 10 h 56"/>
                  <a:gd name="T44" fmla="*/ 44 w 106"/>
                  <a:gd name="T45" fmla="*/ 20 h 56"/>
                  <a:gd name="T46" fmla="*/ 42 w 106"/>
                  <a:gd name="T47" fmla="*/ 10 h 56"/>
                  <a:gd name="T48" fmla="*/ 40 w 106"/>
                  <a:gd name="T49" fmla="*/ 2 h 56"/>
                  <a:gd name="T50" fmla="*/ 18 w 106"/>
                  <a:gd name="T51" fmla="*/ 0 h 56"/>
                  <a:gd name="T52" fmla="*/ 0 w 106"/>
                  <a:gd name="T53" fmla="*/ 2 h 56"/>
                  <a:gd name="T54" fmla="*/ 0 w 106"/>
                  <a:gd name="T55" fmla="*/ 1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06" h="56">
                    <a:moveTo>
                      <a:pt x="0" y="12"/>
                    </a:moveTo>
                    <a:lnTo>
                      <a:pt x="16" y="16"/>
                    </a:lnTo>
                    <a:lnTo>
                      <a:pt x="26" y="20"/>
                    </a:lnTo>
                    <a:lnTo>
                      <a:pt x="34" y="28"/>
                    </a:lnTo>
                    <a:lnTo>
                      <a:pt x="32" y="30"/>
                    </a:lnTo>
                    <a:lnTo>
                      <a:pt x="18" y="28"/>
                    </a:lnTo>
                    <a:lnTo>
                      <a:pt x="10" y="30"/>
                    </a:lnTo>
                    <a:lnTo>
                      <a:pt x="8" y="40"/>
                    </a:lnTo>
                    <a:lnTo>
                      <a:pt x="20" y="42"/>
                    </a:lnTo>
                    <a:lnTo>
                      <a:pt x="34" y="40"/>
                    </a:lnTo>
                    <a:lnTo>
                      <a:pt x="50" y="38"/>
                    </a:lnTo>
                    <a:lnTo>
                      <a:pt x="66" y="40"/>
                    </a:lnTo>
                    <a:lnTo>
                      <a:pt x="74" y="46"/>
                    </a:lnTo>
                    <a:lnTo>
                      <a:pt x="82" y="56"/>
                    </a:lnTo>
                    <a:lnTo>
                      <a:pt x="98" y="56"/>
                    </a:lnTo>
                    <a:lnTo>
                      <a:pt x="106" y="48"/>
                    </a:lnTo>
                    <a:lnTo>
                      <a:pt x="94" y="38"/>
                    </a:lnTo>
                    <a:lnTo>
                      <a:pt x="90" y="28"/>
                    </a:lnTo>
                    <a:lnTo>
                      <a:pt x="80" y="20"/>
                    </a:lnTo>
                    <a:lnTo>
                      <a:pt x="70" y="18"/>
                    </a:lnTo>
                    <a:lnTo>
                      <a:pt x="64" y="12"/>
                    </a:lnTo>
                    <a:lnTo>
                      <a:pt x="50" y="10"/>
                    </a:lnTo>
                    <a:lnTo>
                      <a:pt x="44" y="20"/>
                    </a:lnTo>
                    <a:lnTo>
                      <a:pt x="42" y="10"/>
                    </a:lnTo>
                    <a:lnTo>
                      <a:pt x="40" y="2"/>
                    </a:lnTo>
                    <a:lnTo>
                      <a:pt x="18" y="0"/>
                    </a:lnTo>
                    <a:lnTo>
                      <a:pt x="0" y="2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1" name="Freeform 11">
                <a:extLst>
                  <a:ext uri="{FF2B5EF4-FFF2-40B4-BE49-F238E27FC236}">
                    <a16:creationId xmlns:a16="http://schemas.microsoft.com/office/drawing/2014/main" id="{E52BA13F-22E9-4F57-9DEB-BCD46016F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8064" y="2649382"/>
                <a:ext cx="253567" cy="122181"/>
              </a:xfrm>
              <a:custGeom>
                <a:avLst/>
                <a:gdLst>
                  <a:gd name="T0" fmla="*/ 104 w 112"/>
                  <a:gd name="T1" fmla="*/ 52 h 56"/>
                  <a:gd name="T2" fmla="*/ 92 w 112"/>
                  <a:gd name="T3" fmla="*/ 54 h 56"/>
                  <a:gd name="T4" fmla="*/ 70 w 112"/>
                  <a:gd name="T5" fmla="*/ 56 h 56"/>
                  <a:gd name="T6" fmla="*/ 66 w 112"/>
                  <a:gd name="T7" fmla="*/ 44 h 56"/>
                  <a:gd name="T8" fmla="*/ 74 w 112"/>
                  <a:gd name="T9" fmla="*/ 36 h 56"/>
                  <a:gd name="T10" fmla="*/ 68 w 112"/>
                  <a:gd name="T11" fmla="*/ 36 h 56"/>
                  <a:gd name="T12" fmla="*/ 58 w 112"/>
                  <a:gd name="T13" fmla="*/ 34 h 56"/>
                  <a:gd name="T14" fmla="*/ 48 w 112"/>
                  <a:gd name="T15" fmla="*/ 34 h 56"/>
                  <a:gd name="T16" fmla="*/ 36 w 112"/>
                  <a:gd name="T17" fmla="*/ 38 h 56"/>
                  <a:gd name="T18" fmla="*/ 26 w 112"/>
                  <a:gd name="T19" fmla="*/ 34 h 56"/>
                  <a:gd name="T20" fmla="*/ 8 w 112"/>
                  <a:gd name="T21" fmla="*/ 20 h 56"/>
                  <a:gd name="T22" fmla="*/ 0 w 112"/>
                  <a:gd name="T23" fmla="*/ 4 h 56"/>
                  <a:gd name="T24" fmla="*/ 8 w 112"/>
                  <a:gd name="T25" fmla="*/ 0 h 56"/>
                  <a:gd name="T26" fmla="*/ 18 w 112"/>
                  <a:gd name="T27" fmla="*/ 6 h 56"/>
                  <a:gd name="T28" fmla="*/ 26 w 112"/>
                  <a:gd name="T29" fmla="*/ 14 h 56"/>
                  <a:gd name="T30" fmla="*/ 40 w 112"/>
                  <a:gd name="T31" fmla="*/ 26 h 56"/>
                  <a:gd name="T32" fmla="*/ 48 w 112"/>
                  <a:gd name="T33" fmla="*/ 24 h 56"/>
                  <a:gd name="T34" fmla="*/ 40 w 112"/>
                  <a:gd name="T35" fmla="*/ 16 h 56"/>
                  <a:gd name="T36" fmla="*/ 40 w 112"/>
                  <a:gd name="T37" fmla="*/ 10 h 56"/>
                  <a:gd name="T38" fmla="*/ 48 w 112"/>
                  <a:gd name="T39" fmla="*/ 8 h 56"/>
                  <a:gd name="T40" fmla="*/ 58 w 112"/>
                  <a:gd name="T41" fmla="*/ 16 h 56"/>
                  <a:gd name="T42" fmla="*/ 70 w 112"/>
                  <a:gd name="T43" fmla="*/ 26 h 56"/>
                  <a:gd name="T44" fmla="*/ 74 w 112"/>
                  <a:gd name="T45" fmla="*/ 20 h 56"/>
                  <a:gd name="T46" fmla="*/ 68 w 112"/>
                  <a:gd name="T47" fmla="*/ 12 h 56"/>
                  <a:gd name="T48" fmla="*/ 62 w 112"/>
                  <a:gd name="T49" fmla="*/ 4 h 56"/>
                  <a:gd name="T50" fmla="*/ 64 w 112"/>
                  <a:gd name="T51" fmla="*/ 0 h 56"/>
                  <a:gd name="T52" fmla="*/ 78 w 112"/>
                  <a:gd name="T53" fmla="*/ 2 h 56"/>
                  <a:gd name="T54" fmla="*/ 84 w 112"/>
                  <a:gd name="T55" fmla="*/ 8 h 56"/>
                  <a:gd name="T56" fmla="*/ 92 w 112"/>
                  <a:gd name="T57" fmla="*/ 4 h 56"/>
                  <a:gd name="T58" fmla="*/ 104 w 112"/>
                  <a:gd name="T59" fmla="*/ 4 h 56"/>
                  <a:gd name="T60" fmla="*/ 108 w 112"/>
                  <a:gd name="T61" fmla="*/ 10 h 56"/>
                  <a:gd name="T62" fmla="*/ 110 w 112"/>
                  <a:gd name="T63" fmla="*/ 28 h 56"/>
                  <a:gd name="T64" fmla="*/ 112 w 112"/>
                  <a:gd name="T65" fmla="*/ 36 h 56"/>
                  <a:gd name="T66" fmla="*/ 104 w 112"/>
                  <a:gd name="T67" fmla="*/ 40 h 56"/>
                  <a:gd name="T68" fmla="*/ 104 w 112"/>
                  <a:gd name="T69" fmla="*/ 5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12" h="56">
                    <a:moveTo>
                      <a:pt x="104" y="52"/>
                    </a:moveTo>
                    <a:lnTo>
                      <a:pt x="92" y="54"/>
                    </a:lnTo>
                    <a:lnTo>
                      <a:pt x="70" y="56"/>
                    </a:lnTo>
                    <a:lnTo>
                      <a:pt x="66" y="44"/>
                    </a:lnTo>
                    <a:lnTo>
                      <a:pt x="74" y="36"/>
                    </a:lnTo>
                    <a:lnTo>
                      <a:pt x="68" y="36"/>
                    </a:lnTo>
                    <a:lnTo>
                      <a:pt x="58" y="34"/>
                    </a:lnTo>
                    <a:lnTo>
                      <a:pt x="48" y="34"/>
                    </a:lnTo>
                    <a:lnTo>
                      <a:pt x="36" y="38"/>
                    </a:lnTo>
                    <a:lnTo>
                      <a:pt x="26" y="34"/>
                    </a:lnTo>
                    <a:lnTo>
                      <a:pt x="8" y="20"/>
                    </a:lnTo>
                    <a:lnTo>
                      <a:pt x="0" y="4"/>
                    </a:lnTo>
                    <a:lnTo>
                      <a:pt x="8" y="0"/>
                    </a:lnTo>
                    <a:lnTo>
                      <a:pt x="18" y="6"/>
                    </a:lnTo>
                    <a:lnTo>
                      <a:pt x="26" y="14"/>
                    </a:lnTo>
                    <a:lnTo>
                      <a:pt x="40" y="26"/>
                    </a:lnTo>
                    <a:lnTo>
                      <a:pt x="48" y="24"/>
                    </a:lnTo>
                    <a:lnTo>
                      <a:pt x="40" y="16"/>
                    </a:lnTo>
                    <a:lnTo>
                      <a:pt x="40" y="10"/>
                    </a:lnTo>
                    <a:lnTo>
                      <a:pt x="48" y="8"/>
                    </a:lnTo>
                    <a:lnTo>
                      <a:pt x="58" y="16"/>
                    </a:lnTo>
                    <a:lnTo>
                      <a:pt x="70" y="26"/>
                    </a:lnTo>
                    <a:lnTo>
                      <a:pt x="74" y="20"/>
                    </a:lnTo>
                    <a:lnTo>
                      <a:pt x="68" y="12"/>
                    </a:lnTo>
                    <a:lnTo>
                      <a:pt x="62" y="4"/>
                    </a:lnTo>
                    <a:lnTo>
                      <a:pt x="64" y="0"/>
                    </a:lnTo>
                    <a:lnTo>
                      <a:pt x="78" y="2"/>
                    </a:lnTo>
                    <a:lnTo>
                      <a:pt x="84" y="8"/>
                    </a:lnTo>
                    <a:lnTo>
                      <a:pt x="92" y="4"/>
                    </a:lnTo>
                    <a:lnTo>
                      <a:pt x="104" y="4"/>
                    </a:lnTo>
                    <a:lnTo>
                      <a:pt x="108" y="10"/>
                    </a:lnTo>
                    <a:lnTo>
                      <a:pt x="110" y="28"/>
                    </a:lnTo>
                    <a:lnTo>
                      <a:pt x="112" y="36"/>
                    </a:lnTo>
                    <a:lnTo>
                      <a:pt x="104" y="40"/>
                    </a:lnTo>
                    <a:lnTo>
                      <a:pt x="104" y="52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2" name="Freeform 12">
                <a:extLst>
                  <a:ext uri="{FF2B5EF4-FFF2-40B4-BE49-F238E27FC236}">
                    <a16:creationId xmlns:a16="http://schemas.microsoft.com/office/drawing/2014/main" id="{9CDF5DE2-AEA8-475D-B50E-D1F7D4474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53329" y="2618837"/>
                <a:ext cx="611278" cy="183272"/>
              </a:xfrm>
              <a:custGeom>
                <a:avLst/>
                <a:gdLst>
                  <a:gd name="T0" fmla="*/ 48 w 270"/>
                  <a:gd name="T1" fmla="*/ 26 h 84"/>
                  <a:gd name="T2" fmla="*/ 34 w 270"/>
                  <a:gd name="T3" fmla="*/ 28 h 84"/>
                  <a:gd name="T4" fmla="*/ 20 w 270"/>
                  <a:gd name="T5" fmla="*/ 26 h 84"/>
                  <a:gd name="T6" fmla="*/ 6 w 270"/>
                  <a:gd name="T7" fmla="*/ 20 h 84"/>
                  <a:gd name="T8" fmla="*/ 0 w 270"/>
                  <a:gd name="T9" fmla="*/ 14 h 84"/>
                  <a:gd name="T10" fmla="*/ 2 w 270"/>
                  <a:gd name="T11" fmla="*/ 4 h 84"/>
                  <a:gd name="T12" fmla="*/ 14 w 270"/>
                  <a:gd name="T13" fmla="*/ 0 h 84"/>
                  <a:gd name="T14" fmla="*/ 32 w 270"/>
                  <a:gd name="T15" fmla="*/ 6 h 84"/>
                  <a:gd name="T16" fmla="*/ 48 w 270"/>
                  <a:gd name="T17" fmla="*/ 10 h 84"/>
                  <a:gd name="T18" fmla="*/ 54 w 270"/>
                  <a:gd name="T19" fmla="*/ 18 h 84"/>
                  <a:gd name="T20" fmla="*/ 70 w 270"/>
                  <a:gd name="T21" fmla="*/ 18 h 84"/>
                  <a:gd name="T22" fmla="*/ 88 w 270"/>
                  <a:gd name="T23" fmla="*/ 14 h 84"/>
                  <a:gd name="T24" fmla="*/ 96 w 270"/>
                  <a:gd name="T25" fmla="*/ 24 h 84"/>
                  <a:gd name="T26" fmla="*/ 96 w 270"/>
                  <a:gd name="T27" fmla="*/ 34 h 84"/>
                  <a:gd name="T28" fmla="*/ 100 w 270"/>
                  <a:gd name="T29" fmla="*/ 40 h 84"/>
                  <a:gd name="T30" fmla="*/ 120 w 270"/>
                  <a:gd name="T31" fmla="*/ 52 h 84"/>
                  <a:gd name="T32" fmla="*/ 150 w 270"/>
                  <a:gd name="T33" fmla="*/ 52 h 84"/>
                  <a:gd name="T34" fmla="*/ 172 w 270"/>
                  <a:gd name="T35" fmla="*/ 54 h 84"/>
                  <a:gd name="T36" fmla="*/ 198 w 270"/>
                  <a:gd name="T37" fmla="*/ 44 h 84"/>
                  <a:gd name="T38" fmla="*/ 236 w 270"/>
                  <a:gd name="T39" fmla="*/ 46 h 84"/>
                  <a:gd name="T40" fmla="*/ 256 w 270"/>
                  <a:gd name="T41" fmla="*/ 50 h 84"/>
                  <a:gd name="T42" fmla="*/ 270 w 270"/>
                  <a:gd name="T43" fmla="*/ 56 h 84"/>
                  <a:gd name="T44" fmla="*/ 268 w 270"/>
                  <a:gd name="T45" fmla="*/ 66 h 84"/>
                  <a:gd name="T46" fmla="*/ 262 w 270"/>
                  <a:gd name="T47" fmla="*/ 70 h 84"/>
                  <a:gd name="T48" fmla="*/ 260 w 270"/>
                  <a:gd name="T49" fmla="*/ 82 h 84"/>
                  <a:gd name="T50" fmla="*/ 222 w 270"/>
                  <a:gd name="T51" fmla="*/ 84 h 84"/>
                  <a:gd name="T52" fmla="*/ 212 w 270"/>
                  <a:gd name="T53" fmla="*/ 76 h 84"/>
                  <a:gd name="T54" fmla="*/ 206 w 270"/>
                  <a:gd name="T55" fmla="*/ 84 h 84"/>
                  <a:gd name="T56" fmla="*/ 132 w 270"/>
                  <a:gd name="T57" fmla="*/ 84 h 84"/>
                  <a:gd name="T58" fmla="*/ 130 w 270"/>
                  <a:gd name="T59" fmla="*/ 74 h 84"/>
                  <a:gd name="T60" fmla="*/ 126 w 270"/>
                  <a:gd name="T61" fmla="*/ 72 h 84"/>
                  <a:gd name="T62" fmla="*/ 120 w 270"/>
                  <a:gd name="T63" fmla="*/ 78 h 84"/>
                  <a:gd name="T64" fmla="*/ 116 w 270"/>
                  <a:gd name="T65" fmla="*/ 84 h 84"/>
                  <a:gd name="T66" fmla="*/ 92 w 270"/>
                  <a:gd name="T67" fmla="*/ 80 h 84"/>
                  <a:gd name="T68" fmla="*/ 88 w 270"/>
                  <a:gd name="T69" fmla="*/ 74 h 84"/>
                  <a:gd name="T70" fmla="*/ 84 w 270"/>
                  <a:gd name="T71" fmla="*/ 78 h 84"/>
                  <a:gd name="T72" fmla="*/ 78 w 270"/>
                  <a:gd name="T73" fmla="*/ 78 h 84"/>
                  <a:gd name="T74" fmla="*/ 72 w 270"/>
                  <a:gd name="T75" fmla="*/ 70 h 84"/>
                  <a:gd name="T76" fmla="*/ 68 w 270"/>
                  <a:gd name="T77" fmla="*/ 58 h 84"/>
                  <a:gd name="T78" fmla="*/ 68 w 270"/>
                  <a:gd name="T79" fmla="*/ 54 h 84"/>
                  <a:gd name="T80" fmla="*/ 72 w 270"/>
                  <a:gd name="T81" fmla="*/ 48 h 84"/>
                  <a:gd name="T82" fmla="*/ 64 w 270"/>
                  <a:gd name="T83" fmla="*/ 38 h 84"/>
                  <a:gd name="T84" fmla="*/ 58 w 270"/>
                  <a:gd name="T85" fmla="*/ 28 h 84"/>
                  <a:gd name="T86" fmla="*/ 48 w 270"/>
                  <a:gd name="T87" fmla="*/ 2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70" h="84">
                    <a:moveTo>
                      <a:pt x="48" y="26"/>
                    </a:moveTo>
                    <a:lnTo>
                      <a:pt x="34" y="28"/>
                    </a:lnTo>
                    <a:lnTo>
                      <a:pt x="20" y="26"/>
                    </a:lnTo>
                    <a:lnTo>
                      <a:pt x="6" y="20"/>
                    </a:lnTo>
                    <a:lnTo>
                      <a:pt x="0" y="14"/>
                    </a:lnTo>
                    <a:lnTo>
                      <a:pt x="2" y="4"/>
                    </a:lnTo>
                    <a:lnTo>
                      <a:pt x="14" y="0"/>
                    </a:lnTo>
                    <a:lnTo>
                      <a:pt x="32" y="6"/>
                    </a:lnTo>
                    <a:lnTo>
                      <a:pt x="48" y="10"/>
                    </a:lnTo>
                    <a:lnTo>
                      <a:pt x="54" y="18"/>
                    </a:lnTo>
                    <a:lnTo>
                      <a:pt x="70" y="18"/>
                    </a:lnTo>
                    <a:lnTo>
                      <a:pt x="88" y="14"/>
                    </a:lnTo>
                    <a:lnTo>
                      <a:pt x="96" y="24"/>
                    </a:lnTo>
                    <a:lnTo>
                      <a:pt x="96" y="34"/>
                    </a:lnTo>
                    <a:lnTo>
                      <a:pt x="100" y="40"/>
                    </a:lnTo>
                    <a:lnTo>
                      <a:pt x="120" y="52"/>
                    </a:lnTo>
                    <a:lnTo>
                      <a:pt x="150" y="52"/>
                    </a:lnTo>
                    <a:lnTo>
                      <a:pt x="172" y="54"/>
                    </a:lnTo>
                    <a:lnTo>
                      <a:pt x="198" y="44"/>
                    </a:lnTo>
                    <a:lnTo>
                      <a:pt x="236" y="46"/>
                    </a:lnTo>
                    <a:lnTo>
                      <a:pt x="256" y="50"/>
                    </a:lnTo>
                    <a:lnTo>
                      <a:pt x="270" y="56"/>
                    </a:lnTo>
                    <a:lnTo>
                      <a:pt x="268" y="66"/>
                    </a:lnTo>
                    <a:lnTo>
                      <a:pt x="262" y="70"/>
                    </a:lnTo>
                    <a:lnTo>
                      <a:pt x="260" y="82"/>
                    </a:lnTo>
                    <a:lnTo>
                      <a:pt x="222" y="84"/>
                    </a:lnTo>
                    <a:lnTo>
                      <a:pt x="212" y="76"/>
                    </a:lnTo>
                    <a:lnTo>
                      <a:pt x="206" y="84"/>
                    </a:lnTo>
                    <a:lnTo>
                      <a:pt x="132" y="84"/>
                    </a:lnTo>
                    <a:lnTo>
                      <a:pt x="130" y="74"/>
                    </a:lnTo>
                    <a:lnTo>
                      <a:pt x="126" y="72"/>
                    </a:lnTo>
                    <a:lnTo>
                      <a:pt x="120" y="78"/>
                    </a:lnTo>
                    <a:lnTo>
                      <a:pt x="116" y="84"/>
                    </a:lnTo>
                    <a:lnTo>
                      <a:pt x="92" y="80"/>
                    </a:lnTo>
                    <a:lnTo>
                      <a:pt x="88" y="74"/>
                    </a:lnTo>
                    <a:lnTo>
                      <a:pt x="84" y="78"/>
                    </a:lnTo>
                    <a:lnTo>
                      <a:pt x="78" y="78"/>
                    </a:lnTo>
                    <a:lnTo>
                      <a:pt x="72" y="70"/>
                    </a:lnTo>
                    <a:lnTo>
                      <a:pt x="68" y="58"/>
                    </a:lnTo>
                    <a:lnTo>
                      <a:pt x="68" y="54"/>
                    </a:lnTo>
                    <a:lnTo>
                      <a:pt x="72" y="48"/>
                    </a:lnTo>
                    <a:lnTo>
                      <a:pt x="64" y="38"/>
                    </a:lnTo>
                    <a:lnTo>
                      <a:pt x="58" y="28"/>
                    </a:lnTo>
                    <a:lnTo>
                      <a:pt x="48" y="26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3" name="Freeform 13">
                <a:extLst>
                  <a:ext uri="{FF2B5EF4-FFF2-40B4-BE49-F238E27FC236}">
                    <a16:creationId xmlns:a16="http://schemas.microsoft.com/office/drawing/2014/main" id="{D1EE7DC6-15CC-4643-8C0E-5E1834501D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5024" y="2832650"/>
                <a:ext cx="203758" cy="139634"/>
              </a:xfrm>
              <a:custGeom>
                <a:avLst/>
                <a:gdLst>
                  <a:gd name="T0" fmla="*/ 8 w 90"/>
                  <a:gd name="T1" fmla="*/ 2 h 64"/>
                  <a:gd name="T2" fmla="*/ 0 w 90"/>
                  <a:gd name="T3" fmla="*/ 14 h 64"/>
                  <a:gd name="T4" fmla="*/ 4 w 90"/>
                  <a:gd name="T5" fmla="*/ 36 h 64"/>
                  <a:gd name="T6" fmla="*/ 8 w 90"/>
                  <a:gd name="T7" fmla="*/ 50 h 64"/>
                  <a:gd name="T8" fmla="*/ 12 w 90"/>
                  <a:gd name="T9" fmla="*/ 62 h 64"/>
                  <a:gd name="T10" fmla="*/ 24 w 90"/>
                  <a:gd name="T11" fmla="*/ 64 h 64"/>
                  <a:gd name="T12" fmla="*/ 34 w 90"/>
                  <a:gd name="T13" fmla="*/ 52 h 64"/>
                  <a:gd name="T14" fmla="*/ 30 w 90"/>
                  <a:gd name="T15" fmla="*/ 42 h 64"/>
                  <a:gd name="T16" fmla="*/ 42 w 90"/>
                  <a:gd name="T17" fmla="*/ 40 h 64"/>
                  <a:gd name="T18" fmla="*/ 60 w 90"/>
                  <a:gd name="T19" fmla="*/ 40 h 64"/>
                  <a:gd name="T20" fmla="*/ 78 w 90"/>
                  <a:gd name="T21" fmla="*/ 18 h 64"/>
                  <a:gd name="T22" fmla="*/ 90 w 90"/>
                  <a:gd name="T23" fmla="*/ 2 h 64"/>
                  <a:gd name="T24" fmla="*/ 60 w 90"/>
                  <a:gd name="T25" fmla="*/ 2 h 64"/>
                  <a:gd name="T26" fmla="*/ 42 w 90"/>
                  <a:gd name="T27" fmla="*/ 0 h 64"/>
                  <a:gd name="T28" fmla="*/ 20 w 90"/>
                  <a:gd name="T29" fmla="*/ 0 h 64"/>
                  <a:gd name="T30" fmla="*/ 8 w 90"/>
                  <a:gd name="T31" fmla="*/ 2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0" h="64">
                    <a:moveTo>
                      <a:pt x="8" y="2"/>
                    </a:moveTo>
                    <a:lnTo>
                      <a:pt x="0" y="14"/>
                    </a:lnTo>
                    <a:lnTo>
                      <a:pt x="4" y="36"/>
                    </a:lnTo>
                    <a:lnTo>
                      <a:pt x="8" y="50"/>
                    </a:lnTo>
                    <a:lnTo>
                      <a:pt x="12" y="62"/>
                    </a:lnTo>
                    <a:lnTo>
                      <a:pt x="24" y="64"/>
                    </a:lnTo>
                    <a:lnTo>
                      <a:pt x="34" y="52"/>
                    </a:lnTo>
                    <a:lnTo>
                      <a:pt x="30" y="42"/>
                    </a:lnTo>
                    <a:lnTo>
                      <a:pt x="42" y="40"/>
                    </a:lnTo>
                    <a:lnTo>
                      <a:pt x="60" y="40"/>
                    </a:lnTo>
                    <a:lnTo>
                      <a:pt x="78" y="18"/>
                    </a:lnTo>
                    <a:lnTo>
                      <a:pt x="90" y="2"/>
                    </a:lnTo>
                    <a:lnTo>
                      <a:pt x="60" y="2"/>
                    </a:lnTo>
                    <a:lnTo>
                      <a:pt x="42" y="0"/>
                    </a:lnTo>
                    <a:lnTo>
                      <a:pt x="20" y="0"/>
                    </a:lnTo>
                    <a:lnTo>
                      <a:pt x="8" y="2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4" name="Freeform 14">
                <a:extLst>
                  <a:ext uri="{FF2B5EF4-FFF2-40B4-BE49-F238E27FC236}">
                    <a16:creationId xmlns:a16="http://schemas.microsoft.com/office/drawing/2014/main" id="{613E7659-0895-4480-BC76-E405C5A0B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0863" y="2138838"/>
                <a:ext cx="1109356" cy="549812"/>
              </a:xfrm>
              <a:custGeom>
                <a:avLst/>
                <a:gdLst>
                  <a:gd name="T0" fmla="*/ 370 w 490"/>
                  <a:gd name="T1" fmla="*/ 94 h 252"/>
                  <a:gd name="T2" fmla="*/ 324 w 490"/>
                  <a:gd name="T3" fmla="*/ 130 h 252"/>
                  <a:gd name="T4" fmla="*/ 280 w 490"/>
                  <a:gd name="T5" fmla="*/ 126 h 252"/>
                  <a:gd name="T6" fmla="*/ 296 w 490"/>
                  <a:gd name="T7" fmla="*/ 138 h 252"/>
                  <a:gd name="T8" fmla="*/ 264 w 490"/>
                  <a:gd name="T9" fmla="*/ 140 h 252"/>
                  <a:gd name="T10" fmla="*/ 254 w 490"/>
                  <a:gd name="T11" fmla="*/ 148 h 252"/>
                  <a:gd name="T12" fmla="*/ 254 w 490"/>
                  <a:gd name="T13" fmla="*/ 154 h 252"/>
                  <a:gd name="T14" fmla="*/ 268 w 490"/>
                  <a:gd name="T15" fmla="*/ 170 h 252"/>
                  <a:gd name="T16" fmla="*/ 260 w 490"/>
                  <a:gd name="T17" fmla="*/ 184 h 252"/>
                  <a:gd name="T18" fmla="*/ 220 w 490"/>
                  <a:gd name="T19" fmla="*/ 206 h 252"/>
                  <a:gd name="T20" fmla="*/ 164 w 490"/>
                  <a:gd name="T21" fmla="*/ 216 h 252"/>
                  <a:gd name="T22" fmla="*/ 206 w 490"/>
                  <a:gd name="T23" fmla="*/ 232 h 252"/>
                  <a:gd name="T24" fmla="*/ 224 w 490"/>
                  <a:gd name="T25" fmla="*/ 236 h 252"/>
                  <a:gd name="T26" fmla="*/ 172 w 490"/>
                  <a:gd name="T27" fmla="*/ 252 h 252"/>
                  <a:gd name="T28" fmla="*/ 138 w 490"/>
                  <a:gd name="T29" fmla="*/ 238 h 252"/>
                  <a:gd name="T30" fmla="*/ 88 w 490"/>
                  <a:gd name="T31" fmla="*/ 244 h 252"/>
                  <a:gd name="T32" fmla="*/ 62 w 490"/>
                  <a:gd name="T33" fmla="*/ 244 h 252"/>
                  <a:gd name="T34" fmla="*/ 42 w 490"/>
                  <a:gd name="T35" fmla="*/ 224 h 252"/>
                  <a:gd name="T36" fmla="*/ 80 w 490"/>
                  <a:gd name="T37" fmla="*/ 212 h 252"/>
                  <a:gd name="T38" fmla="*/ 88 w 490"/>
                  <a:gd name="T39" fmla="*/ 196 h 252"/>
                  <a:gd name="T40" fmla="*/ 132 w 490"/>
                  <a:gd name="T41" fmla="*/ 212 h 252"/>
                  <a:gd name="T42" fmla="*/ 140 w 490"/>
                  <a:gd name="T43" fmla="*/ 194 h 252"/>
                  <a:gd name="T44" fmla="*/ 108 w 490"/>
                  <a:gd name="T45" fmla="*/ 194 h 252"/>
                  <a:gd name="T46" fmla="*/ 106 w 490"/>
                  <a:gd name="T47" fmla="*/ 180 h 252"/>
                  <a:gd name="T48" fmla="*/ 68 w 490"/>
                  <a:gd name="T49" fmla="*/ 176 h 252"/>
                  <a:gd name="T50" fmla="*/ 114 w 490"/>
                  <a:gd name="T51" fmla="*/ 160 h 252"/>
                  <a:gd name="T52" fmla="*/ 160 w 490"/>
                  <a:gd name="T53" fmla="*/ 158 h 252"/>
                  <a:gd name="T54" fmla="*/ 114 w 490"/>
                  <a:gd name="T55" fmla="*/ 138 h 252"/>
                  <a:gd name="T56" fmla="*/ 86 w 490"/>
                  <a:gd name="T57" fmla="*/ 114 h 252"/>
                  <a:gd name="T58" fmla="*/ 144 w 490"/>
                  <a:gd name="T59" fmla="*/ 120 h 252"/>
                  <a:gd name="T60" fmla="*/ 166 w 490"/>
                  <a:gd name="T61" fmla="*/ 126 h 252"/>
                  <a:gd name="T62" fmla="*/ 168 w 490"/>
                  <a:gd name="T63" fmla="*/ 104 h 252"/>
                  <a:gd name="T64" fmla="*/ 208 w 490"/>
                  <a:gd name="T65" fmla="*/ 86 h 252"/>
                  <a:gd name="T66" fmla="*/ 226 w 490"/>
                  <a:gd name="T67" fmla="*/ 68 h 252"/>
                  <a:gd name="T68" fmla="*/ 162 w 490"/>
                  <a:gd name="T69" fmla="*/ 96 h 252"/>
                  <a:gd name="T70" fmla="*/ 128 w 490"/>
                  <a:gd name="T71" fmla="*/ 100 h 252"/>
                  <a:gd name="T72" fmla="*/ 98 w 490"/>
                  <a:gd name="T73" fmla="*/ 82 h 252"/>
                  <a:gd name="T74" fmla="*/ 62 w 490"/>
                  <a:gd name="T75" fmla="*/ 78 h 252"/>
                  <a:gd name="T76" fmla="*/ 48 w 490"/>
                  <a:gd name="T77" fmla="*/ 66 h 252"/>
                  <a:gd name="T78" fmla="*/ 32 w 490"/>
                  <a:gd name="T79" fmla="*/ 66 h 252"/>
                  <a:gd name="T80" fmla="*/ 20 w 490"/>
                  <a:gd name="T81" fmla="*/ 56 h 252"/>
                  <a:gd name="T82" fmla="*/ 36 w 490"/>
                  <a:gd name="T83" fmla="*/ 50 h 252"/>
                  <a:gd name="T84" fmla="*/ 80 w 490"/>
                  <a:gd name="T85" fmla="*/ 46 h 252"/>
                  <a:gd name="T86" fmla="*/ 102 w 490"/>
                  <a:gd name="T87" fmla="*/ 28 h 252"/>
                  <a:gd name="T88" fmla="*/ 168 w 490"/>
                  <a:gd name="T89" fmla="*/ 40 h 252"/>
                  <a:gd name="T90" fmla="*/ 164 w 490"/>
                  <a:gd name="T91" fmla="*/ 18 h 252"/>
                  <a:gd name="T92" fmla="*/ 216 w 490"/>
                  <a:gd name="T93" fmla="*/ 10 h 252"/>
                  <a:gd name="T94" fmla="*/ 254 w 490"/>
                  <a:gd name="T95" fmla="*/ 22 h 252"/>
                  <a:gd name="T96" fmla="*/ 278 w 490"/>
                  <a:gd name="T97" fmla="*/ 4 h 252"/>
                  <a:gd name="T98" fmla="*/ 298 w 490"/>
                  <a:gd name="T99" fmla="*/ 2 h 252"/>
                  <a:gd name="T100" fmla="*/ 350 w 490"/>
                  <a:gd name="T101" fmla="*/ 2 h 252"/>
                  <a:gd name="T102" fmla="*/ 388 w 490"/>
                  <a:gd name="T103" fmla="*/ 16 h 252"/>
                  <a:gd name="T104" fmla="*/ 452 w 490"/>
                  <a:gd name="T105" fmla="*/ 14 h 252"/>
                  <a:gd name="T106" fmla="*/ 482 w 490"/>
                  <a:gd name="T107" fmla="*/ 40 h 252"/>
                  <a:gd name="T108" fmla="*/ 376 w 490"/>
                  <a:gd name="T109" fmla="*/ 62 h 252"/>
                  <a:gd name="T110" fmla="*/ 398 w 490"/>
                  <a:gd name="T111" fmla="*/ 7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90" h="252">
                    <a:moveTo>
                      <a:pt x="434" y="68"/>
                    </a:moveTo>
                    <a:lnTo>
                      <a:pt x="412" y="76"/>
                    </a:lnTo>
                    <a:lnTo>
                      <a:pt x="396" y="86"/>
                    </a:lnTo>
                    <a:lnTo>
                      <a:pt x="370" y="94"/>
                    </a:lnTo>
                    <a:lnTo>
                      <a:pt x="352" y="108"/>
                    </a:lnTo>
                    <a:lnTo>
                      <a:pt x="340" y="108"/>
                    </a:lnTo>
                    <a:lnTo>
                      <a:pt x="336" y="120"/>
                    </a:lnTo>
                    <a:lnTo>
                      <a:pt x="324" y="130"/>
                    </a:lnTo>
                    <a:lnTo>
                      <a:pt x="308" y="134"/>
                    </a:lnTo>
                    <a:lnTo>
                      <a:pt x="300" y="128"/>
                    </a:lnTo>
                    <a:lnTo>
                      <a:pt x="286" y="124"/>
                    </a:lnTo>
                    <a:lnTo>
                      <a:pt x="280" y="126"/>
                    </a:lnTo>
                    <a:lnTo>
                      <a:pt x="288" y="130"/>
                    </a:lnTo>
                    <a:lnTo>
                      <a:pt x="296" y="132"/>
                    </a:lnTo>
                    <a:lnTo>
                      <a:pt x="296" y="136"/>
                    </a:lnTo>
                    <a:lnTo>
                      <a:pt x="296" y="138"/>
                    </a:lnTo>
                    <a:lnTo>
                      <a:pt x="294" y="138"/>
                    </a:lnTo>
                    <a:lnTo>
                      <a:pt x="286" y="138"/>
                    </a:lnTo>
                    <a:lnTo>
                      <a:pt x="276" y="142"/>
                    </a:lnTo>
                    <a:lnTo>
                      <a:pt x="264" y="140"/>
                    </a:lnTo>
                    <a:lnTo>
                      <a:pt x="246" y="138"/>
                    </a:lnTo>
                    <a:lnTo>
                      <a:pt x="234" y="142"/>
                    </a:lnTo>
                    <a:lnTo>
                      <a:pt x="240" y="148"/>
                    </a:lnTo>
                    <a:lnTo>
                      <a:pt x="254" y="148"/>
                    </a:lnTo>
                    <a:lnTo>
                      <a:pt x="272" y="148"/>
                    </a:lnTo>
                    <a:lnTo>
                      <a:pt x="276" y="154"/>
                    </a:lnTo>
                    <a:lnTo>
                      <a:pt x="268" y="154"/>
                    </a:lnTo>
                    <a:lnTo>
                      <a:pt x="254" y="154"/>
                    </a:lnTo>
                    <a:lnTo>
                      <a:pt x="256" y="160"/>
                    </a:lnTo>
                    <a:lnTo>
                      <a:pt x="272" y="162"/>
                    </a:lnTo>
                    <a:lnTo>
                      <a:pt x="272" y="168"/>
                    </a:lnTo>
                    <a:lnTo>
                      <a:pt x="268" y="170"/>
                    </a:lnTo>
                    <a:lnTo>
                      <a:pt x="250" y="168"/>
                    </a:lnTo>
                    <a:lnTo>
                      <a:pt x="254" y="174"/>
                    </a:lnTo>
                    <a:lnTo>
                      <a:pt x="266" y="180"/>
                    </a:lnTo>
                    <a:lnTo>
                      <a:pt x="260" y="184"/>
                    </a:lnTo>
                    <a:lnTo>
                      <a:pt x="258" y="188"/>
                    </a:lnTo>
                    <a:lnTo>
                      <a:pt x="254" y="192"/>
                    </a:lnTo>
                    <a:lnTo>
                      <a:pt x="224" y="194"/>
                    </a:lnTo>
                    <a:lnTo>
                      <a:pt x="220" y="206"/>
                    </a:lnTo>
                    <a:lnTo>
                      <a:pt x="210" y="212"/>
                    </a:lnTo>
                    <a:lnTo>
                      <a:pt x="186" y="212"/>
                    </a:lnTo>
                    <a:lnTo>
                      <a:pt x="166" y="208"/>
                    </a:lnTo>
                    <a:lnTo>
                      <a:pt x="164" y="216"/>
                    </a:lnTo>
                    <a:lnTo>
                      <a:pt x="180" y="220"/>
                    </a:lnTo>
                    <a:lnTo>
                      <a:pt x="202" y="220"/>
                    </a:lnTo>
                    <a:lnTo>
                      <a:pt x="204" y="226"/>
                    </a:lnTo>
                    <a:lnTo>
                      <a:pt x="206" y="232"/>
                    </a:lnTo>
                    <a:lnTo>
                      <a:pt x="214" y="226"/>
                    </a:lnTo>
                    <a:lnTo>
                      <a:pt x="218" y="222"/>
                    </a:lnTo>
                    <a:lnTo>
                      <a:pt x="222" y="226"/>
                    </a:lnTo>
                    <a:lnTo>
                      <a:pt x="224" y="236"/>
                    </a:lnTo>
                    <a:lnTo>
                      <a:pt x="218" y="240"/>
                    </a:lnTo>
                    <a:lnTo>
                      <a:pt x="204" y="244"/>
                    </a:lnTo>
                    <a:lnTo>
                      <a:pt x="188" y="250"/>
                    </a:lnTo>
                    <a:lnTo>
                      <a:pt x="172" y="252"/>
                    </a:lnTo>
                    <a:lnTo>
                      <a:pt x="172" y="244"/>
                    </a:lnTo>
                    <a:lnTo>
                      <a:pt x="162" y="240"/>
                    </a:lnTo>
                    <a:lnTo>
                      <a:pt x="150" y="242"/>
                    </a:lnTo>
                    <a:lnTo>
                      <a:pt x="138" y="238"/>
                    </a:lnTo>
                    <a:lnTo>
                      <a:pt x="132" y="244"/>
                    </a:lnTo>
                    <a:lnTo>
                      <a:pt x="124" y="238"/>
                    </a:lnTo>
                    <a:lnTo>
                      <a:pt x="120" y="244"/>
                    </a:lnTo>
                    <a:lnTo>
                      <a:pt x="88" y="244"/>
                    </a:lnTo>
                    <a:lnTo>
                      <a:pt x="82" y="238"/>
                    </a:lnTo>
                    <a:lnTo>
                      <a:pt x="72" y="244"/>
                    </a:lnTo>
                    <a:lnTo>
                      <a:pt x="68" y="240"/>
                    </a:lnTo>
                    <a:lnTo>
                      <a:pt x="62" y="244"/>
                    </a:lnTo>
                    <a:lnTo>
                      <a:pt x="56" y="236"/>
                    </a:lnTo>
                    <a:lnTo>
                      <a:pt x="46" y="244"/>
                    </a:lnTo>
                    <a:lnTo>
                      <a:pt x="38" y="236"/>
                    </a:lnTo>
                    <a:lnTo>
                      <a:pt x="42" y="224"/>
                    </a:lnTo>
                    <a:lnTo>
                      <a:pt x="56" y="220"/>
                    </a:lnTo>
                    <a:lnTo>
                      <a:pt x="72" y="220"/>
                    </a:lnTo>
                    <a:lnTo>
                      <a:pt x="84" y="220"/>
                    </a:lnTo>
                    <a:lnTo>
                      <a:pt x="80" y="212"/>
                    </a:lnTo>
                    <a:lnTo>
                      <a:pt x="70" y="212"/>
                    </a:lnTo>
                    <a:lnTo>
                      <a:pt x="62" y="204"/>
                    </a:lnTo>
                    <a:lnTo>
                      <a:pt x="62" y="196"/>
                    </a:lnTo>
                    <a:lnTo>
                      <a:pt x="88" y="196"/>
                    </a:lnTo>
                    <a:lnTo>
                      <a:pt x="94" y="204"/>
                    </a:lnTo>
                    <a:lnTo>
                      <a:pt x="102" y="210"/>
                    </a:lnTo>
                    <a:lnTo>
                      <a:pt x="120" y="212"/>
                    </a:lnTo>
                    <a:lnTo>
                      <a:pt x="132" y="212"/>
                    </a:lnTo>
                    <a:lnTo>
                      <a:pt x="146" y="202"/>
                    </a:lnTo>
                    <a:lnTo>
                      <a:pt x="152" y="190"/>
                    </a:lnTo>
                    <a:lnTo>
                      <a:pt x="148" y="188"/>
                    </a:lnTo>
                    <a:lnTo>
                      <a:pt x="140" y="194"/>
                    </a:lnTo>
                    <a:lnTo>
                      <a:pt x="132" y="202"/>
                    </a:lnTo>
                    <a:lnTo>
                      <a:pt x="122" y="206"/>
                    </a:lnTo>
                    <a:lnTo>
                      <a:pt x="104" y="200"/>
                    </a:lnTo>
                    <a:lnTo>
                      <a:pt x="108" y="194"/>
                    </a:lnTo>
                    <a:lnTo>
                      <a:pt x="118" y="186"/>
                    </a:lnTo>
                    <a:lnTo>
                      <a:pt x="116" y="182"/>
                    </a:lnTo>
                    <a:lnTo>
                      <a:pt x="114" y="174"/>
                    </a:lnTo>
                    <a:lnTo>
                      <a:pt x="106" y="180"/>
                    </a:lnTo>
                    <a:lnTo>
                      <a:pt x="100" y="186"/>
                    </a:lnTo>
                    <a:lnTo>
                      <a:pt x="88" y="182"/>
                    </a:lnTo>
                    <a:lnTo>
                      <a:pt x="76" y="184"/>
                    </a:lnTo>
                    <a:lnTo>
                      <a:pt x="68" y="176"/>
                    </a:lnTo>
                    <a:lnTo>
                      <a:pt x="78" y="166"/>
                    </a:lnTo>
                    <a:lnTo>
                      <a:pt x="86" y="162"/>
                    </a:lnTo>
                    <a:lnTo>
                      <a:pt x="104" y="162"/>
                    </a:lnTo>
                    <a:lnTo>
                      <a:pt x="114" y="160"/>
                    </a:lnTo>
                    <a:lnTo>
                      <a:pt x="126" y="162"/>
                    </a:lnTo>
                    <a:lnTo>
                      <a:pt x="138" y="166"/>
                    </a:lnTo>
                    <a:lnTo>
                      <a:pt x="150" y="166"/>
                    </a:lnTo>
                    <a:lnTo>
                      <a:pt x="160" y="158"/>
                    </a:lnTo>
                    <a:lnTo>
                      <a:pt x="154" y="156"/>
                    </a:lnTo>
                    <a:lnTo>
                      <a:pt x="142" y="158"/>
                    </a:lnTo>
                    <a:lnTo>
                      <a:pt x="126" y="154"/>
                    </a:lnTo>
                    <a:lnTo>
                      <a:pt x="114" y="138"/>
                    </a:lnTo>
                    <a:lnTo>
                      <a:pt x="106" y="130"/>
                    </a:lnTo>
                    <a:lnTo>
                      <a:pt x="94" y="130"/>
                    </a:lnTo>
                    <a:lnTo>
                      <a:pt x="86" y="128"/>
                    </a:lnTo>
                    <a:lnTo>
                      <a:pt x="86" y="114"/>
                    </a:lnTo>
                    <a:lnTo>
                      <a:pt x="90" y="106"/>
                    </a:lnTo>
                    <a:lnTo>
                      <a:pt x="108" y="112"/>
                    </a:lnTo>
                    <a:lnTo>
                      <a:pt x="130" y="110"/>
                    </a:lnTo>
                    <a:lnTo>
                      <a:pt x="144" y="120"/>
                    </a:lnTo>
                    <a:lnTo>
                      <a:pt x="156" y="128"/>
                    </a:lnTo>
                    <a:lnTo>
                      <a:pt x="166" y="134"/>
                    </a:lnTo>
                    <a:lnTo>
                      <a:pt x="180" y="130"/>
                    </a:lnTo>
                    <a:lnTo>
                      <a:pt x="166" y="126"/>
                    </a:lnTo>
                    <a:lnTo>
                      <a:pt x="156" y="118"/>
                    </a:lnTo>
                    <a:lnTo>
                      <a:pt x="140" y="110"/>
                    </a:lnTo>
                    <a:lnTo>
                      <a:pt x="146" y="104"/>
                    </a:lnTo>
                    <a:lnTo>
                      <a:pt x="168" y="104"/>
                    </a:lnTo>
                    <a:lnTo>
                      <a:pt x="194" y="102"/>
                    </a:lnTo>
                    <a:lnTo>
                      <a:pt x="206" y="94"/>
                    </a:lnTo>
                    <a:lnTo>
                      <a:pt x="216" y="88"/>
                    </a:lnTo>
                    <a:lnTo>
                      <a:pt x="208" y="86"/>
                    </a:lnTo>
                    <a:lnTo>
                      <a:pt x="216" y="80"/>
                    </a:lnTo>
                    <a:lnTo>
                      <a:pt x="224" y="74"/>
                    </a:lnTo>
                    <a:lnTo>
                      <a:pt x="232" y="70"/>
                    </a:lnTo>
                    <a:lnTo>
                      <a:pt x="226" y="68"/>
                    </a:lnTo>
                    <a:lnTo>
                      <a:pt x="206" y="76"/>
                    </a:lnTo>
                    <a:lnTo>
                      <a:pt x="196" y="86"/>
                    </a:lnTo>
                    <a:lnTo>
                      <a:pt x="182" y="96"/>
                    </a:lnTo>
                    <a:lnTo>
                      <a:pt x="162" y="96"/>
                    </a:lnTo>
                    <a:lnTo>
                      <a:pt x="144" y="98"/>
                    </a:lnTo>
                    <a:lnTo>
                      <a:pt x="138" y="92"/>
                    </a:lnTo>
                    <a:lnTo>
                      <a:pt x="132" y="92"/>
                    </a:lnTo>
                    <a:lnTo>
                      <a:pt x="128" y="100"/>
                    </a:lnTo>
                    <a:lnTo>
                      <a:pt x="110" y="102"/>
                    </a:lnTo>
                    <a:lnTo>
                      <a:pt x="84" y="98"/>
                    </a:lnTo>
                    <a:lnTo>
                      <a:pt x="90" y="88"/>
                    </a:lnTo>
                    <a:lnTo>
                      <a:pt x="98" y="82"/>
                    </a:lnTo>
                    <a:lnTo>
                      <a:pt x="104" y="76"/>
                    </a:lnTo>
                    <a:lnTo>
                      <a:pt x="96" y="72"/>
                    </a:lnTo>
                    <a:lnTo>
                      <a:pt x="80" y="78"/>
                    </a:lnTo>
                    <a:lnTo>
                      <a:pt x="62" y="78"/>
                    </a:lnTo>
                    <a:lnTo>
                      <a:pt x="38" y="80"/>
                    </a:lnTo>
                    <a:lnTo>
                      <a:pt x="26" y="76"/>
                    </a:lnTo>
                    <a:lnTo>
                      <a:pt x="34" y="72"/>
                    </a:lnTo>
                    <a:lnTo>
                      <a:pt x="48" y="66"/>
                    </a:lnTo>
                    <a:lnTo>
                      <a:pt x="60" y="64"/>
                    </a:lnTo>
                    <a:lnTo>
                      <a:pt x="52" y="62"/>
                    </a:lnTo>
                    <a:lnTo>
                      <a:pt x="40" y="62"/>
                    </a:lnTo>
                    <a:lnTo>
                      <a:pt x="32" y="66"/>
                    </a:lnTo>
                    <a:lnTo>
                      <a:pt x="20" y="70"/>
                    </a:lnTo>
                    <a:lnTo>
                      <a:pt x="22" y="64"/>
                    </a:lnTo>
                    <a:lnTo>
                      <a:pt x="28" y="60"/>
                    </a:lnTo>
                    <a:lnTo>
                      <a:pt x="20" y="56"/>
                    </a:lnTo>
                    <a:lnTo>
                      <a:pt x="14" y="60"/>
                    </a:lnTo>
                    <a:lnTo>
                      <a:pt x="0" y="60"/>
                    </a:lnTo>
                    <a:lnTo>
                      <a:pt x="12" y="50"/>
                    </a:lnTo>
                    <a:lnTo>
                      <a:pt x="36" y="50"/>
                    </a:lnTo>
                    <a:lnTo>
                      <a:pt x="46" y="46"/>
                    </a:lnTo>
                    <a:lnTo>
                      <a:pt x="54" y="42"/>
                    </a:lnTo>
                    <a:lnTo>
                      <a:pt x="72" y="42"/>
                    </a:lnTo>
                    <a:lnTo>
                      <a:pt x="80" y="46"/>
                    </a:lnTo>
                    <a:lnTo>
                      <a:pt x="94" y="46"/>
                    </a:lnTo>
                    <a:lnTo>
                      <a:pt x="106" y="46"/>
                    </a:lnTo>
                    <a:lnTo>
                      <a:pt x="98" y="36"/>
                    </a:lnTo>
                    <a:lnTo>
                      <a:pt x="102" y="28"/>
                    </a:lnTo>
                    <a:lnTo>
                      <a:pt x="118" y="28"/>
                    </a:lnTo>
                    <a:lnTo>
                      <a:pt x="130" y="34"/>
                    </a:lnTo>
                    <a:lnTo>
                      <a:pt x="148" y="38"/>
                    </a:lnTo>
                    <a:lnTo>
                      <a:pt x="168" y="40"/>
                    </a:lnTo>
                    <a:lnTo>
                      <a:pt x="156" y="32"/>
                    </a:lnTo>
                    <a:lnTo>
                      <a:pt x="146" y="26"/>
                    </a:lnTo>
                    <a:lnTo>
                      <a:pt x="150" y="20"/>
                    </a:lnTo>
                    <a:lnTo>
                      <a:pt x="164" y="18"/>
                    </a:lnTo>
                    <a:lnTo>
                      <a:pt x="170" y="14"/>
                    </a:lnTo>
                    <a:lnTo>
                      <a:pt x="184" y="14"/>
                    </a:lnTo>
                    <a:lnTo>
                      <a:pt x="198" y="8"/>
                    </a:lnTo>
                    <a:lnTo>
                      <a:pt x="216" y="10"/>
                    </a:lnTo>
                    <a:lnTo>
                      <a:pt x="228" y="14"/>
                    </a:lnTo>
                    <a:lnTo>
                      <a:pt x="236" y="18"/>
                    </a:lnTo>
                    <a:lnTo>
                      <a:pt x="246" y="26"/>
                    </a:lnTo>
                    <a:lnTo>
                      <a:pt x="254" y="22"/>
                    </a:lnTo>
                    <a:lnTo>
                      <a:pt x="246" y="14"/>
                    </a:lnTo>
                    <a:lnTo>
                      <a:pt x="238" y="6"/>
                    </a:lnTo>
                    <a:lnTo>
                      <a:pt x="236" y="0"/>
                    </a:lnTo>
                    <a:lnTo>
                      <a:pt x="278" y="4"/>
                    </a:lnTo>
                    <a:lnTo>
                      <a:pt x="284" y="12"/>
                    </a:lnTo>
                    <a:lnTo>
                      <a:pt x="304" y="18"/>
                    </a:lnTo>
                    <a:lnTo>
                      <a:pt x="296" y="10"/>
                    </a:lnTo>
                    <a:lnTo>
                      <a:pt x="298" y="2"/>
                    </a:lnTo>
                    <a:lnTo>
                      <a:pt x="318" y="4"/>
                    </a:lnTo>
                    <a:lnTo>
                      <a:pt x="326" y="10"/>
                    </a:lnTo>
                    <a:lnTo>
                      <a:pt x="330" y="4"/>
                    </a:lnTo>
                    <a:lnTo>
                      <a:pt x="350" y="2"/>
                    </a:lnTo>
                    <a:lnTo>
                      <a:pt x="366" y="6"/>
                    </a:lnTo>
                    <a:lnTo>
                      <a:pt x="406" y="8"/>
                    </a:lnTo>
                    <a:lnTo>
                      <a:pt x="404" y="12"/>
                    </a:lnTo>
                    <a:lnTo>
                      <a:pt x="388" y="16"/>
                    </a:lnTo>
                    <a:lnTo>
                      <a:pt x="388" y="20"/>
                    </a:lnTo>
                    <a:lnTo>
                      <a:pt x="410" y="14"/>
                    </a:lnTo>
                    <a:lnTo>
                      <a:pt x="434" y="14"/>
                    </a:lnTo>
                    <a:lnTo>
                      <a:pt x="452" y="14"/>
                    </a:lnTo>
                    <a:lnTo>
                      <a:pt x="460" y="26"/>
                    </a:lnTo>
                    <a:lnTo>
                      <a:pt x="484" y="26"/>
                    </a:lnTo>
                    <a:lnTo>
                      <a:pt x="490" y="36"/>
                    </a:lnTo>
                    <a:lnTo>
                      <a:pt x="482" y="40"/>
                    </a:lnTo>
                    <a:lnTo>
                      <a:pt x="458" y="48"/>
                    </a:lnTo>
                    <a:lnTo>
                      <a:pt x="442" y="56"/>
                    </a:lnTo>
                    <a:lnTo>
                      <a:pt x="382" y="58"/>
                    </a:lnTo>
                    <a:lnTo>
                      <a:pt x="376" y="62"/>
                    </a:lnTo>
                    <a:lnTo>
                      <a:pt x="398" y="64"/>
                    </a:lnTo>
                    <a:lnTo>
                      <a:pt x="388" y="66"/>
                    </a:lnTo>
                    <a:lnTo>
                      <a:pt x="368" y="74"/>
                    </a:lnTo>
                    <a:lnTo>
                      <a:pt x="398" y="70"/>
                    </a:lnTo>
                    <a:lnTo>
                      <a:pt x="418" y="64"/>
                    </a:lnTo>
                    <a:lnTo>
                      <a:pt x="432" y="64"/>
                    </a:lnTo>
                    <a:lnTo>
                      <a:pt x="434" y="68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5" name="Freeform 15">
                <a:extLst>
                  <a:ext uri="{FF2B5EF4-FFF2-40B4-BE49-F238E27FC236}">
                    <a16:creationId xmlns:a16="http://schemas.microsoft.com/office/drawing/2014/main" id="{2F69A95C-A52B-42A1-997F-7D67BA4D0A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52683" y="2976651"/>
                <a:ext cx="3056391" cy="1505439"/>
              </a:xfrm>
              <a:custGeom>
                <a:avLst/>
                <a:gdLst>
                  <a:gd name="T0" fmla="*/ 1210 w 1350"/>
                  <a:gd name="T1" fmla="*/ 602 h 690"/>
                  <a:gd name="T2" fmla="*/ 1278 w 1350"/>
                  <a:gd name="T3" fmla="*/ 596 h 690"/>
                  <a:gd name="T4" fmla="*/ 1258 w 1350"/>
                  <a:gd name="T5" fmla="*/ 630 h 690"/>
                  <a:gd name="T6" fmla="*/ 1188 w 1350"/>
                  <a:gd name="T7" fmla="*/ 656 h 690"/>
                  <a:gd name="T8" fmla="*/ 1214 w 1350"/>
                  <a:gd name="T9" fmla="*/ 620 h 690"/>
                  <a:gd name="T10" fmla="*/ 1160 w 1350"/>
                  <a:gd name="T11" fmla="*/ 612 h 690"/>
                  <a:gd name="T12" fmla="*/ 1118 w 1350"/>
                  <a:gd name="T13" fmla="*/ 612 h 690"/>
                  <a:gd name="T14" fmla="*/ 1014 w 1350"/>
                  <a:gd name="T15" fmla="*/ 652 h 690"/>
                  <a:gd name="T16" fmla="*/ 980 w 1350"/>
                  <a:gd name="T17" fmla="*/ 668 h 690"/>
                  <a:gd name="T18" fmla="*/ 920 w 1350"/>
                  <a:gd name="T19" fmla="*/ 688 h 690"/>
                  <a:gd name="T20" fmla="*/ 940 w 1350"/>
                  <a:gd name="T21" fmla="*/ 648 h 690"/>
                  <a:gd name="T22" fmla="*/ 962 w 1350"/>
                  <a:gd name="T23" fmla="*/ 622 h 690"/>
                  <a:gd name="T24" fmla="*/ 892 w 1350"/>
                  <a:gd name="T25" fmla="*/ 590 h 690"/>
                  <a:gd name="T26" fmla="*/ 844 w 1350"/>
                  <a:gd name="T27" fmla="*/ 554 h 690"/>
                  <a:gd name="T28" fmla="*/ 786 w 1350"/>
                  <a:gd name="T29" fmla="*/ 568 h 690"/>
                  <a:gd name="T30" fmla="*/ 722 w 1350"/>
                  <a:gd name="T31" fmla="*/ 544 h 690"/>
                  <a:gd name="T32" fmla="*/ 250 w 1350"/>
                  <a:gd name="T33" fmla="*/ 516 h 690"/>
                  <a:gd name="T34" fmla="*/ 208 w 1350"/>
                  <a:gd name="T35" fmla="*/ 486 h 690"/>
                  <a:gd name="T36" fmla="*/ 194 w 1350"/>
                  <a:gd name="T37" fmla="*/ 448 h 690"/>
                  <a:gd name="T38" fmla="*/ 180 w 1350"/>
                  <a:gd name="T39" fmla="*/ 420 h 690"/>
                  <a:gd name="T40" fmla="*/ 136 w 1350"/>
                  <a:gd name="T41" fmla="*/ 372 h 690"/>
                  <a:gd name="T42" fmla="*/ 58 w 1350"/>
                  <a:gd name="T43" fmla="*/ 330 h 690"/>
                  <a:gd name="T44" fmla="*/ 18 w 1350"/>
                  <a:gd name="T45" fmla="*/ 64 h 690"/>
                  <a:gd name="T46" fmla="*/ 138 w 1350"/>
                  <a:gd name="T47" fmla="*/ 60 h 690"/>
                  <a:gd name="T48" fmla="*/ 230 w 1350"/>
                  <a:gd name="T49" fmla="*/ 64 h 690"/>
                  <a:gd name="T50" fmla="*/ 328 w 1350"/>
                  <a:gd name="T51" fmla="*/ 66 h 690"/>
                  <a:gd name="T52" fmla="*/ 410 w 1350"/>
                  <a:gd name="T53" fmla="*/ 110 h 690"/>
                  <a:gd name="T54" fmla="*/ 528 w 1350"/>
                  <a:gd name="T55" fmla="*/ 142 h 690"/>
                  <a:gd name="T56" fmla="*/ 600 w 1350"/>
                  <a:gd name="T57" fmla="*/ 112 h 690"/>
                  <a:gd name="T58" fmla="*/ 676 w 1350"/>
                  <a:gd name="T59" fmla="*/ 106 h 690"/>
                  <a:gd name="T60" fmla="*/ 716 w 1350"/>
                  <a:gd name="T61" fmla="*/ 134 h 690"/>
                  <a:gd name="T62" fmla="*/ 740 w 1350"/>
                  <a:gd name="T63" fmla="*/ 64 h 690"/>
                  <a:gd name="T64" fmla="*/ 718 w 1350"/>
                  <a:gd name="T65" fmla="*/ 12 h 690"/>
                  <a:gd name="T66" fmla="*/ 776 w 1350"/>
                  <a:gd name="T67" fmla="*/ 48 h 690"/>
                  <a:gd name="T68" fmla="*/ 812 w 1350"/>
                  <a:gd name="T69" fmla="*/ 98 h 690"/>
                  <a:gd name="T70" fmla="*/ 834 w 1350"/>
                  <a:gd name="T71" fmla="*/ 112 h 690"/>
                  <a:gd name="T72" fmla="*/ 886 w 1350"/>
                  <a:gd name="T73" fmla="*/ 74 h 690"/>
                  <a:gd name="T74" fmla="*/ 940 w 1350"/>
                  <a:gd name="T75" fmla="*/ 94 h 690"/>
                  <a:gd name="T76" fmla="*/ 916 w 1350"/>
                  <a:gd name="T77" fmla="*/ 152 h 690"/>
                  <a:gd name="T78" fmla="*/ 870 w 1350"/>
                  <a:gd name="T79" fmla="*/ 156 h 690"/>
                  <a:gd name="T80" fmla="*/ 816 w 1350"/>
                  <a:gd name="T81" fmla="*/ 172 h 690"/>
                  <a:gd name="T82" fmla="*/ 830 w 1350"/>
                  <a:gd name="T83" fmla="*/ 210 h 690"/>
                  <a:gd name="T84" fmla="*/ 778 w 1350"/>
                  <a:gd name="T85" fmla="*/ 222 h 690"/>
                  <a:gd name="T86" fmla="*/ 736 w 1350"/>
                  <a:gd name="T87" fmla="*/ 336 h 690"/>
                  <a:gd name="T88" fmla="*/ 800 w 1350"/>
                  <a:gd name="T89" fmla="*/ 374 h 690"/>
                  <a:gd name="T90" fmla="*/ 904 w 1350"/>
                  <a:gd name="T91" fmla="*/ 418 h 690"/>
                  <a:gd name="T92" fmla="*/ 944 w 1350"/>
                  <a:gd name="T93" fmla="*/ 484 h 690"/>
                  <a:gd name="T94" fmla="*/ 984 w 1350"/>
                  <a:gd name="T95" fmla="*/ 462 h 690"/>
                  <a:gd name="T96" fmla="*/ 1020 w 1350"/>
                  <a:gd name="T97" fmla="*/ 372 h 690"/>
                  <a:gd name="T98" fmla="*/ 1004 w 1350"/>
                  <a:gd name="T99" fmla="*/ 304 h 690"/>
                  <a:gd name="T100" fmla="*/ 1044 w 1350"/>
                  <a:gd name="T101" fmla="*/ 258 h 690"/>
                  <a:gd name="T102" fmla="*/ 1134 w 1350"/>
                  <a:gd name="T103" fmla="*/ 290 h 690"/>
                  <a:gd name="T104" fmla="*/ 1168 w 1350"/>
                  <a:gd name="T105" fmla="*/ 352 h 690"/>
                  <a:gd name="T106" fmla="*/ 1228 w 1350"/>
                  <a:gd name="T107" fmla="*/ 328 h 690"/>
                  <a:gd name="T108" fmla="*/ 1256 w 1350"/>
                  <a:gd name="T109" fmla="*/ 398 h 690"/>
                  <a:gd name="T110" fmla="*/ 1318 w 1350"/>
                  <a:gd name="T111" fmla="*/ 430 h 690"/>
                  <a:gd name="T112" fmla="*/ 1284 w 1350"/>
                  <a:gd name="T113" fmla="*/ 458 h 690"/>
                  <a:gd name="T114" fmla="*/ 1348 w 1350"/>
                  <a:gd name="T115" fmla="*/ 458 h 690"/>
                  <a:gd name="T116" fmla="*/ 1286 w 1350"/>
                  <a:gd name="T117" fmla="*/ 524 h 690"/>
                  <a:gd name="T118" fmla="*/ 1152 w 1350"/>
                  <a:gd name="T119" fmla="*/ 548 h 690"/>
                  <a:gd name="T120" fmla="*/ 1116 w 1350"/>
                  <a:gd name="T121" fmla="*/ 590 h 690"/>
                  <a:gd name="T122" fmla="*/ 1202 w 1350"/>
                  <a:gd name="T123" fmla="*/ 548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50" h="690">
                    <a:moveTo>
                      <a:pt x="1218" y="562"/>
                    </a:moveTo>
                    <a:lnTo>
                      <a:pt x="1214" y="568"/>
                    </a:lnTo>
                    <a:lnTo>
                      <a:pt x="1204" y="570"/>
                    </a:lnTo>
                    <a:lnTo>
                      <a:pt x="1208" y="580"/>
                    </a:lnTo>
                    <a:lnTo>
                      <a:pt x="1204" y="588"/>
                    </a:lnTo>
                    <a:lnTo>
                      <a:pt x="1206" y="594"/>
                    </a:lnTo>
                    <a:lnTo>
                      <a:pt x="1210" y="602"/>
                    </a:lnTo>
                    <a:lnTo>
                      <a:pt x="1222" y="610"/>
                    </a:lnTo>
                    <a:lnTo>
                      <a:pt x="1236" y="614"/>
                    </a:lnTo>
                    <a:lnTo>
                      <a:pt x="1254" y="614"/>
                    </a:lnTo>
                    <a:lnTo>
                      <a:pt x="1262" y="612"/>
                    </a:lnTo>
                    <a:lnTo>
                      <a:pt x="1266" y="604"/>
                    </a:lnTo>
                    <a:lnTo>
                      <a:pt x="1270" y="596"/>
                    </a:lnTo>
                    <a:lnTo>
                      <a:pt x="1278" y="596"/>
                    </a:lnTo>
                    <a:lnTo>
                      <a:pt x="1278" y="604"/>
                    </a:lnTo>
                    <a:lnTo>
                      <a:pt x="1284" y="608"/>
                    </a:lnTo>
                    <a:lnTo>
                      <a:pt x="1284" y="616"/>
                    </a:lnTo>
                    <a:lnTo>
                      <a:pt x="1274" y="616"/>
                    </a:lnTo>
                    <a:lnTo>
                      <a:pt x="1268" y="616"/>
                    </a:lnTo>
                    <a:lnTo>
                      <a:pt x="1262" y="626"/>
                    </a:lnTo>
                    <a:lnTo>
                      <a:pt x="1258" y="630"/>
                    </a:lnTo>
                    <a:lnTo>
                      <a:pt x="1246" y="634"/>
                    </a:lnTo>
                    <a:lnTo>
                      <a:pt x="1230" y="640"/>
                    </a:lnTo>
                    <a:lnTo>
                      <a:pt x="1220" y="640"/>
                    </a:lnTo>
                    <a:lnTo>
                      <a:pt x="1212" y="648"/>
                    </a:lnTo>
                    <a:lnTo>
                      <a:pt x="1204" y="656"/>
                    </a:lnTo>
                    <a:lnTo>
                      <a:pt x="1198" y="662"/>
                    </a:lnTo>
                    <a:lnTo>
                      <a:pt x="1188" y="656"/>
                    </a:lnTo>
                    <a:lnTo>
                      <a:pt x="1186" y="648"/>
                    </a:lnTo>
                    <a:lnTo>
                      <a:pt x="1190" y="640"/>
                    </a:lnTo>
                    <a:lnTo>
                      <a:pt x="1202" y="632"/>
                    </a:lnTo>
                    <a:lnTo>
                      <a:pt x="1214" y="628"/>
                    </a:lnTo>
                    <a:lnTo>
                      <a:pt x="1216" y="626"/>
                    </a:lnTo>
                    <a:lnTo>
                      <a:pt x="1216" y="624"/>
                    </a:lnTo>
                    <a:lnTo>
                      <a:pt x="1214" y="620"/>
                    </a:lnTo>
                    <a:lnTo>
                      <a:pt x="1210" y="618"/>
                    </a:lnTo>
                    <a:lnTo>
                      <a:pt x="1198" y="624"/>
                    </a:lnTo>
                    <a:lnTo>
                      <a:pt x="1188" y="628"/>
                    </a:lnTo>
                    <a:lnTo>
                      <a:pt x="1172" y="632"/>
                    </a:lnTo>
                    <a:lnTo>
                      <a:pt x="1168" y="626"/>
                    </a:lnTo>
                    <a:lnTo>
                      <a:pt x="1162" y="620"/>
                    </a:lnTo>
                    <a:lnTo>
                      <a:pt x="1160" y="612"/>
                    </a:lnTo>
                    <a:lnTo>
                      <a:pt x="1162" y="596"/>
                    </a:lnTo>
                    <a:lnTo>
                      <a:pt x="1160" y="588"/>
                    </a:lnTo>
                    <a:lnTo>
                      <a:pt x="1146" y="584"/>
                    </a:lnTo>
                    <a:lnTo>
                      <a:pt x="1138" y="580"/>
                    </a:lnTo>
                    <a:lnTo>
                      <a:pt x="1130" y="588"/>
                    </a:lnTo>
                    <a:lnTo>
                      <a:pt x="1122" y="602"/>
                    </a:lnTo>
                    <a:lnTo>
                      <a:pt x="1118" y="612"/>
                    </a:lnTo>
                    <a:lnTo>
                      <a:pt x="1118" y="618"/>
                    </a:lnTo>
                    <a:lnTo>
                      <a:pt x="1112" y="626"/>
                    </a:lnTo>
                    <a:lnTo>
                      <a:pt x="1100" y="632"/>
                    </a:lnTo>
                    <a:lnTo>
                      <a:pt x="1042" y="632"/>
                    </a:lnTo>
                    <a:lnTo>
                      <a:pt x="1026" y="644"/>
                    </a:lnTo>
                    <a:lnTo>
                      <a:pt x="1020" y="648"/>
                    </a:lnTo>
                    <a:lnTo>
                      <a:pt x="1014" y="652"/>
                    </a:lnTo>
                    <a:lnTo>
                      <a:pt x="1002" y="652"/>
                    </a:lnTo>
                    <a:lnTo>
                      <a:pt x="986" y="652"/>
                    </a:lnTo>
                    <a:lnTo>
                      <a:pt x="980" y="656"/>
                    </a:lnTo>
                    <a:lnTo>
                      <a:pt x="972" y="660"/>
                    </a:lnTo>
                    <a:lnTo>
                      <a:pt x="974" y="664"/>
                    </a:lnTo>
                    <a:lnTo>
                      <a:pt x="982" y="664"/>
                    </a:lnTo>
                    <a:lnTo>
                      <a:pt x="980" y="668"/>
                    </a:lnTo>
                    <a:lnTo>
                      <a:pt x="982" y="672"/>
                    </a:lnTo>
                    <a:lnTo>
                      <a:pt x="964" y="674"/>
                    </a:lnTo>
                    <a:lnTo>
                      <a:pt x="948" y="678"/>
                    </a:lnTo>
                    <a:lnTo>
                      <a:pt x="940" y="680"/>
                    </a:lnTo>
                    <a:lnTo>
                      <a:pt x="932" y="686"/>
                    </a:lnTo>
                    <a:lnTo>
                      <a:pt x="924" y="690"/>
                    </a:lnTo>
                    <a:lnTo>
                      <a:pt x="920" y="688"/>
                    </a:lnTo>
                    <a:lnTo>
                      <a:pt x="920" y="680"/>
                    </a:lnTo>
                    <a:lnTo>
                      <a:pt x="922" y="678"/>
                    </a:lnTo>
                    <a:lnTo>
                      <a:pt x="922" y="670"/>
                    </a:lnTo>
                    <a:lnTo>
                      <a:pt x="928" y="668"/>
                    </a:lnTo>
                    <a:lnTo>
                      <a:pt x="936" y="666"/>
                    </a:lnTo>
                    <a:lnTo>
                      <a:pt x="938" y="656"/>
                    </a:lnTo>
                    <a:lnTo>
                      <a:pt x="940" y="648"/>
                    </a:lnTo>
                    <a:lnTo>
                      <a:pt x="946" y="642"/>
                    </a:lnTo>
                    <a:lnTo>
                      <a:pt x="948" y="636"/>
                    </a:lnTo>
                    <a:lnTo>
                      <a:pt x="952" y="636"/>
                    </a:lnTo>
                    <a:lnTo>
                      <a:pt x="958" y="642"/>
                    </a:lnTo>
                    <a:lnTo>
                      <a:pt x="966" y="640"/>
                    </a:lnTo>
                    <a:lnTo>
                      <a:pt x="968" y="632"/>
                    </a:lnTo>
                    <a:lnTo>
                      <a:pt x="962" y="622"/>
                    </a:lnTo>
                    <a:lnTo>
                      <a:pt x="954" y="614"/>
                    </a:lnTo>
                    <a:lnTo>
                      <a:pt x="942" y="610"/>
                    </a:lnTo>
                    <a:lnTo>
                      <a:pt x="930" y="608"/>
                    </a:lnTo>
                    <a:lnTo>
                      <a:pt x="914" y="608"/>
                    </a:lnTo>
                    <a:lnTo>
                      <a:pt x="902" y="606"/>
                    </a:lnTo>
                    <a:lnTo>
                      <a:pt x="896" y="600"/>
                    </a:lnTo>
                    <a:lnTo>
                      <a:pt x="892" y="590"/>
                    </a:lnTo>
                    <a:lnTo>
                      <a:pt x="888" y="578"/>
                    </a:lnTo>
                    <a:lnTo>
                      <a:pt x="886" y="574"/>
                    </a:lnTo>
                    <a:lnTo>
                      <a:pt x="874" y="574"/>
                    </a:lnTo>
                    <a:lnTo>
                      <a:pt x="870" y="566"/>
                    </a:lnTo>
                    <a:lnTo>
                      <a:pt x="864" y="558"/>
                    </a:lnTo>
                    <a:lnTo>
                      <a:pt x="854" y="558"/>
                    </a:lnTo>
                    <a:lnTo>
                      <a:pt x="844" y="554"/>
                    </a:lnTo>
                    <a:lnTo>
                      <a:pt x="836" y="554"/>
                    </a:lnTo>
                    <a:lnTo>
                      <a:pt x="828" y="560"/>
                    </a:lnTo>
                    <a:lnTo>
                      <a:pt x="818" y="566"/>
                    </a:lnTo>
                    <a:lnTo>
                      <a:pt x="810" y="572"/>
                    </a:lnTo>
                    <a:lnTo>
                      <a:pt x="804" y="570"/>
                    </a:lnTo>
                    <a:lnTo>
                      <a:pt x="794" y="570"/>
                    </a:lnTo>
                    <a:lnTo>
                      <a:pt x="786" y="568"/>
                    </a:lnTo>
                    <a:lnTo>
                      <a:pt x="782" y="568"/>
                    </a:lnTo>
                    <a:lnTo>
                      <a:pt x="772" y="564"/>
                    </a:lnTo>
                    <a:lnTo>
                      <a:pt x="748" y="560"/>
                    </a:lnTo>
                    <a:lnTo>
                      <a:pt x="736" y="556"/>
                    </a:lnTo>
                    <a:lnTo>
                      <a:pt x="732" y="552"/>
                    </a:lnTo>
                    <a:lnTo>
                      <a:pt x="730" y="544"/>
                    </a:lnTo>
                    <a:lnTo>
                      <a:pt x="722" y="544"/>
                    </a:lnTo>
                    <a:lnTo>
                      <a:pt x="720" y="552"/>
                    </a:lnTo>
                    <a:lnTo>
                      <a:pt x="290" y="552"/>
                    </a:lnTo>
                    <a:lnTo>
                      <a:pt x="282" y="542"/>
                    </a:lnTo>
                    <a:lnTo>
                      <a:pt x="272" y="532"/>
                    </a:lnTo>
                    <a:lnTo>
                      <a:pt x="266" y="536"/>
                    </a:lnTo>
                    <a:lnTo>
                      <a:pt x="256" y="526"/>
                    </a:lnTo>
                    <a:lnTo>
                      <a:pt x="250" y="516"/>
                    </a:lnTo>
                    <a:lnTo>
                      <a:pt x="244" y="520"/>
                    </a:lnTo>
                    <a:lnTo>
                      <a:pt x="232" y="512"/>
                    </a:lnTo>
                    <a:lnTo>
                      <a:pt x="214" y="510"/>
                    </a:lnTo>
                    <a:lnTo>
                      <a:pt x="218" y="500"/>
                    </a:lnTo>
                    <a:lnTo>
                      <a:pt x="216" y="494"/>
                    </a:lnTo>
                    <a:lnTo>
                      <a:pt x="208" y="494"/>
                    </a:lnTo>
                    <a:lnTo>
                      <a:pt x="208" y="486"/>
                    </a:lnTo>
                    <a:lnTo>
                      <a:pt x="206" y="478"/>
                    </a:lnTo>
                    <a:lnTo>
                      <a:pt x="202" y="472"/>
                    </a:lnTo>
                    <a:lnTo>
                      <a:pt x="196" y="470"/>
                    </a:lnTo>
                    <a:lnTo>
                      <a:pt x="188" y="474"/>
                    </a:lnTo>
                    <a:lnTo>
                      <a:pt x="190" y="466"/>
                    </a:lnTo>
                    <a:lnTo>
                      <a:pt x="196" y="456"/>
                    </a:lnTo>
                    <a:lnTo>
                      <a:pt x="194" y="448"/>
                    </a:lnTo>
                    <a:lnTo>
                      <a:pt x="188" y="452"/>
                    </a:lnTo>
                    <a:lnTo>
                      <a:pt x="180" y="458"/>
                    </a:lnTo>
                    <a:lnTo>
                      <a:pt x="172" y="458"/>
                    </a:lnTo>
                    <a:lnTo>
                      <a:pt x="172" y="446"/>
                    </a:lnTo>
                    <a:lnTo>
                      <a:pt x="174" y="438"/>
                    </a:lnTo>
                    <a:lnTo>
                      <a:pt x="174" y="432"/>
                    </a:lnTo>
                    <a:lnTo>
                      <a:pt x="180" y="420"/>
                    </a:lnTo>
                    <a:lnTo>
                      <a:pt x="178" y="410"/>
                    </a:lnTo>
                    <a:lnTo>
                      <a:pt x="174" y="408"/>
                    </a:lnTo>
                    <a:lnTo>
                      <a:pt x="172" y="400"/>
                    </a:lnTo>
                    <a:lnTo>
                      <a:pt x="158" y="392"/>
                    </a:lnTo>
                    <a:lnTo>
                      <a:pt x="150" y="386"/>
                    </a:lnTo>
                    <a:lnTo>
                      <a:pt x="146" y="384"/>
                    </a:lnTo>
                    <a:lnTo>
                      <a:pt x="136" y="372"/>
                    </a:lnTo>
                    <a:lnTo>
                      <a:pt x="126" y="354"/>
                    </a:lnTo>
                    <a:lnTo>
                      <a:pt x="118" y="346"/>
                    </a:lnTo>
                    <a:lnTo>
                      <a:pt x="100" y="326"/>
                    </a:lnTo>
                    <a:lnTo>
                      <a:pt x="88" y="314"/>
                    </a:lnTo>
                    <a:lnTo>
                      <a:pt x="70" y="322"/>
                    </a:lnTo>
                    <a:lnTo>
                      <a:pt x="68" y="328"/>
                    </a:lnTo>
                    <a:lnTo>
                      <a:pt x="58" y="330"/>
                    </a:lnTo>
                    <a:lnTo>
                      <a:pt x="46" y="320"/>
                    </a:lnTo>
                    <a:lnTo>
                      <a:pt x="34" y="310"/>
                    </a:lnTo>
                    <a:lnTo>
                      <a:pt x="26" y="300"/>
                    </a:lnTo>
                    <a:lnTo>
                      <a:pt x="10" y="306"/>
                    </a:lnTo>
                    <a:lnTo>
                      <a:pt x="0" y="302"/>
                    </a:lnTo>
                    <a:lnTo>
                      <a:pt x="0" y="62"/>
                    </a:lnTo>
                    <a:lnTo>
                      <a:pt x="18" y="64"/>
                    </a:lnTo>
                    <a:lnTo>
                      <a:pt x="48" y="76"/>
                    </a:lnTo>
                    <a:lnTo>
                      <a:pt x="84" y="86"/>
                    </a:lnTo>
                    <a:lnTo>
                      <a:pt x="82" y="72"/>
                    </a:lnTo>
                    <a:lnTo>
                      <a:pt x="100" y="62"/>
                    </a:lnTo>
                    <a:lnTo>
                      <a:pt x="110" y="68"/>
                    </a:lnTo>
                    <a:lnTo>
                      <a:pt x="116" y="72"/>
                    </a:lnTo>
                    <a:lnTo>
                      <a:pt x="138" y="60"/>
                    </a:lnTo>
                    <a:lnTo>
                      <a:pt x="162" y="48"/>
                    </a:lnTo>
                    <a:lnTo>
                      <a:pt x="178" y="48"/>
                    </a:lnTo>
                    <a:lnTo>
                      <a:pt x="180" y="56"/>
                    </a:lnTo>
                    <a:lnTo>
                      <a:pt x="192" y="58"/>
                    </a:lnTo>
                    <a:lnTo>
                      <a:pt x="208" y="38"/>
                    </a:lnTo>
                    <a:lnTo>
                      <a:pt x="218" y="46"/>
                    </a:lnTo>
                    <a:lnTo>
                      <a:pt x="230" y="64"/>
                    </a:lnTo>
                    <a:lnTo>
                      <a:pt x="244" y="66"/>
                    </a:lnTo>
                    <a:lnTo>
                      <a:pt x="256" y="50"/>
                    </a:lnTo>
                    <a:lnTo>
                      <a:pt x="262" y="52"/>
                    </a:lnTo>
                    <a:lnTo>
                      <a:pt x="270" y="70"/>
                    </a:lnTo>
                    <a:lnTo>
                      <a:pt x="282" y="62"/>
                    </a:lnTo>
                    <a:lnTo>
                      <a:pt x="302" y="56"/>
                    </a:lnTo>
                    <a:lnTo>
                      <a:pt x="328" y="66"/>
                    </a:lnTo>
                    <a:lnTo>
                      <a:pt x="352" y="72"/>
                    </a:lnTo>
                    <a:lnTo>
                      <a:pt x="382" y="82"/>
                    </a:lnTo>
                    <a:lnTo>
                      <a:pt x="404" y="84"/>
                    </a:lnTo>
                    <a:lnTo>
                      <a:pt x="422" y="92"/>
                    </a:lnTo>
                    <a:lnTo>
                      <a:pt x="424" y="100"/>
                    </a:lnTo>
                    <a:lnTo>
                      <a:pt x="412" y="102"/>
                    </a:lnTo>
                    <a:lnTo>
                      <a:pt x="410" y="110"/>
                    </a:lnTo>
                    <a:lnTo>
                      <a:pt x="426" y="118"/>
                    </a:lnTo>
                    <a:lnTo>
                      <a:pt x="456" y="116"/>
                    </a:lnTo>
                    <a:lnTo>
                      <a:pt x="478" y="114"/>
                    </a:lnTo>
                    <a:lnTo>
                      <a:pt x="486" y="110"/>
                    </a:lnTo>
                    <a:lnTo>
                      <a:pt x="504" y="120"/>
                    </a:lnTo>
                    <a:lnTo>
                      <a:pt x="520" y="130"/>
                    </a:lnTo>
                    <a:lnTo>
                      <a:pt x="528" y="142"/>
                    </a:lnTo>
                    <a:lnTo>
                      <a:pt x="534" y="138"/>
                    </a:lnTo>
                    <a:lnTo>
                      <a:pt x="530" y="120"/>
                    </a:lnTo>
                    <a:lnTo>
                      <a:pt x="526" y="110"/>
                    </a:lnTo>
                    <a:lnTo>
                      <a:pt x="536" y="104"/>
                    </a:lnTo>
                    <a:lnTo>
                      <a:pt x="560" y="94"/>
                    </a:lnTo>
                    <a:lnTo>
                      <a:pt x="578" y="104"/>
                    </a:lnTo>
                    <a:lnTo>
                      <a:pt x="600" y="112"/>
                    </a:lnTo>
                    <a:lnTo>
                      <a:pt x="622" y="116"/>
                    </a:lnTo>
                    <a:lnTo>
                      <a:pt x="646" y="116"/>
                    </a:lnTo>
                    <a:lnTo>
                      <a:pt x="668" y="116"/>
                    </a:lnTo>
                    <a:lnTo>
                      <a:pt x="688" y="118"/>
                    </a:lnTo>
                    <a:lnTo>
                      <a:pt x="694" y="112"/>
                    </a:lnTo>
                    <a:lnTo>
                      <a:pt x="688" y="108"/>
                    </a:lnTo>
                    <a:lnTo>
                      <a:pt x="676" y="106"/>
                    </a:lnTo>
                    <a:lnTo>
                      <a:pt x="678" y="98"/>
                    </a:lnTo>
                    <a:lnTo>
                      <a:pt x="684" y="96"/>
                    </a:lnTo>
                    <a:lnTo>
                      <a:pt x="696" y="100"/>
                    </a:lnTo>
                    <a:lnTo>
                      <a:pt x="708" y="112"/>
                    </a:lnTo>
                    <a:lnTo>
                      <a:pt x="704" y="116"/>
                    </a:lnTo>
                    <a:lnTo>
                      <a:pt x="710" y="126"/>
                    </a:lnTo>
                    <a:lnTo>
                      <a:pt x="716" y="134"/>
                    </a:lnTo>
                    <a:lnTo>
                      <a:pt x="724" y="134"/>
                    </a:lnTo>
                    <a:lnTo>
                      <a:pt x="724" y="120"/>
                    </a:lnTo>
                    <a:lnTo>
                      <a:pt x="722" y="108"/>
                    </a:lnTo>
                    <a:lnTo>
                      <a:pt x="742" y="102"/>
                    </a:lnTo>
                    <a:lnTo>
                      <a:pt x="752" y="90"/>
                    </a:lnTo>
                    <a:lnTo>
                      <a:pt x="750" y="78"/>
                    </a:lnTo>
                    <a:lnTo>
                      <a:pt x="740" y="64"/>
                    </a:lnTo>
                    <a:lnTo>
                      <a:pt x="722" y="60"/>
                    </a:lnTo>
                    <a:lnTo>
                      <a:pt x="708" y="52"/>
                    </a:lnTo>
                    <a:lnTo>
                      <a:pt x="704" y="44"/>
                    </a:lnTo>
                    <a:lnTo>
                      <a:pt x="712" y="32"/>
                    </a:lnTo>
                    <a:lnTo>
                      <a:pt x="704" y="26"/>
                    </a:lnTo>
                    <a:lnTo>
                      <a:pt x="708" y="12"/>
                    </a:lnTo>
                    <a:lnTo>
                      <a:pt x="718" y="12"/>
                    </a:lnTo>
                    <a:lnTo>
                      <a:pt x="722" y="4"/>
                    </a:lnTo>
                    <a:lnTo>
                      <a:pt x="732" y="0"/>
                    </a:lnTo>
                    <a:lnTo>
                      <a:pt x="750" y="4"/>
                    </a:lnTo>
                    <a:lnTo>
                      <a:pt x="762" y="20"/>
                    </a:lnTo>
                    <a:lnTo>
                      <a:pt x="764" y="26"/>
                    </a:lnTo>
                    <a:lnTo>
                      <a:pt x="774" y="40"/>
                    </a:lnTo>
                    <a:lnTo>
                      <a:pt x="776" y="48"/>
                    </a:lnTo>
                    <a:lnTo>
                      <a:pt x="770" y="54"/>
                    </a:lnTo>
                    <a:lnTo>
                      <a:pt x="774" y="64"/>
                    </a:lnTo>
                    <a:lnTo>
                      <a:pt x="786" y="62"/>
                    </a:lnTo>
                    <a:lnTo>
                      <a:pt x="794" y="64"/>
                    </a:lnTo>
                    <a:lnTo>
                      <a:pt x="796" y="80"/>
                    </a:lnTo>
                    <a:lnTo>
                      <a:pt x="802" y="94"/>
                    </a:lnTo>
                    <a:lnTo>
                      <a:pt x="812" y="98"/>
                    </a:lnTo>
                    <a:lnTo>
                      <a:pt x="820" y="92"/>
                    </a:lnTo>
                    <a:lnTo>
                      <a:pt x="814" y="82"/>
                    </a:lnTo>
                    <a:lnTo>
                      <a:pt x="820" y="74"/>
                    </a:lnTo>
                    <a:lnTo>
                      <a:pt x="832" y="78"/>
                    </a:lnTo>
                    <a:lnTo>
                      <a:pt x="842" y="90"/>
                    </a:lnTo>
                    <a:lnTo>
                      <a:pt x="836" y="100"/>
                    </a:lnTo>
                    <a:lnTo>
                      <a:pt x="834" y="112"/>
                    </a:lnTo>
                    <a:lnTo>
                      <a:pt x="844" y="120"/>
                    </a:lnTo>
                    <a:lnTo>
                      <a:pt x="858" y="126"/>
                    </a:lnTo>
                    <a:lnTo>
                      <a:pt x="866" y="120"/>
                    </a:lnTo>
                    <a:lnTo>
                      <a:pt x="874" y="106"/>
                    </a:lnTo>
                    <a:lnTo>
                      <a:pt x="876" y="90"/>
                    </a:lnTo>
                    <a:lnTo>
                      <a:pt x="888" y="82"/>
                    </a:lnTo>
                    <a:lnTo>
                      <a:pt x="886" y="74"/>
                    </a:lnTo>
                    <a:lnTo>
                      <a:pt x="880" y="62"/>
                    </a:lnTo>
                    <a:lnTo>
                      <a:pt x="882" y="56"/>
                    </a:lnTo>
                    <a:lnTo>
                      <a:pt x="900" y="58"/>
                    </a:lnTo>
                    <a:lnTo>
                      <a:pt x="922" y="66"/>
                    </a:lnTo>
                    <a:lnTo>
                      <a:pt x="936" y="76"/>
                    </a:lnTo>
                    <a:lnTo>
                      <a:pt x="946" y="90"/>
                    </a:lnTo>
                    <a:lnTo>
                      <a:pt x="940" y="94"/>
                    </a:lnTo>
                    <a:lnTo>
                      <a:pt x="932" y="96"/>
                    </a:lnTo>
                    <a:lnTo>
                      <a:pt x="934" y="106"/>
                    </a:lnTo>
                    <a:lnTo>
                      <a:pt x="940" y="114"/>
                    </a:lnTo>
                    <a:lnTo>
                      <a:pt x="946" y="126"/>
                    </a:lnTo>
                    <a:lnTo>
                      <a:pt x="938" y="136"/>
                    </a:lnTo>
                    <a:lnTo>
                      <a:pt x="926" y="146"/>
                    </a:lnTo>
                    <a:lnTo>
                      <a:pt x="916" y="152"/>
                    </a:lnTo>
                    <a:lnTo>
                      <a:pt x="902" y="144"/>
                    </a:lnTo>
                    <a:lnTo>
                      <a:pt x="898" y="152"/>
                    </a:lnTo>
                    <a:lnTo>
                      <a:pt x="890" y="156"/>
                    </a:lnTo>
                    <a:lnTo>
                      <a:pt x="878" y="144"/>
                    </a:lnTo>
                    <a:lnTo>
                      <a:pt x="868" y="144"/>
                    </a:lnTo>
                    <a:lnTo>
                      <a:pt x="864" y="150"/>
                    </a:lnTo>
                    <a:lnTo>
                      <a:pt x="870" y="156"/>
                    </a:lnTo>
                    <a:lnTo>
                      <a:pt x="864" y="166"/>
                    </a:lnTo>
                    <a:lnTo>
                      <a:pt x="856" y="174"/>
                    </a:lnTo>
                    <a:lnTo>
                      <a:pt x="846" y="176"/>
                    </a:lnTo>
                    <a:lnTo>
                      <a:pt x="834" y="174"/>
                    </a:lnTo>
                    <a:lnTo>
                      <a:pt x="822" y="166"/>
                    </a:lnTo>
                    <a:lnTo>
                      <a:pt x="812" y="164"/>
                    </a:lnTo>
                    <a:lnTo>
                      <a:pt x="816" y="172"/>
                    </a:lnTo>
                    <a:lnTo>
                      <a:pt x="822" y="178"/>
                    </a:lnTo>
                    <a:lnTo>
                      <a:pt x="834" y="180"/>
                    </a:lnTo>
                    <a:lnTo>
                      <a:pt x="842" y="182"/>
                    </a:lnTo>
                    <a:lnTo>
                      <a:pt x="854" y="182"/>
                    </a:lnTo>
                    <a:lnTo>
                      <a:pt x="848" y="192"/>
                    </a:lnTo>
                    <a:lnTo>
                      <a:pt x="840" y="204"/>
                    </a:lnTo>
                    <a:lnTo>
                      <a:pt x="830" y="210"/>
                    </a:lnTo>
                    <a:lnTo>
                      <a:pt x="820" y="212"/>
                    </a:lnTo>
                    <a:lnTo>
                      <a:pt x="812" y="212"/>
                    </a:lnTo>
                    <a:lnTo>
                      <a:pt x="804" y="208"/>
                    </a:lnTo>
                    <a:lnTo>
                      <a:pt x="804" y="218"/>
                    </a:lnTo>
                    <a:lnTo>
                      <a:pt x="784" y="220"/>
                    </a:lnTo>
                    <a:lnTo>
                      <a:pt x="772" y="216"/>
                    </a:lnTo>
                    <a:lnTo>
                      <a:pt x="778" y="222"/>
                    </a:lnTo>
                    <a:lnTo>
                      <a:pt x="794" y="228"/>
                    </a:lnTo>
                    <a:lnTo>
                      <a:pt x="796" y="238"/>
                    </a:lnTo>
                    <a:lnTo>
                      <a:pt x="778" y="242"/>
                    </a:lnTo>
                    <a:lnTo>
                      <a:pt x="758" y="260"/>
                    </a:lnTo>
                    <a:lnTo>
                      <a:pt x="740" y="290"/>
                    </a:lnTo>
                    <a:lnTo>
                      <a:pt x="734" y="332"/>
                    </a:lnTo>
                    <a:lnTo>
                      <a:pt x="736" y="336"/>
                    </a:lnTo>
                    <a:lnTo>
                      <a:pt x="738" y="342"/>
                    </a:lnTo>
                    <a:lnTo>
                      <a:pt x="748" y="342"/>
                    </a:lnTo>
                    <a:lnTo>
                      <a:pt x="756" y="344"/>
                    </a:lnTo>
                    <a:lnTo>
                      <a:pt x="760" y="352"/>
                    </a:lnTo>
                    <a:lnTo>
                      <a:pt x="768" y="378"/>
                    </a:lnTo>
                    <a:lnTo>
                      <a:pt x="782" y="374"/>
                    </a:lnTo>
                    <a:lnTo>
                      <a:pt x="800" y="374"/>
                    </a:lnTo>
                    <a:lnTo>
                      <a:pt x="814" y="380"/>
                    </a:lnTo>
                    <a:lnTo>
                      <a:pt x="830" y="382"/>
                    </a:lnTo>
                    <a:lnTo>
                      <a:pt x="846" y="398"/>
                    </a:lnTo>
                    <a:lnTo>
                      <a:pt x="864" y="408"/>
                    </a:lnTo>
                    <a:lnTo>
                      <a:pt x="886" y="416"/>
                    </a:lnTo>
                    <a:lnTo>
                      <a:pt x="896" y="416"/>
                    </a:lnTo>
                    <a:lnTo>
                      <a:pt x="904" y="418"/>
                    </a:lnTo>
                    <a:lnTo>
                      <a:pt x="916" y="420"/>
                    </a:lnTo>
                    <a:lnTo>
                      <a:pt x="928" y="420"/>
                    </a:lnTo>
                    <a:lnTo>
                      <a:pt x="932" y="442"/>
                    </a:lnTo>
                    <a:lnTo>
                      <a:pt x="932" y="456"/>
                    </a:lnTo>
                    <a:lnTo>
                      <a:pt x="932" y="462"/>
                    </a:lnTo>
                    <a:lnTo>
                      <a:pt x="932" y="470"/>
                    </a:lnTo>
                    <a:lnTo>
                      <a:pt x="944" y="484"/>
                    </a:lnTo>
                    <a:lnTo>
                      <a:pt x="956" y="498"/>
                    </a:lnTo>
                    <a:lnTo>
                      <a:pt x="962" y="502"/>
                    </a:lnTo>
                    <a:lnTo>
                      <a:pt x="970" y="506"/>
                    </a:lnTo>
                    <a:lnTo>
                      <a:pt x="984" y="498"/>
                    </a:lnTo>
                    <a:lnTo>
                      <a:pt x="988" y="490"/>
                    </a:lnTo>
                    <a:lnTo>
                      <a:pt x="990" y="482"/>
                    </a:lnTo>
                    <a:lnTo>
                      <a:pt x="984" y="462"/>
                    </a:lnTo>
                    <a:lnTo>
                      <a:pt x="980" y="448"/>
                    </a:lnTo>
                    <a:lnTo>
                      <a:pt x="972" y="428"/>
                    </a:lnTo>
                    <a:lnTo>
                      <a:pt x="980" y="424"/>
                    </a:lnTo>
                    <a:lnTo>
                      <a:pt x="1002" y="418"/>
                    </a:lnTo>
                    <a:lnTo>
                      <a:pt x="1012" y="406"/>
                    </a:lnTo>
                    <a:lnTo>
                      <a:pt x="1022" y="394"/>
                    </a:lnTo>
                    <a:lnTo>
                      <a:pt x="1020" y="372"/>
                    </a:lnTo>
                    <a:lnTo>
                      <a:pt x="1010" y="354"/>
                    </a:lnTo>
                    <a:lnTo>
                      <a:pt x="998" y="346"/>
                    </a:lnTo>
                    <a:lnTo>
                      <a:pt x="988" y="340"/>
                    </a:lnTo>
                    <a:lnTo>
                      <a:pt x="990" y="334"/>
                    </a:lnTo>
                    <a:lnTo>
                      <a:pt x="996" y="328"/>
                    </a:lnTo>
                    <a:lnTo>
                      <a:pt x="1006" y="316"/>
                    </a:lnTo>
                    <a:lnTo>
                      <a:pt x="1004" y="304"/>
                    </a:lnTo>
                    <a:lnTo>
                      <a:pt x="1002" y="292"/>
                    </a:lnTo>
                    <a:lnTo>
                      <a:pt x="1006" y="274"/>
                    </a:lnTo>
                    <a:lnTo>
                      <a:pt x="996" y="264"/>
                    </a:lnTo>
                    <a:lnTo>
                      <a:pt x="1000" y="250"/>
                    </a:lnTo>
                    <a:lnTo>
                      <a:pt x="1018" y="250"/>
                    </a:lnTo>
                    <a:lnTo>
                      <a:pt x="1034" y="256"/>
                    </a:lnTo>
                    <a:lnTo>
                      <a:pt x="1044" y="258"/>
                    </a:lnTo>
                    <a:lnTo>
                      <a:pt x="1058" y="256"/>
                    </a:lnTo>
                    <a:lnTo>
                      <a:pt x="1064" y="248"/>
                    </a:lnTo>
                    <a:lnTo>
                      <a:pt x="1076" y="256"/>
                    </a:lnTo>
                    <a:lnTo>
                      <a:pt x="1090" y="266"/>
                    </a:lnTo>
                    <a:lnTo>
                      <a:pt x="1098" y="278"/>
                    </a:lnTo>
                    <a:lnTo>
                      <a:pt x="1112" y="286"/>
                    </a:lnTo>
                    <a:lnTo>
                      <a:pt x="1134" y="290"/>
                    </a:lnTo>
                    <a:lnTo>
                      <a:pt x="1130" y="300"/>
                    </a:lnTo>
                    <a:lnTo>
                      <a:pt x="1130" y="314"/>
                    </a:lnTo>
                    <a:lnTo>
                      <a:pt x="1136" y="328"/>
                    </a:lnTo>
                    <a:lnTo>
                      <a:pt x="1136" y="336"/>
                    </a:lnTo>
                    <a:lnTo>
                      <a:pt x="1148" y="338"/>
                    </a:lnTo>
                    <a:lnTo>
                      <a:pt x="1156" y="346"/>
                    </a:lnTo>
                    <a:lnTo>
                      <a:pt x="1168" y="352"/>
                    </a:lnTo>
                    <a:lnTo>
                      <a:pt x="1182" y="340"/>
                    </a:lnTo>
                    <a:lnTo>
                      <a:pt x="1196" y="328"/>
                    </a:lnTo>
                    <a:lnTo>
                      <a:pt x="1196" y="316"/>
                    </a:lnTo>
                    <a:lnTo>
                      <a:pt x="1204" y="306"/>
                    </a:lnTo>
                    <a:lnTo>
                      <a:pt x="1210" y="300"/>
                    </a:lnTo>
                    <a:lnTo>
                      <a:pt x="1218" y="312"/>
                    </a:lnTo>
                    <a:lnTo>
                      <a:pt x="1228" y="328"/>
                    </a:lnTo>
                    <a:lnTo>
                      <a:pt x="1242" y="346"/>
                    </a:lnTo>
                    <a:lnTo>
                      <a:pt x="1244" y="354"/>
                    </a:lnTo>
                    <a:lnTo>
                      <a:pt x="1254" y="360"/>
                    </a:lnTo>
                    <a:lnTo>
                      <a:pt x="1256" y="372"/>
                    </a:lnTo>
                    <a:lnTo>
                      <a:pt x="1260" y="384"/>
                    </a:lnTo>
                    <a:lnTo>
                      <a:pt x="1254" y="390"/>
                    </a:lnTo>
                    <a:lnTo>
                      <a:pt x="1256" y="398"/>
                    </a:lnTo>
                    <a:lnTo>
                      <a:pt x="1272" y="408"/>
                    </a:lnTo>
                    <a:lnTo>
                      <a:pt x="1274" y="412"/>
                    </a:lnTo>
                    <a:lnTo>
                      <a:pt x="1274" y="418"/>
                    </a:lnTo>
                    <a:lnTo>
                      <a:pt x="1284" y="422"/>
                    </a:lnTo>
                    <a:lnTo>
                      <a:pt x="1298" y="426"/>
                    </a:lnTo>
                    <a:lnTo>
                      <a:pt x="1310" y="430"/>
                    </a:lnTo>
                    <a:lnTo>
                      <a:pt x="1318" y="430"/>
                    </a:lnTo>
                    <a:lnTo>
                      <a:pt x="1314" y="438"/>
                    </a:lnTo>
                    <a:lnTo>
                      <a:pt x="1300" y="444"/>
                    </a:lnTo>
                    <a:lnTo>
                      <a:pt x="1292" y="448"/>
                    </a:lnTo>
                    <a:lnTo>
                      <a:pt x="1280" y="454"/>
                    </a:lnTo>
                    <a:lnTo>
                      <a:pt x="1282" y="456"/>
                    </a:lnTo>
                    <a:lnTo>
                      <a:pt x="1282" y="458"/>
                    </a:lnTo>
                    <a:lnTo>
                      <a:pt x="1284" y="458"/>
                    </a:lnTo>
                    <a:lnTo>
                      <a:pt x="1300" y="450"/>
                    </a:lnTo>
                    <a:lnTo>
                      <a:pt x="1314" y="444"/>
                    </a:lnTo>
                    <a:lnTo>
                      <a:pt x="1324" y="442"/>
                    </a:lnTo>
                    <a:lnTo>
                      <a:pt x="1328" y="452"/>
                    </a:lnTo>
                    <a:lnTo>
                      <a:pt x="1330" y="452"/>
                    </a:lnTo>
                    <a:lnTo>
                      <a:pt x="1336" y="452"/>
                    </a:lnTo>
                    <a:lnTo>
                      <a:pt x="1348" y="458"/>
                    </a:lnTo>
                    <a:lnTo>
                      <a:pt x="1350" y="474"/>
                    </a:lnTo>
                    <a:lnTo>
                      <a:pt x="1348" y="488"/>
                    </a:lnTo>
                    <a:lnTo>
                      <a:pt x="1340" y="496"/>
                    </a:lnTo>
                    <a:lnTo>
                      <a:pt x="1330" y="502"/>
                    </a:lnTo>
                    <a:lnTo>
                      <a:pt x="1310" y="502"/>
                    </a:lnTo>
                    <a:lnTo>
                      <a:pt x="1302" y="512"/>
                    </a:lnTo>
                    <a:lnTo>
                      <a:pt x="1286" y="524"/>
                    </a:lnTo>
                    <a:lnTo>
                      <a:pt x="1264" y="528"/>
                    </a:lnTo>
                    <a:lnTo>
                      <a:pt x="1238" y="524"/>
                    </a:lnTo>
                    <a:lnTo>
                      <a:pt x="1218" y="524"/>
                    </a:lnTo>
                    <a:lnTo>
                      <a:pt x="1190" y="526"/>
                    </a:lnTo>
                    <a:lnTo>
                      <a:pt x="1174" y="532"/>
                    </a:lnTo>
                    <a:lnTo>
                      <a:pt x="1166" y="544"/>
                    </a:lnTo>
                    <a:lnTo>
                      <a:pt x="1152" y="548"/>
                    </a:lnTo>
                    <a:lnTo>
                      <a:pt x="1138" y="560"/>
                    </a:lnTo>
                    <a:lnTo>
                      <a:pt x="1128" y="570"/>
                    </a:lnTo>
                    <a:lnTo>
                      <a:pt x="1114" y="586"/>
                    </a:lnTo>
                    <a:lnTo>
                      <a:pt x="1112" y="590"/>
                    </a:lnTo>
                    <a:lnTo>
                      <a:pt x="1110" y="592"/>
                    </a:lnTo>
                    <a:lnTo>
                      <a:pt x="1110" y="594"/>
                    </a:lnTo>
                    <a:lnTo>
                      <a:pt x="1116" y="590"/>
                    </a:lnTo>
                    <a:lnTo>
                      <a:pt x="1120" y="588"/>
                    </a:lnTo>
                    <a:lnTo>
                      <a:pt x="1134" y="572"/>
                    </a:lnTo>
                    <a:lnTo>
                      <a:pt x="1150" y="562"/>
                    </a:lnTo>
                    <a:lnTo>
                      <a:pt x="1168" y="554"/>
                    </a:lnTo>
                    <a:lnTo>
                      <a:pt x="1174" y="550"/>
                    </a:lnTo>
                    <a:lnTo>
                      <a:pt x="1184" y="546"/>
                    </a:lnTo>
                    <a:lnTo>
                      <a:pt x="1202" y="548"/>
                    </a:lnTo>
                    <a:lnTo>
                      <a:pt x="1214" y="552"/>
                    </a:lnTo>
                    <a:lnTo>
                      <a:pt x="1218" y="562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6" name="Freeform 16">
                <a:extLst>
                  <a:ext uri="{FF2B5EF4-FFF2-40B4-BE49-F238E27FC236}">
                    <a16:creationId xmlns:a16="http://schemas.microsoft.com/office/drawing/2014/main" id="{DF2F4BB5-365C-412B-A068-06582CDFC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2034" y="2854470"/>
                <a:ext cx="86033" cy="61091"/>
              </a:xfrm>
              <a:custGeom>
                <a:avLst/>
                <a:gdLst>
                  <a:gd name="T0" fmla="*/ 6 w 38"/>
                  <a:gd name="T1" fmla="*/ 0 h 28"/>
                  <a:gd name="T2" fmla="*/ 22 w 38"/>
                  <a:gd name="T3" fmla="*/ 0 h 28"/>
                  <a:gd name="T4" fmla="*/ 36 w 38"/>
                  <a:gd name="T5" fmla="*/ 0 h 28"/>
                  <a:gd name="T6" fmla="*/ 38 w 38"/>
                  <a:gd name="T7" fmla="*/ 8 h 28"/>
                  <a:gd name="T8" fmla="*/ 34 w 38"/>
                  <a:gd name="T9" fmla="*/ 20 h 28"/>
                  <a:gd name="T10" fmla="*/ 28 w 38"/>
                  <a:gd name="T11" fmla="*/ 28 h 28"/>
                  <a:gd name="T12" fmla="*/ 22 w 38"/>
                  <a:gd name="T13" fmla="*/ 24 h 28"/>
                  <a:gd name="T14" fmla="*/ 14 w 38"/>
                  <a:gd name="T15" fmla="*/ 14 h 28"/>
                  <a:gd name="T16" fmla="*/ 6 w 38"/>
                  <a:gd name="T17" fmla="*/ 10 h 28"/>
                  <a:gd name="T18" fmla="*/ 0 w 38"/>
                  <a:gd name="T19" fmla="*/ 4 h 28"/>
                  <a:gd name="T20" fmla="*/ 6 w 38"/>
                  <a:gd name="T2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8" h="28">
                    <a:moveTo>
                      <a:pt x="6" y="0"/>
                    </a:moveTo>
                    <a:lnTo>
                      <a:pt x="22" y="0"/>
                    </a:lnTo>
                    <a:lnTo>
                      <a:pt x="36" y="0"/>
                    </a:lnTo>
                    <a:lnTo>
                      <a:pt x="38" y="8"/>
                    </a:lnTo>
                    <a:lnTo>
                      <a:pt x="34" y="20"/>
                    </a:lnTo>
                    <a:lnTo>
                      <a:pt x="28" y="28"/>
                    </a:lnTo>
                    <a:lnTo>
                      <a:pt x="22" y="24"/>
                    </a:lnTo>
                    <a:lnTo>
                      <a:pt x="14" y="14"/>
                    </a:lnTo>
                    <a:lnTo>
                      <a:pt x="6" y="10"/>
                    </a:lnTo>
                    <a:lnTo>
                      <a:pt x="0" y="4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7" name="Freeform 17">
                <a:extLst>
                  <a:ext uri="{FF2B5EF4-FFF2-40B4-BE49-F238E27FC236}">
                    <a16:creationId xmlns:a16="http://schemas.microsoft.com/office/drawing/2014/main" id="{33E183D9-507C-4A8D-B167-4AF1E9E3FB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16032" y="2583929"/>
                <a:ext cx="253567" cy="126544"/>
              </a:xfrm>
              <a:custGeom>
                <a:avLst/>
                <a:gdLst>
                  <a:gd name="T0" fmla="*/ 0 w 112"/>
                  <a:gd name="T1" fmla="*/ 50 h 58"/>
                  <a:gd name="T2" fmla="*/ 4 w 112"/>
                  <a:gd name="T3" fmla="*/ 40 h 58"/>
                  <a:gd name="T4" fmla="*/ 16 w 112"/>
                  <a:gd name="T5" fmla="*/ 38 h 58"/>
                  <a:gd name="T6" fmla="*/ 26 w 112"/>
                  <a:gd name="T7" fmla="*/ 32 h 58"/>
                  <a:gd name="T8" fmla="*/ 36 w 112"/>
                  <a:gd name="T9" fmla="*/ 26 h 58"/>
                  <a:gd name="T10" fmla="*/ 50 w 112"/>
                  <a:gd name="T11" fmla="*/ 18 h 58"/>
                  <a:gd name="T12" fmla="*/ 58 w 112"/>
                  <a:gd name="T13" fmla="*/ 10 h 58"/>
                  <a:gd name="T14" fmla="*/ 76 w 112"/>
                  <a:gd name="T15" fmla="*/ 8 h 58"/>
                  <a:gd name="T16" fmla="*/ 86 w 112"/>
                  <a:gd name="T17" fmla="*/ 8 h 58"/>
                  <a:gd name="T18" fmla="*/ 92 w 112"/>
                  <a:gd name="T19" fmla="*/ 12 h 58"/>
                  <a:gd name="T20" fmla="*/ 96 w 112"/>
                  <a:gd name="T21" fmla="*/ 0 h 58"/>
                  <a:gd name="T22" fmla="*/ 106 w 112"/>
                  <a:gd name="T23" fmla="*/ 4 h 58"/>
                  <a:gd name="T24" fmla="*/ 112 w 112"/>
                  <a:gd name="T25" fmla="*/ 8 h 58"/>
                  <a:gd name="T26" fmla="*/ 108 w 112"/>
                  <a:gd name="T27" fmla="*/ 14 h 58"/>
                  <a:gd name="T28" fmla="*/ 100 w 112"/>
                  <a:gd name="T29" fmla="*/ 16 h 58"/>
                  <a:gd name="T30" fmla="*/ 106 w 112"/>
                  <a:gd name="T31" fmla="*/ 24 h 58"/>
                  <a:gd name="T32" fmla="*/ 104 w 112"/>
                  <a:gd name="T33" fmla="*/ 30 h 58"/>
                  <a:gd name="T34" fmla="*/ 96 w 112"/>
                  <a:gd name="T35" fmla="*/ 32 h 58"/>
                  <a:gd name="T36" fmla="*/ 90 w 112"/>
                  <a:gd name="T37" fmla="*/ 38 h 58"/>
                  <a:gd name="T38" fmla="*/ 84 w 112"/>
                  <a:gd name="T39" fmla="*/ 44 h 58"/>
                  <a:gd name="T40" fmla="*/ 74 w 112"/>
                  <a:gd name="T41" fmla="*/ 42 h 58"/>
                  <a:gd name="T42" fmla="*/ 76 w 112"/>
                  <a:gd name="T43" fmla="*/ 32 h 58"/>
                  <a:gd name="T44" fmla="*/ 72 w 112"/>
                  <a:gd name="T45" fmla="*/ 28 h 58"/>
                  <a:gd name="T46" fmla="*/ 66 w 112"/>
                  <a:gd name="T47" fmla="*/ 30 h 58"/>
                  <a:gd name="T48" fmla="*/ 64 w 112"/>
                  <a:gd name="T49" fmla="*/ 34 h 58"/>
                  <a:gd name="T50" fmla="*/ 64 w 112"/>
                  <a:gd name="T51" fmla="*/ 40 h 58"/>
                  <a:gd name="T52" fmla="*/ 60 w 112"/>
                  <a:gd name="T53" fmla="*/ 48 h 58"/>
                  <a:gd name="T54" fmla="*/ 54 w 112"/>
                  <a:gd name="T55" fmla="*/ 50 h 58"/>
                  <a:gd name="T56" fmla="*/ 48 w 112"/>
                  <a:gd name="T57" fmla="*/ 48 h 58"/>
                  <a:gd name="T58" fmla="*/ 48 w 112"/>
                  <a:gd name="T59" fmla="*/ 58 h 58"/>
                  <a:gd name="T60" fmla="*/ 34 w 112"/>
                  <a:gd name="T61" fmla="*/ 58 h 58"/>
                  <a:gd name="T62" fmla="*/ 32 w 112"/>
                  <a:gd name="T63" fmla="*/ 50 h 58"/>
                  <a:gd name="T64" fmla="*/ 24 w 112"/>
                  <a:gd name="T65" fmla="*/ 50 h 58"/>
                  <a:gd name="T66" fmla="*/ 24 w 112"/>
                  <a:gd name="T67" fmla="*/ 54 h 58"/>
                  <a:gd name="T68" fmla="*/ 8 w 112"/>
                  <a:gd name="T69" fmla="*/ 54 h 58"/>
                  <a:gd name="T70" fmla="*/ 0 w 112"/>
                  <a:gd name="T71" fmla="*/ 5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2" h="58">
                    <a:moveTo>
                      <a:pt x="0" y="50"/>
                    </a:moveTo>
                    <a:lnTo>
                      <a:pt x="4" y="40"/>
                    </a:lnTo>
                    <a:lnTo>
                      <a:pt x="16" y="38"/>
                    </a:lnTo>
                    <a:lnTo>
                      <a:pt x="26" y="32"/>
                    </a:lnTo>
                    <a:lnTo>
                      <a:pt x="36" y="26"/>
                    </a:lnTo>
                    <a:lnTo>
                      <a:pt x="50" y="18"/>
                    </a:lnTo>
                    <a:lnTo>
                      <a:pt x="58" y="10"/>
                    </a:lnTo>
                    <a:lnTo>
                      <a:pt x="76" y="8"/>
                    </a:lnTo>
                    <a:lnTo>
                      <a:pt x="86" y="8"/>
                    </a:lnTo>
                    <a:lnTo>
                      <a:pt x="92" y="12"/>
                    </a:lnTo>
                    <a:lnTo>
                      <a:pt x="96" y="0"/>
                    </a:lnTo>
                    <a:lnTo>
                      <a:pt x="106" y="4"/>
                    </a:lnTo>
                    <a:lnTo>
                      <a:pt x="112" y="8"/>
                    </a:lnTo>
                    <a:lnTo>
                      <a:pt x="108" y="14"/>
                    </a:lnTo>
                    <a:lnTo>
                      <a:pt x="100" y="16"/>
                    </a:lnTo>
                    <a:lnTo>
                      <a:pt x="106" y="24"/>
                    </a:lnTo>
                    <a:lnTo>
                      <a:pt x="104" y="30"/>
                    </a:lnTo>
                    <a:lnTo>
                      <a:pt x="96" y="32"/>
                    </a:lnTo>
                    <a:lnTo>
                      <a:pt x="90" y="38"/>
                    </a:lnTo>
                    <a:lnTo>
                      <a:pt x="84" y="44"/>
                    </a:lnTo>
                    <a:lnTo>
                      <a:pt x="74" y="42"/>
                    </a:lnTo>
                    <a:lnTo>
                      <a:pt x="76" y="32"/>
                    </a:lnTo>
                    <a:lnTo>
                      <a:pt x="72" y="28"/>
                    </a:lnTo>
                    <a:lnTo>
                      <a:pt x="66" y="30"/>
                    </a:lnTo>
                    <a:lnTo>
                      <a:pt x="64" y="34"/>
                    </a:lnTo>
                    <a:lnTo>
                      <a:pt x="64" y="40"/>
                    </a:lnTo>
                    <a:lnTo>
                      <a:pt x="60" y="48"/>
                    </a:lnTo>
                    <a:lnTo>
                      <a:pt x="54" y="50"/>
                    </a:lnTo>
                    <a:lnTo>
                      <a:pt x="48" y="48"/>
                    </a:lnTo>
                    <a:lnTo>
                      <a:pt x="48" y="58"/>
                    </a:lnTo>
                    <a:lnTo>
                      <a:pt x="34" y="58"/>
                    </a:lnTo>
                    <a:lnTo>
                      <a:pt x="32" y="50"/>
                    </a:lnTo>
                    <a:lnTo>
                      <a:pt x="24" y="50"/>
                    </a:lnTo>
                    <a:lnTo>
                      <a:pt x="24" y="54"/>
                    </a:lnTo>
                    <a:lnTo>
                      <a:pt x="8" y="54"/>
                    </a:lnTo>
                    <a:lnTo>
                      <a:pt x="0" y="5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8" name="Freeform 18">
                <a:extLst>
                  <a:ext uri="{FF2B5EF4-FFF2-40B4-BE49-F238E27FC236}">
                    <a16:creationId xmlns:a16="http://schemas.microsoft.com/office/drawing/2014/main" id="{8B65253F-4BEB-4ADD-81A7-7DF5E0BAB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8290" y="2693017"/>
                <a:ext cx="63393" cy="43635"/>
              </a:xfrm>
              <a:custGeom>
                <a:avLst/>
                <a:gdLst>
                  <a:gd name="T0" fmla="*/ 18 w 28"/>
                  <a:gd name="T1" fmla="*/ 0 h 20"/>
                  <a:gd name="T2" fmla="*/ 28 w 28"/>
                  <a:gd name="T3" fmla="*/ 2 h 20"/>
                  <a:gd name="T4" fmla="*/ 26 w 28"/>
                  <a:gd name="T5" fmla="*/ 8 h 20"/>
                  <a:gd name="T6" fmla="*/ 20 w 28"/>
                  <a:gd name="T7" fmla="*/ 18 h 20"/>
                  <a:gd name="T8" fmla="*/ 12 w 28"/>
                  <a:gd name="T9" fmla="*/ 20 h 20"/>
                  <a:gd name="T10" fmla="*/ 0 w 28"/>
                  <a:gd name="T11" fmla="*/ 16 h 20"/>
                  <a:gd name="T12" fmla="*/ 4 w 28"/>
                  <a:gd name="T13" fmla="*/ 8 h 20"/>
                  <a:gd name="T14" fmla="*/ 14 w 28"/>
                  <a:gd name="T15" fmla="*/ 2 h 20"/>
                  <a:gd name="T16" fmla="*/ 18 w 28"/>
                  <a:gd name="T1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20">
                    <a:moveTo>
                      <a:pt x="18" y="0"/>
                    </a:moveTo>
                    <a:lnTo>
                      <a:pt x="28" y="2"/>
                    </a:lnTo>
                    <a:lnTo>
                      <a:pt x="26" y="8"/>
                    </a:lnTo>
                    <a:lnTo>
                      <a:pt x="20" y="18"/>
                    </a:lnTo>
                    <a:lnTo>
                      <a:pt x="12" y="20"/>
                    </a:lnTo>
                    <a:lnTo>
                      <a:pt x="0" y="16"/>
                    </a:lnTo>
                    <a:lnTo>
                      <a:pt x="4" y="8"/>
                    </a:lnTo>
                    <a:lnTo>
                      <a:pt x="14" y="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Freeform 19">
                <a:extLst>
                  <a:ext uri="{FF2B5EF4-FFF2-40B4-BE49-F238E27FC236}">
                    <a16:creationId xmlns:a16="http://schemas.microsoft.com/office/drawing/2014/main" id="{F2412DF6-E830-4144-BE5A-21C9F5A5D8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55633" y="2549017"/>
                <a:ext cx="126783" cy="56727"/>
              </a:xfrm>
              <a:custGeom>
                <a:avLst/>
                <a:gdLst>
                  <a:gd name="T0" fmla="*/ 0 w 56"/>
                  <a:gd name="T1" fmla="*/ 6 h 26"/>
                  <a:gd name="T2" fmla="*/ 14 w 56"/>
                  <a:gd name="T3" fmla="*/ 0 h 26"/>
                  <a:gd name="T4" fmla="*/ 32 w 56"/>
                  <a:gd name="T5" fmla="*/ 0 h 26"/>
                  <a:gd name="T6" fmla="*/ 54 w 56"/>
                  <a:gd name="T7" fmla="*/ 0 h 26"/>
                  <a:gd name="T8" fmla="*/ 56 w 56"/>
                  <a:gd name="T9" fmla="*/ 6 h 26"/>
                  <a:gd name="T10" fmla="*/ 44 w 56"/>
                  <a:gd name="T11" fmla="*/ 8 h 26"/>
                  <a:gd name="T12" fmla="*/ 40 w 56"/>
                  <a:gd name="T13" fmla="*/ 12 h 26"/>
                  <a:gd name="T14" fmla="*/ 50 w 56"/>
                  <a:gd name="T15" fmla="*/ 12 h 26"/>
                  <a:gd name="T16" fmla="*/ 50 w 56"/>
                  <a:gd name="T17" fmla="*/ 18 h 26"/>
                  <a:gd name="T18" fmla="*/ 44 w 56"/>
                  <a:gd name="T19" fmla="*/ 24 h 26"/>
                  <a:gd name="T20" fmla="*/ 32 w 56"/>
                  <a:gd name="T21" fmla="*/ 24 h 26"/>
                  <a:gd name="T22" fmla="*/ 22 w 56"/>
                  <a:gd name="T23" fmla="*/ 24 h 26"/>
                  <a:gd name="T24" fmla="*/ 16 w 56"/>
                  <a:gd name="T25" fmla="*/ 26 h 26"/>
                  <a:gd name="T26" fmla="*/ 4 w 56"/>
                  <a:gd name="T27" fmla="*/ 20 h 26"/>
                  <a:gd name="T28" fmla="*/ 0 w 56"/>
                  <a:gd name="T29" fmla="*/ 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" h="26">
                    <a:moveTo>
                      <a:pt x="0" y="6"/>
                    </a:moveTo>
                    <a:lnTo>
                      <a:pt x="14" y="0"/>
                    </a:lnTo>
                    <a:lnTo>
                      <a:pt x="32" y="0"/>
                    </a:lnTo>
                    <a:lnTo>
                      <a:pt x="54" y="0"/>
                    </a:lnTo>
                    <a:lnTo>
                      <a:pt x="56" y="6"/>
                    </a:lnTo>
                    <a:lnTo>
                      <a:pt x="44" y="8"/>
                    </a:lnTo>
                    <a:lnTo>
                      <a:pt x="40" y="12"/>
                    </a:lnTo>
                    <a:lnTo>
                      <a:pt x="50" y="12"/>
                    </a:lnTo>
                    <a:lnTo>
                      <a:pt x="50" y="18"/>
                    </a:lnTo>
                    <a:lnTo>
                      <a:pt x="44" y="24"/>
                    </a:lnTo>
                    <a:lnTo>
                      <a:pt x="32" y="24"/>
                    </a:lnTo>
                    <a:lnTo>
                      <a:pt x="22" y="24"/>
                    </a:lnTo>
                    <a:lnTo>
                      <a:pt x="16" y="26"/>
                    </a:lnTo>
                    <a:lnTo>
                      <a:pt x="4" y="20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0" name="Freeform 20">
                <a:extLst>
                  <a:ext uri="{FF2B5EF4-FFF2-40B4-BE49-F238E27FC236}">
                    <a16:creationId xmlns:a16="http://schemas.microsoft.com/office/drawing/2014/main" id="{E67930E4-19F5-4FB5-B772-7E5BE822E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55633" y="2496656"/>
                <a:ext cx="144894" cy="39272"/>
              </a:xfrm>
              <a:custGeom>
                <a:avLst/>
                <a:gdLst>
                  <a:gd name="T0" fmla="*/ 8 w 64"/>
                  <a:gd name="T1" fmla="*/ 12 h 18"/>
                  <a:gd name="T2" fmla="*/ 24 w 64"/>
                  <a:gd name="T3" fmla="*/ 6 h 18"/>
                  <a:gd name="T4" fmla="*/ 42 w 64"/>
                  <a:gd name="T5" fmla="*/ 0 h 18"/>
                  <a:gd name="T6" fmla="*/ 56 w 64"/>
                  <a:gd name="T7" fmla="*/ 2 h 18"/>
                  <a:gd name="T8" fmla="*/ 64 w 64"/>
                  <a:gd name="T9" fmla="*/ 8 h 18"/>
                  <a:gd name="T10" fmla="*/ 62 w 64"/>
                  <a:gd name="T11" fmla="*/ 14 h 18"/>
                  <a:gd name="T12" fmla="*/ 52 w 64"/>
                  <a:gd name="T13" fmla="*/ 16 h 18"/>
                  <a:gd name="T14" fmla="*/ 34 w 64"/>
                  <a:gd name="T15" fmla="*/ 16 h 18"/>
                  <a:gd name="T16" fmla="*/ 14 w 64"/>
                  <a:gd name="T17" fmla="*/ 18 h 18"/>
                  <a:gd name="T18" fmla="*/ 0 w 64"/>
                  <a:gd name="T19" fmla="*/ 18 h 18"/>
                  <a:gd name="T20" fmla="*/ 8 w 64"/>
                  <a:gd name="T2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18">
                    <a:moveTo>
                      <a:pt x="8" y="12"/>
                    </a:moveTo>
                    <a:lnTo>
                      <a:pt x="24" y="6"/>
                    </a:lnTo>
                    <a:lnTo>
                      <a:pt x="42" y="0"/>
                    </a:lnTo>
                    <a:lnTo>
                      <a:pt x="56" y="2"/>
                    </a:lnTo>
                    <a:lnTo>
                      <a:pt x="64" y="8"/>
                    </a:lnTo>
                    <a:lnTo>
                      <a:pt x="62" y="14"/>
                    </a:lnTo>
                    <a:lnTo>
                      <a:pt x="52" y="16"/>
                    </a:lnTo>
                    <a:lnTo>
                      <a:pt x="34" y="16"/>
                    </a:lnTo>
                    <a:lnTo>
                      <a:pt x="14" y="18"/>
                    </a:lnTo>
                    <a:lnTo>
                      <a:pt x="0" y="18"/>
                    </a:lnTo>
                    <a:lnTo>
                      <a:pt x="8" y="12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1" name="Freeform 21">
                <a:extLst>
                  <a:ext uri="{FF2B5EF4-FFF2-40B4-BE49-F238E27FC236}">
                    <a16:creationId xmlns:a16="http://schemas.microsoft.com/office/drawing/2014/main" id="{BF8830CC-4E33-4F2A-BCBB-54916AD65F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0512" y="2850103"/>
                <a:ext cx="217343" cy="170182"/>
              </a:xfrm>
              <a:custGeom>
                <a:avLst/>
                <a:gdLst>
                  <a:gd name="T0" fmla="*/ 62 w 96"/>
                  <a:gd name="T1" fmla="*/ 78 h 78"/>
                  <a:gd name="T2" fmla="*/ 50 w 96"/>
                  <a:gd name="T3" fmla="*/ 66 h 78"/>
                  <a:gd name="T4" fmla="*/ 34 w 96"/>
                  <a:gd name="T5" fmla="*/ 56 h 78"/>
                  <a:gd name="T6" fmla="*/ 26 w 96"/>
                  <a:gd name="T7" fmla="*/ 48 h 78"/>
                  <a:gd name="T8" fmla="*/ 10 w 96"/>
                  <a:gd name="T9" fmla="*/ 46 h 78"/>
                  <a:gd name="T10" fmla="*/ 2 w 96"/>
                  <a:gd name="T11" fmla="*/ 40 h 78"/>
                  <a:gd name="T12" fmla="*/ 0 w 96"/>
                  <a:gd name="T13" fmla="*/ 32 h 78"/>
                  <a:gd name="T14" fmla="*/ 4 w 96"/>
                  <a:gd name="T15" fmla="*/ 22 h 78"/>
                  <a:gd name="T16" fmla="*/ 12 w 96"/>
                  <a:gd name="T17" fmla="*/ 24 h 78"/>
                  <a:gd name="T18" fmla="*/ 18 w 96"/>
                  <a:gd name="T19" fmla="*/ 32 h 78"/>
                  <a:gd name="T20" fmla="*/ 28 w 96"/>
                  <a:gd name="T21" fmla="*/ 30 h 78"/>
                  <a:gd name="T22" fmla="*/ 38 w 96"/>
                  <a:gd name="T23" fmla="*/ 24 h 78"/>
                  <a:gd name="T24" fmla="*/ 34 w 96"/>
                  <a:gd name="T25" fmla="*/ 18 h 78"/>
                  <a:gd name="T26" fmla="*/ 20 w 96"/>
                  <a:gd name="T27" fmla="*/ 12 h 78"/>
                  <a:gd name="T28" fmla="*/ 32 w 96"/>
                  <a:gd name="T29" fmla="*/ 2 h 78"/>
                  <a:gd name="T30" fmla="*/ 46 w 96"/>
                  <a:gd name="T31" fmla="*/ 0 h 78"/>
                  <a:gd name="T32" fmla="*/ 50 w 96"/>
                  <a:gd name="T33" fmla="*/ 4 h 78"/>
                  <a:gd name="T34" fmla="*/ 58 w 96"/>
                  <a:gd name="T35" fmla="*/ 4 h 78"/>
                  <a:gd name="T36" fmla="*/ 66 w 96"/>
                  <a:gd name="T37" fmla="*/ 0 h 78"/>
                  <a:gd name="T38" fmla="*/ 92 w 96"/>
                  <a:gd name="T39" fmla="*/ 2 h 78"/>
                  <a:gd name="T40" fmla="*/ 86 w 96"/>
                  <a:gd name="T41" fmla="*/ 6 h 78"/>
                  <a:gd name="T42" fmla="*/ 78 w 96"/>
                  <a:gd name="T43" fmla="*/ 14 h 78"/>
                  <a:gd name="T44" fmla="*/ 68 w 96"/>
                  <a:gd name="T45" fmla="*/ 20 h 78"/>
                  <a:gd name="T46" fmla="*/ 64 w 96"/>
                  <a:gd name="T47" fmla="*/ 26 h 78"/>
                  <a:gd name="T48" fmla="*/ 74 w 96"/>
                  <a:gd name="T49" fmla="*/ 26 h 78"/>
                  <a:gd name="T50" fmla="*/ 80 w 96"/>
                  <a:gd name="T51" fmla="*/ 26 h 78"/>
                  <a:gd name="T52" fmla="*/ 86 w 96"/>
                  <a:gd name="T53" fmla="*/ 34 h 78"/>
                  <a:gd name="T54" fmla="*/ 94 w 96"/>
                  <a:gd name="T55" fmla="*/ 28 h 78"/>
                  <a:gd name="T56" fmla="*/ 96 w 96"/>
                  <a:gd name="T57" fmla="*/ 38 h 78"/>
                  <a:gd name="T58" fmla="*/ 92 w 96"/>
                  <a:gd name="T59" fmla="*/ 54 h 78"/>
                  <a:gd name="T60" fmla="*/ 84 w 96"/>
                  <a:gd name="T61" fmla="*/ 66 h 78"/>
                  <a:gd name="T62" fmla="*/ 78 w 96"/>
                  <a:gd name="T63" fmla="*/ 68 h 78"/>
                  <a:gd name="T64" fmla="*/ 70 w 96"/>
                  <a:gd name="T65" fmla="*/ 64 h 78"/>
                  <a:gd name="T66" fmla="*/ 68 w 96"/>
                  <a:gd name="T67" fmla="*/ 68 h 78"/>
                  <a:gd name="T68" fmla="*/ 62 w 96"/>
                  <a:gd name="T69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6" h="78">
                    <a:moveTo>
                      <a:pt x="62" y="78"/>
                    </a:moveTo>
                    <a:lnTo>
                      <a:pt x="50" y="66"/>
                    </a:lnTo>
                    <a:lnTo>
                      <a:pt x="34" y="56"/>
                    </a:lnTo>
                    <a:lnTo>
                      <a:pt x="26" y="48"/>
                    </a:lnTo>
                    <a:lnTo>
                      <a:pt x="10" y="46"/>
                    </a:lnTo>
                    <a:lnTo>
                      <a:pt x="2" y="40"/>
                    </a:lnTo>
                    <a:lnTo>
                      <a:pt x="0" y="32"/>
                    </a:lnTo>
                    <a:lnTo>
                      <a:pt x="4" y="22"/>
                    </a:lnTo>
                    <a:lnTo>
                      <a:pt x="12" y="24"/>
                    </a:lnTo>
                    <a:lnTo>
                      <a:pt x="18" y="32"/>
                    </a:lnTo>
                    <a:lnTo>
                      <a:pt x="28" y="30"/>
                    </a:lnTo>
                    <a:lnTo>
                      <a:pt x="38" y="24"/>
                    </a:lnTo>
                    <a:lnTo>
                      <a:pt x="34" y="18"/>
                    </a:lnTo>
                    <a:lnTo>
                      <a:pt x="20" y="12"/>
                    </a:lnTo>
                    <a:lnTo>
                      <a:pt x="32" y="2"/>
                    </a:lnTo>
                    <a:lnTo>
                      <a:pt x="46" y="0"/>
                    </a:lnTo>
                    <a:lnTo>
                      <a:pt x="50" y="4"/>
                    </a:lnTo>
                    <a:lnTo>
                      <a:pt x="58" y="4"/>
                    </a:lnTo>
                    <a:lnTo>
                      <a:pt x="66" y="0"/>
                    </a:lnTo>
                    <a:lnTo>
                      <a:pt x="92" y="2"/>
                    </a:lnTo>
                    <a:lnTo>
                      <a:pt x="86" y="6"/>
                    </a:lnTo>
                    <a:lnTo>
                      <a:pt x="78" y="14"/>
                    </a:lnTo>
                    <a:lnTo>
                      <a:pt x="68" y="20"/>
                    </a:lnTo>
                    <a:lnTo>
                      <a:pt x="64" y="26"/>
                    </a:lnTo>
                    <a:lnTo>
                      <a:pt x="74" y="26"/>
                    </a:lnTo>
                    <a:lnTo>
                      <a:pt x="80" y="26"/>
                    </a:lnTo>
                    <a:lnTo>
                      <a:pt x="86" y="34"/>
                    </a:lnTo>
                    <a:lnTo>
                      <a:pt x="94" y="28"/>
                    </a:lnTo>
                    <a:lnTo>
                      <a:pt x="96" y="38"/>
                    </a:lnTo>
                    <a:lnTo>
                      <a:pt x="92" y="54"/>
                    </a:lnTo>
                    <a:lnTo>
                      <a:pt x="84" y="66"/>
                    </a:lnTo>
                    <a:lnTo>
                      <a:pt x="78" y="68"/>
                    </a:lnTo>
                    <a:lnTo>
                      <a:pt x="70" y="64"/>
                    </a:lnTo>
                    <a:lnTo>
                      <a:pt x="68" y="68"/>
                    </a:lnTo>
                    <a:lnTo>
                      <a:pt x="62" y="78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2" name="Freeform 22">
                <a:extLst>
                  <a:ext uri="{FF2B5EF4-FFF2-40B4-BE49-F238E27FC236}">
                    <a16:creationId xmlns:a16="http://schemas.microsoft.com/office/drawing/2014/main" id="{B5AB03A4-C671-489D-BF92-F93108DABB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57855" y="2714833"/>
                <a:ext cx="104144" cy="74180"/>
              </a:xfrm>
              <a:custGeom>
                <a:avLst/>
                <a:gdLst>
                  <a:gd name="T0" fmla="*/ 46 w 46"/>
                  <a:gd name="T1" fmla="*/ 34 h 34"/>
                  <a:gd name="T2" fmla="*/ 28 w 46"/>
                  <a:gd name="T3" fmla="*/ 32 h 34"/>
                  <a:gd name="T4" fmla="*/ 12 w 46"/>
                  <a:gd name="T5" fmla="*/ 30 h 34"/>
                  <a:gd name="T6" fmla="*/ 0 w 46"/>
                  <a:gd name="T7" fmla="*/ 22 h 34"/>
                  <a:gd name="T8" fmla="*/ 8 w 46"/>
                  <a:gd name="T9" fmla="*/ 12 h 34"/>
                  <a:gd name="T10" fmla="*/ 18 w 46"/>
                  <a:gd name="T11" fmla="*/ 6 h 34"/>
                  <a:gd name="T12" fmla="*/ 26 w 46"/>
                  <a:gd name="T13" fmla="*/ 0 h 34"/>
                  <a:gd name="T14" fmla="*/ 34 w 46"/>
                  <a:gd name="T15" fmla="*/ 6 h 34"/>
                  <a:gd name="T16" fmla="*/ 44 w 46"/>
                  <a:gd name="T17" fmla="*/ 14 h 34"/>
                  <a:gd name="T18" fmla="*/ 46 w 46"/>
                  <a:gd name="T19" fmla="*/ 22 h 34"/>
                  <a:gd name="T20" fmla="*/ 46 w 46"/>
                  <a:gd name="T2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" h="34">
                    <a:moveTo>
                      <a:pt x="46" y="34"/>
                    </a:moveTo>
                    <a:lnTo>
                      <a:pt x="28" y="32"/>
                    </a:lnTo>
                    <a:lnTo>
                      <a:pt x="12" y="30"/>
                    </a:lnTo>
                    <a:lnTo>
                      <a:pt x="0" y="22"/>
                    </a:lnTo>
                    <a:lnTo>
                      <a:pt x="8" y="12"/>
                    </a:lnTo>
                    <a:lnTo>
                      <a:pt x="18" y="6"/>
                    </a:lnTo>
                    <a:lnTo>
                      <a:pt x="26" y="0"/>
                    </a:lnTo>
                    <a:lnTo>
                      <a:pt x="34" y="6"/>
                    </a:lnTo>
                    <a:lnTo>
                      <a:pt x="44" y="14"/>
                    </a:lnTo>
                    <a:lnTo>
                      <a:pt x="46" y="22"/>
                    </a:lnTo>
                    <a:lnTo>
                      <a:pt x="46" y="34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Freeform 23">
                <a:extLst>
                  <a:ext uri="{FF2B5EF4-FFF2-40B4-BE49-F238E27FC236}">
                    <a16:creationId xmlns:a16="http://schemas.microsoft.com/office/drawing/2014/main" id="{3B6575D9-C8F3-4D94-A245-883A2E98F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4461" y="2492293"/>
                <a:ext cx="122257" cy="69817"/>
              </a:xfrm>
              <a:custGeom>
                <a:avLst/>
                <a:gdLst>
                  <a:gd name="T0" fmla="*/ 4 w 54"/>
                  <a:gd name="T1" fmla="*/ 0 h 32"/>
                  <a:gd name="T2" fmla="*/ 22 w 54"/>
                  <a:gd name="T3" fmla="*/ 4 h 32"/>
                  <a:gd name="T4" fmla="*/ 36 w 54"/>
                  <a:gd name="T5" fmla="*/ 10 h 32"/>
                  <a:gd name="T6" fmla="*/ 48 w 54"/>
                  <a:gd name="T7" fmla="*/ 14 h 32"/>
                  <a:gd name="T8" fmla="*/ 54 w 54"/>
                  <a:gd name="T9" fmla="*/ 20 h 32"/>
                  <a:gd name="T10" fmla="*/ 48 w 54"/>
                  <a:gd name="T11" fmla="*/ 30 h 32"/>
                  <a:gd name="T12" fmla="*/ 36 w 54"/>
                  <a:gd name="T13" fmla="*/ 32 h 32"/>
                  <a:gd name="T14" fmla="*/ 20 w 54"/>
                  <a:gd name="T15" fmla="*/ 32 h 32"/>
                  <a:gd name="T16" fmla="*/ 16 w 54"/>
                  <a:gd name="T17" fmla="*/ 22 h 32"/>
                  <a:gd name="T18" fmla="*/ 6 w 54"/>
                  <a:gd name="T19" fmla="*/ 18 h 32"/>
                  <a:gd name="T20" fmla="*/ 0 w 54"/>
                  <a:gd name="T21" fmla="*/ 12 h 32"/>
                  <a:gd name="T22" fmla="*/ 0 w 54"/>
                  <a:gd name="T23" fmla="*/ 4 h 32"/>
                  <a:gd name="T24" fmla="*/ 4 w 54"/>
                  <a:gd name="T2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" h="32">
                    <a:moveTo>
                      <a:pt x="4" y="0"/>
                    </a:moveTo>
                    <a:lnTo>
                      <a:pt x="22" y="4"/>
                    </a:lnTo>
                    <a:lnTo>
                      <a:pt x="36" y="10"/>
                    </a:lnTo>
                    <a:lnTo>
                      <a:pt x="48" y="14"/>
                    </a:lnTo>
                    <a:lnTo>
                      <a:pt x="54" y="20"/>
                    </a:lnTo>
                    <a:lnTo>
                      <a:pt x="48" y="30"/>
                    </a:lnTo>
                    <a:lnTo>
                      <a:pt x="36" y="32"/>
                    </a:lnTo>
                    <a:lnTo>
                      <a:pt x="20" y="32"/>
                    </a:lnTo>
                    <a:lnTo>
                      <a:pt x="16" y="22"/>
                    </a:lnTo>
                    <a:lnTo>
                      <a:pt x="6" y="18"/>
                    </a:lnTo>
                    <a:lnTo>
                      <a:pt x="0" y="12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4" name="Freeform 24">
                <a:extLst>
                  <a:ext uri="{FF2B5EF4-FFF2-40B4-BE49-F238E27FC236}">
                    <a16:creationId xmlns:a16="http://schemas.microsoft.com/office/drawing/2014/main" id="{DACC76A3-F27F-4745-BAB0-45353D92F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48796" y="2291565"/>
                <a:ext cx="412045" cy="253089"/>
              </a:xfrm>
              <a:custGeom>
                <a:avLst/>
                <a:gdLst>
                  <a:gd name="T0" fmla="*/ 116 w 182"/>
                  <a:gd name="T1" fmla="*/ 110 h 116"/>
                  <a:gd name="T2" fmla="*/ 102 w 182"/>
                  <a:gd name="T3" fmla="*/ 104 h 116"/>
                  <a:gd name="T4" fmla="*/ 96 w 182"/>
                  <a:gd name="T5" fmla="*/ 112 h 116"/>
                  <a:gd name="T6" fmla="*/ 66 w 182"/>
                  <a:gd name="T7" fmla="*/ 110 h 116"/>
                  <a:gd name="T8" fmla="*/ 78 w 182"/>
                  <a:gd name="T9" fmla="*/ 102 h 116"/>
                  <a:gd name="T10" fmla="*/ 62 w 182"/>
                  <a:gd name="T11" fmla="*/ 96 h 116"/>
                  <a:gd name="T12" fmla="*/ 40 w 182"/>
                  <a:gd name="T13" fmla="*/ 86 h 116"/>
                  <a:gd name="T14" fmla="*/ 70 w 182"/>
                  <a:gd name="T15" fmla="*/ 82 h 116"/>
                  <a:gd name="T16" fmla="*/ 96 w 182"/>
                  <a:gd name="T17" fmla="*/ 80 h 116"/>
                  <a:gd name="T18" fmla="*/ 78 w 182"/>
                  <a:gd name="T19" fmla="*/ 72 h 116"/>
                  <a:gd name="T20" fmla="*/ 50 w 182"/>
                  <a:gd name="T21" fmla="*/ 74 h 116"/>
                  <a:gd name="T22" fmla="*/ 24 w 182"/>
                  <a:gd name="T23" fmla="*/ 74 h 116"/>
                  <a:gd name="T24" fmla="*/ 0 w 182"/>
                  <a:gd name="T25" fmla="*/ 44 h 116"/>
                  <a:gd name="T26" fmla="*/ 14 w 182"/>
                  <a:gd name="T27" fmla="*/ 48 h 116"/>
                  <a:gd name="T28" fmla="*/ 36 w 182"/>
                  <a:gd name="T29" fmla="*/ 42 h 116"/>
                  <a:gd name="T30" fmla="*/ 16 w 182"/>
                  <a:gd name="T31" fmla="*/ 38 h 116"/>
                  <a:gd name="T32" fmla="*/ 24 w 182"/>
                  <a:gd name="T33" fmla="*/ 28 h 116"/>
                  <a:gd name="T34" fmla="*/ 42 w 182"/>
                  <a:gd name="T35" fmla="*/ 26 h 116"/>
                  <a:gd name="T36" fmla="*/ 24 w 182"/>
                  <a:gd name="T37" fmla="*/ 18 h 116"/>
                  <a:gd name="T38" fmla="*/ 34 w 182"/>
                  <a:gd name="T39" fmla="*/ 10 h 116"/>
                  <a:gd name="T40" fmla="*/ 58 w 182"/>
                  <a:gd name="T41" fmla="*/ 10 h 116"/>
                  <a:gd name="T42" fmla="*/ 42 w 182"/>
                  <a:gd name="T43" fmla="*/ 4 h 116"/>
                  <a:gd name="T44" fmla="*/ 70 w 182"/>
                  <a:gd name="T45" fmla="*/ 2 h 116"/>
                  <a:gd name="T46" fmla="*/ 118 w 182"/>
                  <a:gd name="T47" fmla="*/ 34 h 116"/>
                  <a:gd name="T48" fmla="*/ 126 w 182"/>
                  <a:gd name="T49" fmla="*/ 48 h 116"/>
                  <a:gd name="T50" fmla="*/ 138 w 182"/>
                  <a:gd name="T51" fmla="*/ 34 h 116"/>
                  <a:gd name="T52" fmla="*/ 142 w 182"/>
                  <a:gd name="T53" fmla="*/ 46 h 116"/>
                  <a:gd name="T54" fmla="*/ 152 w 182"/>
                  <a:gd name="T55" fmla="*/ 58 h 116"/>
                  <a:gd name="T56" fmla="*/ 164 w 182"/>
                  <a:gd name="T57" fmla="*/ 66 h 116"/>
                  <a:gd name="T58" fmla="*/ 176 w 182"/>
                  <a:gd name="T59" fmla="*/ 68 h 116"/>
                  <a:gd name="T60" fmla="*/ 178 w 182"/>
                  <a:gd name="T61" fmla="*/ 80 h 116"/>
                  <a:gd name="T62" fmla="*/ 162 w 182"/>
                  <a:gd name="T63" fmla="*/ 82 h 116"/>
                  <a:gd name="T64" fmla="*/ 140 w 182"/>
                  <a:gd name="T65" fmla="*/ 98 h 116"/>
                  <a:gd name="T66" fmla="*/ 144 w 182"/>
                  <a:gd name="T67" fmla="*/ 82 h 116"/>
                  <a:gd name="T68" fmla="*/ 134 w 182"/>
                  <a:gd name="T69" fmla="*/ 92 h 116"/>
                  <a:gd name="T70" fmla="*/ 136 w 182"/>
                  <a:gd name="T71" fmla="*/ 102 h 116"/>
                  <a:gd name="T72" fmla="*/ 136 w 182"/>
                  <a:gd name="T73" fmla="*/ 108 h 116"/>
                  <a:gd name="T74" fmla="*/ 128 w 182"/>
                  <a:gd name="T75" fmla="*/ 106 h 116"/>
                  <a:gd name="T76" fmla="*/ 124 w 182"/>
                  <a:gd name="T77" fmla="*/ 116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82" h="116">
                    <a:moveTo>
                      <a:pt x="124" y="116"/>
                    </a:moveTo>
                    <a:lnTo>
                      <a:pt x="116" y="110"/>
                    </a:lnTo>
                    <a:lnTo>
                      <a:pt x="108" y="100"/>
                    </a:lnTo>
                    <a:lnTo>
                      <a:pt x="102" y="104"/>
                    </a:lnTo>
                    <a:lnTo>
                      <a:pt x="104" y="110"/>
                    </a:lnTo>
                    <a:lnTo>
                      <a:pt x="96" y="112"/>
                    </a:lnTo>
                    <a:lnTo>
                      <a:pt x="84" y="116"/>
                    </a:lnTo>
                    <a:lnTo>
                      <a:pt x="66" y="110"/>
                    </a:lnTo>
                    <a:lnTo>
                      <a:pt x="64" y="100"/>
                    </a:lnTo>
                    <a:lnTo>
                      <a:pt x="78" y="102"/>
                    </a:lnTo>
                    <a:lnTo>
                      <a:pt x="76" y="98"/>
                    </a:lnTo>
                    <a:lnTo>
                      <a:pt x="62" y="96"/>
                    </a:lnTo>
                    <a:lnTo>
                      <a:pt x="56" y="98"/>
                    </a:lnTo>
                    <a:lnTo>
                      <a:pt x="40" y="86"/>
                    </a:lnTo>
                    <a:lnTo>
                      <a:pt x="52" y="82"/>
                    </a:lnTo>
                    <a:lnTo>
                      <a:pt x="70" y="82"/>
                    </a:lnTo>
                    <a:lnTo>
                      <a:pt x="84" y="82"/>
                    </a:lnTo>
                    <a:lnTo>
                      <a:pt x="96" y="80"/>
                    </a:lnTo>
                    <a:lnTo>
                      <a:pt x="90" y="74"/>
                    </a:lnTo>
                    <a:lnTo>
                      <a:pt x="78" y="72"/>
                    </a:lnTo>
                    <a:lnTo>
                      <a:pt x="62" y="72"/>
                    </a:lnTo>
                    <a:lnTo>
                      <a:pt x="50" y="74"/>
                    </a:lnTo>
                    <a:lnTo>
                      <a:pt x="34" y="72"/>
                    </a:lnTo>
                    <a:lnTo>
                      <a:pt x="24" y="74"/>
                    </a:lnTo>
                    <a:lnTo>
                      <a:pt x="6" y="54"/>
                    </a:lnTo>
                    <a:lnTo>
                      <a:pt x="0" y="44"/>
                    </a:lnTo>
                    <a:lnTo>
                      <a:pt x="8" y="44"/>
                    </a:lnTo>
                    <a:lnTo>
                      <a:pt x="14" y="48"/>
                    </a:lnTo>
                    <a:lnTo>
                      <a:pt x="30" y="50"/>
                    </a:lnTo>
                    <a:lnTo>
                      <a:pt x="36" y="42"/>
                    </a:lnTo>
                    <a:lnTo>
                      <a:pt x="24" y="40"/>
                    </a:lnTo>
                    <a:lnTo>
                      <a:pt x="16" y="38"/>
                    </a:lnTo>
                    <a:lnTo>
                      <a:pt x="14" y="28"/>
                    </a:lnTo>
                    <a:lnTo>
                      <a:pt x="24" y="28"/>
                    </a:lnTo>
                    <a:lnTo>
                      <a:pt x="36" y="30"/>
                    </a:lnTo>
                    <a:lnTo>
                      <a:pt x="42" y="26"/>
                    </a:lnTo>
                    <a:lnTo>
                      <a:pt x="34" y="22"/>
                    </a:lnTo>
                    <a:lnTo>
                      <a:pt x="24" y="18"/>
                    </a:lnTo>
                    <a:lnTo>
                      <a:pt x="26" y="10"/>
                    </a:lnTo>
                    <a:lnTo>
                      <a:pt x="34" y="10"/>
                    </a:lnTo>
                    <a:lnTo>
                      <a:pt x="42" y="12"/>
                    </a:lnTo>
                    <a:lnTo>
                      <a:pt x="58" y="10"/>
                    </a:lnTo>
                    <a:lnTo>
                      <a:pt x="56" y="6"/>
                    </a:lnTo>
                    <a:lnTo>
                      <a:pt x="42" y="4"/>
                    </a:lnTo>
                    <a:lnTo>
                      <a:pt x="46" y="0"/>
                    </a:lnTo>
                    <a:lnTo>
                      <a:pt x="70" y="2"/>
                    </a:lnTo>
                    <a:lnTo>
                      <a:pt x="98" y="30"/>
                    </a:lnTo>
                    <a:lnTo>
                      <a:pt x="118" y="34"/>
                    </a:lnTo>
                    <a:lnTo>
                      <a:pt x="118" y="42"/>
                    </a:lnTo>
                    <a:lnTo>
                      <a:pt x="126" y="48"/>
                    </a:lnTo>
                    <a:lnTo>
                      <a:pt x="130" y="38"/>
                    </a:lnTo>
                    <a:lnTo>
                      <a:pt x="138" y="34"/>
                    </a:lnTo>
                    <a:lnTo>
                      <a:pt x="144" y="36"/>
                    </a:lnTo>
                    <a:lnTo>
                      <a:pt x="142" y="46"/>
                    </a:lnTo>
                    <a:lnTo>
                      <a:pt x="150" y="52"/>
                    </a:lnTo>
                    <a:lnTo>
                      <a:pt x="152" y="58"/>
                    </a:lnTo>
                    <a:lnTo>
                      <a:pt x="150" y="68"/>
                    </a:lnTo>
                    <a:lnTo>
                      <a:pt x="164" y="66"/>
                    </a:lnTo>
                    <a:lnTo>
                      <a:pt x="172" y="68"/>
                    </a:lnTo>
                    <a:lnTo>
                      <a:pt x="176" y="68"/>
                    </a:lnTo>
                    <a:lnTo>
                      <a:pt x="182" y="74"/>
                    </a:lnTo>
                    <a:lnTo>
                      <a:pt x="178" y="80"/>
                    </a:lnTo>
                    <a:lnTo>
                      <a:pt x="172" y="84"/>
                    </a:lnTo>
                    <a:lnTo>
                      <a:pt x="162" y="82"/>
                    </a:lnTo>
                    <a:lnTo>
                      <a:pt x="156" y="84"/>
                    </a:lnTo>
                    <a:lnTo>
                      <a:pt x="140" y="98"/>
                    </a:lnTo>
                    <a:lnTo>
                      <a:pt x="140" y="92"/>
                    </a:lnTo>
                    <a:lnTo>
                      <a:pt x="144" y="82"/>
                    </a:lnTo>
                    <a:lnTo>
                      <a:pt x="138" y="82"/>
                    </a:lnTo>
                    <a:lnTo>
                      <a:pt x="134" y="92"/>
                    </a:lnTo>
                    <a:lnTo>
                      <a:pt x="134" y="96"/>
                    </a:lnTo>
                    <a:lnTo>
                      <a:pt x="136" y="102"/>
                    </a:lnTo>
                    <a:lnTo>
                      <a:pt x="136" y="106"/>
                    </a:lnTo>
                    <a:lnTo>
                      <a:pt x="136" y="108"/>
                    </a:lnTo>
                    <a:lnTo>
                      <a:pt x="134" y="110"/>
                    </a:lnTo>
                    <a:lnTo>
                      <a:pt x="128" y="106"/>
                    </a:lnTo>
                    <a:lnTo>
                      <a:pt x="126" y="104"/>
                    </a:lnTo>
                    <a:lnTo>
                      <a:pt x="124" y="116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5" name="Freeform 25">
                <a:extLst>
                  <a:ext uri="{FF2B5EF4-FFF2-40B4-BE49-F238E27FC236}">
                    <a16:creationId xmlns:a16="http://schemas.microsoft.com/office/drawing/2014/main" id="{BBFD2E30-B1D6-4F79-BAFD-0730A20FFF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7487" y="2387564"/>
                <a:ext cx="58864" cy="34908"/>
              </a:xfrm>
              <a:custGeom>
                <a:avLst/>
                <a:gdLst>
                  <a:gd name="T0" fmla="*/ 8 w 26"/>
                  <a:gd name="T1" fmla="*/ 0 h 16"/>
                  <a:gd name="T2" fmla="*/ 18 w 26"/>
                  <a:gd name="T3" fmla="*/ 0 h 16"/>
                  <a:gd name="T4" fmla="*/ 26 w 26"/>
                  <a:gd name="T5" fmla="*/ 6 h 16"/>
                  <a:gd name="T6" fmla="*/ 26 w 26"/>
                  <a:gd name="T7" fmla="*/ 16 h 16"/>
                  <a:gd name="T8" fmla="*/ 18 w 26"/>
                  <a:gd name="T9" fmla="*/ 16 h 16"/>
                  <a:gd name="T10" fmla="*/ 14 w 26"/>
                  <a:gd name="T11" fmla="*/ 12 h 16"/>
                  <a:gd name="T12" fmla="*/ 4 w 26"/>
                  <a:gd name="T13" fmla="*/ 12 h 16"/>
                  <a:gd name="T14" fmla="*/ 0 w 26"/>
                  <a:gd name="T15" fmla="*/ 4 h 16"/>
                  <a:gd name="T16" fmla="*/ 8 w 26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16">
                    <a:moveTo>
                      <a:pt x="8" y="0"/>
                    </a:moveTo>
                    <a:lnTo>
                      <a:pt x="18" y="0"/>
                    </a:lnTo>
                    <a:lnTo>
                      <a:pt x="26" y="6"/>
                    </a:lnTo>
                    <a:lnTo>
                      <a:pt x="26" y="16"/>
                    </a:lnTo>
                    <a:lnTo>
                      <a:pt x="18" y="16"/>
                    </a:lnTo>
                    <a:lnTo>
                      <a:pt x="14" y="12"/>
                    </a:lnTo>
                    <a:lnTo>
                      <a:pt x="4" y="12"/>
                    </a:lnTo>
                    <a:lnTo>
                      <a:pt x="0" y="4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6" name="Freeform 26">
                <a:extLst>
                  <a:ext uri="{FF2B5EF4-FFF2-40B4-BE49-F238E27FC236}">
                    <a16:creationId xmlns:a16="http://schemas.microsoft.com/office/drawing/2014/main" id="{B3DF214C-A25C-4B86-9324-B3C658FBB9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3853" y="2858833"/>
                <a:ext cx="158478" cy="61091"/>
              </a:xfrm>
              <a:custGeom>
                <a:avLst/>
                <a:gdLst>
                  <a:gd name="T0" fmla="*/ 4 w 70"/>
                  <a:gd name="T1" fmla="*/ 0 h 28"/>
                  <a:gd name="T2" fmla="*/ 22 w 70"/>
                  <a:gd name="T3" fmla="*/ 0 h 28"/>
                  <a:gd name="T4" fmla="*/ 42 w 70"/>
                  <a:gd name="T5" fmla="*/ 2 h 28"/>
                  <a:gd name="T6" fmla="*/ 62 w 70"/>
                  <a:gd name="T7" fmla="*/ 12 h 28"/>
                  <a:gd name="T8" fmla="*/ 70 w 70"/>
                  <a:gd name="T9" fmla="*/ 22 h 28"/>
                  <a:gd name="T10" fmla="*/ 60 w 70"/>
                  <a:gd name="T11" fmla="*/ 24 h 28"/>
                  <a:gd name="T12" fmla="*/ 46 w 70"/>
                  <a:gd name="T13" fmla="*/ 24 h 28"/>
                  <a:gd name="T14" fmla="*/ 32 w 70"/>
                  <a:gd name="T15" fmla="*/ 24 h 28"/>
                  <a:gd name="T16" fmla="*/ 26 w 70"/>
                  <a:gd name="T17" fmla="*/ 28 h 28"/>
                  <a:gd name="T18" fmla="*/ 14 w 70"/>
                  <a:gd name="T19" fmla="*/ 26 h 28"/>
                  <a:gd name="T20" fmla="*/ 10 w 70"/>
                  <a:gd name="T21" fmla="*/ 16 h 28"/>
                  <a:gd name="T22" fmla="*/ 0 w 70"/>
                  <a:gd name="T23" fmla="*/ 10 h 28"/>
                  <a:gd name="T24" fmla="*/ 0 w 70"/>
                  <a:gd name="T25" fmla="*/ 0 h 28"/>
                  <a:gd name="T26" fmla="*/ 4 w 70"/>
                  <a:gd name="T2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0" h="28">
                    <a:moveTo>
                      <a:pt x="4" y="0"/>
                    </a:moveTo>
                    <a:lnTo>
                      <a:pt x="22" y="0"/>
                    </a:lnTo>
                    <a:lnTo>
                      <a:pt x="42" y="2"/>
                    </a:lnTo>
                    <a:lnTo>
                      <a:pt x="62" y="12"/>
                    </a:lnTo>
                    <a:lnTo>
                      <a:pt x="70" y="22"/>
                    </a:lnTo>
                    <a:lnTo>
                      <a:pt x="60" y="24"/>
                    </a:lnTo>
                    <a:lnTo>
                      <a:pt x="46" y="24"/>
                    </a:lnTo>
                    <a:lnTo>
                      <a:pt x="32" y="24"/>
                    </a:lnTo>
                    <a:lnTo>
                      <a:pt x="26" y="28"/>
                    </a:lnTo>
                    <a:lnTo>
                      <a:pt x="14" y="26"/>
                    </a:lnTo>
                    <a:lnTo>
                      <a:pt x="10" y="16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Freeform 27">
                <a:extLst>
                  <a:ext uri="{FF2B5EF4-FFF2-40B4-BE49-F238E27FC236}">
                    <a16:creationId xmlns:a16="http://schemas.microsoft.com/office/drawing/2014/main" id="{7FA028D3-B3BD-4C04-AA2A-BA23859B1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6107" y="3199195"/>
                <a:ext cx="81504" cy="65454"/>
              </a:xfrm>
              <a:custGeom>
                <a:avLst/>
                <a:gdLst>
                  <a:gd name="T0" fmla="*/ 36 w 36"/>
                  <a:gd name="T1" fmla="*/ 4 h 30"/>
                  <a:gd name="T2" fmla="*/ 36 w 36"/>
                  <a:gd name="T3" fmla="*/ 10 h 30"/>
                  <a:gd name="T4" fmla="*/ 34 w 36"/>
                  <a:gd name="T5" fmla="*/ 20 h 30"/>
                  <a:gd name="T6" fmla="*/ 26 w 36"/>
                  <a:gd name="T7" fmla="*/ 26 h 30"/>
                  <a:gd name="T8" fmla="*/ 14 w 36"/>
                  <a:gd name="T9" fmla="*/ 30 h 30"/>
                  <a:gd name="T10" fmla="*/ 0 w 36"/>
                  <a:gd name="T11" fmla="*/ 26 h 30"/>
                  <a:gd name="T12" fmla="*/ 2 w 36"/>
                  <a:gd name="T13" fmla="*/ 12 h 30"/>
                  <a:gd name="T14" fmla="*/ 6 w 36"/>
                  <a:gd name="T15" fmla="*/ 4 h 30"/>
                  <a:gd name="T16" fmla="*/ 12 w 36"/>
                  <a:gd name="T17" fmla="*/ 2 h 30"/>
                  <a:gd name="T18" fmla="*/ 24 w 36"/>
                  <a:gd name="T19" fmla="*/ 0 h 30"/>
                  <a:gd name="T20" fmla="*/ 36 w 36"/>
                  <a:gd name="T21" fmla="*/ 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30">
                    <a:moveTo>
                      <a:pt x="36" y="4"/>
                    </a:moveTo>
                    <a:lnTo>
                      <a:pt x="36" y="10"/>
                    </a:lnTo>
                    <a:lnTo>
                      <a:pt x="34" y="20"/>
                    </a:lnTo>
                    <a:lnTo>
                      <a:pt x="26" y="26"/>
                    </a:lnTo>
                    <a:lnTo>
                      <a:pt x="14" y="30"/>
                    </a:lnTo>
                    <a:lnTo>
                      <a:pt x="0" y="26"/>
                    </a:lnTo>
                    <a:lnTo>
                      <a:pt x="2" y="12"/>
                    </a:lnTo>
                    <a:lnTo>
                      <a:pt x="6" y="4"/>
                    </a:lnTo>
                    <a:lnTo>
                      <a:pt x="12" y="2"/>
                    </a:lnTo>
                    <a:lnTo>
                      <a:pt x="24" y="0"/>
                    </a:lnTo>
                    <a:lnTo>
                      <a:pt x="36" y="4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8" name="Freeform 28">
                <a:extLst>
                  <a:ext uri="{FF2B5EF4-FFF2-40B4-BE49-F238E27FC236}">
                    <a16:creationId xmlns:a16="http://schemas.microsoft.com/office/drawing/2014/main" id="{655D925F-2E28-4F1C-966F-8019F9BC11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88400" y="3343191"/>
                <a:ext cx="249038" cy="152726"/>
              </a:xfrm>
              <a:custGeom>
                <a:avLst/>
                <a:gdLst>
                  <a:gd name="T0" fmla="*/ 18 w 110"/>
                  <a:gd name="T1" fmla="*/ 16 h 70"/>
                  <a:gd name="T2" fmla="*/ 18 w 110"/>
                  <a:gd name="T3" fmla="*/ 6 h 70"/>
                  <a:gd name="T4" fmla="*/ 28 w 110"/>
                  <a:gd name="T5" fmla="*/ 0 h 70"/>
                  <a:gd name="T6" fmla="*/ 40 w 110"/>
                  <a:gd name="T7" fmla="*/ 0 h 70"/>
                  <a:gd name="T8" fmla="*/ 40 w 110"/>
                  <a:gd name="T9" fmla="*/ 8 h 70"/>
                  <a:gd name="T10" fmla="*/ 42 w 110"/>
                  <a:gd name="T11" fmla="*/ 12 h 70"/>
                  <a:gd name="T12" fmla="*/ 52 w 110"/>
                  <a:gd name="T13" fmla="*/ 14 h 70"/>
                  <a:gd name="T14" fmla="*/ 54 w 110"/>
                  <a:gd name="T15" fmla="*/ 16 h 70"/>
                  <a:gd name="T16" fmla="*/ 56 w 110"/>
                  <a:gd name="T17" fmla="*/ 20 h 70"/>
                  <a:gd name="T18" fmla="*/ 62 w 110"/>
                  <a:gd name="T19" fmla="*/ 22 h 70"/>
                  <a:gd name="T20" fmla="*/ 70 w 110"/>
                  <a:gd name="T21" fmla="*/ 30 h 70"/>
                  <a:gd name="T22" fmla="*/ 84 w 110"/>
                  <a:gd name="T23" fmla="*/ 32 h 70"/>
                  <a:gd name="T24" fmla="*/ 86 w 110"/>
                  <a:gd name="T25" fmla="*/ 38 h 70"/>
                  <a:gd name="T26" fmla="*/ 88 w 110"/>
                  <a:gd name="T27" fmla="*/ 46 h 70"/>
                  <a:gd name="T28" fmla="*/ 98 w 110"/>
                  <a:gd name="T29" fmla="*/ 46 h 70"/>
                  <a:gd name="T30" fmla="*/ 108 w 110"/>
                  <a:gd name="T31" fmla="*/ 48 h 70"/>
                  <a:gd name="T32" fmla="*/ 110 w 110"/>
                  <a:gd name="T33" fmla="*/ 52 h 70"/>
                  <a:gd name="T34" fmla="*/ 110 w 110"/>
                  <a:gd name="T35" fmla="*/ 56 h 70"/>
                  <a:gd name="T36" fmla="*/ 108 w 110"/>
                  <a:gd name="T37" fmla="*/ 56 h 70"/>
                  <a:gd name="T38" fmla="*/ 106 w 110"/>
                  <a:gd name="T39" fmla="*/ 60 h 70"/>
                  <a:gd name="T40" fmla="*/ 102 w 110"/>
                  <a:gd name="T41" fmla="*/ 60 h 70"/>
                  <a:gd name="T42" fmla="*/ 100 w 110"/>
                  <a:gd name="T43" fmla="*/ 62 h 70"/>
                  <a:gd name="T44" fmla="*/ 90 w 110"/>
                  <a:gd name="T45" fmla="*/ 60 h 70"/>
                  <a:gd name="T46" fmla="*/ 84 w 110"/>
                  <a:gd name="T47" fmla="*/ 58 h 70"/>
                  <a:gd name="T48" fmla="*/ 76 w 110"/>
                  <a:gd name="T49" fmla="*/ 52 h 70"/>
                  <a:gd name="T50" fmla="*/ 68 w 110"/>
                  <a:gd name="T51" fmla="*/ 46 h 70"/>
                  <a:gd name="T52" fmla="*/ 64 w 110"/>
                  <a:gd name="T53" fmla="*/ 42 h 70"/>
                  <a:gd name="T54" fmla="*/ 60 w 110"/>
                  <a:gd name="T55" fmla="*/ 44 h 70"/>
                  <a:gd name="T56" fmla="*/ 58 w 110"/>
                  <a:gd name="T57" fmla="*/ 48 h 70"/>
                  <a:gd name="T58" fmla="*/ 52 w 110"/>
                  <a:gd name="T59" fmla="*/ 56 h 70"/>
                  <a:gd name="T60" fmla="*/ 40 w 110"/>
                  <a:gd name="T61" fmla="*/ 68 h 70"/>
                  <a:gd name="T62" fmla="*/ 24 w 110"/>
                  <a:gd name="T63" fmla="*/ 70 h 70"/>
                  <a:gd name="T64" fmla="*/ 26 w 110"/>
                  <a:gd name="T65" fmla="*/ 56 h 70"/>
                  <a:gd name="T66" fmla="*/ 14 w 110"/>
                  <a:gd name="T67" fmla="*/ 56 h 70"/>
                  <a:gd name="T68" fmla="*/ 10 w 110"/>
                  <a:gd name="T69" fmla="*/ 56 h 70"/>
                  <a:gd name="T70" fmla="*/ 6 w 110"/>
                  <a:gd name="T71" fmla="*/ 62 h 70"/>
                  <a:gd name="T72" fmla="*/ 0 w 110"/>
                  <a:gd name="T73" fmla="*/ 56 h 70"/>
                  <a:gd name="T74" fmla="*/ 6 w 110"/>
                  <a:gd name="T75" fmla="*/ 48 h 70"/>
                  <a:gd name="T76" fmla="*/ 16 w 110"/>
                  <a:gd name="T77" fmla="*/ 38 h 70"/>
                  <a:gd name="T78" fmla="*/ 16 w 110"/>
                  <a:gd name="T79" fmla="*/ 26 h 70"/>
                  <a:gd name="T80" fmla="*/ 18 w 110"/>
                  <a:gd name="T81" fmla="*/ 22 h 70"/>
                  <a:gd name="T82" fmla="*/ 18 w 110"/>
                  <a:gd name="T83" fmla="*/ 1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0" h="70">
                    <a:moveTo>
                      <a:pt x="18" y="16"/>
                    </a:moveTo>
                    <a:lnTo>
                      <a:pt x="18" y="6"/>
                    </a:lnTo>
                    <a:lnTo>
                      <a:pt x="28" y="0"/>
                    </a:lnTo>
                    <a:lnTo>
                      <a:pt x="40" y="0"/>
                    </a:lnTo>
                    <a:lnTo>
                      <a:pt x="40" y="8"/>
                    </a:lnTo>
                    <a:lnTo>
                      <a:pt x="42" y="12"/>
                    </a:lnTo>
                    <a:lnTo>
                      <a:pt x="52" y="14"/>
                    </a:lnTo>
                    <a:lnTo>
                      <a:pt x="54" y="16"/>
                    </a:lnTo>
                    <a:lnTo>
                      <a:pt x="56" y="20"/>
                    </a:lnTo>
                    <a:lnTo>
                      <a:pt x="62" y="22"/>
                    </a:lnTo>
                    <a:lnTo>
                      <a:pt x="70" y="30"/>
                    </a:lnTo>
                    <a:lnTo>
                      <a:pt x="84" y="32"/>
                    </a:lnTo>
                    <a:lnTo>
                      <a:pt x="86" y="38"/>
                    </a:lnTo>
                    <a:lnTo>
                      <a:pt x="88" y="46"/>
                    </a:lnTo>
                    <a:lnTo>
                      <a:pt x="98" y="46"/>
                    </a:lnTo>
                    <a:lnTo>
                      <a:pt x="108" y="48"/>
                    </a:lnTo>
                    <a:lnTo>
                      <a:pt x="110" y="52"/>
                    </a:lnTo>
                    <a:lnTo>
                      <a:pt x="110" y="56"/>
                    </a:lnTo>
                    <a:lnTo>
                      <a:pt x="108" y="56"/>
                    </a:lnTo>
                    <a:lnTo>
                      <a:pt x="106" y="60"/>
                    </a:lnTo>
                    <a:lnTo>
                      <a:pt x="102" y="60"/>
                    </a:lnTo>
                    <a:lnTo>
                      <a:pt x="100" y="62"/>
                    </a:lnTo>
                    <a:lnTo>
                      <a:pt x="90" y="60"/>
                    </a:lnTo>
                    <a:lnTo>
                      <a:pt x="84" y="58"/>
                    </a:lnTo>
                    <a:lnTo>
                      <a:pt x="76" y="52"/>
                    </a:lnTo>
                    <a:lnTo>
                      <a:pt x="68" y="46"/>
                    </a:lnTo>
                    <a:lnTo>
                      <a:pt x="64" y="42"/>
                    </a:lnTo>
                    <a:lnTo>
                      <a:pt x="60" y="44"/>
                    </a:lnTo>
                    <a:lnTo>
                      <a:pt x="58" y="48"/>
                    </a:lnTo>
                    <a:lnTo>
                      <a:pt x="52" y="56"/>
                    </a:lnTo>
                    <a:lnTo>
                      <a:pt x="40" y="68"/>
                    </a:lnTo>
                    <a:lnTo>
                      <a:pt x="24" y="70"/>
                    </a:lnTo>
                    <a:lnTo>
                      <a:pt x="26" y="56"/>
                    </a:lnTo>
                    <a:lnTo>
                      <a:pt x="14" y="56"/>
                    </a:lnTo>
                    <a:lnTo>
                      <a:pt x="10" y="56"/>
                    </a:lnTo>
                    <a:lnTo>
                      <a:pt x="6" y="62"/>
                    </a:lnTo>
                    <a:lnTo>
                      <a:pt x="0" y="56"/>
                    </a:lnTo>
                    <a:lnTo>
                      <a:pt x="6" y="48"/>
                    </a:lnTo>
                    <a:lnTo>
                      <a:pt x="16" y="38"/>
                    </a:lnTo>
                    <a:lnTo>
                      <a:pt x="16" y="26"/>
                    </a:lnTo>
                    <a:lnTo>
                      <a:pt x="18" y="22"/>
                    </a:lnTo>
                    <a:lnTo>
                      <a:pt x="18" y="16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9" name="Freeform 29">
                <a:extLst>
                  <a:ext uri="{FF2B5EF4-FFF2-40B4-BE49-F238E27FC236}">
                    <a16:creationId xmlns:a16="http://schemas.microsoft.com/office/drawing/2014/main" id="{49F3030E-BDDF-447C-82D7-C1C167C2C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3711" y="3107559"/>
                <a:ext cx="153953" cy="78543"/>
              </a:xfrm>
              <a:custGeom>
                <a:avLst/>
                <a:gdLst>
                  <a:gd name="T0" fmla="*/ 6 w 68"/>
                  <a:gd name="T1" fmla="*/ 26 h 36"/>
                  <a:gd name="T2" fmla="*/ 0 w 68"/>
                  <a:gd name="T3" fmla="*/ 24 h 36"/>
                  <a:gd name="T4" fmla="*/ 10 w 68"/>
                  <a:gd name="T5" fmla="*/ 16 h 36"/>
                  <a:gd name="T6" fmla="*/ 18 w 68"/>
                  <a:gd name="T7" fmla="*/ 10 h 36"/>
                  <a:gd name="T8" fmla="*/ 20 w 68"/>
                  <a:gd name="T9" fmla="*/ 0 h 36"/>
                  <a:gd name="T10" fmla="*/ 28 w 68"/>
                  <a:gd name="T11" fmla="*/ 2 h 36"/>
                  <a:gd name="T12" fmla="*/ 38 w 68"/>
                  <a:gd name="T13" fmla="*/ 6 h 36"/>
                  <a:gd name="T14" fmla="*/ 48 w 68"/>
                  <a:gd name="T15" fmla="*/ 14 h 36"/>
                  <a:gd name="T16" fmla="*/ 60 w 68"/>
                  <a:gd name="T17" fmla="*/ 18 h 36"/>
                  <a:gd name="T18" fmla="*/ 66 w 68"/>
                  <a:gd name="T19" fmla="*/ 24 h 36"/>
                  <a:gd name="T20" fmla="*/ 68 w 68"/>
                  <a:gd name="T21" fmla="*/ 32 h 36"/>
                  <a:gd name="T22" fmla="*/ 64 w 68"/>
                  <a:gd name="T23" fmla="*/ 34 h 36"/>
                  <a:gd name="T24" fmla="*/ 56 w 68"/>
                  <a:gd name="T25" fmla="*/ 36 h 36"/>
                  <a:gd name="T26" fmla="*/ 44 w 68"/>
                  <a:gd name="T27" fmla="*/ 36 h 36"/>
                  <a:gd name="T28" fmla="*/ 28 w 68"/>
                  <a:gd name="T29" fmla="*/ 34 h 36"/>
                  <a:gd name="T30" fmla="*/ 18 w 68"/>
                  <a:gd name="T31" fmla="*/ 30 h 36"/>
                  <a:gd name="T32" fmla="*/ 6 w 68"/>
                  <a:gd name="T33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8" h="36">
                    <a:moveTo>
                      <a:pt x="6" y="26"/>
                    </a:moveTo>
                    <a:lnTo>
                      <a:pt x="0" y="24"/>
                    </a:lnTo>
                    <a:lnTo>
                      <a:pt x="10" y="16"/>
                    </a:lnTo>
                    <a:lnTo>
                      <a:pt x="18" y="10"/>
                    </a:lnTo>
                    <a:lnTo>
                      <a:pt x="20" y="0"/>
                    </a:lnTo>
                    <a:lnTo>
                      <a:pt x="28" y="2"/>
                    </a:lnTo>
                    <a:lnTo>
                      <a:pt x="38" y="6"/>
                    </a:lnTo>
                    <a:lnTo>
                      <a:pt x="48" y="14"/>
                    </a:lnTo>
                    <a:lnTo>
                      <a:pt x="60" y="18"/>
                    </a:lnTo>
                    <a:lnTo>
                      <a:pt x="66" y="24"/>
                    </a:lnTo>
                    <a:lnTo>
                      <a:pt x="68" y="32"/>
                    </a:lnTo>
                    <a:lnTo>
                      <a:pt x="64" y="34"/>
                    </a:lnTo>
                    <a:lnTo>
                      <a:pt x="56" y="36"/>
                    </a:lnTo>
                    <a:lnTo>
                      <a:pt x="44" y="36"/>
                    </a:lnTo>
                    <a:lnTo>
                      <a:pt x="28" y="34"/>
                    </a:lnTo>
                    <a:lnTo>
                      <a:pt x="18" y="30"/>
                    </a:lnTo>
                    <a:lnTo>
                      <a:pt x="6" y="26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0" name="Freeform 30">
                <a:extLst>
                  <a:ext uri="{FF2B5EF4-FFF2-40B4-BE49-F238E27FC236}">
                    <a16:creationId xmlns:a16="http://schemas.microsoft.com/office/drawing/2014/main" id="{569CCD88-D1CA-4018-A9B6-D74A8F843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3311" y="2850104"/>
                <a:ext cx="1041437" cy="715628"/>
              </a:xfrm>
              <a:custGeom>
                <a:avLst/>
                <a:gdLst>
                  <a:gd name="T0" fmla="*/ 148 w 460"/>
                  <a:gd name="T1" fmla="*/ 30 h 328"/>
                  <a:gd name="T2" fmla="*/ 154 w 460"/>
                  <a:gd name="T3" fmla="*/ 52 h 328"/>
                  <a:gd name="T4" fmla="*/ 184 w 460"/>
                  <a:gd name="T5" fmla="*/ 36 h 328"/>
                  <a:gd name="T6" fmla="*/ 238 w 460"/>
                  <a:gd name="T7" fmla="*/ 44 h 328"/>
                  <a:gd name="T8" fmla="*/ 250 w 460"/>
                  <a:gd name="T9" fmla="*/ 54 h 328"/>
                  <a:gd name="T10" fmla="*/ 258 w 460"/>
                  <a:gd name="T11" fmla="*/ 58 h 328"/>
                  <a:gd name="T12" fmla="*/ 280 w 460"/>
                  <a:gd name="T13" fmla="*/ 68 h 328"/>
                  <a:gd name="T14" fmla="*/ 284 w 460"/>
                  <a:gd name="T15" fmla="*/ 86 h 328"/>
                  <a:gd name="T16" fmla="*/ 306 w 460"/>
                  <a:gd name="T17" fmla="*/ 90 h 328"/>
                  <a:gd name="T18" fmla="*/ 332 w 460"/>
                  <a:gd name="T19" fmla="*/ 92 h 328"/>
                  <a:gd name="T20" fmla="*/ 324 w 460"/>
                  <a:gd name="T21" fmla="*/ 108 h 328"/>
                  <a:gd name="T22" fmla="*/ 360 w 460"/>
                  <a:gd name="T23" fmla="*/ 116 h 328"/>
                  <a:gd name="T24" fmla="*/ 342 w 460"/>
                  <a:gd name="T25" fmla="*/ 122 h 328"/>
                  <a:gd name="T26" fmla="*/ 368 w 460"/>
                  <a:gd name="T27" fmla="*/ 134 h 328"/>
                  <a:gd name="T28" fmla="*/ 346 w 460"/>
                  <a:gd name="T29" fmla="*/ 136 h 328"/>
                  <a:gd name="T30" fmla="*/ 346 w 460"/>
                  <a:gd name="T31" fmla="*/ 150 h 328"/>
                  <a:gd name="T32" fmla="*/ 382 w 460"/>
                  <a:gd name="T33" fmla="*/ 160 h 328"/>
                  <a:gd name="T34" fmla="*/ 404 w 460"/>
                  <a:gd name="T35" fmla="*/ 174 h 328"/>
                  <a:gd name="T36" fmla="*/ 434 w 460"/>
                  <a:gd name="T37" fmla="*/ 190 h 328"/>
                  <a:gd name="T38" fmla="*/ 460 w 460"/>
                  <a:gd name="T39" fmla="*/ 208 h 328"/>
                  <a:gd name="T40" fmla="*/ 434 w 460"/>
                  <a:gd name="T41" fmla="*/ 216 h 328"/>
                  <a:gd name="T42" fmla="*/ 420 w 460"/>
                  <a:gd name="T43" fmla="*/ 240 h 328"/>
                  <a:gd name="T44" fmla="*/ 386 w 460"/>
                  <a:gd name="T45" fmla="*/ 222 h 328"/>
                  <a:gd name="T46" fmla="*/ 358 w 460"/>
                  <a:gd name="T47" fmla="*/ 230 h 328"/>
                  <a:gd name="T48" fmla="*/ 408 w 460"/>
                  <a:gd name="T49" fmla="*/ 284 h 328"/>
                  <a:gd name="T50" fmla="*/ 394 w 460"/>
                  <a:gd name="T51" fmla="*/ 290 h 328"/>
                  <a:gd name="T52" fmla="*/ 356 w 460"/>
                  <a:gd name="T53" fmla="*/ 290 h 328"/>
                  <a:gd name="T54" fmla="*/ 366 w 460"/>
                  <a:gd name="T55" fmla="*/ 306 h 328"/>
                  <a:gd name="T56" fmla="*/ 354 w 460"/>
                  <a:gd name="T57" fmla="*/ 322 h 328"/>
                  <a:gd name="T58" fmla="*/ 310 w 460"/>
                  <a:gd name="T59" fmla="*/ 314 h 328"/>
                  <a:gd name="T60" fmla="*/ 288 w 460"/>
                  <a:gd name="T61" fmla="*/ 280 h 328"/>
                  <a:gd name="T62" fmla="*/ 256 w 460"/>
                  <a:gd name="T63" fmla="*/ 258 h 328"/>
                  <a:gd name="T64" fmla="*/ 238 w 460"/>
                  <a:gd name="T65" fmla="*/ 260 h 328"/>
                  <a:gd name="T66" fmla="*/ 208 w 460"/>
                  <a:gd name="T67" fmla="*/ 270 h 328"/>
                  <a:gd name="T68" fmla="*/ 202 w 460"/>
                  <a:gd name="T69" fmla="*/ 236 h 328"/>
                  <a:gd name="T70" fmla="*/ 238 w 460"/>
                  <a:gd name="T71" fmla="*/ 240 h 328"/>
                  <a:gd name="T72" fmla="*/ 246 w 460"/>
                  <a:gd name="T73" fmla="*/ 222 h 328"/>
                  <a:gd name="T74" fmla="*/ 272 w 460"/>
                  <a:gd name="T75" fmla="*/ 172 h 328"/>
                  <a:gd name="T76" fmla="*/ 246 w 460"/>
                  <a:gd name="T77" fmla="*/ 156 h 328"/>
                  <a:gd name="T78" fmla="*/ 218 w 460"/>
                  <a:gd name="T79" fmla="*/ 150 h 328"/>
                  <a:gd name="T80" fmla="*/ 212 w 460"/>
                  <a:gd name="T81" fmla="*/ 124 h 328"/>
                  <a:gd name="T82" fmla="*/ 186 w 460"/>
                  <a:gd name="T83" fmla="*/ 106 h 328"/>
                  <a:gd name="T84" fmla="*/ 178 w 460"/>
                  <a:gd name="T85" fmla="*/ 112 h 328"/>
                  <a:gd name="T86" fmla="*/ 130 w 460"/>
                  <a:gd name="T87" fmla="*/ 116 h 328"/>
                  <a:gd name="T88" fmla="*/ 56 w 460"/>
                  <a:gd name="T89" fmla="*/ 110 h 328"/>
                  <a:gd name="T90" fmla="*/ 20 w 460"/>
                  <a:gd name="T91" fmla="*/ 102 h 328"/>
                  <a:gd name="T92" fmla="*/ 32 w 460"/>
                  <a:gd name="T93" fmla="*/ 86 h 328"/>
                  <a:gd name="T94" fmla="*/ 0 w 460"/>
                  <a:gd name="T95" fmla="*/ 72 h 328"/>
                  <a:gd name="T96" fmla="*/ 38 w 460"/>
                  <a:gd name="T97" fmla="*/ 2 h 328"/>
                  <a:gd name="T98" fmla="*/ 64 w 460"/>
                  <a:gd name="T99" fmla="*/ 12 h 328"/>
                  <a:gd name="T100" fmla="*/ 68 w 460"/>
                  <a:gd name="T101" fmla="*/ 76 h 328"/>
                  <a:gd name="T102" fmla="*/ 78 w 460"/>
                  <a:gd name="T103" fmla="*/ 46 h 328"/>
                  <a:gd name="T104" fmla="*/ 108 w 460"/>
                  <a:gd name="T105" fmla="*/ 4 h 3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60" h="328">
                    <a:moveTo>
                      <a:pt x="134" y="6"/>
                    </a:moveTo>
                    <a:lnTo>
                      <a:pt x="140" y="14"/>
                    </a:lnTo>
                    <a:lnTo>
                      <a:pt x="146" y="22"/>
                    </a:lnTo>
                    <a:lnTo>
                      <a:pt x="148" y="30"/>
                    </a:lnTo>
                    <a:lnTo>
                      <a:pt x="148" y="38"/>
                    </a:lnTo>
                    <a:lnTo>
                      <a:pt x="144" y="42"/>
                    </a:lnTo>
                    <a:lnTo>
                      <a:pt x="144" y="52"/>
                    </a:lnTo>
                    <a:lnTo>
                      <a:pt x="154" y="52"/>
                    </a:lnTo>
                    <a:lnTo>
                      <a:pt x="158" y="42"/>
                    </a:lnTo>
                    <a:lnTo>
                      <a:pt x="168" y="42"/>
                    </a:lnTo>
                    <a:lnTo>
                      <a:pt x="180" y="50"/>
                    </a:lnTo>
                    <a:lnTo>
                      <a:pt x="184" y="36"/>
                    </a:lnTo>
                    <a:lnTo>
                      <a:pt x="198" y="34"/>
                    </a:lnTo>
                    <a:lnTo>
                      <a:pt x="214" y="34"/>
                    </a:lnTo>
                    <a:lnTo>
                      <a:pt x="230" y="40"/>
                    </a:lnTo>
                    <a:lnTo>
                      <a:pt x="238" y="44"/>
                    </a:lnTo>
                    <a:lnTo>
                      <a:pt x="228" y="50"/>
                    </a:lnTo>
                    <a:lnTo>
                      <a:pt x="226" y="58"/>
                    </a:lnTo>
                    <a:lnTo>
                      <a:pt x="240" y="52"/>
                    </a:lnTo>
                    <a:lnTo>
                      <a:pt x="250" y="54"/>
                    </a:lnTo>
                    <a:lnTo>
                      <a:pt x="244" y="60"/>
                    </a:lnTo>
                    <a:lnTo>
                      <a:pt x="238" y="68"/>
                    </a:lnTo>
                    <a:lnTo>
                      <a:pt x="246" y="66"/>
                    </a:lnTo>
                    <a:lnTo>
                      <a:pt x="258" y="58"/>
                    </a:lnTo>
                    <a:lnTo>
                      <a:pt x="260" y="66"/>
                    </a:lnTo>
                    <a:lnTo>
                      <a:pt x="254" y="74"/>
                    </a:lnTo>
                    <a:lnTo>
                      <a:pt x="264" y="74"/>
                    </a:lnTo>
                    <a:lnTo>
                      <a:pt x="280" y="68"/>
                    </a:lnTo>
                    <a:lnTo>
                      <a:pt x="290" y="70"/>
                    </a:lnTo>
                    <a:lnTo>
                      <a:pt x="296" y="76"/>
                    </a:lnTo>
                    <a:lnTo>
                      <a:pt x="292" y="80"/>
                    </a:lnTo>
                    <a:lnTo>
                      <a:pt x="284" y="86"/>
                    </a:lnTo>
                    <a:lnTo>
                      <a:pt x="290" y="90"/>
                    </a:lnTo>
                    <a:lnTo>
                      <a:pt x="300" y="86"/>
                    </a:lnTo>
                    <a:lnTo>
                      <a:pt x="306" y="84"/>
                    </a:lnTo>
                    <a:lnTo>
                      <a:pt x="306" y="90"/>
                    </a:lnTo>
                    <a:lnTo>
                      <a:pt x="298" y="98"/>
                    </a:lnTo>
                    <a:lnTo>
                      <a:pt x="304" y="98"/>
                    </a:lnTo>
                    <a:lnTo>
                      <a:pt x="320" y="92"/>
                    </a:lnTo>
                    <a:lnTo>
                      <a:pt x="332" y="92"/>
                    </a:lnTo>
                    <a:lnTo>
                      <a:pt x="342" y="96"/>
                    </a:lnTo>
                    <a:lnTo>
                      <a:pt x="342" y="100"/>
                    </a:lnTo>
                    <a:lnTo>
                      <a:pt x="334" y="104"/>
                    </a:lnTo>
                    <a:lnTo>
                      <a:pt x="324" y="108"/>
                    </a:lnTo>
                    <a:lnTo>
                      <a:pt x="332" y="112"/>
                    </a:lnTo>
                    <a:lnTo>
                      <a:pt x="350" y="108"/>
                    </a:lnTo>
                    <a:lnTo>
                      <a:pt x="356" y="110"/>
                    </a:lnTo>
                    <a:lnTo>
                      <a:pt x="360" y="116"/>
                    </a:lnTo>
                    <a:lnTo>
                      <a:pt x="362" y="122"/>
                    </a:lnTo>
                    <a:lnTo>
                      <a:pt x="354" y="122"/>
                    </a:lnTo>
                    <a:lnTo>
                      <a:pt x="348" y="122"/>
                    </a:lnTo>
                    <a:lnTo>
                      <a:pt x="342" y="122"/>
                    </a:lnTo>
                    <a:lnTo>
                      <a:pt x="342" y="128"/>
                    </a:lnTo>
                    <a:lnTo>
                      <a:pt x="352" y="128"/>
                    </a:lnTo>
                    <a:lnTo>
                      <a:pt x="362" y="128"/>
                    </a:lnTo>
                    <a:lnTo>
                      <a:pt x="368" y="134"/>
                    </a:lnTo>
                    <a:lnTo>
                      <a:pt x="370" y="138"/>
                    </a:lnTo>
                    <a:lnTo>
                      <a:pt x="368" y="138"/>
                    </a:lnTo>
                    <a:lnTo>
                      <a:pt x="362" y="138"/>
                    </a:lnTo>
                    <a:lnTo>
                      <a:pt x="346" y="136"/>
                    </a:lnTo>
                    <a:lnTo>
                      <a:pt x="344" y="138"/>
                    </a:lnTo>
                    <a:lnTo>
                      <a:pt x="342" y="140"/>
                    </a:lnTo>
                    <a:lnTo>
                      <a:pt x="342" y="144"/>
                    </a:lnTo>
                    <a:lnTo>
                      <a:pt x="346" y="150"/>
                    </a:lnTo>
                    <a:lnTo>
                      <a:pt x="354" y="156"/>
                    </a:lnTo>
                    <a:lnTo>
                      <a:pt x="362" y="156"/>
                    </a:lnTo>
                    <a:lnTo>
                      <a:pt x="370" y="154"/>
                    </a:lnTo>
                    <a:lnTo>
                      <a:pt x="382" y="160"/>
                    </a:lnTo>
                    <a:lnTo>
                      <a:pt x="382" y="166"/>
                    </a:lnTo>
                    <a:lnTo>
                      <a:pt x="388" y="168"/>
                    </a:lnTo>
                    <a:lnTo>
                      <a:pt x="398" y="170"/>
                    </a:lnTo>
                    <a:lnTo>
                      <a:pt x="404" y="174"/>
                    </a:lnTo>
                    <a:lnTo>
                      <a:pt x="406" y="180"/>
                    </a:lnTo>
                    <a:lnTo>
                      <a:pt x="416" y="180"/>
                    </a:lnTo>
                    <a:lnTo>
                      <a:pt x="424" y="182"/>
                    </a:lnTo>
                    <a:lnTo>
                      <a:pt x="434" y="190"/>
                    </a:lnTo>
                    <a:lnTo>
                      <a:pt x="438" y="194"/>
                    </a:lnTo>
                    <a:lnTo>
                      <a:pt x="450" y="196"/>
                    </a:lnTo>
                    <a:lnTo>
                      <a:pt x="460" y="204"/>
                    </a:lnTo>
                    <a:lnTo>
                      <a:pt x="460" y="208"/>
                    </a:lnTo>
                    <a:lnTo>
                      <a:pt x="460" y="212"/>
                    </a:lnTo>
                    <a:lnTo>
                      <a:pt x="458" y="214"/>
                    </a:lnTo>
                    <a:lnTo>
                      <a:pt x="444" y="216"/>
                    </a:lnTo>
                    <a:lnTo>
                      <a:pt x="434" y="216"/>
                    </a:lnTo>
                    <a:lnTo>
                      <a:pt x="436" y="226"/>
                    </a:lnTo>
                    <a:lnTo>
                      <a:pt x="430" y="232"/>
                    </a:lnTo>
                    <a:lnTo>
                      <a:pt x="420" y="232"/>
                    </a:lnTo>
                    <a:lnTo>
                      <a:pt x="420" y="240"/>
                    </a:lnTo>
                    <a:lnTo>
                      <a:pt x="414" y="248"/>
                    </a:lnTo>
                    <a:lnTo>
                      <a:pt x="398" y="240"/>
                    </a:lnTo>
                    <a:lnTo>
                      <a:pt x="390" y="230"/>
                    </a:lnTo>
                    <a:lnTo>
                      <a:pt x="386" y="222"/>
                    </a:lnTo>
                    <a:lnTo>
                      <a:pt x="364" y="208"/>
                    </a:lnTo>
                    <a:lnTo>
                      <a:pt x="356" y="212"/>
                    </a:lnTo>
                    <a:lnTo>
                      <a:pt x="360" y="222"/>
                    </a:lnTo>
                    <a:lnTo>
                      <a:pt x="358" y="230"/>
                    </a:lnTo>
                    <a:lnTo>
                      <a:pt x="364" y="244"/>
                    </a:lnTo>
                    <a:lnTo>
                      <a:pt x="376" y="256"/>
                    </a:lnTo>
                    <a:lnTo>
                      <a:pt x="394" y="270"/>
                    </a:lnTo>
                    <a:lnTo>
                      <a:pt x="408" y="284"/>
                    </a:lnTo>
                    <a:lnTo>
                      <a:pt x="406" y="290"/>
                    </a:lnTo>
                    <a:lnTo>
                      <a:pt x="400" y="288"/>
                    </a:lnTo>
                    <a:lnTo>
                      <a:pt x="396" y="288"/>
                    </a:lnTo>
                    <a:lnTo>
                      <a:pt x="394" y="290"/>
                    </a:lnTo>
                    <a:lnTo>
                      <a:pt x="400" y="304"/>
                    </a:lnTo>
                    <a:lnTo>
                      <a:pt x="394" y="310"/>
                    </a:lnTo>
                    <a:lnTo>
                      <a:pt x="378" y="302"/>
                    </a:lnTo>
                    <a:lnTo>
                      <a:pt x="356" y="290"/>
                    </a:lnTo>
                    <a:lnTo>
                      <a:pt x="344" y="278"/>
                    </a:lnTo>
                    <a:lnTo>
                      <a:pt x="338" y="282"/>
                    </a:lnTo>
                    <a:lnTo>
                      <a:pt x="348" y="292"/>
                    </a:lnTo>
                    <a:lnTo>
                      <a:pt x="366" y="306"/>
                    </a:lnTo>
                    <a:lnTo>
                      <a:pt x="370" y="312"/>
                    </a:lnTo>
                    <a:lnTo>
                      <a:pt x="374" y="320"/>
                    </a:lnTo>
                    <a:lnTo>
                      <a:pt x="378" y="328"/>
                    </a:lnTo>
                    <a:lnTo>
                      <a:pt x="354" y="322"/>
                    </a:lnTo>
                    <a:lnTo>
                      <a:pt x="334" y="314"/>
                    </a:lnTo>
                    <a:lnTo>
                      <a:pt x="320" y="304"/>
                    </a:lnTo>
                    <a:lnTo>
                      <a:pt x="312" y="304"/>
                    </a:lnTo>
                    <a:lnTo>
                      <a:pt x="310" y="314"/>
                    </a:lnTo>
                    <a:lnTo>
                      <a:pt x="296" y="298"/>
                    </a:lnTo>
                    <a:lnTo>
                      <a:pt x="290" y="290"/>
                    </a:lnTo>
                    <a:lnTo>
                      <a:pt x="294" y="286"/>
                    </a:lnTo>
                    <a:lnTo>
                      <a:pt x="288" y="280"/>
                    </a:lnTo>
                    <a:lnTo>
                      <a:pt x="280" y="282"/>
                    </a:lnTo>
                    <a:lnTo>
                      <a:pt x="272" y="274"/>
                    </a:lnTo>
                    <a:lnTo>
                      <a:pt x="262" y="264"/>
                    </a:lnTo>
                    <a:lnTo>
                      <a:pt x="256" y="258"/>
                    </a:lnTo>
                    <a:lnTo>
                      <a:pt x="244" y="254"/>
                    </a:lnTo>
                    <a:lnTo>
                      <a:pt x="238" y="250"/>
                    </a:lnTo>
                    <a:lnTo>
                      <a:pt x="238" y="258"/>
                    </a:lnTo>
                    <a:lnTo>
                      <a:pt x="238" y="260"/>
                    </a:lnTo>
                    <a:lnTo>
                      <a:pt x="236" y="262"/>
                    </a:lnTo>
                    <a:lnTo>
                      <a:pt x="224" y="262"/>
                    </a:lnTo>
                    <a:lnTo>
                      <a:pt x="218" y="266"/>
                    </a:lnTo>
                    <a:lnTo>
                      <a:pt x="208" y="270"/>
                    </a:lnTo>
                    <a:lnTo>
                      <a:pt x="194" y="268"/>
                    </a:lnTo>
                    <a:lnTo>
                      <a:pt x="186" y="258"/>
                    </a:lnTo>
                    <a:lnTo>
                      <a:pt x="188" y="246"/>
                    </a:lnTo>
                    <a:lnTo>
                      <a:pt x="202" y="236"/>
                    </a:lnTo>
                    <a:lnTo>
                      <a:pt x="214" y="238"/>
                    </a:lnTo>
                    <a:lnTo>
                      <a:pt x="226" y="242"/>
                    </a:lnTo>
                    <a:lnTo>
                      <a:pt x="232" y="246"/>
                    </a:lnTo>
                    <a:lnTo>
                      <a:pt x="238" y="240"/>
                    </a:lnTo>
                    <a:lnTo>
                      <a:pt x="246" y="236"/>
                    </a:lnTo>
                    <a:lnTo>
                      <a:pt x="258" y="232"/>
                    </a:lnTo>
                    <a:lnTo>
                      <a:pt x="254" y="228"/>
                    </a:lnTo>
                    <a:lnTo>
                      <a:pt x="246" y="222"/>
                    </a:lnTo>
                    <a:lnTo>
                      <a:pt x="254" y="210"/>
                    </a:lnTo>
                    <a:lnTo>
                      <a:pt x="268" y="202"/>
                    </a:lnTo>
                    <a:lnTo>
                      <a:pt x="280" y="190"/>
                    </a:lnTo>
                    <a:lnTo>
                      <a:pt x="272" y="172"/>
                    </a:lnTo>
                    <a:lnTo>
                      <a:pt x="264" y="160"/>
                    </a:lnTo>
                    <a:lnTo>
                      <a:pt x="256" y="160"/>
                    </a:lnTo>
                    <a:lnTo>
                      <a:pt x="254" y="152"/>
                    </a:lnTo>
                    <a:lnTo>
                      <a:pt x="246" y="156"/>
                    </a:lnTo>
                    <a:lnTo>
                      <a:pt x="240" y="148"/>
                    </a:lnTo>
                    <a:lnTo>
                      <a:pt x="240" y="142"/>
                    </a:lnTo>
                    <a:lnTo>
                      <a:pt x="228" y="142"/>
                    </a:lnTo>
                    <a:lnTo>
                      <a:pt x="218" y="150"/>
                    </a:lnTo>
                    <a:lnTo>
                      <a:pt x="210" y="142"/>
                    </a:lnTo>
                    <a:lnTo>
                      <a:pt x="222" y="134"/>
                    </a:lnTo>
                    <a:lnTo>
                      <a:pt x="218" y="128"/>
                    </a:lnTo>
                    <a:lnTo>
                      <a:pt x="212" y="124"/>
                    </a:lnTo>
                    <a:lnTo>
                      <a:pt x="202" y="114"/>
                    </a:lnTo>
                    <a:lnTo>
                      <a:pt x="196" y="120"/>
                    </a:lnTo>
                    <a:lnTo>
                      <a:pt x="190" y="112"/>
                    </a:lnTo>
                    <a:lnTo>
                      <a:pt x="186" y="106"/>
                    </a:lnTo>
                    <a:lnTo>
                      <a:pt x="178" y="98"/>
                    </a:lnTo>
                    <a:lnTo>
                      <a:pt x="172" y="100"/>
                    </a:lnTo>
                    <a:lnTo>
                      <a:pt x="176" y="106"/>
                    </a:lnTo>
                    <a:lnTo>
                      <a:pt x="178" y="112"/>
                    </a:lnTo>
                    <a:lnTo>
                      <a:pt x="172" y="116"/>
                    </a:lnTo>
                    <a:lnTo>
                      <a:pt x="158" y="116"/>
                    </a:lnTo>
                    <a:lnTo>
                      <a:pt x="136" y="110"/>
                    </a:lnTo>
                    <a:lnTo>
                      <a:pt x="130" y="116"/>
                    </a:lnTo>
                    <a:lnTo>
                      <a:pt x="118" y="118"/>
                    </a:lnTo>
                    <a:lnTo>
                      <a:pt x="90" y="114"/>
                    </a:lnTo>
                    <a:lnTo>
                      <a:pt x="74" y="110"/>
                    </a:lnTo>
                    <a:lnTo>
                      <a:pt x="56" y="110"/>
                    </a:lnTo>
                    <a:lnTo>
                      <a:pt x="48" y="104"/>
                    </a:lnTo>
                    <a:lnTo>
                      <a:pt x="40" y="100"/>
                    </a:lnTo>
                    <a:lnTo>
                      <a:pt x="32" y="106"/>
                    </a:lnTo>
                    <a:lnTo>
                      <a:pt x="20" y="102"/>
                    </a:lnTo>
                    <a:lnTo>
                      <a:pt x="8" y="94"/>
                    </a:lnTo>
                    <a:lnTo>
                      <a:pt x="8" y="84"/>
                    </a:lnTo>
                    <a:lnTo>
                      <a:pt x="16" y="84"/>
                    </a:lnTo>
                    <a:lnTo>
                      <a:pt x="32" y="86"/>
                    </a:lnTo>
                    <a:lnTo>
                      <a:pt x="38" y="82"/>
                    </a:lnTo>
                    <a:lnTo>
                      <a:pt x="32" y="76"/>
                    </a:lnTo>
                    <a:lnTo>
                      <a:pt x="16" y="78"/>
                    </a:lnTo>
                    <a:lnTo>
                      <a:pt x="0" y="72"/>
                    </a:lnTo>
                    <a:lnTo>
                      <a:pt x="0" y="50"/>
                    </a:lnTo>
                    <a:lnTo>
                      <a:pt x="8" y="30"/>
                    </a:lnTo>
                    <a:lnTo>
                      <a:pt x="20" y="14"/>
                    </a:lnTo>
                    <a:lnTo>
                      <a:pt x="38" y="2"/>
                    </a:lnTo>
                    <a:lnTo>
                      <a:pt x="52" y="0"/>
                    </a:lnTo>
                    <a:lnTo>
                      <a:pt x="82" y="2"/>
                    </a:lnTo>
                    <a:lnTo>
                      <a:pt x="76" y="8"/>
                    </a:lnTo>
                    <a:lnTo>
                      <a:pt x="64" y="12"/>
                    </a:lnTo>
                    <a:lnTo>
                      <a:pt x="54" y="28"/>
                    </a:lnTo>
                    <a:lnTo>
                      <a:pt x="54" y="40"/>
                    </a:lnTo>
                    <a:lnTo>
                      <a:pt x="54" y="50"/>
                    </a:lnTo>
                    <a:lnTo>
                      <a:pt x="68" y="76"/>
                    </a:lnTo>
                    <a:lnTo>
                      <a:pt x="82" y="72"/>
                    </a:lnTo>
                    <a:lnTo>
                      <a:pt x="76" y="64"/>
                    </a:lnTo>
                    <a:lnTo>
                      <a:pt x="66" y="50"/>
                    </a:lnTo>
                    <a:lnTo>
                      <a:pt x="78" y="46"/>
                    </a:lnTo>
                    <a:lnTo>
                      <a:pt x="70" y="38"/>
                    </a:lnTo>
                    <a:lnTo>
                      <a:pt x="72" y="26"/>
                    </a:lnTo>
                    <a:lnTo>
                      <a:pt x="84" y="16"/>
                    </a:lnTo>
                    <a:lnTo>
                      <a:pt x="108" y="4"/>
                    </a:lnTo>
                    <a:lnTo>
                      <a:pt x="122" y="2"/>
                    </a:lnTo>
                    <a:lnTo>
                      <a:pt x="134" y="6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Freeform 31">
                <a:extLst>
                  <a:ext uri="{FF2B5EF4-FFF2-40B4-BE49-F238E27FC236}">
                    <a16:creationId xmlns:a16="http://schemas.microsoft.com/office/drawing/2014/main" id="{1DDD7EFA-DB9F-4AE8-85BE-A075BB2BF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7069" y="3504644"/>
                <a:ext cx="81504" cy="47998"/>
              </a:xfrm>
              <a:custGeom>
                <a:avLst/>
                <a:gdLst>
                  <a:gd name="T0" fmla="*/ 34 w 36"/>
                  <a:gd name="T1" fmla="*/ 0 h 22"/>
                  <a:gd name="T2" fmla="*/ 22 w 36"/>
                  <a:gd name="T3" fmla="*/ 0 h 22"/>
                  <a:gd name="T4" fmla="*/ 8 w 36"/>
                  <a:gd name="T5" fmla="*/ 6 h 22"/>
                  <a:gd name="T6" fmla="*/ 4 w 36"/>
                  <a:gd name="T7" fmla="*/ 10 h 22"/>
                  <a:gd name="T8" fmla="*/ 2 w 36"/>
                  <a:gd name="T9" fmla="*/ 12 h 22"/>
                  <a:gd name="T10" fmla="*/ 0 w 36"/>
                  <a:gd name="T11" fmla="*/ 14 h 22"/>
                  <a:gd name="T12" fmla="*/ 6 w 36"/>
                  <a:gd name="T13" fmla="*/ 18 h 22"/>
                  <a:gd name="T14" fmla="*/ 10 w 36"/>
                  <a:gd name="T15" fmla="*/ 22 h 22"/>
                  <a:gd name="T16" fmla="*/ 22 w 36"/>
                  <a:gd name="T17" fmla="*/ 18 h 22"/>
                  <a:gd name="T18" fmla="*/ 30 w 36"/>
                  <a:gd name="T19" fmla="*/ 12 h 22"/>
                  <a:gd name="T20" fmla="*/ 36 w 36"/>
                  <a:gd name="T21" fmla="*/ 4 h 22"/>
                  <a:gd name="T22" fmla="*/ 34 w 36"/>
                  <a:gd name="T23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6" h="22">
                    <a:moveTo>
                      <a:pt x="34" y="0"/>
                    </a:moveTo>
                    <a:lnTo>
                      <a:pt x="22" y="0"/>
                    </a:lnTo>
                    <a:lnTo>
                      <a:pt x="8" y="6"/>
                    </a:lnTo>
                    <a:lnTo>
                      <a:pt x="4" y="10"/>
                    </a:lnTo>
                    <a:lnTo>
                      <a:pt x="2" y="12"/>
                    </a:lnTo>
                    <a:lnTo>
                      <a:pt x="0" y="14"/>
                    </a:lnTo>
                    <a:lnTo>
                      <a:pt x="6" y="18"/>
                    </a:lnTo>
                    <a:lnTo>
                      <a:pt x="10" y="22"/>
                    </a:lnTo>
                    <a:lnTo>
                      <a:pt x="22" y="18"/>
                    </a:lnTo>
                    <a:lnTo>
                      <a:pt x="30" y="12"/>
                    </a:lnTo>
                    <a:lnTo>
                      <a:pt x="36" y="4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2" name="Freeform 32">
                <a:extLst>
                  <a:ext uri="{FF2B5EF4-FFF2-40B4-BE49-F238E27FC236}">
                    <a16:creationId xmlns:a16="http://schemas.microsoft.com/office/drawing/2014/main" id="{1453173B-570F-46E4-912D-BE0576774F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37437" y="3535190"/>
                <a:ext cx="40750" cy="47998"/>
              </a:xfrm>
              <a:custGeom>
                <a:avLst/>
                <a:gdLst>
                  <a:gd name="T0" fmla="*/ 8 w 18"/>
                  <a:gd name="T1" fmla="*/ 0 h 22"/>
                  <a:gd name="T2" fmla="*/ 2 w 18"/>
                  <a:gd name="T3" fmla="*/ 6 h 22"/>
                  <a:gd name="T4" fmla="*/ 0 w 18"/>
                  <a:gd name="T5" fmla="*/ 14 h 22"/>
                  <a:gd name="T6" fmla="*/ 8 w 18"/>
                  <a:gd name="T7" fmla="*/ 22 h 22"/>
                  <a:gd name="T8" fmla="*/ 18 w 18"/>
                  <a:gd name="T9" fmla="*/ 10 h 22"/>
                  <a:gd name="T10" fmla="*/ 16 w 18"/>
                  <a:gd name="T11" fmla="*/ 2 h 22"/>
                  <a:gd name="T12" fmla="*/ 8 w 18"/>
                  <a:gd name="T13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22">
                    <a:moveTo>
                      <a:pt x="8" y="0"/>
                    </a:moveTo>
                    <a:lnTo>
                      <a:pt x="2" y="6"/>
                    </a:lnTo>
                    <a:lnTo>
                      <a:pt x="0" y="14"/>
                    </a:lnTo>
                    <a:lnTo>
                      <a:pt x="8" y="22"/>
                    </a:lnTo>
                    <a:lnTo>
                      <a:pt x="18" y="10"/>
                    </a:lnTo>
                    <a:lnTo>
                      <a:pt x="16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3" name="Freeform 33">
                <a:extLst>
                  <a:ext uri="{FF2B5EF4-FFF2-40B4-BE49-F238E27FC236}">
                    <a16:creationId xmlns:a16="http://schemas.microsoft.com/office/drawing/2014/main" id="{7B0A8538-CF01-4BA6-A531-E82EB1D8D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2239" y="2549017"/>
                <a:ext cx="49809" cy="30545"/>
              </a:xfrm>
              <a:custGeom>
                <a:avLst/>
                <a:gdLst>
                  <a:gd name="T0" fmla="*/ 8 w 22"/>
                  <a:gd name="T1" fmla="*/ 0 h 14"/>
                  <a:gd name="T2" fmla="*/ 16 w 22"/>
                  <a:gd name="T3" fmla="*/ 2 h 14"/>
                  <a:gd name="T4" fmla="*/ 22 w 22"/>
                  <a:gd name="T5" fmla="*/ 8 h 14"/>
                  <a:gd name="T6" fmla="*/ 20 w 22"/>
                  <a:gd name="T7" fmla="*/ 12 h 14"/>
                  <a:gd name="T8" fmla="*/ 10 w 22"/>
                  <a:gd name="T9" fmla="*/ 14 h 14"/>
                  <a:gd name="T10" fmla="*/ 2 w 22"/>
                  <a:gd name="T11" fmla="*/ 8 h 14"/>
                  <a:gd name="T12" fmla="*/ 0 w 22"/>
                  <a:gd name="T13" fmla="*/ 2 h 14"/>
                  <a:gd name="T14" fmla="*/ 8 w 22"/>
                  <a:gd name="T15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14">
                    <a:moveTo>
                      <a:pt x="8" y="0"/>
                    </a:moveTo>
                    <a:lnTo>
                      <a:pt x="16" y="2"/>
                    </a:lnTo>
                    <a:lnTo>
                      <a:pt x="22" y="8"/>
                    </a:lnTo>
                    <a:lnTo>
                      <a:pt x="20" y="12"/>
                    </a:lnTo>
                    <a:lnTo>
                      <a:pt x="10" y="14"/>
                    </a:lnTo>
                    <a:lnTo>
                      <a:pt x="2" y="8"/>
                    </a:lnTo>
                    <a:lnTo>
                      <a:pt x="0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4" name="Freeform 34">
                <a:extLst>
                  <a:ext uri="{FF2B5EF4-FFF2-40B4-BE49-F238E27FC236}">
                    <a16:creationId xmlns:a16="http://schemas.microsoft.com/office/drawing/2014/main" id="{B5B0D47D-79A1-4FD1-B02C-C9466222C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41195" y="3203558"/>
                <a:ext cx="45280" cy="34908"/>
              </a:xfrm>
              <a:custGeom>
                <a:avLst/>
                <a:gdLst>
                  <a:gd name="T0" fmla="*/ 8 w 20"/>
                  <a:gd name="T1" fmla="*/ 0 h 16"/>
                  <a:gd name="T2" fmla="*/ 16 w 20"/>
                  <a:gd name="T3" fmla="*/ 6 h 16"/>
                  <a:gd name="T4" fmla="*/ 20 w 20"/>
                  <a:gd name="T5" fmla="*/ 12 h 16"/>
                  <a:gd name="T6" fmla="*/ 16 w 20"/>
                  <a:gd name="T7" fmla="*/ 16 h 16"/>
                  <a:gd name="T8" fmla="*/ 6 w 20"/>
                  <a:gd name="T9" fmla="*/ 14 h 16"/>
                  <a:gd name="T10" fmla="*/ 0 w 20"/>
                  <a:gd name="T11" fmla="*/ 10 h 16"/>
                  <a:gd name="T12" fmla="*/ 0 w 20"/>
                  <a:gd name="T13" fmla="*/ 2 h 16"/>
                  <a:gd name="T14" fmla="*/ 8 w 20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16">
                    <a:moveTo>
                      <a:pt x="8" y="0"/>
                    </a:moveTo>
                    <a:lnTo>
                      <a:pt x="16" y="6"/>
                    </a:lnTo>
                    <a:lnTo>
                      <a:pt x="20" y="12"/>
                    </a:lnTo>
                    <a:lnTo>
                      <a:pt x="16" y="16"/>
                    </a:lnTo>
                    <a:lnTo>
                      <a:pt x="6" y="14"/>
                    </a:lnTo>
                    <a:lnTo>
                      <a:pt x="0" y="10"/>
                    </a:lnTo>
                    <a:lnTo>
                      <a:pt x="0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Freeform 35">
                <a:extLst>
                  <a:ext uri="{FF2B5EF4-FFF2-40B4-BE49-F238E27FC236}">
                    <a16:creationId xmlns:a16="http://schemas.microsoft.com/office/drawing/2014/main" id="{9FA434EA-3CE4-4593-8F97-273BBE5B75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17019" y="4150455"/>
                <a:ext cx="86030" cy="39272"/>
              </a:xfrm>
              <a:custGeom>
                <a:avLst/>
                <a:gdLst>
                  <a:gd name="T0" fmla="*/ 0 w 38"/>
                  <a:gd name="T1" fmla="*/ 2 h 18"/>
                  <a:gd name="T2" fmla="*/ 8 w 38"/>
                  <a:gd name="T3" fmla="*/ 8 h 18"/>
                  <a:gd name="T4" fmla="*/ 18 w 38"/>
                  <a:gd name="T5" fmla="*/ 14 h 18"/>
                  <a:gd name="T6" fmla="*/ 34 w 38"/>
                  <a:gd name="T7" fmla="*/ 18 h 18"/>
                  <a:gd name="T8" fmla="*/ 38 w 38"/>
                  <a:gd name="T9" fmla="*/ 12 h 18"/>
                  <a:gd name="T10" fmla="*/ 30 w 38"/>
                  <a:gd name="T11" fmla="*/ 6 h 18"/>
                  <a:gd name="T12" fmla="*/ 22 w 38"/>
                  <a:gd name="T13" fmla="*/ 2 h 18"/>
                  <a:gd name="T14" fmla="*/ 14 w 38"/>
                  <a:gd name="T15" fmla="*/ 0 h 18"/>
                  <a:gd name="T16" fmla="*/ 8 w 38"/>
                  <a:gd name="T17" fmla="*/ 0 h 18"/>
                  <a:gd name="T18" fmla="*/ 0 w 38"/>
                  <a:gd name="T19" fmla="*/ 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" h="18">
                    <a:moveTo>
                      <a:pt x="0" y="2"/>
                    </a:moveTo>
                    <a:lnTo>
                      <a:pt x="8" y="8"/>
                    </a:lnTo>
                    <a:lnTo>
                      <a:pt x="18" y="14"/>
                    </a:lnTo>
                    <a:lnTo>
                      <a:pt x="34" y="18"/>
                    </a:lnTo>
                    <a:lnTo>
                      <a:pt x="38" y="12"/>
                    </a:lnTo>
                    <a:lnTo>
                      <a:pt x="30" y="6"/>
                    </a:lnTo>
                    <a:lnTo>
                      <a:pt x="22" y="2"/>
                    </a:lnTo>
                    <a:lnTo>
                      <a:pt x="14" y="0"/>
                    </a:lnTo>
                    <a:lnTo>
                      <a:pt x="8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6" name="Freeform 36">
                <a:extLst>
                  <a:ext uri="{FF2B5EF4-FFF2-40B4-BE49-F238E27FC236}">
                    <a16:creationId xmlns:a16="http://schemas.microsoft.com/office/drawing/2014/main" id="{558986E8-F95B-45C3-A919-676F327C7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1329" y="4106824"/>
                <a:ext cx="163008" cy="109092"/>
              </a:xfrm>
              <a:custGeom>
                <a:avLst/>
                <a:gdLst>
                  <a:gd name="T0" fmla="*/ 0 w 72"/>
                  <a:gd name="T1" fmla="*/ 0 h 50"/>
                  <a:gd name="T2" fmla="*/ 12 w 72"/>
                  <a:gd name="T3" fmla="*/ 2 h 50"/>
                  <a:gd name="T4" fmla="*/ 24 w 72"/>
                  <a:gd name="T5" fmla="*/ 6 h 50"/>
                  <a:gd name="T6" fmla="*/ 32 w 72"/>
                  <a:gd name="T7" fmla="*/ 10 h 50"/>
                  <a:gd name="T8" fmla="*/ 42 w 72"/>
                  <a:gd name="T9" fmla="*/ 16 h 50"/>
                  <a:gd name="T10" fmla="*/ 50 w 72"/>
                  <a:gd name="T11" fmla="*/ 26 h 50"/>
                  <a:gd name="T12" fmla="*/ 56 w 72"/>
                  <a:gd name="T13" fmla="*/ 30 h 50"/>
                  <a:gd name="T14" fmla="*/ 66 w 72"/>
                  <a:gd name="T15" fmla="*/ 36 h 50"/>
                  <a:gd name="T16" fmla="*/ 70 w 72"/>
                  <a:gd name="T17" fmla="*/ 42 h 50"/>
                  <a:gd name="T18" fmla="*/ 72 w 72"/>
                  <a:gd name="T19" fmla="*/ 46 h 50"/>
                  <a:gd name="T20" fmla="*/ 66 w 72"/>
                  <a:gd name="T21" fmla="*/ 48 h 50"/>
                  <a:gd name="T22" fmla="*/ 56 w 72"/>
                  <a:gd name="T23" fmla="*/ 50 h 50"/>
                  <a:gd name="T24" fmla="*/ 46 w 72"/>
                  <a:gd name="T25" fmla="*/ 46 h 50"/>
                  <a:gd name="T26" fmla="*/ 46 w 72"/>
                  <a:gd name="T27" fmla="*/ 38 h 50"/>
                  <a:gd name="T28" fmla="*/ 40 w 72"/>
                  <a:gd name="T29" fmla="*/ 38 h 50"/>
                  <a:gd name="T30" fmla="*/ 34 w 72"/>
                  <a:gd name="T31" fmla="*/ 32 h 50"/>
                  <a:gd name="T32" fmla="*/ 28 w 72"/>
                  <a:gd name="T33" fmla="*/ 24 h 50"/>
                  <a:gd name="T34" fmla="*/ 22 w 72"/>
                  <a:gd name="T35" fmla="*/ 24 h 50"/>
                  <a:gd name="T36" fmla="*/ 20 w 72"/>
                  <a:gd name="T37" fmla="*/ 18 h 50"/>
                  <a:gd name="T38" fmla="*/ 14 w 72"/>
                  <a:gd name="T39" fmla="*/ 18 h 50"/>
                  <a:gd name="T40" fmla="*/ 6 w 72"/>
                  <a:gd name="T41" fmla="*/ 14 h 50"/>
                  <a:gd name="T42" fmla="*/ 0 w 72"/>
                  <a:gd name="T43" fmla="*/ 10 h 50"/>
                  <a:gd name="T44" fmla="*/ 0 w 72"/>
                  <a:gd name="T45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2" h="50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2" y="10"/>
                    </a:lnTo>
                    <a:lnTo>
                      <a:pt x="42" y="16"/>
                    </a:lnTo>
                    <a:lnTo>
                      <a:pt x="50" y="26"/>
                    </a:lnTo>
                    <a:lnTo>
                      <a:pt x="56" y="30"/>
                    </a:lnTo>
                    <a:lnTo>
                      <a:pt x="66" y="36"/>
                    </a:lnTo>
                    <a:lnTo>
                      <a:pt x="70" y="42"/>
                    </a:lnTo>
                    <a:lnTo>
                      <a:pt x="72" y="46"/>
                    </a:lnTo>
                    <a:lnTo>
                      <a:pt x="66" y="48"/>
                    </a:lnTo>
                    <a:lnTo>
                      <a:pt x="56" y="50"/>
                    </a:lnTo>
                    <a:lnTo>
                      <a:pt x="46" y="46"/>
                    </a:lnTo>
                    <a:lnTo>
                      <a:pt x="46" y="38"/>
                    </a:lnTo>
                    <a:lnTo>
                      <a:pt x="40" y="38"/>
                    </a:lnTo>
                    <a:lnTo>
                      <a:pt x="34" y="32"/>
                    </a:lnTo>
                    <a:lnTo>
                      <a:pt x="28" y="24"/>
                    </a:lnTo>
                    <a:lnTo>
                      <a:pt x="22" y="24"/>
                    </a:lnTo>
                    <a:lnTo>
                      <a:pt x="20" y="18"/>
                    </a:lnTo>
                    <a:lnTo>
                      <a:pt x="14" y="18"/>
                    </a:lnTo>
                    <a:lnTo>
                      <a:pt x="6" y="14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7" name="Freeform 38">
                <a:extLst>
                  <a:ext uri="{FF2B5EF4-FFF2-40B4-BE49-F238E27FC236}">
                    <a16:creationId xmlns:a16="http://schemas.microsoft.com/office/drawing/2014/main" id="{6F856C5D-45F4-4751-AFE9-2BC2EC4376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8598" y="3015923"/>
                <a:ext cx="1344809" cy="903263"/>
              </a:xfrm>
              <a:custGeom>
                <a:avLst/>
                <a:gdLst>
                  <a:gd name="T0" fmla="*/ 540 w 594"/>
                  <a:gd name="T1" fmla="*/ 354 h 414"/>
                  <a:gd name="T2" fmla="*/ 510 w 594"/>
                  <a:gd name="T3" fmla="*/ 318 h 414"/>
                  <a:gd name="T4" fmla="*/ 500 w 594"/>
                  <a:gd name="T5" fmla="*/ 332 h 414"/>
                  <a:gd name="T6" fmla="*/ 464 w 594"/>
                  <a:gd name="T7" fmla="*/ 324 h 414"/>
                  <a:gd name="T8" fmla="*/ 414 w 594"/>
                  <a:gd name="T9" fmla="*/ 298 h 414"/>
                  <a:gd name="T10" fmla="*/ 362 w 594"/>
                  <a:gd name="T11" fmla="*/ 288 h 414"/>
                  <a:gd name="T12" fmla="*/ 318 w 594"/>
                  <a:gd name="T13" fmla="*/ 272 h 414"/>
                  <a:gd name="T14" fmla="*/ 314 w 594"/>
                  <a:gd name="T15" fmla="*/ 294 h 414"/>
                  <a:gd name="T16" fmla="*/ 278 w 594"/>
                  <a:gd name="T17" fmla="*/ 304 h 414"/>
                  <a:gd name="T18" fmla="*/ 252 w 594"/>
                  <a:gd name="T19" fmla="*/ 298 h 414"/>
                  <a:gd name="T20" fmla="*/ 270 w 594"/>
                  <a:gd name="T21" fmla="*/ 274 h 414"/>
                  <a:gd name="T22" fmla="*/ 274 w 594"/>
                  <a:gd name="T23" fmla="*/ 266 h 414"/>
                  <a:gd name="T24" fmla="*/ 236 w 594"/>
                  <a:gd name="T25" fmla="*/ 298 h 414"/>
                  <a:gd name="T26" fmla="*/ 222 w 594"/>
                  <a:gd name="T27" fmla="*/ 322 h 414"/>
                  <a:gd name="T28" fmla="*/ 196 w 594"/>
                  <a:gd name="T29" fmla="*/ 348 h 414"/>
                  <a:gd name="T30" fmla="*/ 146 w 594"/>
                  <a:gd name="T31" fmla="*/ 384 h 414"/>
                  <a:gd name="T32" fmla="*/ 112 w 594"/>
                  <a:gd name="T33" fmla="*/ 398 h 414"/>
                  <a:gd name="T34" fmla="*/ 90 w 594"/>
                  <a:gd name="T35" fmla="*/ 408 h 414"/>
                  <a:gd name="T36" fmla="*/ 84 w 594"/>
                  <a:gd name="T37" fmla="*/ 394 h 414"/>
                  <a:gd name="T38" fmla="*/ 114 w 594"/>
                  <a:gd name="T39" fmla="*/ 382 h 414"/>
                  <a:gd name="T40" fmla="*/ 156 w 594"/>
                  <a:gd name="T41" fmla="*/ 354 h 414"/>
                  <a:gd name="T42" fmla="*/ 170 w 594"/>
                  <a:gd name="T43" fmla="*/ 320 h 414"/>
                  <a:gd name="T44" fmla="*/ 138 w 594"/>
                  <a:gd name="T45" fmla="*/ 328 h 414"/>
                  <a:gd name="T46" fmla="*/ 100 w 594"/>
                  <a:gd name="T47" fmla="*/ 328 h 414"/>
                  <a:gd name="T48" fmla="*/ 86 w 594"/>
                  <a:gd name="T49" fmla="*/ 286 h 414"/>
                  <a:gd name="T50" fmla="*/ 56 w 594"/>
                  <a:gd name="T51" fmla="*/ 300 h 414"/>
                  <a:gd name="T52" fmla="*/ 48 w 594"/>
                  <a:gd name="T53" fmla="*/ 274 h 414"/>
                  <a:gd name="T54" fmla="*/ 24 w 594"/>
                  <a:gd name="T55" fmla="*/ 258 h 414"/>
                  <a:gd name="T56" fmla="*/ 46 w 594"/>
                  <a:gd name="T57" fmla="*/ 226 h 414"/>
                  <a:gd name="T58" fmla="*/ 80 w 594"/>
                  <a:gd name="T59" fmla="*/ 214 h 414"/>
                  <a:gd name="T60" fmla="*/ 102 w 594"/>
                  <a:gd name="T61" fmla="*/ 184 h 414"/>
                  <a:gd name="T62" fmla="*/ 86 w 594"/>
                  <a:gd name="T63" fmla="*/ 180 h 414"/>
                  <a:gd name="T64" fmla="*/ 20 w 594"/>
                  <a:gd name="T65" fmla="*/ 168 h 414"/>
                  <a:gd name="T66" fmla="*/ 10 w 594"/>
                  <a:gd name="T67" fmla="*/ 150 h 414"/>
                  <a:gd name="T68" fmla="*/ 60 w 594"/>
                  <a:gd name="T69" fmla="*/ 132 h 414"/>
                  <a:gd name="T70" fmla="*/ 100 w 594"/>
                  <a:gd name="T71" fmla="*/ 142 h 414"/>
                  <a:gd name="T72" fmla="*/ 102 w 594"/>
                  <a:gd name="T73" fmla="*/ 132 h 414"/>
                  <a:gd name="T74" fmla="*/ 84 w 594"/>
                  <a:gd name="T75" fmla="*/ 116 h 414"/>
                  <a:gd name="T76" fmla="*/ 44 w 594"/>
                  <a:gd name="T77" fmla="*/ 94 h 414"/>
                  <a:gd name="T78" fmla="*/ 22 w 594"/>
                  <a:gd name="T79" fmla="*/ 68 h 414"/>
                  <a:gd name="T80" fmla="*/ 88 w 594"/>
                  <a:gd name="T81" fmla="*/ 28 h 414"/>
                  <a:gd name="T82" fmla="*/ 132 w 594"/>
                  <a:gd name="T83" fmla="*/ 12 h 414"/>
                  <a:gd name="T84" fmla="*/ 186 w 594"/>
                  <a:gd name="T85" fmla="*/ 8 h 414"/>
                  <a:gd name="T86" fmla="*/ 244 w 594"/>
                  <a:gd name="T87" fmla="*/ 16 h 414"/>
                  <a:gd name="T88" fmla="*/ 318 w 594"/>
                  <a:gd name="T89" fmla="*/ 30 h 414"/>
                  <a:gd name="T90" fmla="*/ 400 w 594"/>
                  <a:gd name="T91" fmla="*/ 40 h 414"/>
                  <a:gd name="T92" fmla="*/ 438 w 594"/>
                  <a:gd name="T93" fmla="*/ 288 h 414"/>
                  <a:gd name="T94" fmla="*/ 478 w 594"/>
                  <a:gd name="T95" fmla="*/ 316 h 414"/>
                  <a:gd name="T96" fmla="*/ 508 w 594"/>
                  <a:gd name="T97" fmla="*/ 300 h 414"/>
                  <a:gd name="T98" fmla="*/ 556 w 594"/>
                  <a:gd name="T99" fmla="*/ 358 h 414"/>
                  <a:gd name="T100" fmla="*/ 594 w 594"/>
                  <a:gd name="T101" fmla="*/ 394 h 414"/>
                  <a:gd name="T102" fmla="*/ 582 w 594"/>
                  <a:gd name="T103" fmla="*/ 394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94" h="414">
                    <a:moveTo>
                      <a:pt x="568" y="384"/>
                    </a:moveTo>
                    <a:lnTo>
                      <a:pt x="552" y="370"/>
                    </a:lnTo>
                    <a:lnTo>
                      <a:pt x="542" y="362"/>
                    </a:lnTo>
                    <a:lnTo>
                      <a:pt x="540" y="354"/>
                    </a:lnTo>
                    <a:lnTo>
                      <a:pt x="530" y="342"/>
                    </a:lnTo>
                    <a:lnTo>
                      <a:pt x="522" y="336"/>
                    </a:lnTo>
                    <a:lnTo>
                      <a:pt x="518" y="330"/>
                    </a:lnTo>
                    <a:lnTo>
                      <a:pt x="510" y="318"/>
                    </a:lnTo>
                    <a:lnTo>
                      <a:pt x="506" y="322"/>
                    </a:lnTo>
                    <a:lnTo>
                      <a:pt x="510" y="334"/>
                    </a:lnTo>
                    <a:lnTo>
                      <a:pt x="506" y="338"/>
                    </a:lnTo>
                    <a:lnTo>
                      <a:pt x="500" y="332"/>
                    </a:lnTo>
                    <a:lnTo>
                      <a:pt x="496" y="328"/>
                    </a:lnTo>
                    <a:lnTo>
                      <a:pt x="492" y="336"/>
                    </a:lnTo>
                    <a:lnTo>
                      <a:pt x="480" y="332"/>
                    </a:lnTo>
                    <a:lnTo>
                      <a:pt x="464" y="324"/>
                    </a:lnTo>
                    <a:lnTo>
                      <a:pt x="440" y="310"/>
                    </a:lnTo>
                    <a:lnTo>
                      <a:pt x="438" y="302"/>
                    </a:lnTo>
                    <a:lnTo>
                      <a:pt x="426" y="304"/>
                    </a:lnTo>
                    <a:lnTo>
                      <a:pt x="414" y="298"/>
                    </a:lnTo>
                    <a:lnTo>
                      <a:pt x="400" y="296"/>
                    </a:lnTo>
                    <a:lnTo>
                      <a:pt x="378" y="296"/>
                    </a:lnTo>
                    <a:lnTo>
                      <a:pt x="368" y="296"/>
                    </a:lnTo>
                    <a:lnTo>
                      <a:pt x="362" y="288"/>
                    </a:lnTo>
                    <a:lnTo>
                      <a:pt x="348" y="286"/>
                    </a:lnTo>
                    <a:lnTo>
                      <a:pt x="344" y="280"/>
                    </a:lnTo>
                    <a:lnTo>
                      <a:pt x="332" y="274"/>
                    </a:lnTo>
                    <a:lnTo>
                      <a:pt x="318" y="272"/>
                    </a:lnTo>
                    <a:lnTo>
                      <a:pt x="306" y="272"/>
                    </a:lnTo>
                    <a:lnTo>
                      <a:pt x="306" y="280"/>
                    </a:lnTo>
                    <a:lnTo>
                      <a:pt x="310" y="286"/>
                    </a:lnTo>
                    <a:lnTo>
                      <a:pt x="314" y="294"/>
                    </a:lnTo>
                    <a:lnTo>
                      <a:pt x="310" y="296"/>
                    </a:lnTo>
                    <a:lnTo>
                      <a:pt x="294" y="296"/>
                    </a:lnTo>
                    <a:lnTo>
                      <a:pt x="286" y="298"/>
                    </a:lnTo>
                    <a:lnTo>
                      <a:pt x="278" y="304"/>
                    </a:lnTo>
                    <a:lnTo>
                      <a:pt x="268" y="312"/>
                    </a:lnTo>
                    <a:lnTo>
                      <a:pt x="256" y="316"/>
                    </a:lnTo>
                    <a:lnTo>
                      <a:pt x="250" y="308"/>
                    </a:lnTo>
                    <a:lnTo>
                      <a:pt x="252" y="298"/>
                    </a:lnTo>
                    <a:lnTo>
                      <a:pt x="256" y="290"/>
                    </a:lnTo>
                    <a:lnTo>
                      <a:pt x="258" y="280"/>
                    </a:lnTo>
                    <a:lnTo>
                      <a:pt x="262" y="276"/>
                    </a:lnTo>
                    <a:lnTo>
                      <a:pt x="270" y="274"/>
                    </a:lnTo>
                    <a:lnTo>
                      <a:pt x="280" y="272"/>
                    </a:lnTo>
                    <a:lnTo>
                      <a:pt x="284" y="264"/>
                    </a:lnTo>
                    <a:lnTo>
                      <a:pt x="286" y="260"/>
                    </a:lnTo>
                    <a:lnTo>
                      <a:pt x="274" y="266"/>
                    </a:lnTo>
                    <a:lnTo>
                      <a:pt x="264" y="268"/>
                    </a:lnTo>
                    <a:lnTo>
                      <a:pt x="244" y="282"/>
                    </a:lnTo>
                    <a:lnTo>
                      <a:pt x="236" y="290"/>
                    </a:lnTo>
                    <a:lnTo>
                      <a:pt x="236" y="298"/>
                    </a:lnTo>
                    <a:lnTo>
                      <a:pt x="230" y="304"/>
                    </a:lnTo>
                    <a:lnTo>
                      <a:pt x="220" y="306"/>
                    </a:lnTo>
                    <a:lnTo>
                      <a:pt x="216" y="314"/>
                    </a:lnTo>
                    <a:lnTo>
                      <a:pt x="222" y="322"/>
                    </a:lnTo>
                    <a:lnTo>
                      <a:pt x="224" y="326"/>
                    </a:lnTo>
                    <a:lnTo>
                      <a:pt x="218" y="332"/>
                    </a:lnTo>
                    <a:lnTo>
                      <a:pt x="208" y="340"/>
                    </a:lnTo>
                    <a:lnTo>
                      <a:pt x="196" y="348"/>
                    </a:lnTo>
                    <a:lnTo>
                      <a:pt x="176" y="360"/>
                    </a:lnTo>
                    <a:lnTo>
                      <a:pt x="154" y="372"/>
                    </a:lnTo>
                    <a:lnTo>
                      <a:pt x="148" y="378"/>
                    </a:lnTo>
                    <a:lnTo>
                      <a:pt x="146" y="384"/>
                    </a:lnTo>
                    <a:lnTo>
                      <a:pt x="134" y="390"/>
                    </a:lnTo>
                    <a:lnTo>
                      <a:pt x="130" y="394"/>
                    </a:lnTo>
                    <a:lnTo>
                      <a:pt x="116" y="394"/>
                    </a:lnTo>
                    <a:lnTo>
                      <a:pt x="112" y="398"/>
                    </a:lnTo>
                    <a:lnTo>
                      <a:pt x="104" y="402"/>
                    </a:lnTo>
                    <a:lnTo>
                      <a:pt x="98" y="398"/>
                    </a:lnTo>
                    <a:lnTo>
                      <a:pt x="94" y="400"/>
                    </a:lnTo>
                    <a:lnTo>
                      <a:pt x="90" y="408"/>
                    </a:lnTo>
                    <a:lnTo>
                      <a:pt x="84" y="412"/>
                    </a:lnTo>
                    <a:lnTo>
                      <a:pt x="76" y="410"/>
                    </a:lnTo>
                    <a:lnTo>
                      <a:pt x="78" y="402"/>
                    </a:lnTo>
                    <a:lnTo>
                      <a:pt x="84" y="394"/>
                    </a:lnTo>
                    <a:lnTo>
                      <a:pt x="90" y="390"/>
                    </a:lnTo>
                    <a:lnTo>
                      <a:pt x="100" y="388"/>
                    </a:lnTo>
                    <a:lnTo>
                      <a:pt x="110" y="388"/>
                    </a:lnTo>
                    <a:lnTo>
                      <a:pt x="114" y="382"/>
                    </a:lnTo>
                    <a:lnTo>
                      <a:pt x="124" y="378"/>
                    </a:lnTo>
                    <a:lnTo>
                      <a:pt x="140" y="366"/>
                    </a:lnTo>
                    <a:lnTo>
                      <a:pt x="150" y="356"/>
                    </a:lnTo>
                    <a:lnTo>
                      <a:pt x="156" y="354"/>
                    </a:lnTo>
                    <a:lnTo>
                      <a:pt x="160" y="342"/>
                    </a:lnTo>
                    <a:lnTo>
                      <a:pt x="160" y="332"/>
                    </a:lnTo>
                    <a:lnTo>
                      <a:pt x="168" y="328"/>
                    </a:lnTo>
                    <a:lnTo>
                      <a:pt x="170" y="320"/>
                    </a:lnTo>
                    <a:lnTo>
                      <a:pt x="160" y="322"/>
                    </a:lnTo>
                    <a:lnTo>
                      <a:pt x="148" y="328"/>
                    </a:lnTo>
                    <a:lnTo>
                      <a:pt x="142" y="322"/>
                    </a:lnTo>
                    <a:lnTo>
                      <a:pt x="138" y="328"/>
                    </a:lnTo>
                    <a:lnTo>
                      <a:pt x="134" y="330"/>
                    </a:lnTo>
                    <a:lnTo>
                      <a:pt x="126" y="322"/>
                    </a:lnTo>
                    <a:lnTo>
                      <a:pt x="110" y="320"/>
                    </a:lnTo>
                    <a:lnTo>
                      <a:pt x="100" y="328"/>
                    </a:lnTo>
                    <a:lnTo>
                      <a:pt x="90" y="330"/>
                    </a:lnTo>
                    <a:lnTo>
                      <a:pt x="88" y="304"/>
                    </a:lnTo>
                    <a:lnTo>
                      <a:pt x="86" y="296"/>
                    </a:lnTo>
                    <a:lnTo>
                      <a:pt x="86" y="286"/>
                    </a:lnTo>
                    <a:lnTo>
                      <a:pt x="80" y="286"/>
                    </a:lnTo>
                    <a:lnTo>
                      <a:pt x="78" y="296"/>
                    </a:lnTo>
                    <a:lnTo>
                      <a:pt x="74" y="300"/>
                    </a:lnTo>
                    <a:lnTo>
                      <a:pt x="56" y="300"/>
                    </a:lnTo>
                    <a:lnTo>
                      <a:pt x="48" y="292"/>
                    </a:lnTo>
                    <a:lnTo>
                      <a:pt x="40" y="280"/>
                    </a:lnTo>
                    <a:lnTo>
                      <a:pt x="42" y="274"/>
                    </a:lnTo>
                    <a:lnTo>
                      <a:pt x="48" y="274"/>
                    </a:lnTo>
                    <a:lnTo>
                      <a:pt x="40" y="268"/>
                    </a:lnTo>
                    <a:lnTo>
                      <a:pt x="40" y="260"/>
                    </a:lnTo>
                    <a:lnTo>
                      <a:pt x="36" y="268"/>
                    </a:lnTo>
                    <a:lnTo>
                      <a:pt x="24" y="258"/>
                    </a:lnTo>
                    <a:lnTo>
                      <a:pt x="30" y="246"/>
                    </a:lnTo>
                    <a:lnTo>
                      <a:pt x="34" y="242"/>
                    </a:lnTo>
                    <a:lnTo>
                      <a:pt x="46" y="234"/>
                    </a:lnTo>
                    <a:lnTo>
                      <a:pt x="46" y="226"/>
                    </a:lnTo>
                    <a:lnTo>
                      <a:pt x="50" y="220"/>
                    </a:lnTo>
                    <a:lnTo>
                      <a:pt x="58" y="220"/>
                    </a:lnTo>
                    <a:lnTo>
                      <a:pt x="72" y="222"/>
                    </a:lnTo>
                    <a:lnTo>
                      <a:pt x="80" y="214"/>
                    </a:lnTo>
                    <a:lnTo>
                      <a:pt x="88" y="210"/>
                    </a:lnTo>
                    <a:lnTo>
                      <a:pt x="110" y="208"/>
                    </a:lnTo>
                    <a:lnTo>
                      <a:pt x="108" y="194"/>
                    </a:lnTo>
                    <a:lnTo>
                      <a:pt x="102" y="184"/>
                    </a:lnTo>
                    <a:lnTo>
                      <a:pt x="108" y="178"/>
                    </a:lnTo>
                    <a:lnTo>
                      <a:pt x="104" y="174"/>
                    </a:lnTo>
                    <a:lnTo>
                      <a:pt x="94" y="174"/>
                    </a:lnTo>
                    <a:lnTo>
                      <a:pt x="86" y="180"/>
                    </a:lnTo>
                    <a:lnTo>
                      <a:pt x="76" y="186"/>
                    </a:lnTo>
                    <a:lnTo>
                      <a:pt x="22" y="184"/>
                    </a:lnTo>
                    <a:lnTo>
                      <a:pt x="14" y="176"/>
                    </a:lnTo>
                    <a:lnTo>
                      <a:pt x="20" y="168"/>
                    </a:lnTo>
                    <a:lnTo>
                      <a:pt x="20" y="164"/>
                    </a:lnTo>
                    <a:lnTo>
                      <a:pt x="4" y="164"/>
                    </a:lnTo>
                    <a:lnTo>
                      <a:pt x="0" y="156"/>
                    </a:lnTo>
                    <a:lnTo>
                      <a:pt x="10" y="150"/>
                    </a:lnTo>
                    <a:lnTo>
                      <a:pt x="22" y="140"/>
                    </a:lnTo>
                    <a:lnTo>
                      <a:pt x="36" y="136"/>
                    </a:lnTo>
                    <a:lnTo>
                      <a:pt x="52" y="130"/>
                    </a:lnTo>
                    <a:lnTo>
                      <a:pt x="60" y="132"/>
                    </a:lnTo>
                    <a:lnTo>
                      <a:pt x="62" y="140"/>
                    </a:lnTo>
                    <a:lnTo>
                      <a:pt x="72" y="146"/>
                    </a:lnTo>
                    <a:lnTo>
                      <a:pt x="88" y="144"/>
                    </a:lnTo>
                    <a:lnTo>
                      <a:pt x="100" y="142"/>
                    </a:lnTo>
                    <a:lnTo>
                      <a:pt x="114" y="136"/>
                    </a:lnTo>
                    <a:lnTo>
                      <a:pt x="118" y="130"/>
                    </a:lnTo>
                    <a:lnTo>
                      <a:pt x="108" y="128"/>
                    </a:lnTo>
                    <a:lnTo>
                      <a:pt x="102" y="132"/>
                    </a:lnTo>
                    <a:lnTo>
                      <a:pt x="88" y="130"/>
                    </a:lnTo>
                    <a:lnTo>
                      <a:pt x="88" y="122"/>
                    </a:lnTo>
                    <a:lnTo>
                      <a:pt x="92" y="118"/>
                    </a:lnTo>
                    <a:lnTo>
                      <a:pt x="84" y="116"/>
                    </a:lnTo>
                    <a:lnTo>
                      <a:pt x="66" y="120"/>
                    </a:lnTo>
                    <a:lnTo>
                      <a:pt x="60" y="108"/>
                    </a:lnTo>
                    <a:lnTo>
                      <a:pt x="50" y="100"/>
                    </a:lnTo>
                    <a:lnTo>
                      <a:pt x="44" y="94"/>
                    </a:lnTo>
                    <a:lnTo>
                      <a:pt x="38" y="90"/>
                    </a:lnTo>
                    <a:lnTo>
                      <a:pt x="26" y="90"/>
                    </a:lnTo>
                    <a:lnTo>
                      <a:pt x="20" y="82"/>
                    </a:lnTo>
                    <a:lnTo>
                      <a:pt x="22" y="68"/>
                    </a:lnTo>
                    <a:lnTo>
                      <a:pt x="58" y="64"/>
                    </a:lnTo>
                    <a:lnTo>
                      <a:pt x="70" y="54"/>
                    </a:lnTo>
                    <a:lnTo>
                      <a:pt x="74" y="42"/>
                    </a:lnTo>
                    <a:lnTo>
                      <a:pt x="88" y="28"/>
                    </a:lnTo>
                    <a:lnTo>
                      <a:pt x="104" y="28"/>
                    </a:lnTo>
                    <a:lnTo>
                      <a:pt x="120" y="20"/>
                    </a:lnTo>
                    <a:lnTo>
                      <a:pt x="128" y="20"/>
                    </a:lnTo>
                    <a:lnTo>
                      <a:pt x="132" y="12"/>
                    </a:lnTo>
                    <a:lnTo>
                      <a:pt x="158" y="10"/>
                    </a:lnTo>
                    <a:lnTo>
                      <a:pt x="176" y="0"/>
                    </a:lnTo>
                    <a:lnTo>
                      <a:pt x="190" y="2"/>
                    </a:lnTo>
                    <a:lnTo>
                      <a:pt x="186" y="8"/>
                    </a:lnTo>
                    <a:lnTo>
                      <a:pt x="190" y="14"/>
                    </a:lnTo>
                    <a:lnTo>
                      <a:pt x="204" y="8"/>
                    </a:lnTo>
                    <a:lnTo>
                      <a:pt x="212" y="12"/>
                    </a:lnTo>
                    <a:lnTo>
                      <a:pt x="244" y="16"/>
                    </a:lnTo>
                    <a:lnTo>
                      <a:pt x="244" y="22"/>
                    </a:lnTo>
                    <a:lnTo>
                      <a:pt x="268" y="24"/>
                    </a:lnTo>
                    <a:lnTo>
                      <a:pt x="296" y="24"/>
                    </a:lnTo>
                    <a:lnTo>
                      <a:pt x="318" y="30"/>
                    </a:lnTo>
                    <a:lnTo>
                      <a:pt x="344" y="36"/>
                    </a:lnTo>
                    <a:lnTo>
                      <a:pt x="364" y="40"/>
                    </a:lnTo>
                    <a:lnTo>
                      <a:pt x="394" y="36"/>
                    </a:lnTo>
                    <a:lnTo>
                      <a:pt x="400" y="40"/>
                    </a:lnTo>
                    <a:lnTo>
                      <a:pt x="420" y="48"/>
                    </a:lnTo>
                    <a:lnTo>
                      <a:pt x="420" y="288"/>
                    </a:lnTo>
                    <a:lnTo>
                      <a:pt x="430" y="292"/>
                    </a:lnTo>
                    <a:lnTo>
                      <a:pt x="438" y="288"/>
                    </a:lnTo>
                    <a:lnTo>
                      <a:pt x="446" y="286"/>
                    </a:lnTo>
                    <a:lnTo>
                      <a:pt x="454" y="296"/>
                    </a:lnTo>
                    <a:lnTo>
                      <a:pt x="470" y="308"/>
                    </a:lnTo>
                    <a:lnTo>
                      <a:pt x="478" y="316"/>
                    </a:lnTo>
                    <a:lnTo>
                      <a:pt x="488" y="314"/>
                    </a:lnTo>
                    <a:lnTo>
                      <a:pt x="490" y="308"/>
                    </a:lnTo>
                    <a:lnTo>
                      <a:pt x="498" y="304"/>
                    </a:lnTo>
                    <a:lnTo>
                      <a:pt x="508" y="300"/>
                    </a:lnTo>
                    <a:lnTo>
                      <a:pt x="520" y="312"/>
                    </a:lnTo>
                    <a:lnTo>
                      <a:pt x="530" y="322"/>
                    </a:lnTo>
                    <a:lnTo>
                      <a:pt x="546" y="338"/>
                    </a:lnTo>
                    <a:lnTo>
                      <a:pt x="556" y="358"/>
                    </a:lnTo>
                    <a:lnTo>
                      <a:pt x="566" y="370"/>
                    </a:lnTo>
                    <a:lnTo>
                      <a:pt x="578" y="378"/>
                    </a:lnTo>
                    <a:lnTo>
                      <a:pt x="592" y="386"/>
                    </a:lnTo>
                    <a:lnTo>
                      <a:pt x="594" y="394"/>
                    </a:lnTo>
                    <a:lnTo>
                      <a:pt x="590" y="410"/>
                    </a:lnTo>
                    <a:lnTo>
                      <a:pt x="576" y="414"/>
                    </a:lnTo>
                    <a:lnTo>
                      <a:pt x="580" y="404"/>
                    </a:lnTo>
                    <a:lnTo>
                      <a:pt x="582" y="394"/>
                    </a:lnTo>
                    <a:lnTo>
                      <a:pt x="576" y="392"/>
                    </a:lnTo>
                    <a:lnTo>
                      <a:pt x="570" y="386"/>
                    </a:lnTo>
                    <a:lnTo>
                      <a:pt x="568" y="384"/>
                    </a:lnTo>
                    <a:close/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8" name="Freeform 39">
                <a:extLst>
                  <a:ext uri="{FF2B5EF4-FFF2-40B4-BE49-F238E27FC236}">
                    <a16:creationId xmlns:a16="http://schemas.microsoft.com/office/drawing/2014/main" id="{730BA4C4-9779-4BE4-AA90-E537CC709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4981" y="3762096"/>
                <a:ext cx="86030" cy="56727"/>
              </a:xfrm>
              <a:custGeom>
                <a:avLst/>
                <a:gdLst>
                  <a:gd name="T0" fmla="*/ 28 w 38"/>
                  <a:gd name="T1" fmla="*/ 2 h 26"/>
                  <a:gd name="T2" fmla="*/ 20 w 38"/>
                  <a:gd name="T3" fmla="*/ 4 h 26"/>
                  <a:gd name="T4" fmla="*/ 14 w 38"/>
                  <a:gd name="T5" fmla="*/ 6 h 26"/>
                  <a:gd name="T6" fmla="*/ 14 w 38"/>
                  <a:gd name="T7" fmla="*/ 14 h 26"/>
                  <a:gd name="T8" fmla="*/ 8 w 38"/>
                  <a:gd name="T9" fmla="*/ 12 h 26"/>
                  <a:gd name="T10" fmla="*/ 4 w 38"/>
                  <a:gd name="T11" fmla="*/ 8 h 26"/>
                  <a:gd name="T12" fmla="*/ 0 w 38"/>
                  <a:gd name="T13" fmla="*/ 12 h 26"/>
                  <a:gd name="T14" fmla="*/ 2 w 38"/>
                  <a:gd name="T15" fmla="*/ 20 h 26"/>
                  <a:gd name="T16" fmla="*/ 8 w 38"/>
                  <a:gd name="T17" fmla="*/ 26 h 26"/>
                  <a:gd name="T18" fmla="*/ 26 w 38"/>
                  <a:gd name="T19" fmla="*/ 24 h 26"/>
                  <a:gd name="T20" fmla="*/ 32 w 38"/>
                  <a:gd name="T21" fmla="*/ 16 h 26"/>
                  <a:gd name="T22" fmla="*/ 38 w 38"/>
                  <a:gd name="T23" fmla="*/ 10 h 26"/>
                  <a:gd name="T24" fmla="*/ 34 w 38"/>
                  <a:gd name="T25" fmla="*/ 0 h 26"/>
                  <a:gd name="T26" fmla="*/ 28 w 38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8" h="26">
                    <a:moveTo>
                      <a:pt x="28" y="2"/>
                    </a:moveTo>
                    <a:lnTo>
                      <a:pt x="20" y="4"/>
                    </a:lnTo>
                    <a:lnTo>
                      <a:pt x="14" y="6"/>
                    </a:lnTo>
                    <a:lnTo>
                      <a:pt x="14" y="14"/>
                    </a:lnTo>
                    <a:lnTo>
                      <a:pt x="8" y="12"/>
                    </a:lnTo>
                    <a:lnTo>
                      <a:pt x="4" y="8"/>
                    </a:lnTo>
                    <a:lnTo>
                      <a:pt x="0" y="12"/>
                    </a:lnTo>
                    <a:lnTo>
                      <a:pt x="2" y="20"/>
                    </a:lnTo>
                    <a:lnTo>
                      <a:pt x="8" y="26"/>
                    </a:lnTo>
                    <a:lnTo>
                      <a:pt x="26" y="24"/>
                    </a:lnTo>
                    <a:lnTo>
                      <a:pt x="32" y="16"/>
                    </a:lnTo>
                    <a:lnTo>
                      <a:pt x="38" y="10"/>
                    </a:lnTo>
                    <a:lnTo>
                      <a:pt x="34" y="0"/>
                    </a:lnTo>
                    <a:lnTo>
                      <a:pt x="28" y="2"/>
                    </a:lnTo>
                    <a:close/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9" name="Freeform 40">
                <a:extLst>
                  <a:ext uri="{FF2B5EF4-FFF2-40B4-BE49-F238E27FC236}">
                    <a16:creationId xmlns:a16="http://schemas.microsoft.com/office/drawing/2014/main" id="{26F3A18D-2B3D-4D20-AA74-BCAB1616E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9263" y="3112291"/>
                <a:ext cx="58864" cy="34908"/>
              </a:xfrm>
              <a:custGeom>
                <a:avLst/>
                <a:gdLst>
                  <a:gd name="T0" fmla="*/ 22 w 26"/>
                  <a:gd name="T1" fmla="*/ 0 h 16"/>
                  <a:gd name="T2" fmla="*/ 26 w 26"/>
                  <a:gd name="T3" fmla="*/ 4 h 16"/>
                  <a:gd name="T4" fmla="*/ 26 w 26"/>
                  <a:gd name="T5" fmla="*/ 8 h 16"/>
                  <a:gd name="T6" fmla="*/ 22 w 26"/>
                  <a:gd name="T7" fmla="*/ 16 h 16"/>
                  <a:gd name="T8" fmla="*/ 14 w 26"/>
                  <a:gd name="T9" fmla="*/ 14 h 16"/>
                  <a:gd name="T10" fmla="*/ 10 w 26"/>
                  <a:gd name="T11" fmla="*/ 16 h 16"/>
                  <a:gd name="T12" fmla="*/ 4 w 26"/>
                  <a:gd name="T13" fmla="*/ 10 h 16"/>
                  <a:gd name="T14" fmla="*/ 0 w 26"/>
                  <a:gd name="T15" fmla="*/ 6 h 16"/>
                  <a:gd name="T16" fmla="*/ 2 w 26"/>
                  <a:gd name="T17" fmla="*/ 0 h 16"/>
                  <a:gd name="T18" fmla="*/ 8 w 26"/>
                  <a:gd name="T19" fmla="*/ 0 h 16"/>
                  <a:gd name="T20" fmla="*/ 22 w 26"/>
                  <a:gd name="T2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16">
                    <a:moveTo>
                      <a:pt x="22" y="0"/>
                    </a:moveTo>
                    <a:lnTo>
                      <a:pt x="26" y="4"/>
                    </a:lnTo>
                    <a:lnTo>
                      <a:pt x="26" y="8"/>
                    </a:lnTo>
                    <a:lnTo>
                      <a:pt x="22" y="16"/>
                    </a:lnTo>
                    <a:lnTo>
                      <a:pt x="14" y="14"/>
                    </a:lnTo>
                    <a:lnTo>
                      <a:pt x="10" y="16"/>
                    </a:lnTo>
                    <a:lnTo>
                      <a:pt x="4" y="10"/>
                    </a:lnTo>
                    <a:lnTo>
                      <a:pt x="0" y="6"/>
                    </a:lnTo>
                    <a:lnTo>
                      <a:pt x="2" y="0"/>
                    </a:lnTo>
                    <a:lnTo>
                      <a:pt x="8" y="0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0" name="Freeform 41">
                <a:extLst>
                  <a:ext uri="{FF2B5EF4-FFF2-40B4-BE49-F238E27FC236}">
                    <a16:creationId xmlns:a16="http://schemas.microsoft.com/office/drawing/2014/main" id="{D69C7274-D232-4745-A78F-E187F8DC6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31538" y="3757733"/>
                <a:ext cx="54335" cy="87273"/>
              </a:xfrm>
              <a:custGeom>
                <a:avLst/>
                <a:gdLst>
                  <a:gd name="T0" fmla="*/ 0 w 24"/>
                  <a:gd name="T1" fmla="*/ 0 h 40"/>
                  <a:gd name="T2" fmla="*/ 10 w 24"/>
                  <a:gd name="T3" fmla="*/ 2 h 40"/>
                  <a:gd name="T4" fmla="*/ 16 w 24"/>
                  <a:gd name="T5" fmla="*/ 6 h 40"/>
                  <a:gd name="T6" fmla="*/ 18 w 24"/>
                  <a:gd name="T7" fmla="*/ 20 h 40"/>
                  <a:gd name="T8" fmla="*/ 24 w 24"/>
                  <a:gd name="T9" fmla="*/ 30 h 40"/>
                  <a:gd name="T10" fmla="*/ 24 w 24"/>
                  <a:gd name="T11" fmla="*/ 40 h 40"/>
                  <a:gd name="T12" fmla="*/ 16 w 24"/>
                  <a:gd name="T13" fmla="*/ 32 h 40"/>
                  <a:gd name="T14" fmla="*/ 8 w 24"/>
                  <a:gd name="T15" fmla="*/ 22 h 40"/>
                  <a:gd name="T16" fmla="*/ 4 w 24"/>
                  <a:gd name="T17" fmla="*/ 16 h 40"/>
                  <a:gd name="T18" fmla="*/ 0 w 24"/>
                  <a:gd name="T19" fmla="*/ 8 h 40"/>
                  <a:gd name="T20" fmla="*/ 0 w 24"/>
                  <a:gd name="T2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" h="40">
                    <a:moveTo>
                      <a:pt x="0" y="0"/>
                    </a:moveTo>
                    <a:lnTo>
                      <a:pt x="10" y="2"/>
                    </a:lnTo>
                    <a:lnTo>
                      <a:pt x="16" y="6"/>
                    </a:lnTo>
                    <a:lnTo>
                      <a:pt x="18" y="20"/>
                    </a:lnTo>
                    <a:lnTo>
                      <a:pt x="24" y="30"/>
                    </a:lnTo>
                    <a:lnTo>
                      <a:pt x="24" y="40"/>
                    </a:lnTo>
                    <a:lnTo>
                      <a:pt x="16" y="32"/>
                    </a:lnTo>
                    <a:lnTo>
                      <a:pt x="8" y="22"/>
                    </a:lnTo>
                    <a:lnTo>
                      <a:pt x="4" y="16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1" name="Freeform 42">
                <a:extLst>
                  <a:ext uri="{FF2B5EF4-FFF2-40B4-BE49-F238E27FC236}">
                    <a16:creationId xmlns:a16="http://schemas.microsoft.com/office/drawing/2014/main" id="{B7010AA1-127F-446E-AB2D-4FCC47052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1153" y="3845006"/>
                <a:ext cx="49809" cy="82910"/>
              </a:xfrm>
              <a:custGeom>
                <a:avLst/>
                <a:gdLst>
                  <a:gd name="T0" fmla="*/ 0 w 22"/>
                  <a:gd name="T1" fmla="*/ 8 h 38"/>
                  <a:gd name="T2" fmla="*/ 0 w 22"/>
                  <a:gd name="T3" fmla="*/ 0 h 38"/>
                  <a:gd name="T4" fmla="*/ 8 w 22"/>
                  <a:gd name="T5" fmla="*/ 2 h 38"/>
                  <a:gd name="T6" fmla="*/ 14 w 22"/>
                  <a:gd name="T7" fmla="*/ 14 h 38"/>
                  <a:gd name="T8" fmla="*/ 22 w 22"/>
                  <a:gd name="T9" fmla="*/ 24 h 38"/>
                  <a:gd name="T10" fmla="*/ 22 w 22"/>
                  <a:gd name="T11" fmla="*/ 32 h 38"/>
                  <a:gd name="T12" fmla="*/ 18 w 22"/>
                  <a:gd name="T13" fmla="*/ 38 h 38"/>
                  <a:gd name="T14" fmla="*/ 12 w 22"/>
                  <a:gd name="T15" fmla="*/ 30 h 38"/>
                  <a:gd name="T16" fmla="*/ 6 w 22"/>
                  <a:gd name="T17" fmla="*/ 24 h 38"/>
                  <a:gd name="T18" fmla="*/ 4 w 22"/>
                  <a:gd name="T19" fmla="*/ 16 h 38"/>
                  <a:gd name="T20" fmla="*/ 0 w 22"/>
                  <a:gd name="T21" fmla="*/ 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" h="38">
                    <a:moveTo>
                      <a:pt x="0" y="8"/>
                    </a:moveTo>
                    <a:lnTo>
                      <a:pt x="0" y="0"/>
                    </a:lnTo>
                    <a:lnTo>
                      <a:pt x="8" y="2"/>
                    </a:lnTo>
                    <a:lnTo>
                      <a:pt x="14" y="14"/>
                    </a:lnTo>
                    <a:lnTo>
                      <a:pt x="22" y="24"/>
                    </a:lnTo>
                    <a:lnTo>
                      <a:pt x="22" y="32"/>
                    </a:lnTo>
                    <a:lnTo>
                      <a:pt x="18" y="38"/>
                    </a:lnTo>
                    <a:lnTo>
                      <a:pt x="12" y="30"/>
                    </a:lnTo>
                    <a:lnTo>
                      <a:pt x="6" y="24"/>
                    </a:lnTo>
                    <a:lnTo>
                      <a:pt x="4" y="16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2" name="Freeform 43">
                <a:extLst>
                  <a:ext uri="{FF2B5EF4-FFF2-40B4-BE49-F238E27FC236}">
                    <a16:creationId xmlns:a16="http://schemas.microsoft.com/office/drawing/2014/main" id="{9699DF48-CD21-4C24-B4E9-D7B580B08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0208" y="3954094"/>
                <a:ext cx="58864" cy="74180"/>
              </a:xfrm>
              <a:custGeom>
                <a:avLst/>
                <a:gdLst>
                  <a:gd name="T0" fmla="*/ 0 w 26"/>
                  <a:gd name="T1" fmla="*/ 0 h 34"/>
                  <a:gd name="T2" fmla="*/ 10 w 26"/>
                  <a:gd name="T3" fmla="*/ 4 h 34"/>
                  <a:gd name="T4" fmla="*/ 18 w 26"/>
                  <a:gd name="T5" fmla="*/ 4 h 34"/>
                  <a:gd name="T6" fmla="*/ 20 w 26"/>
                  <a:gd name="T7" fmla="*/ 8 h 34"/>
                  <a:gd name="T8" fmla="*/ 18 w 26"/>
                  <a:gd name="T9" fmla="*/ 16 h 34"/>
                  <a:gd name="T10" fmla="*/ 22 w 26"/>
                  <a:gd name="T11" fmla="*/ 22 h 34"/>
                  <a:gd name="T12" fmla="*/ 26 w 26"/>
                  <a:gd name="T13" fmla="*/ 34 h 34"/>
                  <a:gd name="T14" fmla="*/ 18 w 26"/>
                  <a:gd name="T15" fmla="*/ 32 h 34"/>
                  <a:gd name="T16" fmla="*/ 8 w 26"/>
                  <a:gd name="T17" fmla="*/ 20 h 34"/>
                  <a:gd name="T18" fmla="*/ 2 w 26"/>
                  <a:gd name="T19" fmla="*/ 12 h 34"/>
                  <a:gd name="T20" fmla="*/ 0 w 26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34">
                    <a:moveTo>
                      <a:pt x="0" y="0"/>
                    </a:moveTo>
                    <a:lnTo>
                      <a:pt x="10" y="4"/>
                    </a:lnTo>
                    <a:lnTo>
                      <a:pt x="18" y="4"/>
                    </a:lnTo>
                    <a:lnTo>
                      <a:pt x="20" y="8"/>
                    </a:lnTo>
                    <a:lnTo>
                      <a:pt x="18" y="16"/>
                    </a:lnTo>
                    <a:lnTo>
                      <a:pt x="22" y="22"/>
                    </a:lnTo>
                    <a:lnTo>
                      <a:pt x="26" y="34"/>
                    </a:lnTo>
                    <a:lnTo>
                      <a:pt x="18" y="32"/>
                    </a:lnTo>
                    <a:lnTo>
                      <a:pt x="8" y="20"/>
                    </a:lnTo>
                    <a:lnTo>
                      <a:pt x="2" y="1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3" name="Freeform 45">
                <a:extLst>
                  <a:ext uri="{FF2B5EF4-FFF2-40B4-BE49-F238E27FC236}">
                    <a16:creationId xmlns:a16="http://schemas.microsoft.com/office/drawing/2014/main" id="{1E5D33A8-DD17-410A-A9A5-BAFD60CE7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6818" y="3753370"/>
                <a:ext cx="36224" cy="65454"/>
              </a:xfrm>
              <a:custGeom>
                <a:avLst/>
                <a:gdLst>
                  <a:gd name="T0" fmla="*/ 0 w 16"/>
                  <a:gd name="T1" fmla="*/ 0 h 30"/>
                  <a:gd name="T2" fmla="*/ 10 w 16"/>
                  <a:gd name="T3" fmla="*/ 4 h 30"/>
                  <a:gd name="T4" fmla="*/ 16 w 16"/>
                  <a:gd name="T5" fmla="*/ 16 h 30"/>
                  <a:gd name="T6" fmla="*/ 14 w 16"/>
                  <a:gd name="T7" fmla="*/ 24 h 30"/>
                  <a:gd name="T8" fmla="*/ 10 w 16"/>
                  <a:gd name="T9" fmla="*/ 30 h 30"/>
                  <a:gd name="T10" fmla="*/ 4 w 16"/>
                  <a:gd name="T11" fmla="*/ 22 h 30"/>
                  <a:gd name="T12" fmla="*/ 4 w 16"/>
                  <a:gd name="T13" fmla="*/ 16 h 30"/>
                  <a:gd name="T14" fmla="*/ 0 w 16"/>
                  <a:gd name="T15" fmla="*/ 8 h 30"/>
                  <a:gd name="T16" fmla="*/ 0 w 16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30">
                    <a:moveTo>
                      <a:pt x="0" y="0"/>
                    </a:moveTo>
                    <a:lnTo>
                      <a:pt x="10" y="4"/>
                    </a:lnTo>
                    <a:lnTo>
                      <a:pt x="16" y="16"/>
                    </a:lnTo>
                    <a:lnTo>
                      <a:pt x="14" y="24"/>
                    </a:lnTo>
                    <a:lnTo>
                      <a:pt x="10" y="30"/>
                    </a:lnTo>
                    <a:lnTo>
                      <a:pt x="4" y="22"/>
                    </a:lnTo>
                    <a:lnTo>
                      <a:pt x="4" y="16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4" name="Freeform 46">
                <a:extLst>
                  <a:ext uri="{FF2B5EF4-FFF2-40B4-BE49-F238E27FC236}">
                    <a16:creationId xmlns:a16="http://schemas.microsoft.com/office/drawing/2014/main" id="{4FB5879D-A592-4737-957C-2A3B029EC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5491" y="3866825"/>
                <a:ext cx="31695" cy="43635"/>
              </a:xfrm>
              <a:custGeom>
                <a:avLst/>
                <a:gdLst>
                  <a:gd name="T0" fmla="*/ 0 w 14"/>
                  <a:gd name="T1" fmla="*/ 0 h 20"/>
                  <a:gd name="T2" fmla="*/ 6 w 14"/>
                  <a:gd name="T3" fmla="*/ 4 h 20"/>
                  <a:gd name="T4" fmla="*/ 14 w 14"/>
                  <a:gd name="T5" fmla="*/ 6 h 20"/>
                  <a:gd name="T6" fmla="*/ 12 w 14"/>
                  <a:gd name="T7" fmla="*/ 16 h 20"/>
                  <a:gd name="T8" fmla="*/ 6 w 14"/>
                  <a:gd name="T9" fmla="*/ 20 h 20"/>
                  <a:gd name="T10" fmla="*/ 0 w 14"/>
                  <a:gd name="T11" fmla="*/ 12 h 20"/>
                  <a:gd name="T12" fmla="*/ 0 w 14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20">
                    <a:moveTo>
                      <a:pt x="0" y="0"/>
                    </a:moveTo>
                    <a:lnTo>
                      <a:pt x="6" y="4"/>
                    </a:lnTo>
                    <a:lnTo>
                      <a:pt x="14" y="6"/>
                    </a:lnTo>
                    <a:lnTo>
                      <a:pt x="12" y="16"/>
                    </a:lnTo>
                    <a:lnTo>
                      <a:pt x="6" y="20"/>
                    </a:lnTo>
                    <a:lnTo>
                      <a:pt x="0" y="1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5" name="Freeform 47">
                <a:extLst>
                  <a:ext uri="{FF2B5EF4-FFF2-40B4-BE49-F238E27FC236}">
                    <a16:creationId xmlns:a16="http://schemas.microsoft.com/office/drawing/2014/main" id="{CD4B0DE1-4C4B-43C3-BEFD-D98424B09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6818" y="3753370"/>
                <a:ext cx="36224" cy="65454"/>
              </a:xfrm>
              <a:custGeom>
                <a:avLst/>
                <a:gdLst>
                  <a:gd name="T0" fmla="*/ 0 w 16"/>
                  <a:gd name="T1" fmla="*/ 0 h 30"/>
                  <a:gd name="T2" fmla="*/ 10 w 16"/>
                  <a:gd name="T3" fmla="*/ 4 h 30"/>
                  <a:gd name="T4" fmla="*/ 16 w 16"/>
                  <a:gd name="T5" fmla="*/ 16 h 30"/>
                  <a:gd name="T6" fmla="*/ 14 w 16"/>
                  <a:gd name="T7" fmla="*/ 24 h 30"/>
                  <a:gd name="T8" fmla="*/ 10 w 16"/>
                  <a:gd name="T9" fmla="*/ 30 h 30"/>
                  <a:gd name="T10" fmla="*/ 4 w 16"/>
                  <a:gd name="T11" fmla="*/ 22 h 30"/>
                  <a:gd name="T12" fmla="*/ 4 w 16"/>
                  <a:gd name="T13" fmla="*/ 16 h 30"/>
                  <a:gd name="T14" fmla="*/ 0 w 16"/>
                  <a:gd name="T15" fmla="*/ 8 h 30"/>
                  <a:gd name="T16" fmla="*/ 0 w 16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30">
                    <a:moveTo>
                      <a:pt x="0" y="0"/>
                    </a:moveTo>
                    <a:lnTo>
                      <a:pt x="10" y="4"/>
                    </a:lnTo>
                    <a:lnTo>
                      <a:pt x="16" y="16"/>
                    </a:lnTo>
                    <a:lnTo>
                      <a:pt x="14" y="24"/>
                    </a:lnTo>
                    <a:lnTo>
                      <a:pt x="10" y="30"/>
                    </a:lnTo>
                    <a:lnTo>
                      <a:pt x="4" y="22"/>
                    </a:lnTo>
                    <a:lnTo>
                      <a:pt x="4" y="16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6" name="Freeform 48">
                <a:extLst>
                  <a:ext uri="{FF2B5EF4-FFF2-40B4-BE49-F238E27FC236}">
                    <a16:creationId xmlns:a16="http://schemas.microsoft.com/office/drawing/2014/main" id="{2AE6EF6B-DD2C-44ED-980E-C8C0ECBF20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5491" y="3866825"/>
                <a:ext cx="31695" cy="43635"/>
              </a:xfrm>
              <a:custGeom>
                <a:avLst/>
                <a:gdLst>
                  <a:gd name="T0" fmla="*/ 0 w 14"/>
                  <a:gd name="T1" fmla="*/ 0 h 20"/>
                  <a:gd name="T2" fmla="*/ 6 w 14"/>
                  <a:gd name="T3" fmla="*/ 4 h 20"/>
                  <a:gd name="T4" fmla="*/ 14 w 14"/>
                  <a:gd name="T5" fmla="*/ 6 h 20"/>
                  <a:gd name="T6" fmla="*/ 12 w 14"/>
                  <a:gd name="T7" fmla="*/ 16 h 20"/>
                  <a:gd name="T8" fmla="*/ 6 w 14"/>
                  <a:gd name="T9" fmla="*/ 20 h 20"/>
                  <a:gd name="T10" fmla="*/ 0 w 14"/>
                  <a:gd name="T11" fmla="*/ 12 h 20"/>
                  <a:gd name="T12" fmla="*/ 0 w 14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20">
                    <a:moveTo>
                      <a:pt x="0" y="0"/>
                    </a:moveTo>
                    <a:lnTo>
                      <a:pt x="6" y="4"/>
                    </a:lnTo>
                    <a:lnTo>
                      <a:pt x="14" y="6"/>
                    </a:lnTo>
                    <a:lnTo>
                      <a:pt x="12" y="16"/>
                    </a:lnTo>
                    <a:lnTo>
                      <a:pt x="6" y="20"/>
                    </a:lnTo>
                    <a:lnTo>
                      <a:pt x="0" y="1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8001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7" name="Freeform 49">
                <a:extLst>
                  <a:ext uri="{FF2B5EF4-FFF2-40B4-BE49-F238E27FC236}">
                    <a16:creationId xmlns:a16="http://schemas.microsoft.com/office/drawing/2014/main" id="{4ADA73FE-8E16-43E1-A78B-C73F5AC53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3042" y="3814461"/>
                <a:ext cx="31695" cy="30545"/>
              </a:xfrm>
              <a:custGeom>
                <a:avLst/>
                <a:gdLst>
                  <a:gd name="T0" fmla="*/ 4 w 14"/>
                  <a:gd name="T1" fmla="*/ 0 h 14"/>
                  <a:gd name="T2" fmla="*/ 8 w 14"/>
                  <a:gd name="T3" fmla="*/ 0 h 14"/>
                  <a:gd name="T4" fmla="*/ 14 w 14"/>
                  <a:gd name="T5" fmla="*/ 6 h 14"/>
                  <a:gd name="T6" fmla="*/ 8 w 14"/>
                  <a:gd name="T7" fmla="*/ 10 h 14"/>
                  <a:gd name="T8" fmla="*/ 2 w 14"/>
                  <a:gd name="T9" fmla="*/ 14 h 14"/>
                  <a:gd name="T10" fmla="*/ 0 w 14"/>
                  <a:gd name="T11" fmla="*/ 6 h 14"/>
                  <a:gd name="T12" fmla="*/ 4 w 14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14">
                    <a:moveTo>
                      <a:pt x="4" y="0"/>
                    </a:moveTo>
                    <a:lnTo>
                      <a:pt x="8" y="0"/>
                    </a:lnTo>
                    <a:lnTo>
                      <a:pt x="14" y="6"/>
                    </a:lnTo>
                    <a:lnTo>
                      <a:pt x="8" y="10"/>
                    </a:lnTo>
                    <a:lnTo>
                      <a:pt x="2" y="14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Freeform 58">
                <a:extLst>
                  <a:ext uri="{FF2B5EF4-FFF2-40B4-BE49-F238E27FC236}">
                    <a16:creationId xmlns:a16="http://schemas.microsoft.com/office/drawing/2014/main" id="{E3EEB9C4-CB6F-4F1A-806D-DA8902114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1807" y="5411536"/>
                <a:ext cx="131313" cy="139634"/>
              </a:xfrm>
              <a:custGeom>
                <a:avLst/>
                <a:gdLst>
                  <a:gd name="T0" fmla="*/ 34 w 58"/>
                  <a:gd name="T1" fmla="*/ 64 h 64"/>
                  <a:gd name="T2" fmla="*/ 42 w 58"/>
                  <a:gd name="T3" fmla="*/ 56 h 64"/>
                  <a:gd name="T4" fmla="*/ 48 w 58"/>
                  <a:gd name="T5" fmla="*/ 50 h 64"/>
                  <a:gd name="T6" fmla="*/ 52 w 58"/>
                  <a:gd name="T7" fmla="*/ 46 h 64"/>
                  <a:gd name="T8" fmla="*/ 58 w 58"/>
                  <a:gd name="T9" fmla="*/ 38 h 64"/>
                  <a:gd name="T10" fmla="*/ 54 w 58"/>
                  <a:gd name="T11" fmla="*/ 34 h 64"/>
                  <a:gd name="T12" fmla="*/ 48 w 58"/>
                  <a:gd name="T13" fmla="*/ 34 h 64"/>
                  <a:gd name="T14" fmla="*/ 48 w 58"/>
                  <a:gd name="T15" fmla="*/ 0 h 64"/>
                  <a:gd name="T16" fmla="*/ 18 w 58"/>
                  <a:gd name="T17" fmla="*/ 2 h 64"/>
                  <a:gd name="T18" fmla="*/ 16 w 58"/>
                  <a:gd name="T19" fmla="*/ 6 h 64"/>
                  <a:gd name="T20" fmla="*/ 18 w 58"/>
                  <a:gd name="T21" fmla="*/ 14 h 64"/>
                  <a:gd name="T22" fmla="*/ 26 w 58"/>
                  <a:gd name="T23" fmla="*/ 20 h 64"/>
                  <a:gd name="T24" fmla="*/ 30 w 58"/>
                  <a:gd name="T25" fmla="*/ 26 h 64"/>
                  <a:gd name="T26" fmla="*/ 26 w 58"/>
                  <a:gd name="T27" fmla="*/ 28 h 64"/>
                  <a:gd name="T28" fmla="*/ 14 w 58"/>
                  <a:gd name="T29" fmla="*/ 30 h 64"/>
                  <a:gd name="T30" fmla="*/ 10 w 58"/>
                  <a:gd name="T31" fmla="*/ 28 h 64"/>
                  <a:gd name="T32" fmla="*/ 4 w 58"/>
                  <a:gd name="T33" fmla="*/ 36 h 64"/>
                  <a:gd name="T34" fmla="*/ 2 w 58"/>
                  <a:gd name="T35" fmla="*/ 42 h 64"/>
                  <a:gd name="T36" fmla="*/ 0 w 58"/>
                  <a:gd name="T37" fmla="*/ 54 h 64"/>
                  <a:gd name="T38" fmla="*/ 6 w 58"/>
                  <a:gd name="T39" fmla="*/ 58 h 64"/>
                  <a:gd name="T40" fmla="*/ 12 w 58"/>
                  <a:gd name="T41" fmla="*/ 62 h 64"/>
                  <a:gd name="T42" fmla="*/ 22 w 58"/>
                  <a:gd name="T43" fmla="*/ 64 h 64"/>
                  <a:gd name="T44" fmla="*/ 34 w 58"/>
                  <a:gd name="T45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8" h="64">
                    <a:moveTo>
                      <a:pt x="34" y="64"/>
                    </a:moveTo>
                    <a:lnTo>
                      <a:pt x="42" y="56"/>
                    </a:lnTo>
                    <a:lnTo>
                      <a:pt x="48" y="50"/>
                    </a:lnTo>
                    <a:lnTo>
                      <a:pt x="52" y="46"/>
                    </a:lnTo>
                    <a:lnTo>
                      <a:pt x="58" y="38"/>
                    </a:lnTo>
                    <a:lnTo>
                      <a:pt x="54" y="34"/>
                    </a:lnTo>
                    <a:lnTo>
                      <a:pt x="48" y="34"/>
                    </a:lnTo>
                    <a:lnTo>
                      <a:pt x="48" y="0"/>
                    </a:lnTo>
                    <a:lnTo>
                      <a:pt x="18" y="2"/>
                    </a:lnTo>
                    <a:lnTo>
                      <a:pt x="16" y="6"/>
                    </a:lnTo>
                    <a:lnTo>
                      <a:pt x="18" y="14"/>
                    </a:lnTo>
                    <a:lnTo>
                      <a:pt x="26" y="20"/>
                    </a:lnTo>
                    <a:lnTo>
                      <a:pt x="30" y="26"/>
                    </a:lnTo>
                    <a:lnTo>
                      <a:pt x="26" y="28"/>
                    </a:lnTo>
                    <a:lnTo>
                      <a:pt x="14" y="30"/>
                    </a:lnTo>
                    <a:lnTo>
                      <a:pt x="10" y="28"/>
                    </a:lnTo>
                    <a:lnTo>
                      <a:pt x="4" y="36"/>
                    </a:lnTo>
                    <a:lnTo>
                      <a:pt x="2" y="42"/>
                    </a:lnTo>
                    <a:lnTo>
                      <a:pt x="0" y="54"/>
                    </a:lnTo>
                    <a:lnTo>
                      <a:pt x="6" y="58"/>
                    </a:lnTo>
                    <a:lnTo>
                      <a:pt x="12" y="62"/>
                    </a:lnTo>
                    <a:lnTo>
                      <a:pt x="22" y="64"/>
                    </a:lnTo>
                    <a:lnTo>
                      <a:pt x="34" y="64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9" name="Freeform 59">
                <a:extLst>
                  <a:ext uri="{FF2B5EF4-FFF2-40B4-BE49-F238E27FC236}">
                    <a16:creationId xmlns:a16="http://schemas.microsoft.com/office/drawing/2014/main" id="{E5E1D849-513D-44A6-B629-17E86B7A2A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20483" y="5389717"/>
                <a:ext cx="27169" cy="95999"/>
              </a:xfrm>
              <a:custGeom>
                <a:avLst/>
                <a:gdLst>
                  <a:gd name="T0" fmla="*/ 10 w 12"/>
                  <a:gd name="T1" fmla="*/ 0 h 44"/>
                  <a:gd name="T2" fmla="*/ 12 w 12"/>
                  <a:gd name="T3" fmla="*/ 6 h 44"/>
                  <a:gd name="T4" fmla="*/ 10 w 12"/>
                  <a:gd name="T5" fmla="*/ 12 h 44"/>
                  <a:gd name="T6" fmla="*/ 10 w 12"/>
                  <a:gd name="T7" fmla="*/ 26 h 44"/>
                  <a:gd name="T8" fmla="*/ 10 w 12"/>
                  <a:gd name="T9" fmla="*/ 34 h 44"/>
                  <a:gd name="T10" fmla="*/ 6 w 12"/>
                  <a:gd name="T11" fmla="*/ 38 h 44"/>
                  <a:gd name="T12" fmla="*/ 0 w 12"/>
                  <a:gd name="T13" fmla="*/ 44 h 44"/>
                  <a:gd name="T14" fmla="*/ 0 w 12"/>
                  <a:gd name="T15" fmla="*/ 10 h 44"/>
                  <a:gd name="T16" fmla="*/ 6 w 12"/>
                  <a:gd name="T17" fmla="*/ 4 h 44"/>
                  <a:gd name="T18" fmla="*/ 10 w 12"/>
                  <a:gd name="T1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44">
                    <a:moveTo>
                      <a:pt x="10" y="0"/>
                    </a:moveTo>
                    <a:lnTo>
                      <a:pt x="12" y="6"/>
                    </a:lnTo>
                    <a:lnTo>
                      <a:pt x="10" y="12"/>
                    </a:lnTo>
                    <a:lnTo>
                      <a:pt x="10" y="26"/>
                    </a:lnTo>
                    <a:lnTo>
                      <a:pt x="10" y="34"/>
                    </a:lnTo>
                    <a:lnTo>
                      <a:pt x="6" y="38"/>
                    </a:lnTo>
                    <a:lnTo>
                      <a:pt x="0" y="44"/>
                    </a:lnTo>
                    <a:lnTo>
                      <a:pt x="0" y="10"/>
                    </a:lnTo>
                    <a:lnTo>
                      <a:pt x="6" y="4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Freeform 60">
                <a:extLst>
                  <a:ext uri="{FF2B5EF4-FFF2-40B4-BE49-F238E27FC236}">
                    <a16:creationId xmlns:a16="http://schemas.microsoft.com/office/drawing/2014/main" id="{A0E52A89-A576-47CC-9FE5-9F0AC6A35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8788" y="5529354"/>
                <a:ext cx="76975" cy="47998"/>
              </a:xfrm>
              <a:custGeom>
                <a:avLst/>
                <a:gdLst>
                  <a:gd name="T0" fmla="*/ 0 w 34"/>
                  <a:gd name="T1" fmla="*/ 10 h 22"/>
                  <a:gd name="T2" fmla="*/ 12 w 34"/>
                  <a:gd name="T3" fmla="*/ 0 h 22"/>
                  <a:gd name="T4" fmla="*/ 18 w 34"/>
                  <a:gd name="T5" fmla="*/ 4 h 22"/>
                  <a:gd name="T6" fmla="*/ 24 w 34"/>
                  <a:gd name="T7" fmla="*/ 8 h 22"/>
                  <a:gd name="T8" fmla="*/ 32 w 34"/>
                  <a:gd name="T9" fmla="*/ 10 h 22"/>
                  <a:gd name="T10" fmla="*/ 34 w 34"/>
                  <a:gd name="T11" fmla="*/ 14 h 22"/>
                  <a:gd name="T12" fmla="*/ 30 w 34"/>
                  <a:gd name="T13" fmla="*/ 20 h 22"/>
                  <a:gd name="T14" fmla="*/ 26 w 34"/>
                  <a:gd name="T15" fmla="*/ 22 h 22"/>
                  <a:gd name="T16" fmla="*/ 16 w 34"/>
                  <a:gd name="T17" fmla="*/ 18 h 22"/>
                  <a:gd name="T18" fmla="*/ 8 w 34"/>
                  <a:gd name="T19" fmla="*/ 14 h 22"/>
                  <a:gd name="T20" fmla="*/ 0 w 34"/>
                  <a:gd name="T21" fmla="*/ 1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" h="22">
                    <a:moveTo>
                      <a:pt x="0" y="10"/>
                    </a:moveTo>
                    <a:lnTo>
                      <a:pt x="12" y="0"/>
                    </a:lnTo>
                    <a:lnTo>
                      <a:pt x="18" y="4"/>
                    </a:lnTo>
                    <a:lnTo>
                      <a:pt x="24" y="8"/>
                    </a:lnTo>
                    <a:lnTo>
                      <a:pt x="32" y="10"/>
                    </a:lnTo>
                    <a:lnTo>
                      <a:pt x="34" y="14"/>
                    </a:lnTo>
                    <a:lnTo>
                      <a:pt x="30" y="20"/>
                    </a:lnTo>
                    <a:lnTo>
                      <a:pt x="26" y="22"/>
                    </a:lnTo>
                    <a:lnTo>
                      <a:pt x="16" y="18"/>
                    </a:lnTo>
                    <a:lnTo>
                      <a:pt x="8" y="14"/>
                    </a:lnTo>
                    <a:lnTo>
                      <a:pt x="0" y="1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1" name="Freeform 61">
                <a:extLst>
                  <a:ext uri="{FF2B5EF4-FFF2-40B4-BE49-F238E27FC236}">
                    <a16:creationId xmlns:a16="http://schemas.microsoft.com/office/drawing/2014/main" id="{707B0C9A-4E4D-4E47-803C-9C9647E497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15957" y="5481352"/>
                <a:ext cx="217343" cy="104725"/>
              </a:xfrm>
              <a:custGeom>
                <a:avLst/>
                <a:gdLst>
                  <a:gd name="T0" fmla="*/ 12 w 96"/>
                  <a:gd name="T1" fmla="*/ 6 h 48"/>
                  <a:gd name="T2" fmla="*/ 26 w 96"/>
                  <a:gd name="T3" fmla="*/ 2 h 48"/>
                  <a:gd name="T4" fmla="*/ 34 w 96"/>
                  <a:gd name="T5" fmla="*/ 2 h 48"/>
                  <a:gd name="T6" fmla="*/ 42 w 96"/>
                  <a:gd name="T7" fmla="*/ 4 h 48"/>
                  <a:gd name="T8" fmla="*/ 52 w 96"/>
                  <a:gd name="T9" fmla="*/ 2 h 48"/>
                  <a:gd name="T10" fmla="*/ 64 w 96"/>
                  <a:gd name="T11" fmla="*/ 0 h 48"/>
                  <a:gd name="T12" fmla="*/ 74 w 96"/>
                  <a:gd name="T13" fmla="*/ 0 h 48"/>
                  <a:gd name="T14" fmla="*/ 80 w 96"/>
                  <a:gd name="T15" fmla="*/ 0 h 48"/>
                  <a:gd name="T16" fmla="*/ 84 w 96"/>
                  <a:gd name="T17" fmla="*/ 4 h 48"/>
                  <a:gd name="T18" fmla="*/ 96 w 96"/>
                  <a:gd name="T19" fmla="*/ 12 h 48"/>
                  <a:gd name="T20" fmla="*/ 94 w 96"/>
                  <a:gd name="T21" fmla="*/ 16 h 48"/>
                  <a:gd name="T22" fmla="*/ 88 w 96"/>
                  <a:gd name="T23" fmla="*/ 18 h 48"/>
                  <a:gd name="T24" fmla="*/ 80 w 96"/>
                  <a:gd name="T25" fmla="*/ 18 h 48"/>
                  <a:gd name="T26" fmla="*/ 70 w 96"/>
                  <a:gd name="T27" fmla="*/ 18 h 48"/>
                  <a:gd name="T28" fmla="*/ 64 w 96"/>
                  <a:gd name="T29" fmla="*/ 22 h 48"/>
                  <a:gd name="T30" fmla="*/ 56 w 96"/>
                  <a:gd name="T31" fmla="*/ 30 h 48"/>
                  <a:gd name="T32" fmla="*/ 48 w 96"/>
                  <a:gd name="T33" fmla="*/ 32 h 48"/>
                  <a:gd name="T34" fmla="*/ 42 w 96"/>
                  <a:gd name="T35" fmla="*/ 34 h 48"/>
                  <a:gd name="T36" fmla="*/ 40 w 96"/>
                  <a:gd name="T37" fmla="*/ 42 h 48"/>
                  <a:gd name="T38" fmla="*/ 36 w 96"/>
                  <a:gd name="T39" fmla="*/ 46 h 48"/>
                  <a:gd name="T40" fmla="*/ 30 w 96"/>
                  <a:gd name="T41" fmla="*/ 48 h 48"/>
                  <a:gd name="T42" fmla="*/ 30 w 96"/>
                  <a:gd name="T43" fmla="*/ 42 h 48"/>
                  <a:gd name="T44" fmla="*/ 28 w 96"/>
                  <a:gd name="T45" fmla="*/ 36 h 48"/>
                  <a:gd name="T46" fmla="*/ 22 w 96"/>
                  <a:gd name="T47" fmla="*/ 36 h 48"/>
                  <a:gd name="T48" fmla="*/ 20 w 96"/>
                  <a:gd name="T49" fmla="*/ 32 h 48"/>
                  <a:gd name="T50" fmla="*/ 6 w 96"/>
                  <a:gd name="T51" fmla="*/ 26 h 48"/>
                  <a:gd name="T52" fmla="*/ 0 w 96"/>
                  <a:gd name="T53" fmla="*/ 22 h 48"/>
                  <a:gd name="T54" fmla="*/ 12 w 96"/>
                  <a:gd name="T55" fmla="*/ 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6" h="48">
                    <a:moveTo>
                      <a:pt x="12" y="6"/>
                    </a:moveTo>
                    <a:lnTo>
                      <a:pt x="26" y="2"/>
                    </a:lnTo>
                    <a:lnTo>
                      <a:pt x="34" y="2"/>
                    </a:lnTo>
                    <a:lnTo>
                      <a:pt x="42" y="4"/>
                    </a:lnTo>
                    <a:lnTo>
                      <a:pt x="52" y="2"/>
                    </a:lnTo>
                    <a:lnTo>
                      <a:pt x="64" y="0"/>
                    </a:lnTo>
                    <a:lnTo>
                      <a:pt x="74" y="0"/>
                    </a:lnTo>
                    <a:lnTo>
                      <a:pt x="80" y="0"/>
                    </a:lnTo>
                    <a:lnTo>
                      <a:pt x="84" y="4"/>
                    </a:lnTo>
                    <a:lnTo>
                      <a:pt x="96" y="12"/>
                    </a:lnTo>
                    <a:lnTo>
                      <a:pt x="94" y="16"/>
                    </a:lnTo>
                    <a:lnTo>
                      <a:pt x="88" y="18"/>
                    </a:lnTo>
                    <a:lnTo>
                      <a:pt x="80" y="18"/>
                    </a:lnTo>
                    <a:lnTo>
                      <a:pt x="70" y="18"/>
                    </a:lnTo>
                    <a:lnTo>
                      <a:pt x="64" y="22"/>
                    </a:lnTo>
                    <a:lnTo>
                      <a:pt x="56" y="30"/>
                    </a:lnTo>
                    <a:lnTo>
                      <a:pt x="48" y="32"/>
                    </a:lnTo>
                    <a:lnTo>
                      <a:pt x="42" y="34"/>
                    </a:lnTo>
                    <a:lnTo>
                      <a:pt x="40" y="42"/>
                    </a:lnTo>
                    <a:lnTo>
                      <a:pt x="36" y="46"/>
                    </a:lnTo>
                    <a:lnTo>
                      <a:pt x="30" y="48"/>
                    </a:lnTo>
                    <a:lnTo>
                      <a:pt x="30" y="42"/>
                    </a:lnTo>
                    <a:lnTo>
                      <a:pt x="28" y="36"/>
                    </a:lnTo>
                    <a:lnTo>
                      <a:pt x="22" y="36"/>
                    </a:lnTo>
                    <a:lnTo>
                      <a:pt x="20" y="32"/>
                    </a:lnTo>
                    <a:lnTo>
                      <a:pt x="6" y="26"/>
                    </a:lnTo>
                    <a:lnTo>
                      <a:pt x="0" y="22"/>
                    </a:lnTo>
                    <a:lnTo>
                      <a:pt x="12" y="6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Freeform 62">
                <a:extLst>
                  <a:ext uri="{FF2B5EF4-FFF2-40B4-BE49-F238E27FC236}">
                    <a16:creationId xmlns:a16="http://schemas.microsoft.com/office/drawing/2014/main" id="{F03193DB-C6D7-4F5D-BA7D-864F2378C0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83876" y="5516261"/>
                <a:ext cx="144897" cy="144000"/>
              </a:xfrm>
              <a:custGeom>
                <a:avLst/>
                <a:gdLst>
                  <a:gd name="T0" fmla="*/ 54 w 64"/>
                  <a:gd name="T1" fmla="*/ 66 h 66"/>
                  <a:gd name="T2" fmla="*/ 44 w 64"/>
                  <a:gd name="T3" fmla="*/ 62 h 66"/>
                  <a:gd name="T4" fmla="*/ 26 w 64"/>
                  <a:gd name="T5" fmla="*/ 60 h 66"/>
                  <a:gd name="T6" fmla="*/ 14 w 64"/>
                  <a:gd name="T7" fmla="*/ 50 h 66"/>
                  <a:gd name="T8" fmla="*/ 6 w 64"/>
                  <a:gd name="T9" fmla="*/ 42 h 66"/>
                  <a:gd name="T10" fmla="*/ 0 w 64"/>
                  <a:gd name="T11" fmla="*/ 32 h 66"/>
                  <a:gd name="T12" fmla="*/ 10 w 64"/>
                  <a:gd name="T13" fmla="*/ 26 h 66"/>
                  <a:gd name="T14" fmla="*/ 12 w 64"/>
                  <a:gd name="T15" fmla="*/ 18 h 66"/>
                  <a:gd name="T16" fmla="*/ 26 w 64"/>
                  <a:gd name="T17" fmla="*/ 14 h 66"/>
                  <a:gd name="T18" fmla="*/ 34 w 64"/>
                  <a:gd name="T19" fmla="*/ 6 h 66"/>
                  <a:gd name="T20" fmla="*/ 40 w 64"/>
                  <a:gd name="T21" fmla="*/ 2 h 66"/>
                  <a:gd name="T22" fmla="*/ 50 w 64"/>
                  <a:gd name="T23" fmla="*/ 2 h 66"/>
                  <a:gd name="T24" fmla="*/ 58 w 64"/>
                  <a:gd name="T25" fmla="*/ 2 h 66"/>
                  <a:gd name="T26" fmla="*/ 64 w 64"/>
                  <a:gd name="T27" fmla="*/ 0 h 66"/>
                  <a:gd name="T28" fmla="*/ 64 w 64"/>
                  <a:gd name="T29" fmla="*/ 6 h 66"/>
                  <a:gd name="T30" fmla="*/ 62 w 64"/>
                  <a:gd name="T31" fmla="*/ 18 h 66"/>
                  <a:gd name="T32" fmla="*/ 58 w 64"/>
                  <a:gd name="T33" fmla="*/ 30 h 66"/>
                  <a:gd name="T34" fmla="*/ 56 w 64"/>
                  <a:gd name="T35" fmla="*/ 42 h 66"/>
                  <a:gd name="T36" fmla="*/ 56 w 64"/>
                  <a:gd name="T37" fmla="*/ 52 h 66"/>
                  <a:gd name="T38" fmla="*/ 54 w 64"/>
                  <a:gd name="T39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4" h="66">
                    <a:moveTo>
                      <a:pt x="54" y="66"/>
                    </a:moveTo>
                    <a:lnTo>
                      <a:pt x="44" y="62"/>
                    </a:lnTo>
                    <a:lnTo>
                      <a:pt x="26" y="60"/>
                    </a:lnTo>
                    <a:lnTo>
                      <a:pt x="14" y="50"/>
                    </a:lnTo>
                    <a:lnTo>
                      <a:pt x="6" y="42"/>
                    </a:lnTo>
                    <a:lnTo>
                      <a:pt x="0" y="32"/>
                    </a:lnTo>
                    <a:lnTo>
                      <a:pt x="10" y="26"/>
                    </a:lnTo>
                    <a:lnTo>
                      <a:pt x="12" y="18"/>
                    </a:lnTo>
                    <a:lnTo>
                      <a:pt x="26" y="14"/>
                    </a:lnTo>
                    <a:lnTo>
                      <a:pt x="34" y="6"/>
                    </a:lnTo>
                    <a:lnTo>
                      <a:pt x="40" y="2"/>
                    </a:lnTo>
                    <a:lnTo>
                      <a:pt x="50" y="2"/>
                    </a:lnTo>
                    <a:lnTo>
                      <a:pt x="58" y="2"/>
                    </a:lnTo>
                    <a:lnTo>
                      <a:pt x="64" y="0"/>
                    </a:lnTo>
                    <a:lnTo>
                      <a:pt x="64" y="6"/>
                    </a:lnTo>
                    <a:lnTo>
                      <a:pt x="62" y="18"/>
                    </a:lnTo>
                    <a:lnTo>
                      <a:pt x="58" y="30"/>
                    </a:lnTo>
                    <a:lnTo>
                      <a:pt x="56" y="42"/>
                    </a:lnTo>
                    <a:lnTo>
                      <a:pt x="56" y="52"/>
                    </a:lnTo>
                    <a:lnTo>
                      <a:pt x="54" y="66"/>
                    </a:lnTo>
                    <a:close/>
                  </a:path>
                </a:pathLst>
              </a:custGeom>
              <a:grpFill/>
              <a:ln w="8001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/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3" name="Freeform 71">
                <a:extLst>
                  <a:ext uri="{FF2B5EF4-FFF2-40B4-BE49-F238E27FC236}">
                    <a16:creationId xmlns:a16="http://schemas.microsoft.com/office/drawing/2014/main" id="{85ABB9F3-0415-4D6B-85B3-62D16642C6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5331" y="4866087"/>
                <a:ext cx="27169" cy="17456"/>
              </a:xfrm>
              <a:custGeom>
                <a:avLst/>
                <a:gdLst>
                  <a:gd name="T0" fmla="*/ 6 w 12"/>
                  <a:gd name="T1" fmla="*/ 0 h 8"/>
                  <a:gd name="T2" fmla="*/ 2 w 12"/>
                  <a:gd name="T3" fmla="*/ 2 h 8"/>
                  <a:gd name="T4" fmla="*/ 0 w 12"/>
                  <a:gd name="T5" fmla="*/ 8 h 8"/>
                  <a:gd name="T6" fmla="*/ 8 w 12"/>
                  <a:gd name="T7" fmla="*/ 8 h 8"/>
                  <a:gd name="T8" fmla="*/ 12 w 12"/>
                  <a:gd name="T9" fmla="*/ 8 h 8"/>
                  <a:gd name="T10" fmla="*/ 6 w 12"/>
                  <a:gd name="T1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12" y="8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Freeform 63">
                <a:extLst>
                  <a:ext uri="{FF2B5EF4-FFF2-40B4-BE49-F238E27FC236}">
                    <a16:creationId xmlns:a16="http://schemas.microsoft.com/office/drawing/2014/main" id="{08D4FBE5-10CB-4ADB-83FF-D4F7DE963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8204" y="5647165"/>
                <a:ext cx="113199" cy="95999"/>
              </a:xfrm>
              <a:custGeom>
                <a:avLst/>
                <a:gdLst>
                  <a:gd name="T0" fmla="*/ 18 w 50"/>
                  <a:gd name="T1" fmla="*/ 20 h 44"/>
                  <a:gd name="T2" fmla="*/ 12 w 50"/>
                  <a:gd name="T3" fmla="*/ 16 h 44"/>
                  <a:gd name="T4" fmla="*/ 10 w 50"/>
                  <a:gd name="T5" fmla="*/ 22 h 44"/>
                  <a:gd name="T6" fmla="*/ 8 w 50"/>
                  <a:gd name="T7" fmla="*/ 24 h 44"/>
                  <a:gd name="T8" fmla="*/ 2 w 50"/>
                  <a:gd name="T9" fmla="*/ 20 h 44"/>
                  <a:gd name="T10" fmla="*/ 0 w 50"/>
                  <a:gd name="T11" fmla="*/ 16 h 44"/>
                  <a:gd name="T12" fmla="*/ 0 w 50"/>
                  <a:gd name="T13" fmla="*/ 10 h 44"/>
                  <a:gd name="T14" fmla="*/ 2 w 50"/>
                  <a:gd name="T15" fmla="*/ 6 h 44"/>
                  <a:gd name="T16" fmla="*/ 2 w 50"/>
                  <a:gd name="T17" fmla="*/ 0 h 44"/>
                  <a:gd name="T18" fmla="*/ 18 w 50"/>
                  <a:gd name="T19" fmla="*/ 2 h 44"/>
                  <a:gd name="T20" fmla="*/ 30 w 50"/>
                  <a:gd name="T21" fmla="*/ 6 h 44"/>
                  <a:gd name="T22" fmla="*/ 34 w 50"/>
                  <a:gd name="T23" fmla="*/ 10 h 44"/>
                  <a:gd name="T24" fmla="*/ 42 w 50"/>
                  <a:gd name="T25" fmla="*/ 18 h 44"/>
                  <a:gd name="T26" fmla="*/ 48 w 50"/>
                  <a:gd name="T27" fmla="*/ 24 h 44"/>
                  <a:gd name="T28" fmla="*/ 50 w 50"/>
                  <a:gd name="T29" fmla="*/ 28 h 44"/>
                  <a:gd name="T30" fmla="*/ 46 w 50"/>
                  <a:gd name="T31" fmla="*/ 30 h 44"/>
                  <a:gd name="T32" fmla="*/ 44 w 50"/>
                  <a:gd name="T33" fmla="*/ 36 h 44"/>
                  <a:gd name="T34" fmla="*/ 42 w 50"/>
                  <a:gd name="T35" fmla="*/ 42 h 44"/>
                  <a:gd name="T36" fmla="*/ 38 w 50"/>
                  <a:gd name="T37" fmla="*/ 44 h 44"/>
                  <a:gd name="T38" fmla="*/ 34 w 50"/>
                  <a:gd name="T39" fmla="*/ 32 h 44"/>
                  <a:gd name="T40" fmla="*/ 28 w 50"/>
                  <a:gd name="T41" fmla="*/ 26 h 44"/>
                  <a:gd name="T42" fmla="*/ 24 w 50"/>
                  <a:gd name="T43" fmla="*/ 24 h 44"/>
                  <a:gd name="T44" fmla="*/ 18 w 50"/>
                  <a:gd name="T45" fmla="*/ 2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" h="44">
                    <a:moveTo>
                      <a:pt x="18" y="20"/>
                    </a:moveTo>
                    <a:lnTo>
                      <a:pt x="12" y="16"/>
                    </a:lnTo>
                    <a:lnTo>
                      <a:pt x="10" y="22"/>
                    </a:lnTo>
                    <a:lnTo>
                      <a:pt x="8" y="24"/>
                    </a:lnTo>
                    <a:lnTo>
                      <a:pt x="2" y="20"/>
                    </a:lnTo>
                    <a:lnTo>
                      <a:pt x="0" y="16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2" y="0"/>
                    </a:lnTo>
                    <a:lnTo>
                      <a:pt x="18" y="2"/>
                    </a:lnTo>
                    <a:lnTo>
                      <a:pt x="30" y="6"/>
                    </a:lnTo>
                    <a:lnTo>
                      <a:pt x="34" y="10"/>
                    </a:lnTo>
                    <a:lnTo>
                      <a:pt x="42" y="18"/>
                    </a:lnTo>
                    <a:lnTo>
                      <a:pt x="48" y="24"/>
                    </a:lnTo>
                    <a:lnTo>
                      <a:pt x="50" y="28"/>
                    </a:lnTo>
                    <a:lnTo>
                      <a:pt x="46" y="30"/>
                    </a:lnTo>
                    <a:lnTo>
                      <a:pt x="44" y="36"/>
                    </a:lnTo>
                    <a:lnTo>
                      <a:pt x="42" y="42"/>
                    </a:lnTo>
                    <a:lnTo>
                      <a:pt x="38" y="44"/>
                    </a:lnTo>
                    <a:lnTo>
                      <a:pt x="34" y="32"/>
                    </a:lnTo>
                    <a:lnTo>
                      <a:pt x="28" y="26"/>
                    </a:lnTo>
                    <a:lnTo>
                      <a:pt x="24" y="24"/>
                    </a:lnTo>
                    <a:lnTo>
                      <a:pt x="18" y="20"/>
                    </a:lnTo>
                    <a:close/>
                  </a:path>
                </a:pathLst>
              </a:custGeom>
              <a:grpFill/>
              <a:ln w="8001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1950134">
                  <a:defRPr/>
                </a:pPr>
                <a:endParaRPr lang="en-US" sz="2400" kern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66344D34-6326-4A7E-BAD9-C495B22ACB38}"/>
                </a:ext>
              </a:extLst>
            </p:cNvPr>
            <p:cNvSpPr txBox="1"/>
            <p:nvPr/>
          </p:nvSpPr>
          <p:spPr>
            <a:xfrm>
              <a:off x="9445833" y="2655294"/>
              <a:ext cx="11448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tx2">
                      <a:lumMod val="60000"/>
                      <a:lumOff val="4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en-JM" altLang="en-US" dirty="0"/>
                <a:t>North America</a:t>
              </a:r>
              <a:endParaRPr lang="id-ID" dirty="0"/>
            </a:p>
          </p:txBody>
        </p:sp>
      </p:grpSp>
      <p:grpSp>
        <p:nvGrpSpPr>
          <p:cNvPr id="721" name="Group 720">
            <a:extLst>
              <a:ext uri="{FF2B5EF4-FFF2-40B4-BE49-F238E27FC236}">
                <a16:creationId xmlns:a16="http://schemas.microsoft.com/office/drawing/2014/main" id="{7AC0B0A1-3308-4E1E-9211-B3B106CC18E5}"/>
              </a:ext>
            </a:extLst>
          </p:cNvPr>
          <p:cNvGrpSpPr/>
          <p:nvPr/>
        </p:nvGrpSpPr>
        <p:grpSpPr>
          <a:xfrm>
            <a:off x="7798091" y="1375280"/>
            <a:ext cx="1163424" cy="1408274"/>
            <a:chOff x="7528530" y="1508630"/>
            <a:chExt cx="1163424" cy="1408274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707" name="Group 706">
              <a:extLst>
                <a:ext uri="{FF2B5EF4-FFF2-40B4-BE49-F238E27FC236}">
                  <a16:creationId xmlns:a16="http://schemas.microsoft.com/office/drawing/2014/main" id="{9910B0CD-A7EF-4026-9C68-05BA721EE58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28530" y="1508630"/>
              <a:ext cx="1163424" cy="1097280"/>
              <a:chOff x="9160532" y="1476503"/>
              <a:chExt cx="1607543" cy="1516149"/>
            </a:xfrm>
            <a:grpFill/>
          </p:grpSpPr>
          <p:sp>
            <p:nvSpPr>
              <p:cNvPr id="656" name="Shape">
                <a:extLst>
                  <a:ext uri="{FF2B5EF4-FFF2-40B4-BE49-F238E27FC236}">
                    <a16:creationId xmlns:a16="http://schemas.microsoft.com/office/drawing/2014/main" id="{8272172C-ED63-48C3-B517-F17A23F027B7}"/>
                  </a:ext>
                </a:extLst>
              </p:cNvPr>
              <p:cNvSpPr/>
              <p:nvPr/>
            </p:nvSpPr>
            <p:spPr>
              <a:xfrm>
                <a:off x="9160532" y="1621349"/>
                <a:ext cx="635078" cy="9340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33" y="1093"/>
                    </a:moveTo>
                    <a:cubicBezTo>
                      <a:pt x="21452" y="1061"/>
                      <a:pt x="21354" y="1050"/>
                      <a:pt x="21257" y="1027"/>
                    </a:cubicBezTo>
                    <a:cubicBezTo>
                      <a:pt x="21145" y="1016"/>
                      <a:pt x="21095" y="972"/>
                      <a:pt x="20983" y="972"/>
                    </a:cubicBezTo>
                    <a:cubicBezTo>
                      <a:pt x="20933" y="972"/>
                      <a:pt x="20899" y="983"/>
                      <a:pt x="20835" y="983"/>
                    </a:cubicBezTo>
                    <a:cubicBezTo>
                      <a:pt x="20835" y="1038"/>
                      <a:pt x="20852" y="1082"/>
                      <a:pt x="20899" y="1126"/>
                    </a:cubicBezTo>
                    <a:cubicBezTo>
                      <a:pt x="20885" y="1137"/>
                      <a:pt x="20885" y="1137"/>
                      <a:pt x="20885" y="1137"/>
                    </a:cubicBezTo>
                    <a:cubicBezTo>
                      <a:pt x="20852" y="1137"/>
                      <a:pt x="20835" y="1126"/>
                      <a:pt x="20802" y="1116"/>
                    </a:cubicBezTo>
                    <a:cubicBezTo>
                      <a:pt x="20771" y="1126"/>
                      <a:pt x="20771" y="1126"/>
                      <a:pt x="20771" y="1126"/>
                    </a:cubicBezTo>
                    <a:cubicBezTo>
                      <a:pt x="20771" y="1137"/>
                      <a:pt x="20788" y="1148"/>
                      <a:pt x="20802" y="1160"/>
                    </a:cubicBezTo>
                    <a:cubicBezTo>
                      <a:pt x="20788" y="1181"/>
                      <a:pt x="20788" y="1181"/>
                      <a:pt x="20788" y="1181"/>
                    </a:cubicBezTo>
                    <a:cubicBezTo>
                      <a:pt x="20737" y="1171"/>
                      <a:pt x="20704" y="1148"/>
                      <a:pt x="20673" y="1126"/>
                    </a:cubicBezTo>
                    <a:cubicBezTo>
                      <a:pt x="20640" y="1137"/>
                      <a:pt x="20640" y="1137"/>
                      <a:pt x="20640" y="1137"/>
                    </a:cubicBezTo>
                    <a:cubicBezTo>
                      <a:pt x="20640" y="1181"/>
                      <a:pt x="20673" y="1192"/>
                      <a:pt x="20673" y="1238"/>
                    </a:cubicBezTo>
                    <a:cubicBezTo>
                      <a:pt x="20673" y="1247"/>
                      <a:pt x="20656" y="1247"/>
                      <a:pt x="20640" y="1247"/>
                    </a:cubicBezTo>
                    <a:cubicBezTo>
                      <a:pt x="20559" y="1171"/>
                      <a:pt x="20559" y="1171"/>
                      <a:pt x="20559" y="1171"/>
                    </a:cubicBezTo>
                    <a:cubicBezTo>
                      <a:pt x="20511" y="1215"/>
                      <a:pt x="20478" y="1238"/>
                      <a:pt x="20478" y="1293"/>
                    </a:cubicBezTo>
                    <a:cubicBezTo>
                      <a:pt x="20478" y="1371"/>
                      <a:pt x="20592" y="1568"/>
                      <a:pt x="20413" y="1371"/>
                    </a:cubicBezTo>
                    <a:cubicBezTo>
                      <a:pt x="20380" y="1426"/>
                      <a:pt x="20346" y="1502"/>
                      <a:pt x="20346" y="1547"/>
                    </a:cubicBezTo>
                    <a:cubicBezTo>
                      <a:pt x="20346" y="1568"/>
                      <a:pt x="20380" y="1623"/>
                      <a:pt x="20346" y="1579"/>
                    </a:cubicBezTo>
                    <a:cubicBezTo>
                      <a:pt x="20266" y="1490"/>
                      <a:pt x="20266" y="1490"/>
                      <a:pt x="20266" y="1490"/>
                    </a:cubicBezTo>
                    <a:cubicBezTo>
                      <a:pt x="20168" y="1481"/>
                      <a:pt x="20087" y="1435"/>
                      <a:pt x="20249" y="1435"/>
                    </a:cubicBezTo>
                    <a:cubicBezTo>
                      <a:pt x="20316" y="1435"/>
                      <a:pt x="20363" y="1403"/>
                      <a:pt x="20363" y="1359"/>
                    </a:cubicBezTo>
                    <a:cubicBezTo>
                      <a:pt x="20363" y="1293"/>
                      <a:pt x="20316" y="1259"/>
                      <a:pt x="20316" y="1181"/>
                    </a:cubicBezTo>
                    <a:cubicBezTo>
                      <a:pt x="20316" y="1126"/>
                      <a:pt x="20299" y="1093"/>
                      <a:pt x="20333" y="1050"/>
                    </a:cubicBezTo>
                    <a:cubicBezTo>
                      <a:pt x="20363" y="1016"/>
                      <a:pt x="20430" y="1004"/>
                      <a:pt x="20430" y="961"/>
                    </a:cubicBezTo>
                    <a:cubicBezTo>
                      <a:pt x="20430" y="862"/>
                      <a:pt x="20299" y="828"/>
                      <a:pt x="20185" y="784"/>
                    </a:cubicBezTo>
                    <a:cubicBezTo>
                      <a:pt x="20073" y="740"/>
                      <a:pt x="20039" y="706"/>
                      <a:pt x="19975" y="640"/>
                    </a:cubicBezTo>
                    <a:cubicBezTo>
                      <a:pt x="19958" y="607"/>
                      <a:pt x="19891" y="607"/>
                      <a:pt x="19891" y="585"/>
                    </a:cubicBezTo>
                    <a:cubicBezTo>
                      <a:pt x="19891" y="562"/>
                      <a:pt x="19908" y="562"/>
                      <a:pt x="19908" y="552"/>
                    </a:cubicBezTo>
                    <a:cubicBezTo>
                      <a:pt x="19908" y="475"/>
                      <a:pt x="19794" y="463"/>
                      <a:pt x="19699" y="420"/>
                    </a:cubicBezTo>
                    <a:cubicBezTo>
                      <a:pt x="19649" y="397"/>
                      <a:pt x="19618" y="376"/>
                      <a:pt x="19551" y="353"/>
                    </a:cubicBezTo>
                    <a:cubicBezTo>
                      <a:pt x="19503" y="330"/>
                      <a:pt x="19422" y="330"/>
                      <a:pt x="19422" y="298"/>
                    </a:cubicBezTo>
                    <a:cubicBezTo>
                      <a:pt x="19422" y="243"/>
                      <a:pt x="19422" y="188"/>
                      <a:pt x="19355" y="188"/>
                    </a:cubicBezTo>
                    <a:cubicBezTo>
                      <a:pt x="19274" y="188"/>
                      <a:pt x="19227" y="197"/>
                      <a:pt x="19146" y="197"/>
                    </a:cubicBezTo>
                    <a:cubicBezTo>
                      <a:pt x="18981" y="197"/>
                      <a:pt x="18884" y="110"/>
                      <a:pt x="18836" y="0"/>
                    </a:cubicBezTo>
                    <a:cubicBezTo>
                      <a:pt x="18772" y="21"/>
                      <a:pt x="18738" y="44"/>
                      <a:pt x="18691" y="66"/>
                    </a:cubicBezTo>
                    <a:cubicBezTo>
                      <a:pt x="18560" y="32"/>
                      <a:pt x="18560" y="32"/>
                      <a:pt x="18560" y="32"/>
                    </a:cubicBezTo>
                    <a:cubicBezTo>
                      <a:pt x="18526" y="32"/>
                      <a:pt x="18526" y="32"/>
                      <a:pt x="18526" y="32"/>
                    </a:cubicBezTo>
                    <a:cubicBezTo>
                      <a:pt x="18610" y="110"/>
                      <a:pt x="18641" y="165"/>
                      <a:pt x="18738" y="197"/>
                    </a:cubicBezTo>
                    <a:cubicBezTo>
                      <a:pt x="18722" y="220"/>
                      <a:pt x="18722" y="220"/>
                      <a:pt x="18722" y="220"/>
                    </a:cubicBezTo>
                    <a:cubicBezTo>
                      <a:pt x="18674" y="220"/>
                      <a:pt x="18641" y="220"/>
                      <a:pt x="18577" y="220"/>
                    </a:cubicBezTo>
                    <a:cubicBezTo>
                      <a:pt x="18577" y="309"/>
                      <a:pt x="18512" y="364"/>
                      <a:pt x="18398" y="420"/>
                    </a:cubicBezTo>
                    <a:cubicBezTo>
                      <a:pt x="18348" y="431"/>
                      <a:pt x="18348" y="475"/>
                      <a:pt x="18300" y="475"/>
                    </a:cubicBezTo>
                    <a:cubicBezTo>
                      <a:pt x="18169" y="475"/>
                      <a:pt x="18169" y="364"/>
                      <a:pt x="18169" y="275"/>
                    </a:cubicBezTo>
                    <a:cubicBezTo>
                      <a:pt x="18169" y="154"/>
                      <a:pt x="18186" y="252"/>
                      <a:pt x="18057" y="298"/>
                    </a:cubicBezTo>
                    <a:cubicBezTo>
                      <a:pt x="18007" y="319"/>
                      <a:pt x="17926" y="309"/>
                      <a:pt x="17926" y="353"/>
                    </a:cubicBezTo>
                    <a:cubicBezTo>
                      <a:pt x="17926" y="385"/>
                      <a:pt x="18007" y="385"/>
                      <a:pt x="18024" y="420"/>
                    </a:cubicBezTo>
                    <a:cubicBezTo>
                      <a:pt x="17943" y="431"/>
                      <a:pt x="17909" y="475"/>
                      <a:pt x="17845" y="475"/>
                    </a:cubicBezTo>
                    <a:cubicBezTo>
                      <a:pt x="17650" y="475"/>
                      <a:pt x="17828" y="319"/>
                      <a:pt x="17602" y="486"/>
                    </a:cubicBezTo>
                    <a:cubicBezTo>
                      <a:pt x="17616" y="530"/>
                      <a:pt x="17616" y="530"/>
                      <a:pt x="17616" y="530"/>
                    </a:cubicBezTo>
                    <a:cubicBezTo>
                      <a:pt x="17585" y="562"/>
                      <a:pt x="17518" y="585"/>
                      <a:pt x="17518" y="628"/>
                    </a:cubicBezTo>
                    <a:cubicBezTo>
                      <a:pt x="17518" y="662"/>
                      <a:pt x="17552" y="674"/>
                      <a:pt x="17552" y="706"/>
                    </a:cubicBezTo>
                    <a:cubicBezTo>
                      <a:pt x="17552" y="752"/>
                      <a:pt x="17454" y="740"/>
                      <a:pt x="17390" y="752"/>
                    </a:cubicBezTo>
                    <a:cubicBezTo>
                      <a:pt x="17407" y="784"/>
                      <a:pt x="17407" y="807"/>
                      <a:pt x="17423" y="839"/>
                    </a:cubicBezTo>
                    <a:cubicBezTo>
                      <a:pt x="17407" y="828"/>
                      <a:pt x="17407" y="828"/>
                      <a:pt x="17407" y="828"/>
                    </a:cubicBezTo>
                    <a:cubicBezTo>
                      <a:pt x="17373" y="795"/>
                      <a:pt x="17326" y="795"/>
                      <a:pt x="17309" y="761"/>
                    </a:cubicBezTo>
                    <a:cubicBezTo>
                      <a:pt x="17276" y="740"/>
                      <a:pt x="17292" y="685"/>
                      <a:pt x="17228" y="685"/>
                    </a:cubicBezTo>
                    <a:cubicBezTo>
                      <a:pt x="17016" y="685"/>
                      <a:pt x="17063" y="917"/>
                      <a:pt x="17063" y="541"/>
                    </a:cubicBezTo>
                    <a:lnTo>
                      <a:pt x="17080" y="530"/>
                    </a:lnTo>
                    <a:cubicBezTo>
                      <a:pt x="17080" y="486"/>
                      <a:pt x="17016" y="486"/>
                      <a:pt x="16968" y="463"/>
                    </a:cubicBezTo>
                    <a:cubicBezTo>
                      <a:pt x="16968" y="662"/>
                      <a:pt x="16968" y="662"/>
                      <a:pt x="16968" y="662"/>
                    </a:cubicBezTo>
                    <a:cubicBezTo>
                      <a:pt x="16968" y="706"/>
                      <a:pt x="16968" y="729"/>
                      <a:pt x="16952" y="773"/>
                    </a:cubicBezTo>
                    <a:cubicBezTo>
                      <a:pt x="16854" y="773"/>
                      <a:pt x="16773" y="773"/>
                      <a:pt x="16723" y="839"/>
                    </a:cubicBezTo>
                    <a:cubicBezTo>
                      <a:pt x="16706" y="828"/>
                      <a:pt x="16706" y="816"/>
                      <a:pt x="16692" y="816"/>
                    </a:cubicBezTo>
                    <a:cubicBezTo>
                      <a:pt x="16692" y="795"/>
                      <a:pt x="16692" y="795"/>
                      <a:pt x="16692" y="795"/>
                    </a:cubicBezTo>
                    <a:cubicBezTo>
                      <a:pt x="16625" y="795"/>
                      <a:pt x="16625" y="795"/>
                      <a:pt x="16625" y="795"/>
                    </a:cubicBezTo>
                    <a:cubicBezTo>
                      <a:pt x="16608" y="795"/>
                      <a:pt x="16594" y="784"/>
                      <a:pt x="16578" y="784"/>
                    </a:cubicBezTo>
                    <a:cubicBezTo>
                      <a:pt x="16561" y="784"/>
                      <a:pt x="16561" y="795"/>
                      <a:pt x="16544" y="795"/>
                    </a:cubicBezTo>
                    <a:cubicBezTo>
                      <a:pt x="16561" y="862"/>
                      <a:pt x="16416" y="871"/>
                      <a:pt x="16416" y="938"/>
                    </a:cubicBezTo>
                    <a:cubicBezTo>
                      <a:pt x="16416" y="1004"/>
                      <a:pt x="16513" y="1038"/>
                      <a:pt x="16594" y="1038"/>
                    </a:cubicBezTo>
                    <a:cubicBezTo>
                      <a:pt x="16594" y="1050"/>
                      <a:pt x="16608" y="1050"/>
                      <a:pt x="16608" y="1061"/>
                    </a:cubicBezTo>
                    <a:cubicBezTo>
                      <a:pt x="16608" y="1093"/>
                      <a:pt x="16578" y="1116"/>
                      <a:pt x="16544" y="1137"/>
                    </a:cubicBezTo>
                    <a:cubicBezTo>
                      <a:pt x="16561" y="1160"/>
                      <a:pt x="16561" y="1160"/>
                      <a:pt x="16561" y="1160"/>
                    </a:cubicBezTo>
                    <a:cubicBezTo>
                      <a:pt x="16578" y="1160"/>
                      <a:pt x="16578" y="1171"/>
                      <a:pt x="16594" y="1171"/>
                    </a:cubicBezTo>
                    <a:cubicBezTo>
                      <a:pt x="16608" y="1171"/>
                      <a:pt x="16625" y="1160"/>
                      <a:pt x="16642" y="1148"/>
                    </a:cubicBezTo>
                    <a:cubicBezTo>
                      <a:pt x="16659" y="1160"/>
                      <a:pt x="16675" y="1181"/>
                      <a:pt x="16692" y="1181"/>
                    </a:cubicBezTo>
                    <a:cubicBezTo>
                      <a:pt x="16723" y="1181"/>
                      <a:pt x="16740" y="1192"/>
                      <a:pt x="16756" y="1192"/>
                    </a:cubicBezTo>
                    <a:cubicBezTo>
                      <a:pt x="16723" y="1203"/>
                      <a:pt x="16706" y="1215"/>
                      <a:pt x="16706" y="1238"/>
                    </a:cubicBezTo>
                    <a:cubicBezTo>
                      <a:pt x="16706" y="1270"/>
                      <a:pt x="16773" y="1281"/>
                      <a:pt x="16820" y="1314"/>
                    </a:cubicBezTo>
                    <a:cubicBezTo>
                      <a:pt x="16756" y="1325"/>
                      <a:pt x="16723" y="1348"/>
                      <a:pt x="16659" y="1348"/>
                    </a:cubicBezTo>
                    <a:cubicBezTo>
                      <a:pt x="16561" y="1348"/>
                      <a:pt x="16513" y="1304"/>
                      <a:pt x="16432" y="1281"/>
                    </a:cubicBezTo>
                    <a:cubicBezTo>
                      <a:pt x="16432" y="1304"/>
                      <a:pt x="16416" y="1314"/>
                      <a:pt x="16399" y="1336"/>
                    </a:cubicBezTo>
                    <a:cubicBezTo>
                      <a:pt x="16237" y="1281"/>
                      <a:pt x="16237" y="1082"/>
                      <a:pt x="16220" y="1304"/>
                    </a:cubicBezTo>
                    <a:cubicBezTo>
                      <a:pt x="16153" y="1304"/>
                      <a:pt x="16106" y="1304"/>
                      <a:pt x="16042" y="1304"/>
                    </a:cubicBezTo>
                    <a:cubicBezTo>
                      <a:pt x="16042" y="1325"/>
                      <a:pt x="16042" y="1336"/>
                      <a:pt x="16042" y="1359"/>
                    </a:cubicBezTo>
                    <a:cubicBezTo>
                      <a:pt x="16106" y="1359"/>
                      <a:pt x="16106" y="1359"/>
                      <a:pt x="16106" y="1359"/>
                    </a:cubicBezTo>
                    <a:cubicBezTo>
                      <a:pt x="16153" y="1359"/>
                      <a:pt x="16187" y="1336"/>
                      <a:pt x="16251" y="1336"/>
                    </a:cubicBezTo>
                    <a:cubicBezTo>
                      <a:pt x="16187" y="1371"/>
                      <a:pt x="16153" y="1391"/>
                      <a:pt x="16089" y="1403"/>
                    </a:cubicBezTo>
                    <a:cubicBezTo>
                      <a:pt x="16106" y="1446"/>
                      <a:pt x="16153" y="1458"/>
                      <a:pt x="16220" y="1458"/>
                    </a:cubicBezTo>
                    <a:cubicBezTo>
                      <a:pt x="16251" y="1458"/>
                      <a:pt x="16284" y="1435"/>
                      <a:pt x="16318" y="1435"/>
                    </a:cubicBezTo>
                    <a:cubicBezTo>
                      <a:pt x="16301" y="1469"/>
                      <a:pt x="16301" y="1490"/>
                      <a:pt x="16301" y="1536"/>
                    </a:cubicBezTo>
                    <a:cubicBezTo>
                      <a:pt x="16301" y="1591"/>
                      <a:pt x="16561" y="1744"/>
                      <a:pt x="16497" y="1735"/>
                    </a:cubicBezTo>
                    <a:cubicBezTo>
                      <a:pt x="16365" y="1701"/>
                      <a:pt x="16399" y="1646"/>
                      <a:pt x="16301" y="1646"/>
                    </a:cubicBezTo>
                    <a:cubicBezTo>
                      <a:pt x="16268" y="1646"/>
                      <a:pt x="16251" y="1669"/>
                      <a:pt x="16237" y="1680"/>
                    </a:cubicBezTo>
                    <a:cubicBezTo>
                      <a:pt x="16170" y="1657"/>
                      <a:pt x="16123" y="1657"/>
                      <a:pt x="16106" y="1623"/>
                    </a:cubicBezTo>
                    <a:cubicBezTo>
                      <a:pt x="16072" y="1591"/>
                      <a:pt x="16123" y="1547"/>
                      <a:pt x="16089" y="1513"/>
                    </a:cubicBezTo>
                    <a:cubicBezTo>
                      <a:pt x="16042" y="1490"/>
                      <a:pt x="15991" y="1524"/>
                      <a:pt x="15944" y="1513"/>
                    </a:cubicBezTo>
                    <a:cubicBezTo>
                      <a:pt x="15910" y="1502"/>
                      <a:pt x="15910" y="1481"/>
                      <a:pt x="15877" y="1481"/>
                    </a:cubicBezTo>
                    <a:cubicBezTo>
                      <a:pt x="15796" y="1481"/>
                      <a:pt x="15782" y="1547"/>
                      <a:pt x="15715" y="1568"/>
                    </a:cubicBezTo>
                    <a:cubicBezTo>
                      <a:pt x="15748" y="1613"/>
                      <a:pt x="15748" y="1613"/>
                      <a:pt x="15748" y="1613"/>
                    </a:cubicBezTo>
                    <a:cubicBezTo>
                      <a:pt x="15715" y="1646"/>
                      <a:pt x="15684" y="1669"/>
                      <a:pt x="15617" y="1669"/>
                    </a:cubicBezTo>
                    <a:cubicBezTo>
                      <a:pt x="15587" y="1669"/>
                      <a:pt x="15553" y="1646"/>
                      <a:pt x="15536" y="1623"/>
                    </a:cubicBezTo>
                    <a:cubicBezTo>
                      <a:pt x="15506" y="1669"/>
                      <a:pt x="15408" y="1669"/>
                      <a:pt x="15408" y="1724"/>
                    </a:cubicBezTo>
                    <a:cubicBezTo>
                      <a:pt x="15408" y="1735"/>
                      <a:pt x="15422" y="1744"/>
                      <a:pt x="15439" y="1756"/>
                    </a:cubicBezTo>
                    <a:cubicBezTo>
                      <a:pt x="15374" y="1790"/>
                      <a:pt x="15358" y="1845"/>
                      <a:pt x="15358" y="1900"/>
                    </a:cubicBezTo>
                    <a:cubicBezTo>
                      <a:pt x="15358" y="1932"/>
                      <a:pt x="15391" y="1955"/>
                      <a:pt x="15439" y="1955"/>
                    </a:cubicBezTo>
                    <a:cubicBezTo>
                      <a:pt x="15439" y="1955"/>
                      <a:pt x="15455" y="1955"/>
                      <a:pt x="15472" y="1955"/>
                    </a:cubicBezTo>
                    <a:cubicBezTo>
                      <a:pt x="15506" y="1955"/>
                      <a:pt x="15506" y="1955"/>
                      <a:pt x="15506" y="1955"/>
                    </a:cubicBezTo>
                    <a:cubicBezTo>
                      <a:pt x="15506" y="1978"/>
                      <a:pt x="15506" y="1999"/>
                      <a:pt x="15506" y="2033"/>
                    </a:cubicBezTo>
                    <a:cubicBezTo>
                      <a:pt x="15684" y="1978"/>
                      <a:pt x="15715" y="1900"/>
                      <a:pt x="15846" y="1811"/>
                    </a:cubicBezTo>
                    <a:cubicBezTo>
                      <a:pt x="15846" y="1923"/>
                      <a:pt x="15846" y="1923"/>
                      <a:pt x="15846" y="1923"/>
                    </a:cubicBezTo>
                    <a:cubicBezTo>
                      <a:pt x="15846" y="1989"/>
                      <a:pt x="15667" y="1989"/>
                      <a:pt x="15667" y="2065"/>
                    </a:cubicBezTo>
                    <a:cubicBezTo>
                      <a:pt x="15667" y="2077"/>
                      <a:pt x="15684" y="2088"/>
                      <a:pt x="15684" y="2109"/>
                    </a:cubicBezTo>
                    <a:cubicBezTo>
                      <a:pt x="15651" y="2120"/>
                      <a:pt x="15617" y="2132"/>
                      <a:pt x="15617" y="2154"/>
                    </a:cubicBezTo>
                    <a:cubicBezTo>
                      <a:pt x="15617" y="2187"/>
                      <a:pt x="15651" y="2198"/>
                      <a:pt x="15651" y="2232"/>
                    </a:cubicBezTo>
                    <a:cubicBezTo>
                      <a:pt x="15651" y="2265"/>
                      <a:pt x="15587" y="2265"/>
                      <a:pt x="15553" y="2299"/>
                    </a:cubicBezTo>
                    <a:cubicBezTo>
                      <a:pt x="15506" y="2287"/>
                      <a:pt x="15489" y="2276"/>
                      <a:pt x="15439" y="2265"/>
                    </a:cubicBezTo>
                    <a:cubicBezTo>
                      <a:pt x="15422" y="2331"/>
                      <a:pt x="15422" y="2363"/>
                      <a:pt x="15391" y="2418"/>
                    </a:cubicBezTo>
                    <a:cubicBezTo>
                      <a:pt x="15422" y="2430"/>
                      <a:pt x="15439" y="2441"/>
                      <a:pt x="15472" y="2441"/>
                    </a:cubicBezTo>
                    <a:cubicBezTo>
                      <a:pt x="15506" y="2441"/>
                      <a:pt x="15520" y="2430"/>
                      <a:pt x="15553" y="2430"/>
                    </a:cubicBezTo>
                    <a:cubicBezTo>
                      <a:pt x="15603" y="2430"/>
                      <a:pt x="16072" y="2530"/>
                      <a:pt x="15977" y="2551"/>
                    </a:cubicBezTo>
                    <a:cubicBezTo>
                      <a:pt x="15796" y="2519"/>
                      <a:pt x="15698" y="2551"/>
                      <a:pt x="15536" y="2530"/>
                    </a:cubicBezTo>
                    <a:cubicBezTo>
                      <a:pt x="15455" y="2519"/>
                      <a:pt x="15408" y="2475"/>
                      <a:pt x="15327" y="2475"/>
                    </a:cubicBezTo>
                    <a:lnTo>
                      <a:pt x="15310" y="2485"/>
                    </a:lnTo>
                    <a:cubicBezTo>
                      <a:pt x="15310" y="2530"/>
                      <a:pt x="15358" y="2563"/>
                      <a:pt x="15422" y="2563"/>
                    </a:cubicBezTo>
                    <a:cubicBezTo>
                      <a:pt x="15422" y="2597"/>
                      <a:pt x="15408" y="2608"/>
                      <a:pt x="15391" y="2629"/>
                    </a:cubicBezTo>
                    <a:cubicBezTo>
                      <a:pt x="15341" y="2608"/>
                      <a:pt x="15327" y="2574"/>
                      <a:pt x="15260" y="2574"/>
                    </a:cubicBezTo>
                    <a:cubicBezTo>
                      <a:pt x="15243" y="2574"/>
                      <a:pt x="15229" y="2585"/>
                      <a:pt x="15212" y="2585"/>
                    </a:cubicBezTo>
                    <a:cubicBezTo>
                      <a:pt x="15098" y="2585"/>
                      <a:pt x="15098" y="2496"/>
                      <a:pt x="15034" y="2441"/>
                    </a:cubicBezTo>
                    <a:cubicBezTo>
                      <a:pt x="14967" y="2386"/>
                      <a:pt x="14886" y="2397"/>
                      <a:pt x="14788" y="2397"/>
                    </a:cubicBezTo>
                    <a:cubicBezTo>
                      <a:pt x="14774" y="2397"/>
                      <a:pt x="14774" y="2397"/>
                      <a:pt x="14757" y="2397"/>
                    </a:cubicBezTo>
                    <a:cubicBezTo>
                      <a:pt x="14788" y="2441"/>
                      <a:pt x="14838" y="2441"/>
                      <a:pt x="14838" y="2485"/>
                    </a:cubicBezTo>
                    <a:cubicBezTo>
                      <a:pt x="14838" y="2496"/>
                      <a:pt x="14822" y="2496"/>
                      <a:pt x="14822" y="2508"/>
                    </a:cubicBezTo>
                    <a:cubicBezTo>
                      <a:pt x="14757" y="2508"/>
                      <a:pt x="14757" y="2508"/>
                      <a:pt x="14757" y="2508"/>
                    </a:cubicBezTo>
                    <a:cubicBezTo>
                      <a:pt x="14724" y="2508"/>
                      <a:pt x="14707" y="2530"/>
                      <a:pt x="14676" y="2530"/>
                    </a:cubicBezTo>
                    <a:cubicBezTo>
                      <a:pt x="14643" y="2530"/>
                      <a:pt x="14626" y="2496"/>
                      <a:pt x="14595" y="2485"/>
                    </a:cubicBezTo>
                    <a:cubicBezTo>
                      <a:pt x="14528" y="2430"/>
                      <a:pt x="14447" y="2409"/>
                      <a:pt x="14447" y="2331"/>
                    </a:cubicBezTo>
                    <a:cubicBezTo>
                      <a:pt x="14447" y="2320"/>
                      <a:pt x="14464" y="2308"/>
                      <a:pt x="14464" y="2287"/>
                    </a:cubicBezTo>
                    <a:cubicBezTo>
                      <a:pt x="14400" y="2299"/>
                      <a:pt x="14400" y="2299"/>
                      <a:pt x="14400" y="2299"/>
                    </a:cubicBezTo>
                    <a:cubicBezTo>
                      <a:pt x="14383" y="2299"/>
                      <a:pt x="14383" y="2287"/>
                      <a:pt x="14366" y="2287"/>
                    </a:cubicBezTo>
                    <a:cubicBezTo>
                      <a:pt x="14350" y="2287"/>
                      <a:pt x="14350" y="2299"/>
                      <a:pt x="14333" y="2299"/>
                    </a:cubicBezTo>
                    <a:cubicBezTo>
                      <a:pt x="14333" y="2331"/>
                      <a:pt x="14319" y="2342"/>
                      <a:pt x="14319" y="2375"/>
                    </a:cubicBezTo>
                    <a:cubicBezTo>
                      <a:pt x="14319" y="2386"/>
                      <a:pt x="14333" y="2386"/>
                      <a:pt x="14333" y="2397"/>
                    </a:cubicBezTo>
                    <a:cubicBezTo>
                      <a:pt x="14431" y="2397"/>
                      <a:pt x="14431" y="2397"/>
                      <a:pt x="14431" y="2397"/>
                    </a:cubicBezTo>
                    <a:cubicBezTo>
                      <a:pt x="14431" y="2519"/>
                      <a:pt x="14431" y="2519"/>
                      <a:pt x="14431" y="2519"/>
                    </a:cubicBezTo>
                    <a:cubicBezTo>
                      <a:pt x="14400" y="2542"/>
                      <a:pt x="14333" y="2542"/>
                      <a:pt x="14333" y="2563"/>
                    </a:cubicBezTo>
                    <a:cubicBezTo>
                      <a:pt x="14333" y="2597"/>
                      <a:pt x="14366" y="2608"/>
                      <a:pt x="14366" y="2629"/>
                    </a:cubicBezTo>
                    <a:cubicBezTo>
                      <a:pt x="14366" y="2673"/>
                      <a:pt x="14269" y="2684"/>
                      <a:pt x="14269" y="2728"/>
                    </a:cubicBezTo>
                    <a:cubicBezTo>
                      <a:pt x="14269" y="2794"/>
                      <a:pt x="14400" y="2762"/>
                      <a:pt x="14464" y="2794"/>
                    </a:cubicBezTo>
                    <a:cubicBezTo>
                      <a:pt x="14528" y="2851"/>
                      <a:pt x="14512" y="2918"/>
                      <a:pt x="14545" y="2982"/>
                    </a:cubicBezTo>
                    <a:cubicBezTo>
                      <a:pt x="14595" y="2973"/>
                      <a:pt x="14643" y="2982"/>
                      <a:pt x="14693" y="2961"/>
                    </a:cubicBezTo>
                    <a:cubicBezTo>
                      <a:pt x="14724" y="2973"/>
                      <a:pt x="14724" y="2973"/>
                      <a:pt x="14724" y="2973"/>
                    </a:cubicBezTo>
                    <a:cubicBezTo>
                      <a:pt x="14676" y="3005"/>
                      <a:pt x="14643" y="3016"/>
                      <a:pt x="14579" y="3037"/>
                    </a:cubicBezTo>
                    <a:cubicBezTo>
                      <a:pt x="14660" y="3115"/>
                      <a:pt x="14741" y="3161"/>
                      <a:pt x="14562" y="3083"/>
                    </a:cubicBezTo>
                    <a:cubicBezTo>
                      <a:pt x="14609" y="3170"/>
                      <a:pt x="14643" y="3227"/>
                      <a:pt x="14724" y="3303"/>
                    </a:cubicBezTo>
                    <a:cubicBezTo>
                      <a:pt x="14707" y="3326"/>
                      <a:pt x="14707" y="3326"/>
                      <a:pt x="14707" y="3326"/>
                    </a:cubicBezTo>
                    <a:cubicBezTo>
                      <a:pt x="14609" y="3282"/>
                      <a:pt x="14545" y="3259"/>
                      <a:pt x="14464" y="3216"/>
                    </a:cubicBezTo>
                    <a:cubicBezTo>
                      <a:pt x="14400" y="3170"/>
                      <a:pt x="14417" y="3094"/>
                      <a:pt x="14333" y="3094"/>
                    </a:cubicBezTo>
                    <a:cubicBezTo>
                      <a:pt x="14286" y="3094"/>
                      <a:pt x="14319" y="3149"/>
                      <a:pt x="14319" y="3181"/>
                    </a:cubicBezTo>
                    <a:cubicBezTo>
                      <a:pt x="14319" y="3236"/>
                      <a:pt x="14383" y="3259"/>
                      <a:pt x="14417" y="3314"/>
                    </a:cubicBezTo>
                    <a:cubicBezTo>
                      <a:pt x="14400" y="3326"/>
                      <a:pt x="14366" y="3337"/>
                      <a:pt x="14333" y="3337"/>
                    </a:cubicBezTo>
                    <a:cubicBezTo>
                      <a:pt x="14333" y="3392"/>
                      <a:pt x="14252" y="3404"/>
                      <a:pt x="14252" y="3459"/>
                    </a:cubicBezTo>
                    <a:cubicBezTo>
                      <a:pt x="14252" y="3479"/>
                      <a:pt x="14269" y="3491"/>
                      <a:pt x="14269" y="3514"/>
                    </a:cubicBezTo>
                    <a:cubicBezTo>
                      <a:pt x="14269" y="3580"/>
                      <a:pt x="14221" y="3855"/>
                      <a:pt x="14221" y="3656"/>
                    </a:cubicBezTo>
                    <a:cubicBezTo>
                      <a:pt x="14221" y="3624"/>
                      <a:pt x="14238" y="3601"/>
                      <a:pt x="14238" y="3569"/>
                    </a:cubicBezTo>
                    <a:cubicBezTo>
                      <a:pt x="14238" y="3491"/>
                      <a:pt x="14140" y="3470"/>
                      <a:pt x="14043" y="3424"/>
                    </a:cubicBezTo>
                    <a:cubicBezTo>
                      <a:pt x="13928" y="3347"/>
                      <a:pt x="13976" y="3259"/>
                      <a:pt x="13895" y="3161"/>
                    </a:cubicBezTo>
                    <a:cubicBezTo>
                      <a:pt x="13830" y="3083"/>
                      <a:pt x="13685" y="3071"/>
                      <a:pt x="13685" y="2982"/>
                    </a:cubicBezTo>
                    <a:cubicBezTo>
                      <a:pt x="13685" y="2950"/>
                      <a:pt x="13699" y="2938"/>
                      <a:pt x="13699" y="2906"/>
                    </a:cubicBezTo>
                    <a:cubicBezTo>
                      <a:pt x="13699" y="2872"/>
                      <a:pt x="13699" y="2872"/>
                      <a:pt x="13699" y="2872"/>
                    </a:cubicBezTo>
                    <a:cubicBezTo>
                      <a:pt x="13669" y="2861"/>
                      <a:pt x="13652" y="2861"/>
                      <a:pt x="13602" y="2851"/>
                    </a:cubicBezTo>
                    <a:cubicBezTo>
                      <a:pt x="13618" y="2806"/>
                      <a:pt x="13618" y="2806"/>
                      <a:pt x="13618" y="2806"/>
                    </a:cubicBezTo>
                    <a:cubicBezTo>
                      <a:pt x="13554" y="2751"/>
                      <a:pt x="13423" y="2739"/>
                      <a:pt x="13423" y="2663"/>
                    </a:cubicBezTo>
                    <a:cubicBezTo>
                      <a:pt x="13423" y="2608"/>
                      <a:pt x="13473" y="2585"/>
                      <a:pt x="13490" y="2530"/>
                    </a:cubicBezTo>
                    <a:cubicBezTo>
                      <a:pt x="13440" y="2530"/>
                      <a:pt x="13423" y="2530"/>
                      <a:pt x="13375" y="2530"/>
                    </a:cubicBezTo>
                    <a:cubicBezTo>
                      <a:pt x="13342" y="2608"/>
                      <a:pt x="13278" y="2640"/>
                      <a:pt x="13163" y="2652"/>
                    </a:cubicBezTo>
                    <a:cubicBezTo>
                      <a:pt x="13180" y="2695"/>
                      <a:pt x="13163" y="2718"/>
                      <a:pt x="13163" y="2762"/>
                    </a:cubicBezTo>
                    <a:cubicBezTo>
                      <a:pt x="13163" y="2806"/>
                      <a:pt x="13213" y="2828"/>
                      <a:pt x="13278" y="2840"/>
                    </a:cubicBezTo>
                    <a:cubicBezTo>
                      <a:pt x="13261" y="2851"/>
                      <a:pt x="13261" y="2861"/>
                      <a:pt x="13261" y="2872"/>
                    </a:cubicBezTo>
                    <a:cubicBezTo>
                      <a:pt x="13163" y="2872"/>
                      <a:pt x="13099" y="2895"/>
                      <a:pt x="13001" y="2895"/>
                    </a:cubicBezTo>
                    <a:cubicBezTo>
                      <a:pt x="12954" y="2895"/>
                      <a:pt x="12937" y="2861"/>
                      <a:pt x="12904" y="2851"/>
                    </a:cubicBezTo>
                    <a:cubicBezTo>
                      <a:pt x="12887" y="2927"/>
                      <a:pt x="12904" y="2961"/>
                      <a:pt x="12904" y="3037"/>
                    </a:cubicBezTo>
                    <a:cubicBezTo>
                      <a:pt x="12873" y="3037"/>
                      <a:pt x="12873" y="3037"/>
                      <a:pt x="12873" y="3037"/>
                    </a:cubicBezTo>
                    <a:cubicBezTo>
                      <a:pt x="12708" y="3060"/>
                      <a:pt x="12661" y="3126"/>
                      <a:pt x="12563" y="3216"/>
                    </a:cubicBezTo>
                    <a:cubicBezTo>
                      <a:pt x="12482" y="3303"/>
                      <a:pt x="12384" y="3347"/>
                      <a:pt x="12384" y="3447"/>
                    </a:cubicBezTo>
                    <a:cubicBezTo>
                      <a:pt x="12384" y="3580"/>
                      <a:pt x="12432" y="3656"/>
                      <a:pt x="12449" y="3779"/>
                    </a:cubicBezTo>
                    <a:cubicBezTo>
                      <a:pt x="12449" y="3855"/>
                      <a:pt x="12401" y="3910"/>
                      <a:pt x="12482" y="3965"/>
                    </a:cubicBezTo>
                    <a:cubicBezTo>
                      <a:pt x="12530" y="4011"/>
                      <a:pt x="12708" y="3977"/>
                      <a:pt x="12708" y="4043"/>
                    </a:cubicBezTo>
                    <a:cubicBezTo>
                      <a:pt x="12708" y="4188"/>
                      <a:pt x="12513" y="4254"/>
                      <a:pt x="12317" y="4332"/>
                    </a:cubicBezTo>
                    <a:cubicBezTo>
                      <a:pt x="12172" y="4387"/>
                      <a:pt x="12108" y="4453"/>
                      <a:pt x="11929" y="4474"/>
                    </a:cubicBezTo>
                    <a:cubicBezTo>
                      <a:pt x="11862" y="4486"/>
                      <a:pt x="11879" y="4541"/>
                      <a:pt x="11832" y="4563"/>
                    </a:cubicBezTo>
                    <a:cubicBezTo>
                      <a:pt x="11848" y="4596"/>
                      <a:pt x="11879" y="4607"/>
                      <a:pt x="11879" y="4651"/>
                    </a:cubicBezTo>
                    <a:cubicBezTo>
                      <a:pt x="11879" y="4696"/>
                      <a:pt x="11815" y="4728"/>
                      <a:pt x="11751" y="4728"/>
                    </a:cubicBezTo>
                    <a:cubicBezTo>
                      <a:pt x="11734" y="4728"/>
                      <a:pt x="11717" y="4740"/>
                      <a:pt x="11686" y="4740"/>
                    </a:cubicBezTo>
                    <a:cubicBezTo>
                      <a:pt x="11700" y="4763"/>
                      <a:pt x="11700" y="4763"/>
                      <a:pt x="11700" y="4784"/>
                    </a:cubicBezTo>
                    <a:cubicBezTo>
                      <a:pt x="11700" y="4971"/>
                      <a:pt x="11555" y="5061"/>
                      <a:pt x="11407" y="5203"/>
                    </a:cubicBezTo>
                    <a:cubicBezTo>
                      <a:pt x="11231" y="5347"/>
                      <a:pt x="11134" y="5448"/>
                      <a:pt x="10905" y="5558"/>
                    </a:cubicBezTo>
                    <a:cubicBezTo>
                      <a:pt x="10679" y="5657"/>
                      <a:pt x="10514" y="5691"/>
                      <a:pt x="10254" y="5757"/>
                    </a:cubicBezTo>
                    <a:cubicBezTo>
                      <a:pt x="10028" y="5822"/>
                      <a:pt x="9914" y="5900"/>
                      <a:pt x="9671" y="5900"/>
                    </a:cubicBezTo>
                    <a:cubicBezTo>
                      <a:pt x="9492" y="5900"/>
                      <a:pt x="9492" y="5900"/>
                      <a:pt x="9492" y="5900"/>
                    </a:cubicBezTo>
                    <a:cubicBezTo>
                      <a:pt x="9230" y="5900"/>
                      <a:pt x="9101" y="6033"/>
                      <a:pt x="8842" y="6033"/>
                    </a:cubicBezTo>
                    <a:cubicBezTo>
                      <a:pt x="8663" y="6033"/>
                      <a:pt x="8582" y="5934"/>
                      <a:pt x="8403" y="5934"/>
                    </a:cubicBezTo>
                    <a:cubicBezTo>
                      <a:pt x="8370" y="5934"/>
                      <a:pt x="8370" y="5945"/>
                      <a:pt x="8353" y="5945"/>
                    </a:cubicBezTo>
                    <a:cubicBezTo>
                      <a:pt x="8353" y="5966"/>
                      <a:pt x="8353" y="5978"/>
                      <a:pt x="8353" y="6000"/>
                    </a:cubicBezTo>
                    <a:cubicBezTo>
                      <a:pt x="8306" y="6000"/>
                      <a:pt x="8289" y="5978"/>
                      <a:pt x="8255" y="5978"/>
                    </a:cubicBezTo>
                    <a:cubicBezTo>
                      <a:pt x="8060" y="5978"/>
                      <a:pt x="8046" y="6122"/>
                      <a:pt x="7898" y="6209"/>
                    </a:cubicBezTo>
                    <a:cubicBezTo>
                      <a:pt x="7753" y="6287"/>
                      <a:pt x="7622" y="6310"/>
                      <a:pt x="7443" y="6310"/>
                    </a:cubicBezTo>
                    <a:cubicBezTo>
                      <a:pt x="7312" y="6310"/>
                      <a:pt x="7312" y="6310"/>
                      <a:pt x="7312" y="6310"/>
                    </a:cubicBezTo>
                    <a:cubicBezTo>
                      <a:pt x="7119" y="6342"/>
                      <a:pt x="6971" y="6342"/>
                      <a:pt x="6792" y="6408"/>
                    </a:cubicBezTo>
                    <a:cubicBezTo>
                      <a:pt x="6664" y="6463"/>
                      <a:pt x="6630" y="6530"/>
                      <a:pt x="6516" y="6585"/>
                    </a:cubicBezTo>
                    <a:cubicBezTo>
                      <a:pt x="6321" y="6686"/>
                      <a:pt x="6159" y="6718"/>
                      <a:pt x="5916" y="6718"/>
                    </a:cubicBezTo>
                    <a:cubicBezTo>
                      <a:pt x="5785" y="6718"/>
                      <a:pt x="5737" y="6608"/>
                      <a:pt x="5589" y="6608"/>
                    </a:cubicBezTo>
                    <a:cubicBezTo>
                      <a:pt x="5427" y="6608"/>
                      <a:pt x="5346" y="6695"/>
                      <a:pt x="5201" y="6695"/>
                    </a:cubicBezTo>
                    <a:cubicBezTo>
                      <a:pt x="5151" y="6695"/>
                      <a:pt x="5134" y="6686"/>
                      <a:pt x="5103" y="6686"/>
                    </a:cubicBezTo>
                    <a:cubicBezTo>
                      <a:pt x="5103" y="6674"/>
                      <a:pt x="5184" y="6475"/>
                      <a:pt x="5134" y="6541"/>
                    </a:cubicBezTo>
                    <a:cubicBezTo>
                      <a:pt x="4955" y="6706"/>
                      <a:pt x="4760" y="6750"/>
                      <a:pt x="4486" y="6839"/>
                    </a:cubicBezTo>
                    <a:cubicBezTo>
                      <a:pt x="4436" y="6817"/>
                      <a:pt x="4436" y="6817"/>
                      <a:pt x="4436" y="6817"/>
                    </a:cubicBezTo>
                    <a:cubicBezTo>
                      <a:pt x="4389" y="6862"/>
                      <a:pt x="4403" y="6917"/>
                      <a:pt x="4338" y="6940"/>
                    </a:cubicBezTo>
                    <a:cubicBezTo>
                      <a:pt x="4210" y="6995"/>
                      <a:pt x="4062" y="6984"/>
                      <a:pt x="3964" y="7060"/>
                    </a:cubicBezTo>
                    <a:cubicBezTo>
                      <a:pt x="3786" y="7183"/>
                      <a:pt x="3721" y="7270"/>
                      <a:pt x="3526" y="7380"/>
                    </a:cubicBezTo>
                    <a:cubicBezTo>
                      <a:pt x="3250" y="7547"/>
                      <a:pt x="3037" y="7591"/>
                      <a:pt x="2680" y="7646"/>
                    </a:cubicBezTo>
                    <a:cubicBezTo>
                      <a:pt x="2582" y="7669"/>
                      <a:pt x="2552" y="7735"/>
                      <a:pt x="2454" y="7735"/>
                    </a:cubicBezTo>
                    <a:cubicBezTo>
                      <a:pt x="2420" y="7735"/>
                      <a:pt x="2390" y="7735"/>
                      <a:pt x="2356" y="7735"/>
                    </a:cubicBezTo>
                    <a:cubicBezTo>
                      <a:pt x="2292" y="7802"/>
                      <a:pt x="2306" y="7868"/>
                      <a:pt x="2242" y="7933"/>
                    </a:cubicBezTo>
                    <a:cubicBezTo>
                      <a:pt x="2178" y="8011"/>
                      <a:pt x="2097" y="8045"/>
                      <a:pt x="2063" y="8132"/>
                    </a:cubicBezTo>
                    <a:cubicBezTo>
                      <a:pt x="2030" y="8242"/>
                      <a:pt x="2046" y="8331"/>
                      <a:pt x="1918" y="8398"/>
                    </a:cubicBezTo>
                    <a:cubicBezTo>
                      <a:pt x="1901" y="8375"/>
                      <a:pt x="1868" y="8364"/>
                      <a:pt x="1837" y="8354"/>
                    </a:cubicBezTo>
                    <a:cubicBezTo>
                      <a:pt x="1803" y="8409"/>
                      <a:pt x="1739" y="8421"/>
                      <a:pt x="1656" y="8441"/>
                    </a:cubicBezTo>
                    <a:cubicBezTo>
                      <a:pt x="1642" y="8421"/>
                      <a:pt x="1625" y="8398"/>
                      <a:pt x="1625" y="8364"/>
                    </a:cubicBezTo>
                    <a:cubicBezTo>
                      <a:pt x="1625" y="8320"/>
                      <a:pt x="1656" y="8297"/>
                      <a:pt x="1656" y="8242"/>
                    </a:cubicBezTo>
                    <a:cubicBezTo>
                      <a:pt x="1561" y="8066"/>
                      <a:pt x="1561" y="8066"/>
                      <a:pt x="1561" y="8066"/>
                    </a:cubicBezTo>
                    <a:cubicBezTo>
                      <a:pt x="1575" y="8033"/>
                      <a:pt x="1575" y="8022"/>
                      <a:pt x="1575" y="7988"/>
                    </a:cubicBezTo>
                    <a:cubicBezTo>
                      <a:pt x="1544" y="7857"/>
                      <a:pt x="1544" y="7857"/>
                      <a:pt x="1544" y="7857"/>
                    </a:cubicBezTo>
                    <a:cubicBezTo>
                      <a:pt x="1561" y="7823"/>
                      <a:pt x="1625" y="7802"/>
                      <a:pt x="1625" y="7756"/>
                    </a:cubicBezTo>
                    <a:cubicBezTo>
                      <a:pt x="1625" y="7745"/>
                      <a:pt x="1608" y="7724"/>
                      <a:pt x="1591" y="7724"/>
                    </a:cubicBezTo>
                    <a:cubicBezTo>
                      <a:pt x="1463" y="7724"/>
                      <a:pt x="1429" y="7823"/>
                      <a:pt x="1382" y="7900"/>
                    </a:cubicBezTo>
                    <a:cubicBezTo>
                      <a:pt x="1332" y="7988"/>
                      <a:pt x="1301" y="8045"/>
                      <a:pt x="1234" y="8121"/>
                    </a:cubicBezTo>
                    <a:cubicBezTo>
                      <a:pt x="1187" y="8198"/>
                      <a:pt x="1187" y="8242"/>
                      <a:pt x="1153" y="8309"/>
                    </a:cubicBezTo>
                    <a:cubicBezTo>
                      <a:pt x="1106" y="8398"/>
                      <a:pt x="1039" y="8441"/>
                      <a:pt x="1039" y="8531"/>
                    </a:cubicBezTo>
                    <a:cubicBezTo>
                      <a:pt x="1039" y="8696"/>
                      <a:pt x="1234" y="8774"/>
                      <a:pt x="1234" y="8939"/>
                    </a:cubicBezTo>
                    <a:cubicBezTo>
                      <a:pt x="1234" y="8982"/>
                      <a:pt x="1170" y="8994"/>
                      <a:pt x="1170" y="9039"/>
                    </a:cubicBezTo>
                    <a:cubicBezTo>
                      <a:pt x="1170" y="9106"/>
                      <a:pt x="1187" y="9138"/>
                      <a:pt x="1187" y="9193"/>
                    </a:cubicBezTo>
                    <a:cubicBezTo>
                      <a:pt x="1187" y="9349"/>
                      <a:pt x="1039" y="9415"/>
                      <a:pt x="927" y="9558"/>
                    </a:cubicBezTo>
                    <a:cubicBezTo>
                      <a:pt x="745" y="9789"/>
                      <a:pt x="650" y="9945"/>
                      <a:pt x="650" y="10211"/>
                    </a:cubicBezTo>
                    <a:cubicBezTo>
                      <a:pt x="650" y="10486"/>
                      <a:pt x="1072" y="10596"/>
                      <a:pt x="1008" y="10873"/>
                    </a:cubicBezTo>
                    <a:cubicBezTo>
                      <a:pt x="1008" y="10928"/>
                      <a:pt x="1008" y="10983"/>
                      <a:pt x="1089" y="11017"/>
                    </a:cubicBezTo>
                    <a:cubicBezTo>
                      <a:pt x="1153" y="11038"/>
                      <a:pt x="1217" y="11050"/>
                      <a:pt x="1251" y="11093"/>
                    </a:cubicBezTo>
                    <a:cubicBezTo>
                      <a:pt x="1332" y="11249"/>
                      <a:pt x="1332" y="11359"/>
                      <a:pt x="1480" y="11492"/>
                    </a:cubicBezTo>
                    <a:cubicBezTo>
                      <a:pt x="1575" y="11570"/>
                      <a:pt x="1608" y="11625"/>
                      <a:pt x="1706" y="11691"/>
                    </a:cubicBezTo>
                    <a:cubicBezTo>
                      <a:pt x="1756" y="11746"/>
                      <a:pt x="1837" y="11767"/>
                      <a:pt x="1837" y="11824"/>
                    </a:cubicBezTo>
                    <a:cubicBezTo>
                      <a:pt x="1837" y="11834"/>
                      <a:pt x="1803" y="11845"/>
                      <a:pt x="1803" y="11856"/>
                    </a:cubicBezTo>
                    <a:cubicBezTo>
                      <a:pt x="1803" y="11879"/>
                      <a:pt x="1820" y="11891"/>
                      <a:pt x="1820" y="11911"/>
                    </a:cubicBezTo>
                    <a:cubicBezTo>
                      <a:pt x="1820" y="11923"/>
                      <a:pt x="1770" y="11923"/>
                      <a:pt x="1770" y="11934"/>
                    </a:cubicBezTo>
                    <a:cubicBezTo>
                      <a:pt x="1756" y="11978"/>
                      <a:pt x="1770" y="12001"/>
                      <a:pt x="1770" y="12033"/>
                    </a:cubicBezTo>
                    <a:cubicBezTo>
                      <a:pt x="1756" y="12067"/>
                      <a:pt x="1706" y="12077"/>
                      <a:pt x="1706" y="12122"/>
                    </a:cubicBezTo>
                    <a:cubicBezTo>
                      <a:pt x="1706" y="12166"/>
                      <a:pt x="1756" y="12189"/>
                      <a:pt x="1756" y="12232"/>
                    </a:cubicBezTo>
                    <a:cubicBezTo>
                      <a:pt x="1756" y="12299"/>
                      <a:pt x="1672" y="12376"/>
                      <a:pt x="1561" y="12376"/>
                    </a:cubicBezTo>
                    <a:cubicBezTo>
                      <a:pt x="1463" y="12376"/>
                      <a:pt x="1480" y="12287"/>
                      <a:pt x="1429" y="12232"/>
                    </a:cubicBezTo>
                    <a:cubicBezTo>
                      <a:pt x="1382" y="12166"/>
                      <a:pt x="1315" y="12143"/>
                      <a:pt x="1284" y="12077"/>
                    </a:cubicBezTo>
                    <a:cubicBezTo>
                      <a:pt x="1251" y="12077"/>
                      <a:pt x="1251" y="12077"/>
                      <a:pt x="1251" y="12077"/>
                    </a:cubicBezTo>
                    <a:cubicBezTo>
                      <a:pt x="1187" y="12122"/>
                      <a:pt x="1106" y="12143"/>
                      <a:pt x="991" y="12056"/>
                    </a:cubicBezTo>
                    <a:cubicBezTo>
                      <a:pt x="991" y="11966"/>
                      <a:pt x="1072" y="11911"/>
                      <a:pt x="1072" y="11824"/>
                    </a:cubicBezTo>
                    <a:cubicBezTo>
                      <a:pt x="1072" y="11758"/>
                      <a:pt x="991" y="11735"/>
                      <a:pt x="941" y="11680"/>
                    </a:cubicBezTo>
                    <a:cubicBezTo>
                      <a:pt x="860" y="11602"/>
                      <a:pt x="846" y="11558"/>
                      <a:pt x="745" y="11492"/>
                    </a:cubicBezTo>
                    <a:cubicBezTo>
                      <a:pt x="698" y="11503"/>
                      <a:pt x="698" y="11503"/>
                      <a:pt x="698" y="11503"/>
                    </a:cubicBezTo>
                    <a:cubicBezTo>
                      <a:pt x="681" y="11536"/>
                      <a:pt x="681" y="11547"/>
                      <a:pt x="681" y="11581"/>
                    </a:cubicBezTo>
                    <a:cubicBezTo>
                      <a:pt x="681" y="11646"/>
                      <a:pt x="681" y="11646"/>
                      <a:pt x="681" y="11646"/>
                    </a:cubicBezTo>
                    <a:cubicBezTo>
                      <a:pt x="681" y="11723"/>
                      <a:pt x="762" y="11746"/>
                      <a:pt x="812" y="11824"/>
                    </a:cubicBezTo>
                    <a:cubicBezTo>
                      <a:pt x="860" y="11923"/>
                      <a:pt x="860" y="11989"/>
                      <a:pt x="958" y="12077"/>
                    </a:cubicBezTo>
                    <a:cubicBezTo>
                      <a:pt x="1025" y="12154"/>
                      <a:pt x="1120" y="12166"/>
                      <a:pt x="1234" y="12221"/>
                    </a:cubicBezTo>
                    <a:cubicBezTo>
                      <a:pt x="1315" y="12264"/>
                      <a:pt x="1301" y="12342"/>
                      <a:pt x="1301" y="12420"/>
                    </a:cubicBezTo>
                    <a:cubicBezTo>
                      <a:pt x="1301" y="12464"/>
                      <a:pt x="1251" y="12487"/>
                      <a:pt x="1217" y="12519"/>
                    </a:cubicBezTo>
                    <a:cubicBezTo>
                      <a:pt x="1153" y="12564"/>
                      <a:pt x="1136" y="12619"/>
                      <a:pt x="1055" y="12619"/>
                    </a:cubicBezTo>
                    <a:cubicBezTo>
                      <a:pt x="1008" y="12619"/>
                      <a:pt x="991" y="12585"/>
                      <a:pt x="958" y="12574"/>
                    </a:cubicBezTo>
                    <a:cubicBezTo>
                      <a:pt x="893" y="12553"/>
                      <a:pt x="812" y="12542"/>
                      <a:pt x="812" y="12498"/>
                    </a:cubicBezTo>
                    <a:cubicBezTo>
                      <a:pt x="812" y="12452"/>
                      <a:pt x="829" y="12432"/>
                      <a:pt x="829" y="12386"/>
                    </a:cubicBezTo>
                    <a:cubicBezTo>
                      <a:pt x="779" y="12365"/>
                      <a:pt x="731" y="12354"/>
                      <a:pt x="698" y="12320"/>
                    </a:cubicBezTo>
                    <a:cubicBezTo>
                      <a:pt x="715" y="12287"/>
                      <a:pt x="731" y="12264"/>
                      <a:pt x="731" y="12232"/>
                    </a:cubicBezTo>
                    <a:cubicBezTo>
                      <a:pt x="731" y="12189"/>
                      <a:pt x="698" y="12154"/>
                      <a:pt x="650" y="12134"/>
                    </a:cubicBezTo>
                    <a:cubicBezTo>
                      <a:pt x="600" y="12134"/>
                      <a:pt x="600" y="12134"/>
                      <a:pt x="600" y="12134"/>
                    </a:cubicBezTo>
                    <a:cubicBezTo>
                      <a:pt x="600" y="12189"/>
                      <a:pt x="600" y="12189"/>
                      <a:pt x="600" y="12189"/>
                    </a:cubicBezTo>
                    <a:cubicBezTo>
                      <a:pt x="634" y="12264"/>
                      <a:pt x="634" y="12264"/>
                      <a:pt x="634" y="12264"/>
                    </a:cubicBezTo>
                    <a:cubicBezTo>
                      <a:pt x="634" y="12342"/>
                      <a:pt x="634" y="12342"/>
                      <a:pt x="634" y="12342"/>
                    </a:cubicBezTo>
                    <a:cubicBezTo>
                      <a:pt x="600" y="12354"/>
                      <a:pt x="600" y="12354"/>
                      <a:pt x="600" y="12354"/>
                    </a:cubicBezTo>
                    <a:cubicBezTo>
                      <a:pt x="583" y="12320"/>
                      <a:pt x="570" y="12287"/>
                      <a:pt x="519" y="12264"/>
                    </a:cubicBezTo>
                    <a:cubicBezTo>
                      <a:pt x="503" y="12264"/>
                      <a:pt x="503" y="12264"/>
                      <a:pt x="503" y="12264"/>
                    </a:cubicBezTo>
                    <a:cubicBezTo>
                      <a:pt x="519" y="12331"/>
                      <a:pt x="600" y="12342"/>
                      <a:pt x="664" y="12409"/>
                    </a:cubicBezTo>
                    <a:cubicBezTo>
                      <a:pt x="762" y="12530"/>
                      <a:pt x="860" y="12585"/>
                      <a:pt x="991" y="12695"/>
                    </a:cubicBezTo>
                    <a:cubicBezTo>
                      <a:pt x="1136" y="12807"/>
                      <a:pt x="1170" y="12883"/>
                      <a:pt x="1267" y="13005"/>
                    </a:cubicBezTo>
                    <a:cubicBezTo>
                      <a:pt x="1463" y="13204"/>
                      <a:pt x="1591" y="13326"/>
                      <a:pt x="1625" y="13569"/>
                    </a:cubicBezTo>
                    <a:cubicBezTo>
                      <a:pt x="1642" y="13569"/>
                      <a:pt x="1656" y="13569"/>
                      <a:pt x="1672" y="13569"/>
                    </a:cubicBezTo>
                    <a:cubicBezTo>
                      <a:pt x="1689" y="13591"/>
                      <a:pt x="1689" y="13591"/>
                      <a:pt x="1689" y="13591"/>
                    </a:cubicBezTo>
                    <a:cubicBezTo>
                      <a:pt x="1591" y="13658"/>
                      <a:pt x="1608" y="13724"/>
                      <a:pt x="1608" y="13812"/>
                    </a:cubicBezTo>
                    <a:cubicBezTo>
                      <a:pt x="1608" y="13924"/>
                      <a:pt x="1591" y="13999"/>
                      <a:pt x="1672" y="14100"/>
                    </a:cubicBezTo>
                    <a:cubicBezTo>
                      <a:pt x="1706" y="14132"/>
                      <a:pt x="1770" y="14121"/>
                      <a:pt x="1803" y="14155"/>
                    </a:cubicBezTo>
                    <a:cubicBezTo>
                      <a:pt x="1868" y="14197"/>
                      <a:pt x="1868" y="14231"/>
                      <a:pt x="1918" y="14275"/>
                    </a:cubicBezTo>
                    <a:cubicBezTo>
                      <a:pt x="2046" y="14385"/>
                      <a:pt x="2144" y="14440"/>
                      <a:pt x="2194" y="14573"/>
                    </a:cubicBezTo>
                    <a:cubicBezTo>
                      <a:pt x="2275" y="14706"/>
                      <a:pt x="2242" y="14793"/>
                      <a:pt x="2340" y="14916"/>
                    </a:cubicBezTo>
                    <a:cubicBezTo>
                      <a:pt x="2404" y="14992"/>
                      <a:pt x="2501" y="15004"/>
                      <a:pt x="2582" y="15070"/>
                    </a:cubicBezTo>
                    <a:cubicBezTo>
                      <a:pt x="2761" y="15235"/>
                      <a:pt x="2778" y="15368"/>
                      <a:pt x="2778" y="15579"/>
                    </a:cubicBezTo>
                    <a:cubicBezTo>
                      <a:pt x="2778" y="15645"/>
                      <a:pt x="2730" y="15689"/>
                      <a:pt x="2730" y="15767"/>
                    </a:cubicBezTo>
                    <a:cubicBezTo>
                      <a:pt x="2730" y="15932"/>
                      <a:pt x="2730" y="15932"/>
                      <a:pt x="2730" y="15932"/>
                    </a:cubicBezTo>
                    <a:cubicBezTo>
                      <a:pt x="2730" y="15976"/>
                      <a:pt x="2714" y="16010"/>
                      <a:pt x="2714" y="16065"/>
                    </a:cubicBezTo>
                    <a:cubicBezTo>
                      <a:pt x="2714" y="16131"/>
                      <a:pt x="2778" y="16154"/>
                      <a:pt x="2795" y="16209"/>
                    </a:cubicBezTo>
                    <a:cubicBezTo>
                      <a:pt x="2859" y="16340"/>
                      <a:pt x="2828" y="16418"/>
                      <a:pt x="2859" y="16551"/>
                    </a:cubicBezTo>
                    <a:cubicBezTo>
                      <a:pt x="2909" y="16750"/>
                      <a:pt x="3023" y="16849"/>
                      <a:pt x="3152" y="17025"/>
                    </a:cubicBezTo>
                    <a:cubicBezTo>
                      <a:pt x="3347" y="17259"/>
                      <a:pt x="3428" y="17401"/>
                      <a:pt x="3576" y="17644"/>
                    </a:cubicBezTo>
                    <a:cubicBezTo>
                      <a:pt x="3657" y="17767"/>
                      <a:pt x="3786" y="17823"/>
                      <a:pt x="3786" y="17953"/>
                    </a:cubicBezTo>
                    <a:cubicBezTo>
                      <a:pt x="3786" y="18098"/>
                      <a:pt x="3786" y="18098"/>
                      <a:pt x="3786" y="18098"/>
                    </a:cubicBezTo>
                    <a:cubicBezTo>
                      <a:pt x="3786" y="18121"/>
                      <a:pt x="3769" y="18132"/>
                      <a:pt x="3769" y="18153"/>
                    </a:cubicBezTo>
                    <a:cubicBezTo>
                      <a:pt x="3769" y="18231"/>
                      <a:pt x="3819" y="18274"/>
                      <a:pt x="3819" y="18364"/>
                    </a:cubicBezTo>
                    <a:cubicBezTo>
                      <a:pt x="3819" y="18419"/>
                      <a:pt x="3802" y="18451"/>
                      <a:pt x="3769" y="18496"/>
                    </a:cubicBezTo>
                    <a:cubicBezTo>
                      <a:pt x="3802" y="18572"/>
                      <a:pt x="3802" y="18572"/>
                      <a:pt x="3802" y="18572"/>
                    </a:cubicBezTo>
                    <a:cubicBezTo>
                      <a:pt x="3769" y="18639"/>
                      <a:pt x="3786" y="18684"/>
                      <a:pt x="3755" y="18739"/>
                    </a:cubicBezTo>
                    <a:cubicBezTo>
                      <a:pt x="3738" y="18760"/>
                      <a:pt x="3688" y="18760"/>
                      <a:pt x="3657" y="18772"/>
                    </a:cubicBezTo>
                    <a:cubicBezTo>
                      <a:pt x="3607" y="18806"/>
                      <a:pt x="3607" y="18849"/>
                      <a:pt x="3590" y="18905"/>
                    </a:cubicBezTo>
                    <a:cubicBezTo>
                      <a:pt x="3705" y="19379"/>
                      <a:pt x="3705" y="19379"/>
                      <a:pt x="3705" y="19379"/>
                    </a:cubicBezTo>
                    <a:cubicBezTo>
                      <a:pt x="3705" y="19535"/>
                      <a:pt x="3640" y="19624"/>
                      <a:pt x="3526" y="19766"/>
                    </a:cubicBezTo>
                    <a:cubicBezTo>
                      <a:pt x="3428" y="19899"/>
                      <a:pt x="3314" y="19998"/>
                      <a:pt x="3088" y="19998"/>
                    </a:cubicBezTo>
                    <a:cubicBezTo>
                      <a:pt x="2973" y="19998"/>
                      <a:pt x="2940" y="19922"/>
                      <a:pt x="2828" y="19876"/>
                    </a:cubicBezTo>
                    <a:cubicBezTo>
                      <a:pt x="2828" y="19966"/>
                      <a:pt x="2828" y="19966"/>
                      <a:pt x="2828" y="19966"/>
                    </a:cubicBezTo>
                    <a:cubicBezTo>
                      <a:pt x="2828" y="20009"/>
                      <a:pt x="2795" y="20021"/>
                      <a:pt x="2795" y="20053"/>
                    </a:cubicBezTo>
                    <a:cubicBezTo>
                      <a:pt x="2795" y="20319"/>
                      <a:pt x="2795" y="20319"/>
                      <a:pt x="2795" y="20319"/>
                    </a:cubicBezTo>
                    <a:cubicBezTo>
                      <a:pt x="2795" y="20408"/>
                      <a:pt x="2828" y="20463"/>
                      <a:pt x="2859" y="20552"/>
                    </a:cubicBezTo>
                    <a:cubicBezTo>
                      <a:pt x="2892" y="20639"/>
                      <a:pt x="2892" y="20695"/>
                      <a:pt x="2990" y="20750"/>
                    </a:cubicBezTo>
                    <a:cubicBezTo>
                      <a:pt x="3007" y="20717"/>
                      <a:pt x="3023" y="20695"/>
                      <a:pt x="3054" y="20662"/>
                    </a:cubicBezTo>
                    <a:cubicBezTo>
                      <a:pt x="3347" y="20738"/>
                      <a:pt x="3526" y="20793"/>
                      <a:pt x="3755" y="20949"/>
                    </a:cubicBezTo>
                    <a:cubicBezTo>
                      <a:pt x="3883" y="21038"/>
                      <a:pt x="4015" y="21070"/>
                      <a:pt x="4079" y="21180"/>
                    </a:cubicBezTo>
                    <a:cubicBezTo>
                      <a:pt x="4126" y="21236"/>
                      <a:pt x="4079" y="21281"/>
                      <a:pt x="4143" y="21313"/>
                    </a:cubicBezTo>
                    <a:cubicBezTo>
                      <a:pt x="4241" y="21357"/>
                      <a:pt x="4322" y="21325"/>
                      <a:pt x="4419" y="21348"/>
                    </a:cubicBezTo>
                    <a:cubicBezTo>
                      <a:pt x="4665" y="21403"/>
                      <a:pt x="4793" y="21446"/>
                      <a:pt x="5006" y="21535"/>
                    </a:cubicBezTo>
                    <a:cubicBezTo>
                      <a:pt x="5022" y="21501"/>
                      <a:pt x="5036" y="21480"/>
                      <a:pt x="5053" y="21446"/>
                    </a:cubicBezTo>
                    <a:cubicBezTo>
                      <a:pt x="5330" y="21535"/>
                      <a:pt x="5330" y="21535"/>
                      <a:pt x="5330" y="21535"/>
                    </a:cubicBezTo>
                    <a:cubicBezTo>
                      <a:pt x="5380" y="21513"/>
                      <a:pt x="5397" y="21480"/>
                      <a:pt x="5427" y="21446"/>
                    </a:cubicBezTo>
                    <a:cubicBezTo>
                      <a:pt x="5491" y="21480"/>
                      <a:pt x="5542" y="21501"/>
                      <a:pt x="5623" y="21501"/>
                    </a:cubicBezTo>
                    <a:cubicBezTo>
                      <a:pt x="5704" y="21501"/>
                      <a:pt x="5754" y="21513"/>
                      <a:pt x="5835" y="21513"/>
                    </a:cubicBezTo>
                    <a:cubicBezTo>
                      <a:pt x="5882" y="21513"/>
                      <a:pt x="5899" y="21469"/>
                      <a:pt x="5963" y="21469"/>
                    </a:cubicBezTo>
                    <a:cubicBezTo>
                      <a:pt x="6013" y="21469"/>
                      <a:pt x="6044" y="21480"/>
                      <a:pt x="6094" y="21469"/>
                    </a:cubicBezTo>
                    <a:cubicBezTo>
                      <a:pt x="6094" y="21490"/>
                      <a:pt x="6078" y="21501"/>
                      <a:pt x="6078" y="21524"/>
                    </a:cubicBezTo>
                    <a:cubicBezTo>
                      <a:pt x="6078" y="21545"/>
                      <a:pt x="6125" y="21535"/>
                      <a:pt x="6159" y="21545"/>
                    </a:cubicBezTo>
                    <a:cubicBezTo>
                      <a:pt x="6209" y="21556"/>
                      <a:pt x="6240" y="21591"/>
                      <a:pt x="6307" y="21591"/>
                    </a:cubicBezTo>
                    <a:cubicBezTo>
                      <a:pt x="6371" y="21591"/>
                      <a:pt x="6371" y="21513"/>
                      <a:pt x="6435" y="21513"/>
                    </a:cubicBezTo>
                    <a:cubicBezTo>
                      <a:pt x="6550" y="21513"/>
                      <a:pt x="6597" y="21591"/>
                      <a:pt x="6711" y="21600"/>
                    </a:cubicBezTo>
                    <a:cubicBezTo>
                      <a:pt x="6711" y="21480"/>
                      <a:pt x="6907" y="21458"/>
                      <a:pt x="7069" y="21391"/>
                    </a:cubicBezTo>
                    <a:cubicBezTo>
                      <a:pt x="7166" y="21357"/>
                      <a:pt x="7231" y="21357"/>
                      <a:pt x="7328" y="21313"/>
                    </a:cubicBezTo>
                    <a:cubicBezTo>
                      <a:pt x="7395" y="21281"/>
                      <a:pt x="7379" y="21226"/>
                      <a:pt x="7460" y="21203"/>
                    </a:cubicBezTo>
                    <a:cubicBezTo>
                      <a:pt x="7524" y="21171"/>
                      <a:pt x="7541" y="21137"/>
                      <a:pt x="7622" y="21114"/>
                    </a:cubicBezTo>
                    <a:cubicBezTo>
                      <a:pt x="7703" y="21093"/>
                      <a:pt x="7767" y="21103"/>
                      <a:pt x="7834" y="21059"/>
                    </a:cubicBezTo>
                    <a:cubicBezTo>
                      <a:pt x="7864" y="21038"/>
                      <a:pt x="7834" y="20993"/>
                      <a:pt x="7864" y="20960"/>
                    </a:cubicBezTo>
                    <a:cubicBezTo>
                      <a:pt x="7948" y="20871"/>
                      <a:pt x="8093" y="20871"/>
                      <a:pt x="8239" y="20871"/>
                    </a:cubicBezTo>
                    <a:cubicBezTo>
                      <a:pt x="8353" y="20871"/>
                      <a:pt x="8403" y="20905"/>
                      <a:pt x="8515" y="20917"/>
                    </a:cubicBezTo>
                    <a:cubicBezTo>
                      <a:pt x="8532" y="20871"/>
                      <a:pt x="8596" y="20871"/>
                      <a:pt x="8663" y="20862"/>
                    </a:cubicBezTo>
                    <a:cubicBezTo>
                      <a:pt x="8889" y="20552"/>
                      <a:pt x="9132" y="20286"/>
                      <a:pt x="9637" y="20286"/>
                    </a:cubicBezTo>
                    <a:cubicBezTo>
                      <a:pt x="9685" y="20286"/>
                      <a:pt x="9701" y="20307"/>
                      <a:pt x="9735" y="20307"/>
                    </a:cubicBezTo>
                    <a:cubicBezTo>
                      <a:pt x="9799" y="20307"/>
                      <a:pt x="9816" y="20286"/>
                      <a:pt x="9880" y="20286"/>
                    </a:cubicBezTo>
                    <a:cubicBezTo>
                      <a:pt x="9978" y="20286"/>
                      <a:pt x="10028" y="20319"/>
                      <a:pt x="10126" y="20319"/>
                    </a:cubicBezTo>
                    <a:cubicBezTo>
                      <a:pt x="10207" y="20319"/>
                      <a:pt x="10190" y="20243"/>
                      <a:pt x="10271" y="20231"/>
                    </a:cubicBezTo>
                    <a:cubicBezTo>
                      <a:pt x="10416" y="20209"/>
                      <a:pt x="10514" y="20209"/>
                      <a:pt x="10679" y="20209"/>
                    </a:cubicBezTo>
                    <a:cubicBezTo>
                      <a:pt x="10938" y="20209"/>
                      <a:pt x="10938" y="20209"/>
                      <a:pt x="10938" y="20209"/>
                    </a:cubicBezTo>
                    <a:cubicBezTo>
                      <a:pt x="11117" y="20209"/>
                      <a:pt x="11215" y="20154"/>
                      <a:pt x="11393" y="20154"/>
                    </a:cubicBezTo>
                    <a:cubicBezTo>
                      <a:pt x="11619" y="20154"/>
                      <a:pt x="11734" y="20243"/>
                      <a:pt x="11963" y="20243"/>
                    </a:cubicBezTo>
                    <a:cubicBezTo>
                      <a:pt x="12044" y="20243"/>
                      <a:pt x="12074" y="20197"/>
                      <a:pt x="12155" y="20197"/>
                    </a:cubicBezTo>
                    <a:cubicBezTo>
                      <a:pt x="12236" y="20197"/>
                      <a:pt x="12287" y="20220"/>
                      <a:pt x="12334" y="20275"/>
                    </a:cubicBezTo>
                    <a:cubicBezTo>
                      <a:pt x="12351" y="20307"/>
                      <a:pt x="12351" y="20353"/>
                      <a:pt x="12401" y="20353"/>
                    </a:cubicBezTo>
                    <a:cubicBezTo>
                      <a:pt x="12465" y="20353"/>
                      <a:pt x="12513" y="20362"/>
                      <a:pt x="12563" y="20341"/>
                    </a:cubicBezTo>
                    <a:cubicBezTo>
                      <a:pt x="12627" y="20319"/>
                      <a:pt x="12627" y="20243"/>
                      <a:pt x="12708" y="20243"/>
                    </a:cubicBezTo>
                    <a:cubicBezTo>
                      <a:pt x="12789" y="20243"/>
                      <a:pt x="12823" y="20286"/>
                      <a:pt x="12904" y="20286"/>
                    </a:cubicBezTo>
                    <a:cubicBezTo>
                      <a:pt x="12954" y="20286"/>
                      <a:pt x="12968" y="20264"/>
                      <a:pt x="13001" y="20252"/>
                    </a:cubicBezTo>
                    <a:cubicBezTo>
                      <a:pt x="13146" y="20252"/>
                      <a:pt x="13146" y="20252"/>
                      <a:pt x="13146" y="20252"/>
                    </a:cubicBezTo>
                    <a:cubicBezTo>
                      <a:pt x="13311" y="20252"/>
                      <a:pt x="13392" y="20231"/>
                      <a:pt x="13554" y="20231"/>
                    </a:cubicBezTo>
                    <a:cubicBezTo>
                      <a:pt x="13685" y="20231"/>
                      <a:pt x="13699" y="20353"/>
                      <a:pt x="13830" y="20353"/>
                    </a:cubicBezTo>
                    <a:cubicBezTo>
                      <a:pt x="13992" y="20353"/>
                      <a:pt x="14073" y="20298"/>
                      <a:pt x="14221" y="20243"/>
                    </a:cubicBezTo>
                    <a:cubicBezTo>
                      <a:pt x="14286" y="20220"/>
                      <a:pt x="14333" y="20220"/>
                      <a:pt x="14417" y="20209"/>
                    </a:cubicBezTo>
                    <a:cubicBezTo>
                      <a:pt x="14481" y="20197"/>
                      <a:pt x="14545" y="20197"/>
                      <a:pt x="14545" y="20165"/>
                    </a:cubicBezTo>
                    <a:cubicBezTo>
                      <a:pt x="14545" y="20131"/>
                      <a:pt x="14512" y="20119"/>
                      <a:pt x="14512" y="20087"/>
                    </a:cubicBezTo>
                    <a:cubicBezTo>
                      <a:pt x="14512" y="19966"/>
                      <a:pt x="14741" y="19966"/>
                      <a:pt x="14838" y="19865"/>
                    </a:cubicBezTo>
                    <a:cubicBezTo>
                      <a:pt x="14936" y="19766"/>
                      <a:pt x="14919" y="19688"/>
                      <a:pt x="14953" y="19578"/>
                    </a:cubicBezTo>
                    <a:cubicBezTo>
                      <a:pt x="15000" y="19446"/>
                      <a:pt x="15064" y="19370"/>
                      <a:pt x="15229" y="19303"/>
                    </a:cubicBezTo>
                    <a:cubicBezTo>
                      <a:pt x="15374" y="19246"/>
                      <a:pt x="15439" y="19182"/>
                      <a:pt x="15587" y="19182"/>
                    </a:cubicBezTo>
                    <a:cubicBezTo>
                      <a:pt x="15732" y="19182"/>
                      <a:pt x="15732" y="19182"/>
                      <a:pt x="15732" y="19182"/>
                    </a:cubicBezTo>
                    <a:cubicBezTo>
                      <a:pt x="15894" y="19182"/>
                      <a:pt x="15961" y="19115"/>
                      <a:pt x="16089" y="19060"/>
                    </a:cubicBezTo>
                    <a:cubicBezTo>
                      <a:pt x="16349" y="18948"/>
                      <a:pt x="16497" y="18872"/>
                      <a:pt x="16787" y="18827"/>
                    </a:cubicBezTo>
                    <a:cubicBezTo>
                      <a:pt x="17178" y="18806"/>
                      <a:pt x="17276" y="18529"/>
                      <a:pt x="17650" y="18462"/>
                    </a:cubicBezTo>
                    <a:cubicBezTo>
                      <a:pt x="17714" y="18474"/>
                      <a:pt x="17714" y="18474"/>
                      <a:pt x="17714" y="18474"/>
                    </a:cubicBezTo>
                    <a:cubicBezTo>
                      <a:pt x="17764" y="18451"/>
                      <a:pt x="17798" y="18430"/>
                      <a:pt x="17862" y="18430"/>
                    </a:cubicBezTo>
                    <a:cubicBezTo>
                      <a:pt x="18105" y="18430"/>
                      <a:pt x="18219" y="18529"/>
                      <a:pt x="18445" y="18529"/>
                    </a:cubicBezTo>
                    <a:cubicBezTo>
                      <a:pt x="18884" y="18529"/>
                      <a:pt x="19129" y="18496"/>
                      <a:pt x="19568" y="18430"/>
                    </a:cubicBezTo>
                    <a:cubicBezTo>
                      <a:pt x="19763" y="18396"/>
                      <a:pt x="19844" y="18329"/>
                      <a:pt x="20039" y="18297"/>
                    </a:cubicBezTo>
                    <a:cubicBezTo>
                      <a:pt x="20380" y="18242"/>
                      <a:pt x="20559" y="18187"/>
                      <a:pt x="20885" y="18086"/>
                    </a:cubicBezTo>
                    <a:cubicBezTo>
                      <a:pt x="21176" y="18009"/>
                      <a:pt x="21290" y="17855"/>
                      <a:pt x="21600" y="17855"/>
                    </a:cubicBezTo>
                    <a:cubicBezTo>
                      <a:pt x="21600" y="11879"/>
                      <a:pt x="21600" y="11879"/>
                      <a:pt x="21600" y="11879"/>
                    </a:cubicBezTo>
                    <a:cubicBezTo>
                      <a:pt x="21533" y="1093"/>
                      <a:pt x="21533" y="1093"/>
                      <a:pt x="21533" y="1093"/>
                    </a:cubicBezTo>
                    <a:close/>
                    <a:moveTo>
                      <a:pt x="3135" y="6796"/>
                    </a:moveTo>
                    <a:cubicBezTo>
                      <a:pt x="3185" y="6718"/>
                      <a:pt x="3250" y="6663"/>
                      <a:pt x="3364" y="6640"/>
                    </a:cubicBezTo>
                    <a:cubicBezTo>
                      <a:pt x="3364" y="6718"/>
                      <a:pt x="3314" y="6807"/>
                      <a:pt x="3202" y="6807"/>
                    </a:cubicBezTo>
                    <a:cubicBezTo>
                      <a:pt x="3169" y="6807"/>
                      <a:pt x="3152" y="6807"/>
                      <a:pt x="3135" y="6796"/>
                    </a:cubicBezTo>
                    <a:close/>
                    <a:moveTo>
                      <a:pt x="81" y="11425"/>
                    </a:moveTo>
                    <a:cubicBezTo>
                      <a:pt x="64" y="11425"/>
                      <a:pt x="47" y="11414"/>
                      <a:pt x="17" y="11414"/>
                    </a:cubicBezTo>
                    <a:cubicBezTo>
                      <a:pt x="17" y="11425"/>
                      <a:pt x="0" y="11437"/>
                      <a:pt x="0" y="11458"/>
                    </a:cubicBezTo>
                    <a:cubicBezTo>
                      <a:pt x="0" y="11613"/>
                      <a:pt x="81" y="11701"/>
                      <a:pt x="195" y="11834"/>
                    </a:cubicBezTo>
                    <a:cubicBezTo>
                      <a:pt x="260" y="11911"/>
                      <a:pt x="276" y="11966"/>
                      <a:pt x="341" y="12033"/>
                    </a:cubicBezTo>
                    <a:cubicBezTo>
                      <a:pt x="324" y="11813"/>
                      <a:pt x="81" y="11712"/>
                      <a:pt x="81" y="11492"/>
                    </a:cubicBezTo>
                    <a:lnTo>
                      <a:pt x="81" y="11425"/>
                    </a:ln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22860" tIns="22860" rIns="22860" bIns="22860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200" cap="none" spc="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600"/>
              </a:p>
            </p:txBody>
          </p:sp>
          <p:sp>
            <p:nvSpPr>
              <p:cNvPr id="657" name="Shape">
                <a:extLst>
                  <a:ext uri="{FF2B5EF4-FFF2-40B4-BE49-F238E27FC236}">
                    <a16:creationId xmlns:a16="http://schemas.microsoft.com/office/drawing/2014/main" id="{77ABE117-DFEA-416E-8119-F2EBEB1A46D1}"/>
                  </a:ext>
                </a:extLst>
              </p:cNvPr>
              <p:cNvSpPr/>
              <p:nvPr/>
            </p:nvSpPr>
            <p:spPr>
              <a:xfrm>
                <a:off x="9793520" y="1512406"/>
                <a:ext cx="357490" cy="623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02" y="168"/>
                    </a:moveTo>
                    <a:cubicBezTo>
                      <a:pt x="5373" y="298"/>
                      <a:pt x="5402" y="364"/>
                      <a:pt x="5402" y="497"/>
                    </a:cubicBezTo>
                    <a:cubicBezTo>
                      <a:pt x="5343" y="415"/>
                      <a:pt x="5318" y="332"/>
                      <a:pt x="5174" y="332"/>
                    </a:cubicBezTo>
                    <a:cubicBezTo>
                      <a:pt x="5025" y="332"/>
                      <a:pt x="4882" y="364"/>
                      <a:pt x="4882" y="446"/>
                    </a:cubicBezTo>
                    <a:cubicBezTo>
                      <a:pt x="4882" y="514"/>
                      <a:pt x="4882" y="545"/>
                      <a:pt x="4882" y="597"/>
                    </a:cubicBezTo>
                    <a:cubicBezTo>
                      <a:pt x="4797" y="514"/>
                      <a:pt x="4852" y="364"/>
                      <a:pt x="4683" y="364"/>
                    </a:cubicBezTo>
                    <a:cubicBezTo>
                      <a:pt x="4510" y="364"/>
                      <a:pt x="4420" y="446"/>
                      <a:pt x="4247" y="463"/>
                    </a:cubicBezTo>
                    <a:cubicBezTo>
                      <a:pt x="4276" y="531"/>
                      <a:pt x="4336" y="563"/>
                      <a:pt x="4390" y="645"/>
                    </a:cubicBezTo>
                    <a:cubicBezTo>
                      <a:pt x="4336" y="645"/>
                      <a:pt x="4336" y="645"/>
                      <a:pt x="4336" y="645"/>
                    </a:cubicBezTo>
                    <a:cubicBezTo>
                      <a:pt x="4192" y="597"/>
                      <a:pt x="4132" y="531"/>
                      <a:pt x="3959" y="480"/>
                    </a:cubicBezTo>
                    <a:cubicBezTo>
                      <a:pt x="3845" y="463"/>
                      <a:pt x="3726" y="446"/>
                      <a:pt x="3701" y="364"/>
                    </a:cubicBezTo>
                    <a:cubicBezTo>
                      <a:pt x="3815" y="364"/>
                      <a:pt x="3815" y="364"/>
                      <a:pt x="3815" y="364"/>
                    </a:cubicBezTo>
                    <a:cubicBezTo>
                      <a:pt x="3815" y="349"/>
                      <a:pt x="3815" y="332"/>
                      <a:pt x="3845" y="315"/>
                    </a:cubicBezTo>
                    <a:cubicBezTo>
                      <a:pt x="3641" y="298"/>
                      <a:pt x="3557" y="216"/>
                      <a:pt x="3354" y="168"/>
                    </a:cubicBezTo>
                    <a:cubicBezTo>
                      <a:pt x="3354" y="168"/>
                      <a:pt x="3324" y="182"/>
                      <a:pt x="3324" y="199"/>
                    </a:cubicBezTo>
                    <a:cubicBezTo>
                      <a:pt x="3324" y="446"/>
                      <a:pt x="3582" y="563"/>
                      <a:pt x="3582" y="827"/>
                    </a:cubicBezTo>
                    <a:cubicBezTo>
                      <a:pt x="3726" y="827"/>
                      <a:pt x="3815" y="844"/>
                      <a:pt x="3899" y="878"/>
                    </a:cubicBezTo>
                    <a:cubicBezTo>
                      <a:pt x="4043" y="909"/>
                      <a:pt x="3989" y="1009"/>
                      <a:pt x="4103" y="1060"/>
                    </a:cubicBezTo>
                    <a:cubicBezTo>
                      <a:pt x="4217" y="1094"/>
                      <a:pt x="4306" y="1060"/>
                      <a:pt x="4450" y="1077"/>
                    </a:cubicBezTo>
                    <a:cubicBezTo>
                      <a:pt x="4564" y="1108"/>
                      <a:pt x="4624" y="1159"/>
                      <a:pt x="4708" y="1224"/>
                    </a:cubicBezTo>
                    <a:cubicBezTo>
                      <a:pt x="4797" y="1193"/>
                      <a:pt x="4797" y="1125"/>
                      <a:pt x="4882" y="1094"/>
                    </a:cubicBezTo>
                    <a:cubicBezTo>
                      <a:pt x="5001" y="1043"/>
                      <a:pt x="5145" y="1060"/>
                      <a:pt x="5259" y="994"/>
                    </a:cubicBezTo>
                    <a:cubicBezTo>
                      <a:pt x="5432" y="909"/>
                      <a:pt x="5432" y="744"/>
                      <a:pt x="5660" y="744"/>
                    </a:cubicBezTo>
                    <a:cubicBezTo>
                      <a:pt x="5720" y="744"/>
                      <a:pt x="5750" y="761"/>
                      <a:pt x="5809" y="761"/>
                    </a:cubicBezTo>
                    <a:cubicBezTo>
                      <a:pt x="5894" y="662"/>
                      <a:pt x="6037" y="614"/>
                      <a:pt x="6037" y="514"/>
                    </a:cubicBezTo>
                    <a:cubicBezTo>
                      <a:pt x="6037" y="432"/>
                      <a:pt x="5864" y="446"/>
                      <a:pt x="5809" y="381"/>
                    </a:cubicBezTo>
                    <a:cubicBezTo>
                      <a:pt x="5660" y="281"/>
                      <a:pt x="5606" y="216"/>
                      <a:pt x="5402" y="168"/>
                    </a:cubicBezTo>
                    <a:close/>
                    <a:moveTo>
                      <a:pt x="3294" y="480"/>
                    </a:moveTo>
                    <a:cubicBezTo>
                      <a:pt x="3354" y="597"/>
                      <a:pt x="3235" y="645"/>
                      <a:pt x="3210" y="761"/>
                    </a:cubicBezTo>
                    <a:cubicBezTo>
                      <a:pt x="3294" y="761"/>
                      <a:pt x="3383" y="744"/>
                      <a:pt x="3438" y="778"/>
                    </a:cubicBezTo>
                    <a:cubicBezTo>
                      <a:pt x="3408" y="844"/>
                      <a:pt x="3408" y="844"/>
                      <a:pt x="3408" y="844"/>
                    </a:cubicBezTo>
                    <a:cubicBezTo>
                      <a:pt x="3408" y="861"/>
                      <a:pt x="3408" y="878"/>
                      <a:pt x="3408" y="895"/>
                    </a:cubicBezTo>
                    <a:cubicBezTo>
                      <a:pt x="3612" y="909"/>
                      <a:pt x="3726" y="943"/>
                      <a:pt x="3875" y="1026"/>
                    </a:cubicBezTo>
                    <a:cubicBezTo>
                      <a:pt x="3815" y="1043"/>
                      <a:pt x="3755" y="1077"/>
                      <a:pt x="3671" y="1077"/>
                    </a:cubicBezTo>
                    <a:cubicBezTo>
                      <a:pt x="3408" y="1077"/>
                      <a:pt x="3264" y="994"/>
                      <a:pt x="3006" y="994"/>
                    </a:cubicBezTo>
                    <a:cubicBezTo>
                      <a:pt x="2833" y="994"/>
                      <a:pt x="2748" y="1026"/>
                      <a:pt x="2600" y="1043"/>
                    </a:cubicBezTo>
                    <a:cubicBezTo>
                      <a:pt x="2629" y="994"/>
                      <a:pt x="2629" y="943"/>
                      <a:pt x="2659" y="895"/>
                    </a:cubicBezTo>
                    <a:cubicBezTo>
                      <a:pt x="2748" y="895"/>
                      <a:pt x="2748" y="895"/>
                      <a:pt x="2748" y="895"/>
                    </a:cubicBezTo>
                    <a:cubicBezTo>
                      <a:pt x="2773" y="895"/>
                      <a:pt x="2803" y="909"/>
                      <a:pt x="2833" y="909"/>
                    </a:cubicBezTo>
                    <a:cubicBezTo>
                      <a:pt x="2947" y="909"/>
                      <a:pt x="3091" y="926"/>
                      <a:pt x="3091" y="861"/>
                    </a:cubicBezTo>
                    <a:cubicBezTo>
                      <a:pt x="3091" y="761"/>
                      <a:pt x="2947" y="744"/>
                      <a:pt x="2892" y="662"/>
                    </a:cubicBezTo>
                    <a:cubicBezTo>
                      <a:pt x="2947" y="597"/>
                      <a:pt x="2947" y="597"/>
                      <a:pt x="2947" y="597"/>
                    </a:cubicBezTo>
                    <a:cubicBezTo>
                      <a:pt x="2892" y="597"/>
                      <a:pt x="2862" y="580"/>
                      <a:pt x="2833" y="580"/>
                    </a:cubicBezTo>
                    <a:cubicBezTo>
                      <a:pt x="2862" y="545"/>
                      <a:pt x="2862" y="545"/>
                      <a:pt x="2862" y="545"/>
                    </a:cubicBezTo>
                    <a:cubicBezTo>
                      <a:pt x="3036" y="497"/>
                      <a:pt x="3091" y="432"/>
                      <a:pt x="3210" y="364"/>
                    </a:cubicBezTo>
                    <a:cubicBezTo>
                      <a:pt x="3264" y="398"/>
                      <a:pt x="3294" y="432"/>
                      <a:pt x="3294" y="480"/>
                    </a:cubicBezTo>
                    <a:close/>
                    <a:moveTo>
                      <a:pt x="17815" y="3904"/>
                    </a:moveTo>
                    <a:cubicBezTo>
                      <a:pt x="17815" y="3955"/>
                      <a:pt x="17845" y="3986"/>
                      <a:pt x="17845" y="4037"/>
                    </a:cubicBezTo>
                    <a:cubicBezTo>
                      <a:pt x="17845" y="4168"/>
                      <a:pt x="17815" y="4250"/>
                      <a:pt x="17790" y="4401"/>
                    </a:cubicBezTo>
                    <a:cubicBezTo>
                      <a:pt x="18192" y="4401"/>
                      <a:pt x="18395" y="4531"/>
                      <a:pt x="18797" y="4531"/>
                    </a:cubicBezTo>
                    <a:cubicBezTo>
                      <a:pt x="18857" y="4531"/>
                      <a:pt x="18916" y="4517"/>
                      <a:pt x="18971" y="4531"/>
                    </a:cubicBezTo>
                    <a:cubicBezTo>
                      <a:pt x="18971" y="4483"/>
                      <a:pt x="18971" y="4449"/>
                      <a:pt x="18971" y="4401"/>
                    </a:cubicBezTo>
                    <a:cubicBezTo>
                      <a:pt x="18941" y="4384"/>
                      <a:pt x="18941" y="4384"/>
                      <a:pt x="18941" y="4384"/>
                    </a:cubicBezTo>
                    <a:cubicBezTo>
                      <a:pt x="18886" y="4418"/>
                      <a:pt x="18857" y="4449"/>
                      <a:pt x="18772" y="4449"/>
                    </a:cubicBezTo>
                    <a:cubicBezTo>
                      <a:pt x="18713" y="4449"/>
                      <a:pt x="18713" y="4401"/>
                      <a:pt x="18683" y="4401"/>
                    </a:cubicBezTo>
                    <a:cubicBezTo>
                      <a:pt x="18623" y="4401"/>
                      <a:pt x="18599" y="4418"/>
                      <a:pt x="18569" y="4418"/>
                    </a:cubicBezTo>
                    <a:cubicBezTo>
                      <a:pt x="18455" y="4418"/>
                      <a:pt x="18395" y="4367"/>
                      <a:pt x="18395" y="4318"/>
                    </a:cubicBezTo>
                    <a:cubicBezTo>
                      <a:pt x="18395" y="4236"/>
                      <a:pt x="18509" y="4236"/>
                      <a:pt x="18569" y="4168"/>
                    </a:cubicBezTo>
                    <a:cubicBezTo>
                      <a:pt x="18480" y="4151"/>
                      <a:pt x="18395" y="4119"/>
                      <a:pt x="18395" y="4068"/>
                    </a:cubicBezTo>
                    <a:cubicBezTo>
                      <a:pt x="18395" y="4037"/>
                      <a:pt x="18425" y="4020"/>
                      <a:pt x="18425" y="3986"/>
                    </a:cubicBezTo>
                    <a:cubicBezTo>
                      <a:pt x="18480" y="3986"/>
                      <a:pt x="18509" y="3986"/>
                      <a:pt x="18569" y="3986"/>
                    </a:cubicBezTo>
                    <a:cubicBezTo>
                      <a:pt x="18742" y="3986"/>
                      <a:pt x="18971" y="3938"/>
                      <a:pt x="18623" y="3938"/>
                    </a:cubicBezTo>
                    <a:cubicBezTo>
                      <a:pt x="18509" y="3938"/>
                      <a:pt x="18395" y="3886"/>
                      <a:pt x="18395" y="3821"/>
                    </a:cubicBezTo>
                    <a:cubicBezTo>
                      <a:pt x="18395" y="3773"/>
                      <a:pt x="18455" y="3756"/>
                      <a:pt x="18455" y="3705"/>
                    </a:cubicBezTo>
                    <a:cubicBezTo>
                      <a:pt x="18455" y="3639"/>
                      <a:pt x="18306" y="3773"/>
                      <a:pt x="18251" y="3821"/>
                    </a:cubicBezTo>
                    <a:cubicBezTo>
                      <a:pt x="18162" y="3904"/>
                      <a:pt x="17988" y="3904"/>
                      <a:pt x="17815" y="3904"/>
                    </a:cubicBezTo>
                    <a:close/>
                    <a:moveTo>
                      <a:pt x="17353" y="3688"/>
                    </a:moveTo>
                    <a:cubicBezTo>
                      <a:pt x="17299" y="3673"/>
                      <a:pt x="17269" y="3673"/>
                      <a:pt x="17210" y="3656"/>
                    </a:cubicBezTo>
                    <a:cubicBezTo>
                      <a:pt x="17180" y="3688"/>
                      <a:pt x="17180" y="3705"/>
                      <a:pt x="17180" y="3722"/>
                    </a:cubicBezTo>
                    <a:cubicBezTo>
                      <a:pt x="17180" y="3804"/>
                      <a:pt x="17239" y="3838"/>
                      <a:pt x="17324" y="3904"/>
                    </a:cubicBezTo>
                    <a:cubicBezTo>
                      <a:pt x="17324" y="3821"/>
                      <a:pt x="17383" y="3773"/>
                      <a:pt x="17353" y="3688"/>
                    </a:cubicBezTo>
                    <a:close/>
                    <a:moveTo>
                      <a:pt x="19318" y="6551"/>
                    </a:moveTo>
                    <a:cubicBezTo>
                      <a:pt x="19263" y="6500"/>
                      <a:pt x="19263" y="6435"/>
                      <a:pt x="19144" y="6435"/>
                    </a:cubicBezTo>
                    <a:cubicBezTo>
                      <a:pt x="19085" y="6435"/>
                      <a:pt x="19030" y="6452"/>
                      <a:pt x="18971" y="6483"/>
                    </a:cubicBezTo>
                    <a:cubicBezTo>
                      <a:pt x="19085" y="6583"/>
                      <a:pt x="19174" y="6617"/>
                      <a:pt x="19318" y="6682"/>
                    </a:cubicBezTo>
                    <a:cubicBezTo>
                      <a:pt x="19318" y="6665"/>
                      <a:pt x="19348" y="6651"/>
                      <a:pt x="19348" y="6634"/>
                    </a:cubicBezTo>
                    <a:cubicBezTo>
                      <a:pt x="19348" y="6617"/>
                      <a:pt x="19318" y="6566"/>
                      <a:pt x="19318" y="6551"/>
                    </a:cubicBezTo>
                    <a:close/>
                    <a:moveTo>
                      <a:pt x="21570" y="7790"/>
                    </a:moveTo>
                    <a:cubicBezTo>
                      <a:pt x="21600" y="21600"/>
                      <a:pt x="21600" y="21600"/>
                      <a:pt x="21600" y="21600"/>
                    </a:cubicBezTo>
                    <a:cubicBezTo>
                      <a:pt x="119" y="21552"/>
                      <a:pt x="119" y="21552"/>
                      <a:pt x="119" y="21552"/>
                    </a:cubicBezTo>
                    <a:cubicBezTo>
                      <a:pt x="0" y="5409"/>
                      <a:pt x="0" y="5409"/>
                      <a:pt x="0" y="5409"/>
                    </a:cubicBezTo>
                    <a:cubicBezTo>
                      <a:pt x="263" y="5458"/>
                      <a:pt x="437" y="5557"/>
                      <a:pt x="437" y="5725"/>
                    </a:cubicBezTo>
                    <a:cubicBezTo>
                      <a:pt x="437" y="6071"/>
                      <a:pt x="437" y="5725"/>
                      <a:pt x="724" y="5725"/>
                    </a:cubicBezTo>
                    <a:cubicBezTo>
                      <a:pt x="695" y="5625"/>
                      <a:pt x="580" y="5574"/>
                      <a:pt x="580" y="5475"/>
                    </a:cubicBezTo>
                    <a:cubicBezTo>
                      <a:pt x="580" y="5443"/>
                      <a:pt x="580" y="5426"/>
                      <a:pt x="580" y="5392"/>
                    </a:cubicBezTo>
                    <a:cubicBezTo>
                      <a:pt x="610" y="5375"/>
                      <a:pt x="640" y="5375"/>
                      <a:pt x="665" y="5375"/>
                    </a:cubicBezTo>
                    <a:cubicBezTo>
                      <a:pt x="695" y="5375"/>
                      <a:pt x="724" y="5392"/>
                      <a:pt x="754" y="5392"/>
                    </a:cubicBezTo>
                    <a:cubicBezTo>
                      <a:pt x="868" y="5375"/>
                      <a:pt x="868" y="5375"/>
                      <a:pt x="868" y="5375"/>
                    </a:cubicBezTo>
                    <a:cubicBezTo>
                      <a:pt x="953" y="5458"/>
                      <a:pt x="1042" y="5492"/>
                      <a:pt x="1215" y="5526"/>
                    </a:cubicBezTo>
                    <a:cubicBezTo>
                      <a:pt x="1330" y="5557"/>
                      <a:pt x="1330" y="5639"/>
                      <a:pt x="1449" y="5673"/>
                    </a:cubicBezTo>
                    <a:cubicBezTo>
                      <a:pt x="1677" y="5790"/>
                      <a:pt x="1994" y="5824"/>
                      <a:pt x="1880" y="5807"/>
                    </a:cubicBezTo>
                    <a:cubicBezTo>
                      <a:pt x="1880" y="5756"/>
                      <a:pt x="1761" y="5773"/>
                      <a:pt x="1707" y="5725"/>
                    </a:cubicBezTo>
                    <a:cubicBezTo>
                      <a:pt x="1592" y="5673"/>
                      <a:pt x="1617" y="5608"/>
                      <a:pt x="1592" y="5526"/>
                    </a:cubicBezTo>
                    <a:cubicBezTo>
                      <a:pt x="1563" y="5475"/>
                      <a:pt x="1473" y="5443"/>
                      <a:pt x="1473" y="5392"/>
                    </a:cubicBezTo>
                    <a:cubicBezTo>
                      <a:pt x="1473" y="5344"/>
                      <a:pt x="1473" y="5344"/>
                      <a:pt x="1473" y="5344"/>
                    </a:cubicBezTo>
                    <a:cubicBezTo>
                      <a:pt x="1821" y="5344"/>
                      <a:pt x="1821" y="5344"/>
                      <a:pt x="1821" y="5344"/>
                    </a:cubicBezTo>
                    <a:cubicBezTo>
                      <a:pt x="1880" y="5344"/>
                      <a:pt x="1910" y="5310"/>
                      <a:pt x="1940" y="5310"/>
                    </a:cubicBezTo>
                    <a:cubicBezTo>
                      <a:pt x="1965" y="5310"/>
                      <a:pt x="1994" y="5327"/>
                      <a:pt x="2024" y="5327"/>
                    </a:cubicBezTo>
                    <a:cubicBezTo>
                      <a:pt x="2138" y="5327"/>
                      <a:pt x="2198" y="5244"/>
                      <a:pt x="2312" y="5244"/>
                    </a:cubicBezTo>
                    <a:cubicBezTo>
                      <a:pt x="2282" y="5227"/>
                      <a:pt x="2282" y="5193"/>
                      <a:pt x="2227" y="5193"/>
                    </a:cubicBezTo>
                    <a:cubicBezTo>
                      <a:pt x="2084" y="5193"/>
                      <a:pt x="2024" y="5227"/>
                      <a:pt x="1880" y="5227"/>
                    </a:cubicBezTo>
                    <a:cubicBezTo>
                      <a:pt x="1791" y="5227"/>
                      <a:pt x="1736" y="5227"/>
                      <a:pt x="1647" y="5227"/>
                    </a:cubicBezTo>
                    <a:cubicBezTo>
                      <a:pt x="1647" y="5176"/>
                      <a:pt x="1647" y="5145"/>
                      <a:pt x="1647" y="5094"/>
                    </a:cubicBezTo>
                    <a:cubicBezTo>
                      <a:pt x="1647" y="4994"/>
                      <a:pt x="1821" y="4994"/>
                      <a:pt x="1880" y="4912"/>
                    </a:cubicBezTo>
                    <a:cubicBezTo>
                      <a:pt x="1850" y="4912"/>
                      <a:pt x="1821" y="4898"/>
                      <a:pt x="1791" y="4898"/>
                    </a:cubicBezTo>
                    <a:cubicBezTo>
                      <a:pt x="1736" y="4898"/>
                      <a:pt x="1677" y="4912"/>
                      <a:pt x="1617" y="4929"/>
                    </a:cubicBezTo>
                    <a:cubicBezTo>
                      <a:pt x="1533" y="4847"/>
                      <a:pt x="1389" y="4864"/>
                      <a:pt x="1245" y="4813"/>
                    </a:cubicBezTo>
                    <a:cubicBezTo>
                      <a:pt x="1072" y="4747"/>
                      <a:pt x="982" y="4648"/>
                      <a:pt x="982" y="4517"/>
                    </a:cubicBezTo>
                    <a:cubicBezTo>
                      <a:pt x="982" y="4435"/>
                      <a:pt x="1072" y="4367"/>
                      <a:pt x="1215" y="4318"/>
                    </a:cubicBezTo>
                    <a:cubicBezTo>
                      <a:pt x="1330" y="4350"/>
                      <a:pt x="1330" y="4350"/>
                      <a:pt x="1330" y="4350"/>
                    </a:cubicBezTo>
                    <a:cubicBezTo>
                      <a:pt x="1449" y="4202"/>
                      <a:pt x="1821" y="4185"/>
                      <a:pt x="1821" y="4020"/>
                    </a:cubicBezTo>
                    <a:cubicBezTo>
                      <a:pt x="1821" y="3938"/>
                      <a:pt x="1910" y="3904"/>
                      <a:pt x="1965" y="3838"/>
                    </a:cubicBezTo>
                    <a:cubicBezTo>
                      <a:pt x="2024" y="3722"/>
                      <a:pt x="1965" y="3656"/>
                      <a:pt x="1965" y="3540"/>
                    </a:cubicBezTo>
                    <a:cubicBezTo>
                      <a:pt x="1965" y="3475"/>
                      <a:pt x="1994" y="3423"/>
                      <a:pt x="2084" y="3392"/>
                    </a:cubicBezTo>
                    <a:cubicBezTo>
                      <a:pt x="2168" y="3423"/>
                      <a:pt x="2227" y="3457"/>
                      <a:pt x="2312" y="3457"/>
                    </a:cubicBezTo>
                    <a:cubicBezTo>
                      <a:pt x="2600" y="3457"/>
                      <a:pt x="2689" y="3293"/>
                      <a:pt x="2947" y="3242"/>
                    </a:cubicBezTo>
                    <a:cubicBezTo>
                      <a:pt x="3006" y="3293"/>
                      <a:pt x="3036" y="3310"/>
                      <a:pt x="3091" y="3358"/>
                    </a:cubicBezTo>
                    <a:cubicBezTo>
                      <a:pt x="3150" y="3358"/>
                      <a:pt x="3150" y="3358"/>
                      <a:pt x="3150" y="3358"/>
                    </a:cubicBezTo>
                    <a:cubicBezTo>
                      <a:pt x="3120" y="3324"/>
                      <a:pt x="3066" y="3293"/>
                      <a:pt x="3066" y="3242"/>
                    </a:cubicBezTo>
                    <a:cubicBezTo>
                      <a:pt x="3066" y="3210"/>
                      <a:pt x="3120" y="3193"/>
                      <a:pt x="3120" y="3159"/>
                    </a:cubicBezTo>
                    <a:cubicBezTo>
                      <a:pt x="3120" y="2994"/>
                      <a:pt x="2748" y="2960"/>
                      <a:pt x="2748" y="2796"/>
                    </a:cubicBezTo>
                    <a:cubicBezTo>
                      <a:pt x="2748" y="2730"/>
                      <a:pt x="2803" y="2679"/>
                      <a:pt x="2803" y="2614"/>
                    </a:cubicBezTo>
                    <a:lnTo>
                      <a:pt x="2833" y="2597"/>
                    </a:lnTo>
                    <a:cubicBezTo>
                      <a:pt x="2917" y="2597"/>
                      <a:pt x="2947" y="2631"/>
                      <a:pt x="3006" y="2631"/>
                    </a:cubicBezTo>
                    <a:cubicBezTo>
                      <a:pt x="3264" y="2631"/>
                      <a:pt x="3294" y="2449"/>
                      <a:pt x="3294" y="2315"/>
                    </a:cubicBezTo>
                    <a:cubicBezTo>
                      <a:pt x="3354" y="2284"/>
                      <a:pt x="3383" y="2233"/>
                      <a:pt x="3438" y="2233"/>
                    </a:cubicBezTo>
                    <a:cubicBezTo>
                      <a:pt x="3671" y="2233"/>
                      <a:pt x="3726" y="2367"/>
                      <a:pt x="3929" y="2367"/>
                    </a:cubicBezTo>
                    <a:cubicBezTo>
                      <a:pt x="4018" y="2367"/>
                      <a:pt x="4073" y="2367"/>
                      <a:pt x="4162" y="2367"/>
                    </a:cubicBezTo>
                    <a:cubicBezTo>
                      <a:pt x="4192" y="2349"/>
                      <a:pt x="4192" y="2332"/>
                      <a:pt x="4217" y="2332"/>
                    </a:cubicBezTo>
                    <a:cubicBezTo>
                      <a:pt x="4103" y="2250"/>
                      <a:pt x="3875" y="2267"/>
                      <a:pt x="3875" y="2168"/>
                    </a:cubicBezTo>
                    <a:cubicBezTo>
                      <a:pt x="3875" y="2134"/>
                      <a:pt x="3785" y="2134"/>
                      <a:pt x="3785" y="2102"/>
                    </a:cubicBezTo>
                    <a:cubicBezTo>
                      <a:pt x="3785" y="2020"/>
                      <a:pt x="3875" y="1986"/>
                      <a:pt x="3875" y="1903"/>
                    </a:cubicBezTo>
                    <a:cubicBezTo>
                      <a:pt x="4073" y="1935"/>
                      <a:pt x="4217" y="2003"/>
                      <a:pt x="4306" y="2119"/>
                    </a:cubicBezTo>
                    <a:cubicBezTo>
                      <a:pt x="4336" y="2119"/>
                      <a:pt x="4336" y="2119"/>
                      <a:pt x="4336" y="2119"/>
                    </a:cubicBezTo>
                    <a:cubicBezTo>
                      <a:pt x="4366" y="2102"/>
                      <a:pt x="4366" y="2102"/>
                      <a:pt x="4366" y="2102"/>
                    </a:cubicBezTo>
                    <a:cubicBezTo>
                      <a:pt x="4420" y="2119"/>
                      <a:pt x="4450" y="2134"/>
                      <a:pt x="4510" y="2168"/>
                    </a:cubicBezTo>
                    <a:cubicBezTo>
                      <a:pt x="4564" y="2185"/>
                      <a:pt x="4564" y="2185"/>
                      <a:pt x="4564" y="2185"/>
                    </a:cubicBezTo>
                    <a:cubicBezTo>
                      <a:pt x="4564" y="2151"/>
                      <a:pt x="4564" y="2134"/>
                      <a:pt x="4564" y="2119"/>
                    </a:cubicBezTo>
                    <a:cubicBezTo>
                      <a:pt x="4594" y="2102"/>
                      <a:pt x="4594" y="2102"/>
                      <a:pt x="4594" y="2102"/>
                    </a:cubicBezTo>
                    <a:cubicBezTo>
                      <a:pt x="4653" y="2119"/>
                      <a:pt x="4683" y="2119"/>
                      <a:pt x="4708" y="2134"/>
                    </a:cubicBezTo>
                    <a:cubicBezTo>
                      <a:pt x="4738" y="2119"/>
                      <a:pt x="4738" y="2102"/>
                      <a:pt x="4738" y="2085"/>
                    </a:cubicBezTo>
                    <a:cubicBezTo>
                      <a:pt x="4738" y="1969"/>
                      <a:pt x="4564" y="1935"/>
                      <a:pt x="4564" y="1821"/>
                    </a:cubicBezTo>
                    <a:cubicBezTo>
                      <a:pt x="4564" y="1770"/>
                      <a:pt x="4564" y="1770"/>
                      <a:pt x="4564" y="1770"/>
                    </a:cubicBezTo>
                    <a:cubicBezTo>
                      <a:pt x="4738" y="1753"/>
                      <a:pt x="4827" y="1722"/>
                      <a:pt x="5001" y="1705"/>
                    </a:cubicBezTo>
                    <a:cubicBezTo>
                      <a:pt x="5085" y="1705"/>
                      <a:pt x="5174" y="1722"/>
                      <a:pt x="5259" y="1670"/>
                    </a:cubicBezTo>
                    <a:cubicBezTo>
                      <a:pt x="5343" y="1605"/>
                      <a:pt x="5318" y="1540"/>
                      <a:pt x="5432" y="1472"/>
                    </a:cubicBezTo>
                    <a:cubicBezTo>
                      <a:pt x="5432" y="1639"/>
                      <a:pt x="5750" y="1688"/>
                      <a:pt x="6037" y="1688"/>
                    </a:cubicBezTo>
                    <a:cubicBezTo>
                      <a:pt x="6300" y="1688"/>
                      <a:pt x="6300" y="1688"/>
                      <a:pt x="6300" y="1688"/>
                    </a:cubicBezTo>
                    <a:cubicBezTo>
                      <a:pt x="6355" y="1688"/>
                      <a:pt x="6385" y="1705"/>
                      <a:pt x="6469" y="1705"/>
                    </a:cubicBezTo>
                    <a:cubicBezTo>
                      <a:pt x="6618" y="1705"/>
                      <a:pt x="6672" y="1670"/>
                      <a:pt x="6792" y="1670"/>
                    </a:cubicBezTo>
                    <a:cubicBezTo>
                      <a:pt x="6960" y="1670"/>
                      <a:pt x="7020" y="1753"/>
                      <a:pt x="7164" y="1753"/>
                    </a:cubicBezTo>
                    <a:cubicBezTo>
                      <a:pt x="7427" y="1753"/>
                      <a:pt x="7541" y="1622"/>
                      <a:pt x="7799" y="1588"/>
                    </a:cubicBezTo>
                    <a:cubicBezTo>
                      <a:pt x="8002" y="1557"/>
                      <a:pt x="8116" y="1523"/>
                      <a:pt x="8320" y="1506"/>
                    </a:cubicBezTo>
                    <a:cubicBezTo>
                      <a:pt x="8463" y="1489"/>
                      <a:pt x="8637" y="1506"/>
                      <a:pt x="8697" y="1440"/>
                    </a:cubicBezTo>
                    <a:cubicBezTo>
                      <a:pt x="8721" y="1358"/>
                      <a:pt x="8697" y="1290"/>
                      <a:pt x="8697" y="1207"/>
                    </a:cubicBezTo>
                    <a:cubicBezTo>
                      <a:pt x="8697" y="977"/>
                      <a:pt x="8697" y="977"/>
                      <a:pt x="8697" y="977"/>
                    </a:cubicBezTo>
                    <a:cubicBezTo>
                      <a:pt x="8697" y="895"/>
                      <a:pt x="8811" y="861"/>
                      <a:pt x="8925" y="795"/>
                    </a:cubicBezTo>
                    <a:cubicBezTo>
                      <a:pt x="8895" y="795"/>
                      <a:pt x="8895" y="778"/>
                      <a:pt x="8870" y="778"/>
                    </a:cubicBezTo>
                    <a:cubicBezTo>
                      <a:pt x="8721" y="778"/>
                      <a:pt x="8667" y="844"/>
                      <a:pt x="8553" y="861"/>
                    </a:cubicBezTo>
                    <a:lnTo>
                      <a:pt x="8523" y="844"/>
                    </a:lnTo>
                    <a:cubicBezTo>
                      <a:pt x="8523" y="778"/>
                      <a:pt x="8607" y="744"/>
                      <a:pt x="8607" y="696"/>
                    </a:cubicBezTo>
                    <a:cubicBezTo>
                      <a:pt x="8607" y="545"/>
                      <a:pt x="8320" y="514"/>
                      <a:pt x="8086" y="514"/>
                    </a:cubicBezTo>
                    <a:cubicBezTo>
                      <a:pt x="7799" y="514"/>
                      <a:pt x="7655" y="597"/>
                      <a:pt x="7367" y="679"/>
                    </a:cubicBezTo>
                    <a:cubicBezTo>
                      <a:pt x="7337" y="545"/>
                      <a:pt x="7223" y="480"/>
                      <a:pt x="7050" y="398"/>
                    </a:cubicBezTo>
                    <a:cubicBezTo>
                      <a:pt x="6960" y="349"/>
                      <a:pt x="6816" y="332"/>
                      <a:pt x="6816" y="267"/>
                    </a:cubicBezTo>
                    <a:cubicBezTo>
                      <a:pt x="6816" y="233"/>
                      <a:pt x="6816" y="216"/>
                      <a:pt x="6816" y="182"/>
                    </a:cubicBezTo>
                    <a:cubicBezTo>
                      <a:pt x="6935" y="182"/>
                      <a:pt x="6935" y="182"/>
                      <a:pt x="6935" y="182"/>
                    </a:cubicBezTo>
                    <a:cubicBezTo>
                      <a:pt x="6990" y="182"/>
                      <a:pt x="7020" y="199"/>
                      <a:pt x="7050" y="199"/>
                    </a:cubicBezTo>
                    <a:cubicBezTo>
                      <a:pt x="7134" y="199"/>
                      <a:pt x="7134" y="134"/>
                      <a:pt x="7223" y="134"/>
                    </a:cubicBezTo>
                    <a:cubicBezTo>
                      <a:pt x="7427" y="134"/>
                      <a:pt x="7427" y="281"/>
                      <a:pt x="7570" y="364"/>
                    </a:cubicBezTo>
                    <a:lnTo>
                      <a:pt x="7600" y="349"/>
                    </a:lnTo>
                    <a:cubicBezTo>
                      <a:pt x="7600" y="315"/>
                      <a:pt x="7570" y="298"/>
                      <a:pt x="7570" y="267"/>
                    </a:cubicBezTo>
                    <a:cubicBezTo>
                      <a:pt x="7570" y="199"/>
                      <a:pt x="7600" y="151"/>
                      <a:pt x="7685" y="99"/>
                    </a:cubicBezTo>
                    <a:cubicBezTo>
                      <a:pt x="7744" y="134"/>
                      <a:pt x="7769" y="151"/>
                      <a:pt x="7828" y="151"/>
                    </a:cubicBezTo>
                    <a:cubicBezTo>
                      <a:pt x="7888" y="151"/>
                      <a:pt x="7942" y="116"/>
                      <a:pt x="8002" y="116"/>
                    </a:cubicBezTo>
                    <a:cubicBezTo>
                      <a:pt x="8116" y="116"/>
                      <a:pt x="8086" y="182"/>
                      <a:pt x="8146" y="233"/>
                    </a:cubicBezTo>
                    <a:cubicBezTo>
                      <a:pt x="8235" y="281"/>
                      <a:pt x="8320" y="267"/>
                      <a:pt x="8409" y="298"/>
                    </a:cubicBezTo>
                    <a:cubicBezTo>
                      <a:pt x="8409" y="281"/>
                      <a:pt x="8434" y="281"/>
                      <a:pt x="8434" y="267"/>
                    </a:cubicBezTo>
                    <a:cubicBezTo>
                      <a:pt x="8434" y="199"/>
                      <a:pt x="8349" y="168"/>
                      <a:pt x="8349" y="82"/>
                    </a:cubicBezTo>
                    <a:cubicBezTo>
                      <a:pt x="8349" y="51"/>
                      <a:pt x="8434" y="34"/>
                      <a:pt x="8493" y="0"/>
                    </a:cubicBezTo>
                    <a:cubicBezTo>
                      <a:pt x="8577" y="51"/>
                      <a:pt x="8553" y="99"/>
                      <a:pt x="8553" y="151"/>
                    </a:cubicBezTo>
                    <a:cubicBezTo>
                      <a:pt x="8553" y="332"/>
                      <a:pt x="8553" y="332"/>
                      <a:pt x="8553" y="332"/>
                    </a:cubicBezTo>
                    <a:cubicBezTo>
                      <a:pt x="8553" y="398"/>
                      <a:pt x="8577" y="446"/>
                      <a:pt x="8667" y="480"/>
                    </a:cubicBezTo>
                    <a:cubicBezTo>
                      <a:pt x="8781" y="514"/>
                      <a:pt x="8697" y="614"/>
                      <a:pt x="8811" y="614"/>
                    </a:cubicBezTo>
                    <a:cubicBezTo>
                      <a:pt x="8955" y="614"/>
                      <a:pt x="9044" y="631"/>
                      <a:pt x="9128" y="580"/>
                    </a:cubicBezTo>
                    <a:cubicBezTo>
                      <a:pt x="9217" y="545"/>
                      <a:pt x="9158" y="446"/>
                      <a:pt x="9272" y="446"/>
                    </a:cubicBezTo>
                    <a:cubicBezTo>
                      <a:pt x="9763" y="446"/>
                      <a:pt x="9649" y="943"/>
                      <a:pt x="10140" y="943"/>
                    </a:cubicBezTo>
                    <a:cubicBezTo>
                      <a:pt x="10225" y="943"/>
                      <a:pt x="10284" y="943"/>
                      <a:pt x="10363" y="943"/>
                    </a:cubicBezTo>
                    <a:cubicBezTo>
                      <a:pt x="10453" y="943"/>
                      <a:pt x="10507" y="994"/>
                      <a:pt x="10597" y="1026"/>
                    </a:cubicBezTo>
                    <a:cubicBezTo>
                      <a:pt x="10770" y="1077"/>
                      <a:pt x="10884" y="1094"/>
                      <a:pt x="11088" y="1094"/>
                    </a:cubicBezTo>
                    <a:cubicBezTo>
                      <a:pt x="11172" y="1094"/>
                      <a:pt x="11172" y="1060"/>
                      <a:pt x="11232" y="1026"/>
                    </a:cubicBezTo>
                    <a:cubicBezTo>
                      <a:pt x="11321" y="943"/>
                      <a:pt x="11435" y="960"/>
                      <a:pt x="11609" y="943"/>
                    </a:cubicBezTo>
                    <a:cubicBezTo>
                      <a:pt x="11609" y="960"/>
                      <a:pt x="11638" y="960"/>
                      <a:pt x="11638" y="977"/>
                    </a:cubicBezTo>
                    <a:cubicBezTo>
                      <a:pt x="11638" y="1026"/>
                      <a:pt x="11495" y="1043"/>
                      <a:pt x="11495" y="1108"/>
                    </a:cubicBezTo>
                    <a:cubicBezTo>
                      <a:pt x="11495" y="1193"/>
                      <a:pt x="11638" y="1242"/>
                      <a:pt x="11782" y="1242"/>
                    </a:cubicBezTo>
                    <a:cubicBezTo>
                      <a:pt x="11896" y="1242"/>
                      <a:pt x="11926" y="1176"/>
                      <a:pt x="12010" y="1176"/>
                    </a:cubicBezTo>
                    <a:cubicBezTo>
                      <a:pt x="12214" y="1176"/>
                      <a:pt x="12328" y="1307"/>
                      <a:pt x="12328" y="1440"/>
                    </a:cubicBezTo>
                    <a:cubicBezTo>
                      <a:pt x="12328" y="1440"/>
                      <a:pt x="12358" y="1457"/>
                      <a:pt x="12388" y="1457"/>
                    </a:cubicBezTo>
                    <a:cubicBezTo>
                      <a:pt x="12417" y="1406"/>
                      <a:pt x="12417" y="1324"/>
                      <a:pt x="12531" y="1324"/>
                    </a:cubicBezTo>
                    <a:cubicBezTo>
                      <a:pt x="12735" y="1324"/>
                      <a:pt x="12819" y="1440"/>
                      <a:pt x="13052" y="1440"/>
                    </a:cubicBezTo>
                    <a:cubicBezTo>
                      <a:pt x="13310" y="1440"/>
                      <a:pt x="13310" y="1440"/>
                      <a:pt x="13310" y="1440"/>
                    </a:cubicBezTo>
                    <a:cubicBezTo>
                      <a:pt x="13484" y="1440"/>
                      <a:pt x="13514" y="1324"/>
                      <a:pt x="13687" y="1276"/>
                    </a:cubicBezTo>
                    <a:cubicBezTo>
                      <a:pt x="13861" y="1440"/>
                      <a:pt x="14089" y="1472"/>
                      <a:pt x="14322" y="1571"/>
                    </a:cubicBezTo>
                    <a:cubicBezTo>
                      <a:pt x="14407" y="1605"/>
                      <a:pt x="14382" y="1688"/>
                      <a:pt x="14496" y="1688"/>
                    </a:cubicBezTo>
                    <a:cubicBezTo>
                      <a:pt x="14555" y="1688"/>
                      <a:pt x="14580" y="1656"/>
                      <a:pt x="14670" y="1656"/>
                    </a:cubicBezTo>
                    <a:cubicBezTo>
                      <a:pt x="14784" y="1656"/>
                      <a:pt x="14843" y="1739"/>
                      <a:pt x="14957" y="1739"/>
                    </a:cubicBezTo>
                    <a:cubicBezTo>
                      <a:pt x="15071" y="1739"/>
                      <a:pt x="15101" y="1670"/>
                      <a:pt x="15190" y="1639"/>
                    </a:cubicBezTo>
                    <a:cubicBezTo>
                      <a:pt x="15131" y="1622"/>
                      <a:pt x="15071" y="1622"/>
                      <a:pt x="15017" y="1639"/>
                    </a:cubicBezTo>
                    <a:cubicBezTo>
                      <a:pt x="15042" y="1557"/>
                      <a:pt x="15161" y="1557"/>
                      <a:pt x="15215" y="1489"/>
                    </a:cubicBezTo>
                    <a:cubicBezTo>
                      <a:pt x="15275" y="1506"/>
                      <a:pt x="15305" y="1523"/>
                      <a:pt x="15364" y="1523"/>
                    </a:cubicBezTo>
                    <a:cubicBezTo>
                      <a:pt x="15478" y="1523"/>
                      <a:pt x="15478" y="1389"/>
                      <a:pt x="15592" y="1389"/>
                    </a:cubicBezTo>
                    <a:cubicBezTo>
                      <a:pt x="15652" y="1389"/>
                      <a:pt x="15652" y="1406"/>
                      <a:pt x="15706" y="1406"/>
                    </a:cubicBezTo>
                    <a:cubicBezTo>
                      <a:pt x="15796" y="1406"/>
                      <a:pt x="15850" y="1372"/>
                      <a:pt x="15910" y="1358"/>
                    </a:cubicBezTo>
                    <a:cubicBezTo>
                      <a:pt x="15880" y="1341"/>
                      <a:pt x="15850" y="1341"/>
                      <a:pt x="15796" y="1324"/>
                    </a:cubicBezTo>
                    <a:cubicBezTo>
                      <a:pt x="16024" y="1276"/>
                      <a:pt x="16143" y="1259"/>
                      <a:pt x="16346" y="1207"/>
                    </a:cubicBezTo>
                    <a:cubicBezTo>
                      <a:pt x="16371" y="1207"/>
                      <a:pt x="16371" y="1207"/>
                      <a:pt x="16371" y="1207"/>
                    </a:cubicBezTo>
                    <a:cubicBezTo>
                      <a:pt x="16287" y="1341"/>
                      <a:pt x="16287" y="1440"/>
                      <a:pt x="16083" y="1523"/>
                    </a:cubicBezTo>
                    <a:cubicBezTo>
                      <a:pt x="16024" y="1557"/>
                      <a:pt x="15999" y="1571"/>
                      <a:pt x="15999" y="1622"/>
                    </a:cubicBezTo>
                    <a:cubicBezTo>
                      <a:pt x="15999" y="1688"/>
                      <a:pt x="15999" y="1688"/>
                      <a:pt x="15999" y="1688"/>
                    </a:cubicBezTo>
                    <a:cubicBezTo>
                      <a:pt x="16024" y="1688"/>
                      <a:pt x="16054" y="1688"/>
                      <a:pt x="16083" y="1688"/>
                    </a:cubicBezTo>
                    <a:cubicBezTo>
                      <a:pt x="16227" y="1688"/>
                      <a:pt x="16257" y="1571"/>
                      <a:pt x="16401" y="1571"/>
                    </a:cubicBezTo>
                    <a:cubicBezTo>
                      <a:pt x="16460" y="1571"/>
                      <a:pt x="16431" y="1622"/>
                      <a:pt x="16490" y="1622"/>
                    </a:cubicBezTo>
                    <a:cubicBezTo>
                      <a:pt x="16604" y="1656"/>
                      <a:pt x="16778" y="1656"/>
                      <a:pt x="16778" y="1739"/>
                    </a:cubicBezTo>
                    <a:cubicBezTo>
                      <a:pt x="16778" y="1804"/>
                      <a:pt x="16659" y="1821"/>
                      <a:pt x="16659" y="1903"/>
                    </a:cubicBezTo>
                    <a:cubicBezTo>
                      <a:pt x="16659" y="1921"/>
                      <a:pt x="16659" y="1935"/>
                      <a:pt x="16659" y="1969"/>
                    </a:cubicBezTo>
                    <a:cubicBezTo>
                      <a:pt x="17095" y="1969"/>
                      <a:pt x="17095" y="1969"/>
                      <a:pt x="17095" y="1969"/>
                    </a:cubicBezTo>
                    <a:cubicBezTo>
                      <a:pt x="17125" y="1969"/>
                      <a:pt x="17155" y="1986"/>
                      <a:pt x="17180" y="1986"/>
                    </a:cubicBezTo>
                    <a:cubicBezTo>
                      <a:pt x="17353" y="1986"/>
                      <a:pt x="17413" y="1886"/>
                      <a:pt x="17497" y="1787"/>
                    </a:cubicBezTo>
                    <a:cubicBezTo>
                      <a:pt x="17527" y="1739"/>
                      <a:pt x="17641" y="1705"/>
                      <a:pt x="17641" y="1639"/>
                    </a:cubicBezTo>
                    <a:cubicBezTo>
                      <a:pt x="17641" y="1540"/>
                      <a:pt x="17383" y="1571"/>
                      <a:pt x="17210" y="1540"/>
                    </a:cubicBezTo>
                    <a:cubicBezTo>
                      <a:pt x="17269" y="1457"/>
                      <a:pt x="17383" y="1423"/>
                      <a:pt x="17527" y="1406"/>
                    </a:cubicBezTo>
                    <a:cubicBezTo>
                      <a:pt x="17701" y="1372"/>
                      <a:pt x="17760" y="1307"/>
                      <a:pt x="17904" y="1276"/>
                    </a:cubicBezTo>
                    <a:cubicBezTo>
                      <a:pt x="17934" y="1440"/>
                      <a:pt x="18048" y="1540"/>
                      <a:pt x="18251" y="1622"/>
                    </a:cubicBezTo>
                    <a:cubicBezTo>
                      <a:pt x="18365" y="1656"/>
                      <a:pt x="18365" y="1722"/>
                      <a:pt x="18480" y="1722"/>
                    </a:cubicBezTo>
                    <a:cubicBezTo>
                      <a:pt x="18539" y="1722"/>
                      <a:pt x="18539" y="1688"/>
                      <a:pt x="18539" y="1656"/>
                    </a:cubicBezTo>
                    <a:cubicBezTo>
                      <a:pt x="18539" y="1622"/>
                      <a:pt x="18509" y="1588"/>
                      <a:pt x="18509" y="1557"/>
                    </a:cubicBezTo>
                    <a:cubicBezTo>
                      <a:pt x="18539" y="1557"/>
                      <a:pt x="18539" y="1540"/>
                      <a:pt x="18569" y="1540"/>
                    </a:cubicBezTo>
                    <a:cubicBezTo>
                      <a:pt x="18742" y="1540"/>
                      <a:pt x="18857" y="1622"/>
                      <a:pt x="18857" y="1722"/>
                    </a:cubicBezTo>
                    <a:cubicBezTo>
                      <a:pt x="18857" y="1821"/>
                      <a:pt x="18857" y="1969"/>
                      <a:pt x="18683" y="1969"/>
                    </a:cubicBezTo>
                    <a:cubicBezTo>
                      <a:pt x="18623" y="1969"/>
                      <a:pt x="18599" y="1935"/>
                      <a:pt x="18569" y="1935"/>
                    </a:cubicBezTo>
                    <a:cubicBezTo>
                      <a:pt x="18455" y="1935"/>
                      <a:pt x="18455" y="1935"/>
                      <a:pt x="18455" y="1935"/>
                    </a:cubicBezTo>
                    <a:cubicBezTo>
                      <a:pt x="18425" y="2119"/>
                      <a:pt x="18365" y="2233"/>
                      <a:pt x="18162" y="2367"/>
                    </a:cubicBezTo>
                    <a:cubicBezTo>
                      <a:pt x="18048" y="2349"/>
                      <a:pt x="18048" y="2349"/>
                      <a:pt x="18048" y="2349"/>
                    </a:cubicBezTo>
                    <a:cubicBezTo>
                      <a:pt x="17988" y="2384"/>
                      <a:pt x="17934" y="2398"/>
                      <a:pt x="17845" y="2415"/>
                    </a:cubicBezTo>
                    <a:cubicBezTo>
                      <a:pt x="17934" y="2514"/>
                      <a:pt x="18048" y="2548"/>
                      <a:pt x="18107" y="2648"/>
                    </a:cubicBezTo>
                    <a:cubicBezTo>
                      <a:pt x="17959" y="2665"/>
                      <a:pt x="17874" y="2665"/>
                      <a:pt x="17790" y="2696"/>
                    </a:cubicBezTo>
                    <a:cubicBezTo>
                      <a:pt x="17874" y="2747"/>
                      <a:pt x="17934" y="2778"/>
                      <a:pt x="17988" y="2830"/>
                    </a:cubicBezTo>
                    <a:cubicBezTo>
                      <a:pt x="17845" y="2878"/>
                      <a:pt x="17845" y="2946"/>
                      <a:pt x="17730" y="3011"/>
                    </a:cubicBezTo>
                    <a:cubicBezTo>
                      <a:pt x="17641" y="2946"/>
                      <a:pt x="17671" y="2878"/>
                      <a:pt x="17616" y="2778"/>
                    </a:cubicBezTo>
                    <a:cubicBezTo>
                      <a:pt x="17557" y="2778"/>
                      <a:pt x="17557" y="2778"/>
                      <a:pt x="17557" y="2778"/>
                    </a:cubicBezTo>
                    <a:cubicBezTo>
                      <a:pt x="17527" y="2847"/>
                      <a:pt x="17443" y="2895"/>
                      <a:pt x="17324" y="2895"/>
                    </a:cubicBezTo>
                    <a:cubicBezTo>
                      <a:pt x="17324" y="2912"/>
                      <a:pt x="17324" y="2912"/>
                      <a:pt x="17324" y="2912"/>
                    </a:cubicBezTo>
                    <a:cubicBezTo>
                      <a:pt x="17324" y="2929"/>
                      <a:pt x="17353" y="2946"/>
                      <a:pt x="17353" y="2946"/>
                    </a:cubicBezTo>
                    <a:cubicBezTo>
                      <a:pt x="17353" y="3011"/>
                      <a:pt x="17210" y="3011"/>
                      <a:pt x="17095" y="3060"/>
                    </a:cubicBezTo>
                    <a:cubicBezTo>
                      <a:pt x="17066" y="2977"/>
                      <a:pt x="17125" y="2929"/>
                      <a:pt x="17006" y="2861"/>
                    </a:cubicBezTo>
                    <a:cubicBezTo>
                      <a:pt x="16952" y="2946"/>
                      <a:pt x="16952" y="2994"/>
                      <a:pt x="16833" y="3028"/>
                    </a:cubicBezTo>
                    <a:cubicBezTo>
                      <a:pt x="16808" y="3028"/>
                      <a:pt x="16808" y="2994"/>
                      <a:pt x="16778" y="2994"/>
                    </a:cubicBezTo>
                    <a:cubicBezTo>
                      <a:pt x="16604" y="2994"/>
                      <a:pt x="16431" y="3077"/>
                      <a:pt x="16431" y="3176"/>
                    </a:cubicBezTo>
                    <a:cubicBezTo>
                      <a:pt x="16431" y="3242"/>
                      <a:pt x="16515" y="3259"/>
                      <a:pt x="16575" y="3310"/>
                    </a:cubicBezTo>
                    <a:cubicBezTo>
                      <a:pt x="16515" y="3310"/>
                      <a:pt x="16515" y="3310"/>
                      <a:pt x="16515" y="3310"/>
                    </a:cubicBezTo>
                    <a:cubicBezTo>
                      <a:pt x="16431" y="3293"/>
                      <a:pt x="16431" y="3293"/>
                      <a:pt x="16431" y="3293"/>
                    </a:cubicBezTo>
                    <a:cubicBezTo>
                      <a:pt x="16401" y="3375"/>
                      <a:pt x="16371" y="3440"/>
                      <a:pt x="16371" y="3523"/>
                    </a:cubicBezTo>
                    <a:cubicBezTo>
                      <a:pt x="16371" y="3639"/>
                      <a:pt x="16460" y="3756"/>
                      <a:pt x="16659" y="3756"/>
                    </a:cubicBezTo>
                    <a:cubicBezTo>
                      <a:pt x="16922" y="3756"/>
                      <a:pt x="16689" y="4085"/>
                      <a:pt x="16515" y="4284"/>
                    </a:cubicBezTo>
                    <a:cubicBezTo>
                      <a:pt x="16401" y="4418"/>
                      <a:pt x="16143" y="4418"/>
                      <a:pt x="16024" y="4548"/>
                    </a:cubicBezTo>
                    <a:cubicBezTo>
                      <a:pt x="15850" y="4747"/>
                      <a:pt x="15796" y="4864"/>
                      <a:pt x="15563" y="5029"/>
                    </a:cubicBezTo>
                    <a:cubicBezTo>
                      <a:pt x="15478" y="5094"/>
                      <a:pt x="15364" y="5111"/>
                      <a:pt x="15305" y="5193"/>
                    </a:cubicBezTo>
                    <a:cubicBezTo>
                      <a:pt x="15305" y="5375"/>
                      <a:pt x="15305" y="5375"/>
                      <a:pt x="15305" y="5375"/>
                    </a:cubicBezTo>
                    <a:cubicBezTo>
                      <a:pt x="15305" y="5443"/>
                      <a:pt x="15419" y="5426"/>
                      <a:pt x="15508" y="5475"/>
                    </a:cubicBezTo>
                    <a:cubicBezTo>
                      <a:pt x="16024" y="5656"/>
                      <a:pt x="15706" y="5725"/>
                      <a:pt x="16083" y="5725"/>
                    </a:cubicBezTo>
                    <a:cubicBezTo>
                      <a:pt x="16257" y="5725"/>
                      <a:pt x="16287" y="5824"/>
                      <a:pt x="16431" y="5872"/>
                    </a:cubicBezTo>
                    <a:cubicBezTo>
                      <a:pt x="16778" y="5972"/>
                      <a:pt x="17036" y="5989"/>
                      <a:pt x="17324" y="6154"/>
                    </a:cubicBezTo>
                    <a:cubicBezTo>
                      <a:pt x="17413" y="6219"/>
                      <a:pt x="17383" y="6287"/>
                      <a:pt x="17497" y="6369"/>
                    </a:cubicBezTo>
                    <a:cubicBezTo>
                      <a:pt x="17874" y="6617"/>
                      <a:pt x="18455" y="6452"/>
                      <a:pt x="18251" y="6699"/>
                    </a:cubicBezTo>
                    <a:cubicBezTo>
                      <a:pt x="18365" y="6716"/>
                      <a:pt x="18395" y="6781"/>
                      <a:pt x="18480" y="6847"/>
                    </a:cubicBezTo>
                    <a:cubicBezTo>
                      <a:pt x="18539" y="6833"/>
                      <a:pt x="18569" y="6816"/>
                      <a:pt x="18623" y="6816"/>
                    </a:cubicBezTo>
                    <a:cubicBezTo>
                      <a:pt x="18713" y="6816"/>
                      <a:pt x="18772" y="6847"/>
                      <a:pt x="18857" y="6847"/>
                    </a:cubicBezTo>
                    <a:cubicBezTo>
                      <a:pt x="18916" y="6847"/>
                      <a:pt x="18941" y="6833"/>
                      <a:pt x="18971" y="6816"/>
                    </a:cubicBezTo>
                    <a:cubicBezTo>
                      <a:pt x="19030" y="6816"/>
                      <a:pt x="19060" y="6816"/>
                      <a:pt x="19115" y="6816"/>
                    </a:cubicBezTo>
                    <a:cubicBezTo>
                      <a:pt x="19377" y="6816"/>
                      <a:pt x="19521" y="6898"/>
                      <a:pt x="19665" y="7029"/>
                    </a:cubicBezTo>
                    <a:cubicBezTo>
                      <a:pt x="19750" y="7114"/>
                      <a:pt x="19923" y="7080"/>
                      <a:pt x="20072" y="7145"/>
                    </a:cubicBezTo>
                    <a:cubicBezTo>
                      <a:pt x="20360" y="7262"/>
                      <a:pt x="20533" y="7361"/>
                      <a:pt x="20881" y="7361"/>
                    </a:cubicBezTo>
                    <a:cubicBezTo>
                      <a:pt x="20881" y="7361"/>
                      <a:pt x="20881" y="7378"/>
                      <a:pt x="20881" y="7392"/>
                    </a:cubicBezTo>
                    <a:cubicBezTo>
                      <a:pt x="20881" y="7409"/>
                      <a:pt x="20851" y="7409"/>
                      <a:pt x="20851" y="7426"/>
                    </a:cubicBezTo>
                    <a:cubicBezTo>
                      <a:pt x="20851" y="7443"/>
                      <a:pt x="20935" y="7443"/>
                      <a:pt x="20965" y="7460"/>
                    </a:cubicBezTo>
                    <a:cubicBezTo>
                      <a:pt x="21079" y="7509"/>
                      <a:pt x="21139" y="7526"/>
                      <a:pt x="21223" y="7591"/>
                    </a:cubicBezTo>
                    <a:cubicBezTo>
                      <a:pt x="21342" y="7676"/>
                      <a:pt x="21456" y="7742"/>
                      <a:pt x="21570" y="7790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22860" tIns="22860" rIns="22860" bIns="22860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200" cap="none" spc="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600"/>
              </a:p>
            </p:txBody>
          </p:sp>
          <p:sp>
            <p:nvSpPr>
              <p:cNvPr id="658" name="Shape">
                <a:extLst>
                  <a:ext uri="{FF2B5EF4-FFF2-40B4-BE49-F238E27FC236}">
                    <a16:creationId xmlns:a16="http://schemas.microsoft.com/office/drawing/2014/main" id="{8AA9BD0E-F7CD-436A-9CA8-EDFB8E205C7D}"/>
                  </a:ext>
                </a:extLst>
              </p:cNvPr>
              <p:cNvSpPr/>
              <p:nvPr/>
            </p:nvSpPr>
            <p:spPr>
              <a:xfrm>
                <a:off x="10150368" y="1476503"/>
                <a:ext cx="615534" cy="8027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2" extrusionOk="0">
                    <a:moveTo>
                      <a:pt x="1610" y="7098"/>
                    </a:moveTo>
                    <a:cubicBezTo>
                      <a:pt x="1610" y="7149"/>
                      <a:pt x="1694" y="7162"/>
                      <a:pt x="1760" y="7162"/>
                    </a:cubicBezTo>
                    <a:cubicBezTo>
                      <a:pt x="1812" y="7162"/>
                      <a:pt x="1812" y="7111"/>
                      <a:pt x="1846" y="7085"/>
                    </a:cubicBezTo>
                    <a:cubicBezTo>
                      <a:pt x="1895" y="7060"/>
                      <a:pt x="1930" y="7071"/>
                      <a:pt x="1979" y="7071"/>
                    </a:cubicBezTo>
                    <a:cubicBezTo>
                      <a:pt x="1979" y="6996"/>
                      <a:pt x="2031" y="6893"/>
                      <a:pt x="2131" y="6893"/>
                    </a:cubicBezTo>
                    <a:cubicBezTo>
                      <a:pt x="2180" y="6893"/>
                      <a:pt x="2198" y="6943"/>
                      <a:pt x="2247" y="6943"/>
                    </a:cubicBezTo>
                    <a:cubicBezTo>
                      <a:pt x="2264" y="6943"/>
                      <a:pt x="2299" y="6919"/>
                      <a:pt x="2299" y="6893"/>
                    </a:cubicBezTo>
                    <a:cubicBezTo>
                      <a:pt x="2299" y="6815"/>
                      <a:pt x="2131" y="6829"/>
                      <a:pt x="2031" y="6855"/>
                    </a:cubicBezTo>
                    <a:cubicBezTo>
                      <a:pt x="1846" y="6919"/>
                      <a:pt x="1610" y="6943"/>
                      <a:pt x="1610" y="7098"/>
                    </a:cubicBezTo>
                    <a:close/>
                    <a:moveTo>
                      <a:pt x="2062" y="7484"/>
                    </a:moveTo>
                    <a:cubicBezTo>
                      <a:pt x="2031" y="7522"/>
                      <a:pt x="1996" y="7535"/>
                      <a:pt x="1962" y="7575"/>
                    </a:cubicBezTo>
                    <a:cubicBezTo>
                      <a:pt x="2013" y="7586"/>
                      <a:pt x="2045" y="7586"/>
                      <a:pt x="2114" y="7586"/>
                    </a:cubicBezTo>
                    <a:cubicBezTo>
                      <a:pt x="2114" y="7548"/>
                      <a:pt x="2097" y="7508"/>
                      <a:pt x="2062" y="7484"/>
                    </a:cubicBezTo>
                    <a:close/>
                    <a:moveTo>
                      <a:pt x="5870" y="506"/>
                    </a:moveTo>
                    <a:cubicBezTo>
                      <a:pt x="5818" y="531"/>
                      <a:pt x="5787" y="557"/>
                      <a:pt x="5787" y="608"/>
                    </a:cubicBezTo>
                    <a:cubicBezTo>
                      <a:pt x="5787" y="634"/>
                      <a:pt x="5801" y="634"/>
                      <a:pt x="5801" y="661"/>
                    </a:cubicBezTo>
                    <a:cubicBezTo>
                      <a:pt x="5818" y="621"/>
                      <a:pt x="5870" y="608"/>
                      <a:pt x="5919" y="608"/>
                    </a:cubicBezTo>
                    <a:cubicBezTo>
                      <a:pt x="5919" y="595"/>
                      <a:pt x="5919" y="595"/>
                      <a:pt x="5919" y="584"/>
                    </a:cubicBezTo>
                    <a:cubicBezTo>
                      <a:pt x="5919" y="544"/>
                      <a:pt x="5902" y="531"/>
                      <a:pt x="5870" y="506"/>
                    </a:cubicBezTo>
                    <a:close/>
                    <a:moveTo>
                      <a:pt x="5902" y="30"/>
                    </a:moveTo>
                    <a:cubicBezTo>
                      <a:pt x="5902" y="69"/>
                      <a:pt x="5954" y="83"/>
                      <a:pt x="5971" y="107"/>
                    </a:cubicBezTo>
                    <a:cubicBezTo>
                      <a:pt x="6020" y="83"/>
                      <a:pt x="6037" y="56"/>
                      <a:pt x="6055" y="18"/>
                    </a:cubicBezTo>
                    <a:cubicBezTo>
                      <a:pt x="6003" y="-8"/>
                      <a:pt x="5902" y="-8"/>
                      <a:pt x="5902" y="30"/>
                    </a:cubicBezTo>
                    <a:close/>
                    <a:moveTo>
                      <a:pt x="18126" y="14822"/>
                    </a:moveTo>
                    <a:cubicBezTo>
                      <a:pt x="18161" y="15014"/>
                      <a:pt x="18328" y="15091"/>
                      <a:pt x="18512" y="15219"/>
                    </a:cubicBezTo>
                    <a:cubicBezTo>
                      <a:pt x="18512" y="15208"/>
                      <a:pt x="18530" y="15208"/>
                      <a:pt x="18530" y="15195"/>
                    </a:cubicBezTo>
                    <a:cubicBezTo>
                      <a:pt x="18530" y="15118"/>
                      <a:pt x="18446" y="15091"/>
                      <a:pt x="18380" y="15027"/>
                    </a:cubicBezTo>
                    <a:cubicBezTo>
                      <a:pt x="18296" y="14937"/>
                      <a:pt x="18262" y="14835"/>
                      <a:pt x="18126" y="14822"/>
                    </a:cubicBezTo>
                    <a:close/>
                    <a:moveTo>
                      <a:pt x="21197" y="16402"/>
                    </a:moveTo>
                    <a:cubicBezTo>
                      <a:pt x="21179" y="16389"/>
                      <a:pt x="21179" y="16389"/>
                      <a:pt x="21179" y="16389"/>
                    </a:cubicBezTo>
                    <a:cubicBezTo>
                      <a:pt x="21179" y="16440"/>
                      <a:pt x="21197" y="16466"/>
                      <a:pt x="21197" y="16517"/>
                    </a:cubicBezTo>
                    <a:cubicBezTo>
                      <a:pt x="21197" y="16621"/>
                      <a:pt x="21130" y="16685"/>
                      <a:pt x="21027" y="16749"/>
                    </a:cubicBezTo>
                    <a:cubicBezTo>
                      <a:pt x="20978" y="16762"/>
                      <a:pt x="20929" y="16775"/>
                      <a:pt x="20929" y="16800"/>
                    </a:cubicBezTo>
                    <a:cubicBezTo>
                      <a:pt x="20929" y="16839"/>
                      <a:pt x="20943" y="16864"/>
                      <a:pt x="20943" y="16903"/>
                    </a:cubicBezTo>
                    <a:cubicBezTo>
                      <a:pt x="20943" y="17058"/>
                      <a:pt x="20943" y="17058"/>
                      <a:pt x="20943" y="17058"/>
                    </a:cubicBezTo>
                    <a:cubicBezTo>
                      <a:pt x="20943" y="17146"/>
                      <a:pt x="20860" y="17186"/>
                      <a:pt x="20776" y="17263"/>
                    </a:cubicBezTo>
                    <a:cubicBezTo>
                      <a:pt x="20877" y="17290"/>
                      <a:pt x="20845" y="17367"/>
                      <a:pt x="20877" y="17431"/>
                    </a:cubicBezTo>
                    <a:cubicBezTo>
                      <a:pt x="20894" y="17468"/>
                      <a:pt x="20943" y="17482"/>
                      <a:pt x="20978" y="17506"/>
                    </a:cubicBezTo>
                    <a:cubicBezTo>
                      <a:pt x="21079" y="17418"/>
                      <a:pt x="20978" y="17314"/>
                      <a:pt x="21061" y="17199"/>
                    </a:cubicBezTo>
                    <a:cubicBezTo>
                      <a:pt x="21130" y="17082"/>
                      <a:pt x="21145" y="17007"/>
                      <a:pt x="21197" y="16890"/>
                    </a:cubicBezTo>
                    <a:cubicBezTo>
                      <a:pt x="21263" y="16775"/>
                      <a:pt x="21347" y="16722"/>
                      <a:pt x="21347" y="16608"/>
                    </a:cubicBezTo>
                    <a:cubicBezTo>
                      <a:pt x="21347" y="16517"/>
                      <a:pt x="21246" y="16480"/>
                      <a:pt x="21197" y="16402"/>
                    </a:cubicBezTo>
                    <a:close/>
                    <a:moveTo>
                      <a:pt x="21600" y="20347"/>
                    </a:moveTo>
                    <a:cubicBezTo>
                      <a:pt x="21499" y="20396"/>
                      <a:pt x="21447" y="20422"/>
                      <a:pt x="21347" y="20449"/>
                    </a:cubicBezTo>
                    <a:cubicBezTo>
                      <a:pt x="21280" y="20460"/>
                      <a:pt x="21214" y="20435"/>
                      <a:pt x="21162" y="20460"/>
                    </a:cubicBezTo>
                    <a:cubicBezTo>
                      <a:pt x="21079" y="20486"/>
                      <a:pt x="21079" y="20590"/>
                      <a:pt x="20995" y="20590"/>
                    </a:cubicBezTo>
                    <a:cubicBezTo>
                      <a:pt x="20943" y="20590"/>
                      <a:pt x="20929" y="20563"/>
                      <a:pt x="20877" y="20563"/>
                    </a:cubicBezTo>
                    <a:cubicBezTo>
                      <a:pt x="20776" y="20550"/>
                      <a:pt x="20693" y="20577"/>
                      <a:pt x="20592" y="20577"/>
                    </a:cubicBezTo>
                    <a:cubicBezTo>
                      <a:pt x="20425" y="20577"/>
                      <a:pt x="20359" y="20473"/>
                      <a:pt x="20191" y="20473"/>
                    </a:cubicBezTo>
                    <a:cubicBezTo>
                      <a:pt x="20056" y="20473"/>
                      <a:pt x="20039" y="20577"/>
                      <a:pt x="19938" y="20641"/>
                    </a:cubicBezTo>
                    <a:cubicBezTo>
                      <a:pt x="19889" y="20667"/>
                      <a:pt x="19837" y="20641"/>
                      <a:pt x="19771" y="20667"/>
                    </a:cubicBezTo>
                    <a:cubicBezTo>
                      <a:pt x="19618" y="20705"/>
                      <a:pt x="19569" y="20782"/>
                      <a:pt x="19420" y="20819"/>
                    </a:cubicBezTo>
                    <a:cubicBezTo>
                      <a:pt x="19451" y="20886"/>
                      <a:pt x="19469" y="20923"/>
                      <a:pt x="19520" y="20963"/>
                    </a:cubicBezTo>
                    <a:cubicBezTo>
                      <a:pt x="19535" y="20974"/>
                      <a:pt x="19587" y="20974"/>
                      <a:pt x="19587" y="21000"/>
                    </a:cubicBezTo>
                    <a:cubicBezTo>
                      <a:pt x="19587" y="21142"/>
                      <a:pt x="19451" y="21270"/>
                      <a:pt x="19267" y="21270"/>
                    </a:cubicBezTo>
                    <a:cubicBezTo>
                      <a:pt x="19267" y="21296"/>
                      <a:pt x="19267" y="21309"/>
                      <a:pt x="19250" y="21334"/>
                    </a:cubicBezTo>
                    <a:cubicBezTo>
                      <a:pt x="19166" y="21334"/>
                      <a:pt x="19134" y="21245"/>
                      <a:pt x="19051" y="21245"/>
                    </a:cubicBezTo>
                    <a:cubicBezTo>
                      <a:pt x="18867" y="21245"/>
                      <a:pt x="18797" y="21373"/>
                      <a:pt x="18714" y="21501"/>
                    </a:cubicBezTo>
                    <a:cubicBezTo>
                      <a:pt x="18679" y="21539"/>
                      <a:pt x="18697" y="21592"/>
                      <a:pt x="18648" y="21592"/>
                    </a:cubicBezTo>
                    <a:cubicBezTo>
                      <a:pt x="18411" y="21592"/>
                      <a:pt x="18547" y="21283"/>
                      <a:pt x="18345" y="21206"/>
                    </a:cubicBezTo>
                    <a:cubicBezTo>
                      <a:pt x="18161" y="21142"/>
                      <a:pt x="18095" y="21064"/>
                      <a:pt x="17928" y="20987"/>
                    </a:cubicBezTo>
                    <a:cubicBezTo>
                      <a:pt x="17876" y="20963"/>
                      <a:pt x="17876" y="20910"/>
                      <a:pt x="17809" y="20910"/>
                    </a:cubicBezTo>
                    <a:cubicBezTo>
                      <a:pt x="17740" y="20910"/>
                      <a:pt x="17709" y="20950"/>
                      <a:pt x="17625" y="20950"/>
                    </a:cubicBezTo>
                    <a:cubicBezTo>
                      <a:pt x="17472" y="20950"/>
                      <a:pt x="17472" y="20950"/>
                      <a:pt x="17472" y="20950"/>
                    </a:cubicBezTo>
                    <a:cubicBezTo>
                      <a:pt x="17458" y="20950"/>
                      <a:pt x="17441" y="20963"/>
                      <a:pt x="17406" y="20963"/>
                    </a:cubicBezTo>
                    <a:cubicBezTo>
                      <a:pt x="17271" y="20963"/>
                      <a:pt x="17256" y="20819"/>
                      <a:pt x="17121" y="20819"/>
                    </a:cubicBezTo>
                    <a:cubicBezTo>
                      <a:pt x="16902" y="20819"/>
                      <a:pt x="16801" y="20923"/>
                      <a:pt x="16585" y="20923"/>
                    </a:cubicBezTo>
                    <a:cubicBezTo>
                      <a:pt x="16533" y="20923"/>
                      <a:pt x="16519" y="20910"/>
                      <a:pt x="16467" y="20910"/>
                    </a:cubicBezTo>
                    <a:cubicBezTo>
                      <a:pt x="16317" y="20910"/>
                      <a:pt x="16317" y="20910"/>
                      <a:pt x="16317" y="20910"/>
                    </a:cubicBezTo>
                    <a:cubicBezTo>
                      <a:pt x="16217" y="20910"/>
                      <a:pt x="16165" y="20859"/>
                      <a:pt x="16064" y="20859"/>
                    </a:cubicBezTo>
                    <a:cubicBezTo>
                      <a:pt x="15931" y="20859"/>
                      <a:pt x="15880" y="20963"/>
                      <a:pt x="15764" y="21027"/>
                    </a:cubicBezTo>
                    <a:cubicBezTo>
                      <a:pt x="15629" y="21102"/>
                      <a:pt x="15511" y="21102"/>
                      <a:pt x="15410" y="21206"/>
                    </a:cubicBezTo>
                    <a:cubicBezTo>
                      <a:pt x="15361" y="21245"/>
                      <a:pt x="15393" y="21323"/>
                      <a:pt x="15327" y="21334"/>
                    </a:cubicBezTo>
                    <a:cubicBezTo>
                      <a:pt x="4226" y="21360"/>
                      <a:pt x="4226" y="21360"/>
                      <a:pt x="4226" y="21360"/>
                    </a:cubicBezTo>
                    <a:cubicBezTo>
                      <a:pt x="4226" y="17764"/>
                      <a:pt x="4226" y="17764"/>
                      <a:pt x="4226" y="17764"/>
                    </a:cubicBezTo>
                    <a:cubicBezTo>
                      <a:pt x="17" y="17751"/>
                      <a:pt x="17" y="17751"/>
                      <a:pt x="17" y="17751"/>
                    </a:cubicBezTo>
                    <a:cubicBezTo>
                      <a:pt x="0" y="7021"/>
                      <a:pt x="0" y="7021"/>
                      <a:pt x="0" y="7021"/>
                    </a:cubicBezTo>
                    <a:cubicBezTo>
                      <a:pt x="101" y="7098"/>
                      <a:pt x="202" y="7138"/>
                      <a:pt x="369" y="7175"/>
                    </a:cubicBezTo>
                    <a:cubicBezTo>
                      <a:pt x="671" y="7252"/>
                      <a:pt x="838" y="7292"/>
                      <a:pt x="1158" y="7367"/>
                    </a:cubicBezTo>
                    <a:cubicBezTo>
                      <a:pt x="1308" y="7394"/>
                      <a:pt x="1443" y="7407"/>
                      <a:pt x="1527" y="7508"/>
                    </a:cubicBezTo>
                    <a:cubicBezTo>
                      <a:pt x="1627" y="7639"/>
                      <a:pt x="1544" y="7767"/>
                      <a:pt x="1676" y="7868"/>
                    </a:cubicBezTo>
                    <a:cubicBezTo>
                      <a:pt x="1777" y="7945"/>
                      <a:pt x="1913" y="7895"/>
                      <a:pt x="2045" y="7934"/>
                    </a:cubicBezTo>
                    <a:cubicBezTo>
                      <a:pt x="2131" y="7945"/>
                      <a:pt x="2146" y="7998"/>
                      <a:pt x="2215" y="8036"/>
                    </a:cubicBezTo>
                    <a:cubicBezTo>
                      <a:pt x="2431" y="8177"/>
                      <a:pt x="2281" y="8140"/>
                      <a:pt x="2466" y="8140"/>
                    </a:cubicBezTo>
                    <a:cubicBezTo>
                      <a:pt x="2650" y="8140"/>
                      <a:pt x="2699" y="8294"/>
                      <a:pt x="2886" y="8294"/>
                    </a:cubicBezTo>
                    <a:cubicBezTo>
                      <a:pt x="3036" y="8294"/>
                      <a:pt x="3036" y="8294"/>
                      <a:pt x="3036" y="8294"/>
                    </a:cubicBezTo>
                    <a:cubicBezTo>
                      <a:pt x="3321" y="8294"/>
                      <a:pt x="3439" y="8113"/>
                      <a:pt x="3724" y="8113"/>
                    </a:cubicBezTo>
                    <a:cubicBezTo>
                      <a:pt x="3742" y="8113"/>
                      <a:pt x="3756" y="8140"/>
                      <a:pt x="3773" y="8151"/>
                    </a:cubicBezTo>
                    <a:cubicBezTo>
                      <a:pt x="3773" y="8062"/>
                      <a:pt x="3773" y="8062"/>
                      <a:pt x="3773" y="8062"/>
                    </a:cubicBezTo>
                    <a:cubicBezTo>
                      <a:pt x="3791" y="8062"/>
                      <a:pt x="3791" y="8049"/>
                      <a:pt x="3808" y="8049"/>
                    </a:cubicBezTo>
                    <a:cubicBezTo>
                      <a:pt x="3825" y="8049"/>
                      <a:pt x="3840" y="8062"/>
                      <a:pt x="3874" y="8062"/>
                    </a:cubicBezTo>
                    <a:cubicBezTo>
                      <a:pt x="3874" y="7945"/>
                      <a:pt x="3975" y="7908"/>
                      <a:pt x="4041" y="7804"/>
                    </a:cubicBezTo>
                    <a:cubicBezTo>
                      <a:pt x="4076" y="7831"/>
                      <a:pt x="4076" y="7831"/>
                      <a:pt x="4076" y="7831"/>
                    </a:cubicBezTo>
                    <a:cubicBezTo>
                      <a:pt x="4159" y="7689"/>
                      <a:pt x="4226" y="7599"/>
                      <a:pt x="4194" y="7458"/>
                    </a:cubicBezTo>
                    <a:cubicBezTo>
                      <a:pt x="4260" y="7431"/>
                      <a:pt x="4295" y="7394"/>
                      <a:pt x="4326" y="7343"/>
                    </a:cubicBezTo>
                    <a:cubicBezTo>
                      <a:pt x="4344" y="7316"/>
                      <a:pt x="4344" y="7266"/>
                      <a:pt x="4378" y="7266"/>
                    </a:cubicBezTo>
                    <a:cubicBezTo>
                      <a:pt x="4393" y="7266"/>
                      <a:pt x="4393" y="7292"/>
                      <a:pt x="4410" y="7292"/>
                    </a:cubicBezTo>
                    <a:cubicBezTo>
                      <a:pt x="4410" y="7266"/>
                      <a:pt x="4410" y="7239"/>
                      <a:pt x="4410" y="7202"/>
                    </a:cubicBezTo>
                    <a:cubicBezTo>
                      <a:pt x="4462" y="7202"/>
                      <a:pt x="4493" y="7202"/>
                      <a:pt x="4563" y="7202"/>
                    </a:cubicBezTo>
                    <a:cubicBezTo>
                      <a:pt x="4528" y="7188"/>
                      <a:pt x="4511" y="7175"/>
                      <a:pt x="4511" y="7138"/>
                    </a:cubicBezTo>
                    <a:cubicBezTo>
                      <a:pt x="4511" y="7111"/>
                      <a:pt x="4528" y="7085"/>
                      <a:pt x="4563" y="7085"/>
                    </a:cubicBezTo>
                    <a:cubicBezTo>
                      <a:pt x="4580" y="7085"/>
                      <a:pt x="4580" y="7098"/>
                      <a:pt x="4594" y="7098"/>
                    </a:cubicBezTo>
                    <a:cubicBezTo>
                      <a:pt x="4594" y="7021"/>
                      <a:pt x="4594" y="7021"/>
                      <a:pt x="4594" y="7021"/>
                    </a:cubicBezTo>
                    <a:cubicBezTo>
                      <a:pt x="4594" y="6778"/>
                      <a:pt x="4796" y="6661"/>
                      <a:pt x="4796" y="6429"/>
                    </a:cubicBezTo>
                    <a:cubicBezTo>
                      <a:pt x="4796" y="6391"/>
                      <a:pt x="4764" y="6365"/>
                      <a:pt x="4764" y="6327"/>
                    </a:cubicBezTo>
                    <a:cubicBezTo>
                      <a:pt x="4764" y="6263"/>
                      <a:pt x="4796" y="6237"/>
                      <a:pt x="4796" y="6173"/>
                    </a:cubicBezTo>
                    <a:cubicBezTo>
                      <a:pt x="4796" y="6018"/>
                      <a:pt x="4862" y="5928"/>
                      <a:pt x="4931" y="5776"/>
                    </a:cubicBezTo>
                    <a:cubicBezTo>
                      <a:pt x="4963" y="5698"/>
                      <a:pt x="4948" y="5608"/>
                      <a:pt x="5049" y="5557"/>
                    </a:cubicBezTo>
                    <a:cubicBezTo>
                      <a:pt x="5199" y="5557"/>
                      <a:pt x="5049" y="5568"/>
                      <a:pt x="5049" y="5504"/>
                    </a:cubicBezTo>
                    <a:cubicBezTo>
                      <a:pt x="5049" y="5480"/>
                      <a:pt x="5081" y="5467"/>
                      <a:pt x="5098" y="5453"/>
                    </a:cubicBezTo>
                    <a:cubicBezTo>
                      <a:pt x="5150" y="5402"/>
                      <a:pt x="5133" y="5363"/>
                      <a:pt x="5150" y="5312"/>
                    </a:cubicBezTo>
                    <a:cubicBezTo>
                      <a:pt x="4980" y="5107"/>
                      <a:pt x="4931" y="4965"/>
                      <a:pt x="4931" y="4720"/>
                    </a:cubicBezTo>
                    <a:cubicBezTo>
                      <a:pt x="4931" y="4606"/>
                      <a:pt x="5049" y="4542"/>
                      <a:pt x="5049" y="4425"/>
                    </a:cubicBezTo>
                    <a:cubicBezTo>
                      <a:pt x="5049" y="4310"/>
                      <a:pt x="5049" y="4310"/>
                      <a:pt x="5049" y="4310"/>
                    </a:cubicBezTo>
                    <a:cubicBezTo>
                      <a:pt x="5049" y="4206"/>
                      <a:pt x="4848" y="4206"/>
                      <a:pt x="4848" y="4104"/>
                    </a:cubicBezTo>
                    <a:cubicBezTo>
                      <a:pt x="4848" y="4040"/>
                      <a:pt x="4897" y="4014"/>
                      <a:pt x="4897" y="3950"/>
                    </a:cubicBezTo>
                    <a:cubicBezTo>
                      <a:pt x="4914" y="3859"/>
                      <a:pt x="4914" y="3795"/>
                      <a:pt x="4980" y="3718"/>
                    </a:cubicBezTo>
                    <a:cubicBezTo>
                      <a:pt x="5049" y="3654"/>
                      <a:pt x="4997" y="3577"/>
                      <a:pt x="5064" y="3513"/>
                    </a:cubicBezTo>
                    <a:cubicBezTo>
                      <a:pt x="5116" y="3526"/>
                      <a:pt x="5116" y="3564"/>
                      <a:pt x="5165" y="3603"/>
                    </a:cubicBezTo>
                    <a:cubicBezTo>
                      <a:pt x="5182" y="3617"/>
                      <a:pt x="5182" y="3617"/>
                      <a:pt x="5182" y="3617"/>
                    </a:cubicBezTo>
                    <a:cubicBezTo>
                      <a:pt x="5182" y="3550"/>
                      <a:pt x="5234" y="3526"/>
                      <a:pt x="5265" y="3473"/>
                    </a:cubicBezTo>
                    <a:cubicBezTo>
                      <a:pt x="5165" y="3449"/>
                      <a:pt x="5150" y="3358"/>
                      <a:pt x="5116" y="3294"/>
                    </a:cubicBezTo>
                    <a:cubicBezTo>
                      <a:pt x="5064" y="3204"/>
                      <a:pt x="5032" y="3166"/>
                      <a:pt x="5032" y="3076"/>
                    </a:cubicBezTo>
                    <a:cubicBezTo>
                      <a:pt x="5032" y="2999"/>
                      <a:pt x="5133" y="2999"/>
                      <a:pt x="5216" y="2948"/>
                    </a:cubicBezTo>
                    <a:cubicBezTo>
                      <a:pt x="5283" y="2908"/>
                      <a:pt x="5283" y="2844"/>
                      <a:pt x="5332" y="2780"/>
                    </a:cubicBezTo>
                    <a:cubicBezTo>
                      <a:pt x="5502" y="2884"/>
                      <a:pt x="5568" y="3113"/>
                      <a:pt x="5484" y="2807"/>
                    </a:cubicBezTo>
                    <a:cubicBezTo>
                      <a:pt x="5718" y="2820"/>
                      <a:pt x="5484" y="2767"/>
                      <a:pt x="5401" y="2729"/>
                    </a:cubicBezTo>
                    <a:cubicBezTo>
                      <a:pt x="5818" y="2561"/>
                      <a:pt x="5165" y="2729"/>
                      <a:pt x="5165" y="2407"/>
                    </a:cubicBezTo>
                    <a:cubicBezTo>
                      <a:pt x="5165" y="2343"/>
                      <a:pt x="5165" y="2305"/>
                      <a:pt x="5234" y="2279"/>
                    </a:cubicBezTo>
                    <a:cubicBezTo>
                      <a:pt x="5283" y="2279"/>
                      <a:pt x="5283" y="2279"/>
                      <a:pt x="5283" y="2279"/>
                    </a:cubicBezTo>
                    <a:cubicBezTo>
                      <a:pt x="5265" y="2255"/>
                      <a:pt x="5265" y="2241"/>
                      <a:pt x="5265" y="2215"/>
                    </a:cubicBezTo>
                    <a:cubicBezTo>
                      <a:pt x="5265" y="2138"/>
                      <a:pt x="5332" y="2111"/>
                      <a:pt x="5418" y="2060"/>
                    </a:cubicBezTo>
                    <a:cubicBezTo>
                      <a:pt x="5450" y="2111"/>
                      <a:pt x="5484" y="2151"/>
                      <a:pt x="5502" y="2215"/>
                    </a:cubicBezTo>
                    <a:cubicBezTo>
                      <a:pt x="5502" y="2228"/>
                      <a:pt x="5519" y="2255"/>
                      <a:pt x="5519" y="2215"/>
                    </a:cubicBezTo>
                    <a:cubicBezTo>
                      <a:pt x="5519" y="2177"/>
                      <a:pt x="5502" y="2151"/>
                      <a:pt x="5502" y="2111"/>
                    </a:cubicBezTo>
                    <a:cubicBezTo>
                      <a:pt x="5502" y="2087"/>
                      <a:pt x="5502" y="2087"/>
                      <a:pt x="5502" y="2087"/>
                    </a:cubicBezTo>
                    <a:cubicBezTo>
                      <a:pt x="5634" y="2087"/>
                      <a:pt x="5634" y="2087"/>
                      <a:pt x="5634" y="2087"/>
                    </a:cubicBezTo>
                    <a:cubicBezTo>
                      <a:pt x="5634" y="2060"/>
                      <a:pt x="5634" y="2060"/>
                      <a:pt x="5634" y="2034"/>
                    </a:cubicBezTo>
                    <a:cubicBezTo>
                      <a:pt x="5634" y="1983"/>
                      <a:pt x="5502" y="1996"/>
                      <a:pt x="5502" y="1932"/>
                    </a:cubicBezTo>
                    <a:cubicBezTo>
                      <a:pt x="5502" y="1829"/>
                      <a:pt x="5602" y="1791"/>
                      <a:pt x="5686" y="1714"/>
                    </a:cubicBezTo>
                    <a:cubicBezTo>
                      <a:pt x="5669" y="1701"/>
                      <a:pt x="5651" y="1674"/>
                      <a:pt x="5651" y="1650"/>
                    </a:cubicBezTo>
                    <a:cubicBezTo>
                      <a:pt x="5651" y="1509"/>
                      <a:pt x="5769" y="1445"/>
                      <a:pt x="5769" y="1303"/>
                    </a:cubicBezTo>
                    <a:cubicBezTo>
                      <a:pt x="5769" y="1162"/>
                      <a:pt x="5769" y="1162"/>
                      <a:pt x="5769" y="1162"/>
                    </a:cubicBezTo>
                    <a:cubicBezTo>
                      <a:pt x="5769" y="1098"/>
                      <a:pt x="5787" y="1058"/>
                      <a:pt x="5787" y="981"/>
                    </a:cubicBezTo>
                    <a:cubicBezTo>
                      <a:pt x="5787" y="943"/>
                      <a:pt x="5787" y="917"/>
                      <a:pt x="5787" y="879"/>
                    </a:cubicBezTo>
                    <a:cubicBezTo>
                      <a:pt x="5818" y="879"/>
                      <a:pt x="5853" y="879"/>
                      <a:pt x="5888" y="879"/>
                    </a:cubicBezTo>
                    <a:cubicBezTo>
                      <a:pt x="6003" y="879"/>
                      <a:pt x="6089" y="815"/>
                      <a:pt x="6138" y="738"/>
                    </a:cubicBezTo>
                    <a:cubicBezTo>
                      <a:pt x="6155" y="698"/>
                      <a:pt x="6138" y="621"/>
                      <a:pt x="6204" y="621"/>
                    </a:cubicBezTo>
                    <a:cubicBezTo>
                      <a:pt x="6256" y="621"/>
                      <a:pt x="6271" y="634"/>
                      <a:pt x="6322" y="621"/>
                    </a:cubicBezTo>
                    <a:cubicBezTo>
                      <a:pt x="6322" y="634"/>
                      <a:pt x="6340" y="648"/>
                      <a:pt x="6340" y="661"/>
                    </a:cubicBezTo>
                    <a:cubicBezTo>
                      <a:pt x="6340" y="738"/>
                      <a:pt x="6271" y="789"/>
                      <a:pt x="6256" y="866"/>
                    </a:cubicBezTo>
                    <a:cubicBezTo>
                      <a:pt x="6271" y="866"/>
                      <a:pt x="6271" y="866"/>
                      <a:pt x="6288" y="866"/>
                    </a:cubicBezTo>
                    <a:cubicBezTo>
                      <a:pt x="6357" y="866"/>
                      <a:pt x="6389" y="853"/>
                      <a:pt x="6441" y="853"/>
                    </a:cubicBezTo>
                    <a:cubicBezTo>
                      <a:pt x="6472" y="853"/>
                      <a:pt x="6472" y="890"/>
                      <a:pt x="6507" y="904"/>
                    </a:cubicBezTo>
                    <a:cubicBezTo>
                      <a:pt x="6573" y="904"/>
                      <a:pt x="6657" y="904"/>
                      <a:pt x="6657" y="954"/>
                    </a:cubicBezTo>
                    <a:cubicBezTo>
                      <a:pt x="6657" y="1007"/>
                      <a:pt x="6625" y="1032"/>
                      <a:pt x="6625" y="1085"/>
                    </a:cubicBezTo>
                    <a:cubicBezTo>
                      <a:pt x="6625" y="1162"/>
                      <a:pt x="6691" y="1186"/>
                      <a:pt x="6726" y="1263"/>
                    </a:cubicBezTo>
                    <a:cubicBezTo>
                      <a:pt x="6792" y="1405"/>
                      <a:pt x="6792" y="1509"/>
                      <a:pt x="6792" y="1663"/>
                    </a:cubicBezTo>
                    <a:cubicBezTo>
                      <a:pt x="6792" y="1714"/>
                      <a:pt x="6757" y="1740"/>
                      <a:pt x="6757" y="1804"/>
                    </a:cubicBezTo>
                    <a:cubicBezTo>
                      <a:pt x="6757" y="1882"/>
                      <a:pt x="6841" y="1959"/>
                      <a:pt x="6942" y="1959"/>
                    </a:cubicBezTo>
                    <a:cubicBezTo>
                      <a:pt x="7011" y="1959"/>
                      <a:pt x="7043" y="1919"/>
                      <a:pt x="7112" y="1919"/>
                    </a:cubicBezTo>
                    <a:cubicBezTo>
                      <a:pt x="7161" y="1919"/>
                      <a:pt x="7178" y="1970"/>
                      <a:pt x="7178" y="2023"/>
                    </a:cubicBezTo>
                    <a:cubicBezTo>
                      <a:pt x="7178" y="2100"/>
                      <a:pt x="7060" y="2138"/>
                      <a:pt x="7060" y="2228"/>
                    </a:cubicBezTo>
                    <a:cubicBezTo>
                      <a:pt x="7060" y="2292"/>
                      <a:pt x="7060" y="2356"/>
                      <a:pt x="7126" y="2394"/>
                    </a:cubicBezTo>
                    <a:cubicBezTo>
                      <a:pt x="7195" y="2420"/>
                      <a:pt x="7261" y="2394"/>
                      <a:pt x="7310" y="2447"/>
                    </a:cubicBezTo>
                    <a:cubicBezTo>
                      <a:pt x="7345" y="2497"/>
                      <a:pt x="7310" y="2548"/>
                      <a:pt x="7362" y="2588"/>
                    </a:cubicBezTo>
                    <a:cubicBezTo>
                      <a:pt x="7429" y="2639"/>
                      <a:pt x="7547" y="2614"/>
                      <a:pt x="7547" y="2678"/>
                    </a:cubicBezTo>
                    <a:cubicBezTo>
                      <a:pt x="7547" y="2780"/>
                      <a:pt x="7429" y="2831"/>
                      <a:pt x="7429" y="2935"/>
                    </a:cubicBezTo>
                    <a:cubicBezTo>
                      <a:pt x="7429" y="2961"/>
                      <a:pt x="7446" y="2985"/>
                      <a:pt x="7463" y="2985"/>
                    </a:cubicBezTo>
                    <a:cubicBezTo>
                      <a:pt x="7512" y="2985"/>
                      <a:pt x="7547" y="2974"/>
                      <a:pt x="7581" y="2935"/>
                    </a:cubicBezTo>
                    <a:cubicBezTo>
                      <a:pt x="7647" y="2948"/>
                      <a:pt x="7647" y="2948"/>
                      <a:pt x="7647" y="2948"/>
                    </a:cubicBezTo>
                    <a:cubicBezTo>
                      <a:pt x="7647" y="3025"/>
                      <a:pt x="7630" y="3063"/>
                      <a:pt x="7630" y="3153"/>
                    </a:cubicBezTo>
                    <a:cubicBezTo>
                      <a:pt x="7630" y="3345"/>
                      <a:pt x="7780" y="3436"/>
                      <a:pt x="7780" y="3641"/>
                    </a:cubicBezTo>
                    <a:cubicBezTo>
                      <a:pt x="7780" y="3745"/>
                      <a:pt x="7665" y="3782"/>
                      <a:pt x="7665" y="3873"/>
                    </a:cubicBezTo>
                    <a:cubicBezTo>
                      <a:pt x="7665" y="3976"/>
                      <a:pt x="7748" y="4014"/>
                      <a:pt x="7814" y="4091"/>
                    </a:cubicBezTo>
                    <a:cubicBezTo>
                      <a:pt x="7881" y="4219"/>
                      <a:pt x="7849" y="4323"/>
                      <a:pt x="7915" y="4464"/>
                    </a:cubicBezTo>
                    <a:cubicBezTo>
                      <a:pt x="7999" y="4606"/>
                      <a:pt x="8117" y="4656"/>
                      <a:pt x="8249" y="4773"/>
                    </a:cubicBezTo>
                    <a:cubicBezTo>
                      <a:pt x="8419" y="4670"/>
                      <a:pt x="8468" y="4502"/>
                      <a:pt x="8670" y="4502"/>
                    </a:cubicBezTo>
                    <a:cubicBezTo>
                      <a:pt x="8719" y="4502"/>
                      <a:pt x="8736" y="4528"/>
                      <a:pt x="8788" y="4528"/>
                    </a:cubicBezTo>
                    <a:cubicBezTo>
                      <a:pt x="8906" y="4528"/>
                      <a:pt x="8921" y="4425"/>
                      <a:pt x="9021" y="4400"/>
                    </a:cubicBezTo>
                    <a:cubicBezTo>
                      <a:pt x="9056" y="4451"/>
                      <a:pt x="9139" y="4451"/>
                      <a:pt x="9139" y="4502"/>
                    </a:cubicBezTo>
                    <a:cubicBezTo>
                      <a:pt x="9139" y="4515"/>
                      <a:pt x="9122" y="4515"/>
                      <a:pt x="9122" y="4528"/>
                    </a:cubicBezTo>
                    <a:cubicBezTo>
                      <a:pt x="9122" y="4553"/>
                      <a:pt x="9174" y="4553"/>
                      <a:pt x="9191" y="4579"/>
                    </a:cubicBezTo>
                    <a:cubicBezTo>
                      <a:pt x="9258" y="4670"/>
                      <a:pt x="9223" y="4773"/>
                      <a:pt x="9341" y="4824"/>
                    </a:cubicBezTo>
                    <a:cubicBezTo>
                      <a:pt x="9459" y="4862"/>
                      <a:pt x="9592" y="4824"/>
                      <a:pt x="9644" y="4901"/>
                    </a:cubicBezTo>
                    <a:cubicBezTo>
                      <a:pt x="9661" y="4952"/>
                      <a:pt x="9644" y="4990"/>
                      <a:pt x="9692" y="5029"/>
                    </a:cubicBezTo>
                    <a:cubicBezTo>
                      <a:pt x="9793" y="5107"/>
                      <a:pt x="9911" y="5093"/>
                      <a:pt x="10012" y="5157"/>
                    </a:cubicBezTo>
                    <a:cubicBezTo>
                      <a:pt x="10078" y="5197"/>
                      <a:pt x="10179" y="5197"/>
                      <a:pt x="10179" y="5261"/>
                    </a:cubicBezTo>
                    <a:cubicBezTo>
                      <a:pt x="10179" y="5338"/>
                      <a:pt x="10078" y="5363"/>
                      <a:pt x="10078" y="5453"/>
                    </a:cubicBezTo>
                    <a:cubicBezTo>
                      <a:pt x="10078" y="5517"/>
                      <a:pt x="10113" y="5568"/>
                      <a:pt x="10179" y="5621"/>
                    </a:cubicBezTo>
                    <a:cubicBezTo>
                      <a:pt x="10113" y="5672"/>
                      <a:pt x="10061" y="5723"/>
                      <a:pt x="10061" y="5787"/>
                    </a:cubicBezTo>
                    <a:cubicBezTo>
                      <a:pt x="10061" y="5941"/>
                      <a:pt x="10263" y="5992"/>
                      <a:pt x="10263" y="6146"/>
                    </a:cubicBezTo>
                    <a:cubicBezTo>
                      <a:pt x="10263" y="6186"/>
                      <a:pt x="10246" y="6213"/>
                      <a:pt x="10246" y="6250"/>
                    </a:cubicBezTo>
                    <a:cubicBezTo>
                      <a:pt x="10246" y="6327"/>
                      <a:pt x="10398" y="6341"/>
                      <a:pt x="10398" y="6418"/>
                    </a:cubicBezTo>
                    <a:cubicBezTo>
                      <a:pt x="10398" y="6482"/>
                      <a:pt x="10346" y="6519"/>
                      <a:pt x="10346" y="6597"/>
                    </a:cubicBezTo>
                    <a:cubicBezTo>
                      <a:pt x="10346" y="6623"/>
                      <a:pt x="10364" y="6636"/>
                      <a:pt x="10364" y="6674"/>
                    </a:cubicBezTo>
                    <a:cubicBezTo>
                      <a:pt x="10364" y="6725"/>
                      <a:pt x="10280" y="6738"/>
                      <a:pt x="10280" y="6802"/>
                    </a:cubicBezTo>
                    <a:cubicBezTo>
                      <a:pt x="10280" y="6919"/>
                      <a:pt x="10430" y="6957"/>
                      <a:pt x="10513" y="7047"/>
                    </a:cubicBezTo>
                    <a:cubicBezTo>
                      <a:pt x="10666" y="7215"/>
                      <a:pt x="10732" y="7330"/>
                      <a:pt x="10951" y="7444"/>
                    </a:cubicBezTo>
                    <a:cubicBezTo>
                      <a:pt x="11000" y="7431"/>
                      <a:pt x="11000" y="7431"/>
                      <a:pt x="11000" y="7431"/>
                    </a:cubicBezTo>
                    <a:cubicBezTo>
                      <a:pt x="11000" y="7458"/>
                      <a:pt x="10983" y="7484"/>
                      <a:pt x="10983" y="7508"/>
                    </a:cubicBezTo>
                    <a:cubicBezTo>
                      <a:pt x="10983" y="7561"/>
                      <a:pt x="11035" y="7586"/>
                      <a:pt x="11052" y="7639"/>
                    </a:cubicBezTo>
                    <a:cubicBezTo>
                      <a:pt x="11136" y="7804"/>
                      <a:pt x="11167" y="7908"/>
                      <a:pt x="11219" y="8100"/>
                    </a:cubicBezTo>
                    <a:cubicBezTo>
                      <a:pt x="11236" y="8126"/>
                      <a:pt x="11254" y="8140"/>
                      <a:pt x="11254" y="8164"/>
                    </a:cubicBezTo>
                    <a:cubicBezTo>
                      <a:pt x="11254" y="8305"/>
                      <a:pt x="11254" y="8396"/>
                      <a:pt x="11254" y="8537"/>
                    </a:cubicBezTo>
                    <a:cubicBezTo>
                      <a:pt x="11118" y="8782"/>
                      <a:pt x="11118" y="8782"/>
                      <a:pt x="11118" y="8782"/>
                    </a:cubicBezTo>
                    <a:cubicBezTo>
                      <a:pt x="11136" y="8897"/>
                      <a:pt x="11167" y="8974"/>
                      <a:pt x="11268" y="9051"/>
                    </a:cubicBezTo>
                    <a:cubicBezTo>
                      <a:pt x="11369" y="9115"/>
                      <a:pt x="11403" y="9155"/>
                      <a:pt x="11487" y="9219"/>
                    </a:cubicBezTo>
                    <a:cubicBezTo>
                      <a:pt x="11522" y="9230"/>
                      <a:pt x="11553" y="9243"/>
                      <a:pt x="11553" y="9270"/>
                    </a:cubicBezTo>
                    <a:cubicBezTo>
                      <a:pt x="11553" y="9360"/>
                      <a:pt x="11504" y="9411"/>
                      <a:pt x="11504" y="9502"/>
                    </a:cubicBezTo>
                    <a:cubicBezTo>
                      <a:pt x="11504" y="9590"/>
                      <a:pt x="11553" y="9643"/>
                      <a:pt x="11622" y="9720"/>
                    </a:cubicBezTo>
                    <a:cubicBezTo>
                      <a:pt x="11821" y="9848"/>
                      <a:pt x="11974" y="9899"/>
                      <a:pt x="12207" y="9990"/>
                    </a:cubicBezTo>
                    <a:cubicBezTo>
                      <a:pt x="12325" y="10027"/>
                      <a:pt x="12342" y="10104"/>
                      <a:pt x="12461" y="10144"/>
                    </a:cubicBezTo>
                    <a:cubicBezTo>
                      <a:pt x="12478" y="10067"/>
                      <a:pt x="12510" y="10027"/>
                      <a:pt x="12593" y="9990"/>
                    </a:cubicBezTo>
                    <a:cubicBezTo>
                      <a:pt x="12593" y="10016"/>
                      <a:pt x="12593" y="10016"/>
                      <a:pt x="12593" y="10016"/>
                    </a:cubicBezTo>
                    <a:cubicBezTo>
                      <a:pt x="12561" y="10054"/>
                      <a:pt x="12561" y="10054"/>
                      <a:pt x="12561" y="10054"/>
                    </a:cubicBezTo>
                    <a:cubicBezTo>
                      <a:pt x="12610" y="10171"/>
                      <a:pt x="12760" y="10221"/>
                      <a:pt x="12930" y="10221"/>
                    </a:cubicBezTo>
                    <a:cubicBezTo>
                      <a:pt x="13014" y="10221"/>
                      <a:pt x="13063" y="10195"/>
                      <a:pt x="13163" y="10182"/>
                    </a:cubicBezTo>
                    <a:cubicBezTo>
                      <a:pt x="13215" y="10259"/>
                      <a:pt x="13281" y="10285"/>
                      <a:pt x="13281" y="10376"/>
                    </a:cubicBezTo>
                    <a:cubicBezTo>
                      <a:pt x="13281" y="10400"/>
                      <a:pt x="13264" y="10413"/>
                      <a:pt x="13264" y="10453"/>
                    </a:cubicBezTo>
                    <a:cubicBezTo>
                      <a:pt x="13264" y="10581"/>
                      <a:pt x="13417" y="10619"/>
                      <a:pt x="13532" y="10709"/>
                    </a:cubicBezTo>
                    <a:cubicBezTo>
                      <a:pt x="13567" y="10645"/>
                      <a:pt x="13567" y="10605"/>
                      <a:pt x="13616" y="10541"/>
                    </a:cubicBezTo>
                    <a:cubicBezTo>
                      <a:pt x="13685" y="10555"/>
                      <a:pt x="13685" y="10555"/>
                      <a:pt x="13685" y="10555"/>
                    </a:cubicBezTo>
                    <a:cubicBezTo>
                      <a:pt x="13685" y="10669"/>
                      <a:pt x="13751" y="10813"/>
                      <a:pt x="13901" y="10813"/>
                    </a:cubicBezTo>
                    <a:cubicBezTo>
                      <a:pt x="13953" y="10813"/>
                      <a:pt x="13953" y="10736"/>
                      <a:pt x="14002" y="10736"/>
                    </a:cubicBezTo>
                    <a:cubicBezTo>
                      <a:pt x="14102" y="10736"/>
                      <a:pt x="14120" y="10813"/>
                      <a:pt x="14186" y="10864"/>
                    </a:cubicBezTo>
                    <a:cubicBezTo>
                      <a:pt x="14321" y="10941"/>
                      <a:pt x="14370" y="11018"/>
                      <a:pt x="14540" y="11056"/>
                    </a:cubicBezTo>
                    <a:cubicBezTo>
                      <a:pt x="14540" y="11018"/>
                      <a:pt x="14572" y="10992"/>
                      <a:pt x="14606" y="10979"/>
                    </a:cubicBezTo>
                    <a:cubicBezTo>
                      <a:pt x="14638" y="11029"/>
                      <a:pt x="14638" y="11069"/>
                      <a:pt x="14690" y="11096"/>
                    </a:cubicBezTo>
                    <a:cubicBezTo>
                      <a:pt x="14742" y="11120"/>
                      <a:pt x="14791" y="11107"/>
                      <a:pt x="14825" y="11146"/>
                    </a:cubicBezTo>
                    <a:cubicBezTo>
                      <a:pt x="14840" y="11160"/>
                      <a:pt x="14825" y="11197"/>
                      <a:pt x="14857" y="11210"/>
                    </a:cubicBezTo>
                    <a:cubicBezTo>
                      <a:pt x="14941" y="11250"/>
                      <a:pt x="15041" y="11250"/>
                      <a:pt x="15041" y="11314"/>
                    </a:cubicBezTo>
                    <a:cubicBezTo>
                      <a:pt x="15041" y="11352"/>
                      <a:pt x="14992" y="11389"/>
                      <a:pt x="14923" y="11389"/>
                    </a:cubicBezTo>
                    <a:cubicBezTo>
                      <a:pt x="14892" y="11389"/>
                      <a:pt x="14874" y="11365"/>
                      <a:pt x="14840" y="11352"/>
                    </a:cubicBezTo>
                    <a:cubicBezTo>
                      <a:pt x="14840" y="11365"/>
                      <a:pt x="14825" y="11378"/>
                      <a:pt x="14825" y="11378"/>
                    </a:cubicBezTo>
                    <a:cubicBezTo>
                      <a:pt x="14825" y="11402"/>
                      <a:pt x="14857" y="11402"/>
                      <a:pt x="14857" y="11429"/>
                    </a:cubicBezTo>
                    <a:cubicBezTo>
                      <a:pt x="14857" y="11455"/>
                      <a:pt x="14808" y="11466"/>
                      <a:pt x="14808" y="11493"/>
                    </a:cubicBezTo>
                    <a:cubicBezTo>
                      <a:pt x="14808" y="11544"/>
                      <a:pt x="14857" y="11570"/>
                      <a:pt x="14892" y="11621"/>
                    </a:cubicBezTo>
                    <a:cubicBezTo>
                      <a:pt x="15041" y="11738"/>
                      <a:pt x="15076" y="11917"/>
                      <a:pt x="15295" y="11892"/>
                    </a:cubicBezTo>
                    <a:cubicBezTo>
                      <a:pt x="15295" y="11930"/>
                      <a:pt x="15295" y="11943"/>
                      <a:pt x="15295" y="11981"/>
                    </a:cubicBezTo>
                    <a:cubicBezTo>
                      <a:pt x="15327" y="11994"/>
                      <a:pt x="15327" y="11994"/>
                      <a:pt x="15327" y="11994"/>
                    </a:cubicBezTo>
                    <a:cubicBezTo>
                      <a:pt x="15344" y="11981"/>
                      <a:pt x="15344" y="11981"/>
                      <a:pt x="15361" y="11981"/>
                    </a:cubicBezTo>
                    <a:cubicBezTo>
                      <a:pt x="15410" y="11981"/>
                      <a:pt x="15410" y="12020"/>
                      <a:pt x="15445" y="12058"/>
                    </a:cubicBezTo>
                    <a:cubicBezTo>
                      <a:pt x="15479" y="12098"/>
                      <a:pt x="15563" y="12098"/>
                      <a:pt x="15563" y="12135"/>
                    </a:cubicBezTo>
                    <a:cubicBezTo>
                      <a:pt x="15563" y="12186"/>
                      <a:pt x="15511" y="12199"/>
                      <a:pt x="15511" y="12239"/>
                    </a:cubicBezTo>
                    <a:cubicBezTo>
                      <a:pt x="15511" y="12263"/>
                      <a:pt x="15528" y="12277"/>
                      <a:pt x="15528" y="12290"/>
                    </a:cubicBezTo>
                    <a:cubicBezTo>
                      <a:pt x="15545" y="12290"/>
                      <a:pt x="15563" y="12277"/>
                      <a:pt x="15594" y="12277"/>
                    </a:cubicBezTo>
                    <a:cubicBezTo>
                      <a:pt x="15646" y="12277"/>
                      <a:pt x="15646" y="12341"/>
                      <a:pt x="15646" y="12394"/>
                    </a:cubicBezTo>
                    <a:cubicBezTo>
                      <a:pt x="15664" y="12482"/>
                      <a:pt x="15646" y="12612"/>
                      <a:pt x="15764" y="12612"/>
                    </a:cubicBezTo>
                    <a:cubicBezTo>
                      <a:pt x="15779" y="12612"/>
                      <a:pt x="15796" y="12612"/>
                      <a:pt x="15813" y="12599"/>
                    </a:cubicBezTo>
                    <a:cubicBezTo>
                      <a:pt x="15831" y="12636"/>
                      <a:pt x="15897" y="12650"/>
                      <a:pt x="15897" y="12700"/>
                    </a:cubicBezTo>
                    <a:cubicBezTo>
                      <a:pt x="15897" y="12753"/>
                      <a:pt x="15862" y="12778"/>
                      <a:pt x="15862" y="12828"/>
                    </a:cubicBezTo>
                    <a:cubicBezTo>
                      <a:pt x="15862" y="13073"/>
                      <a:pt x="16116" y="13177"/>
                      <a:pt x="16116" y="13433"/>
                    </a:cubicBezTo>
                    <a:cubicBezTo>
                      <a:pt x="16116" y="13460"/>
                      <a:pt x="16081" y="13473"/>
                      <a:pt x="16081" y="13497"/>
                    </a:cubicBezTo>
                    <a:cubicBezTo>
                      <a:pt x="16081" y="13537"/>
                      <a:pt x="16133" y="13537"/>
                      <a:pt x="16150" y="13548"/>
                    </a:cubicBezTo>
                    <a:cubicBezTo>
                      <a:pt x="16199" y="13588"/>
                      <a:pt x="16199" y="13652"/>
                      <a:pt x="16266" y="13652"/>
                    </a:cubicBezTo>
                    <a:cubicBezTo>
                      <a:pt x="16300" y="13652"/>
                      <a:pt x="16300" y="13614"/>
                      <a:pt x="16332" y="13614"/>
                    </a:cubicBezTo>
                    <a:cubicBezTo>
                      <a:pt x="16651" y="13614"/>
                      <a:pt x="16770" y="14076"/>
                      <a:pt x="16603" y="13548"/>
                    </a:cubicBezTo>
                    <a:cubicBezTo>
                      <a:pt x="16634" y="13510"/>
                      <a:pt x="16634" y="13510"/>
                      <a:pt x="16634" y="13510"/>
                    </a:cubicBezTo>
                    <a:cubicBezTo>
                      <a:pt x="16620" y="13484"/>
                      <a:pt x="16603" y="13473"/>
                      <a:pt x="16603" y="13446"/>
                    </a:cubicBezTo>
                    <a:cubicBezTo>
                      <a:pt x="16603" y="13382"/>
                      <a:pt x="16620" y="13318"/>
                      <a:pt x="16686" y="13318"/>
                    </a:cubicBezTo>
                    <a:cubicBezTo>
                      <a:pt x="16801" y="13318"/>
                      <a:pt x="16770" y="13420"/>
                      <a:pt x="16853" y="13484"/>
                    </a:cubicBezTo>
                    <a:cubicBezTo>
                      <a:pt x="16971" y="13588"/>
                      <a:pt x="17072" y="13639"/>
                      <a:pt x="17205" y="13742"/>
                    </a:cubicBezTo>
                    <a:cubicBezTo>
                      <a:pt x="17305" y="13806"/>
                      <a:pt x="17357" y="13857"/>
                      <a:pt x="17490" y="13870"/>
                    </a:cubicBezTo>
                    <a:cubicBezTo>
                      <a:pt x="17490" y="13729"/>
                      <a:pt x="17490" y="13729"/>
                      <a:pt x="17490" y="13729"/>
                    </a:cubicBezTo>
                    <a:cubicBezTo>
                      <a:pt x="17490" y="13665"/>
                      <a:pt x="17441" y="13625"/>
                      <a:pt x="17441" y="13561"/>
                    </a:cubicBezTo>
                    <a:cubicBezTo>
                      <a:pt x="17441" y="13524"/>
                      <a:pt x="17441" y="13524"/>
                      <a:pt x="17441" y="13524"/>
                    </a:cubicBezTo>
                    <a:cubicBezTo>
                      <a:pt x="17458" y="13524"/>
                      <a:pt x="17458" y="13510"/>
                      <a:pt x="17472" y="13510"/>
                    </a:cubicBezTo>
                    <a:cubicBezTo>
                      <a:pt x="17542" y="13510"/>
                      <a:pt x="17524" y="13601"/>
                      <a:pt x="17573" y="13639"/>
                    </a:cubicBezTo>
                    <a:cubicBezTo>
                      <a:pt x="17657" y="13716"/>
                      <a:pt x="17642" y="13780"/>
                      <a:pt x="17691" y="13857"/>
                    </a:cubicBezTo>
                    <a:cubicBezTo>
                      <a:pt x="17726" y="13921"/>
                      <a:pt x="17792" y="13961"/>
                      <a:pt x="17792" y="14025"/>
                    </a:cubicBezTo>
                    <a:cubicBezTo>
                      <a:pt x="17792" y="14076"/>
                      <a:pt x="17726" y="14102"/>
                      <a:pt x="17726" y="14153"/>
                    </a:cubicBezTo>
                    <a:cubicBezTo>
                      <a:pt x="17726" y="14204"/>
                      <a:pt x="17775" y="14243"/>
                      <a:pt x="17792" y="14294"/>
                    </a:cubicBezTo>
                    <a:cubicBezTo>
                      <a:pt x="17827" y="14475"/>
                      <a:pt x="17841" y="14563"/>
                      <a:pt x="17841" y="14744"/>
                    </a:cubicBezTo>
                    <a:cubicBezTo>
                      <a:pt x="17841" y="14795"/>
                      <a:pt x="17841" y="14795"/>
                      <a:pt x="17841" y="14795"/>
                    </a:cubicBezTo>
                    <a:cubicBezTo>
                      <a:pt x="17827" y="14795"/>
                      <a:pt x="17827" y="14795"/>
                      <a:pt x="17809" y="14795"/>
                    </a:cubicBezTo>
                    <a:cubicBezTo>
                      <a:pt x="17792" y="14795"/>
                      <a:pt x="17775" y="14782"/>
                      <a:pt x="17758" y="14782"/>
                    </a:cubicBezTo>
                    <a:cubicBezTo>
                      <a:pt x="17709" y="14782"/>
                      <a:pt x="17625" y="14795"/>
                      <a:pt x="17625" y="14835"/>
                    </a:cubicBezTo>
                    <a:cubicBezTo>
                      <a:pt x="17625" y="14886"/>
                      <a:pt x="17691" y="14886"/>
                      <a:pt x="17726" y="14923"/>
                    </a:cubicBezTo>
                    <a:cubicBezTo>
                      <a:pt x="17809" y="14987"/>
                      <a:pt x="17893" y="14987"/>
                      <a:pt x="17976" y="15054"/>
                    </a:cubicBezTo>
                    <a:cubicBezTo>
                      <a:pt x="18028" y="15027"/>
                      <a:pt x="18011" y="14987"/>
                      <a:pt x="18043" y="14950"/>
                    </a:cubicBezTo>
                    <a:cubicBezTo>
                      <a:pt x="18210" y="15014"/>
                      <a:pt x="18227" y="15131"/>
                      <a:pt x="18328" y="15259"/>
                    </a:cubicBezTo>
                    <a:cubicBezTo>
                      <a:pt x="18380" y="15310"/>
                      <a:pt x="18463" y="15310"/>
                      <a:pt x="18547" y="15360"/>
                    </a:cubicBezTo>
                    <a:cubicBezTo>
                      <a:pt x="18596" y="15387"/>
                      <a:pt x="18613" y="15424"/>
                      <a:pt x="18648" y="15477"/>
                    </a:cubicBezTo>
                    <a:cubicBezTo>
                      <a:pt x="18697" y="15541"/>
                      <a:pt x="18780" y="15541"/>
                      <a:pt x="18881" y="15568"/>
                    </a:cubicBezTo>
                    <a:cubicBezTo>
                      <a:pt x="18915" y="15541"/>
                      <a:pt x="18933" y="15515"/>
                      <a:pt x="18967" y="15515"/>
                    </a:cubicBezTo>
                    <a:cubicBezTo>
                      <a:pt x="19016" y="15515"/>
                      <a:pt x="19034" y="15541"/>
                      <a:pt x="19083" y="15568"/>
                    </a:cubicBezTo>
                    <a:cubicBezTo>
                      <a:pt x="19235" y="15605"/>
                      <a:pt x="19336" y="15643"/>
                      <a:pt x="19402" y="15760"/>
                    </a:cubicBezTo>
                    <a:cubicBezTo>
                      <a:pt x="19451" y="15850"/>
                      <a:pt x="19486" y="15914"/>
                      <a:pt x="19469" y="16016"/>
                    </a:cubicBezTo>
                    <a:cubicBezTo>
                      <a:pt x="19503" y="16016"/>
                      <a:pt x="19503" y="16016"/>
                      <a:pt x="19503" y="16016"/>
                    </a:cubicBezTo>
                    <a:cubicBezTo>
                      <a:pt x="19604" y="16080"/>
                      <a:pt x="19587" y="16170"/>
                      <a:pt x="19687" y="16234"/>
                    </a:cubicBezTo>
                    <a:cubicBezTo>
                      <a:pt x="19788" y="16312"/>
                      <a:pt x="19921" y="16274"/>
                      <a:pt x="20022" y="16351"/>
                    </a:cubicBezTo>
                    <a:cubicBezTo>
                      <a:pt x="20088" y="16402"/>
                      <a:pt x="20039" y="16466"/>
                      <a:pt x="20056" y="16530"/>
                    </a:cubicBezTo>
                    <a:cubicBezTo>
                      <a:pt x="20088" y="16621"/>
                      <a:pt x="20191" y="16647"/>
                      <a:pt x="20223" y="16722"/>
                    </a:cubicBezTo>
                    <a:cubicBezTo>
                      <a:pt x="20240" y="16786"/>
                      <a:pt x="20258" y="16826"/>
                      <a:pt x="20324" y="16853"/>
                    </a:cubicBezTo>
                    <a:cubicBezTo>
                      <a:pt x="20425" y="16890"/>
                      <a:pt x="20474" y="16917"/>
                      <a:pt x="20575" y="16930"/>
                    </a:cubicBezTo>
                    <a:cubicBezTo>
                      <a:pt x="20626" y="16941"/>
                      <a:pt x="20710" y="16941"/>
                      <a:pt x="20710" y="16981"/>
                    </a:cubicBezTo>
                    <a:cubicBezTo>
                      <a:pt x="20710" y="17109"/>
                      <a:pt x="20626" y="17159"/>
                      <a:pt x="20626" y="17276"/>
                    </a:cubicBezTo>
                    <a:cubicBezTo>
                      <a:pt x="20626" y="17442"/>
                      <a:pt x="20759" y="17519"/>
                      <a:pt x="20912" y="17623"/>
                    </a:cubicBezTo>
                    <a:cubicBezTo>
                      <a:pt x="20961" y="17674"/>
                      <a:pt x="21061" y="17674"/>
                      <a:pt x="21061" y="17738"/>
                    </a:cubicBezTo>
                    <a:cubicBezTo>
                      <a:pt x="21061" y="17906"/>
                      <a:pt x="20912" y="17983"/>
                      <a:pt x="20912" y="18151"/>
                    </a:cubicBezTo>
                    <a:cubicBezTo>
                      <a:pt x="20912" y="18201"/>
                      <a:pt x="20943" y="18226"/>
                      <a:pt x="20943" y="18279"/>
                    </a:cubicBezTo>
                    <a:cubicBezTo>
                      <a:pt x="20961" y="18279"/>
                      <a:pt x="20961" y="18279"/>
                      <a:pt x="20978" y="18279"/>
                    </a:cubicBezTo>
                    <a:cubicBezTo>
                      <a:pt x="20995" y="18279"/>
                      <a:pt x="20995" y="18265"/>
                      <a:pt x="21012" y="18265"/>
                    </a:cubicBezTo>
                    <a:cubicBezTo>
                      <a:pt x="21044" y="18316"/>
                      <a:pt x="21044" y="18356"/>
                      <a:pt x="21044" y="18407"/>
                    </a:cubicBezTo>
                    <a:cubicBezTo>
                      <a:pt x="21044" y="18484"/>
                      <a:pt x="21044" y="18484"/>
                      <a:pt x="21044" y="18484"/>
                    </a:cubicBezTo>
                    <a:cubicBezTo>
                      <a:pt x="21044" y="18548"/>
                      <a:pt x="21079" y="18585"/>
                      <a:pt x="21130" y="18638"/>
                    </a:cubicBezTo>
                    <a:cubicBezTo>
                      <a:pt x="20995" y="18716"/>
                      <a:pt x="20929" y="18806"/>
                      <a:pt x="20929" y="18934"/>
                    </a:cubicBezTo>
                    <a:cubicBezTo>
                      <a:pt x="20929" y="18985"/>
                      <a:pt x="20995" y="18998"/>
                      <a:pt x="21044" y="19036"/>
                    </a:cubicBezTo>
                    <a:cubicBezTo>
                      <a:pt x="21012" y="19075"/>
                      <a:pt x="20929" y="19075"/>
                      <a:pt x="20929" y="19126"/>
                    </a:cubicBezTo>
                    <a:cubicBezTo>
                      <a:pt x="20929" y="19190"/>
                      <a:pt x="21027" y="19204"/>
                      <a:pt x="21061" y="19281"/>
                    </a:cubicBezTo>
                    <a:cubicBezTo>
                      <a:pt x="21096" y="19332"/>
                      <a:pt x="21079" y="19382"/>
                      <a:pt x="21113" y="19435"/>
                    </a:cubicBezTo>
                    <a:cubicBezTo>
                      <a:pt x="21145" y="19537"/>
                      <a:pt x="21246" y="19550"/>
                      <a:pt x="21312" y="19641"/>
                    </a:cubicBezTo>
                    <a:cubicBezTo>
                      <a:pt x="21298" y="19691"/>
                      <a:pt x="21280" y="19718"/>
                      <a:pt x="21280" y="19782"/>
                    </a:cubicBezTo>
                    <a:cubicBezTo>
                      <a:pt x="21280" y="20025"/>
                      <a:pt x="21514" y="20155"/>
                      <a:pt x="21600" y="20347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22860" tIns="22860" rIns="22860" bIns="22860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200" cap="none" spc="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600"/>
              </a:p>
            </p:txBody>
          </p:sp>
          <p:sp>
            <p:nvSpPr>
              <p:cNvPr id="659" name="Shape">
                <a:extLst>
                  <a:ext uri="{FF2B5EF4-FFF2-40B4-BE49-F238E27FC236}">
                    <a16:creationId xmlns:a16="http://schemas.microsoft.com/office/drawing/2014/main" id="{F79D611B-B6E8-4238-A1FF-A724D8D4E242}"/>
                  </a:ext>
                </a:extLst>
              </p:cNvPr>
              <p:cNvSpPr/>
              <p:nvPr/>
            </p:nvSpPr>
            <p:spPr>
              <a:xfrm>
                <a:off x="9795692" y="2134939"/>
                <a:ext cx="475112" cy="5677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173" y="17186"/>
                    </a:moveTo>
                    <a:cubicBezTo>
                      <a:pt x="16020" y="17202"/>
                      <a:pt x="15957" y="17277"/>
                      <a:pt x="15867" y="17367"/>
                    </a:cubicBezTo>
                    <a:cubicBezTo>
                      <a:pt x="15975" y="17477"/>
                      <a:pt x="16106" y="17477"/>
                      <a:pt x="16281" y="17477"/>
                    </a:cubicBezTo>
                    <a:cubicBezTo>
                      <a:pt x="16326" y="17477"/>
                      <a:pt x="16345" y="17420"/>
                      <a:pt x="16412" y="17405"/>
                    </a:cubicBezTo>
                    <a:cubicBezTo>
                      <a:pt x="16345" y="17314"/>
                      <a:pt x="16281" y="17239"/>
                      <a:pt x="16173" y="17186"/>
                    </a:cubicBezTo>
                    <a:close/>
                    <a:moveTo>
                      <a:pt x="13588" y="17495"/>
                    </a:moveTo>
                    <a:cubicBezTo>
                      <a:pt x="13588" y="17586"/>
                      <a:pt x="13719" y="17567"/>
                      <a:pt x="13786" y="17605"/>
                    </a:cubicBezTo>
                    <a:cubicBezTo>
                      <a:pt x="13849" y="17639"/>
                      <a:pt x="13872" y="17711"/>
                      <a:pt x="13935" y="17711"/>
                    </a:cubicBezTo>
                    <a:cubicBezTo>
                      <a:pt x="14174" y="17711"/>
                      <a:pt x="14174" y="17711"/>
                      <a:pt x="14174" y="17711"/>
                    </a:cubicBezTo>
                    <a:cubicBezTo>
                      <a:pt x="14371" y="17748"/>
                      <a:pt x="14371" y="17748"/>
                      <a:pt x="14371" y="17748"/>
                    </a:cubicBezTo>
                    <a:cubicBezTo>
                      <a:pt x="14521" y="17748"/>
                      <a:pt x="14610" y="17748"/>
                      <a:pt x="14759" y="17729"/>
                    </a:cubicBezTo>
                    <a:cubicBezTo>
                      <a:pt x="14759" y="17711"/>
                      <a:pt x="14782" y="17695"/>
                      <a:pt x="14782" y="17676"/>
                    </a:cubicBezTo>
                    <a:cubicBezTo>
                      <a:pt x="14782" y="17658"/>
                      <a:pt x="14759" y="17658"/>
                      <a:pt x="14759" y="17639"/>
                    </a:cubicBezTo>
                    <a:cubicBezTo>
                      <a:pt x="14804" y="17620"/>
                      <a:pt x="14804" y="17620"/>
                      <a:pt x="14804" y="17620"/>
                    </a:cubicBezTo>
                    <a:cubicBezTo>
                      <a:pt x="15043" y="17620"/>
                      <a:pt x="15043" y="17620"/>
                      <a:pt x="15043" y="17620"/>
                    </a:cubicBezTo>
                    <a:cubicBezTo>
                      <a:pt x="15129" y="17711"/>
                      <a:pt x="15196" y="17767"/>
                      <a:pt x="15326" y="17839"/>
                    </a:cubicBezTo>
                    <a:cubicBezTo>
                      <a:pt x="15390" y="17711"/>
                      <a:pt x="15475" y="17658"/>
                      <a:pt x="15475" y="17530"/>
                    </a:cubicBezTo>
                    <a:cubicBezTo>
                      <a:pt x="15475" y="17458"/>
                      <a:pt x="15610" y="17495"/>
                      <a:pt x="15673" y="17458"/>
                    </a:cubicBezTo>
                    <a:cubicBezTo>
                      <a:pt x="15759" y="17405"/>
                      <a:pt x="15718" y="17330"/>
                      <a:pt x="15737" y="17239"/>
                    </a:cubicBezTo>
                    <a:cubicBezTo>
                      <a:pt x="15696" y="17239"/>
                      <a:pt x="15673" y="17239"/>
                      <a:pt x="15628" y="17239"/>
                    </a:cubicBezTo>
                    <a:cubicBezTo>
                      <a:pt x="15543" y="17239"/>
                      <a:pt x="15412" y="17239"/>
                      <a:pt x="15412" y="17149"/>
                    </a:cubicBezTo>
                    <a:cubicBezTo>
                      <a:pt x="15412" y="17096"/>
                      <a:pt x="15475" y="17077"/>
                      <a:pt x="15475" y="17021"/>
                    </a:cubicBezTo>
                    <a:cubicBezTo>
                      <a:pt x="15475" y="16968"/>
                      <a:pt x="15390" y="16930"/>
                      <a:pt x="15326" y="16930"/>
                    </a:cubicBezTo>
                    <a:cubicBezTo>
                      <a:pt x="14890" y="16930"/>
                      <a:pt x="14632" y="16987"/>
                      <a:pt x="14218" y="17111"/>
                    </a:cubicBezTo>
                    <a:cubicBezTo>
                      <a:pt x="14025" y="17186"/>
                      <a:pt x="13849" y="17111"/>
                      <a:pt x="13696" y="17221"/>
                    </a:cubicBezTo>
                    <a:cubicBezTo>
                      <a:pt x="13610" y="17296"/>
                      <a:pt x="13588" y="17386"/>
                      <a:pt x="13588" y="17495"/>
                    </a:cubicBezTo>
                    <a:close/>
                    <a:moveTo>
                      <a:pt x="0" y="9826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6151" y="53"/>
                      <a:pt x="16151" y="53"/>
                      <a:pt x="16151" y="53"/>
                    </a:cubicBezTo>
                    <a:cubicBezTo>
                      <a:pt x="21600" y="72"/>
                      <a:pt x="21600" y="72"/>
                      <a:pt x="21600" y="72"/>
                    </a:cubicBezTo>
                    <a:cubicBezTo>
                      <a:pt x="21600" y="5157"/>
                      <a:pt x="21600" y="5157"/>
                      <a:pt x="21600" y="5157"/>
                    </a:cubicBezTo>
                    <a:cubicBezTo>
                      <a:pt x="21559" y="14059"/>
                      <a:pt x="21559" y="14059"/>
                      <a:pt x="21559" y="14059"/>
                    </a:cubicBezTo>
                    <a:cubicBezTo>
                      <a:pt x="21537" y="21581"/>
                      <a:pt x="21537" y="21581"/>
                      <a:pt x="21537" y="21581"/>
                    </a:cubicBezTo>
                    <a:cubicBezTo>
                      <a:pt x="21469" y="21566"/>
                      <a:pt x="21406" y="21566"/>
                      <a:pt x="21320" y="21566"/>
                    </a:cubicBezTo>
                    <a:cubicBezTo>
                      <a:pt x="21208" y="21566"/>
                      <a:pt x="21145" y="21600"/>
                      <a:pt x="21014" y="21600"/>
                    </a:cubicBezTo>
                    <a:cubicBezTo>
                      <a:pt x="20861" y="21600"/>
                      <a:pt x="20820" y="21475"/>
                      <a:pt x="20712" y="21400"/>
                    </a:cubicBezTo>
                    <a:cubicBezTo>
                      <a:pt x="20429" y="21219"/>
                      <a:pt x="20343" y="21057"/>
                      <a:pt x="20190" y="20782"/>
                    </a:cubicBezTo>
                    <a:cubicBezTo>
                      <a:pt x="20145" y="20710"/>
                      <a:pt x="20082" y="20657"/>
                      <a:pt x="20015" y="20582"/>
                    </a:cubicBezTo>
                    <a:cubicBezTo>
                      <a:pt x="19974" y="20529"/>
                      <a:pt x="19974" y="20473"/>
                      <a:pt x="19907" y="20458"/>
                    </a:cubicBezTo>
                    <a:cubicBezTo>
                      <a:pt x="19821" y="20439"/>
                      <a:pt x="19757" y="20473"/>
                      <a:pt x="19690" y="20439"/>
                    </a:cubicBezTo>
                    <a:cubicBezTo>
                      <a:pt x="19515" y="20273"/>
                      <a:pt x="19582" y="20074"/>
                      <a:pt x="19366" y="19930"/>
                    </a:cubicBezTo>
                    <a:cubicBezTo>
                      <a:pt x="19384" y="19874"/>
                      <a:pt x="19452" y="19874"/>
                      <a:pt x="19452" y="19821"/>
                    </a:cubicBezTo>
                    <a:cubicBezTo>
                      <a:pt x="19452" y="19655"/>
                      <a:pt x="19366" y="19531"/>
                      <a:pt x="19168" y="19493"/>
                    </a:cubicBezTo>
                    <a:cubicBezTo>
                      <a:pt x="19407" y="19403"/>
                      <a:pt x="19582" y="19293"/>
                      <a:pt x="19582" y="19075"/>
                    </a:cubicBezTo>
                    <a:cubicBezTo>
                      <a:pt x="19582" y="18841"/>
                      <a:pt x="19582" y="18841"/>
                      <a:pt x="19582" y="18841"/>
                    </a:cubicBezTo>
                    <a:cubicBezTo>
                      <a:pt x="19582" y="18385"/>
                      <a:pt x="19276" y="18166"/>
                      <a:pt x="19060" y="17729"/>
                    </a:cubicBezTo>
                    <a:cubicBezTo>
                      <a:pt x="18952" y="17620"/>
                      <a:pt x="18821" y="17620"/>
                      <a:pt x="18713" y="17495"/>
                    </a:cubicBezTo>
                    <a:cubicBezTo>
                      <a:pt x="18560" y="17296"/>
                      <a:pt x="18407" y="17202"/>
                      <a:pt x="18258" y="16987"/>
                    </a:cubicBezTo>
                    <a:cubicBezTo>
                      <a:pt x="18236" y="16949"/>
                      <a:pt x="18150" y="16930"/>
                      <a:pt x="18150" y="16877"/>
                    </a:cubicBezTo>
                    <a:cubicBezTo>
                      <a:pt x="18150" y="16840"/>
                      <a:pt x="18150" y="16821"/>
                      <a:pt x="18168" y="16806"/>
                    </a:cubicBezTo>
                    <a:cubicBezTo>
                      <a:pt x="18236" y="16787"/>
                      <a:pt x="18280" y="16749"/>
                      <a:pt x="18366" y="16749"/>
                    </a:cubicBezTo>
                    <a:cubicBezTo>
                      <a:pt x="18430" y="16749"/>
                      <a:pt x="18497" y="16787"/>
                      <a:pt x="18497" y="16840"/>
                    </a:cubicBezTo>
                    <a:cubicBezTo>
                      <a:pt x="18497" y="16930"/>
                      <a:pt x="18389" y="16987"/>
                      <a:pt x="18389" y="17077"/>
                    </a:cubicBezTo>
                    <a:cubicBezTo>
                      <a:pt x="18389" y="17111"/>
                      <a:pt x="18452" y="17130"/>
                      <a:pt x="18474" y="17168"/>
                    </a:cubicBezTo>
                    <a:cubicBezTo>
                      <a:pt x="18691" y="17130"/>
                      <a:pt x="18668" y="16912"/>
                      <a:pt x="18668" y="16712"/>
                    </a:cubicBezTo>
                    <a:cubicBezTo>
                      <a:pt x="18668" y="16568"/>
                      <a:pt x="18560" y="16422"/>
                      <a:pt x="18389" y="16422"/>
                    </a:cubicBezTo>
                    <a:cubicBezTo>
                      <a:pt x="18213" y="16422"/>
                      <a:pt x="18150" y="16550"/>
                      <a:pt x="17997" y="16603"/>
                    </a:cubicBezTo>
                    <a:cubicBezTo>
                      <a:pt x="17911" y="16621"/>
                      <a:pt x="17844" y="16603"/>
                      <a:pt x="17758" y="16603"/>
                    </a:cubicBezTo>
                    <a:cubicBezTo>
                      <a:pt x="17605" y="16621"/>
                      <a:pt x="17583" y="16749"/>
                      <a:pt x="17434" y="16806"/>
                    </a:cubicBezTo>
                    <a:cubicBezTo>
                      <a:pt x="17191" y="16930"/>
                      <a:pt x="17042" y="16987"/>
                      <a:pt x="16759" y="17040"/>
                    </a:cubicBezTo>
                    <a:cubicBezTo>
                      <a:pt x="16456" y="17002"/>
                      <a:pt x="16456" y="17002"/>
                      <a:pt x="16456" y="17002"/>
                    </a:cubicBezTo>
                    <a:cubicBezTo>
                      <a:pt x="16434" y="16968"/>
                      <a:pt x="16434" y="16968"/>
                      <a:pt x="16434" y="16968"/>
                    </a:cubicBezTo>
                    <a:cubicBezTo>
                      <a:pt x="16497" y="16859"/>
                      <a:pt x="16650" y="16859"/>
                      <a:pt x="16714" y="16749"/>
                    </a:cubicBezTo>
                    <a:cubicBezTo>
                      <a:pt x="16911" y="16459"/>
                      <a:pt x="16997" y="16259"/>
                      <a:pt x="17128" y="15950"/>
                    </a:cubicBezTo>
                    <a:cubicBezTo>
                      <a:pt x="17191" y="15788"/>
                      <a:pt x="17281" y="15713"/>
                      <a:pt x="17281" y="15551"/>
                    </a:cubicBezTo>
                    <a:cubicBezTo>
                      <a:pt x="17281" y="15279"/>
                      <a:pt x="16975" y="15204"/>
                      <a:pt x="16803" y="14986"/>
                    </a:cubicBezTo>
                    <a:cubicBezTo>
                      <a:pt x="16673" y="14823"/>
                      <a:pt x="16673" y="14695"/>
                      <a:pt x="16606" y="14514"/>
                    </a:cubicBezTo>
                    <a:cubicBezTo>
                      <a:pt x="16565" y="14405"/>
                      <a:pt x="16475" y="14352"/>
                      <a:pt x="16456" y="14224"/>
                    </a:cubicBezTo>
                    <a:cubicBezTo>
                      <a:pt x="16326" y="14333"/>
                      <a:pt x="16304" y="14424"/>
                      <a:pt x="16195" y="14552"/>
                    </a:cubicBezTo>
                    <a:cubicBezTo>
                      <a:pt x="16020" y="14733"/>
                      <a:pt x="15957" y="14877"/>
                      <a:pt x="15934" y="15114"/>
                    </a:cubicBezTo>
                    <a:cubicBezTo>
                      <a:pt x="15934" y="15314"/>
                      <a:pt x="15848" y="15423"/>
                      <a:pt x="15804" y="15604"/>
                    </a:cubicBezTo>
                    <a:cubicBezTo>
                      <a:pt x="15804" y="15694"/>
                      <a:pt x="15759" y="15732"/>
                      <a:pt x="15759" y="15804"/>
                    </a:cubicBezTo>
                    <a:cubicBezTo>
                      <a:pt x="15737" y="15913"/>
                      <a:pt x="15718" y="16022"/>
                      <a:pt x="15587" y="16022"/>
                    </a:cubicBezTo>
                    <a:cubicBezTo>
                      <a:pt x="15457" y="16022"/>
                      <a:pt x="15390" y="15969"/>
                      <a:pt x="15259" y="15969"/>
                    </a:cubicBezTo>
                    <a:cubicBezTo>
                      <a:pt x="14804" y="15969"/>
                      <a:pt x="14632" y="16331"/>
                      <a:pt x="14174" y="16331"/>
                    </a:cubicBezTo>
                    <a:cubicBezTo>
                      <a:pt x="14110" y="16331"/>
                      <a:pt x="14110" y="16331"/>
                      <a:pt x="14110" y="16331"/>
                    </a:cubicBezTo>
                    <a:cubicBezTo>
                      <a:pt x="14110" y="16259"/>
                      <a:pt x="14110" y="16259"/>
                      <a:pt x="14110" y="16259"/>
                    </a:cubicBezTo>
                    <a:cubicBezTo>
                      <a:pt x="14110" y="16150"/>
                      <a:pt x="14196" y="16094"/>
                      <a:pt x="14241" y="16003"/>
                    </a:cubicBezTo>
                    <a:cubicBezTo>
                      <a:pt x="14304" y="15878"/>
                      <a:pt x="14260" y="15751"/>
                      <a:pt x="14412" y="15694"/>
                    </a:cubicBezTo>
                    <a:cubicBezTo>
                      <a:pt x="14502" y="15660"/>
                      <a:pt x="14588" y="15660"/>
                      <a:pt x="14696" y="15660"/>
                    </a:cubicBezTo>
                    <a:cubicBezTo>
                      <a:pt x="14957" y="15660"/>
                      <a:pt x="14957" y="15660"/>
                      <a:pt x="14957" y="15660"/>
                    </a:cubicBezTo>
                    <a:cubicBezTo>
                      <a:pt x="15240" y="15660"/>
                      <a:pt x="15282" y="15370"/>
                      <a:pt x="15282" y="15132"/>
                    </a:cubicBezTo>
                    <a:cubicBezTo>
                      <a:pt x="15282" y="14986"/>
                      <a:pt x="15240" y="14895"/>
                      <a:pt x="15196" y="14752"/>
                    </a:cubicBezTo>
                    <a:cubicBezTo>
                      <a:pt x="15304" y="14386"/>
                      <a:pt x="15304" y="14386"/>
                      <a:pt x="15304" y="14386"/>
                    </a:cubicBezTo>
                    <a:cubicBezTo>
                      <a:pt x="15304" y="14352"/>
                      <a:pt x="15259" y="14315"/>
                      <a:pt x="15259" y="14277"/>
                    </a:cubicBezTo>
                    <a:cubicBezTo>
                      <a:pt x="15259" y="14149"/>
                      <a:pt x="15412" y="14134"/>
                      <a:pt x="15412" y="14006"/>
                    </a:cubicBezTo>
                    <a:cubicBezTo>
                      <a:pt x="15412" y="13987"/>
                      <a:pt x="15367" y="13987"/>
                      <a:pt x="15367" y="13949"/>
                    </a:cubicBezTo>
                    <a:cubicBezTo>
                      <a:pt x="15367" y="13859"/>
                      <a:pt x="15543" y="13843"/>
                      <a:pt x="15543" y="13753"/>
                    </a:cubicBezTo>
                    <a:cubicBezTo>
                      <a:pt x="15543" y="13715"/>
                      <a:pt x="15498" y="13715"/>
                      <a:pt x="15457" y="13697"/>
                    </a:cubicBezTo>
                    <a:cubicBezTo>
                      <a:pt x="15543" y="13587"/>
                      <a:pt x="15651" y="13550"/>
                      <a:pt x="15781" y="13459"/>
                    </a:cubicBezTo>
                    <a:cubicBezTo>
                      <a:pt x="15867" y="13406"/>
                      <a:pt x="15867" y="13316"/>
                      <a:pt x="15957" y="13278"/>
                    </a:cubicBezTo>
                    <a:cubicBezTo>
                      <a:pt x="16020" y="13260"/>
                      <a:pt x="16106" y="13225"/>
                      <a:pt x="16106" y="13169"/>
                    </a:cubicBezTo>
                    <a:cubicBezTo>
                      <a:pt x="16106" y="12969"/>
                      <a:pt x="15889" y="12879"/>
                      <a:pt x="15889" y="12679"/>
                    </a:cubicBezTo>
                    <a:cubicBezTo>
                      <a:pt x="15889" y="12623"/>
                      <a:pt x="15912" y="12623"/>
                      <a:pt x="15912" y="12570"/>
                    </a:cubicBezTo>
                    <a:cubicBezTo>
                      <a:pt x="15912" y="12551"/>
                      <a:pt x="15889" y="12551"/>
                      <a:pt x="15889" y="12532"/>
                    </a:cubicBezTo>
                    <a:cubicBezTo>
                      <a:pt x="15889" y="12517"/>
                      <a:pt x="15889" y="12517"/>
                      <a:pt x="15912" y="12498"/>
                    </a:cubicBezTo>
                    <a:cubicBezTo>
                      <a:pt x="15998" y="12498"/>
                      <a:pt x="16042" y="12423"/>
                      <a:pt x="16151" y="12423"/>
                    </a:cubicBezTo>
                    <a:cubicBezTo>
                      <a:pt x="16173" y="12423"/>
                      <a:pt x="16195" y="12461"/>
                      <a:pt x="16218" y="12461"/>
                    </a:cubicBezTo>
                    <a:cubicBezTo>
                      <a:pt x="16236" y="12461"/>
                      <a:pt x="16259" y="12442"/>
                      <a:pt x="16259" y="12442"/>
                    </a:cubicBezTo>
                    <a:cubicBezTo>
                      <a:pt x="16259" y="12370"/>
                      <a:pt x="16259" y="12370"/>
                      <a:pt x="16259" y="12370"/>
                    </a:cubicBezTo>
                    <a:cubicBezTo>
                      <a:pt x="16259" y="12261"/>
                      <a:pt x="16128" y="12226"/>
                      <a:pt x="16087" y="12114"/>
                    </a:cubicBezTo>
                    <a:cubicBezTo>
                      <a:pt x="15934" y="11789"/>
                      <a:pt x="16042" y="11515"/>
                      <a:pt x="15759" y="11262"/>
                    </a:cubicBezTo>
                    <a:cubicBezTo>
                      <a:pt x="15737" y="11371"/>
                      <a:pt x="15718" y="11443"/>
                      <a:pt x="15718" y="11552"/>
                    </a:cubicBezTo>
                    <a:cubicBezTo>
                      <a:pt x="15718" y="11662"/>
                      <a:pt x="15759" y="11718"/>
                      <a:pt x="15759" y="11808"/>
                    </a:cubicBezTo>
                    <a:cubicBezTo>
                      <a:pt x="15759" y="11914"/>
                      <a:pt x="15781" y="12024"/>
                      <a:pt x="15673" y="12080"/>
                    </a:cubicBezTo>
                    <a:cubicBezTo>
                      <a:pt x="15610" y="12133"/>
                      <a:pt x="15520" y="12080"/>
                      <a:pt x="15434" y="12098"/>
                    </a:cubicBezTo>
                    <a:cubicBezTo>
                      <a:pt x="15349" y="12152"/>
                      <a:pt x="15390" y="12261"/>
                      <a:pt x="15304" y="12317"/>
                    </a:cubicBezTo>
                    <a:cubicBezTo>
                      <a:pt x="15259" y="12333"/>
                      <a:pt x="15196" y="12317"/>
                      <a:pt x="15151" y="12351"/>
                    </a:cubicBezTo>
                    <a:cubicBezTo>
                      <a:pt x="15110" y="12408"/>
                      <a:pt x="15129" y="12461"/>
                      <a:pt x="15129" y="12532"/>
                    </a:cubicBezTo>
                    <a:cubicBezTo>
                      <a:pt x="15110" y="12570"/>
                      <a:pt x="15065" y="12607"/>
                      <a:pt x="15043" y="12642"/>
                    </a:cubicBezTo>
                    <a:cubicBezTo>
                      <a:pt x="15020" y="12751"/>
                      <a:pt x="15088" y="12807"/>
                      <a:pt x="15043" y="12898"/>
                    </a:cubicBezTo>
                    <a:cubicBezTo>
                      <a:pt x="14979" y="12969"/>
                      <a:pt x="14912" y="12988"/>
                      <a:pt x="14890" y="13060"/>
                    </a:cubicBezTo>
                    <a:cubicBezTo>
                      <a:pt x="14804" y="13244"/>
                      <a:pt x="14759" y="13441"/>
                      <a:pt x="14521" y="13441"/>
                    </a:cubicBezTo>
                    <a:cubicBezTo>
                      <a:pt x="14412" y="13441"/>
                      <a:pt x="14349" y="13425"/>
                      <a:pt x="14218" y="13425"/>
                    </a:cubicBezTo>
                    <a:cubicBezTo>
                      <a:pt x="14151" y="13425"/>
                      <a:pt x="14151" y="13478"/>
                      <a:pt x="14110" y="13534"/>
                    </a:cubicBezTo>
                    <a:cubicBezTo>
                      <a:pt x="14066" y="13587"/>
                      <a:pt x="14002" y="13625"/>
                      <a:pt x="13935" y="13678"/>
                    </a:cubicBezTo>
                    <a:cubicBezTo>
                      <a:pt x="13849" y="13734"/>
                      <a:pt x="13786" y="13715"/>
                      <a:pt x="13674" y="13753"/>
                    </a:cubicBezTo>
                    <a:cubicBezTo>
                      <a:pt x="13525" y="13806"/>
                      <a:pt x="13480" y="13896"/>
                      <a:pt x="13327" y="13987"/>
                    </a:cubicBezTo>
                    <a:cubicBezTo>
                      <a:pt x="13155" y="14115"/>
                      <a:pt x="13155" y="14262"/>
                      <a:pt x="13025" y="14443"/>
                    </a:cubicBezTo>
                    <a:cubicBezTo>
                      <a:pt x="12958" y="14568"/>
                      <a:pt x="12741" y="14568"/>
                      <a:pt x="12741" y="14714"/>
                    </a:cubicBezTo>
                    <a:cubicBezTo>
                      <a:pt x="12741" y="14752"/>
                      <a:pt x="12764" y="14770"/>
                      <a:pt x="12764" y="14805"/>
                    </a:cubicBezTo>
                    <a:cubicBezTo>
                      <a:pt x="12764" y="14914"/>
                      <a:pt x="12611" y="14895"/>
                      <a:pt x="12525" y="14951"/>
                    </a:cubicBezTo>
                    <a:cubicBezTo>
                      <a:pt x="12372" y="15023"/>
                      <a:pt x="12309" y="15132"/>
                      <a:pt x="12309" y="15260"/>
                    </a:cubicBezTo>
                    <a:cubicBezTo>
                      <a:pt x="12309" y="15279"/>
                      <a:pt x="12327" y="15279"/>
                      <a:pt x="12327" y="15295"/>
                    </a:cubicBezTo>
                    <a:cubicBezTo>
                      <a:pt x="12327" y="15351"/>
                      <a:pt x="12242" y="15370"/>
                      <a:pt x="12242" y="15423"/>
                    </a:cubicBezTo>
                    <a:cubicBezTo>
                      <a:pt x="12242" y="15460"/>
                      <a:pt x="12264" y="15460"/>
                      <a:pt x="12264" y="15495"/>
                    </a:cubicBezTo>
                    <a:cubicBezTo>
                      <a:pt x="12350" y="15476"/>
                      <a:pt x="12417" y="15476"/>
                      <a:pt x="12480" y="15423"/>
                    </a:cubicBezTo>
                    <a:cubicBezTo>
                      <a:pt x="12458" y="15532"/>
                      <a:pt x="12436" y="15604"/>
                      <a:pt x="12436" y="15694"/>
                    </a:cubicBezTo>
                    <a:cubicBezTo>
                      <a:pt x="12286" y="15604"/>
                      <a:pt x="12201" y="15513"/>
                      <a:pt x="12003" y="15513"/>
                    </a:cubicBezTo>
                    <a:cubicBezTo>
                      <a:pt x="11939" y="15513"/>
                      <a:pt x="11939" y="15623"/>
                      <a:pt x="11917" y="15694"/>
                    </a:cubicBezTo>
                    <a:cubicBezTo>
                      <a:pt x="11895" y="15676"/>
                      <a:pt x="11895" y="15676"/>
                      <a:pt x="11895" y="15676"/>
                    </a:cubicBezTo>
                    <a:cubicBezTo>
                      <a:pt x="11809" y="15532"/>
                      <a:pt x="11809" y="15423"/>
                      <a:pt x="11678" y="15314"/>
                    </a:cubicBezTo>
                    <a:cubicBezTo>
                      <a:pt x="11134" y="14861"/>
                      <a:pt x="11373" y="15151"/>
                      <a:pt x="11593" y="15151"/>
                    </a:cubicBezTo>
                    <a:cubicBezTo>
                      <a:pt x="11634" y="15151"/>
                      <a:pt x="11634" y="15151"/>
                      <a:pt x="11634" y="15151"/>
                    </a:cubicBezTo>
                    <a:cubicBezTo>
                      <a:pt x="11634" y="15061"/>
                      <a:pt x="11634" y="15061"/>
                      <a:pt x="11634" y="15061"/>
                    </a:cubicBezTo>
                    <a:cubicBezTo>
                      <a:pt x="11462" y="14677"/>
                      <a:pt x="11462" y="14677"/>
                      <a:pt x="11462" y="14677"/>
                    </a:cubicBezTo>
                    <a:cubicBezTo>
                      <a:pt x="11462" y="14568"/>
                      <a:pt x="11481" y="14496"/>
                      <a:pt x="11417" y="14405"/>
                    </a:cubicBezTo>
                    <a:cubicBezTo>
                      <a:pt x="11373" y="14333"/>
                      <a:pt x="11287" y="14315"/>
                      <a:pt x="11287" y="14224"/>
                    </a:cubicBezTo>
                    <a:cubicBezTo>
                      <a:pt x="11287" y="14205"/>
                      <a:pt x="11309" y="14187"/>
                      <a:pt x="11309" y="14149"/>
                    </a:cubicBezTo>
                    <a:cubicBezTo>
                      <a:pt x="11309" y="14059"/>
                      <a:pt x="11242" y="14024"/>
                      <a:pt x="11220" y="13934"/>
                    </a:cubicBezTo>
                    <a:cubicBezTo>
                      <a:pt x="11179" y="13843"/>
                      <a:pt x="11179" y="13753"/>
                      <a:pt x="11070" y="13697"/>
                    </a:cubicBezTo>
                    <a:cubicBezTo>
                      <a:pt x="10940" y="13640"/>
                      <a:pt x="10854" y="13606"/>
                      <a:pt x="10787" y="13497"/>
                    </a:cubicBezTo>
                    <a:cubicBezTo>
                      <a:pt x="10701" y="13388"/>
                      <a:pt x="10612" y="13350"/>
                      <a:pt x="10571" y="13244"/>
                    </a:cubicBezTo>
                    <a:cubicBezTo>
                      <a:pt x="10485" y="13041"/>
                      <a:pt x="10548" y="12916"/>
                      <a:pt x="10462" y="12735"/>
                    </a:cubicBezTo>
                    <a:cubicBezTo>
                      <a:pt x="10418" y="12642"/>
                      <a:pt x="10265" y="12642"/>
                      <a:pt x="10265" y="12551"/>
                    </a:cubicBezTo>
                    <a:cubicBezTo>
                      <a:pt x="10265" y="12532"/>
                      <a:pt x="10287" y="12517"/>
                      <a:pt x="10287" y="12498"/>
                    </a:cubicBezTo>
                    <a:cubicBezTo>
                      <a:pt x="10287" y="12333"/>
                      <a:pt x="9963" y="12423"/>
                      <a:pt x="9769" y="12389"/>
                    </a:cubicBezTo>
                    <a:cubicBezTo>
                      <a:pt x="9549" y="12370"/>
                      <a:pt x="9508" y="12152"/>
                      <a:pt x="9310" y="12152"/>
                    </a:cubicBezTo>
                    <a:cubicBezTo>
                      <a:pt x="9310" y="12080"/>
                      <a:pt x="9310" y="12080"/>
                      <a:pt x="9310" y="12080"/>
                    </a:cubicBezTo>
                    <a:cubicBezTo>
                      <a:pt x="9310" y="12061"/>
                      <a:pt x="9332" y="12042"/>
                      <a:pt x="9332" y="12008"/>
                    </a:cubicBezTo>
                    <a:cubicBezTo>
                      <a:pt x="9332" y="11933"/>
                      <a:pt x="9224" y="11952"/>
                      <a:pt x="9138" y="11914"/>
                    </a:cubicBezTo>
                    <a:cubicBezTo>
                      <a:pt x="9246" y="11861"/>
                      <a:pt x="9224" y="11789"/>
                      <a:pt x="9288" y="11699"/>
                    </a:cubicBezTo>
                    <a:cubicBezTo>
                      <a:pt x="9355" y="11718"/>
                      <a:pt x="9355" y="11752"/>
                      <a:pt x="9377" y="11808"/>
                    </a:cubicBezTo>
                    <a:cubicBezTo>
                      <a:pt x="9440" y="11718"/>
                      <a:pt x="9526" y="11680"/>
                      <a:pt x="9526" y="11571"/>
                    </a:cubicBezTo>
                    <a:cubicBezTo>
                      <a:pt x="9526" y="11371"/>
                      <a:pt x="9463" y="11153"/>
                      <a:pt x="9224" y="11153"/>
                    </a:cubicBezTo>
                    <a:cubicBezTo>
                      <a:pt x="9008" y="11153"/>
                      <a:pt x="8941" y="11281"/>
                      <a:pt x="8747" y="11315"/>
                    </a:cubicBezTo>
                    <a:cubicBezTo>
                      <a:pt x="8724" y="11299"/>
                      <a:pt x="8702" y="11299"/>
                      <a:pt x="8702" y="11281"/>
                    </a:cubicBezTo>
                    <a:cubicBezTo>
                      <a:pt x="8702" y="11243"/>
                      <a:pt x="8769" y="11225"/>
                      <a:pt x="8769" y="11190"/>
                    </a:cubicBezTo>
                    <a:cubicBezTo>
                      <a:pt x="8769" y="11153"/>
                      <a:pt x="8747" y="11153"/>
                      <a:pt x="8747" y="11115"/>
                    </a:cubicBezTo>
                    <a:cubicBezTo>
                      <a:pt x="8788" y="11134"/>
                      <a:pt x="8810" y="11153"/>
                      <a:pt x="8855" y="11171"/>
                    </a:cubicBezTo>
                    <a:cubicBezTo>
                      <a:pt x="8896" y="11153"/>
                      <a:pt x="8896" y="11153"/>
                      <a:pt x="8896" y="11153"/>
                    </a:cubicBezTo>
                    <a:cubicBezTo>
                      <a:pt x="8832" y="10934"/>
                      <a:pt x="8616" y="10881"/>
                      <a:pt x="8463" y="10700"/>
                    </a:cubicBezTo>
                    <a:cubicBezTo>
                      <a:pt x="8400" y="10625"/>
                      <a:pt x="8377" y="10516"/>
                      <a:pt x="8269" y="10516"/>
                    </a:cubicBezTo>
                    <a:cubicBezTo>
                      <a:pt x="8202" y="10516"/>
                      <a:pt x="8202" y="10606"/>
                      <a:pt x="8139" y="10606"/>
                    </a:cubicBezTo>
                    <a:cubicBezTo>
                      <a:pt x="8094" y="10606"/>
                      <a:pt x="8072" y="10588"/>
                      <a:pt x="8031" y="10553"/>
                    </a:cubicBezTo>
                    <a:cubicBezTo>
                      <a:pt x="7922" y="10606"/>
                      <a:pt x="7878" y="10716"/>
                      <a:pt x="7747" y="10716"/>
                    </a:cubicBezTo>
                    <a:cubicBezTo>
                      <a:pt x="7557" y="10716"/>
                      <a:pt x="7467" y="10625"/>
                      <a:pt x="7296" y="10535"/>
                    </a:cubicBezTo>
                    <a:cubicBezTo>
                      <a:pt x="7229" y="10497"/>
                      <a:pt x="7165" y="10516"/>
                      <a:pt x="7098" y="10482"/>
                    </a:cubicBezTo>
                    <a:cubicBezTo>
                      <a:pt x="6818" y="10335"/>
                      <a:pt x="6643" y="10207"/>
                      <a:pt x="6318" y="10207"/>
                    </a:cubicBezTo>
                    <a:cubicBezTo>
                      <a:pt x="6210" y="10207"/>
                      <a:pt x="6166" y="10297"/>
                      <a:pt x="6080" y="10354"/>
                    </a:cubicBezTo>
                    <a:cubicBezTo>
                      <a:pt x="5949" y="10388"/>
                      <a:pt x="5841" y="10388"/>
                      <a:pt x="5711" y="10407"/>
                    </a:cubicBezTo>
                    <a:cubicBezTo>
                      <a:pt x="5688" y="10135"/>
                      <a:pt x="5341" y="10116"/>
                      <a:pt x="5103" y="9917"/>
                    </a:cubicBezTo>
                    <a:cubicBezTo>
                      <a:pt x="4864" y="9773"/>
                      <a:pt x="4689" y="9717"/>
                      <a:pt x="4427" y="9589"/>
                    </a:cubicBezTo>
                    <a:cubicBezTo>
                      <a:pt x="4233" y="9498"/>
                      <a:pt x="4148" y="9389"/>
                      <a:pt x="3928" y="9389"/>
                    </a:cubicBezTo>
                    <a:cubicBezTo>
                      <a:pt x="3801" y="9389"/>
                      <a:pt x="3734" y="9480"/>
                      <a:pt x="3625" y="9536"/>
                    </a:cubicBezTo>
                    <a:cubicBezTo>
                      <a:pt x="3450" y="9608"/>
                      <a:pt x="3320" y="9645"/>
                      <a:pt x="3103" y="9645"/>
                    </a:cubicBezTo>
                    <a:cubicBezTo>
                      <a:pt x="2909" y="9645"/>
                      <a:pt x="2801" y="9626"/>
                      <a:pt x="2585" y="9626"/>
                    </a:cubicBezTo>
                    <a:cubicBezTo>
                      <a:pt x="2410" y="9626"/>
                      <a:pt x="2324" y="9645"/>
                      <a:pt x="2148" y="9645"/>
                    </a:cubicBezTo>
                    <a:cubicBezTo>
                      <a:pt x="1347" y="9645"/>
                      <a:pt x="1347" y="9645"/>
                      <a:pt x="1347" y="9645"/>
                    </a:cubicBezTo>
                    <a:cubicBezTo>
                      <a:pt x="239" y="9826"/>
                      <a:pt x="239" y="9826"/>
                      <a:pt x="239" y="9826"/>
                    </a:cubicBezTo>
                    <a:cubicBezTo>
                      <a:pt x="19" y="9826"/>
                      <a:pt x="19" y="9826"/>
                      <a:pt x="19" y="9826"/>
                    </a:cubicBezTo>
                    <a:lnTo>
                      <a:pt x="0" y="9826"/>
                    </a:ln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22860" tIns="22860" rIns="22860" bIns="22860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200" cap="none" spc="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600"/>
              </a:p>
            </p:txBody>
          </p:sp>
          <p:sp>
            <p:nvSpPr>
              <p:cNvPr id="660" name="Shape">
                <a:extLst>
                  <a:ext uri="{FF2B5EF4-FFF2-40B4-BE49-F238E27FC236}">
                    <a16:creationId xmlns:a16="http://schemas.microsoft.com/office/drawing/2014/main" id="{B15ED3DA-5857-46DF-9914-C6CA08E80499}"/>
                  </a:ext>
                </a:extLst>
              </p:cNvPr>
              <p:cNvSpPr/>
              <p:nvPr/>
            </p:nvSpPr>
            <p:spPr>
              <a:xfrm>
                <a:off x="10269438" y="2504479"/>
                <a:ext cx="355318" cy="2521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334" y="18571"/>
                    </a:moveTo>
                    <a:cubicBezTo>
                      <a:pt x="10219" y="18613"/>
                      <a:pt x="10159" y="18739"/>
                      <a:pt x="10104" y="18859"/>
                    </a:cubicBezTo>
                    <a:cubicBezTo>
                      <a:pt x="10189" y="18859"/>
                      <a:pt x="10249" y="18859"/>
                      <a:pt x="10364" y="18859"/>
                    </a:cubicBezTo>
                    <a:cubicBezTo>
                      <a:pt x="10364" y="18781"/>
                      <a:pt x="10334" y="18697"/>
                      <a:pt x="10334" y="18571"/>
                    </a:cubicBezTo>
                    <a:close/>
                    <a:moveTo>
                      <a:pt x="0" y="16975"/>
                    </a:moveTo>
                    <a:cubicBezTo>
                      <a:pt x="30" y="35"/>
                      <a:pt x="30" y="35"/>
                      <a:pt x="30" y="35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349" y="162"/>
                      <a:pt x="494" y="119"/>
                      <a:pt x="723" y="239"/>
                    </a:cubicBezTo>
                    <a:cubicBezTo>
                      <a:pt x="1017" y="408"/>
                      <a:pt x="1102" y="731"/>
                      <a:pt x="1421" y="731"/>
                    </a:cubicBezTo>
                    <a:cubicBezTo>
                      <a:pt x="1596" y="731"/>
                      <a:pt x="1566" y="281"/>
                      <a:pt x="1741" y="281"/>
                    </a:cubicBezTo>
                    <a:cubicBezTo>
                      <a:pt x="1915" y="281"/>
                      <a:pt x="2030" y="408"/>
                      <a:pt x="2204" y="408"/>
                    </a:cubicBezTo>
                    <a:cubicBezTo>
                      <a:pt x="2324" y="408"/>
                      <a:pt x="2379" y="366"/>
                      <a:pt x="2499" y="366"/>
                    </a:cubicBezTo>
                    <a:cubicBezTo>
                      <a:pt x="2728" y="366"/>
                      <a:pt x="2843" y="654"/>
                      <a:pt x="2987" y="935"/>
                    </a:cubicBezTo>
                    <a:cubicBezTo>
                      <a:pt x="3017" y="1019"/>
                      <a:pt x="3047" y="1104"/>
                      <a:pt x="3107" y="1181"/>
                    </a:cubicBezTo>
                    <a:cubicBezTo>
                      <a:pt x="3222" y="1307"/>
                      <a:pt x="3456" y="1181"/>
                      <a:pt x="3456" y="1385"/>
                    </a:cubicBezTo>
                    <a:cubicBezTo>
                      <a:pt x="3456" y="1553"/>
                      <a:pt x="3396" y="1673"/>
                      <a:pt x="3396" y="1877"/>
                    </a:cubicBezTo>
                    <a:cubicBezTo>
                      <a:pt x="3396" y="2081"/>
                      <a:pt x="3511" y="2165"/>
                      <a:pt x="3571" y="2327"/>
                    </a:cubicBezTo>
                    <a:cubicBezTo>
                      <a:pt x="3686" y="2699"/>
                      <a:pt x="3716" y="3107"/>
                      <a:pt x="3975" y="3107"/>
                    </a:cubicBezTo>
                    <a:cubicBezTo>
                      <a:pt x="4149" y="3107"/>
                      <a:pt x="4179" y="2783"/>
                      <a:pt x="4179" y="2530"/>
                    </a:cubicBezTo>
                    <a:cubicBezTo>
                      <a:pt x="4209" y="2327"/>
                      <a:pt x="4354" y="2291"/>
                      <a:pt x="4384" y="2081"/>
                    </a:cubicBezTo>
                    <a:cubicBezTo>
                      <a:pt x="4499" y="2573"/>
                      <a:pt x="4848" y="2615"/>
                      <a:pt x="5167" y="2741"/>
                    </a:cubicBezTo>
                    <a:cubicBezTo>
                      <a:pt x="5426" y="2819"/>
                      <a:pt x="5516" y="3022"/>
                      <a:pt x="5750" y="3149"/>
                    </a:cubicBezTo>
                    <a:cubicBezTo>
                      <a:pt x="5720" y="3353"/>
                      <a:pt x="5631" y="3437"/>
                      <a:pt x="5631" y="3641"/>
                    </a:cubicBezTo>
                    <a:cubicBezTo>
                      <a:pt x="5631" y="4049"/>
                      <a:pt x="5631" y="4372"/>
                      <a:pt x="5835" y="4660"/>
                    </a:cubicBezTo>
                    <a:cubicBezTo>
                      <a:pt x="5980" y="4864"/>
                      <a:pt x="6269" y="4822"/>
                      <a:pt x="6269" y="5110"/>
                    </a:cubicBezTo>
                    <a:cubicBezTo>
                      <a:pt x="6269" y="5398"/>
                      <a:pt x="6269" y="5398"/>
                      <a:pt x="6269" y="5398"/>
                    </a:cubicBezTo>
                    <a:cubicBezTo>
                      <a:pt x="6269" y="5602"/>
                      <a:pt x="6474" y="5560"/>
                      <a:pt x="6588" y="5602"/>
                    </a:cubicBezTo>
                    <a:cubicBezTo>
                      <a:pt x="6793" y="5686"/>
                      <a:pt x="6877" y="5890"/>
                      <a:pt x="7052" y="6052"/>
                    </a:cubicBezTo>
                    <a:cubicBezTo>
                      <a:pt x="7376" y="6340"/>
                      <a:pt x="7606" y="6460"/>
                      <a:pt x="7780" y="6909"/>
                    </a:cubicBezTo>
                    <a:cubicBezTo>
                      <a:pt x="7840" y="7078"/>
                      <a:pt x="7955" y="7078"/>
                      <a:pt x="8040" y="7198"/>
                    </a:cubicBezTo>
                    <a:cubicBezTo>
                      <a:pt x="8214" y="7605"/>
                      <a:pt x="8304" y="7894"/>
                      <a:pt x="8593" y="8182"/>
                    </a:cubicBezTo>
                    <a:cubicBezTo>
                      <a:pt x="8798" y="8428"/>
                      <a:pt x="8912" y="8716"/>
                      <a:pt x="9202" y="8716"/>
                    </a:cubicBezTo>
                    <a:cubicBezTo>
                      <a:pt x="9261" y="8716"/>
                      <a:pt x="9261" y="8632"/>
                      <a:pt x="9316" y="8589"/>
                    </a:cubicBezTo>
                    <a:cubicBezTo>
                      <a:pt x="9436" y="8547"/>
                      <a:pt x="9521" y="8589"/>
                      <a:pt x="9640" y="8547"/>
                    </a:cubicBezTo>
                    <a:cubicBezTo>
                      <a:pt x="9611" y="8386"/>
                      <a:pt x="9551" y="8343"/>
                      <a:pt x="9551" y="8182"/>
                    </a:cubicBezTo>
                    <a:cubicBezTo>
                      <a:pt x="9551" y="7851"/>
                      <a:pt x="9785" y="7605"/>
                      <a:pt x="10014" y="7605"/>
                    </a:cubicBezTo>
                    <a:cubicBezTo>
                      <a:pt x="10219" y="7605"/>
                      <a:pt x="10334" y="7690"/>
                      <a:pt x="10538" y="7690"/>
                    </a:cubicBezTo>
                    <a:cubicBezTo>
                      <a:pt x="10683" y="7690"/>
                      <a:pt x="10713" y="7528"/>
                      <a:pt x="10827" y="7528"/>
                    </a:cubicBezTo>
                    <a:cubicBezTo>
                      <a:pt x="11236" y="7528"/>
                      <a:pt x="11321" y="8182"/>
                      <a:pt x="11700" y="8182"/>
                    </a:cubicBezTo>
                    <a:cubicBezTo>
                      <a:pt x="11760" y="8182"/>
                      <a:pt x="11760" y="8097"/>
                      <a:pt x="11815" y="8097"/>
                    </a:cubicBezTo>
                    <a:cubicBezTo>
                      <a:pt x="11935" y="8097"/>
                      <a:pt x="11960" y="8224"/>
                      <a:pt x="12104" y="8224"/>
                    </a:cubicBezTo>
                    <a:cubicBezTo>
                      <a:pt x="12164" y="8224"/>
                      <a:pt x="12194" y="8182"/>
                      <a:pt x="12279" y="8182"/>
                    </a:cubicBezTo>
                    <a:cubicBezTo>
                      <a:pt x="12369" y="8182"/>
                      <a:pt x="12398" y="8301"/>
                      <a:pt x="12453" y="8343"/>
                    </a:cubicBezTo>
                    <a:cubicBezTo>
                      <a:pt x="12628" y="8428"/>
                      <a:pt x="12772" y="8386"/>
                      <a:pt x="12947" y="8386"/>
                    </a:cubicBezTo>
                    <a:cubicBezTo>
                      <a:pt x="13067" y="8386"/>
                      <a:pt x="13067" y="8386"/>
                      <a:pt x="13067" y="8386"/>
                    </a:cubicBezTo>
                    <a:cubicBezTo>
                      <a:pt x="13067" y="8224"/>
                      <a:pt x="13067" y="8224"/>
                      <a:pt x="13067" y="8224"/>
                    </a:cubicBezTo>
                    <a:cubicBezTo>
                      <a:pt x="13092" y="8182"/>
                      <a:pt x="13122" y="8140"/>
                      <a:pt x="13152" y="8140"/>
                    </a:cubicBezTo>
                    <a:cubicBezTo>
                      <a:pt x="13211" y="8140"/>
                      <a:pt x="13236" y="8182"/>
                      <a:pt x="13296" y="8182"/>
                    </a:cubicBezTo>
                    <a:cubicBezTo>
                      <a:pt x="13356" y="8182"/>
                      <a:pt x="13386" y="8182"/>
                      <a:pt x="13441" y="8182"/>
                    </a:cubicBezTo>
                    <a:cubicBezTo>
                      <a:pt x="13560" y="8182"/>
                      <a:pt x="13615" y="8343"/>
                      <a:pt x="13730" y="8386"/>
                    </a:cubicBezTo>
                    <a:cubicBezTo>
                      <a:pt x="14024" y="8547"/>
                      <a:pt x="14199" y="8716"/>
                      <a:pt x="14518" y="8716"/>
                    </a:cubicBezTo>
                    <a:cubicBezTo>
                      <a:pt x="14663" y="8716"/>
                      <a:pt x="14633" y="8343"/>
                      <a:pt x="14777" y="8301"/>
                    </a:cubicBezTo>
                    <a:cubicBezTo>
                      <a:pt x="15211" y="8140"/>
                      <a:pt x="15446" y="7978"/>
                      <a:pt x="15880" y="7978"/>
                    </a:cubicBezTo>
                    <a:cubicBezTo>
                      <a:pt x="16259" y="7978"/>
                      <a:pt x="16488" y="8055"/>
                      <a:pt x="16782" y="8386"/>
                    </a:cubicBezTo>
                    <a:cubicBezTo>
                      <a:pt x="17012" y="8589"/>
                      <a:pt x="16982" y="8955"/>
                      <a:pt x="16982" y="9370"/>
                    </a:cubicBezTo>
                    <a:cubicBezTo>
                      <a:pt x="16982" y="9735"/>
                      <a:pt x="16982" y="9735"/>
                      <a:pt x="16982" y="9735"/>
                    </a:cubicBezTo>
                    <a:cubicBezTo>
                      <a:pt x="16982" y="10311"/>
                      <a:pt x="17301" y="10515"/>
                      <a:pt x="17301" y="11085"/>
                    </a:cubicBezTo>
                    <a:cubicBezTo>
                      <a:pt x="17301" y="11211"/>
                      <a:pt x="17276" y="11246"/>
                      <a:pt x="17276" y="11373"/>
                    </a:cubicBezTo>
                    <a:cubicBezTo>
                      <a:pt x="17276" y="11577"/>
                      <a:pt x="17421" y="11619"/>
                      <a:pt x="17565" y="11696"/>
                    </a:cubicBezTo>
                    <a:cubicBezTo>
                      <a:pt x="17795" y="11823"/>
                      <a:pt x="17914" y="11984"/>
                      <a:pt x="18144" y="12111"/>
                    </a:cubicBezTo>
                    <a:cubicBezTo>
                      <a:pt x="21600" y="14564"/>
                      <a:pt x="21600" y="14564"/>
                      <a:pt x="21600" y="14564"/>
                    </a:cubicBezTo>
                    <a:cubicBezTo>
                      <a:pt x="21600" y="14648"/>
                      <a:pt x="21545" y="14768"/>
                      <a:pt x="21455" y="14768"/>
                    </a:cubicBezTo>
                    <a:cubicBezTo>
                      <a:pt x="21311" y="14768"/>
                      <a:pt x="21251" y="14606"/>
                      <a:pt x="21221" y="14445"/>
                    </a:cubicBezTo>
                    <a:cubicBezTo>
                      <a:pt x="21166" y="14480"/>
                      <a:pt x="21136" y="14522"/>
                      <a:pt x="21076" y="14522"/>
                    </a:cubicBezTo>
                    <a:cubicBezTo>
                      <a:pt x="20877" y="14276"/>
                      <a:pt x="20902" y="14318"/>
                      <a:pt x="21076" y="14810"/>
                    </a:cubicBezTo>
                    <a:cubicBezTo>
                      <a:pt x="21076" y="15344"/>
                      <a:pt x="20672" y="15422"/>
                      <a:pt x="20353" y="15625"/>
                    </a:cubicBezTo>
                    <a:cubicBezTo>
                      <a:pt x="20263" y="15625"/>
                      <a:pt x="20263" y="15625"/>
                      <a:pt x="20263" y="15625"/>
                    </a:cubicBezTo>
                    <a:cubicBezTo>
                      <a:pt x="20119" y="15668"/>
                      <a:pt x="20034" y="15710"/>
                      <a:pt x="19859" y="15710"/>
                    </a:cubicBezTo>
                    <a:cubicBezTo>
                      <a:pt x="19745" y="15710"/>
                      <a:pt x="19685" y="15625"/>
                      <a:pt x="19570" y="15625"/>
                    </a:cubicBezTo>
                    <a:cubicBezTo>
                      <a:pt x="19510" y="15625"/>
                      <a:pt x="19480" y="15710"/>
                      <a:pt x="19421" y="15710"/>
                    </a:cubicBezTo>
                    <a:cubicBezTo>
                      <a:pt x="19336" y="15710"/>
                      <a:pt x="19336" y="15625"/>
                      <a:pt x="19251" y="15625"/>
                    </a:cubicBezTo>
                    <a:cubicBezTo>
                      <a:pt x="18902" y="15625"/>
                      <a:pt x="18697" y="15829"/>
                      <a:pt x="18318" y="15829"/>
                    </a:cubicBezTo>
                    <a:cubicBezTo>
                      <a:pt x="18204" y="15829"/>
                      <a:pt x="18114" y="15829"/>
                      <a:pt x="18059" y="15710"/>
                    </a:cubicBezTo>
                    <a:cubicBezTo>
                      <a:pt x="17969" y="15871"/>
                      <a:pt x="17825" y="15829"/>
                      <a:pt x="17650" y="15871"/>
                    </a:cubicBezTo>
                    <a:cubicBezTo>
                      <a:pt x="17505" y="15914"/>
                      <a:pt x="17421" y="15998"/>
                      <a:pt x="17276" y="15998"/>
                    </a:cubicBezTo>
                    <a:cubicBezTo>
                      <a:pt x="17216" y="15998"/>
                      <a:pt x="17216" y="15871"/>
                      <a:pt x="17186" y="15794"/>
                    </a:cubicBezTo>
                    <a:cubicBezTo>
                      <a:pt x="17101" y="16075"/>
                      <a:pt x="16867" y="16117"/>
                      <a:pt x="16638" y="16117"/>
                    </a:cubicBezTo>
                    <a:cubicBezTo>
                      <a:pt x="16548" y="16117"/>
                      <a:pt x="16518" y="15914"/>
                      <a:pt x="16433" y="15914"/>
                    </a:cubicBezTo>
                    <a:cubicBezTo>
                      <a:pt x="16259" y="15914"/>
                      <a:pt x="16169" y="15956"/>
                      <a:pt x="15999" y="15998"/>
                    </a:cubicBezTo>
                    <a:cubicBezTo>
                      <a:pt x="15999" y="16040"/>
                      <a:pt x="15999" y="16075"/>
                      <a:pt x="15999" y="16117"/>
                    </a:cubicBezTo>
                    <a:cubicBezTo>
                      <a:pt x="15999" y="16279"/>
                      <a:pt x="16024" y="16406"/>
                      <a:pt x="16084" y="16532"/>
                    </a:cubicBezTo>
                    <a:cubicBezTo>
                      <a:pt x="15880" y="16694"/>
                      <a:pt x="15590" y="16694"/>
                      <a:pt x="15590" y="17017"/>
                    </a:cubicBezTo>
                    <a:cubicBezTo>
                      <a:pt x="15590" y="17059"/>
                      <a:pt x="15590" y="17059"/>
                      <a:pt x="15590" y="17101"/>
                    </a:cubicBezTo>
                    <a:cubicBezTo>
                      <a:pt x="15735" y="16975"/>
                      <a:pt x="15795" y="16898"/>
                      <a:pt x="15969" y="16855"/>
                    </a:cubicBezTo>
                    <a:cubicBezTo>
                      <a:pt x="15675" y="17263"/>
                      <a:pt x="15590" y="17551"/>
                      <a:pt x="15301" y="17959"/>
                    </a:cubicBezTo>
                    <a:cubicBezTo>
                      <a:pt x="15037" y="18332"/>
                      <a:pt x="14892" y="18535"/>
                      <a:pt x="14603" y="18859"/>
                    </a:cubicBezTo>
                    <a:cubicBezTo>
                      <a:pt x="14458" y="19027"/>
                      <a:pt x="14398" y="19147"/>
                      <a:pt x="14224" y="19231"/>
                    </a:cubicBezTo>
                    <a:cubicBezTo>
                      <a:pt x="13964" y="19351"/>
                      <a:pt x="13790" y="19266"/>
                      <a:pt x="13560" y="19393"/>
                    </a:cubicBezTo>
                    <a:cubicBezTo>
                      <a:pt x="13266" y="19555"/>
                      <a:pt x="13092" y="19716"/>
                      <a:pt x="12802" y="19716"/>
                    </a:cubicBezTo>
                    <a:cubicBezTo>
                      <a:pt x="12718" y="19716"/>
                      <a:pt x="12658" y="19716"/>
                      <a:pt x="12573" y="19716"/>
                    </a:cubicBezTo>
                    <a:cubicBezTo>
                      <a:pt x="12598" y="19927"/>
                      <a:pt x="12658" y="20047"/>
                      <a:pt x="12748" y="20250"/>
                    </a:cubicBezTo>
                    <a:cubicBezTo>
                      <a:pt x="12772" y="20377"/>
                      <a:pt x="12802" y="20539"/>
                      <a:pt x="12892" y="20539"/>
                    </a:cubicBezTo>
                    <a:cubicBezTo>
                      <a:pt x="13007" y="20539"/>
                      <a:pt x="13092" y="20454"/>
                      <a:pt x="13181" y="20377"/>
                    </a:cubicBezTo>
                    <a:cubicBezTo>
                      <a:pt x="13181" y="20412"/>
                      <a:pt x="13181" y="20454"/>
                      <a:pt x="13181" y="20496"/>
                    </a:cubicBezTo>
                    <a:cubicBezTo>
                      <a:pt x="13181" y="20946"/>
                      <a:pt x="13152" y="21192"/>
                      <a:pt x="13122" y="21600"/>
                    </a:cubicBezTo>
                    <a:cubicBezTo>
                      <a:pt x="12917" y="21523"/>
                      <a:pt x="12917" y="21234"/>
                      <a:pt x="12832" y="20946"/>
                    </a:cubicBezTo>
                    <a:cubicBezTo>
                      <a:pt x="12748" y="20700"/>
                      <a:pt x="12628" y="20581"/>
                      <a:pt x="12628" y="20293"/>
                    </a:cubicBezTo>
                    <a:cubicBezTo>
                      <a:pt x="12453" y="20250"/>
                      <a:pt x="12369" y="20131"/>
                      <a:pt x="12194" y="20131"/>
                    </a:cubicBezTo>
                    <a:cubicBezTo>
                      <a:pt x="12049" y="20131"/>
                      <a:pt x="12079" y="20412"/>
                      <a:pt x="12049" y="20623"/>
                    </a:cubicBezTo>
                    <a:cubicBezTo>
                      <a:pt x="11905" y="20412"/>
                      <a:pt x="11905" y="20250"/>
                      <a:pt x="11815" y="20004"/>
                    </a:cubicBezTo>
                    <a:cubicBezTo>
                      <a:pt x="11760" y="19927"/>
                      <a:pt x="11670" y="19885"/>
                      <a:pt x="11670" y="19758"/>
                    </a:cubicBezTo>
                    <a:cubicBezTo>
                      <a:pt x="11670" y="19681"/>
                      <a:pt x="11730" y="19681"/>
                      <a:pt x="11760" y="19639"/>
                    </a:cubicBezTo>
                    <a:cubicBezTo>
                      <a:pt x="11730" y="19512"/>
                      <a:pt x="11760" y="19351"/>
                      <a:pt x="11670" y="19351"/>
                    </a:cubicBezTo>
                    <a:cubicBezTo>
                      <a:pt x="11526" y="19351"/>
                      <a:pt x="11466" y="19512"/>
                      <a:pt x="11351" y="19555"/>
                    </a:cubicBezTo>
                    <a:cubicBezTo>
                      <a:pt x="11266" y="19597"/>
                      <a:pt x="11236" y="19597"/>
                      <a:pt x="11147" y="19597"/>
                    </a:cubicBezTo>
                    <a:cubicBezTo>
                      <a:pt x="11002" y="19597"/>
                      <a:pt x="11002" y="19393"/>
                      <a:pt x="10917" y="19189"/>
                    </a:cubicBezTo>
                    <a:cubicBezTo>
                      <a:pt x="10798" y="19027"/>
                      <a:pt x="10653" y="18943"/>
                      <a:pt x="10653" y="18697"/>
                    </a:cubicBezTo>
                    <a:cubicBezTo>
                      <a:pt x="10653" y="18613"/>
                      <a:pt x="10713" y="18535"/>
                      <a:pt x="10713" y="18451"/>
                    </a:cubicBezTo>
                    <a:cubicBezTo>
                      <a:pt x="10713" y="18409"/>
                      <a:pt x="10683" y="18409"/>
                      <a:pt x="10683" y="18367"/>
                    </a:cubicBezTo>
                    <a:cubicBezTo>
                      <a:pt x="10653" y="18367"/>
                      <a:pt x="10653" y="18367"/>
                      <a:pt x="10653" y="18367"/>
                    </a:cubicBezTo>
                    <a:cubicBezTo>
                      <a:pt x="10568" y="18367"/>
                      <a:pt x="10538" y="18409"/>
                      <a:pt x="10453" y="18409"/>
                    </a:cubicBezTo>
                    <a:cubicBezTo>
                      <a:pt x="10189" y="18367"/>
                      <a:pt x="10189" y="18367"/>
                      <a:pt x="10189" y="18367"/>
                    </a:cubicBezTo>
                    <a:cubicBezTo>
                      <a:pt x="10014" y="18367"/>
                      <a:pt x="9900" y="18367"/>
                      <a:pt x="9755" y="18535"/>
                    </a:cubicBezTo>
                    <a:cubicBezTo>
                      <a:pt x="9640" y="18613"/>
                      <a:pt x="9611" y="18781"/>
                      <a:pt x="9496" y="18781"/>
                    </a:cubicBezTo>
                    <a:cubicBezTo>
                      <a:pt x="9316" y="18781"/>
                      <a:pt x="9231" y="18571"/>
                      <a:pt x="9231" y="18367"/>
                    </a:cubicBezTo>
                    <a:cubicBezTo>
                      <a:pt x="9231" y="18121"/>
                      <a:pt x="9466" y="18205"/>
                      <a:pt x="9581" y="18043"/>
                    </a:cubicBezTo>
                    <a:cubicBezTo>
                      <a:pt x="9785" y="17755"/>
                      <a:pt x="9930" y="17551"/>
                      <a:pt x="9930" y="17144"/>
                    </a:cubicBezTo>
                    <a:cubicBezTo>
                      <a:pt x="9930" y="16813"/>
                      <a:pt x="9840" y="16652"/>
                      <a:pt x="9695" y="16406"/>
                    </a:cubicBezTo>
                    <a:cubicBezTo>
                      <a:pt x="9611" y="16244"/>
                      <a:pt x="9611" y="16040"/>
                      <a:pt x="9466" y="16040"/>
                    </a:cubicBezTo>
                    <a:cubicBezTo>
                      <a:pt x="9346" y="16040"/>
                      <a:pt x="9316" y="16202"/>
                      <a:pt x="9231" y="16321"/>
                    </a:cubicBezTo>
                    <a:cubicBezTo>
                      <a:pt x="9057" y="16490"/>
                      <a:pt x="8912" y="16532"/>
                      <a:pt x="8708" y="16736"/>
                    </a:cubicBezTo>
                    <a:cubicBezTo>
                      <a:pt x="8593" y="16813"/>
                      <a:pt x="8503" y="16898"/>
                      <a:pt x="8419" y="17017"/>
                    </a:cubicBezTo>
                    <a:cubicBezTo>
                      <a:pt x="8359" y="17144"/>
                      <a:pt x="8244" y="17144"/>
                      <a:pt x="8244" y="17263"/>
                    </a:cubicBezTo>
                    <a:cubicBezTo>
                      <a:pt x="8244" y="17425"/>
                      <a:pt x="8389" y="17509"/>
                      <a:pt x="8503" y="17509"/>
                    </a:cubicBezTo>
                    <a:cubicBezTo>
                      <a:pt x="8683" y="17509"/>
                      <a:pt x="8768" y="17347"/>
                      <a:pt x="8912" y="17221"/>
                    </a:cubicBezTo>
                    <a:cubicBezTo>
                      <a:pt x="8942" y="17263"/>
                      <a:pt x="8972" y="17305"/>
                      <a:pt x="8972" y="17347"/>
                    </a:cubicBezTo>
                    <a:cubicBezTo>
                      <a:pt x="8972" y="17678"/>
                      <a:pt x="8738" y="17713"/>
                      <a:pt x="8533" y="17840"/>
                    </a:cubicBezTo>
                    <a:cubicBezTo>
                      <a:pt x="8189" y="18121"/>
                      <a:pt x="7985" y="18332"/>
                      <a:pt x="7606" y="18571"/>
                    </a:cubicBezTo>
                    <a:cubicBezTo>
                      <a:pt x="7202" y="18859"/>
                      <a:pt x="7112" y="19266"/>
                      <a:pt x="6763" y="19639"/>
                    </a:cubicBezTo>
                    <a:cubicBezTo>
                      <a:pt x="6678" y="19716"/>
                      <a:pt x="6588" y="19716"/>
                      <a:pt x="6503" y="19801"/>
                    </a:cubicBezTo>
                    <a:cubicBezTo>
                      <a:pt x="6389" y="19969"/>
                      <a:pt x="6414" y="20335"/>
                      <a:pt x="6239" y="20335"/>
                    </a:cubicBezTo>
                    <a:cubicBezTo>
                      <a:pt x="5950" y="20335"/>
                      <a:pt x="5865" y="19885"/>
                      <a:pt x="5601" y="19885"/>
                    </a:cubicBezTo>
                    <a:cubicBezTo>
                      <a:pt x="5576" y="19885"/>
                      <a:pt x="5546" y="19969"/>
                      <a:pt x="5516" y="19969"/>
                    </a:cubicBezTo>
                    <a:cubicBezTo>
                      <a:pt x="5282" y="19969"/>
                      <a:pt x="5227" y="19639"/>
                      <a:pt x="4992" y="19477"/>
                    </a:cubicBezTo>
                    <a:cubicBezTo>
                      <a:pt x="4788" y="19351"/>
                      <a:pt x="4613" y="19393"/>
                      <a:pt x="4414" y="19189"/>
                    </a:cubicBezTo>
                    <a:cubicBezTo>
                      <a:pt x="4035" y="18781"/>
                      <a:pt x="3890" y="18247"/>
                      <a:pt x="3396" y="18247"/>
                    </a:cubicBezTo>
                    <a:cubicBezTo>
                      <a:pt x="3222" y="18247"/>
                      <a:pt x="3137" y="18409"/>
                      <a:pt x="2933" y="18409"/>
                    </a:cubicBezTo>
                    <a:cubicBezTo>
                      <a:pt x="2843" y="18409"/>
                      <a:pt x="2813" y="18289"/>
                      <a:pt x="2728" y="18205"/>
                    </a:cubicBezTo>
                    <a:cubicBezTo>
                      <a:pt x="2499" y="17959"/>
                      <a:pt x="2324" y="17797"/>
                      <a:pt x="2000" y="17797"/>
                    </a:cubicBezTo>
                    <a:cubicBezTo>
                      <a:pt x="1915" y="17797"/>
                      <a:pt x="1885" y="17882"/>
                      <a:pt x="1800" y="17917"/>
                    </a:cubicBezTo>
                    <a:cubicBezTo>
                      <a:pt x="1686" y="17959"/>
                      <a:pt x="1511" y="17917"/>
                      <a:pt x="1511" y="18086"/>
                    </a:cubicBezTo>
                    <a:cubicBezTo>
                      <a:pt x="1511" y="18163"/>
                      <a:pt x="1536" y="18205"/>
                      <a:pt x="1536" y="18289"/>
                    </a:cubicBezTo>
                    <a:cubicBezTo>
                      <a:pt x="1536" y="18409"/>
                      <a:pt x="1536" y="18409"/>
                      <a:pt x="1536" y="18409"/>
                    </a:cubicBezTo>
                    <a:cubicBezTo>
                      <a:pt x="1451" y="18409"/>
                      <a:pt x="1451" y="18409"/>
                      <a:pt x="1451" y="18409"/>
                    </a:cubicBezTo>
                    <a:cubicBezTo>
                      <a:pt x="1162" y="18247"/>
                      <a:pt x="1072" y="18001"/>
                      <a:pt x="843" y="17678"/>
                    </a:cubicBezTo>
                    <a:cubicBezTo>
                      <a:pt x="579" y="17263"/>
                      <a:pt x="349" y="17059"/>
                      <a:pt x="0" y="16975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22860" tIns="22860" rIns="22860" bIns="22860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200" cap="none" spc="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600"/>
              </a:p>
            </p:txBody>
          </p:sp>
          <p:sp>
            <p:nvSpPr>
              <p:cNvPr id="661" name="Shape">
                <a:extLst>
                  <a:ext uri="{FF2B5EF4-FFF2-40B4-BE49-F238E27FC236}">
                    <a16:creationId xmlns:a16="http://schemas.microsoft.com/office/drawing/2014/main" id="{684BE375-9B8A-4263-91C6-CAFEAF6E2F4B}"/>
                  </a:ext>
                </a:extLst>
              </p:cNvPr>
              <p:cNvSpPr/>
              <p:nvPr/>
            </p:nvSpPr>
            <p:spPr>
              <a:xfrm>
                <a:off x="10270162" y="2233025"/>
                <a:ext cx="497913" cy="4414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401" y="21600"/>
                    </a:moveTo>
                    <a:cubicBezTo>
                      <a:pt x="15422" y="21576"/>
                      <a:pt x="15422" y="21552"/>
                      <a:pt x="15422" y="21532"/>
                    </a:cubicBezTo>
                    <a:cubicBezTo>
                      <a:pt x="15422" y="21343"/>
                      <a:pt x="15422" y="21343"/>
                      <a:pt x="15422" y="21343"/>
                    </a:cubicBezTo>
                    <a:cubicBezTo>
                      <a:pt x="15422" y="21178"/>
                      <a:pt x="15465" y="21086"/>
                      <a:pt x="15465" y="20945"/>
                    </a:cubicBezTo>
                    <a:cubicBezTo>
                      <a:pt x="15465" y="20805"/>
                      <a:pt x="15443" y="20736"/>
                      <a:pt x="15443" y="20616"/>
                    </a:cubicBezTo>
                    <a:cubicBezTo>
                      <a:pt x="15361" y="20616"/>
                      <a:pt x="15361" y="20616"/>
                      <a:pt x="15361" y="20616"/>
                    </a:cubicBezTo>
                    <a:cubicBezTo>
                      <a:pt x="15319" y="20616"/>
                      <a:pt x="15319" y="20640"/>
                      <a:pt x="15276" y="20664"/>
                    </a:cubicBezTo>
                    <a:cubicBezTo>
                      <a:pt x="15276" y="20572"/>
                      <a:pt x="15276" y="20572"/>
                      <a:pt x="15276" y="20572"/>
                    </a:cubicBezTo>
                    <a:cubicBezTo>
                      <a:pt x="15340" y="20339"/>
                      <a:pt x="15340" y="20339"/>
                      <a:pt x="15340" y="20339"/>
                    </a:cubicBezTo>
                    <a:cubicBezTo>
                      <a:pt x="15319" y="20291"/>
                      <a:pt x="15297" y="20267"/>
                      <a:pt x="15297" y="20222"/>
                    </a:cubicBezTo>
                    <a:cubicBezTo>
                      <a:pt x="15297" y="20034"/>
                      <a:pt x="15465" y="19941"/>
                      <a:pt x="15465" y="19728"/>
                    </a:cubicBezTo>
                    <a:cubicBezTo>
                      <a:pt x="15465" y="19704"/>
                      <a:pt x="15443" y="19704"/>
                      <a:pt x="15443" y="19704"/>
                    </a:cubicBezTo>
                    <a:cubicBezTo>
                      <a:pt x="15443" y="19495"/>
                      <a:pt x="15586" y="19403"/>
                      <a:pt x="15586" y="19214"/>
                    </a:cubicBezTo>
                    <a:cubicBezTo>
                      <a:pt x="15586" y="18889"/>
                      <a:pt x="15586" y="18889"/>
                      <a:pt x="15586" y="18889"/>
                    </a:cubicBezTo>
                    <a:cubicBezTo>
                      <a:pt x="15586" y="18748"/>
                      <a:pt x="15710" y="18676"/>
                      <a:pt x="15710" y="18536"/>
                    </a:cubicBezTo>
                    <a:cubicBezTo>
                      <a:pt x="15710" y="18351"/>
                      <a:pt x="15628" y="18278"/>
                      <a:pt x="15628" y="18094"/>
                    </a:cubicBezTo>
                    <a:cubicBezTo>
                      <a:pt x="15628" y="17977"/>
                      <a:pt x="15753" y="17953"/>
                      <a:pt x="15753" y="17837"/>
                    </a:cubicBezTo>
                    <a:cubicBezTo>
                      <a:pt x="15753" y="17813"/>
                      <a:pt x="15710" y="17837"/>
                      <a:pt x="15710" y="17813"/>
                    </a:cubicBezTo>
                    <a:cubicBezTo>
                      <a:pt x="15710" y="17604"/>
                      <a:pt x="15856" y="17507"/>
                      <a:pt x="15856" y="17298"/>
                    </a:cubicBezTo>
                    <a:cubicBezTo>
                      <a:pt x="15920" y="17323"/>
                      <a:pt x="15960" y="17250"/>
                      <a:pt x="15981" y="17158"/>
                    </a:cubicBezTo>
                    <a:cubicBezTo>
                      <a:pt x="16024" y="17066"/>
                      <a:pt x="16106" y="17017"/>
                      <a:pt x="16106" y="16901"/>
                    </a:cubicBezTo>
                    <a:cubicBezTo>
                      <a:pt x="16106" y="16668"/>
                      <a:pt x="16230" y="16572"/>
                      <a:pt x="16273" y="16363"/>
                    </a:cubicBezTo>
                    <a:cubicBezTo>
                      <a:pt x="16291" y="16246"/>
                      <a:pt x="16334" y="16130"/>
                      <a:pt x="16398" y="16033"/>
                    </a:cubicBezTo>
                    <a:cubicBezTo>
                      <a:pt x="16376" y="16013"/>
                      <a:pt x="16355" y="16013"/>
                      <a:pt x="16355" y="15965"/>
                    </a:cubicBezTo>
                    <a:cubicBezTo>
                      <a:pt x="16355" y="15897"/>
                      <a:pt x="16501" y="15800"/>
                      <a:pt x="16561" y="15941"/>
                    </a:cubicBezTo>
                    <a:cubicBezTo>
                      <a:pt x="16583" y="15941"/>
                      <a:pt x="16583" y="15941"/>
                      <a:pt x="16604" y="15941"/>
                    </a:cubicBezTo>
                    <a:cubicBezTo>
                      <a:pt x="16626" y="15941"/>
                      <a:pt x="16643" y="15965"/>
                      <a:pt x="16665" y="15965"/>
                    </a:cubicBezTo>
                    <a:cubicBezTo>
                      <a:pt x="16686" y="15965"/>
                      <a:pt x="16707" y="15941"/>
                      <a:pt x="16707" y="15941"/>
                    </a:cubicBezTo>
                    <a:cubicBezTo>
                      <a:pt x="16665" y="15849"/>
                      <a:pt x="16643" y="15776"/>
                      <a:pt x="16643" y="15640"/>
                    </a:cubicBezTo>
                    <a:cubicBezTo>
                      <a:pt x="16643" y="15592"/>
                      <a:pt x="16707" y="15567"/>
                      <a:pt x="16747" y="15567"/>
                    </a:cubicBezTo>
                    <a:cubicBezTo>
                      <a:pt x="16853" y="15640"/>
                      <a:pt x="16871" y="15824"/>
                      <a:pt x="16768" y="15334"/>
                    </a:cubicBezTo>
                    <a:cubicBezTo>
                      <a:pt x="16747" y="15310"/>
                      <a:pt x="16747" y="15262"/>
                      <a:pt x="16729" y="15218"/>
                    </a:cubicBezTo>
                    <a:cubicBezTo>
                      <a:pt x="16871" y="15077"/>
                      <a:pt x="16957" y="14937"/>
                      <a:pt x="16957" y="14724"/>
                    </a:cubicBezTo>
                    <a:cubicBezTo>
                      <a:pt x="16957" y="14491"/>
                      <a:pt x="16957" y="14491"/>
                      <a:pt x="16957" y="14491"/>
                    </a:cubicBezTo>
                    <a:cubicBezTo>
                      <a:pt x="16957" y="14447"/>
                      <a:pt x="16893" y="14423"/>
                      <a:pt x="16893" y="14375"/>
                    </a:cubicBezTo>
                    <a:cubicBezTo>
                      <a:pt x="16893" y="14258"/>
                      <a:pt x="16978" y="14214"/>
                      <a:pt x="17017" y="14118"/>
                    </a:cubicBezTo>
                    <a:cubicBezTo>
                      <a:pt x="17103" y="13909"/>
                      <a:pt x="17206" y="13792"/>
                      <a:pt x="17327" y="13603"/>
                    </a:cubicBezTo>
                    <a:cubicBezTo>
                      <a:pt x="17576" y="13206"/>
                      <a:pt x="17701" y="12905"/>
                      <a:pt x="17701" y="12411"/>
                    </a:cubicBezTo>
                    <a:cubicBezTo>
                      <a:pt x="17701" y="12366"/>
                      <a:pt x="17683" y="12318"/>
                      <a:pt x="17640" y="12318"/>
                    </a:cubicBezTo>
                    <a:cubicBezTo>
                      <a:pt x="17558" y="12318"/>
                      <a:pt x="17537" y="12386"/>
                      <a:pt x="17452" y="12411"/>
                    </a:cubicBezTo>
                    <a:cubicBezTo>
                      <a:pt x="17452" y="12318"/>
                      <a:pt x="17452" y="12270"/>
                      <a:pt x="17452" y="12202"/>
                    </a:cubicBezTo>
                    <a:cubicBezTo>
                      <a:pt x="17452" y="12105"/>
                      <a:pt x="17391" y="12061"/>
                      <a:pt x="17391" y="11989"/>
                    </a:cubicBezTo>
                    <a:cubicBezTo>
                      <a:pt x="17391" y="11969"/>
                      <a:pt x="17412" y="11969"/>
                      <a:pt x="17412" y="11945"/>
                    </a:cubicBezTo>
                    <a:cubicBezTo>
                      <a:pt x="17452" y="11969"/>
                      <a:pt x="17473" y="12013"/>
                      <a:pt x="17516" y="12013"/>
                    </a:cubicBezTo>
                    <a:cubicBezTo>
                      <a:pt x="17558" y="12013"/>
                      <a:pt x="17576" y="11945"/>
                      <a:pt x="17619" y="11945"/>
                    </a:cubicBezTo>
                    <a:cubicBezTo>
                      <a:pt x="17662" y="11945"/>
                      <a:pt x="17683" y="12013"/>
                      <a:pt x="17744" y="12013"/>
                    </a:cubicBezTo>
                    <a:cubicBezTo>
                      <a:pt x="17826" y="12013"/>
                      <a:pt x="17929" y="11969"/>
                      <a:pt x="17929" y="11848"/>
                    </a:cubicBezTo>
                    <a:cubicBezTo>
                      <a:pt x="17929" y="11804"/>
                      <a:pt x="17907" y="11804"/>
                      <a:pt x="17907" y="11756"/>
                    </a:cubicBezTo>
                    <a:cubicBezTo>
                      <a:pt x="17907" y="11571"/>
                      <a:pt x="18096" y="11547"/>
                      <a:pt x="18096" y="11358"/>
                    </a:cubicBezTo>
                    <a:cubicBezTo>
                      <a:pt x="18096" y="11077"/>
                      <a:pt x="18096" y="11077"/>
                      <a:pt x="18096" y="11077"/>
                    </a:cubicBezTo>
                    <a:cubicBezTo>
                      <a:pt x="18096" y="11009"/>
                      <a:pt x="18139" y="10985"/>
                      <a:pt x="18178" y="10985"/>
                    </a:cubicBezTo>
                    <a:cubicBezTo>
                      <a:pt x="18242" y="10985"/>
                      <a:pt x="18242" y="10985"/>
                      <a:pt x="18242" y="10985"/>
                    </a:cubicBezTo>
                    <a:cubicBezTo>
                      <a:pt x="18242" y="11077"/>
                      <a:pt x="18221" y="11149"/>
                      <a:pt x="18242" y="11242"/>
                    </a:cubicBezTo>
                    <a:cubicBezTo>
                      <a:pt x="18303" y="11101"/>
                      <a:pt x="18303" y="11009"/>
                      <a:pt x="18385" y="10868"/>
                    </a:cubicBezTo>
                    <a:cubicBezTo>
                      <a:pt x="18509" y="10635"/>
                      <a:pt x="18698" y="10611"/>
                      <a:pt x="18823" y="10378"/>
                    </a:cubicBezTo>
                    <a:cubicBezTo>
                      <a:pt x="18844" y="10306"/>
                      <a:pt x="18823" y="10262"/>
                      <a:pt x="18862" y="10190"/>
                    </a:cubicBezTo>
                    <a:cubicBezTo>
                      <a:pt x="18947" y="10025"/>
                      <a:pt x="19111" y="10097"/>
                      <a:pt x="19278" y="10025"/>
                    </a:cubicBezTo>
                    <a:cubicBezTo>
                      <a:pt x="19424" y="9957"/>
                      <a:pt x="19464" y="9816"/>
                      <a:pt x="19609" y="9724"/>
                    </a:cubicBezTo>
                    <a:cubicBezTo>
                      <a:pt x="19670" y="9675"/>
                      <a:pt x="19755" y="9631"/>
                      <a:pt x="19755" y="9535"/>
                    </a:cubicBezTo>
                    <a:cubicBezTo>
                      <a:pt x="19755" y="9418"/>
                      <a:pt x="19734" y="9254"/>
                      <a:pt x="19631" y="9254"/>
                    </a:cubicBezTo>
                    <a:cubicBezTo>
                      <a:pt x="19609" y="9254"/>
                      <a:pt x="19609" y="9278"/>
                      <a:pt x="19588" y="9278"/>
                    </a:cubicBezTo>
                    <a:cubicBezTo>
                      <a:pt x="19588" y="9185"/>
                      <a:pt x="19545" y="9137"/>
                      <a:pt x="19545" y="9021"/>
                    </a:cubicBezTo>
                    <a:cubicBezTo>
                      <a:pt x="19545" y="8904"/>
                      <a:pt x="19734" y="8952"/>
                      <a:pt x="19777" y="8856"/>
                    </a:cubicBezTo>
                    <a:cubicBezTo>
                      <a:pt x="19816" y="8764"/>
                      <a:pt x="19795" y="8716"/>
                      <a:pt x="19837" y="8647"/>
                    </a:cubicBezTo>
                    <a:cubicBezTo>
                      <a:pt x="19941" y="8438"/>
                      <a:pt x="20108" y="8390"/>
                      <a:pt x="20190" y="8157"/>
                    </a:cubicBezTo>
                    <a:cubicBezTo>
                      <a:pt x="20250" y="7944"/>
                      <a:pt x="20293" y="7828"/>
                      <a:pt x="20315" y="7595"/>
                    </a:cubicBezTo>
                    <a:cubicBezTo>
                      <a:pt x="20336" y="7547"/>
                      <a:pt x="20375" y="7527"/>
                      <a:pt x="20418" y="7478"/>
                    </a:cubicBezTo>
                    <a:cubicBezTo>
                      <a:pt x="20500" y="7338"/>
                      <a:pt x="20521" y="7246"/>
                      <a:pt x="20542" y="7081"/>
                    </a:cubicBezTo>
                    <a:cubicBezTo>
                      <a:pt x="20585" y="6800"/>
                      <a:pt x="20728" y="6635"/>
                      <a:pt x="20728" y="6358"/>
                    </a:cubicBezTo>
                    <a:cubicBezTo>
                      <a:pt x="20728" y="6262"/>
                      <a:pt x="20728" y="6217"/>
                      <a:pt x="20728" y="6145"/>
                    </a:cubicBezTo>
                    <a:cubicBezTo>
                      <a:pt x="20585" y="6121"/>
                      <a:pt x="20624" y="5936"/>
                      <a:pt x="20624" y="5772"/>
                    </a:cubicBezTo>
                    <a:cubicBezTo>
                      <a:pt x="20624" y="5607"/>
                      <a:pt x="20688" y="5514"/>
                      <a:pt x="20706" y="5350"/>
                    </a:cubicBezTo>
                    <a:cubicBezTo>
                      <a:pt x="20792" y="5049"/>
                      <a:pt x="20792" y="4884"/>
                      <a:pt x="20874" y="4579"/>
                    </a:cubicBezTo>
                    <a:cubicBezTo>
                      <a:pt x="20895" y="4462"/>
                      <a:pt x="20998" y="4414"/>
                      <a:pt x="20998" y="4253"/>
                    </a:cubicBezTo>
                    <a:cubicBezTo>
                      <a:pt x="20998" y="4205"/>
                      <a:pt x="20998" y="4181"/>
                      <a:pt x="20998" y="4133"/>
                    </a:cubicBezTo>
                    <a:cubicBezTo>
                      <a:pt x="20998" y="4016"/>
                      <a:pt x="21101" y="3972"/>
                      <a:pt x="21101" y="3856"/>
                    </a:cubicBezTo>
                    <a:cubicBezTo>
                      <a:pt x="21101" y="3808"/>
                      <a:pt x="21059" y="3783"/>
                      <a:pt x="21059" y="3759"/>
                    </a:cubicBezTo>
                    <a:cubicBezTo>
                      <a:pt x="21059" y="3454"/>
                      <a:pt x="21226" y="3318"/>
                      <a:pt x="21226" y="3036"/>
                    </a:cubicBezTo>
                    <a:cubicBezTo>
                      <a:pt x="21226" y="2896"/>
                      <a:pt x="21123" y="2824"/>
                      <a:pt x="20998" y="2824"/>
                    </a:cubicBezTo>
                    <a:cubicBezTo>
                      <a:pt x="20955" y="2824"/>
                      <a:pt x="20916" y="2848"/>
                      <a:pt x="20874" y="2872"/>
                    </a:cubicBezTo>
                    <a:cubicBezTo>
                      <a:pt x="20895" y="2824"/>
                      <a:pt x="20895" y="2824"/>
                      <a:pt x="20895" y="2824"/>
                    </a:cubicBezTo>
                    <a:cubicBezTo>
                      <a:pt x="20955" y="2663"/>
                      <a:pt x="21144" y="2683"/>
                      <a:pt x="21247" y="2546"/>
                    </a:cubicBezTo>
                    <a:cubicBezTo>
                      <a:pt x="21393" y="2334"/>
                      <a:pt x="21308" y="2125"/>
                      <a:pt x="21393" y="1868"/>
                    </a:cubicBezTo>
                    <a:cubicBezTo>
                      <a:pt x="21454" y="1679"/>
                      <a:pt x="21600" y="1586"/>
                      <a:pt x="21600" y="1398"/>
                    </a:cubicBezTo>
                    <a:cubicBezTo>
                      <a:pt x="21600" y="1121"/>
                      <a:pt x="21518" y="956"/>
                      <a:pt x="21518" y="699"/>
                    </a:cubicBezTo>
                    <a:cubicBezTo>
                      <a:pt x="21518" y="534"/>
                      <a:pt x="21557" y="442"/>
                      <a:pt x="21557" y="277"/>
                    </a:cubicBezTo>
                    <a:cubicBezTo>
                      <a:pt x="21557" y="185"/>
                      <a:pt x="21536" y="88"/>
                      <a:pt x="21518" y="0"/>
                    </a:cubicBezTo>
                    <a:cubicBezTo>
                      <a:pt x="21393" y="88"/>
                      <a:pt x="21329" y="137"/>
                      <a:pt x="21205" y="185"/>
                    </a:cubicBezTo>
                    <a:cubicBezTo>
                      <a:pt x="21123" y="205"/>
                      <a:pt x="21041" y="161"/>
                      <a:pt x="20977" y="205"/>
                    </a:cubicBezTo>
                    <a:cubicBezTo>
                      <a:pt x="20874" y="253"/>
                      <a:pt x="20874" y="442"/>
                      <a:pt x="20770" y="442"/>
                    </a:cubicBezTo>
                    <a:cubicBezTo>
                      <a:pt x="20706" y="442"/>
                      <a:pt x="20688" y="394"/>
                      <a:pt x="20624" y="394"/>
                    </a:cubicBezTo>
                    <a:cubicBezTo>
                      <a:pt x="20500" y="370"/>
                      <a:pt x="20396" y="418"/>
                      <a:pt x="20272" y="418"/>
                    </a:cubicBezTo>
                    <a:cubicBezTo>
                      <a:pt x="20065" y="418"/>
                      <a:pt x="19983" y="229"/>
                      <a:pt x="19777" y="229"/>
                    </a:cubicBezTo>
                    <a:cubicBezTo>
                      <a:pt x="19609" y="229"/>
                      <a:pt x="19588" y="418"/>
                      <a:pt x="19464" y="534"/>
                    </a:cubicBezTo>
                    <a:cubicBezTo>
                      <a:pt x="19403" y="582"/>
                      <a:pt x="19339" y="534"/>
                      <a:pt x="19257" y="582"/>
                    </a:cubicBezTo>
                    <a:cubicBezTo>
                      <a:pt x="19068" y="651"/>
                      <a:pt x="19008" y="791"/>
                      <a:pt x="18823" y="860"/>
                    </a:cubicBezTo>
                    <a:cubicBezTo>
                      <a:pt x="18862" y="980"/>
                      <a:pt x="18883" y="1048"/>
                      <a:pt x="18947" y="1121"/>
                    </a:cubicBezTo>
                    <a:cubicBezTo>
                      <a:pt x="18965" y="1141"/>
                      <a:pt x="19029" y="1141"/>
                      <a:pt x="19029" y="1189"/>
                    </a:cubicBezTo>
                    <a:cubicBezTo>
                      <a:pt x="19029" y="1446"/>
                      <a:pt x="18862" y="1679"/>
                      <a:pt x="18634" y="1679"/>
                    </a:cubicBezTo>
                    <a:cubicBezTo>
                      <a:pt x="18634" y="1727"/>
                      <a:pt x="18634" y="1751"/>
                      <a:pt x="18612" y="1795"/>
                    </a:cubicBezTo>
                    <a:cubicBezTo>
                      <a:pt x="18509" y="1795"/>
                      <a:pt x="18470" y="1635"/>
                      <a:pt x="18367" y="1635"/>
                    </a:cubicBezTo>
                    <a:cubicBezTo>
                      <a:pt x="18139" y="1635"/>
                      <a:pt x="18053" y="1868"/>
                      <a:pt x="17950" y="2101"/>
                    </a:cubicBezTo>
                    <a:cubicBezTo>
                      <a:pt x="17907" y="2169"/>
                      <a:pt x="17929" y="2265"/>
                      <a:pt x="17868" y="2265"/>
                    </a:cubicBezTo>
                    <a:cubicBezTo>
                      <a:pt x="17576" y="2265"/>
                      <a:pt x="17744" y="1703"/>
                      <a:pt x="17494" y="1562"/>
                    </a:cubicBezTo>
                    <a:cubicBezTo>
                      <a:pt x="17266" y="1446"/>
                      <a:pt x="17185" y="1305"/>
                      <a:pt x="16978" y="1165"/>
                    </a:cubicBezTo>
                    <a:cubicBezTo>
                      <a:pt x="16914" y="1121"/>
                      <a:pt x="16914" y="1024"/>
                      <a:pt x="16832" y="1024"/>
                    </a:cubicBezTo>
                    <a:cubicBezTo>
                      <a:pt x="16747" y="1024"/>
                      <a:pt x="16707" y="1096"/>
                      <a:pt x="16604" y="1096"/>
                    </a:cubicBezTo>
                    <a:cubicBezTo>
                      <a:pt x="16415" y="1096"/>
                      <a:pt x="16415" y="1096"/>
                      <a:pt x="16415" y="1096"/>
                    </a:cubicBezTo>
                    <a:cubicBezTo>
                      <a:pt x="16398" y="1096"/>
                      <a:pt x="16376" y="1121"/>
                      <a:pt x="16334" y="1121"/>
                    </a:cubicBezTo>
                    <a:cubicBezTo>
                      <a:pt x="16166" y="1121"/>
                      <a:pt x="16148" y="860"/>
                      <a:pt x="15981" y="860"/>
                    </a:cubicBezTo>
                    <a:cubicBezTo>
                      <a:pt x="15710" y="860"/>
                      <a:pt x="15586" y="1048"/>
                      <a:pt x="15319" y="1048"/>
                    </a:cubicBezTo>
                    <a:cubicBezTo>
                      <a:pt x="15255" y="1048"/>
                      <a:pt x="15237" y="1024"/>
                      <a:pt x="15173" y="1024"/>
                    </a:cubicBezTo>
                    <a:cubicBezTo>
                      <a:pt x="14988" y="1024"/>
                      <a:pt x="14988" y="1024"/>
                      <a:pt x="14988" y="1024"/>
                    </a:cubicBezTo>
                    <a:cubicBezTo>
                      <a:pt x="14863" y="1024"/>
                      <a:pt x="14799" y="932"/>
                      <a:pt x="14674" y="932"/>
                    </a:cubicBezTo>
                    <a:cubicBezTo>
                      <a:pt x="14510" y="932"/>
                      <a:pt x="14446" y="1121"/>
                      <a:pt x="14304" y="1237"/>
                    </a:cubicBezTo>
                    <a:cubicBezTo>
                      <a:pt x="14136" y="1374"/>
                      <a:pt x="13991" y="1374"/>
                      <a:pt x="13866" y="1562"/>
                    </a:cubicBezTo>
                    <a:cubicBezTo>
                      <a:pt x="13805" y="1635"/>
                      <a:pt x="13845" y="1775"/>
                      <a:pt x="13763" y="1795"/>
                    </a:cubicBezTo>
                    <a:cubicBezTo>
                      <a:pt x="39" y="1844"/>
                      <a:pt x="39" y="1844"/>
                      <a:pt x="39" y="1844"/>
                    </a:cubicBezTo>
                    <a:cubicBezTo>
                      <a:pt x="0" y="13298"/>
                      <a:pt x="0" y="13298"/>
                      <a:pt x="0" y="13298"/>
                    </a:cubicBezTo>
                    <a:cubicBezTo>
                      <a:pt x="82" y="13278"/>
                      <a:pt x="82" y="13278"/>
                      <a:pt x="82" y="13278"/>
                    </a:cubicBezTo>
                    <a:cubicBezTo>
                      <a:pt x="228" y="13370"/>
                      <a:pt x="331" y="13346"/>
                      <a:pt x="495" y="13415"/>
                    </a:cubicBezTo>
                    <a:cubicBezTo>
                      <a:pt x="705" y="13511"/>
                      <a:pt x="766" y="13696"/>
                      <a:pt x="993" y="13696"/>
                    </a:cubicBezTo>
                    <a:cubicBezTo>
                      <a:pt x="1118" y="13696"/>
                      <a:pt x="1097" y="13439"/>
                      <a:pt x="1221" y="13439"/>
                    </a:cubicBezTo>
                    <a:cubicBezTo>
                      <a:pt x="1346" y="13439"/>
                      <a:pt x="1428" y="13511"/>
                      <a:pt x="1553" y="13511"/>
                    </a:cubicBezTo>
                    <a:cubicBezTo>
                      <a:pt x="1638" y="13511"/>
                      <a:pt x="1677" y="13487"/>
                      <a:pt x="1763" y="13487"/>
                    </a:cubicBezTo>
                    <a:cubicBezTo>
                      <a:pt x="1926" y="13487"/>
                      <a:pt x="2008" y="13652"/>
                      <a:pt x="2112" y="13812"/>
                    </a:cubicBezTo>
                    <a:cubicBezTo>
                      <a:pt x="2133" y="13860"/>
                      <a:pt x="2154" y="13909"/>
                      <a:pt x="2197" y="13953"/>
                    </a:cubicBezTo>
                    <a:cubicBezTo>
                      <a:pt x="2279" y="14025"/>
                      <a:pt x="2446" y="13953"/>
                      <a:pt x="2446" y="14069"/>
                    </a:cubicBezTo>
                    <a:cubicBezTo>
                      <a:pt x="2446" y="14166"/>
                      <a:pt x="2404" y="14234"/>
                      <a:pt x="2404" y="14350"/>
                    </a:cubicBezTo>
                    <a:cubicBezTo>
                      <a:pt x="2404" y="14467"/>
                      <a:pt x="2485" y="14515"/>
                      <a:pt x="2528" y="14608"/>
                    </a:cubicBezTo>
                    <a:cubicBezTo>
                      <a:pt x="2610" y="14820"/>
                      <a:pt x="2631" y="15053"/>
                      <a:pt x="2817" y="15053"/>
                    </a:cubicBezTo>
                    <a:cubicBezTo>
                      <a:pt x="2941" y="15053"/>
                      <a:pt x="2963" y="14869"/>
                      <a:pt x="2963" y="14724"/>
                    </a:cubicBezTo>
                    <a:cubicBezTo>
                      <a:pt x="2984" y="14608"/>
                      <a:pt x="3087" y="14587"/>
                      <a:pt x="3109" y="14467"/>
                    </a:cubicBezTo>
                    <a:cubicBezTo>
                      <a:pt x="3191" y="14748"/>
                      <a:pt x="3440" y="14772"/>
                      <a:pt x="3668" y="14844"/>
                    </a:cubicBezTo>
                    <a:cubicBezTo>
                      <a:pt x="3853" y="14889"/>
                      <a:pt x="3917" y="15005"/>
                      <a:pt x="4084" y="15077"/>
                    </a:cubicBezTo>
                    <a:cubicBezTo>
                      <a:pt x="4063" y="15194"/>
                      <a:pt x="3999" y="15242"/>
                      <a:pt x="3999" y="15359"/>
                    </a:cubicBezTo>
                    <a:cubicBezTo>
                      <a:pt x="3999" y="15592"/>
                      <a:pt x="3999" y="15776"/>
                      <a:pt x="4145" y="15941"/>
                    </a:cubicBezTo>
                    <a:cubicBezTo>
                      <a:pt x="4248" y="16057"/>
                      <a:pt x="4455" y="16033"/>
                      <a:pt x="4455" y="16198"/>
                    </a:cubicBezTo>
                    <a:cubicBezTo>
                      <a:pt x="4455" y="16363"/>
                      <a:pt x="4455" y="16363"/>
                      <a:pt x="4455" y="16363"/>
                    </a:cubicBezTo>
                    <a:cubicBezTo>
                      <a:pt x="4455" y="16479"/>
                      <a:pt x="4601" y="16455"/>
                      <a:pt x="4682" y="16479"/>
                    </a:cubicBezTo>
                    <a:cubicBezTo>
                      <a:pt x="4828" y="16527"/>
                      <a:pt x="4889" y="16644"/>
                      <a:pt x="5014" y="16736"/>
                    </a:cubicBezTo>
                    <a:cubicBezTo>
                      <a:pt x="5245" y="16901"/>
                      <a:pt x="5409" y="16969"/>
                      <a:pt x="5534" y="17226"/>
                    </a:cubicBezTo>
                    <a:cubicBezTo>
                      <a:pt x="5576" y="17323"/>
                      <a:pt x="5658" y="17323"/>
                      <a:pt x="5719" y="17391"/>
                    </a:cubicBezTo>
                    <a:cubicBezTo>
                      <a:pt x="5843" y="17624"/>
                      <a:pt x="5907" y="17788"/>
                      <a:pt x="6114" y="17953"/>
                    </a:cubicBezTo>
                    <a:cubicBezTo>
                      <a:pt x="6260" y="18094"/>
                      <a:pt x="6342" y="18258"/>
                      <a:pt x="6548" y="18258"/>
                    </a:cubicBezTo>
                    <a:cubicBezTo>
                      <a:pt x="6591" y="18258"/>
                      <a:pt x="6591" y="18210"/>
                      <a:pt x="6630" y="18186"/>
                    </a:cubicBezTo>
                    <a:cubicBezTo>
                      <a:pt x="6716" y="18162"/>
                      <a:pt x="6776" y="18186"/>
                      <a:pt x="6862" y="18162"/>
                    </a:cubicBezTo>
                    <a:cubicBezTo>
                      <a:pt x="6840" y="18070"/>
                      <a:pt x="6798" y="18046"/>
                      <a:pt x="6798" y="17953"/>
                    </a:cubicBezTo>
                    <a:cubicBezTo>
                      <a:pt x="6798" y="17764"/>
                      <a:pt x="6965" y="17624"/>
                      <a:pt x="7129" y="17624"/>
                    </a:cubicBezTo>
                    <a:cubicBezTo>
                      <a:pt x="7275" y="17624"/>
                      <a:pt x="7357" y="17672"/>
                      <a:pt x="7503" y="17672"/>
                    </a:cubicBezTo>
                    <a:cubicBezTo>
                      <a:pt x="7606" y="17672"/>
                      <a:pt x="7627" y="17580"/>
                      <a:pt x="7709" y="17580"/>
                    </a:cubicBezTo>
                    <a:cubicBezTo>
                      <a:pt x="8001" y="17580"/>
                      <a:pt x="8062" y="17953"/>
                      <a:pt x="8332" y="17953"/>
                    </a:cubicBezTo>
                    <a:cubicBezTo>
                      <a:pt x="8375" y="17953"/>
                      <a:pt x="8375" y="17905"/>
                      <a:pt x="8414" y="17905"/>
                    </a:cubicBezTo>
                    <a:cubicBezTo>
                      <a:pt x="8500" y="17905"/>
                      <a:pt x="8518" y="17977"/>
                      <a:pt x="8621" y="17977"/>
                    </a:cubicBezTo>
                    <a:cubicBezTo>
                      <a:pt x="8664" y="17977"/>
                      <a:pt x="8685" y="17953"/>
                      <a:pt x="8745" y="17953"/>
                    </a:cubicBezTo>
                    <a:cubicBezTo>
                      <a:pt x="8809" y="17953"/>
                      <a:pt x="8831" y="18021"/>
                      <a:pt x="8870" y="18046"/>
                    </a:cubicBezTo>
                    <a:cubicBezTo>
                      <a:pt x="8995" y="18094"/>
                      <a:pt x="9098" y="18070"/>
                      <a:pt x="9223" y="18070"/>
                    </a:cubicBezTo>
                    <a:cubicBezTo>
                      <a:pt x="9308" y="18070"/>
                      <a:pt x="9308" y="18070"/>
                      <a:pt x="9308" y="18070"/>
                    </a:cubicBezTo>
                    <a:cubicBezTo>
                      <a:pt x="9308" y="17977"/>
                      <a:pt x="9308" y="17977"/>
                      <a:pt x="9308" y="17977"/>
                    </a:cubicBezTo>
                    <a:cubicBezTo>
                      <a:pt x="9326" y="17953"/>
                      <a:pt x="9347" y="17929"/>
                      <a:pt x="9369" y="17929"/>
                    </a:cubicBezTo>
                    <a:cubicBezTo>
                      <a:pt x="9411" y="17929"/>
                      <a:pt x="9429" y="17953"/>
                      <a:pt x="9472" y="17953"/>
                    </a:cubicBezTo>
                    <a:cubicBezTo>
                      <a:pt x="9515" y="17953"/>
                      <a:pt x="9536" y="17953"/>
                      <a:pt x="9575" y="17953"/>
                    </a:cubicBezTo>
                    <a:cubicBezTo>
                      <a:pt x="9661" y="17953"/>
                      <a:pt x="9700" y="18046"/>
                      <a:pt x="9782" y="18070"/>
                    </a:cubicBezTo>
                    <a:cubicBezTo>
                      <a:pt x="9992" y="18162"/>
                      <a:pt x="10116" y="18258"/>
                      <a:pt x="10344" y="18258"/>
                    </a:cubicBezTo>
                    <a:cubicBezTo>
                      <a:pt x="10447" y="18258"/>
                      <a:pt x="10426" y="18046"/>
                      <a:pt x="10529" y="18021"/>
                    </a:cubicBezTo>
                    <a:cubicBezTo>
                      <a:pt x="10839" y="17929"/>
                      <a:pt x="11007" y="17837"/>
                      <a:pt x="11316" y="17837"/>
                    </a:cubicBezTo>
                    <a:cubicBezTo>
                      <a:pt x="11587" y="17837"/>
                      <a:pt x="11751" y="17881"/>
                      <a:pt x="11961" y="18070"/>
                    </a:cubicBezTo>
                    <a:cubicBezTo>
                      <a:pt x="12125" y="18186"/>
                      <a:pt x="12103" y="18395"/>
                      <a:pt x="12103" y="18632"/>
                    </a:cubicBezTo>
                    <a:cubicBezTo>
                      <a:pt x="12103" y="18841"/>
                      <a:pt x="12103" y="18841"/>
                      <a:pt x="12103" y="18841"/>
                    </a:cubicBezTo>
                    <a:cubicBezTo>
                      <a:pt x="12103" y="19170"/>
                      <a:pt x="12331" y="19287"/>
                      <a:pt x="12331" y="19612"/>
                    </a:cubicBezTo>
                    <a:cubicBezTo>
                      <a:pt x="12331" y="19684"/>
                      <a:pt x="12313" y="19704"/>
                      <a:pt x="12313" y="19777"/>
                    </a:cubicBezTo>
                    <a:cubicBezTo>
                      <a:pt x="12313" y="19893"/>
                      <a:pt x="12417" y="19917"/>
                      <a:pt x="12520" y="19961"/>
                    </a:cubicBezTo>
                    <a:cubicBezTo>
                      <a:pt x="12684" y="20034"/>
                      <a:pt x="12769" y="20126"/>
                      <a:pt x="12933" y="20198"/>
                    </a:cubicBezTo>
                    <a:cubicBezTo>
                      <a:pt x="15401" y="21600"/>
                      <a:pt x="15401" y="21600"/>
                      <a:pt x="15401" y="21600"/>
                    </a:cubicBezTo>
                    <a:close/>
                    <a:moveTo>
                      <a:pt x="13741" y="16013"/>
                    </a:moveTo>
                    <a:cubicBezTo>
                      <a:pt x="13827" y="15941"/>
                      <a:pt x="13887" y="15873"/>
                      <a:pt x="13991" y="15873"/>
                    </a:cubicBezTo>
                    <a:cubicBezTo>
                      <a:pt x="14218" y="15873"/>
                      <a:pt x="14201" y="16222"/>
                      <a:pt x="14407" y="16339"/>
                    </a:cubicBezTo>
                    <a:cubicBezTo>
                      <a:pt x="14282" y="16455"/>
                      <a:pt x="14136" y="16363"/>
                      <a:pt x="14012" y="16479"/>
                    </a:cubicBezTo>
                    <a:cubicBezTo>
                      <a:pt x="13951" y="16527"/>
                      <a:pt x="13969" y="16644"/>
                      <a:pt x="13951" y="16736"/>
                    </a:cubicBezTo>
                    <a:cubicBezTo>
                      <a:pt x="13930" y="16853"/>
                      <a:pt x="13887" y="16949"/>
                      <a:pt x="13887" y="17066"/>
                    </a:cubicBezTo>
                    <a:cubicBezTo>
                      <a:pt x="13887" y="17226"/>
                      <a:pt x="13930" y="17298"/>
                      <a:pt x="13930" y="17463"/>
                    </a:cubicBezTo>
                    <a:cubicBezTo>
                      <a:pt x="13930" y="17531"/>
                      <a:pt x="13909" y="17580"/>
                      <a:pt x="13909" y="17648"/>
                    </a:cubicBezTo>
                    <a:cubicBezTo>
                      <a:pt x="13909" y="17720"/>
                      <a:pt x="13951" y="17813"/>
                      <a:pt x="13887" y="17813"/>
                    </a:cubicBezTo>
                    <a:cubicBezTo>
                      <a:pt x="13702" y="17813"/>
                      <a:pt x="13638" y="17624"/>
                      <a:pt x="13535" y="17463"/>
                    </a:cubicBezTo>
                    <a:cubicBezTo>
                      <a:pt x="13410" y="17274"/>
                      <a:pt x="13285" y="17182"/>
                      <a:pt x="13285" y="16949"/>
                    </a:cubicBezTo>
                    <a:cubicBezTo>
                      <a:pt x="13285" y="16760"/>
                      <a:pt x="13410" y="16688"/>
                      <a:pt x="13410" y="16503"/>
                    </a:cubicBezTo>
                    <a:cubicBezTo>
                      <a:pt x="13410" y="16339"/>
                      <a:pt x="13410" y="16339"/>
                      <a:pt x="13410" y="16339"/>
                    </a:cubicBezTo>
                    <a:cubicBezTo>
                      <a:pt x="13410" y="16154"/>
                      <a:pt x="13702" y="16222"/>
                      <a:pt x="13741" y="16013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22860" tIns="22860" rIns="22860" bIns="22860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200" cap="none" spc="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600"/>
              </a:p>
            </p:txBody>
          </p:sp>
          <p:sp>
            <p:nvSpPr>
              <p:cNvPr id="662" name="Shape">
                <a:extLst>
                  <a:ext uri="{FF2B5EF4-FFF2-40B4-BE49-F238E27FC236}">
                    <a16:creationId xmlns:a16="http://schemas.microsoft.com/office/drawing/2014/main" id="{D962681E-5653-4599-A994-6BFF85ADD83B}"/>
                  </a:ext>
                </a:extLst>
              </p:cNvPr>
              <p:cNvSpPr/>
              <p:nvPr/>
            </p:nvSpPr>
            <p:spPr>
              <a:xfrm>
                <a:off x="10383079" y="2779552"/>
                <a:ext cx="181599" cy="2131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609" y="14719"/>
                    </a:moveTo>
                    <a:cubicBezTo>
                      <a:pt x="19609" y="15210"/>
                      <a:pt x="19433" y="15543"/>
                      <a:pt x="18984" y="15934"/>
                    </a:cubicBezTo>
                    <a:cubicBezTo>
                      <a:pt x="19267" y="16516"/>
                      <a:pt x="19267" y="16516"/>
                      <a:pt x="19267" y="16516"/>
                    </a:cubicBezTo>
                    <a:cubicBezTo>
                      <a:pt x="19209" y="16899"/>
                      <a:pt x="18808" y="17099"/>
                      <a:pt x="18808" y="17481"/>
                    </a:cubicBezTo>
                    <a:cubicBezTo>
                      <a:pt x="18808" y="17773"/>
                      <a:pt x="19492" y="17631"/>
                      <a:pt x="19492" y="17922"/>
                    </a:cubicBezTo>
                    <a:cubicBezTo>
                      <a:pt x="19492" y="18114"/>
                      <a:pt x="19326" y="18164"/>
                      <a:pt x="19209" y="18305"/>
                    </a:cubicBezTo>
                    <a:cubicBezTo>
                      <a:pt x="19326" y="18987"/>
                      <a:pt x="19326" y="18987"/>
                      <a:pt x="19326" y="18987"/>
                    </a:cubicBezTo>
                    <a:cubicBezTo>
                      <a:pt x="19326" y="19079"/>
                      <a:pt x="19267" y="19129"/>
                      <a:pt x="19209" y="19179"/>
                    </a:cubicBezTo>
                    <a:cubicBezTo>
                      <a:pt x="19043" y="19079"/>
                      <a:pt x="18984" y="18937"/>
                      <a:pt x="18926" y="18788"/>
                    </a:cubicBezTo>
                    <a:cubicBezTo>
                      <a:pt x="18808" y="18987"/>
                      <a:pt x="18750" y="19229"/>
                      <a:pt x="18525" y="19229"/>
                    </a:cubicBezTo>
                    <a:cubicBezTo>
                      <a:pt x="18418" y="19229"/>
                      <a:pt x="18242" y="19129"/>
                      <a:pt x="18242" y="19037"/>
                    </a:cubicBezTo>
                    <a:cubicBezTo>
                      <a:pt x="18242" y="18838"/>
                      <a:pt x="18242" y="18788"/>
                      <a:pt x="18242" y="18596"/>
                    </a:cubicBezTo>
                    <a:cubicBezTo>
                      <a:pt x="18076" y="18596"/>
                      <a:pt x="17959" y="18596"/>
                      <a:pt x="17793" y="18496"/>
                    </a:cubicBezTo>
                    <a:cubicBezTo>
                      <a:pt x="17901" y="18405"/>
                      <a:pt x="17901" y="18305"/>
                      <a:pt x="17901" y="18164"/>
                    </a:cubicBezTo>
                    <a:cubicBezTo>
                      <a:pt x="18018" y="18164"/>
                      <a:pt x="18018" y="18164"/>
                      <a:pt x="18018" y="18164"/>
                    </a:cubicBezTo>
                    <a:cubicBezTo>
                      <a:pt x="18184" y="18305"/>
                      <a:pt x="18242" y="18546"/>
                      <a:pt x="18525" y="18546"/>
                    </a:cubicBezTo>
                    <a:cubicBezTo>
                      <a:pt x="18701" y="18546"/>
                      <a:pt x="18926" y="18496"/>
                      <a:pt x="18926" y="18355"/>
                    </a:cubicBezTo>
                    <a:cubicBezTo>
                      <a:pt x="18926" y="17723"/>
                      <a:pt x="18184" y="17290"/>
                      <a:pt x="17452" y="17290"/>
                    </a:cubicBezTo>
                    <a:cubicBezTo>
                      <a:pt x="17052" y="17290"/>
                      <a:pt x="17052" y="18937"/>
                      <a:pt x="17052" y="18064"/>
                    </a:cubicBezTo>
                    <a:cubicBezTo>
                      <a:pt x="17052" y="17964"/>
                      <a:pt x="16993" y="17773"/>
                      <a:pt x="16827" y="17773"/>
                    </a:cubicBezTo>
                    <a:cubicBezTo>
                      <a:pt x="16485" y="17773"/>
                      <a:pt x="16251" y="18014"/>
                      <a:pt x="16251" y="18305"/>
                    </a:cubicBezTo>
                    <a:cubicBezTo>
                      <a:pt x="16251" y="18496"/>
                      <a:pt x="16251" y="18496"/>
                      <a:pt x="16251" y="18496"/>
                    </a:cubicBezTo>
                    <a:cubicBezTo>
                      <a:pt x="16144" y="18455"/>
                      <a:pt x="16085" y="18455"/>
                      <a:pt x="15968" y="18405"/>
                    </a:cubicBezTo>
                    <a:cubicBezTo>
                      <a:pt x="16027" y="18646"/>
                      <a:pt x="16144" y="18788"/>
                      <a:pt x="16144" y="19037"/>
                    </a:cubicBezTo>
                    <a:cubicBezTo>
                      <a:pt x="16144" y="19320"/>
                      <a:pt x="16202" y="19711"/>
                      <a:pt x="15861" y="19711"/>
                    </a:cubicBezTo>
                    <a:cubicBezTo>
                      <a:pt x="15568" y="19711"/>
                      <a:pt x="15344" y="19611"/>
                      <a:pt x="15236" y="19370"/>
                    </a:cubicBezTo>
                    <a:cubicBezTo>
                      <a:pt x="15236" y="19279"/>
                      <a:pt x="15236" y="19279"/>
                      <a:pt x="15236" y="19279"/>
                    </a:cubicBezTo>
                    <a:cubicBezTo>
                      <a:pt x="15002" y="19320"/>
                      <a:pt x="14836" y="19229"/>
                      <a:pt x="14611" y="19179"/>
                    </a:cubicBezTo>
                    <a:cubicBezTo>
                      <a:pt x="14836" y="19420"/>
                      <a:pt x="15002" y="19570"/>
                      <a:pt x="15002" y="19853"/>
                    </a:cubicBezTo>
                    <a:cubicBezTo>
                      <a:pt x="15002" y="19953"/>
                      <a:pt x="14943" y="20002"/>
                      <a:pt x="14836" y="20052"/>
                    </a:cubicBezTo>
                    <a:cubicBezTo>
                      <a:pt x="14836" y="20102"/>
                      <a:pt x="14943" y="20144"/>
                      <a:pt x="14943" y="20194"/>
                    </a:cubicBezTo>
                    <a:cubicBezTo>
                      <a:pt x="14943" y="20435"/>
                      <a:pt x="14660" y="20535"/>
                      <a:pt x="14436" y="20726"/>
                    </a:cubicBezTo>
                    <a:cubicBezTo>
                      <a:pt x="14211" y="21018"/>
                      <a:pt x="14377" y="21600"/>
                      <a:pt x="13928" y="21600"/>
                    </a:cubicBezTo>
                    <a:cubicBezTo>
                      <a:pt x="13352" y="21600"/>
                      <a:pt x="13186" y="21117"/>
                      <a:pt x="12620" y="21117"/>
                    </a:cubicBezTo>
                    <a:cubicBezTo>
                      <a:pt x="12220" y="21117"/>
                      <a:pt x="12054" y="21117"/>
                      <a:pt x="11654" y="21117"/>
                    </a:cubicBezTo>
                    <a:cubicBezTo>
                      <a:pt x="11478" y="21117"/>
                      <a:pt x="11430" y="21018"/>
                      <a:pt x="11254" y="21018"/>
                    </a:cubicBezTo>
                    <a:cubicBezTo>
                      <a:pt x="10971" y="21018"/>
                      <a:pt x="10912" y="21359"/>
                      <a:pt x="10571" y="21359"/>
                    </a:cubicBezTo>
                    <a:cubicBezTo>
                      <a:pt x="10122" y="21359"/>
                      <a:pt x="10346" y="20776"/>
                      <a:pt x="10063" y="20435"/>
                    </a:cubicBezTo>
                    <a:cubicBezTo>
                      <a:pt x="9780" y="20102"/>
                      <a:pt x="9546" y="19853"/>
                      <a:pt x="9204" y="19520"/>
                    </a:cubicBezTo>
                    <a:cubicBezTo>
                      <a:pt x="8872" y="18838"/>
                      <a:pt x="8248" y="18696"/>
                      <a:pt x="7847" y="18014"/>
                    </a:cubicBezTo>
                    <a:cubicBezTo>
                      <a:pt x="7506" y="17481"/>
                      <a:pt x="7506" y="17140"/>
                      <a:pt x="7330" y="16608"/>
                    </a:cubicBezTo>
                    <a:cubicBezTo>
                      <a:pt x="7223" y="16366"/>
                      <a:pt x="7047" y="16275"/>
                      <a:pt x="6940" y="16034"/>
                    </a:cubicBezTo>
                    <a:cubicBezTo>
                      <a:pt x="6823" y="15784"/>
                      <a:pt x="6940" y="15643"/>
                      <a:pt x="6881" y="15351"/>
                    </a:cubicBezTo>
                    <a:cubicBezTo>
                      <a:pt x="6823" y="14869"/>
                      <a:pt x="6540" y="14627"/>
                      <a:pt x="6481" y="14145"/>
                    </a:cubicBezTo>
                    <a:cubicBezTo>
                      <a:pt x="6540" y="14186"/>
                      <a:pt x="6540" y="14186"/>
                      <a:pt x="6540" y="14186"/>
                    </a:cubicBezTo>
                    <a:cubicBezTo>
                      <a:pt x="6764" y="14528"/>
                      <a:pt x="7047" y="14627"/>
                      <a:pt x="7389" y="14869"/>
                    </a:cubicBezTo>
                    <a:cubicBezTo>
                      <a:pt x="7672" y="15060"/>
                      <a:pt x="7447" y="15643"/>
                      <a:pt x="7613" y="15210"/>
                    </a:cubicBezTo>
                    <a:cubicBezTo>
                      <a:pt x="7789" y="15251"/>
                      <a:pt x="7847" y="15301"/>
                      <a:pt x="8013" y="15401"/>
                    </a:cubicBezTo>
                    <a:cubicBezTo>
                      <a:pt x="8013" y="15210"/>
                      <a:pt x="8013" y="15210"/>
                      <a:pt x="8013" y="15210"/>
                    </a:cubicBezTo>
                    <a:cubicBezTo>
                      <a:pt x="8013" y="14719"/>
                      <a:pt x="7506" y="14528"/>
                      <a:pt x="7281" y="14095"/>
                    </a:cubicBezTo>
                    <a:cubicBezTo>
                      <a:pt x="7164" y="13804"/>
                      <a:pt x="7047" y="13512"/>
                      <a:pt x="6705" y="13512"/>
                    </a:cubicBezTo>
                    <a:cubicBezTo>
                      <a:pt x="6705" y="12298"/>
                      <a:pt x="5690" y="11815"/>
                      <a:pt x="5066" y="10700"/>
                    </a:cubicBezTo>
                    <a:cubicBezTo>
                      <a:pt x="4773" y="10267"/>
                      <a:pt x="4382" y="10118"/>
                      <a:pt x="4382" y="9635"/>
                    </a:cubicBezTo>
                    <a:cubicBezTo>
                      <a:pt x="4382" y="9585"/>
                      <a:pt x="4490" y="9585"/>
                      <a:pt x="4490" y="9544"/>
                    </a:cubicBezTo>
                    <a:cubicBezTo>
                      <a:pt x="4490" y="8811"/>
                      <a:pt x="4099" y="8379"/>
                      <a:pt x="3865" y="7647"/>
                    </a:cubicBezTo>
                    <a:cubicBezTo>
                      <a:pt x="3865" y="7555"/>
                      <a:pt x="3699" y="7555"/>
                      <a:pt x="3699" y="7405"/>
                    </a:cubicBezTo>
                    <a:cubicBezTo>
                      <a:pt x="3699" y="6973"/>
                      <a:pt x="4099" y="6831"/>
                      <a:pt x="4148" y="6390"/>
                    </a:cubicBezTo>
                    <a:cubicBezTo>
                      <a:pt x="4041" y="5808"/>
                      <a:pt x="4041" y="5808"/>
                      <a:pt x="4041" y="5808"/>
                    </a:cubicBezTo>
                    <a:cubicBezTo>
                      <a:pt x="4148" y="5808"/>
                      <a:pt x="4148" y="5808"/>
                      <a:pt x="4148" y="5808"/>
                    </a:cubicBezTo>
                    <a:cubicBezTo>
                      <a:pt x="4207" y="5858"/>
                      <a:pt x="4265" y="5908"/>
                      <a:pt x="4324" y="5957"/>
                    </a:cubicBezTo>
                    <a:cubicBezTo>
                      <a:pt x="4666" y="6099"/>
                      <a:pt x="4890" y="6099"/>
                      <a:pt x="5232" y="6149"/>
                    </a:cubicBezTo>
                    <a:cubicBezTo>
                      <a:pt x="5515" y="6249"/>
                      <a:pt x="5573" y="6440"/>
                      <a:pt x="5856" y="6440"/>
                    </a:cubicBezTo>
                    <a:cubicBezTo>
                      <a:pt x="6022" y="6440"/>
                      <a:pt x="6081" y="6340"/>
                      <a:pt x="6256" y="6340"/>
                    </a:cubicBezTo>
                    <a:cubicBezTo>
                      <a:pt x="6823" y="6340"/>
                      <a:pt x="7047" y="6631"/>
                      <a:pt x="7564" y="6781"/>
                    </a:cubicBezTo>
                    <a:cubicBezTo>
                      <a:pt x="8579" y="7164"/>
                      <a:pt x="9155" y="7405"/>
                      <a:pt x="10170" y="7796"/>
                    </a:cubicBezTo>
                    <a:cubicBezTo>
                      <a:pt x="10688" y="7938"/>
                      <a:pt x="11029" y="8187"/>
                      <a:pt x="11595" y="8187"/>
                    </a:cubicBezTo>
                    <a:cubicBezTo>
                      <a:pt x="12103" y="8187"/>
                      <a:pt x="12103" y="8187"/>
                      <a:pt x="12103" y="8187"/>
                    </a:cubicBezTo>
                    <a:cubicBezTo>
                      <a:pt x="12445" y="8187"/>
                      <a:pt x="12562" y="8429"/>
                      <a:pt x="12903" y="8570"/>
                    </a:cubicBezTo>
                    <a:cubicBezTo>
                      <a:pt x="12962" y="8229"/>
                      <a:pt x="12962" y="7796"/>
                      <a:pt x="13352" y="7796"/>
                    </a:cubicBezTo>
                    <a:cubicBezTo>
                      <a:pt x="13645" y="7796"/>
                      <a:pt x="13811" y="7988"/>
                      <a:pt x="14036" y="8137"/>
                    </a:cubicBezTo>
                    <a:cubicBezTo>
                      <a:pt x="14377" y="8379"/>
                      <a:pt x="14494" y="8570"/>
                      <a:pt x="14777" y="8861"/>
                    </a:cubicBezTo>
                    <a:cubicBezTo>
                      <a:pt x="14895" y="9103"/>
                      <a:pt x="14270" y="7796"/>
                      <a:pt x="14270" y="7605"/>
                    </a:cubicBezTo>
                    <a:cubicBezTo>
                      <a:pt x="14270" y="7405"/>
                      <a:pt x="14270" y="7405"/>
                      <a:pt x="14270" y="7405"/>
                    </a:cubicBezTo>
                    <a:cubicBezTo>
                      <a:pt x="14319" y="7405"/>
                      <a:pt x="14377" y="7405"/>
                      <a:pt x="14377" y="7405"/>
                    </a:cubicBezTo>
                    <a:cubicBezTo>
                      <a:pt x="14719" y="7405"/>
                      <a:pt x="14895" y="7605"/>
                      <a:pt x="15236" y="7605"/>
                    </a:cubicBezTo>
                    <a:cubicBezTo>
                      <a:pt x="15568" y="7605"/>
                      <a:pt x="15685" y="7264"/>
                      <a:pt x="15968" y="7264"/>
                    </a:cubicBezTo>
                    <a:cubicBezTo>
                      <a:pt x="16202" y="7264"/>
                      <a:pt x="16310" y="7555"/>
                      <a:pt x="16534" y="7555"/>
                    </a:cubicBezTo>
                    <a:cubicBezTo>
                      <a:pt x="17159" y="7555"/>
                      <a:pt x="17452" y="7072"/>
                      <a:pt x="17735" y="6582"/>
                    </a:cubicBezTo>
                    <a:cubicBezTo>
                      <a:pt x="18076" y="6731"/>
                      <a:pt x="18184" y="6923"/>
                      <a:pt x="18584" y="6923"/>
                    </a:cubicBezTo>
                    <a:cubicBezTo>
                      <a:pt x="19043" y="6923"/>
                      <a:pt x="19384" y="6631"/>
                      <a:pt x="19384" y="6249"/>
                    </a:cubicBezTo>
                    <a:cubicBezTo>
                      <a:pt x="19384" y="5858"/>
                      <a:pt x="21083" y="7022"/>
                      <a:pt x="21083" y="7364"/>
                    </a:cubicBezTo>
                    <a:cubicBezTo>
                      <a:pt x="21083" y="7555"/>
                      <a:pt x="20692" y="7555"/>
                      <a:pt x="20692" y="7746"/>
                    </a:cubicBezTo>
                    <a:cubicBezTo>
                      <a:pt x="20692" y="7796"/>
                      <a:pt x="20741" y="7796"/>
                      <a:pt x="20741" y="7846"/>
                    </a:cubicBezTo>
                    <a:cubicBezTo>
                      <a:pt x="20741" y="8470"/>
                      <a:pt x="20741" y="8470"/>
                      <a:pt x="20741" y="8470"/>
                    </a:cubicBezTo>
                    <a:cubicBezTo>
                      <a:pt x="20741" y="8670"/>
                      <a:pt x="20917" y="8761"/>
                      <a:pt x="20917" y="8961"/>
                    </a:cubicBezTo>
                    <a:cubicBezTo>
                      <a:pt x="20917" y="9153"/>
                      <a:pt x="20800" y="9294"/>
                      <a:pt x="20800" y="9494"/>
                    </a:cubicBezTo>
                    <a:cubicBezTo>
                      <a:pt x="20800" y="9976"/>
                      <a:pt x="20800" y="9976"/>
                      <a:pt x="20800" y="9976"/>
                    </a:cubicBezTo>
                    <a:cubicBezTo>
                      <a:pt x="20800" y="10267"/>
                      <a:pt x="21083" y="10409"/>
                      <a:pt x="21083" y="10750"/>
                    </a:cubicBezTo>
                    <a:cubicBezTo>
                      <a:pt x="21083" y="11041"/>
                      <a:pt x="20858" y="11233"/>
                      <a:pt x="20858" y="11524"/>
                    </a:cubicBezTo>
                    <a:cubicBezTo>
                      <a:pt x="20858" y="11815"/>
                      <a:pt x="20917" y="11965"/>
                      <a:pt x="20917" y="12256"/>
                    </a:cubicBezTo>
                    <a:cubicBezTo>
                      <a:pt x="20917" y="12497"/>
                      <a:pt x="20741" y="12639"/>
                      <a:pt x="20741" y="12880"/>
                    </a:cubicBezTo>
                    <a:cubicBezTo>
                      <a:pt x="20741" y="13030"/>
                      <a:pt x="20917" y="13121"/>
                      <a:pt x="20975" y="13271"/>
                    </a:cubicBezTo>
                    <a:cubicBezTo>
                      <a:pt x="20800" y="13271"/>
                      <a:pt x="20741" y="13121"/>
                      <a:pt x="20517" y="13121"/>
                    </a:cubicBezTo>
                    <a:cubicBezTo>
                      <a:pt x="20517" y="13071"/>
                      <a:pt x="20517" y="13071"/>
                      <a:pt x="20517" y="13030"/>
                    </a:cubicBezTo>
                    <a:cubicBezTo>
                      <a:pt x="20517" y="12930"/>
                      <a:pt x="20575" y="12880"/>
                      <a:pt x="20575" y="12739"/>
                    </a:cubicBezTo>
                    <a:cubicBezTo>
                      <a:pt x="20116" y="12930"/>
                      <a:pt x="20009" y="13321"/>
                      <a:pt x="19892" y="13754"/>
                    </a:cubicBezTo>
                    <a:cubicBezTo>
                      <a:pt x="19775" y="14095"/>
                      <a:pt x="19550" y="14236"/>
                      <a:pt x="19550" y="14627"/>
                    </a:cubicBezTo>
                    <a:cubicBezTo>
                      <a:pt x="19550" y="14677"/>
                      <a:pt x="19609" y="14677"/>
                      <a:pt x="19609" y="14719"/>
                    </a:cubicBezTo>
                    <a:close/>
                    <a:moveTo>
                      <a:pt x="16368" y="19853"/>
                    </a:moveTo>
                    <a:cubicBezTo>
                      <a:pt x="16310" y="19811"/>
                      <a:pt x="16310" y="19811"/>
                      <a:pt x="16251" y="19811"/>
                    </a:cubicBezTo>
                    <a:cubicBezTo>
                      <a:pt x="15910" y="19811"/>
                      <a:pt x="15968" y="20194"/>
                      <a:pt x="15802" y="20435"/>
                    </a:cubicBezTo>
                    <a:cubicBezTo>
                      <a:pt x="15968" y="20585"/>
                      <a:pt x="15968" y="20776"/>
                      <a:pt x="16144" y="20926"/>
                    </a:cubicBezTo>
                    <a:cubicBezTo>
                      <a:pt x="16368" y="20726"/>
                      <a:pt x="16310" y="20535"/>
                      <a:pt x="16427" y="20394"/>
                    </a:cubicBezTo>
                    <a:cubicBezTo>
                      <a:pt x="16368" y="20194"/>
                      <a:pt x="16368" y="20194"/>
                      <a:pt x="16368" y="20194"/>
                    </a:cubicBezTo>
                    <a:cubicBezTo>
                      <a:pt x="16368" y="19853"/>
                      <a:pt x="16368" y="19853"/>
                      <a:pt x="16368" y="19853"/>
                    </a:cubicBezTo>
                    <a:close/>
                    <a:moveTo>
                      <a:pt x="20058" y="16075"/>
                    </a:moveTo>
                    <a:cubicBezTo>
                      <a:pt x="20058" y="16034"/>
                      <a:pt x="20058" y="16034"/>
                      <a:pt x="20058" y="16034"/>
                    </a:cubicBezTo>
                    <a:cubicBezTo>
                      <a:pt x="19950" y="15984"/>
                      <a:pt x="19950" y="15984"/>
                      <a:pt x="19950" y="15984"/>
                    </a:cubicBezTo>
                    <a:cubicBezTo>
                      <a:pt x="19833" y="16175"/>
                      <a:pt x="19833" y="16275"/>
                      <a:pt x="19775" y="16416"/>
                    </a:cubicBezTo>
                    <a:cubicBezTo>
                      <a:pt x="19833" y="16416"/>
                      <a:pt x="19892" y="16466"/>
                      <a:pt x="19950" y="16466"/>
                    </a:cubicBezTo>
                    <a:cubicBezTo>
                      <a:pt x="20009" y="16466"/>
                      <a:pt x="20058" y="16416"/>
                      <a:pt x="20116" y="16416"/>
                    </a:cubicBezTo>
                    <a:cubicBezTo>
                      <a:pt x="20058" y="16075"/>
                      <a:pt x="20058" y="16075"/>
                      <a:pt x="20058" y="16075"/>
                    </a:cubicBezTo>
                    <a:close/>
                    <a:moveTo>
                      <a:pt x="5007" y="5566"/>
                    </a:moveTo>
                    <a:cubicBezTo>
                      <a:pt x="4949" y="5716"/>
                      <a:pt x="4949" y="5808"/>
                      <a:pt x="4890" y="5908"/>
                    </a:cubicBezTo>
                    <a:cubicBezTo>
                      <a:pt x="5007" y="5957"/>
                      <a:pt x="5007" y="5957"/>
                      <a:pt x="5007" y="5957"/>
                    </a:cubicBezTo>
                    <a:cubicBezTo>
                      <a:pt x="5232" y="5908"/>
                      <a:pt x="5349" y="5858"/>
                      <a:pt x="5456" y="5716"/>
                    </a:cubicBezTo>
                    <a:cubicBezTo>
                      <a:pt x="5290" y="5666"/>
                      <a:pt x="5173" y="5616"/>
                      <a:pt x="5007" y="5566"/>
                    </a:cubicBezTo>
                    <a:close/>
                    <a:moveTo>
                      <a:pt x="18701" y="1406"/>
                    </a:moveTo>
                    <a:cubicBezTo>
                      <a:pt x="18984" y="1548"/>
                      <a:pt x="19101" y="1789"/>
                      <a:pt x="19101" y="2080"/>
                    </a:cubicBezTo>
                    <a:cubicBezTo>
                      <a:pt x="19101" y="2130"/>
                      <a:pt x="19043" y="2130"/>
                      <a:pt x="18984" y="2180"/>
                    </a:cubicBezTo>
                    <a:cubicBezTo>
                      <a:pt x="19043" y="2271"/>
                      <a:pt x="19043" y="2271"/>
                      <a:pt x="19043" y="2271"/>
                    </a:cubicBezTo>
                    <a:cubicBezTo>
                      <a:pt x="19433" y="2271"/>
                      <a:pt x="19492" y="2613"/>
                      <a:pt x="19667" y="2954"/>
                    </a:cubicBezTo>
                    <a:cubicBezTo>
                      <a:pt x="19775" y="3195"/>
                      <a:pt x="19892" y="3295"/>
                      <a:pt x="20009" y="3536"/>
                    </a:cubicBezTo>
                    <a:cubicBezTo>
                      <a:pt x="20234" y="3486"/>
                      <a:pt x="20234" y="3245"/>
                      <a:pt x="20458" y="3245"/>
                    </a:cubicBezTo>
                    <a:cubicBezTo>
                      <a:pt x="20634" y="3245"/>
                      <a:pt x="20741" y="3295"/>
                      <a:pt x="20917" y="3337"/>
                    </a:cubicBezTo>
                    <a:cubicBezTo>
                      <a:pt x="20917" y="3295"/>
                      <a:pt x="20917" y="3295"/>
                      <a:pt x="20917" y="3195"/>
                    </a:cubicBezTo>
                    <a:cubicBezTo>
                      <a:pt x="20917" y="3095"/>
                      <a:pt x="20917" y="3004"/>
                      <a:pt x="20917" y="2854"/>
                    </a:cubicBezTo>
                    <a:cubicBezTo>
                      <a:pt x="20858" y="2854"/>
                      <a:pt x="20800" y="2854"/>
                      <a:pt x="20692" y="2854"/>
                    </a:cubicBezTo>
                    <a:cubicBezTo>
                      <a:pt x="20634" y="2854"/>
                      <a:pt x="20634" y="2804"/>
                      <a:pt x="20575" y="2804"/>
                    </a:cubicBezTo>
                    <a:cubicBezTo>
                      <a:pt x="20692" y="2663"/>
                      <a:pt x="20800" y="2613"/>
                      <a:pt x="20800" y="2471"/>
                    </a:cubicBezTo>
                    <a:cubicBezTo>
                      <a:pt x="20800" y="1980"/>
                      <a:pt x="20800" y="1980"/>
                      <a:pt x="20800" y="1980"/>
                    </a:cubicBezTo>
                    <a:cubicBezTo>
                      <a:pt x="19950" y="1980"/>
                      <a:pt x="19833" y="1256"/>
                      <a:pt x="19209" y="774"/>
                    </a:cubicBezTo>
                    <a:cubicBezTo>
                      <a:pt x="19101" y="1065"/>
                      <a:pt x="18984" y="1256"/>
                      <a:pt x="18701" y="1406"/>
                    </a:cubicBezTo>
                    <a:close/>
                    <a:moveTo>
                      <a:pt x="20341" y="4019"/>
                    </a:moveTo>
                    <a:cubicBezTo>
                      <a:pt x="20234" y="4019"/>
                      <a:pt x="20116" y="3969"/>
                      <a:pt x="20009" y="3969"/>
                    </a:cubicBezTo>
                    <a:cubicBezTo>
                      <a:pt x="19775" y="3969"/>
                      <a:pt x="19550" y="4119"/>
                      <a:pt x="19550" y="4260"/>
                    </a:cubicBezTo>
                    <a:cubicBezTo>
                      <a:pt x="19775" y="4402"/>
                      <a:pt x="19950" y="4451"/>
                      <a:pt x="20234" y="4451"/>
                    </a:cubicBezTo>
                    <a:cubicBezTo>
                      <a:pt x="20458" y="4451"/>
                      <a:pt x="20634" y="4402"/>
                      <a:pt x="20858" y="4310"/>
                    </a:cubicBezTo>
                    <a:cubicBezTo>
                      <a:pt x="20975" y="4402"/>
                      <a:pt x="21024" y="4501"/>
                      <a:pt x="21141" y="4651"/>
                    </a:cubicBezTo>
                    <a:cubicBezTo>
                      <a:pt x="21307" y="4551"/>
                      <a:pt x="21424" y="4501"/>
                      <a:pt x="21600" y="4360"/>
                    </a:cubicBezTo>
                    <a:cubicBezTo>
                      <a:pt x="21424" y="4160"/>
                      <a:pt x="21307" y="4019"/>
                      <a:pt x="21200" y="3778"/>
                    </a:cubicBezTo>
                    <a:cubicBezTo>
                      <a:pt x="21083" y="3728"/>
                      <a:pt x="21083" y="3728"/>
                      <a:pt x="21083" y="3728"/>
                    </a:cubicBezTo>
                    <a:cubicBezTo>
                      <a:pt x="20917" y="3969"/>
                      <a:pt x="20634" y="4019"/>
                      <a:pt x="20341" y="4019"/>
                    </a:cubicBezTo>
                    <a:close/>
                    <a:moveTo>
                      <a:pt x="20175" y="4984"/>
                    </a:moveTo>
                    <a:cubicBezTo>
                      <a:pt x="20175" y="5034"/>
                      <a:pt x="20175" y="5084"/>
                      <a:pt x="20175" y="5134"/>
                    </a:cubicBezTo>
                    <a:cubicBezTo>
                      <a:pt x="20399" y="5084"/>
                      <a:pt x="20517" y="4984"/>
                      <a:pt x="20634" y="4843"/>
                    </a:cubicBezTo>
                    <a:cubicBezTo>
                      <a:pt x="20458" y="4793"/>
                      <a:pt x="20175" y="4843"/>
                      <a:pt x="20175" y="4984"/>
                    </a:cubicBezTo>
                    <a:close/>
                    <a:moveTo>
                      <a:pt x="4714" y="4501"/>
                    </a:moveTo>
                    <a:cubicBezTo>
                      <a:pt x="5232" y="4501"/>
                      <a:pt x="5232" y="4501"/>
                      <a:pt x="5232" y="4501"/>
                    </a:cubicBezTo>
                    <a:cubicBezTo>
                      <a:pt x="5232" y="4402"/>
                      <a:pt x="5232" y="4360"/>
                      <a:pt x="5232" y="4210"/>
                    </a:cubicBezTo>
                    <a:cubicBezTo>
                      <a:pt x="5007" y="4260"/>
                      <a:pt x="4890" y="4402"/>
                      <a:pt x="4714" y="4501"/>
                    </a:cubicBezTo>
                    <a:close/>
                    <a:moveTo>
                      <a:pt x="800" y="191"/>
                    </a:moveTo>
                    <a:cubicBezTo>
                      <a:pt x="742" y="141"/>
                      <a:pt x="683" y="92"/>
                      <a:pt x="576" y="50"/>
                    </a:cubicBezTo>
                    <a:cubicBezTo>
                      <a:pt x="517" y="0"/>
                      <a:pt x="517" y="0"/>
                      <a:pt x="517" y="0"/>
                    </a:cubicBezTo>
                    <a:cubicBezTo>
                      <a:pt x="517" y="141"/>
                      <a:pt x="576" y="241"/>
                      <a:pt x="517" y="383"/>
                    </a:cubicBezTo>
                    <a:cubicBezTo>
                      <a:pt x="400" y="533"/>
                      <a:pt x="117" y="483"/>
                      <a:pt x="117" y="624"/>
                    </a:cubicBezTo>
                    <a:cubicBezTo>
                      <a:pt x="117" y="774"/>
                      <a:pt x="234" y="824"/>
                      <a:pt x="234" y="965"/>
                    </a:cubicBezTo>
                    <a:cubicBezTo>
                      <a:pt x="234" y="1206"/>
                      <a:pt x="0" y="1306"/>
                      <a:pt x="0" y="1548"/>
                    </a:cubicBezTo>
                    <a:cubicBezTo>
                      <a:pt x="0" y="1739"/>
                      <a:pt x="0" y="1739"/>
                      <a:pt x="0" y="1739"/>
                    </a:cubicBezTo>
                    <a:cubicBezTo>
                      <a:pt x="117" y="1739"/>
                      <a:pt x="176" y="1739"/>
                      <a:pt x="283" y="1739"/>
                    </a:cubicBezTo>
                    <a:cubicBezTo>
                      <a:pt x="283" y="2712"/>
                      <a:pt x="283" y="2712"/>
                      <a:pt x="283" y="2712"/>
                    </a:cubicBezTo>
                    <a:cubicBezTo>
                      <a:pt x="283" y="2712"/>
                      <a:pt x="342" y="2762"/>
                      <a:pt x="400" y="2762"/>
                    </a:cubicBezTo>
                    <a:cubicBezTo>
                      <a:pt x="576" y="2762"/>
                      <a:pt x="576" y="2613"/>
                      <a:pt x="683" y="2513"/>
                    </a:cubicBezTo>
                    <a:cubicBezTo>
                      <a:pt x="1025" y="2371"/>
                      <a:pt x="1308" y="2180"/>
                      <a:pt x="1308" y="1839"/>
                    </a:cubicBezTo>
                    <a:cubicBezTo>
                      <a:pt x="1308" y="1498"/>
                      <a:pt x="1142" y="1356"/>
                      <a:pt x="1142" y="1065"/>
                    </a:cubicBezTo>
                    <a:cubicBezTo>
                      <a:pt x="1142" y="824"/>
                      <a:pt x="1249" y="674"/>
                      <a:pt x="1249" y="383"/>
                    </a:cubicBezTo>
                    <a:cubicBezTo>
                      <a:pt x="1249" y="241"/>
                      <a:pt x="966" y="241"/>
                      <a:pt x="800" y="191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22860" tIns="22860" rIns="22860" bIns="22860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200" cap="none" spc="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600"/>
              </a:p>
            </p:txBody>
          </p:sp>
        </p:grpSp>
        <p:sp>
          <p:nvSpPr>
            <p:cNvPr id="663" name="TextBox 662">
              <a:extLst>
                <a:ext uri="{FF2B5EF4-FFF2-40B4-BE49-F238E27FC236}">
                  <a16:creationId xmlns:a16="http://schemas.microsoft.com/office/drawing/2014/main" id="{A86BEB8C-8094-4834-AC38-D10BB18DDE04}"/>
                </a:ext>
              </a:extLst>
            </p:cNvPr>
            <p:cNvSpPr txBox="1"/>
            <p:nvPr/>
          </p:nvSpPr>
          <p:spPr>
            <a:xfrm>
              <a:off x="7670359" y="2655294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tx2">
                      <a:lumMod val="60000"/>
                      <a:lumOff val="4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en-US" dirty="0">
                  <a:sym typeface="Proxima Nova"/>
                </a:rPr>
                <a:t>AUSTRALIA</a:t>
              </a:r>
            </a:p>
          </p:txBody>
        </p:sp>
      </p:grpSp>
      <p:grpSp>
        <p:nvGrpSpPr>
          <p:cNvPr id="736" name="Group 735">
            <a:extLst>
              <a:ext uri="{FF2B5EF4-FFF2-40B4-BE49-F238E27FC236}">
                <a16:creationId xmlns:a16="http://schemas.microsoft.com/office/drawing/2014/main" id="{A5415900-0608-4CBD-84BA-8B26D9E9BC47}"/>
              </a:ext>
            </a:extLst>
          </p:cNvPr>
          <p:cNvGrpSpPr/>
          <p:nvPr/>
        </p:nvGrpSpPr>
        <p:grpSpPr>
          <a:xfrm>
            <a:off x="791800" y="3061398"/>
            <a:ext cx="10429130" cy="1651333"/>
            <a:chOff x="830694" y="3147977"/>
            <a:chExt cx="10429130" cy="1651333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717" name="Group 716">
              <a:extLst>
                <a:ext uri="{FF2B5EF4-FFF2-40B4-BE49-F238E27FC236}">
                  <a16:creationId xmlns:a16="http://schemas.microsoft.com/office/drawing/2014/main" id="{82012C37-2380-4AB9-844D-513E1B02C36B}"/>
                </a:ext>
              </a:extLst>
            </p:cNvPr>
            <p:cNvGrpSpPr/>
            <p:nvPr/>
          </p:nvGrpSpPr>
          <p:grpSpPr>
            <a:xfrm>
              <a:off x="830694" y="3147977"/>
              <a:ext cx="1622169" cy="1651333"/>
              <a:chOff x="830694" y="3147977"/>
              <a:chExt cx="1622169" cy="1651333"/>
            </a:xfrm>
            <a:grpFill/>
          </p:grpSpPr>
          <p:sp>
            <p:nvSpPr>
              <p:cNvPr id="528" name="TextBox 527">
                <a:extLst>
                  <a:ext uri="{FF2B5EF4-FFF2-40B4-BE49-F238E27FC236}">
                    <a16:creationId xmlns:a16="http://schemas.microsoft.com/office/drawing/2014/main" id="{A80A3242-3466-4796-8BE8-AABC887737A4}"/>
                  </a:ext>
                </a:extLst>
              </p:cNvPr>
              <p:cNvSpPr txBox="1"/>
              <p:nvPr/>
            </p:nvSpPr>
            <p:spPr>
              <a:xfrm>
                <a:off x="1329577" y="4537700"/>
                <a:ext cx="66236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10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</a:lstStyle>
              <a:p>
                <a:r>
                  <a:rPr lang="en-US" dirty="0"/>
                  <a:t>CANDA</a:t>
                </a:r>
                <a:endParaRPr lang="id-ID" dirty="0"/>
              </a:p>
            </p:txBody>
          </p:sp>
          <p:grpSp>
            <p:nvGrpSpPr>
              <p:cNvPr id="529" name="Group">
                <a:extLst>
                  <a:ext uri="{FF2B5EF4-FFF2-40B4-BE49-F238E27FC236}">
                    <a16:creationId xmlns:a16="http://schemas.microsoft.com/office/drawing/2014/main" id="{AE347F60-F84B-413C-853B-2101CA85EB9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30694" y="3147977"/>
                <a:ext cx="1622169" cy="1097280"/>
                <a:chOff x="0" y="2"/>
                <a:chExt cx="8505280" cy="5753211"/>
              </a:xfrm>
              <a:grpFill/>
            </p:grpSpPr>
            <p:sp>
              <p:nvSpPr>
                <p:cNvPr id="530" name="Shape">
                  <a:extLst>
                    <a:ext uri="{FF2B5EF4-FFF2-40B4-BE49-F238E27FC236}">
                      <a16:creationId xmlns:a16="http://schemas.microsoft.com/office/drawing/2014/main" id="{F80CA8EC-2A85-444B-9A43-A486C2C348A0}"/>
                    </a:ext>
                  </a:extLst>
                </p:cNvPr>
                <p:cNvSpPr/>
                <p:nvPr/>
              </p:nvSpPr>
              <p:spPr>
                <a:xfrm>
                  <a:off x="3519774" y="595110"/>
                  <a:ext cx="352279" cy="4637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31" h="21600" extrusionOk="0">
                      <a:moveTo>
                        <a:pt x="21323" y="8028"/>
                      </a:moveTo>
                      <a:cubicBezTo>
                        <a:pt x="21046" y="7646"/>
                        <a:pt x="20492" y="7455"/>
                        <a:pt x="19938" y="7455"/>
                      </a:cubicBezTo>
                      <a:cubicBezTo>
                        <a:pt x="19662" y="7455"/>
                        <a:pt x="19662" y="7455"/>
                        <a:pt x="19662" y="7455"/>
                      </a:cubicBezTo>
                      <a:cubicBezTo>
                        <a:pt x="19108" y="7455"/>
                        <a:pt x="18554" y="7837"/>
                        <a:pt x="18277" y="8411"/>
                      </a:cubicBezTo>
                      <a:cubicBezTo>
                        <a:pt x="18000" y="8411"/>
                        <a:pt x="18000" y="8602"/>
                        <a:pt x="18000" y="8602"/>
                      </a:cubicBezTo>
                      <a:cubicBezTo>
                        <a:pt x="17723" y="8411"/>
                        <a:pt x="17169" y="8411"/>
                        <a:pt x="16892" y="8411"/>
                      </a:cubicBezTo>
                      <a:cubicBezTo>
                        <a:pt x="16615" y="8411"/>
                        <a:pt x="16338" y="8411"/>
                        <a:pt x="16338" y="8219"/>
                      </a:cubicBezTo>
                      <a:cubicBezTo>
                        <a:pt x="16615" y="8028"/>
                        <a:pt x="17446" y="7455"/>
                        <a:pt x="18000" y="7264"/>
                      </a:cubicBezTo>
                      <a:cubicBezTo>
                        <a:pt x="19108" y="6881"/>
                        <a:pt x="19662" y="6499"/>
                        <a:pt x="19938" y="6308"/>
                      </a:cubicBezTo>
                      <a:cubicBezTo>
                        <a:pt x="20492" y="5352"/>
                        <a:pt x="21600" y="3441"/>
                        <a:pt x="19938" y="2676"/>
                      </a:cubicBezTo>
                      <a:cubicBezTo>
                        <a:pt x="19662" y="2485"/>
                        <a:pt x="19108" y="2485"/>
                        <a:pt x="18831" y="2294"/>
                      </a:cubicBezTo>
                      <a:cubicBezTo>
                        <a:pt x="18554" y="2294"/>
                        <a:pt x="18554" y="2294"/>
                        <a:pt x="18277" y="2294"/>
                      </a:cubicBezTo>
                      <a:cubicBezTo>
                        <a:pt x="18277" y="2103"/>
                        <a:pt x="18554" y="1912"/>
                        <a:pt x="18554" y="1720"/>
                      </a:cubicBezTo>
                      <a:cubicBezTo>
                        <a:pt x="18831" y="1529"/>
                        <a:pt x="19108" y="765"/>
                        <a:pt x="18000" y="191"/>
                      </a:cubicBezTo>
                      <a:cubicBezTo>
                        <a:pt x="18000" y="0"/>
                        <a:pt x="17446" y="0"/>
                        <a:pt x="17169" y="0"/>
                      </a:cubicBezTo>
                      <a:cubicBezTo>
                        <a:pt x="16062" y="0"/>
                        <a:pt x="14677" y="573"/>
                        <a:pt x="14123" y="765"/>
                      </a:cubicBezTo>
                      <a:cubicBezTo>
                        <a:pt x="14123" y="956"/>
                        <a:pt x="13846" y="1147"/>
                        <a:pt x="13569" y="1147"/>
                      </a:cubicBezTo>
                      <a:cubicBezTo>
                        <a:pt x="13292" y="1338"/>
                        <a:pt x="13015" y="1720"/>
                        <a:pt x="12738" y="1720"/>
                      </a:cubicBezTo>
                      <a:cubicBezTo>
                        <a:pt x="12462" y="1720"/>
                        <a:pt x="12462" y="1529"/>
                        <a:pt x="12185" y="1529"/>
                      </a:cubicBezTo>
                      <a:cubicBezTo>
                        <a:pt x="11908" y="1338"/>
                        <a:pt x="11631" y="1147"/>
                        <a:pt x="11077" y="1147"/>
                      </a:cubicBezTo>
                      <a:cubicBezTo>
                        <a:pt x="10800" y="1147"/>
                        <a:pt x="10800" y="1338"/>
                        <a:pt x="10523" y="1338"/>
                      </a:cubicBezTo>
                      <a:cubicBezTo>
                        <a:pt x="10246" y="1338"/>
                        <a:pt x="9969" y="1338"/>
                        <a:pt x="9969" y="1338"/>
                      </a:cubicBezTo>
                      <a:cubicBezTo>
                        <a:pt x="8031" y="1720"/>
                        <a:pt x="7477" y="1720"/>
                        <a:pt x="7200" y="2103"/>
                      </a:cubicBezTo>
                      <a:cubicBezTo>
                        <a:pt x="6646" y="2485"/>
                        <a:pt x="6923" y="2867"/>
                        <a:pt x="6923" y="3058"/>
                      </a:cubicBezTo>
                      <a:cubicBezTo>
                        <a:pt x="6923" y="3058"/>
                        <a:pt x="6923" y="3058"/>
                        <a:pt x="6923" y="3058"/>
                      </a:cubicBezTo>
                      <a:cubicBezTo>
                        <a:pt x="6923" y="3058"/>
                        <a:pt x="6923" y="3058"/>
                        <a:pt x="6646" y="3250"/>
                      </a:cubicBezTo>
                      <a:cubicBezTo>
                        <a:pt x="6369" y="3250"/>
                        <a:pt x="6092" y="3441"/>
                        <a:pt x="5815" y="3632"/>
                      </a:cubicBezTo>
                      <a:cubicBezTo>
                        <a:pt x="5538" y="3823"/>
                        <a:pt x="4708" y="4396"/>
                        <a:pt x="5262" y="4970"/>
                      </a:cubicBezTo>
                      <a:cubicBezTo>
                        <a:pt x="5538" y="5735"/>
                        <a:pt x="6646" y="5926"/>
                        <a:pt x="7754" y="6117"/>
                      </a:cubicBezTo>
                      <a:cubicBezTo>
                        <a:pt x="8031" y="6117"/>
                        <a:pt x="8308" y="6117"/>
                        <a:pt x="8585" y="6308"/>
                      </a:cubicBezTo>
                      <a:cubicBezTo>
                        <a:pt x="8585" y="6308"/>
                        <a:pt x="8585" y="6308"/>
                        <a:pt x="8585" y="6308"/>
                      </a:cubicBezTo>
                      <a:cubicBezTo>
                        <a:pt x="8585" y="6308"/>
                        <a:pt x="8308" y="6499"/>
                        <a:pt x="8308" y="6690"/>
                      </a:cubicBezTo>
                      <a:cubicBezTo>
                        <a:pt x="8031" y="7073"/>
                        <a:pt x="7477" y="7646"/>
                        <a:pt x="8031" y="8219"/>
                      </a:cubicBezTo>
                      <a:cubicBezTo>
                        <a:pt x="8308" y="8602"/>
                        <a:pt x="8308" y="8984"/>
                        <a:pt x="8308" y="9366"/>
                      </a:cubicBezTo>
                      <a:cubicBezTo>
                        <a:pt x="8308" y="9366"/>
                        <a:pt x="8308" y="9558"/>
                        <a:pt x="8031" y="9558"/>
                      </a:cubicBezTo>
                      <a:cubicBezTo>
                        <a:pt x="7754" y="9749"/>
                        <a:pt x="7754" y="9749"/>
                        <a:pt x="7477" y="9749"/>
                      </a:cubicBezTo>
                      <a:cubicBezTo>
                        <a:pt x="6923" y="9749"/>
                        <a:pt x="6092" y="9366"/>
                        <a:pt x="5815" y="8984"/>
                      </a:cubicBezTo>
                      <a:cubicBezTo>
                        <a:pt x="5815" y="8793"/>
                        <a:pt x="5538" y="8602"/>
                        <a:pt x="5538" y="8411"/>
                      </a:cubicBezTo>
                      <a:cubicBezTo>
                        <a:pt x="5262" y="7646"/>
                        <a:pt x="4708" y="6690"/>
                        <a:pt x="3600" y="6308"/>
                      </a:cubicBezTo>
                      <a:cubicBezTo>
                        <a:pt x="3323" y="6308"/>
                        <a:pt x="3046" y="6308"/>
                        <a:pt x="3046" y="6308"/>
                      </a:cubicBezTo>
                      <a:cubicBezTo>
                        <a:pt x="2492" y="6308"/>
                        <a:pt x="1938" y="6499"/>
                        <a:pt x="1385" y="6881"/>
                      </a:cubicBezTo>
                      <a:cubicBezTo>
                        <a:pt x="554" y="7455"/>
                        <a:pt x="0" y="8411"/>
                        <a:pt x="0" y="8984"/>
                      </a:cubicBezTo>
                      <a:cubicBezTo>
                        <a:pt x="277" y="9749"/>
                        <a:pt x="554" y="10322"/>
                        <a:pt x="1108" y="10896"/>
                      </a:cubicBezTo>
                      <a:cubicBezTo>
                        <a:pt x="1385" y="11278"/>
                        <a:pt x="1662" y="11660"/>
                        <a:pt x="1662" y="12042"/>
                      </a:cubicBezTo>
                      <a:cubicBezTo>
                        <a:pt x="2215" y="12807"/>
                        <a:pt x="2769" y="13189"/>
                        <a:pt x="3323" y="13381"/>
                      </a:cubicBezTo>
                      <a:cubicBezTo>
                        <a:pt x="3600" y="13381"/>
                        <a:pt x="3877" y="13572"/>
                        <a:pt x="4154" y="13572"/>
                      </a:cubicBezTo>
                      <a:cubicBezTo>
                        <a:pt x="4431" y="13954"/>
                        <a:pt x="4708" y="14336"/>
                        <a:pt x="5262" y="14719"/>
                      </a:cubicBezTo>
                      <a:cubicBezTo>
                        <a:pt x="5538" y="15101"/>
                        <a:pt x="5815" y="15292"/>
                        <a:pt x="6092" y="15674"/>
                      </a:cubicBezTo>
                      <a:cubicBezTo>
                        <a:pt x="6923" y="16439"/>
                        <a:pt x="7200" y="17204"/>
                        <a:pt x="7754" y="17968"/>
                      </a:cubicBezTo>
                      <a:cubicBezTo>
                        <a:pt x="8031" y="18924"/>
                        <a:pt x="8308" y="19688"/>
                        <a:pt x="9138" y="20453"/>
                      </a:cubicBezTo>
                      <a:cubicBezTo>
                        <a:pt x="9692" y="20835"/>
                        <a:pt x="10523" y="21600"/>
                        <a:pt x="11631" y="21600"/>
                      </a:cubicBezTo>
                      <a:cubicBezTo>
                        <a:pt x="12462" y="21600"/>
                        <a:pt x="13015" y="21409"/>
                        <a:pt x="13292" y="21218"/>
                      </a:cubicBezTo>
                      <a:cubicBezTo>
                        <a:pt x="14123" y="20644"/>
                        <a:pt x="14123" y="20071"/>
                        <a:pt x="14123" y="19497"/>
                      </a:cubicBezTo>
                      <a:cubicBezTo>
                        <a:pt x="14677" y="19497"/>
                        <a:pt x="14954" y="19688"/>
                        <a:pt x="15508" y="19688"/>
                      </a:cubicBezTo>
                      <a:cubicBezTo>
                        <a:pt x="16338" y="19688"/>
                        <a:pt x="16892" y="19497"/>
                        <a:pt x="17446" y="19306"/>
                      </a:cubicBezTo>
                      <a:cubicBezTo>
                        <a:pt x="18831" y="18542"/>
                        <a:pt x="19108" y="17777"/>
                        <a:pt x="19385" y="17012"/>
                      </a:cubicBezTo>
                      <a:cubicBezTo>
                        <a:pt x="19385" y="16630"/>
                        <a:pt x="19385" y="16439"/>
                        <a:pt x="19385" y="16248"/>
                      </a:cubicBezTo>
                      <a:cubicBezTo>
                        <a:pt x="19662" y="15865"/>
                        <a:pt x="19938" y="15483"/>
                        <a:pt x="19938" y="15101"/>
                      </a:cubicBezTo>
                      <a:cubicBezTo>
                        <a:pt x="20492" y="14527"/>
                        <a:pt x="20769" y="13954"/>
                        <a:pt x="20769" y="13189"/>
                      </a:cubicBezTo>
                      <a:cubicBezTo>
                        <a:pt x="21046" y="12234"/>
                        <a:pt x="20492" y="11660"/>
                        <a:pt x="19662" y="11087"/>
                      </a:cubicBezTo>
                      <a:cubicBezTo>
                        <a:pt x="19662" y="11087"/>
                        <a:pt x="19385" y="10896"/>
                        <a:pt x="19108" y="10704"/>
                      </a:cubicBezTo>
                      <a:cubicBezTo>
                        <a:pt x="19108" y="10513"/>
                        <a:pt x="19108" y="10513"/>
                        <a:pt x="19108" y="10322"/>
                      </a:cubicBezTo>
                      <a:cubicBezTo>
                        <a:pt x="19108" y="10322"/>
                        <a:pt x="19385" y="10322"/>
                        <a:pt x="19385" y="10322"/>
                      </a:cubicBezTo>
                      <a:cubicBezTo>
                        <a:pt x="20215" y="10322"/>
                        <a:pt x="21046" y="9940"/>
                        <a:pt x="21323" y="9558"/>
                      </a:cubicBezTo>
                      <a:cubicBezTo>
                        <a:pt x="21600" y="9175"/>
                        <a:pt x="21600" y="8602"/>
                        <a:pt x="21323" y="802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31" name="Shape">
                  <a:extLst>
                    <a:ext uri="{FF2B5EF4-FFF2-40B4-BE49-F238E27FC236}">
                      <a16:creationId xmlns:a16="http://schemas.microsoft.com/office/drawing/2014/main" id="{4D5C08E7-7C6D-405A-84EA-3768D0F6705F}"/>
                    </a:ext>
                  </a:extLst>
                </p:cNvPr>
                <p:cNvSpPr/>
                <p:nvPr/>
              </p:nvSpPr>
              <p:spPr>
                <a:xfrm>
                  <a:off x="3581740" y="1272138"/>
                  <a:ext cx="281246" cy="2519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10" h="21600" extrusionOk="0">
                      <a:moveTo>
                        <a:pt x="21410" y="16289"/>
                      </a:moveTo>
                      <a:cubicBezTo>
                        <a:pt x="21410" y="15226"/>
                        <a:pt x="20381" y="14518"/>
                        <a:pt x="19696" y="14164"/>
                      </a:cubicBezTo>
                      <a:cubicBezTo>
                        <a:pt x="19353" y="13810"/>
                        <a:pt x="19010" y="13456"/>
                        <a:pt x="18667" y="13102"/>
                      </a:cubicBezTo>
                      <a:cubicBezTo>
                        <a:pt x="18324" y="12393"/>
                        <a:pt x="17981" y="11685"/>
                        <a:pt x="17981" y="10623"/>
                      </a:cubicBezTo>
                      <a:cubicBezTo>
                        <a:pt x="17981" y="9207"/>
                        <a:pt x="17981" y="7790"/>
                        <a:pt x="16953" y="6728"/>
                      </a:cubicBezTo>
                      <a:cubicBezTo>
                        <a:pt x="16267" y="5666"/>
                        <a:pt x="15581" y="4957"/>
                        <a:pt x="14896" y="4603"/>
                      </a:cubicBezTo>
                      <a:cubicBezTo>
                        <a:pt x="13867" y="3895"/>
                        <a:pt x="13181" y="3187"/>
                        <a:pt x="12496" y="2125"/>
                      </a:cubicBezTo>
                      <a:cubicBezTo>
                        <a:pt x="11810" y="708"/>
                        <a:pt x="10781" y="0"/>
                        <a:pt x="9753" y="0"/>
                      </a:cubicBezTo>
                      <a:cubicBezTo>
                        <a:pt x="8724" y="0"/>
                        <a:pt x="7696" y="708"/>
                        <a:pt x="6667" y="2125"/>
                      </a:cubicBezTo>
                      <a:cubicBezTo>
                        <a:pt x="5981" y="3187"/>
                        <a:pt x="5981" y="4603"/>
                        <a:pt x="5639" y="5666"/>
                      </a:cubicBezTo>
                      <a:cubicBezTo>
                        <a:pt x="5639" y="6728"/>
                        <a:pt x="5296" y="8144"/>
                        <a:pt x="4610" y="8498"/>
                      </a:cubicBezTo>
                      <a:cubicBezTo>
                        <a:pt x="4267" y="8852"/>
                        <a:pt x="3924" y="8852"/>
                        <a:pt x="3239" y="8852"/>
                      </a:cubicBezTo>
                      <a:cubicBezTo>
                        <a:pt x="2210" y="9207"/>
                        <a:pt x="839" y="9561"/>
                        <a:pt x="153" y="10977"/>
                      </a:cubicBezTo>
                      <a:cubicBezTo>
                        <a:pt x="-190" y="12039"/>
                        <a:pt x="153" y="12748"/>
                        <a:pt x="153" y="13102"/>
                      </a:cubicBezTo>
                      <a:cubicBezTo>
                        <a:pt x="839" y="14518"/>
                        <a:pt x="2553" y="14518"/>
                        <a:pt x="3924" y="14872"/>
                      </a:cubicBezTo>
                      <a:cubicBezTo>
                        <a:pt x="4267" y="14872"/>
                        <a:pt x="4610" y="14872"/>
                        <a:pt x="4953" y="15226"/>
                      </a:cubicBezTo>
                      <a:cubicBezTo>
                        <a:pt x="5981" y="15226"/>
                        <a:pt x="6324" y="16289"/>
                        <a:pt x="7010" y="16997"/>
                      </a:cubicBezTo>
                      <a:cubicBezTo>
                        <a:pt x="7353" y="17705"/>
                        <a:pt x="8039" y="18413"/>
                        <a:pt x="8724" y="19121"/>
                      </a:cubicBezTo>
                      <a:cubicBezTo>
                        <a:pt x="9067" y="19121"/>
                        <a:pt x="12496" y="21600"/>
                        <a:pt x="14553" y="21600"/>
                      </a:cubicBezTo>
                      <a:cubicBezTo>
                        <a:pt x="14553" y="21600"/>
                        <a:pt x="14553" y="21600"/>
                        <a:pt x="14553" y="21600"/>
                      </a:cubicBezTo>
                      <a:cubicBezTo>
                        <a:pt x="16267" y="21600"/>
                        <a:pt x="20039" y="18767"/>
                        <a:pt x="20724" y="18059"/>
                      </a:cubicBezTo>
                      <a:cubicBezTo>
                        <a:pt x="21410" y="17351"/>
                        <a:pt x="21410" y="16643"/>
                        <a:pt x="21410" y="1628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32" name="Shape">
                  <a:extLst>
                    <a:ext uri="{FF2B5EF4-FFF2-40B4-BE49-F238E27FC236}">
                      <a16:creationId xmlns:a16="http://schemas.microsoft.com/office/drawing/2014/main" id="{70D663E7-634B-466C-B7C4-70D29CA05315}"/>
                    </a:ext>
                  </a:extLst>
                </p:cNvPr>
                <p:cNvSpPr/>
                <p:nvPr/>
              </p:nvSpPr>
              <p:spPr>
                <a:xfrm>
                  <a:off x="2600568" y="525550"/>
                  <a:ext cx="564098" cy="590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218" y="7200"/>
                      </a:moveTo>
                      <a:cubicBezTo>
                        <a:pt x="19872" y="7500"/>
                        <a:pt x="19354" y="7650"/>
                        <a:pt x="19008" y="7650"/>
                      </a:cubicBezTo>
                      <a:cubicBezTo>
                        <a:pt x="18835" y="7650"/>
                        <a:pt x="18835" y="7650"/>
                        <a:pt x="18662" y="7650"/>
                      </a:cubicBezTo>
                      <a:cubicBezTo>
                        <a:pt x="18662" y="7500"/>
                        <a:pt x="18662" y="7500"/>
                        <a:pt x="18662" y="7500"/>
                      </a:cubicBezTo>
                      <a:cubicBezTo>
                        <a:pt x="18662" y="7500"/>
                        <a:pt x="18835" y="7200"/>
                        <a:pt x="18835" y="7050"/>
                      </a:cubicBezTo>
                      <a:cubicBezTo>
                        <a:pt x="19181" y="6600"/>
                        <a:pt x="19699" y="6000"/>
                        <a:pt x="19181" y="5250"/>
                      </a:cubicBezTo>
                      <a:cubicBezTo>
                        <a:pt x="19008" y="5100"/>
                        <a:pt x="19008" y="4950"/>
                        <a:pt x="18835" y="4650"/>
                      </a:cubicBezTo>
                      <a:cubicBezTo>
                        <a:pt x="18317" y="3900"/>
                        <a:pt x="17798" y="2850"/>
                        <a:pt x="16589" y="2850"/>
                      </a:cubicBezTo>
                      <a:cubicBezTo>
                        <a:pt x="16416" y="2850"/>
                        <a:pt x="16416" y="2850"/>
                        <a:pt x="16416" y="2850"/>
                      </a:cubicBezTo>
                      <a:cubicBezTo>
                        <a:pt x="15552" y="3000"/>
                        <a:pt x="15034" y="3450"/>
                        <a:pt x="14688" y="3900"/>
                      </a:cubicBezTo>
                      <a:cubicBezTo>
                        <a:pt x="14342" y="4500"/>
                        <a:pt x="14342" y="4500"/>
                        <a:pt x="13824" y="4500"/>
                      </a:cubicBezTo>
                      <a:cubicBezTo>
                        <a:pt x="13824" y="4500"/>
                        <a:pt x="13824" y="4500"/>
                        <a:pt x="13824" y="4500"/>
                      </a:cubicBezTo>
                      <a:cubicBezTo>
                        <a:pt x="13651" y="4500"/>
                        <a:pt x="13651" y="4500"/>
                        <a:pt x="13478" y="4500"/>
                      </a:cubicBezTo>
                      <a:cubicBezTo>
                        <a:pt x="13651" y="4350"/>
                        <a:pt x="13824" y="4200"/>
                        <a:pt x="13997" y="4050"/>
                      </a:cubicBezTo>
                      <a:cubicBezTo>
                        <a:pt x="14170" y="4050"/>
                        <a:pt x="14170" y="4050"/>
                        <a:pt x="14342" y="3900"/>
                      </a:cubicBezTo>
                      <a:cubicBezTo>
                        <a:pt x="14861" y="3600"/>
                        <a:pt x="15206" y="3150"/>
                        <a:pt x="15379" y="2700"/>
                      </a:cubicBezTo>
                      <a:cubicBezTo>
                        <a:pt x="15552" y="2550"/>
                        <a:pt x="15725" y="2400"/>
                        <a:pt x="15898" y="2100"/>
                      </a:cubicBezTo>
                      <a:cubicBezTo>
                        <a:pt x="16243" y="1800"/>
                        <a:pt x="16243" y="1200"/>
                        <a:pt x="15898" y="600"/>
                      </a:cubicBezTo>
                      <a:cubicBezTo>
                        <a:pt x="15725" y="300"/>
                        <a:pt x="15379" y="0"/>
                        <a:pt x="15034" y="0"/>
                      </a:cubicBezTo>
                      <a:cubicBezTo>
                        <a:pt x="14861" y="0"/>
                        <a:pt x="14688" y="0"/>
                        <a:pt x="14688" y="0"/>
                      </a:cubicBezTo>
                      <a:cubicBezTo>
                        <a:pt x="14342" y="0"/>
                        <a:pt x="13997" y="0"/>
                        <a:pt x="13651" y="0"/>
                      </a:cubicBezTo>
                      <a:cubicBezTo>
                        <a:pt x="13306" y="150"/>
                        <a:pt x="13133" y="150"/>
                        <a:pt x="12960" y="150"/>
                      </a:cubicBezTo>
                      <a:cubicBezTo>
                        <a:pt x="12269" y="150"/>
                        <a:pt x="11578" y="300"/>
                        <a:pt x="10886" y="300"/>
                      </a:cubicBezTo>
                      <a:cubicBezTo>
                        <a:pt x="10541" y="300"/>
                        <a:pt x="10541" y="300"/>
                        <a:pt x="10541" y="300"/>
                      </a:cubicBezTo>
                      <a:cubicBezTo>
                        <a:pt x="10368" y="300"/>
                        <a:pt x="10368" y="300"/>
                        <a:pt x="10195" y="300"/>
                      </a:cubicBezTo>
                      <a:cubicBezTo>
                        <a:pt x="9850" y="450"/>
                        <a:pt x="9677" y="450"/>
                        <a:pt x="9331" y="450"/>
                      </a:cubicBezTo>
                      <a:cubicBezTo>
                        <a:pt x="8467" y="600"/>
                        <a:pt x="7603" y="900"/>
                        <a:pt x="6912" y="1200"/>
                      </a:cubicBezTo>
                      <a:cubicBezTo>
                        <a:pt x="6739" y="1200"/>
                        <a:pt x="6394" y="1350"/>
                        <a:pt x="6221" y="1350"/>
                      </a:cubicBezTo>
                      <a:cubicBezTo>
                        <a:pt x="6048" y="1350"/>
                        <a:pt x="6048" y="1350"/>
                        <a:pt x="6048" y="1350"/>
                      </a:cubicBezTo>
                      <a:cubicBezTo>
                        <a:pt x="5530" y="1650"/>
                        <a:pt x="4493" y="1950"/>
                        <a:pt x="4493" y="2700"/>
                      </a:cubicBezTo>
                      <a:cubicBezTo>
                        <a:pt x="4493" y="3000"/>
                        <a:pt x="4493" y="3150"/>
                        <a:pt x="4666" y="3300"/>
                      </a:cubicBezTo>
                      <a:cubicBezTo>
                        <a:pt x="4666" y="3300"/>
                        <a:pt x="4666" y="3300"/>
                        <a:pt x="4666" y="3450"/>
                      </a:cubicBezTo>
                      <a:cubicBezTo>
                        <a:pt x="4493" y="3600"/>
                        <a:pt x="4493" y="3600"/>
                        <a:pt x="4147" y="3600"/>
                      </a:cubicBezTo>
                      <a:cubicBezTo>
                        <a:pt x="3283" y="3750"/>
                        <a:pt x="2938" y="4050"/>
                        <a:pt x="2419" y="4350"/>
                      </a:cubicBezTo>
                      <a:cubicBezTo>
                        <a:pt x="2419" y="4350"/>
                        <a:pt x="2419" y="4350"/>
                        <a:pt x="2419" y="4350"/>
                      </a:cubicBezTo>
                      <a:cubicBezTo>
                        <a:pt x="1901" y="4650"/>
                        <a:pt x="1555" y="5100"/>
                        <a:pt x="1382" y="5700"/>
                      </a:cubicBezTo>
                      <a:cubicBezTo>
                        <a:pt x="1210" y="6750"/>
                        <a:pt x="2419" y="6900"/>
                        <a:pt x="2938" y="7050"/>
                      </a:cubicBezTo>
                      <a:cubicBezTo>
                        <a:pt x="3110" y="7050"/>
                        <a:pt x="3110" y="7050"/>
                        <a:pt x="3283" y="7050"/>
                      </a:cubicBezTo>
                      <a:cubicBezTo>
                        <a:pt x="3456" y="7050"/>
                        <a:pt x="3629" y="7200"/>
                        <a:pt x="3629" y="7200"/>
                      </a:cubicBezTo>
                      <a:cubicBezTo>
                        <a:pt x="3629" y="7200"/>
                        <a:pt x="3629" y="7200"/>
                        <a:pt x="3629" y="7200"/>
                      </a:cubicBezTo>
                      <a:cubicBezTo>
                        <a:pt x="3456" y="7200"/>
                        <a:pt x="3283" y="7200"/>
                        <a:pt x="3110" y="7200"/>
                      </a:cubicBezTo>
                      <a:cubicBezTo>
                        <a:pt x="2938" y="7200"/>
                        <a:pt x="2246" y="7200"/>
                        <a:pt x="2074" y="7800"/>
                      </a:cubicBezTo>
                      <a:cubicBezTo>
                        <a:pt x="1901" y="7950"/>
                        <a:pt x="1901" y="8250"/>
                        <a:pt x="2074" y="8550"/>
                      </a:cubicBezTo>
                      <a:cubicBezTo>
                        <a:pt x="2246" y="8850"/>
                        <a:pt x="2592" y="9150"/>
                        <a:pt x="2938" y="9150"/>
                      </a:cubicBezTo>
                      <a:cubicBezTo>
                        <a:pt x="3110" y="9150"/>
                        <a:pt x="3283" y="9300"/>
                        <a:pt x="3629" y="9300"/>
                      </a:cubicBezTo>
                      <a:cubicBezTo>
                        <a:pt x="3802" y="9300"/>
                        <a:pt x="3974" y="9150"/>
                        <a:pt x="4147" y="9150"/>
                      </a:cubicBezTo>
                      <a:cubicBezTo>
                        <a:pt x="4493" y="9150"/>
                        <a:pt x="4666" y="9150"/>
                        <a:pt x="4838" y="9150"/>
                      </a:cubicBezTo>
                      <a:cubicBezTo>
                        <a:pt x="4838" y="9150"/>
                        <a:pt x="4838" y="9150"/>
                        <a:pt x="4838" y="9150"/>
                      </a:cubicBezTo>
                      <a:cubicBezTo>
                        <a:pt x="5011" y="9150"/>
                        <a:pt x="5184" y="9150"/>
                        <a:pt x="5357" y="9300"/>
                      </a:cubicBezTo>
                      <a:cubicBezTo>
                        <a:pt x="5702" y="9300"/>
                        <a:pt x="6048" y="9450"/>
                        <a:pt x="6394" y="9450"/>
                      </a:cubicBezTo>
                      <a:cubicBezTo>
                        <a:pt x="6394" y="9450"/>
                        <a:pt x="6394" y="9450"/>
                        <a:pt x="6394" y="9450"/>
                      </a:cubicBezTo>
                      <a:cubicBezTo>
                        <a:pt x="6566" y="9450"/>
                        <a:pt x="6566" y="9450"/>
                        <a:pt x="6739" y="9450"/>
                      </a:cubicBezTo>
                      <a:cubicBezTo>
                        <a:pt x="6912" y="9450"/>
                        <a:pt x="6912" y="9450"/>
                        <a:pt x="7085" y="9450"/>
                      </a:cubicBezTo>
                      <a:cubicBezTo>
                        <a:pt x="7258" y="9450"/>
                        <a:pt x="7258" y="9450"/>
                        <a:pt x="7430" y="9450"/>
                      </a:cubicBezTo>
                      <a:cubicBezTo>
                        <a:pt x="7085" y="9450"/>
                        <a:pt x="6566" y="9600"/>
                        <a:pt x="6048" y="9600"/>
                      </a:cubicBezTo>
                      <a:cubicBezTo>
                        <a:pt x="5875" y="9600"/>
                        <a:pt x="5875" y="9600"/>
                        <a:pt x="5875" y="9600"/>
                      </a:cubicBezTo>
                      <a:cubicBezTo>
                        <a:pt x="5530" y="9600"/>
                        <a:pt x="5011" y="9600"/>
                        <a:pt x="4493" y="9450"/>
                      </a:cubicBezTo>
                      <a:cubicBezTo>
                        <a:pt x="3974" y="9450"/>
                        <a:pt x="3456" y="9450"/>
                        <a:pt x="2938" y="9450"/>
                      </a:cubicBezTo>
                      <a:cubicBezTo>
                        <a:pt x="2592" y="9450"/>
                        <a:pt x="2246" y="9450"/>
                        <a:pt x="1901" y="9450"/>
                      </a:cubicBezTo>
                      <a:cubicBezTo>
                        <a:pt x="1210" y="9600"/>
                        <a:pt x="691" y="10200"/>
                        <a:pt x="518" y="10800"/>
                      </a:cubicBezTo>
                      <a:cubicBezTo>
                        <a:pt x="173" y="11550"/>
                        <a:pt x="691" y="12150"/>
                        <a:pt x="1037" y="12600"/>
                      </a:cubicBezTo>
                      <a:cubicBezTo>
                        <a:pt x="1728" y="13350"/>
                        <a:pt x="2074" y="13650"/>
                        <a:pt x="3110" y="13950"/>
                      </a:cubicBezTo>
                      <a:cubicBezTo>
                        <a:pt x="3802" y="14100"/>
                        <a:pt x="4320" y="14400"/>
                        <a:pt x="5184" y="14850"/>
                      </a:cubicBezTo>
                      <a:cubicBezTo>
                        <a:pt x="5530" y="15150"/>
                        <a:pt x="6048" y="15150"/>
                        <a:pt x="6566" y="15300"/>
                      </a:cubicBezTo>
                      <a:cubicBezTo>
                        <a:pt x="6912" y="15300"/>
                        <a:pt x="7085" y="15450"/>
                        <a:pt x="7430" y="15450"/>
                      </a:cubicBezTo>
                      <a:cubicBezTo>
                        <a:pt x="7776" y="15600"/>
                        <a:pt x="8294" y="15600"/>
                        <a:pt x="8640" y="15750"/>
                      </a:cubicBezTo>
                      <a:cubicBezTo>
                        <a:pt x="8986" y="15750"/>
                        <a:pt x="9331" y="15750"/>
                        <a:pt x="9677" y="15900"/>
                      </a:cubicBezTo>
                      <a:cubicBezTo>
                        <a:pt x="9850" y="15900"/>
                        <a:pt x="10195" y="16200"/>
                        <a:pt x="10368" y="16500"/>
                      </a:cubicBezTo>
                      <a:cubicBezTo>
                        <a:pt x="10541" y="16650"/>
                        <a:pt x="10714" y="16800"/>
                        <a:pt x="10886" y="16800"/>
                      </a:cubicBezTo>
                      <a:cubicBezTo>
                        <a:pt x="11059" y="16950"/>
                        <a:pt x="11232" y="17100"/>
                        <a:pt x="11405" y="17250"/>
                      </a:cubicBezTo>
                      <a:cubicBezTo>
                        <a:pt x="11923" y="17550"/>
                        <a:pt x="12269" y="17850"/>
                        <a:pt x="12269" y="18000"/>
                      </a:cubicBezTo>
                      <a:cubicBezTo>
                        <a:pt x="12096" y="18300"/>
                        <a:pt x="12096" y="18450"/>
                        <a:pt x="11578" y="18450"/>
                      </a:cubicBezTo>
                      <a:cubicBezTo>
                        <a:pt x="11405" y="18450"/>
                        <a:pt x="11405" y="18450"/>
                        <a:pt x="11232" y="18450"/>
                      </a:cubicBezTo>
                      <a:cubicBezTo>
                        <a:pt x="10541" y="18300"/>
                        <a:pt x="9850" y="17850"/>
                        <a:pt x="9331" y="17400"/>
                      </a:cubicBezTo>
                      <a:cubicBezTo>
                        <a:pt x="8813" y="17250"/>
                        <a:pt x="8467" y="16950"/>
                        <a:pt x="7949" y="16650"/>
                      </a:cubicBezTo>
                      <a:cubicBezTo>
                        <a:pt x="6566" y="16050"/>
                        <a:pt x="4838" y="15900"/>
                        <a:pt x="3283" y="15750"/>
                      </a:cubicBezTo>
                      <a:cubicBezTo>
                        <a:pt x="2765" y="15600"/>
                        <a:pt x="2765" y="15600"/>
                        <a:pt x="2765" y="15600"/>
                      </a:cubicBezTo>
                      <a:cubicBezTo>
                        <a:pt x="2592" y="15600"/>
                        <a:pt x="2592" y="15600"/>
                        <a:pt x="2419" y="15600"/>
                      </a:cubicBezTo>
                      <a:cubicBezTo>
                        <a:pt x="2074" y="15600"/>
                        <a:pt x="1901" y="15600"/>
                        <a:pt x="1555" y="15750"/>
                      </a:cubicBezTo>
                      <a:cubicBezTo>
                        <a:pt x="0" y="16050"/>
                        <a:pt x="0" y="16050"/>
                        <a:pt x="0" y="16050"/>
                      </a:cubicBezTo>
                      <a:cubicBezTo>
                        <a:pt x="15725" y="21600"/>
                        <a:pt x="15725" y="21600"/>
                        <a:pt x="15725" y="21600"/>
                      </a:cubicBezTo>
                      <a:cubicBezTo>
                        <a:pt x="21600" y="6300"/>
                        <a:pt x="21600" y="6300"/>
                        <a:pt x="21600" y="6300"/>
                      </a:cubicBezTo>
                      <a:lnTo>
                        <a:pt x="20218" y="720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33" name="Shape">
                  <a:extLst>
                    <a:ext uri="{FF2B5EF4-FFF2-40B4-BE49-F238E27FC236}">
                      <a16:creationId xmlns:a16="http://schemas.microsoft.com/office/drawing/2014/main" id="{08460E5F-A59A-4BB9-B99E-5118BE74CAF7}"/>
                    </a:ext>
                  </a:extLst>
                </p:cNvPr>
                <p:cNvSpPr/>
                <p:nvPr/>
              </p:nvSpPr>
              <p:spPr>
                <a:xfrm>
                  <a:off x="3276801" y="81927"/>
                  <a:ext cx="261586" cy="32769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81" h="21600" extrusionOk="0">
                      <a:moveTo>
                        <a:pt x="20868" y="11070"/>
                      </a:moveTo>
                      <a:cubicBezTo>
                        <a:pt x="20136" y="9990"/>
                        <a:pt x="18305" y="9180"/>
                        <a:pt x="16841" y="9180"/>
                      </a:cubicBezTo>
                      <a:cubicBezTo>
                        <a:pt x="15742" y="9180"/>
                        <a:pt x="15010" y="9720"/>
                        <a:pt x="14644" y="10260"/>
                      </a:cubicBezTo>
                      <a:cubicBezTo>
                        <a:pt x="14644" y="10260"/>
                        <a:pt x="14644" y="10530"/>
                        <a:pt x="14644" y="10530"/>
                      </a:cubicBezTo>
                      <a:cubicBezTo>
                        <a:pt x="14644" y="10260"/>
                        <a:pt x="14644" y="10260"/>
                        <a:pt x="14644" y="10260"/>
                      </a:cubicBezTo>
                      <a:cubicBezTo>
                        <a:pt x="14278" y="9990"/>
                        <a:pt x="14278" y="9990"/>
                        <a:pt x="14278" y="9990"/>
                      </a:cubicBezTo>
                      <a:cubicBezTo>
                        <a:pt x="14278" y="9720"/>
                        <a:pt x="14278" y="9450"/>
                        <a:pt x="14278" y="9180"/>
                      </a:cubicBezTo>
                      <a:cubicBezTo>
                        <a:pt x="13912" y="8640"/>
                        <a:pt x="13912" y="8640"/>
                        <a:pt x="13912" y="8640"/>
                      </a:cubicBezTo>
                      <a:cubicBezTo>
                        <a:pt x="13180" y="8640"/>
                        <a:pt x="13180" y="8640"/>
                        <a:pt x="13180" y="8640"/>
                      </a:cubicBezTo>
                      <a:cubicBezTo>
                        <a:pt x="13180" y="8640"/>
                        <a:pt x="12814" y="8640"/>
                        <a:pt x="12814" y="8640"/>
                      </a:cubicBezTo>
                      <a:cubicBezTo>
                        <a:pt x="12814" y="8370"/>
                        <a:pt x="12814" y="8370"/>
                        <a:pt x="13180" y="8370"/>
                      </a:cubicBezTo>
                      <a:cubicBezTo>
                        <a:pt x="13180" y="8100"/>
                        <a:pt x="13546" y="7560"/>
                        <a:pt x="13912" y="7020"/>
                      </a:cubicBezTo>
                      <a:cubicBezTo>
                        <a:pt x="13912" y="6480"/>
                        <a:pt x="13546" y="5940"/>
                        <a:pt x="13180" y="5400"/>
                      </a:cubicBezTo>
                      <a:cubicBezTo>
                        <a:pt x="13180" y="5400"/>
                        <a:pt x="13180" y="5130"/>
                        <a:pt x="13180" y="5130"/>
                      </a:cubicBezTo>
                      <a:cubicBezTo>
                        <a:pt x="12814" y="4050"/>
                        <a:pt x="12814" y="3780"/>
                        <a:pt x="12814" y="3510"/>
                      </a:cubicBezTo>
                      <a:cubicBezTo>
                        <a:pt x="13180" y="3510"/>
                        <a:pt x="13180" y="3240"/>
                        <a:pt x="13546" y="3240"/>
                      </a:cubicBezTo>
                      <a:cubicBezTo>
                        <a:pt x="13912" y="2970"/>
                        <a:pt x="14278" y="2700"/>
                        <a:pt x="14644" y="2160"/>
                      </a:cubicBezTo>
                      <a:cubicBezTo>
                        <a:pt x="14644" y="1350"/>
                        <a:pt x="14644" y="810"/>
                        <a:pt x="14278" y="540"/>
                      </a:cubicBezTo>
                      <a:cubicBezTo>
                        <a:pt x="13912" y="0"/>
                        <a:pt x="13180" y="0"/>
                        <a:pt x="12447" y="0"/>
                      </a:cubicBezTo>
                      <a:cubicBezTo>
                        <a:pt x="11715" y="0"/>
                        <a:pt x="10617" y="0"/>
                        <a:pt x="9885" y="540"/>
                      </a:cubicBezTo>
                      <a:cubicBezTo>
                        <a:pt x="9153" y="810"/>
                        <a:pt x="8786" y="1350"/>
                        <a:pt x="8054" y="1620"/>
                      </a:cubicBezTo>
                      <a:cubicBezTo>
                        <a:pt x="7688" y="1890"/>
                        <a:pt x="7322" y="2430"/>
                        <a:pt x="6590" y="2700"/>
                      </a:cubicBezTo>
                      <a:cubicBezTo>
                        <a:pt x="5492" y="3240"/>
                        <a:pt x="5125" y="3780"/>
                        <a:pt x="4759" y="4590"/>
                      </a:cubicBezTo>
                      <a:cubicBezTo>
                        <a:pt x="4759" y="5400"/>
                        <a:pt x="5125" y="6210"/>
                        <a:pt x="6224" y="7020"/>
                      </a:cubicBezTo>
                      <a:cubicBezTo>
                        <a:pt x="6590" y="7290"/>
                        <a:pt x="6590" y="7290"/>
                        <a:pt x="6590" y="7290"/>
                      </a:cubicBezTo>
                      <a:cubicBezTo>
                        <a:pt x="6590" y="7290"/>
                        <a:pt x="6590" y="7560"/>
                        <a:pt x="6224" y="7560"/>
                      </a:cubicBezTo>
                      <a:cubicBezTo>
                        <a:pt x="6224" y="7830"/>
                        <a:pt x="5492" y="8100"/>
                        <a:pt x="5492" y="8910"/>
                      </a:cubicBezTo>
                      <a:cubicBezTo>
                        <a:pt x="5125" y="9990"/>
                        <a:pt x="5858" y="10800"/>
                        <a:pt x="6590" y="11340"/>
                      </a:cubicBezTo>
                      <a:cubicBezTo>
                        <a:pt x="6956" y="11880"/>
                        <a:pt x="7322" y="12150"/>
                        <a:pt x="7322" y="12420"/>
                      </a:cubicBezTo>
                      <a:cubicBezTo>
                        <a:pt x="7322" y="12960"/>
                        <a:pt x="6224" y="12960"/>
                        <a:pt x="5858" y="12960"/>
                      </a:cubicBezTo>
                      <a:cubicBezTo>
                        <a:pt x="5492" y="12960"/>
                        <a:pt x="4759" y="12960"/>
                        <a:pt x="4393" y="12690"/>
                      </a:cubicBezTo>
                      <a:cubicBezTo>
                        <a:pt x="3295" y="12420"/>
                        <a:pt x="3295" y="12420"/>
                        <a:pt x="3295" y="12420"/>
                      </a:cubicBezTo>
                      <a:cubicBezTo>
                        <a:pt x="0" y="20520"/>
                        <a:pt x="0" y="20520"/>
                        <a:pt x="0" y="20520"/>
                      </a:cubicBezTo>
                      <a:cubicBezTo>
                        <a:pt x="1831" y="20250"/>
                        <a:pt x="1831" y="20250"/>
                        <a:pt x="1831" y="20250"/>
                      </a:cubicBezTo>
                      <a:cubicBezTo>
                        <a:pt x="2197" y="20250"/>
                        <a:pt x="2929" y="20250"/>
                        <a:pt x="3661" y="19980"/>
                      </a:cubicBezTo>
                      <a:cubicBezTo>
                        <a:pt x="4027" y="19980"/>
                        <a:pt x="4759" y="19980"/>
                        <a:pt x="5125" y="19980"/>
                      </a:cubicBezTo>
                      <a:cubicBezTo>
                        <a:pt x="5492" y="19980"/>
                        <a:pt x="5492" y="19980"/>
                        <a:pt x="5492" y="19980"/>
                      </a:cubicBezTo>
                      <a:cubicBezTo>
                        <a:pt x="5858" y="19980"/>
                        <a:pt x="5858" y="19980"/>
                        <a:pt x="6224" y="20250"/>
                      </a:cubicBezTo>
                      <a:cubicBezTo>
                        <a:pt x="6590" y="20520"/>
                        <a:pt x="6956" y="20520"/>
                        <a:pt x="7322" y="20790"/>
                      </a:cubicBezTo>
                      <a:cubicBezTo>
                        <a:pt x="8054" y="21060"/>
                        <a:pt x="8786" y="21060"/>
                        <a:pt x="9519" y="21060"/>
                      </a:cubicBezTo>
                      <a:cubicBezTo>
                        <a:pt x="9885" y="21060"/>
                        <a:pt x="10251" y="21060"/>
                        <a:pt x="10251" y="21060"/>
                      </a:cubicBezTo>
                      <a:cubicBezTo>
                        <a:pt x="11349" y="21330"/>
                        <a:pt x="12447" y="21600"/>
                        <a:pt x="13180" y="21600"/>
                      </a:cubicBezTo>
                      <a:cubicBezTo>
                        <a:pt x="13180" y="21600"/>
                        <a:pt x="13180" y="21600"/>
                        <a:pt x="13180" y="21600"/>
                      </a:cubicBezTo>
                      <a:cubicBezTo>
                        <a:pt x="14644" y="21600"/>
                        <a:pt x="16108" y="21060"/>
                        <a:pt x="17573" y="19980"/>
                      </a:cubicBezTo>
                      <a:cubicBezTo>
                        <a:pt x="19037" y="18630"/>
                        <a:pt x="20136" y="17010"/>
                        <a:pt x="20502" y="15390"/>
                      </a:cubicBezTo>
                      <a:cubicBezTo>
                        <a:pt x="20868" y="14040"/>
                        <a:pt x="21600" y="12690"/>
                        <a:pt x="20868" y="1107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34" name="Shape">
                  <a:extLst>
                    <a:ext uri="{FF2B5EF4-FFF2-40B4-BE49-F238E27FC236}">
                      <a16:creationId xmlns:a16="http://schemas.microsoft.com/office/drawing/2014/main" id="{39CA1880-6F90-47B9-BD9C-704C349585A2}"/>
                    </a:ext>
                  </a:extLst>
                </p:cNvPr>
                <p:cNvSpPr/>
                <p:nvPr/>
              </p:nvSpPr>
              <p:spPr>
                <a:xfrm>
                  <a:off x="2930054" y="64924"/>
                  <a:ext cx="139462" cy="989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61" h="21600" extrusionOk="0">
                      <a:moveTo>
                        <a:pt x="17877" y="0"/>
                      </a:moveTo>
                      <a:cubicBezTo>
                        <a:pt x="13696" y="900"/>
                        <a:pt x="8819" y="3600"/>
                        <a:pt x="6032" y="5400"/>
                      </a:cubicBezTo>
                      <a:cubicBezTo>
                        <a:pt x="6032" y="5400"/>
                        <a:pt x="6032" y="5400"/>
                        <a:pt x="6032" y="5400"/>
                      </a:cubicBezTo>
                      <a:cubicBezTo>
                        <a:pt x="3942" y="6300"/>
                        <a:pt x="1851" y="8100"/>
                        <a:pt x="458" y="10800"/>
                      </a:cubicBezTo>
                      <a:cubicBezTo>
                        <a:pt x="-239" y="11700"/>
                        <a:pt x="-239" y="14400"/>
                        <a:pt x="1155" y="16200"/>
                      </a:cubicBezTo>
                      <a:cubicBezTo>
                        <a:pt x="1851" y="18000"/>
                        <a:pt x="3245" y="20700"/>
                        <a:pt x="4638" y="21600"/>
                      </a:cubicBezTo>
                      <a:cubicBezTo>
                        <a:pt x="5335" y="21600"/>
                        <a:pt x="5335" y="21600"/>
                        <a:pt x="6032" y="21600"/>
                      </a:cubicBezTo>
                      <a:cubicBezTo>
                        <a:pt x="6032" y="21600"/>
                        <a:pt x="6032" y="21600"/>
                        <a:pt x="6032" y="21600"/>
                      </a:cubicBezTo>
                      <a:cubicBezTo>
                        <a:pt x="8122" y="21600"/>
                        <a:pt x="10213" y="18900"/>
                        <a:pt x="11606" y="18000"/>
                      </a:cubicBezTo>
                      <a:cubicBezTo>
                        <a:pt x="12303" y="17100"/>
                        <a:pt x="12303" y="17100"/>
                        <a:pt x="12303" y="17100"/>
                      </a:cubicBezTo>
                      <a:cubicBezTo>
                        <a:pt x="16484" y="12600"/>
                        <a:pt x="19271" y="8100"/>
                        <a:pt x="19967" y="3600"/>
                      </a:cubicBezTo>
                      <a:cubicBezTo>
                        <a:pt x="21361" y="0"/>
                        <a:pt x="21361" y="0"/>
                        <a:pt x="21361" y="0"/>
                      </a:cubicBezTo>
                      <a:lnTo>
                        <a:pt x="17877" y="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35" name="Shape">
                  <a:extLst>
                    <a:ext uri="{FF2B5EF4-FFF2-40B4-BE49-F238E27FC236}">
                      <a16:creationId xmlns:a16="http://schemas.microsoft.com/office/drawing/2014/main" id="{5C1961DA-AE28-4A5F-B824-852AC3796F42}"/>
                    </a:ext>
                  </a:extLst>
                </p:cNvPr>
                <p:cNvSpPr/>
                <p:nvPr/>
              </p:nvSpPr>
              <p:spPr>
                <a:xfrm>
                  <a:off x="3938183" y="7728"/>
                  <a:ext cx="145611" cy="912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5" h="21600" extrusionOk="0">
                      <a:moveTo>
                        <a:pt x="19377" y="6873"/>
                      </a:moveTo>
                      <a:cubicBezTo>
                        <a:pt x="18760" y="3927"/>
                        <a:pt x="16291" y="2945"/>
                        <a:pt x="15057" y="2945"/>
                      </a:cubicBezTo>
                      <a:cubicBezTo>
                        <a:pt x="15057" y="2945"/>
                        <a:pt x="14440" y="2945"/>
                        <a:pt x="14440" y="2945"/>
                      </a:cubicBezTo>
                      <a:cubicBezTo>
                        <a:pt x="13822" y="2945"/>
                        <a:pt x="12588" y="1964"/>
                        <a:pt x="11971" y="1964"/>
                      </a:cubicBezTo>
                      <a:cubicBezTo>
                        <a:pt x="10737" y="982"/>
                        <a:pt x="9502" y="0"/>
                        <a:pt x="7651" y="0"/>
                      </a:cubicBezTo>
                      <a:cubicBezTo>
                        <a:pt x="7034" y="0"/>
                        <a:pt x="5800" y="982"/>
                        <a:pt x="5182" y="982"/>
                      </a:cubicBezTo>
                      <a:cubicBezTo>
                        <a:pt x="2714" y="2945"/>
                        <a:pt x="-989" y="7855"/>
                        <a:pt x="245" y="13745"/>
                      </a:cubicBezTo>
                      <a:cubicBezTo>
                        <a:pt x="862" y="18655"/>
                        <a:pt x="5182" y="18655"/>
                        <a:pt x="7651" y="18655"/>
                      </a:cubicBezTo>
                      <a:cubicBezTo>
                        <a:pt x="8268" y="19636"/>
                        <a:pt x="9502" y="19636"/>
                        <a:pt x="9502" y="19636"/>
                      </a:cubicBezTo>
                      <a:cubicBezTo>
                        <a:pt x="10120" y="19636"/>
                        <a:pt x="10737" y="19636"/>
                        <a:pt x="11354" y="20618"/>
                      </a:cubicBezTo>
                      <a:cubicBezTo>
                        <a:pt x="12588" y="20618"/>
                        <a:pt x="13822" y="21600"/>
                        <a:pt x="14440" y="21600"/>
                      </a:cubicBezTo>
                      <a:cubicBezTo>
                        <a:pt x="16291" y="21600"/>
                        <a:pt x="17525" y="19636"/>
                        <a:pt x="18760" y="16691"/>
                      </a:cubicBezTo>
                      <a:cubicBezTo>
                        <a:pt x="18760" y="15709"/>
                        <a:pt x="18760" y="15709"/>
                        <a:pt x="18760" y="15709"/>
                      </a:cubicBezTo>
                      <a:cubicBezTo>
                        <a:pt x="19377" y="12764"/>
                        <a:pt x="20611" y="9818"/>
                        <a:pt x="19377" y="687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36" name="Shape">
                  <a:extLst>
                    <a:ext uri="{FF2B5EF4-FFF2-40B4-BE49-F238E27FC236}">
                      <a16:creationId xmlns:a16="http://schemas.microsoft.com/office/drawing/2014/main" id="{42C649C7-7577-439D-9BDE-E3AD9588B1EE}"/>
                    </a:ext>
                  </a:extLst>
                </p:cNvPr>
                <p:cNvSpPr/>
                <p:nvPr/>
              </p:nvSpPr>
              <p:spPr>
                <a:xfrm>
                  <a:off x="4630398" y="644574"/>
                  <a:ext cx="287870" cy="17621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54" h="21600" extrusionOk="0">
                      <a:moveTo>
                        <a:pt x="7976" y="21600"/>
                      </a:moveTo>
                      <a:cubicBezTo>
                        <a:pt x="7643" y="21600"/>
                        <a:pt x="7311" y="21600"/>
                        <a:pt x="6979" y="21600"/>
                      </a:cubicBezTo>
                      <a:cubicBezTo>
                        <a:pt x="5650" y="21098"/>
                        <a:pt x="4985" y="19591"/>
                        <a:pt x="4653" y="18084"/>
                      </a:cubicBezTo>
                      <a:cubicBezTo>
                        <a:pt x="4320" y="17079"/>
                        <a:pt x="4320" y="16074"/>
                        <a:pt x="4320" y="15070"/>
                      </a:cubicBezTo>
                      <a:cubicBezTo>
                        <a:pt x="4320" y="14567"/>
                        <a:pt x="4320" y="14065"/>
                        <a:pt x="3988" y="13563"/>
                      </a:cubicBezTo>
                      <a:cubicBezTo>
                        <a:pt x="3988" y="13060"/>
                        <a:pt x="3656" y="13060"/>
                        <a:pt x="2991" y="13060"/>
                      </a:cubicBezTo>
                      <a:cubicBezTo>
                        <a:pt x="997" y="12558"/>
                        <a:pt x="665" y="10047"/>
                        <a:pt x="333" y="8540"/>
                      </a:cubicBezTo>
                      <a:cubicBezTo>
                        <a:pt x="0" y="6028"/>
                        <a:pt x="-332" y="3014"/>
                        <a:pt x="665" y="1005"/>
                      </a:cubicBezTo>
                      <a:cubicBezTo>
                        <a:pt x="997" y="502"/>
                        <a:pt x="1662" y="0"/>
                        <a:pt x="2326" y="0"/>
                      </a:cubicBezTo>
                      <a:cubicBezTo>
                        <a:pt x="3323" y="0"/>
                        <a:pt x="4320" y="502"/>
                        <a:pt x="4985" y="1005"/>
                      </a:cubicBezTo>
                      <a:cubicBezTo>
                        <a:pt x="5650" y="1005"/>
                        <a:pt x="5982" y="1507"/>
                        <a:pt x="6314" y="1507"/>
                      </a:cubicBezTo>
                      <a:cubicBezTo>
                        <a:pt x="6314" y="1507"/>
                        <a:pt x="6646" y="1507"/>
                        <a:pt x="6646" y="1507"/>
                      </a:cubicBezTo>
                      <a:cubicBezTo>
                        <a:pt x="7311" y="1507"/>
                        <a:pt x="7976" y="1005"/>
                        <a:pt x="8640" y="1005"/>
                      </a:cubicBezTo>
                      <a:cubicBezTo>
                        <a:pt x="9637" y="502"/>
                        <a:pt x="10634" y="0"/>
                        <a:pt x="11631" y="0"/>
                      </a:cubicBezTo>
                      <a:cubicBezTo>
                        <a:pt x="13957" y="502"/>
                        <a:pt x="15286" y="2512"/>
                        <a:pt x="16616" y="5023"/>
                      </a:cubicBezTo>
                      <a:cubicBezTo>
                        <a:pt x="16616" y="5526"/>
                        <a:pt x="16616" y="5526"/>
                        <a:pt x="16616" y="5526"/>
                      </a:cubicBezTo>
                      <a:cubicBezTo>
                        <a:pt x="16948" y="6028"/>
                        <a:pt x="17613" y="7033"/>
                        <a:pt x="18277" y="7535"/>
                      </a:cubicBezTo>
                      <a:cubicBezTo>
                        <a:pt x="18942" y="9042"/>
                        <a:pt x="19939" y="10549"/>
                        <a:pt x="20603" y="12056"/>
                      </a:cubicBezTo>
                      <a:cubicBezTo>
                        <a:pt x="21268" y="13563"/>
                        <a:pt x="21268" y="15070"/>
                        <a:pt x="20936" y="15572"/>
                      </a:cubicBezTo>
                      <a:cubicBezTo>
                        <a:pt x="20271" y="17079"/>
                        <a:pt x="19274" y="17581"/>
                        <a:pt x="17613" y="17581"/>
                      </a:cubicBezTo>
                      <a:cubicBezTo>
                        <a:pt x="16948" y="17581"/>
                        <a:pt x="16616" y="17581"/>
                        <a:pt x="15951" y="17581"/>
                      </a:cubicBezTo>
                      <a:cubicBezTo>
                        <a:pt x="15619" y="17581"/>
                        <a:pt x="14954" y="17581"/>
                        <a:pt x="14622" y="17581"/>
                      </a:cubicBezTo>
                      <a:cubicBezTo>
                        <a:pt x="13625" y="17581"/>
                        <a:pt x="12960" y="17581"/>
                        <a:pt x="12628" y="18084"/>
                      </a:cubicBezTo>
                      <a:cubicBezTo>
                        <a:pt x="12296" y="18586"/>
                        <a:pt x="11963" y="18586"/>
                        <a:pt x="11631" y="19088"/>
                      </a:cubicBezTo>
                      <a:cubicBezTo>
                        <a:pt x="10634" y="20595"/>
                        <a:pt x="9305" y="21600"/>
                        <a:pt x="7976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37" name="Shape">
                  <a:extLst>
                    <a:ext uri="{FF2B5EF4-FFF2-40B4-BE49-F238E27FC236}">
                      <a16:creationId xmlns:a16="http://schemas.microsoft.com/office/drawing/2014/main" id="{BBDC3805-5B16-4BFA-AC7A-39EAC2AFF8B9}"/>
                    </a:ext>
                  </a:extLst>
                </p:cNvPr>
                <p:cNvSpPr/>
                <p:nvPr/>
              </p:nvSpPr>
              <p:spPr>
                <a:xfrm>
                  <a:off x="4131294" y="52554"/>
                  <a:ext cx="90241" cy="942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486" h="21600" extrusionOk="0">
                      <a:moveTo>
                        <a:pt x="16104" y="1878"/>
                      </a:moveTo>
                      <a:cubicBezTo>
                        <a:pt x="14047" y="939"/>
                        <a:pt x="11990" y="0"/>
                        <a:pt x="9933" y="0"/>
                      </a:cubicBezTo>
                      <a:cubicBezTo>
                        <a:pt x="6847" y="0"/>
                        <a:pt x="3761" y="939"/>
                        <a:pt x="1704" y="3757"/>
                      </a:cubicBezTo>
                      <a:cubicBezTo>
                        <a:pt x="-353" y="6574"/>
                        <a:pt x="-353" y="9391"/>
                        <a:pt x="676" y="13148"/>
                      </a:cubicBezTo>
                      <a:cubicBezTo>
                        <a:pt x="2733" y="15965"/>
                        <a:pt x="6847" y="21600"/>
                        <a:pt x="11990" y="21600"/>
                      </a:cubicBezTo>
                      <a:cubicBezTo>
                        <a:pt x="13018" y="21600"/>
                        <a:pt x="13018" y="21600"/>
                        <a:pt x="13018" y="21600"/>
                      </a:cubicBezTo>
                      <a:cubicBezTo>
                        <a:pt x="16104" y="21600"/>
                        <a:pt x="18161" y="19722"/>
                        <a:pt x="20218" y="16904"/>
                      </a:cubicBezTo>
                      <a:cubicBezTo>
                        <a:pt x="21247" y="11270"/>
                        <a:pt x="19190" y="4696"/>
                        <a:pt x="16104" y="187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38" name="Shape">
                  <a:extLst>
                    <a:ext uri="{FF2B5EF4-FFF2-40B4-BE49-F238E27FC236}">
                      <a16:creationId xmlns:a16="http://schemas.microsoft.com/office/drawing/2014/main" id="{0B9C3820-4DA4-4CB5-AF2E-C3E1F1BDE4EA}"/>
                    </a:ext>
                  </a:extLst>
                </p:cNvPr>
                <p:cNvSpPr/>
                <p:nvPr/>
              </p:nvSpPr>
              <p:spPr>
                <a:xfrm>
                  <a:off x="3904470" y="131390"/>
                  <a:ext cx="800221" cy="45599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17" h="21600" extrusionOk="0">
                      <a:moveTo>
                        <a:pt x="21369" y="15568"/>
                      </a:moveTo>
                      <a:cubicBezTo>
                        <a:pt x="21369" y="15178"/>
                        <a:pt x="21128" y="14595"/>
                        <a:pt x="20766" y="14400"/>
                      </a:cubicBezTo>
                      <a:cubicBezTo>
                        <a:pt x="20645" y="14205"/>
                        <a:pt x="20525" y="14011"/>
                        <a:pt x="20525" y="13622"/>
                      </a:cubicBezTo>
                      <a:cubicBezTo>
                        <a:pt x="20525" y="13427"/>
                        <a:pt x="20525" y="13232"/>
                        <a:pt x="20525" y="13038"/>
                      </a:cubicBezTo>
                      <a:cubicBezTo>
                        <a:pt x="20525" y="12843"/>
                        <a:pt x="20525" y="12649"/>
                        <a:pt x="20404" y="12454"/>
                      </a:cubicBezTo>
                      <a:cubicBezTo>
                        <a:pt x="20404" y="11870"/>
                        <a:pt x="20283" y="10897"/>
                        <a:pt x="19559" y="10508"/>
                      </a:cubicBezTo>
                      <a:cubicBezTo>
                        <a:pt x="19439" y="10508"/>
                        <a:pt x="19318" y="10508"/>
                        <a:pt x="19197" y="10314"/>
                      </a:cubicBezTo>
                      <a:cubicBezTo>
                        <a:pt x="18715" y="10119"/>
                        <a:pt x="18353" y="10119"/>
                        <a:pt x="17991" y="9730"/>
                      </a:cubicBezTo>
                      <a:cubicBezTo>
                        <a:pt x="17629" y="9535"/>
                        <a:pt x="17387" y="9341"/>
                        <a:pt x="17146" y="9341"/>
                      </a:cubicBezTo>
                      <a:cubicBezTo>
                        <a:pt x="16784" y="9341"/>
                        <a:pt x="16422" y="9535"/>
                        <a:pt x="16060" y="9730"/>
                      </a:cubicBezTo>
                      <a:cubicBezTo>
                        <a:pt x="16060" y="9924"/>
                        <a:pt x="15939" y="9924"/>
                        <a:pt x="15939" y="9924"/>
                      </a:cubicBezTo>
                      <a:cubicBezTo>
                        <a:pt x="15818" y="9924"/>
                        <a:pt x="15698" y="9924"/>
                        <a:pt x="15577" y="9924"/>
                      </a:cubicBezTo>
                      <a:cubicBezTo>
                        <a:pt x="15456" y="9730"/>
                        <a:pt x="15215" y="9730"/>
                        <a:pt x="15094" y="9730"/>
                      </a:cubicBezTo>
                      <a:cubicBezTo>
                        <a:pt x="14974" y="9730"/>
                        <a:pt x="14974" y="9730"/>
                        <a:pt x="14853" y="9730"/>
                      </a:cubicBezTo>
                      <a:cubicBezTo>
                        <a:pt x="14129" y="9924"/>
                        <a:pt x="13405" y="10897"/>
                        <a:pt x="12802" y="11676"/>
                      </a:cubicBezTo>
                      <a:cubicBezTo>
                        <a:pt x="12681" y="12065"/>
                        <a:pt x="12560" y="12259"/>
                        <a:pt x="12440" y="12454"/>
                      </a:cubicBezTo>
                      <a:cubicBezTo>
                        <a:pt x="12319" y="12454"/>
                        <a:pt x="12319" y="12454"/>
                        <a:pt x="12319" y="12454"/>
                      </a:cubicBezTo>
                      <a:cubicBezTo>
                        <a:pt x="12198" y="12649"/>
                        <a:pt x="11957" y="13038"/>
                        <a:pt x="11836" y="13038"/>
                      </a:cubicBezTo>
                      <a:cubicBezTo>
                        <a:pt x="11716" y="13038"/>
                        <a:pt x="11716" y="13038"/>
                        <a:pt x="11716" y="12843"/>
                      </a:cubicBezTo>
                      <a:cubicBezTo>
                        <a:pt x="11595" y="12649"/>
                        <a:pt x="11474" y="12259"/>
                        <a:pt x="11233" y="12259"/>
                      </a:cubicBezTo>
                      <a:cubicBezTo>
                        <a:pt x="11112" y="12259"/>
                        <a:pt x="11112" y="12259"/>
                        <a:pt x="10992" y="12259"/>
                      </a:cubicBezTo>
                      <a:cubicBezTo>
                        <a:pt x="10750" y="12259"/>
                        <a:pt x="10630" y="12454"/>
                        <a:pt x="10388" y="12649"/>
                      </a:cubicBezTo>
                      <a:cubicBezTo>
                        <a:pt x="10388" y="12649"/>
                        <a:pt x="10268" y="12649"/>
                        <a:pt x="10147" y="12649"/>
                      </a:cubicBezTo>
                      <a:cubicBezTo>
                        <a:pt x="10147" y="12649"/>
                        <a:pt x="10026" y="12649"/>
                        <a:pt x="9906" y="12454"/>
                      </a:cubicBezTo>
                      <a:cubicBezTo>
                        <a:pt x="9785" y="12259"/>
                        <a:pt x="9664" y="12065"/>
                        <a:pt x="9302" y="12065"/>
                      </a:cubicBezTo>
                      <a:cubicBezTo>
                        <a:pt x="9302" y="12065"/>
                        <a:pt x="9302" y="12065"/>
                        <a:pt x="9182" y="12065"/>
                      </a:cubicBezTo>
                      <a:cubicBezTo>
                        <a:pt x="9061" y="12065"/>
                        <a:pt x="8940" y="12065"/>
                        <a:pt x="8820" y="12065"/>
                      </a:cubicBezTo>
                      <a:cubicBezTo>
                        <a:pt x="8820" y="11676"/>
                        <a:pt x="8940" y="11286"/>
                        <a:pt x="8940" y="10897"/>
                      </a:cubicBezTo>
                      <a:cubicBezTo>
                        <a:pt x="9182" y="9535"/>
                        <a:pt x="9423" y="8173"/>
                        <a:pt x="8578" y="6616"/>
                      </a:cubicBezTo>
                      <a:cubicBezTo>
                        <a:pt x="8337" y="6032"/>
                        <a:pt x="7975" y="6032"/>
                        <a:pt x="7734" y="6032"/>
                      </a:cubicBezTo>
                      <a:cubicBezTo>
                        <a:pt x="7613" y="6032"/>
                        <a:pt x="7613" y="6032"/>
                        <a:pt x="7492" y="6032"/>
                      </a:cubicBezTo>
                      <a:cubicBezTo>
                        <a:pt x="7492" y="6032"/>
                        <a:pt x="7372" y="6032"/>
                        <a:pt x="7372" y="6032"/>
                      </a:cubicBezTo>
                      <a:cubicBezTo>
                        <a:pt x="7251" y="6032"/>
                        <a:pt x="7251" y="6032"/>
                        <a:pt x="7130" y="6032"/>
                      </a:cubicBezTo>
                      <a:cubicBezTo>
                        <a:pt x="7130" y="5838"/>
                        <a:pt x="7130" y="5838"/>
                        <a:pt x="7130" y="5254"/>
                      </a:cubicBezTo>
                      <a:cubicBezTo>
                        <a:pt x="7130" y="5059"/>
                        <a:pt x="7130" y="4670"/>
                        <a:pt x="7010" y="4476"/>
                      </a:cubicBezTo>
                      <a:cubicBezTo>
                        <a:pt x="6889" y="3697"/>
                        <a:pt x="6527" y="3308"/>
                        <a:pt x="6044" y="3308"/>
                      </a:cubicBezTo>
                      <a:cubicBezTo>
                        <a:pt x="6044" y="3308"/>
                        <a:pt x="5924" y="3308"/>
                        <a:pt x="5924" y="3308"/>
                      </a:cubicBezTo>
                      <a:cubicBezTo>
                        <a:pt x="5562" y="3503"/>
                        <a:pt x="5441" y="3697"/>
                        <a:pt x="5199" y="3892"/>
                      </a:cubicBezTo>
                      <a:cubicBezTo>
                        <a:pt x="5199" y="4086"/>
                        <a:pt x="5079" y="4086"/>
                        <a:pt x="5079" y="4281"/>
                      </a:cubicBezTo>
                      <a:cubicBezTo>
                        <a:pt x="4958" y="4281"/>
                        <a:pt x="4958" y="4281"/>
                        <a:pt x="4837" y="4281"/>
                      </a:cubicBezTo>
                      <a:cubicBezTo>
                        <a:pt x="4717" y="4281"/>
                        <a:pt x="4596" y="4281"/>
                        <a:pt x="4596" y="4281"/>
                      </a:cubicBezTo>
                      <a:cubicBezTo>
                        <a:pt x="4475" y="4086"/>
                        <a:pt x="4475" y="4086"/>
                        <a:pt x="4475" y="4086"/>
                      </a:cubicBezTo>
                      <a:cubicBezTo>
                        <a:pt x="4475" y="4086"/>
                        <a:pt x="4475" y="4086"/>
                        <a:pt x="4475" y="3892"/>
                      </a:cubicBezTo>
                      <a:cubicBezTo>
                        <a:pt x="4475" y="3697"/>
                        <a:pt x="4475" y="3503"/>
                        <a:pt x="4475" y="3308"/>
                      </a:cubicBezTo>
                      <a:cubicBezTo>
                        <a:pt x="4355" y="2724"/>
                        <a:pt x="4113" y="2335"/>
                        <a:pt x="3631" y="1946"/>
                      </a:cubicBezTo>
                      <a:cubicBezTo>
                        <a:pt x="3510" y="1751"/>
                        <a:pt x="3389" y="1751"/>
                        <a:pt x="3148" y="1751"/>
                      </a:cubicBezTo>
                      <a:cubicBezTo>
                        <a:pt x="3027" y="1557"/>
                        <a:pt x="2907" y="1557"/>
                        <a:pt x="2907" y="1557"/>
                      </a:cubicBezTo>
                      <a:cubicBezTo>
                        <a:pt x="2665" y="1362"/>
                        <a:pt x="2665" y="1168"/>
                        <a:pt x="2545" y="973"/>
                      </a:cubicBezTo>
                      <a:cubicBezTo>
                        <a:pt x="2545" y="973"/>
                        <a:pt x="2424" y="778"/>
                        <a:pt x="2424" y="584"/>
                      </a:cubicBezTo>
                      <a:cubicBezTo>
                        <a:pt x="2183" y="195"/>
                        <a:pt x="1821" y="0"/>
                        <a:pt x="1459" y="0"/>
                      </a:cubicBezTo>
                      <a:cubicBezTo>
                        <a:pt x="976" y="0"/>
                        <a:pt x="373" y="584"/>
                        <a:pt x="131" y="1362"/>
                      </a:cubicBezTo>
                      <a:cubicBezTo>
                        <a:pt x="-110" y="1946"/>
                        <a:pt x="11" y="2530"/>
                        <a:pt x="252" y="3114"/>
                      </a:cubicBezTo>
                      <a:cubicBezTo>
                        <a:pt x="373" y="3503"/>
                        <a:pt x="493" y="3892"/>
                        <a:pt x="614" y="4281"/>
                      </a:cubicBezTo>
                      <a:cubicBezTo>
                        <a:pt x="735" y="4670"/>
                        <a:pt x="735" y="4670"/>
                        <a:pt x="735" y="4670"/>
                      </a:cubicBezTo>
                      <a:cubicBezTo>
                        <a:pt x="855" y="4865"/>
                        <a:pt x="855" y="5059"/>
                        <a:pt x="855" y="5254"/>
                      </a:cubicBezTo>
                      <a:cubicBezTo>
                        <a:pt x="855" y="5643"/>
                        <a:pt x="976" y="6032"/>
                        <a:pt x="1217" y="6422"/>
                      </a:cubicBezTo>
                      <a:cubicBezTo>
                        <a:pt x="1459" y="6811"/>
                        <a:pt x="1821" y="7589"/>
                        <a:pt x="2424" y="7589"/>
                      </a:cubicBezTo>
                      <a:cubicBezTo>
                        <a:pt x="2545" y="7589"/>
                        <a:pt x="2545" y="7589"/>
                        <a:pt x="2545" y="7589"/>
                      </a:cubicBezTo>
                      <a:cubicBezTo>
                        <a:pt x="2665" y="7589"/>
                        <a:pt x="2907" y="7395"/>
                        <a:pt x="3148" y="7395"/>
                      </a:cubicBezTo>
                      <a:cubicBezTo>
                        <a:pt x="3269" y="7200"/>
                        <a:pt x="3631" y="7200"/>
                        <a:pt x="3751" y="7200"/>
                      </a:cubicBezTo>
                      <a:cubicBezTo>
                        <a:pt x="3872" y="7200"/>
                        <a:pt x="3993" y="7200"/>
                        <a:pt x="4113" y="7395"/>
                      </a:cubicBezTo>
                      <a:cubicBezTo>
                        <a:pt x="4113" y="7395"/>
                        <a:pt x="4234" y="7978"/>
                        <a:pt x="4234" y="8368"/>
                      </a:cubicBezTo>
                      <a:cubicBezTo>
                        <a:pt x="4355" y="8562"/>
                        <a:pt x="4355" y="8951"/>
                        <a:pt x="4355" y="9146"/>
                      </a:cubicBezTo>
                      <a:cubicBezTo>
                        <a:pt x="4475" y="9341"/>
                        <a:pt x="4475" y="9535"/>
                        <a:pt x="4596" y="9730"/>
                      </a:cubicBezTo>
                      <a:cubicBezTo>
                        <a:pt x="4837" y="10508"/>
                        <a:pt x="5079" y="11286"/>
                        <a:pt x="4958" y="12065"/>
                      </a:cubicBezTo>
                      <a:cubicBezTo>
                        <a:pt x="4958" y="12259"/>
                        <a:pt x="4958" y="12454"/>
                        <a:pt x="4837" y="12649"/>
                      </a:cubicBezTo>
                      <a:cubicBezTo>
                        <a:pt x="4837" y="13038"/>
                        <a:pt x="4717" y="13232"/>
                        <a:pt x="4717" y="13427"/>
                      </a:cubicBezTo>
                      <a:cubicBezTo>
                        <a:pt x="4717" y="14011"/>
                        <a:pt x="4717" y="14400"/>
                        <a:pt x="4717" y="14789"/>
                      </a:cubicBezTo>
                      <a:cubicBezTo>
                        <a:pt x="4717" y="14984"/>
                        <a:pt x="4717" y="15178"/>
                        <a:pt x="4717" y="15178"/>
                      </a:cubicBezTo>
                      <a:cubicBezTo>
                        <a:pt x="4717" y="15762"/>
                        <a:pt x="4837" y="16346"/>
                        <a:pt x="4837" y="16930"/>
                      </a:cubicBezTo>
                      <a:cubicBezTo>
                        <a:pt x="4958" y="17319"/>
                        <a:pt x="4958" y="17903"/>
                        <a:pt x="4958" y="18292"/>
                      </a:cubicBezTo>
                      <a:cubicBezTo>
                        <a:pt x="4958" y="18876"/>
                        <a:pt x="4958" y="20043"/>
                        <a:pt x="5803" y="20238"/>
                      </a:cubicBezTo>
                      <a:cubicBezTo>
                        <a:pt x="5803" y="20238"/>
                        <a:pt x="5803" y="20238"/>
                        <a:pt x="5803" y="20238"/>
                      </a:cubicBezTo>
                      <a:cubicBezTo>
                        <a:pt x="6044" y="20238"/>
                        <a:pt x="6286" y="20043"/>
                        <a:pt x="6286" y="20043"/>
                      </a:cubicBezTo>
                      <a:cubicBezTo>
                        <a:pt x="6406" y="20043"/>
                        <a:pt x="6406" y="19849"/>
                        <a:pt x="6406" y="19849"/>
                      </a:cubicBezTo>
                      <a:cubicBezTo>
                        <a:pt x="6406" y="19849"/>
                        <a:pt x="6406" y="19849"/>
                        <a:pt x="6527" y="19849"/>
                      </a:cubicBezTo>
                      <a:cubicBezTo>
                        <a:pt x="6527" y="19849"/>
                        <a:pt x="6527" y="19849"/>
                        <a:pt x="6648" y="20043"/>
                      </a:cubicBezTo>
                      <a:cubicBezTo>
                        <a:pt x="6768" y="20043"/>
                        <a:pt x="6768" y="20043"/>
                        <a:pt x="6768" y="20043"/>
                      </a:cubicBezTo>
                      <a:cubicBezTo>
                        <a:pt x="6889" y="20043"/>
                        <a:pt x="7010" y="20238"/>
                        <a:pt x="7130" y="20238"/>
                      </a:cubicBezTo>
                      <a:cubicBezTo>
                        <a:pt x="7130" y="20238"/>
                        <a:pt x="7130" y="20432"/>
                        <a:pt x="7251" y="20432"/>
                      </a:cubicBezTo>
                      <a:cubicBezTo>
                        <a:pt x="7251" y="20627"/>
                        <a:pt x="7372" y="20822"/>
                        <a:pt x="7492" y="20822"/>
                      </a:cubicBezTo>
                      <a:cubicBezTo>
                        <a:pt x="7613" y="21016"/>
                        <a:pt x="7854" y="21211"/>
                        <a:pt x="7975" y="21211"/>
                      </a:cubicBezTo>
                      <a:cubicBezTo>
                        <a:pt x="8337" y="21211"/>
                        <a:pt x="8699" y="20822"/>
                        <a:pt x="8940" y="20432"/>
                      </a:cubicBezTo>
                      <a:cubicBezTo>
                        <a:pt x="9061" y="20238"/>
                        <a:pt x="9061" y="20238"/>
                        <a:pt x="9061" y="20043"/>
                      </a:cubicBezTo>
                      <a:cubicBezTo>
                        <a:pt x="9061" y="20238"/>
                        <a:pt x="9061" y="20432"/>
                        <a:pt x="9182" y="20627"/>
                      </a:cubicBezTo>
                      <a:cubicBezTo>
                        <a:pt x="9182" y="21016"/>
                        <a:pt x="9423" y="21600"/>
                        <a:pt x="10026" y="21600"/>
                      </a:cubicBezTo>
                      <a:cubicBezTo>
                        <a:pt x="10147" y="21600"/>
                        <a:pt x="10268" y="21405"/>
                        <a:pt x="10388" y="21405"/>
                      </a:cubicBezTo>
                      <a:cubicBezTo>
                        <a:pt x="10388" y="21405"/>
                        <a:pt x="10388" y="21405"/>
                        <a:pt x="10388" y="21405"/>
                      </a:cubicBezTo>
                      <a:cubicBezTo>
                        <a:pt x="10750" y="21405"/>
                        <a:pt x="10992" y="21211"/>
                        <a:pt x="11354" y="21016"/>
                      </a:cubicBezTo>
                      <a:cubicBezTo>
                        <a:pt x="11716" y="21016"/>
                        <a:pt x="11957" y="20822"/>
                        <a:pt x="12319" y="20822"/>
                      </a:cubicBezTo>
                      <a:cubicBezTo>
                        <a:pt x="12319" y="20822"/>
                        <a:pt x="12319" y="20822"/>
                        <a:pt x="12440" y="20822"/>
                      </a:cubicBezTo>
                      <a:cubicBezTo>
                        <a:pt x="12560" y="20822"/>
                        <a:pt x="12681" y="20822"/>
                        <a:pt x="12802" y="20822"/>
                      </a:cubicBezTo>
                      <a:cubicBezTo>
                        <a:pt x="13043" y="20822"/>
                        <a:pt x="13284" y="20822"/>
                        <a:pt x="13526" y="20627"/>
                      </a:cubicBezTo>
                      <a:cubicBezTo>
                        <a:pt x="13646" y="20432"/>
                        <a:pt x="13646" y="20432"/>
                        <a:pt x="13646" y="20432"/>
                      </a:cubicBezTo>
                      <a:cubicBezTo>
                        <a:pt x="13767" y="20432"/>
                        <a:pt x="13767" y="20432"/>
                        <a:pt x="13767" y="20627"/>
                      </a:cubicBezTo>
                      <a:cubicBezTo>
                        <a:pt x="13888" y="20627"/>
                        <a:pt x="14008" y="20627"/>
                        <a:pt x="14250" y="20627"/>
                      </a:cubicBezTo>
                      <a:cubicBezTo>
                        <a:pt x="14250" y="20822"/>
                        <a:pt x="14370" y="20822"/>
                        <a:pt x="14491" y="20822"/>
                      </a:cubicBezTo>
                      <a:cubicBezTo>
                        <a:pt x="14853" y="20822"/>
                        <a:pt x="15215" y="20627"/>
                        <a:pt x="15456" y="20627"/>
                      </a:cubicBezTo>
                      <a:cubicBezTo>
                        <a:pt x="15818" y="20432"/>
                        <a:pt x="15939" y="20043"/>
                        <a:pt x="16060" y="19654"/>
                      </a:cubicBezTo>
                      <a:cubicBezTo>
                        <a:pt x="16060" y="19459"/>
                        <a:pt x="16181" y="19459"/>
                        <a:pt x="16181" y="19265"/>
                      </a:cubicBezTo>
                      <a:cubicBezTo>
                        <a:pt x="16181" y="19459"/>
                        <a:pt x="16301" y="19459"/>
                        <a:pt x="16301" y="19459"/>
                      </a:cubicBezTo>
                      <a:cubicBezTo>
                        <a:pt x="16422" y="19654"/>
                        <a:pt x="16543" y="19849"/>
                        <a:pt x="16663" y="19849"/>
                      </a:cubicBezTo>
                      <a:cubicBezTo>
                        <a:pt x="17146" y="20238"/>
                        <a:pt x="17629" y="20432"/>
                        <a:pt x="18111" y="20432"/>
                      </a:cubicBezTo>
                      <a:cubicBezTo>
                        <a:pt x="18232" y="20432"/>
                        <a:pt x="18473" y="20238"/>
                        <a:pt x="18594" y="20238"/>
                      </a:cubicBezTo>
                      <a:cubicBezTo>
                        <a:pt x="18835" y="20238"/>
                        <a:pt x="19077" y="20043"/>
                        <a:pt x="19197" y="19849"/>
                      </a:cubicBezTo>
                      <a:cubicBezTo>
                        <a:pt x="19197" y="19849"/>
                        <a:pt x="19318" y="19849"/>
                        <a:pt x="19318" y="19849"/>
                      </a:cubicBezTo>
                      <a:cubicBezTo>
                        <a:pt x="19318" y="19654"/>
                        <a:pt x="19439" y="19654"/>
                        <a:pt x="19559" y="19654"/>
                      </a:cubicBezTo>
                      <a:cubicBezTo>
                        <a:pt x="19680" y="19654"/>
                        <a:pt x="19921" y="19459"/>
                        <a:pt x="20163" y="19070"/>
                      </a:cubicBezTo>
                      <a:cubicBezTo>
                        <a:pt x="20283" y="18681"/>
                        <a:pt x="20404" y="18292"/>
                        <a:pt x="20404" y="18097"/>
                      </a:cubicBezTo>
                      <a:cubicBezTo>
                        <a:pt x="20404" y="17903"/>
                        <a:pt x="20404" y="17708"/>
                        <a:pt x="20404" y="17514"/>
                      </a:cubicBezTo>
                      <a:cubicBezTo>
                        <a:pt x="20404" y="17514"/>
                        <a:pt x="20525" y="17319"/>
                        <a:pt x="20645" y="17319"/>
                      </a:cubicBezTo>
                      <a:cubicBezTo>
                        <a:pt x="20887" y="17124"/>
                        <a:pt x="21007" y="16930"/>
                        <a:pt x="21128" y="16735"/>
                      </a:cubicBezTo>
                      <a:cubicBezTo>
                        <a:pt x="21369" y="16346"/>
                        <a:pt x="21490" y="15957"/>
                        <a:pt x="21369" y="1556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39" name="Shape">
                  <a:extLst>
                    <a:ext uri="{FF2B5EF4-FFF2-40B4-BE49-F238E27FC236}">
                      <a16:creationId xmlns:a16="http://schemas.microsoft.com/office/drawing/2014/main" id="{0B005A4A-C673-468A-BCFB-FE6E3CA4AD72}"/>
                    </a:ext>
                  </a:extLst>
                </p:cNvPr>
                <p:cNvSpPr/>
                <p:nvPr/>
              </p:nvSpPr>
              <p:spPr>
                <a:xfrm>
                  <a:off x="3882652" y="374071"/>
                  <a:ext cx="168112" cy="1793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50" h="21600" extrusionOk="0">
                      <a:moveTo>
                        <a:pt x="20304" y="10800"/>
                      </a:moveTo>
                      <a:cubicBezTo>
                        <a:pt x="20304" y="10309"/>
                        <a:pt x="19750" y="9818"/>
                        <a:pt x="19750" y="9327"/>
                      </a:cubicBezTo>
                      <a:cubicBezTo>
                        <a:pt x="19750" y="8836"/>
                        <a:pt x="19750" y="8836"/>
                        <a:pt x="19750" y="8836"/>
                      </a:cubicBezTo>
                      <a:cubicBezTo>
                        <a:pt x="19196" y="7364"/>
                        <a:pt x="19196" y="5400"/>
                        <a:pt x="18089" y="3927"/>
                      </a:cubicBezTo>
                      <a:cubicBezTo>
                        <a:pt x="17535" y="2455"/>
                        <a:pt x="15873" y="982"/>
                        <a:pt x="14212" y="491"/>
                      </a:cubicBezTo>
                      <a:cubicBezTo>
                        <a:pt x="13658" y="0"/>
                        <a:pt x="12550" y="0"/>
                        <a:pt x="11443" y="0"/>
                      </a:cubicBezTo>
                      <a:cubicBezTo>
                        <a:pt x="9781" y="0"/>
                        <a:pt x="7012" y="491"/>
                        <a:pt x="5904" y="1473"/>
                      </a:cubicBezTo>
                      <a:cubicBezTo>
                        <a:pt x="4796" y="2455"/>
                        <a:pt x="4243" y="3927"/>
                        <a:pt x="3689" y="4909"/>
                      </a:cubicBezTo>
                      <a:cubicBezTo>
                        <a:pt x="3689" y="5400"/>
                        <a:pt x="3135" y="6382"/>
                        <a:pt x="2581" y="6873"/>
                      </a:cubicBezTo>
                      <a:cubicBezTo>
                        <a:pt x="2027" y="7364"/>
                        <a:pt x="2027" y="7364"/>
                        <a:pt x="2027" y="7364"/>
                      </a:cubicBezTo>
                      <a:cubicBezTo>
                        <a:pt x="920" y="8345"/>
                        <a:pt x="-742" y="10309"/>
                        <a:pt x="366" y="12764"/>
                      </a:cubicBezTo>
                      <a:cubicBezTo>
                        <a:pt x="920" y="14236"/>
                        <a:pt x="2027" y="14727"/>
                        <a:pt x="2581" y="15218"/>
                      </a:cubicBezTo>
                      <a:cubicBezTo>
                        <a:pt x="3135" y="15709"/>
                        <a:pt x="3689" y="15709"/>
                        <a:pt x="3689" y="16200"/>
                      </a:cubicBezTo>
                      <a:cubicBezTo>
                        <a:pt x="4796" y="17182"/>
                        <a:pt x="5904" y="18164"/>
                        <a:pt x="7012" y="18655"/>
                      </a:cubicBezTo>
                      <a:cubicBezTo>
                        <a:pt x="8120" y="19636"/>
                        <a:pt x="9227" y="20127"/>
                        <a:pt x="9781" y="20127"/>
                      </a:cubicBezTo>
                      <a:cubicBezTo>
                        <a:pt x="10335" y="20618"/>
                        <a:pt x="10889" y="20618"/>
                        <a:pt x="11443" y="21109"/>
                      </a:cubicBezTo>
                      <a:cubicBezTo>
                        <a:pt x="12550" y="21600"/>
                        <a:pt x="13658" y="21600"/>
                        <a:pt x="14212" y="21600"/>
                      </a:cubicBezTo>
                      <a:cubicBezTo>
                        <a:pt x="15320" y="21600"/>
                        <a:pt x="16427" y="21600"/>
                        <a:pt x="17535" y="21109"/>
                      </a:cubicBezTo>
                      <a:cubicBezTo>
                        <a:pt x="18643" y="20127"/>
                        <a:pt x="19750" y="19145"/>
                        <a:pt x="20304" y="17673"/>
                      </a:cubicBezTo>
                      <a:cubicBezTo>
                        <a:pt x="20858" y="15218"/>
                        <a:pt x="20304" y="12764"/>
                        <a:pt x="20304" y="108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40" name="Shape">
                  <a:extLst>
                    <a:ext uri="{FF2B5EF4-FFF2-40B4-BE49-F238E27FC236}">
                      <a16:creationId xmlns:a16="http://schemas.microsoft.com/office/drawing/2014/main" id="{FCD711E9-E61C-4BCA-8D89-B470939AFD05}"/>
                    </a:ext>
                  </a:extLst>
                </p:cNvPr>
                <p:cNvSpPr/>
                <p:nvPr/>
              </p:nvSpPr>
              <p:spPr>
                <a:xfrm>
                  <a:off x="3808614" y="1326239"/>
                  <a:ext cx="67966" cy="649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4400" y="1350"/>
                      </a:moveTo>
                      <a:cubicBezTo>
                        <a:pt x="12960" y="1350"/>
                        <a:pt x="10080" y="0"/>
                        <a:pt x="8640" y="0"/>
                      </a:cubicBezTo>
                      <a:cubicBezTo>
                        <a:pt x="5760" y="0"/>
                        <a:pt x="4320" y="1350"/>
                        <a:pt x="1440" y="2700"/>
                      </a:cubicBezTo>
                      <a:cubicBezTo>
                        <a:pt x="0" y="5400"/>
                        <a:pt x="0" y="6750"/>
                        <a:pt x="0" y="9450"/>
                      </a:cubicBezTo>
                      <a:cubicBezTo>
                        <a:pt x="1440" y="14850"/>
                        <a:pt x="8640" y="21600"/>
                        <a:pt x="14400" y="21600"/>
                      </a:cubicBezTo>
                      <a:cubicBezTo>
                        <a:pt x="14400" y="21600"/>
                        <a:pt x="14400" y="21600"/>
                        <a:pt x="14400" y="21600"/>
                      </a:cubicBezTo>
                      <a:cubicBezTo>
                        <a:pt x="15840" y="21600"/>
                        <a:pt x="15840" y="21600"/>
                        <a:pt x="17280" y="21600"/>
                      </a:cubicBezTo>
                      <a:cubicBezTo>
                        <a:pt x="20160" y="20250"/>
                        <a:pt x="21600" y="17550"/>
                        <a:pt x="21600" y="13500"/>
                      </a:cubicBezTo>
                      <a:cubicBezTo>
                        <a:pt x="21600" y="9450"/>
                        <a:pt x="17280" y="4050"/>
                        <a:pt x="14400" y="135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41" name="Shape">
                  <a:extLst>
                    <a:ext uri="{FF2B5EF4-FFF2-40B4-BE49-F238E27FC236}">
                      <a16:creationId xmlns:a16="http://schemas.microsoft.com/office/drawing/2014/main" id="{7E163BA7-D674-476F-9D17-314943C361F9}"/>
                    </a:ext>
                  </a:extLst>
                </p:cNvPr>
                <p:cNvSpPr/>
                <p:nvPr/>
              </p:nvSpPr>
              <p:spPr>
                <a:xfrm>
                  <a:off x="4070172" y="1293778"/>
                  <a:ext cx="48421" cy="448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236" h="21600" extrusionOk="0">
                      <a:moveTo>
                        <a:pt x="18491" y="7855"/>
                      </a:moveTo>
                      <a:cubicBezTo>
                        <a:pt x="18491" y="0"/>
                        <a:pt x="13091" y="0"/>
                        <a:pt x="11291" y="0"/>
                      </a:cubicBezTo>
                      <a:cubicBezTo>
                        <a:pt x="4091" y="0"/>
                        <a:pt x="491" y="7855"/>
                        <a:pt x="491" y="11782"/>
                      </a:cubicBezTo>
                      <a:cubicBezTo>
                        <a:pt x="-1309" y="15709"/>
                        <a:pt x="2291" y="19636"/>
                        <a:pt x="4091" y="19636"/>
                      </a:cubicBezTo>
                      <a:cubicBezTo>
                        <a:pt x="5891" y="19636"/>
                        <a:pt x="5891" y="21600"/>
                        <a:pt x="7691" y="21600"/>
                      </a:cubicBezTo>
                      <a:cubicBezTo>
                        <a:pt x="7691" y="21600"/>
                        <a:pt x="7691" y="21600"/>
                        <a:pt x="7691" y="21600"/>
                      </a:cubicBezTo>
                      <a:cubicBezTo>
                        <a:pt x="11291" y="21600"/>
                        <a:pt x="14891" y="19636"/>
                        <a:pt x="16691" y="15709"/>
                      </a:cubicBezTo>
                      <a:cubicBezTo>
                        <a:pt x="18491" y="13745"/>
                        <a:pt x="20291" y="11782"/>
                        <a:pt x="18491" y="785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42" name="Shape">
                  <a:extLst>
                    <a:ext uri="{FF2B5EF4-FFF2-40B4-BE49-F238E27FC236}">
                      <a16:creationId xmlns:a16="http://schemas.microsoft.com/office/drawing/2014/main" id="{A59D43B3-3612-4837-84E8-EA75298AC339}"/>
                    </a:ext>
                  </a:extLst>
                </p:cNvPr>
                <p:cNvSpPr/>
                <p:nvPr/>
              </p:nvSpPr>
              <p:spPr>
                <a:xfrm>
                  <a:off x="2591965" y="632204"/>
                  <a:ext cx="963375" cy="7836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49" h="21600" extrusionOk="0">
                      <a:moveTo>
                        <a:pt x="21188" y="16059"/>
                      </a:moveTo>
                      <a:cubicBezTo>
                        <a:pt x="21087" y="15946"/>
                        <a:pt x="20987" y="15832"/>
                        <a:pt x="20886" y="15719"/>
                      </a:cubicBezTo>
                      <a:cubicBezTo>
                        <a:pt x="20886" y="15719"/>
                        <a:pt x="20786" y="15606"/>
                        <a:pt x="20685" y="15606"/>
                      </a:cubicBezTo>
                      <a:cubicBezTo>
                        <a:pt x="20685" y="15493"/>
                        <a:pt x="20585" y="15380"/>
                        <a:pt x="20484" y="15267"/>
                      </a:cubicBezTo>
                      <a:cubicBezTo>
                        <a:pt x="20484" y="15154"/>
                        <a:pt x="20484" y="15154"/>
                        <a:pt x="20384" y="15041"/>
                      </a:cubicBezTo>
                      <a:cubicBezTo>
                        <a:pt x="20183" y="14702"/>
                        <a:pt x="19882" y="14362"/>
                        <a:pt x="19681" y="14136"/>
                      </a:cubicBezTo>
                      <a:cubicBezTo>
                        <a:pt x="19580" y="14023"/>
                        <a:pt x="19480" y="14023"/>
                        <a:pt x="19379" y="13910"/>
                      </a:cubicBezTo>
                      <a:cubicBezTo>
                        <a:pt x="19279" y="13684"/>
                        <a:pt x="19078" y="13571"/>
                        <a:pt x="18877" y="13458"/>
                      </a:cubicBezTo>
                      <a:cubicBezTo>
                        <a:pt x="18676" y="13345"/>
                        <a:pt x="18475" y="13231"/>
                        <a:pt x="18375" y="13005"/>
                      </a:cubicBezTo>
                      <a:cubicBezTo>
                        <a:pt x="18274" y="12892"/>
                        <a:pt x="18174" y="12666"/>
                        <a:pt x="18073" y="12440"/>
                      </a:cubicBezTo>
                      <a:cubicBezTo>
                        <a:pt x="18073" y="12327"/>
                        <a:pt x="18073" y="12327"/>
                        <a:pt x="18073" y="12214"/>
                      </a:cubicBezTo>
                      <a:cubicBezTo>
                        <a:pt x="17973" y="12101"/>
                        <a:pt x="17872" y="11874"/>
                        <a:pt x="17772" y="11761"/>
                      </a:cubicBezTo>
                      <a:cubicBezTo>
                        <a:pt x="17772" y="11648"/>
                        <a:pt x="17671" y="11535"/>
                        <a:pt x="17671" y="11422"/>
                      </a:cubicBezTo>
                      <a:cubicBezTo>
                        <a:pt x="17470" y="11083"/>
                        <a:pt x="17671" y="10743"/>
                        <a:pt x="17872" y="10178"/>
                      </a:cubicBezTo>
                      <a:cubicBezTo>
                        <a:pt x="18174" y="9726"/>
                        <a:pt x="18375" y="9047"/>
                        <a:pt x="18274" y="8482"/>
                      </a:cubicBezTo>
                      <a:cubicBezTo>
                        <a:pt x="18274" y="8255"/>
                        <a:pt x="18174" y="8029"/>
                        <a:pt x="18073" y="7803"/>
                      </a:cubicBezTo>
                      <a:cubicBezTo>
                        <a:pt x="17973" y="7464"/>
                        <a:pt x="17872" y="7238"/>
                        <a:pt x="17872" y="6898"/>
                      </a:cubicBezTo>
                      <a:cubicBezTo>
                        <a:pt x="17872" y="6785"/>
                        <a:pt x="17872" y="6672"/>
                        <a:pt x="17973" y="6446"/>
                      </a:cubicBezTo>
                      <a:cubicBezTo>
                        <a:pt x="18073" y="6333"/>
                        <a:pt x="18073" y="6333"/>
                        <a:pt x="18073" y="6333"/>
                      </a:cubicBezTo>
                      <a:cubicBezTo>
                        <a:pt x="18073" y="6107"/>
                        <a:pt x="18174" y="5881"/>
                        <a:pt x="18174" y="5654"/>
                      </a:cubicBezTo>
                      <a:cubicBezTo>
                        <a:pt x="18174" y="5541"/>
                        <a:pt x="18174" y="5541"/>
                        <a:pt x="18174" y="5541"/>
                      </a:cubicBezTo>
                      <a:cubicBezTo>
                        <a:pt x="18274" y="5315"/>
                        <a:pt x="18274" y="5202"/>
                        <a:pt x="18375" y="4976"/>
                      </a:cubicBezTo>
                      <a:cubicBezTo>
                        <a:pt x="18475" y="4750"/>
                        <a:pt x="18475" y="4410"/>
                        <a:pt x="18475" y="3958"/>
                      </a:cubicBezTo>
                      <a:cubicBezTo>
                        <a:pt x="18475" y="3958"/>
                        <a:pt x="18475" y="3958"/>
                        <a:pt x="18475" y="3958"/>
                      </a:cubicBezTo>
                      <a:cubicBezTo>
                        <a:pt x="18475" y="3619"/>
                        <a:pt x="18475" y="3280"/>
                        <a:pt x="18375" y="2827"/>
                      </a:cubicBezTo>
                      <a:cubicBezTo>
                        <a:pt x="18274" y="2601"/>
                        <a:pt x="18174" y="2488"/>
                        <a:pt x="18073" y="2375"/>
                      </a:cubicBezTo>
                      <a:cubicBezTo>
                        <a:pt x="17973" y="2262"/>
                        <a:pt x="17973" y="2149"/>
                        <a:pt x="17872" y="2149"/>
                      </a:cubicBezTo>
                      <a:cubicBezTo>
                        <a:pt x="17872" y="2036"/>
                        <a:pt x="17772" y="1923"/>
                        <a:pt x="17671" y="1809"/>
                      </a:cubicBezTo>
                      <a:cubicBezTo>
                        <a:pt x="17470" y="1357"/>
                        <a:pt x="17269" y="792"/>
                        <a:pt x="16767" y="565"/>
                      </a:cubicBezTo>
                      <a:cubicBezTo>
                        <a:pt x="16667" y="452"/>
                        <a:pt x="16566" y="452"/>
                        <a:pt x="16466" y="339"/>
                      </a:cubicBezTo>
                      <a:cubicBezTo>
                        <a:pt x="16265" y="226"/>
                        <a:pt x="15963" y="0"/>
                        <a:pt x="15662" y="0"/>
                      </a:cubicBezTo>
                      <a:cubicBezTo>
                        <a:pt x="15059" y="0"/>
                        <a:pt x="14858" y="679"/>
                        <a:pt x="14858" y="1018"/>
                      </a:cubicBezTo>
                      <a:cubicBezTo>
                        <a:pt x="14858" y="1131"/>
                        <a:pt x="14858" y="1131"/>
                        <a:pt x="14858" y="1131"/>
                      </a:cubicBezTo>
                      <a:cubicBezTo>
                        <a:pt x="14758" y="1357"/>
                        <a:pt x="14758" y="1583"/>
                        <a:pt x="14758" y="1696"/>
                      </a:cubicBezTo>
                      <a:cubicBezTo>
                        <a:pt x="14657" y="1923"/>
                        <a:pt x="14657" y="2262"/>
                        <a:pt x="14557" y="2488"/>
                      </a:cubicBezTo>
                      <a:cubicBezTo>
                        <a:pt x="14557" y="2714"/>
                        <a:pt x="14557" y="3053"/>
                        <a:pt x="14557" y="3393"/>
                      </a:cubicBezTo>
                      <a:cubicBezTo>
                        <a:pt x="14557" y="3506"/>
                        <a:pt x="14557" y="3732"/>
                        <a:pt x="14557" y="3845"/>
                      </a:cubicBezTo>
                      <a:cubicBezTo>
                        <a:pt x="14557" y="4071"/>
                        <a:pt x="14456" y="4184"/>
                        <a:pt x="14456" y="4297"/>
                      </a:cubicBezTo>
                      <a:cubicBezTo>
                        <a:pt x="14456" y="4524"/>
                        <a:pt x="14456" y="4863"/>
                        <a:pt x="14456" y="5202"/>
                      </a:cubicBezTo>
                      <a:cubicBezTo>
                        <a:pt x="14456" y="5315"/>
                        <a:pt x="14557" y="5541"/>
                        <a:pt x="14557" y="5654"/>
                      </a:cubicBezTo>
                      <a:cubicBezTo>
                        <a:pt x="14557" y="5881"/>
                        <a:pt x="14657" y="6107"/>
                        <a:pt x="14657" y="6220"/>
                      </a:cubicBezTo>
                      <a:cubicBezTo>
                        <a:pt x="14557" y="6559"/>
                        <a:pt x="14356" y="7012"/>
                        <a:pt x="14256" y="7012"/>
                      </a:cubicBezTo>
                      <a:cubicBezTo>
                        <a:pt x="14256" y="7012"/>
                        <a:pt x="14155" y="7012"/>
                        <a:pt x="14055" y="6672"/>
                      </a:cubicBezTo>
                      <a:cubicBezTo>
                        <a:pt x="13954" y="6107"/>
                        <a:pt x="13954" y="5541"/>
                        <a:pt x="14055" y="4976"/>
                      </a:cubicBezTo>
                      <a:cubicBezTo>
                        <a:pt x="14155" y="4637"/>
                        <a:pt x="14155" y="4410"/>
                        <a:pt x="14155" y="4184"/>
                      </a:cubicBezTo>
                      <a:cubicBezTo>
                        <a:pt x="14256" y="3280"/>
                        <a:pt x="13954" y="2488"/>
                        <a:pt x="13753" y="1809"/>
                      </a:cubicBezTo>
                      <a:cubicBezTo>
                        <a:pt x="13552" y="1583"/>
                        <a:pt x="13452" y="1470"/>
                        <a:pt x="13351" y="1357"/>
                      </a:cubicBezTo>
                      <a:cubicBezTo>
                        <a:pt x="13050" y="1131"/>
                        <a:pt x="13050" y="1131"/>
                        <a:pt x="13050" y="1131"/>
                      </a:cubicBezTo>
                      <a:cubicBezTo>
                        <a:pt x="9333" y="13345"/>
                        <a:pt x="9333" y="13345"/>
                        <a:pt x="9333" y="13345"/>
                      </a:cubicBezTo>
                      <a:cubicBezTo>
                        <a:pt x="391" y="9273"/>
                        <a:pt x="391" y="9273"/>
                        <a:pt x="391" y="9273"/>
                      </a:cubicBezTo>
                      <a:cubicBezTo>
                        <a:pt x="291" y="9499"/>
                        <a:pt x="291" y="9499"/>
                        <a:pt x="291" y="9499"/>
                      </a:cubicBezTo>
                      <a:cubicBezTo>
                        <a:pt x="-111" y="9952"/>
                        <a:pt x="-11" y="10517"/>
                        <a:pt x="90" y="11083"/>
                      </a:cubicBezTo>
                      <a:cubicBezTo>
                        <a:pt x="90" y="11083"/>
                        <a:pt x="90" y="11196"/>
                        <a:pt x="90" y="11309"/>
                      </a:cubicBezTo>
                      <a:cubicBezTo>
                        <a:pt x="190" y="11422"/>
                        <a:pt x="190" y="11535"/>
                        <a:pt x="190" y="11761"/>
                      </a:cubicBezTo>
                      <a:cubicBezTo>
                        <a:pt x="190" y="11874"/>
                        <a:pt x="190" y="12101"/>
                        <a:pt x="291" y="12327"/>
                      </a:cubicBezTo>
                      <a:cubicBezTo>
                        <a:pt x="391" y="13118"/>
                        <a:pt x="994" y="13345"/>
                        <a:pt x="1396" y="13684"/>
                      </a:cubicBezTo>
                      <a:cubicBezTo>
                        <a:pt x="1697" y="13797"/>
                        <a:pt x="1898" y="13910"/>
                        <a:pt x="1999" y="14023"/>
                      </a:cubicBezTo>
                      <a:cubicBezTo>
                        <a:pt x="2300" y="14249"/>
                        <a:pt x="2501" y="14362"/>
                        <a:pt x="2903" y="14475"/>
                      </a:cubicBezTo>
                      <a:cubicBezTo>
                        <a:pt x="2903" y="14475"/>
                        <a:pt x="2903" y="14475"/>
                        <a:pt x="2903" y="14475"/>
                      </a:cubicBezTo>
                      <a:cubicBezTo>
                        <a:pt x="3003" y="14475"/>
                        <a:pt x="3104" y="14362"/>
                        <a:pt x="3104" y="14362"/>
                      </a:cubicBezTo>
                      <a:cubicBezTo>
                        <a:pt x="3204" y="14362"/>
                        <a:pt x="3204" y="14362"/>
                        <a:pt x="3305" y="14362"/>
                      </a:cubicBezTo>
                      <a:cubicBezTo>
                        <a:pt x="3405" y="14362"/>
                        <a:pt x="3405" y="14475"/>
                        <a:pt x="3405" y="14475"/>
                      </a:cubicBezTo>
                      <a:cubicBezTo>
                        <a:pt x="3506" y="14702"/>
                        <a:pt x="3606" y="15154"/>
                        <a:pt x="3405" y="15493"/>
                      </a:cubicBezTo>
                      <a:cubicBezTo>
                        <a:pt x="3405" y="15606"/>
                        <a:pt x="3305" y="15719"/>
                        <a:pt x="3305" y="15832"/>
                      </a:cubicBezTo>
                      <a:cubicBezTo>
                        <a:pt x="3204" y="15946"/>
                        <a:pt x="3003" y="16172"/>
                        <a:pt x="3003" y="16511"/>
                      </a:cubicBezTo>
                      <a:cubicBezTo>
                        <a:pt x="2802" y="17190"/>
                        <a:pt x="3104" y="17981"/>
                        <a:pt x="3506" y="18434"/>
                      </a:cubicBezTo>
                      <a:cubicBezTo>
                        <a:pt x="3807" y="18660"/>
                        <a:pt x="4209" y="18660"/>
                        <a:pt x="4510" y="18660"/>
                      </a:cubicBezTo>
                      <a:cubicBezTo>
                        <a:pt x="4510" y="18660"/>
                        <a:pt x="4812" y="18660"/>
                        <a:pt x="4812" y="18660"/>
                      </a:cubicBezTo>
                      <a:cubicBezTo>
                        <a:pt x="5013" y="18660"/>
                        <a:pt x="5113" y="18773"/>
                        <a:pt x="5314" y="18773"/>
                      </a:cubicBezTo>
                      <a:cubicBezTo>
                        <a:pt x="5415" y="18773"/>
                        <a:pt x="5616" y="18886"/>
                        <a:pt x="5816" y="18886"/>
                      </a:cubicBezTo>
                      <a:cubicBezTo>
                        <a:pt x="6218" y="18886"/>
                        <a:pt x="6721" y="18999"/>
                        <a:pt x="7122" y="19112"/>
                      </a:cubicBezTo>
                      <a:cubicBezTo>
                        <a:pt x="7223" y="19112"/>
                        <a:pt x="7323" y="19225"/>
                        <a:pt x="7323" y="19225"/>
                      </a:cubicBezTo>
                      <a:cubicBezTo>
                        <a:pt x="7524" y="19338"/>
                        <a:pt x="7725" y="19451"/>
                        <a:pt x="8027" y="19451"/>
                      </a:cubicBezTo>
                      <a:cubicBezTo>
                        <a:pt x="8027" y="19451"/>
                        <a:pt x="8127" y="19451"/>
                        <a:pt x="8127" y="19451"/>
                      </a:cubicBezTo>
                      <a:cubicBezTo>
                        <a:pt x="8529" y="19451"/>
                        <a:pt x="8931" y="19338"/>
                        <a:pt x="9232" y="19225"/>
                      </a:cubicBezTo>
                      <a:cubicBezTo>
                        <a:pt x="9534" y="19112"/>
                        <a:pt x="9735" y="18999"/>
                        <a:pt x="10036" y="18886"/>
                      </a:cubicBezTo>
                      <a:cubicBezTo>
                        <a:pt x="10036" y="18886"/>
                        <a:pt x="10136" y="18886"/>
                        <a:pt x="10136" y="18886"/>
                      </a:cubicBezTo>
                      <a:cubicBezTo>
                        <a:pt x="10337" y="18886"/>
                        <a:pt x="10538" y="18999"/>
                        <a:pt x="10739" y="18999"/>
                      </a:cubicBezTo>
                      <a:cubicBezTo>
                        <a:pt x="10940" y="19112"/>
                        <a:pt x="11242" y="19112"/>
                        <a:pt x="11442" y="19112"/>
                      </a:cubicBezTo>
                      <a:cubicBezTo>
                        <a:pt x="11643" y="19112"/>
                        <a:pt x="11744" y="19112"/>
                        <a:pt x="11945" y="19112"/>
                      </a:cubicBezTo>
                      <a:cubicBezTo>
                        <a:pt x="12246" y="18999"/>
                        <a:pt x="12548" y="18660"/>
                        <a:pt x="12849" y="18207"/>
                      </a:cubicBezTo>
                      <a:cubicBezTo>
                        <a:pt x="12949" y="18094"/>
                        <a:pt x="13050" y="17981"/>
                        <a:pt x="13050" y="17868"/>
                      </a:cubicBezTo>
                      <a:cubicBezTo>
                        <a:pt x="13150" y="17642"/>
                        <a:pt x="13251" y="17416"/>
                        <a:pt x="13351" y="17416"/>
                      </a:cubicBezTo>
                      <a:cubicBezTo>
                        <a:pt x="13351" y="17303"/>
                        <a:pt x="13351" y="17303"/>
                        <a:pt x="13351" y="17303"/>
                      </a:cubicBezTo>
                      <a:cubicBezTo>
                        <a:pt x="13351" y="17303"/>
                        <a:pt x="13452" y="17416"/>
                        <a:pt x="13452" y="17416"/>
                      </a:cubicBezTo>
                      <a:cubicBezTo>
                        <a:pt x="13452" y="17529"/>
                        <a:pt x="13452" y="17642"/>
                        <a:pt x="13351" y="17868"/>
                      </a:cubicBezTo>
                      <a:cubicBezTo>
                        <a:pt x="13251" y="17981"/>
                        <a:pt x="13251" y="18094"/>
                        <a:pt x="13150" y="18320"/>
                      </a:cubicBezTo>
                      <a:cubicBezTo>
                        <a:pt x="13150" y="18547"/>
                        <a:pt x="13150" y="18660"/>
                        <a:pt x="13251" y="18886"/>
                      </a:cubicBezTo>
                      <a:cubicBezTo>
                        <a:pt x="13452" y="19112"/>
                        <a:pt x="13753" y="19112"/>
                        <a:pt x="13954" y="19112"/>
                      </a:cubicBezTo>
                      <a:cubicBezTo>
                        <a:pt x="14055" y="19112"/>
                        <a:pt x="14256" y="19112"/>
                        <a:pt x="14356" y="19112"/>
                      </a:cubicBezTo>
                      <a:cubicBezTo>
                        <a:pt x="14356" y="19225"/>
                        <a:pt x="14456" y="19338"/>
                        <a:pt x="14456" y="19564"/>
                      </a:cubicBezTo>
                      <a:cubicBezTo>
                        <a:pt x="14456" y="19564"/>
                        <a:pt x="14456" y="19677"/>
                        <a:pt x="14456" y="19677"/>
                      </a:cubicBezTo>
                      <a:cubicBezTo>
                        <a:pt x="14557" y="20017"/>
                        <a:pt x="14557" y="20356"/>
                        <a:pt x="14758" y="20582"/>
                      </a:cubicBezTo>
                      <a:cubicBezTo>
                        <a:pt x="15059" y="20808"/>
                        <a:pt x="15361" y="20808"/>
                        <a:pt x="15662" y="20808"/>
                      </a:cubicBezTo>
                      <a:cubicBezTo>
                        <a:pt x="15662" y="20808"/>
                        <a:pt x="15762" y="20808"/>
                        <a:pt x="15863" y="20808"/>
                      </a:cubicBezTo>
                      <a:cubicBezTo>
                        <a:pt x="16164" y="20921"/>
                        <a:pt x="16365" y="21035"/>
                        <a:pt x="16667" y="21261"/>
                      </a:cubicBezTo>
                      <a:cubicBezTo>
                        <a:pt x="17069" y="21487"/>
                        <a:pt x="17370" y="21600"/>
                        <a:pt x="17671" y="21600"/>
                      </a:cubicBezTo>
                      <a:cubicBezTo>
                        <a:pt x="17872" y="21600"/>
                        <a:pt x="18174" y="21600"/>
                        <a:pt x="18375" y="21374"/>
                      </a:cubicBezTo>
                      <a:cubicBezTo>
                        <a:pt x="18475" y="21374"/>
                        <a:pt x="18475" y="21374"/>
                        <a:pt x="18475" y="21374"/>
                      </a:cubicBezTo>
                      <a:cubicBezTo>
                        <a:pt x="18877" y="21148"/>
                        <a:pt x="19379" y="20921"/>
                        <a:pt x="19480" y="20243"/>
                      </a:cubicBezTo>
                      <a:cubicBezTo>
                        <a:pt x="19480" y="20130"/>
                        <a:pt x="19480" y="20017"/>
                        <a:pt x="19480" y="19904"/>
                      </a:cubicBezTo>
                      <a:cubicBezTo>
                        <a:pt x="19480" y="19791"/>
                        <a:pt x="19480" y="19677"/>
                        <a:pt x="19480" y="19564"/>
                      </a:cubicBezTo>
                      <a:cubicBezTo>
                        <a:pt x="19480" y="19564"/>
                        <a:pt x="19480" y="19451"/>
                        <a:pt x="19480" y="19451"/>
                      </a:cubicBezTo>
                      <a:cubicBezTo>
                        <a:pt x="19580" y="19225"/>
                        <a:pt x="19580" y="18886"/>
                        <a:pt x="19480" y="18660"/>
                      </a:cubicBezTo>
                      <a:cubicBezTo>
                        <a:pt x="19379" y="18434"/>
                        <a:pt x="19178" y="18320"/>
                        <a:pt x="18877" y="18207"/>
                      </a:cubicBezTo>
                      <a:cubicBezTo>
                        <a:pt x="18977" y="18094"/>
                        <a:pt x="19078" y="17868"/>
                        <a:pt x="19078" y="17642"/>
                      </a:cubicBezTo>
                      <a:cubicBezTo>
                        <a:pt x="19078" y="17642"/>
                        <a:pt x="19078" y="17529"/>
                        <a:pt x="19078" y="17416"/>
                      </a:cubicBezTo>
                      <a:cubicBezTo>
                        <a:pt x="19178" y="17416"/>
                        <a:pt x="19178" y="17529"/>
                        <a:pt x="19178" y="17529"/>
                      </a:cubicBezTo>
                      <a:cubicBezTo>
                        <a:pt x="19279" y="17642"/>
                        <a:pt x="19379" y="17755"/>
                        <a:pt x="19580" y="17868"/>
                      </a:cubicBezTo>
                      <a:cubicBezTo>
                        <a:pt x="19681" y="17868"/>
                        <a:pt x="19681" y="17868"/>
                        <a:pt x="19781" y="17868"/>
                      </a:cubicBezTo>
                      <a:cubicBezTo>
                        <a:pt x="19982" y="17868"/>
                        <a:pt x="20082" y="17868"/>
                        <a:pt x="20082" y="17755"/>
                      </a:cubicBezTo>
                      <a:cubicBezTo>
                        <a:pt x="20082" y="17755"/>
                        <a:pt x="20183" y="17755"/>
                        <a:pt x="20183" y="17755"/>
                      </a:cubicBezTo>
                      <a:cubicBezTo>
                        <a:pt x="20183" y="17755"/>
                        <a:pt x="20183" y="17868"/>
                        <a:pt x="20183" y="17868"/>
                      </a:cubicBezTo>
                      <a:cubicBezTo>
                        <a:pt x="20283" y="17981"/>
                        <a:pt x="20384" y="18207"/>
                        <a:pt x="20685" y="18207"/>
                      </a:cubicBezTo>
                      <a:cubicBezTo>
                        <a:pt x="20685" y="18207"/>
                        <a:pt x="20786" y="18207"/>
                        <a:pt x="20786" y="18207"/>
                      </a:cubicBezTo>
                      <a:cubicBezTo>
                        <a:pt x="21087" y="18094"/>
                        <a:pt x="21288" y="17868"/>
                        <a:pt x="21389" y="17416"/>
                      </a:cubicBezTo>
                      <a:cubicBezTo>
                        <a:pt x="21489" y="16963"/>
                        <a:pt x="21489" y="16398"/>
                        <a:pt x="21188" y="1605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43" name="Shape">
                  <a:extLst>
                    <a:ext uri="{FF2B5EF4-FFF2-40B4-BE49-F238E27FC236}">
                      <a16:creationId xmlns:a16="http://schemas.microsoft.com/office/drawing/2014/main" id="{A7C00A2E-5CF8-48DC-93E7-09576BB9C182}"/>
                    </a:ext>
                  </a:extLst>
                </p:cNvPr>
                <p:cNvSpPr/>
                <p:nvPr/>
              </p:nvSpPr>
              <p:spPr>
                <a:xfrm>
                  <a:off x="3343019" y="582740"/>
                  <a:ext cx="142143" cy="1561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34" h="21600" extrusionOk="0">
                      <a:moveTo>
                        <a:pt x="11298" y="568"/>
                      </a:moveTo>
                      <a:cubicBezTo>
                        <a:pt x="9334" y="568"/>
                        <a:pt x="8025" y="0"/>
                        <a:pt x="6716" y="0"/>
                      </a:cubicBezTo>
                      <a:cubicBezTo>
                        <a:pt x="5407" y="0"/>
                        <a:pt x="4098" y="568"/>
                        <a:pt x="2789" y="568"/>
                      </a:cubicBezTo>
                      <a:cubicBezTo>
                        <a:pt x="825" y="1705"/>
                        <a:pt x="-484" y="3979"/>
                        <a:pt x="171" y="6821"/>
                      </a:cubicBezTo>
                      <a:cubicBezTo>
                        <a:pt x="825" y="7389"/>
                        <a:pt x="1480" y="8526"/>
                        <a:pt x="1480" y="9095"/>
                      </a:cubicBezTo>
                      <a:cubicBezTo>
                        <a:pt x="1480" y="9095"/>
                        <a:pt x="2134" y="9095"/>
                        <a:pt x="2134" y="9663"/>
                      </a:cubicBezTo>
                      <a:cubicBezTo>
                        <a:pt x="2789" y="10232"/>
                        <a:pt x="2789" y="10232"/>
                        <a:pt x="2789" y="10232"/>
                      </a:cubicBezTo>
                      <a:cubicBezTo>
                        <a:pt x="3443" y="11937"/>
                        <a:pt x="4752" y="13074"/>
                        <a:pt x="5407" y="14779"/>
                      </a:cubicBezTo>
                      <a:cubicBezTo>
                        <a:pt x="6061" y="17053"/>
                        <a:pt x="7371" y="21600"/>
                        <a:pt x="11298" y="21600"/>
                      </a:cubicBezTo>
                      <a:cubicBezTo>
                        <a:pt x="12607" y="21600"/>
                        <a:pt x="13916" y="21032"/>
                        <a:pt x="15225" y="19895"/>
                      </a:cubicBezTo>
                      <a:cubicBezTo>
                        <a:pt x="17189" y="17621"/>
                        <a:pt x="21116" y="12505"/>
                        <a:pt x="20461" y="8526"/>
                      </a:cubicBezTo>
                      <a:cubicBezTo>
                        <a:pt x="19807" y="4547"/>
                        <a:pt x="15225" y="1705"/>
                        <a:pt x="11298" y="56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44" name="Shape">
                  <a:extLst>
                    <a:ext uri="{FF2B5EF4-FFF2-40B4-BE49-F238E27FC236}">
                      <a16:creationId xmlns:a16="http://schemas.microsoft.com/office/drawing/2014/main" id="{39F183D9-5484-4EF2-A599-7B3B568677A0}"/>
                    </a:ext>
                  </a:extLst>
                </p:cNvPr>
                <p:cNvSpPr/>
                <p:nvPr/>
              </p:nvSpPr>
              <p:spPr>
                <a:xfrm>
                  <a:off x="3290395" y="575014"/>
                  <a:ext cx="33889" cy="494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15" h="21600" extrusionOk="0">
                      <a:moveTo>
                        <a:pt x="13500" y="5400"/>
                      </a:moveTo>
                      <a:cubicBezTo>
                        <a:pt x="13500" y="5400"/>
                        <a:pt x="13500" y="5400"/>
                        <a:pt x="13500" y="5400"/>
                      </a:cubicBezTo>
                      <a:cubicBezTo>
                        <a:pt x="13500" y="0"/>
                        <a:pt x="13500" y="0"/>
                        <a:pt x="13500" y="0"/>
                      </a:cubicBezTo>
                      <a:cubicBezTo>
                        <a:pt x="5400" y="0"/>
                        <a:pt x="0" y="5400"/>
                        <a:pt x="0" y="10800"/>
                      </a:cubicBezTo>
                      <a:cubicBezTo>
                        <a:pt x="8100" y="10800"/>
                        <a:pt x="8100" y="10800"/>
                        <a:pt x="8100" y="10800"/>
                      </a:cubicBezTo>
                      <a:cubicBezTo>
                        <a:pt x="8100" y="10800"/>
                        <a:pt x="8100" y="10800"/>
                        <a:pt x="8100" y="10800"/>
                      </a:cubicBezTo>
                      <a:cubicBezTo>
                        <a:pt x="0" y="10800"/>
                        <a:pt x="0" y="10800"/>
                        <a:pt x="0" y="10800"/>
                      </a:cubicBezTo>
                      <a:cubicBezTo>
                        <a:pt x="0" y="12600"/>
                        <a:pt x="0" y="14400"/>
                        <a:pt x="2700" y="18000"/>
                      </a:cubicBezTo>
                      <a:cubicBezTo>
                        <a:pt x="5400" y="19800"/>
                        <a:pt x="8100" y="21600"/>
                        <a:pt x="13500" y="21600"/>
                      </a:cubicBezTo>
                      <a:cubicBezTo>
                        <a:pt x="13500" y="16200"/>
                        <a:pt x="13500" y="16200"/>
                        <a:pt x="13500" y="16200"/>
                      </a:cubicBezTo>
                      <a:cubicBezTo>
                        <a:pt x="16200" y="16200"/>
                        <a:pt x="16200" y="16200"/>
                        <a:pt x="18900" y="14400"/>
                      </a:cubicBezTo>
                      <a:cubicBezTo>
                        <a:pt x="21600" y="10800"/>
                        <a:pt x="21600" y="7200"/>
                        <a:pt x="13500" y="54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45" name="Shape">
                  <a:extLst>
                    <a:ext uri="{FF2B5EF4-FFF2-40B4-BE49-F238E27FC236}">
                      <a16:creationId xmlns:a16="http://schemas.microsoft.com/office/drawing/2014/main" id="{F248F4F7-350B-46C0-B6F3-CAE482844313}"/>
                    </a:ext>
                  </a:extLst>
                </p:cNvPr>
                <p:cNvSpPr/>
                <p:nvPr/>
              </p:nvSpPr>
              <p:spPr>
                <a:xfrm>
                  <a:off x="3506179" y="1380341"/>
                  <a:ext cx="63841" cy="726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290" h="21600" extrusionOk="0">
                      <a:moveTo>
                        <a:pt x="12960" y="0"/>
                      </a:moveTo>
                      <a:cubicBezTo>
                        <a:pt x="11520" y="0"/>
                        <a:pt x="10080" y="1200"/>
                        <a:pt x="7200" y="1200"/>
                      </a:cubicBezTo>
                      <a:cubicBezTo>
                        <a:pt x="2880" y="3600"/>
                        <a:pt x="0" y="9600"/>
                        <a:pt x="0" y="13200"/>
                      </a:cubicBezTo>
                      <a:cubicBezTo>
                        <a:pt x="0" y="18000"/>
                        <a:pt x="2880" y="19200"/>
                        <a:pt x="4320" y="20400"/>
                      </a:cubicBezTo>
                      <a:cubicBezTo>
                        <a:pt x="5760" y="20400"/>
                        <a:pt x="7200" y="21600"/>
                        <a:pt x="8640" y="21600"/>
                      </a:cubicBezTo>
                      <a:cubicBezTo>
                        <a:pt x="12960" y="21600"/>
                        <a:pt x="15840" y="16800"/>
                        <a:pt x="17280" y="15600"/>
                      </a:cubicBezTo>
                      <a:cubicBezTo>
                        <a:pt x="17280" y="14400"/>
                        <a:pt x="17280" y="14400"/>
                        <a:pt x="17280" y="14400"/>
                      </a:cubicBezTo>
                      <a:cubicBezTo>
                        <a:pt x="20160" y="10800"/>
                        <a:pt x="21600" y="7200"/>
                        <a:pt x="18720" y="3600"/>
                      </a:cubicBezTo>
                      <a:cubicBezTo>
                        <a:pt x="17280" y="1200"/>
                        <a:pt x="15840" y="0"/>
                        <a:pt x="1296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46" name="Shape">
                  <a:extLst>
                    <a:ext uri="{FF2B5EF4-FFF2-40B4-BE49-F238E27FC236}">
                      <a16:creationId xmlns:a16="http://schemas.microsoft.com/office/drawing/2014/main" id="{2F55D41D-6788-4F7A-83D6-0A2AD642BA34}"/>
                    </a:ext>
                  </a:extLst>
                </p:cNvPr>
                <p:cNvSpPr/>
                <p:nvPr/>
              </p:nvSpPr>
              <p:spPr>
                <a:xfrm>
                  <a:off x="3551402" y="1112926"/>
                  <a:ext cx="67492" cy="695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7875" h="21600" extrusionOk="0">
                      <a:moveTo>
                        <a:pt x="9923" y="1271"/>
                      </a:moveTo>
                      <a:cubicBezTo>
                        <a:pt x="8723" y="0"/>
                        <a:pt x="7523" y="0"/>
                        <a:pt x="6323" y="0"/>
                      </a:cubicBezTo>
                      <a:cubicBezTo>
                        <a:pt x="3923" y="0"/>
                        <a:pt x="2723" y="1271"/>
                        <a:pt x="1523" y="2541"/>
                      </a:cubicBezTo>
                      <a:cubicBezTo>
                        <a:pt x="-2077" y="7624"/>
                        <a:pt x="1523" y="12706"/>
                        <a:pt x="3923" y="15247"/>
                      </a:cubicBezTo>
                      <a:cubicBezTo>
                        <a:pt x="3923" y="16518"/>
                        <a:pt x="3923" y="16518"/>
                        <a:pt x="3923" y="16518"/>
                      </a:cubicBezTo>
                      <a:cubicBezTo>
                        <a:pt x="5123" y="17788"/>
                        <a:pt x="7523" y="21600"/>
                        <a:pt x="11123" y="21600"/>
                      </a:cubicBezTo>
                      <a:cubicBezTo>
                        <a:pt x="11123" y="21600"/>
                        <a:pt x="11123" y="21600"/>
                        <a:pt x="11123" y="21600"/>
                      </a:cubicBezTo>
                      <a:cubicBezTo>
                        <a:pt x="12323" y="21600"/>
                        <a:pt x="15923" y="20329"/>
                        <a:pt x="17123" y="16518"/>
                      </a:cubicBezTo>
                      <a:cubicBezTo>
                        <a:pt x="19523" y="10165"/>
                        <a:pt x="15923" y="2541"/>
                        <a:pt x="9923" y="127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47" name="Shape">
                  <a:extLst>
                    <a:ext uri="{FF2B5EF4-FFF2-40B4-BE49-F238E27FC236}">
                      <a16:creationId xmlns:a16="http://schemas.microsoft.com/office/drawing/2014/main" id="{E7C8CE24-4518-4C35-8EE8-2B0D3996C779}"/>
                    </a:ext>
                  </a:extLst>
                </p:cNvPr>
                <p:cNvSpPr/>
                <p:nvPr/>
              </p:nvSpPr>
              <p:spPr>
                <a:xfrm>
                  <a:off x="3227530" y="1395800"/>
                  <a:ext cx="61745" cy="618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14" h="21600" extrusionOk="0">
                      <a:moveTo>
                        <a:pt x="9257" y="0"/>
                      </a:moveTo>
                      <a:cubicBezTo>
                        <a:pt x="4629" y="0"/>
                        <a:pt x="1543" y="2880"/>
                        <a:pt x="0" y="7200"/>
                      </a:cubicBezTo>
                      <a:cubicBezTo>
                        <a:pt x="0" y="10080"/>
                        <a:pt x="0" y="12960"/>
                        <a:pt x="4629" y="15840"/>
                      </a:cubicBezTo>
                      <a:cubicBezTo>
                        <a:pt x="4629" y="15840"/>
                        <a:pt x="4629" y="15840"/>
                        <a:pt x="4629" y="15840"/>
                      </a:cubicBezTo>
                      <a:cubicBezTo>
                        <a:pt x="6171" y="21600"/>
                        <a:pt x="10800" y="21600"/>
                        <a:pt x="12343" y="21600"/>
                      </a:cubicBezTo>
                      <a:cubicBezTo>
                        <a:pt x="12343" y="21600"/>
                        <a:pt x="12343" y="21600"/>
                        <a:pt x="12343" y="21600"/>
                      </a:cubicBezTo>
                      <a:cubicBezTo>
                        <a:pt x="15429" y="21600"/>
                        <a:pt x="16971" y="20160"/>
                        <a:pt x="20057" y="18720"/>
                      </a:cubicBezTo>
                      <a:cubicBezTo>
                        <a:pt x="21600" y="14400"/>
                        <a:pt x="21600" y="10080"/>
                        <a:pt x="20057" y="7200"/>
                      </a:cubicBezTo>
                      <a:cubicBezTo>
                        <a:pt x="18514" y="2880"/>
                        <a:pt x="13886" y="0"/>
                        <a:pt x="9257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48" name="Shape">
                  <a:extLst>
                    <a:ext uri="{FF2B5EF4-FFF2-40B4-BE49-F238E27FC236}">
                      <a16:creationId xmlns:a16="http://schemas.microsoft.com/office/drawing/2014/main" id="{9F55403F-584C-4CB7-86D4-B83107264477}"/>
                    </a:ext>
                  </a:extLst>
                </p:cNvPr>
                <p:cNvSpPr/>
                <p:nvPr/>
              </p:nvSpPr>
              <p:spPr>
                <a:xfrm>
                  <a:off x="3402537" y="1408164"/>
                  <a:ext cx="63411" cy="541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14" h="21600" extrusionOk="0">
                      <a:moveTo>
                        <a:pt x="12343" y="0"/>
                      </a:moveTo>
                      <a:cubicBezTo>
                        <a:pt x="7714" y="0"/>
                        <a:pt x="3086" y="1662"/>
                        <a:pt x="1543" y="6646"/>
                      </a:cubicBezTo>
                      <a:cubicBezTo>
                        <a:pt x="0" y="9969"/>
                        <a:pt x="0" y="13292"/>
                        <a:pt x="0" y="14954"/>
                      </a:cubicBezTo>
                      <a:cubicBezTo>
                        <a:pt x="1543" y="16615"/>
                        <a:pt x="1543" y="19938"/>
                        <a:pt x="4629" y="21600"/>
                      </a:cubicBezTo>
                      <a:cubicBezTo>
                        <a:pt x="6171" y="21600"/>
                        <a:pt x="7714" y="21600"/>
                        <a:pt x="9257" y="21600"/>
                      </a:cubicBezTo>
                      <a:cubicBezTo>
                        <a:pt x="12343" y="21600"/>
                        <a:pt x="16971" y="19938"/>
                        <a:pt x="20057" y="16615"/>
                      </a:cubicBezTo>
                      <a:cubicBezTo>
                        <a:pt x="21600" y="13292"/>
                        <a:pt x="21600" y="8308"/>
                        <a:pt x="20057" y="4985"/>
                      </a:cubicBezTo>
                      <a:cubicBezTo>
                        <a:pt x="20057" y="1662"/>
                        <a:pt x="15429" y="0"/>
                        <a:pt x="12343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49" name="Shape">
                  <a:extLst>
                    <a:ext uri="{FF2B5EF4-FFF2-40B4-BE49-F238E27FC236}">
                      <a16:creationId xmlns:a16="http://schemas.microsoft.com/office/drawing/2014/main" id="{7BECB0C1-E123-4C93-801D-FC14D5B8D054}"/>
                    </a:ext>
                  </a:extLst>
                </p:cNvPr>
                <p:cNvSpPr/>
                <p:nvPr/>
              </p:nvSpPr>
              <p:spPr>
                <a:xfrm>
                  <a:off x="2247158" y="602837"/>
                  <a:ext cx="3894868" cy="224749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4" h="21600" extrusionOk="0">
                      <a:moveTo>
                        <a:pt x="21575" y="14176"/>
                      </a:moveTo>
                      <a:cubicBezTo>
                        <a:pt x="21600" y="14058"/>
                        <a:pt x="21600" y="13900"/>
                        <a:pt x="21575" y="13781"/>
                      </a:cubicBezTo>
                      <a:cubicBezTo>
                        <a:pt x="21525" y="13702"/>
                        <a:pt x="21500" y="13584"/>
                        <a:pt x="21425" y="13505"/>
                      </a:cubicBezTo>
                      <a:cubicBezTo>
                        <a:pt x="21425" y="13505"/>
                        <a:pt x="21400" y="13505"/>
                        <a:pt x="21400" y="13465"/>
                      </a:cubicBezTo>
                      <a:cubicBezTo>
                        <a:pt x="21400" y="13465"/>
                        <a:pt x="21375" y="13465"/>
                        <a:pt x="21375" y="13426"/>
                      </a:cubicBezTo>
                      <a:cubicBezTo>
                        <a:pt x="21375" y="13426"/>
                        <a:pt x="21400" y="13386"/>
                        <a:pt x="21425" y="13386"/>
                      </a:cubicBezTo>
                      <a:cubicBezTo>
                        <a:pt x="21475" y="13229"/>
                        <a:pt x="21475" y="13031"/>
                        <a:pt x="21375" y="12873"/>
                      </a:cubicBezTo>
                      <a:cubicBezTo>
                        <a:pt x="21350" y="12794"/>
                        <a:pt x="21300" y="12794"/>
                        <a:pt x="21250" y="12755"/>
                      </a:cubicBezTo>
                      <a:cubicBezTo>
                        <a:pt x="21225" y="12755"/>
                        <a:pt x="21200" y="12755"/>
                        <a:pt x="21200" y="12755"/>
                      </a:cubicBezTo>
                      <a:cubicBezTo>
                        <a:pt x="21200" y="12715"/>
                        <a:pt x="21200" y="12715"/>
                        <a:pt x="21200" y="12676"/>
                      </a:cubicBezTo>
                      <a:cubicBezTo>
                        <a:pt x="21200" y="12636"/>
                        <a:pt x="21200" y="12557"/>
                        <a:pt x="21175" y="12478"/>
                      </a:cubicBezTo>
                      <a:cubicBezTo>
                        <a:pt x="21149" y="12439"/>
                        <a:pt x="21074" y="12439"/>
                        <a:pt x="21049" y="12439"/>
                      </a:cubicBezTo>
                      <a:cubicBezTo>
                        <a:pt x="21049" y="12439"/>
                        <a:pt x="21049" y="12439"/>
                        <a:pt x="21049" y="12439"/>
                      </a:cubicBezTo>
                      <a:cubicBezTo>
                        <a:pt x="21024" y="12439"/>
                        <a:pt x="20999" y="12439"/>
                        <a:pt x="20999" y="12439"/>
                      </a:cubicBezTo>
                      <a:cubicBezTo>
                        <a:pt x="20974" y="12439"/>
                        <a:pt x="20974" y="12439"/>
                        <a:pt x="20974" y="12439"/>
                      </a:cubicBezTo>
                      <a:cubicBezTo>
                        <a:pt x="20974" y="12439"/>
                        <a:pt x="20974" y="12439"/>
                        <a:pt x="20974" y="12439"/>
                      </a:cubicBezTo>
                      <a:cubicBezTo>
                        <a:pt x="20949" y="12439"/>
                        <a:pt x="20949" y="12399"/>
                        <a:pt x="20949" y="12360"/>
                      </a:cubicBezTo>
                      <a:cubicBezTo>
                        <a:pt x="20924" y="12360"/>
                        <a:pt x="20899" y="12320"/>
                        <a:pt x="20874" y="12281"/>
                      </a:cubicBezTo>
                      <a:cubicBezTo>
                        <a:pt x="20874" y="12241"/>
                        <a:pt x="20849" y="12241"/>
                        <a:pt x="20849" y="12241"/>
                      </a:cubicBezTo>
                      <a:cubicBezTo>
                        <a:pt x="20849" y="12241"/>
                        <a:pt x="20849" y="12241"/>
                        <a:pt x="20849" y="12241"/>
                      </a:cubicBezTo>
                      <a:cubicBezTo>
                        <a:pt x="20849" y="12202"/>
                        <a:pt x="20874" y="12123"/>
                        <a:pt x="20874" y="12083"/>
                      </a:cubicBezTo>
                      <a:cubicBezTo>
                        <a:pt x="20924" y="11965"/>
                        <a:pt x="20924" y="11965"/>
                        <a:pt x="20924" y="11965"/>
                      </a:cubicBezTo>
                      <a:cubicBezTo>
                        <a:pt x="20849" y="11925"/>
                        <a:pt x="20849" y="11925"/>
                        <a:pt x="20849" y="11925"/>
                      </a:cubicBezTo>
                      <a:cubicBezTo>
                        <a:pt x="20799" y="11886"/>
                        <a:pt x="20774" y="11886"/>
                        <a:pt x="20749" y="11886"/>
                      </a:cubicBezTo>
                      <a:cubicBezTo>
                        <a:pt x="20724" y="11886"/>
                        <a:pt x="20674" y="11886"/>
                        <a:pt x="20674" y="11886"/>
                      </a:cubicBezTo>
                      <a:cubicBezTo>
                        <a:pt x="20649" y="11886"/>
                        <a:pt x="20624" y="11886"/>
                        <a:pt x="20624" y="11886"/>
                      </a:cubicBezTo>
                      <a:cubicBezTo>
                        <a:pt x="20624" y="11846"/>
                        <a:pt x="20624" y="11807"/>
                        <a:pt x="20624" y="11807"/>
                      </a:cubicBezTo>
                      <a:cubicBezTo>
                        <a:pt x="20624" y="11728"/>
                        <a:pt x="20599" y="11531"/>
                        <a:pt x="20449" y="11531"/>
                      </a:cubicBezTo>
                      <a:cubicBezTo>
                        <a:pt x="20399" y="11531"/>
                        <a:pt x="20349" y="11570"/>
                        <a:pt x="20324" y="11610"/>
                      </a:cubicBezTo>
                      <a:cubicBezTo>
                        <a:pt x="20298" y="11610"/>
                        <a:pt x="20273" y="11649"/>
                        <a:pt x="20273" y="11649"/>
                      </a:cubicBezTo>
                      <a:cubicBezTo>
                        <a:pt x="20273" y="11649"/>
                        <a:pt x="20248" y="11610"/>
                        <a:pt x="20223" y="11570"/>
                      </a:cubicBezTo>
                      <a:cubicBezTo>
                        <a:pt x="20198" y="11531"/>
                        <a:pt x="20198" y="11491"/>
                        <a:pt x="20173" y="11452"/>
                      </a:cubicBezTo>
                      <a:cubicBezTo>
                        <a:pt x="20123" y="11412"/>
                        <a:pt x="20048" y="11412"/>
                        <a:pt x="20023" y="11412"/>
                      </a:cubicBezTo>
                      <a:cubicBezTo>
                        <a:pt x="19973" y="11412"/>
                        <a:pt x="19973" y="11412"/>
                        <a:pt x="19973" y="11412"/>
                      </a:cubicBezTo>
                      <a:cubicBezTo>
                        <a:pt x="19948" y="11412"/>
                        <a:pt x="19923" y="11412"/>
                        <a:pt x="19923" y="11412"/>
                      </a:cubicBezTo>
                      <a:cubicBezTo>
                        <a:pt x="19873" y="11373"/>
                        <a:pt x="19848" y="11333"/>
                        <a:pt x="19823" y="11215"/>
                      </a:cubicBezTo>
                      <a:cubicBezTo>
                        <a:pt x="19798" y="11096"/>
                        <a:pt x="19773" y="10978"/>
                        <a:pt x="19698" y="10899"/>
                      </a:cubicBezTo>
                      <a:cubicBezTo>
                        <a:pt x="19673" y="10899"/>
                        <a:pt x="19673" y="10899"/>
                        <a:pt x="19648" y="10899"/>
                      </a:cubicBezTo>
                      <a:cubicBezTo>
                        <a:pt x="19648" y="10859"/>
                        <a:pt x="19648" y="10820"/>
                        <a:pt x="19648" y="10820"/>
                      </a:cubicBezTo>
                      <a:cubicBezTo>
                        <a:pt x="19623" y="10780"/>
                        <a:pt x="19598" y="10662"/>
                        <a:pt x="19498" y="10662"/>
                      </a:cubicBezTo>
                      <a:cubicBezTo>
                        <a:pt x="19498" y="10662"/>
                        <a:pt x="19473" y="10662"/>
                        <a:pt x="19448" y="10662"/>
                      </a:cubicBezTo>
                      <a:cubicBezTo>
                        <a:pt x="19422" y="10701"/>
                        <a:pt x="19397" y="10701"/>
                        <a:pt x="19397" y="10741"/>
                      </a:cubicBezTo>
                      <a:cubicBezTo>
                        <a:pt x="19397" y="10741"/>
                        <a:pt x="19397" y="10741"/>
                        <a:pt x="19397" y="10701"/>
                      </a:cubicBezTo>
                      <a:cubicBezTo>
                        <a:pt x="19372" y="10662"/>
                        <a:pt x="19322" y="10662"/>
                        <a:pt x="19297" y="10583"/>
                      </a:cubicBezTo>
                      <a:cubicBezTo>
                        <a:pt x="19297" y="10583"/>
                        <a:pt x="19297" y="10583"/>
                        <a:pt x="19272" y="10583"/>
                      </a:cubicBezTo>
                      <a:cubicBezTo>
                        <a:pt x="19297" y="10583"/>
                        <a:pt x="19322" y="10583"/>
                        <a:pt x="19322" y="10583"/>
                      </a:cubicBezTo>
                      <a:cubicBezTo>
                        <a:pt x="19347" y="10583"/>
                        <a:pt x="19372" y="10583"/>
                        <a:pt x="19397" y="10583"/>
                      </a:cubicBezTo>
                      <a:cubicBezTo>
                        <a:pt x="19448" y="10543"/>
                        <a:pt x="19498" y="10504"/>
                        <a:pt x="19523" y="10385"/>
                      </a:cubicBezTo>
                      <a:cubicBezTo>
                        <a:pt x="19548" y="10306"/>
                        <a:pt x="19523" y="10188"/>
                        <a:pt x="19498" y="10109"/>
                      </a:cubicBezTo>
                      <a:cubicBezTo>
                        <a:pt x="19448" y="9990"/>
                        <a:pt x="19372" y="9951"/>
                        <a:pt x="19297" y="9912"/>
                      </a:cubicBezTo>
                      <a:cubicBezTo>
                        <a:pt x="19222" y="9872"/>
                        <a:pt x="19172" y="9833"/>
                        <a:pt x="19147" y="9754"/>
                      </a:cubicBezTo>
                      <a:cubicBezTo>
                        <a:pt x="19147" y="9714"/>
                        <a:pt x="19147" y="9714"/>
                        <a:pt x="19147" y="9714"/>
                      </a:cubicBezTo>
                      <a:cubicBezTo>
                        <a:pt x="19147" y="9635"/>
                        <a:pt x="19222" y="9596"/>
                        <a:pt x="19272" y="9596"/>
                      </a:cubicBezTo>
                      <a:cubicBezTo>
                        <a:pt x="19322" y="9556"/>
                        <a:pt x="19347" y="9556"/>
                        <a:pt x="19372" y="9517"/>
                      </a:cubicBezTo>
                      <a:cubicBezTo>
                        <a:pt x="19422" y="9477"/>
                        <a:pt x="19422" y="9477"/>
                        <a:pt x="19422" y="9477"/>
                      </a:cubicBezTo>
                      <a:cubicBezTo>
                        <a:pt x="19422" y="9477"/>
                        <a:pt x="19448" y="9477"/>
                        <a:pt x="19448" y="9438"/>
                      </a:cubicBezTo>
                      <a:cubicBezTo>
                        <a:pt x="19448" y="9438"/>
                        <a:pt x="19448" y="9477"/>
                        <a:pt x="19498" y="9477"/>
                      </a:cubicBezTo>
                      <a:cubicBezTo>
                        <a:pt x="19498" y="9517"/>
                        <a:pt x="19498" y="9517"/>
                        <a:pt x="19498" y="9517"/>
                      </a:cubicBezTo>
                      <a:cubicBezTo>
                        <a:pt x="19573" y="9596"/>
                        <a:pt x="19623" y="9675"/>
                        <a:pt x="19723" y="9754"/>
                      </a:cubicBezTo>
                      <a:cubicBezTo>
                        <a:pt x="19748" y="9793"/>
                        <a:pt x="19748" y="9793"/>
                        <a:pt x="19773" y="9793"/>
                      </a:cubicBezTo>
                      <a:cubicBezTo>
                        <a:pt x="19823" y="9833"/>
                        <a:pt x="19848" y="9833"/>
                        <a:pt x="19873" y="9912"/>
                      </a:cubicBezTo>
                      <a:cubicBezTo>
                        <a:pt x="19898" y="9912"/>
                        <a:pt x="19898" y="9912"/>
                        <a:pt x="19898" y="9912"/>
                      </a:cubicBezTo>
                      <a:cubicBezTo>
                        <a:pt x="19948" y="9990"/>
                        <a:pt x="19998" y="10109"/>
                        <a:pt x="20073" y="10109"/>
                      </a:cubicBezTo>
                      <a:cubicBezTo>
                        <a:pt x="20098" y="10109"/>
                        <a:pt x="20123" y="10109"/>
                        <a:pt x="20148" y="10069"/>
                      </a:cubicBezTo>
                      <a:cubicBezTo>
                        <a:pt x="20148" y="10188"/>
                        <a:pt x="20148" y="10306"/>
                        <a:pt x="20198" y="10346"/>
                      </a:cubicBezTo>
                      <a:cubicBezTo>
                        <a:pt x="20248" y="10425"/>
                        <a:pt x="20324" y="10464"/>
                        <a:pt x="20374" y="10504"/>
                      </a:cubicBezTo>
                      <a:cubicBezTo>
                        <a:pt x="20399" y="10504"/>
                        <a:pt x="20424" y="10504"/>
                        <a:pt x="20424" y="10504"/>
                      </a:cubicBezTo>
                      <a:cubicBezTo>
                        <a:pt x="20474" y="10543"/>
                        <a:pt x="20524" y="10583"/>
                        <a:pt x="20574" y="10662"/>
                      </a:cubicBezTo>
                      <a:cubicBezTo>
                        <a:pt x="20674" y="10859"/>
                        <a:pt x="20774" y="10978"/>
                        <a:pt x="20974" y="10978"/>
                      </a:cubicBezTo>
                      <a:cubicBezTo>
                        <a:pt x="21099" y="10978"/>
                        <a:pt x="21200" y="10938"/>
                        <a:pt x="21250" y="10820"/>
                      </a:cubicBezTo>
                      <a:cubicBezTo>
                        <a:pt x="21275" y="10741"/>
                        <a:pt x="21300" y="10662"/>
                        <a:pt x="21250" y="10504"/>
                      </a:cubicBezTo>
                      <a:cubicBezTo>
                        <a:pt x="21225" y="10385"/>
                        <a:pt x="21225" y="10385"/>
                        <a:pt x="21225" y="10385"/>
                      </a:cubicBezTo>
                      <a:cubicBezTo>
                        <a:pt x="21200" y="10267"/>
                        <a:pt x="21149" y="10069"/>
                        <a:pt x="21099" y="9951"/>
                      </a:cubicBezTo>
                      <a:cubicBezTo>
                        <a:pt x="21124" y="9951"/>
                        <a:pt x="21124" y="9951"/>
                        <a:pt x="21149" y="9951"/>
                      </a:cubicBezTo>
                      <a:cubicBezTo>
                        <a:pt x="21175" y="9951"/>
                        <a:pt x="21175" y="9951"/>
                        <a:pt x="21200" y="9912"/>
                      </a:cubicBezTo>
                      <a:cubicBezTo>
                        <a:pt x="21275" y="9872"/>
                        <a:pt x="21300" y="9754"/>
                        <a:pt x="21325" y="9675"/>
                      </a:cubicBezTo>
                      <a:cubicBezTo>
                        <a:pt x="21325" y="9635"/>
                        <a:pt x="21325" y="9596"/>
                        <a:pt x="21350" y="9556"/>
                      </a:cubicBezTo>
                      <a:cubicBezTo>
                        <a:pt x="21400" y="9438"/>
                        <a:pt x="21400" y="9359"/>
                        <a:pt x="21350" y="9240"/>
                      </a:cubicBezTo>
                      <a:cubicBezTo>
                        <a:pt x="21350" y="9240"/>
                        <a:pt x="21325" y="9240"/>
                        <a:pt x="21325" y="9201"/>
                      </a:cubicBezTo>
                      <a:cubicBezTo>
                        <a:pt x="21325" y="9201"/>
                        <a:pt x="21350" y="9161"/>
                        <a:pt x="21350" y="9122"/>
                      </a:cubicBezTo>
                      <a:cubicBezTo>
                        <a:pt x="21375" y="9082"/>
                        <a:pt x="21400" y="9043"/>
                        <a:pt x="21375" y="8964"/>
                      </a:cubicBezTo>
                      <a:cubicBezTo>
                        <a:pt x="21350" y="8885"/>
                        <a:pt x="21300" y="8845"/>
                        <a:pt x="21275" y="8806"/>
                      </a:cubicBezTo>
                      <a:cubicBezTo>
                        <a:pt x="21250" y="8806"/>
                        <a:pt x="21250" y="8806"/>
                        <a:pt x="21250" y="8806"/>
                      </a:cubicBezTo>
                      <a:cubicBezTo>
                        <a:pt x="21225" y="8766"/>
                        <a:pt x="21225" y="8766"/>
                        <a:pt x="21200" y="8727"/>
                      </a:cubicBezTo>
                      <a:cubicBezTo>
                        <a:pt x="21300" y="8727"/>
                        <a:pt x="21350" y="8648"/>
                        <a:pt x="21375" y="8608"/>
                      </a:cubicBezTo>
                      <a:cubicBezTo>
                        <a:pt x="21400" y="8490"/>
                        <a:pt x="21400" y="8411"/>
                        <a:pt x="21375" y="8332"/>
                      </a:cubicBezTo>
                      <a:cubicBezTo>
                        <a:pt x="21375" y="8293"/>
                        <a:pt x="21375" y="8253"/>
                        <a:pt x="21375" y="8253"/>
                      </a:cubicBezTo>
                      <a:cubicBezTo>
                        <a:pt x="21375" y="8214"/>
                        <a:pt x="21400" y="8214"/>
                        <a:pt x="21400" y="8174"/>
                      </a:cubicBezTo>
                      <a:cubicBezTo>
                        <a:pt x="21425" y="8095"/>
                        <a:pt x="21475" y="7898"/>
                        <a:pt x="21325" y="7779"/>
                      </a:cubicBezTo>
                      <a:cubicBezTo>
                        <a:pt x="21275" y="7740"/>
                        <a:pt x="21225" y="7740"/>
                        <a:pt x="21200" y="7700"/>
                      </a:cubicBezTo>
                      <a:cubicBezTo>
                        <a:pt x="21149" y="7700"/>
                        <a:pt x="21124" y="7700"/>
                        <a:pt x="21099" y="7661"/>
                      </a:cubicBezTo>
                      <a:cubicBezTo>
                        <a:pt x="21074" y="7661"/>
                        <a:pt x="21074" y="7661"/>
                        <a:pt x="21074" y="7661"/>
                      </a:cubicBezTo>
                      <a:cubicBezTo>
                        <a:pt x="21024" y="7621"/>
                        <a:pt x="20999" y="7582"/>
                        <a:pt x="20949" y="7582"/>
                      </a:cubicBezTo>
                      <a:cubicBezTo>
                        <a:pt x="20899" y="7582"/>
                        <a:pt x="20849" y="7621"/>
                        <a:pt x="20799" y="7700"/>
                      </a:cubicBezTo>
                      <a:cubicBezTo>
                        <a:pt x="20774" y="7740"/>
                        <a:pt x="20749" y="7779"/>
                        <a:pt x="20749" y="7819"/>
                      </a:cubicBezTo>
                      <a:cubicBezTo>
                        <a:pt x="20699" y="7858"/>
                        <a:pt x="20674" y="7937"/>
                        <a:pt x="20649" y="7937"/>
                      </a:cubicBezTo>
                      <a:cubicBezTo>
                        <a:pt x="20649" y="7898"/>
                        <a:pt x="20649" y="7898"/>
                        <a:pt x="20649" y="7858"/>
                      </a:cubicBezTo>
                      <a:cubicBezTo>
                        <a:pt x="20649" y="7740"/>
                        <a:pt x="20649" y="7621"/>
                        <a:pt x="20599" y="7542"/>
                      </a:cubicBezTo>
                      <a:cubicBezTo>
                        <a:pt x="20574" y="7503"/>
                        <a:pt x="20549" y="7463"/>
                        <a:pt x="20499" y="7463"/>
                      </a:cubicBezTo>
                      <a:cubicBezTo>
                        <a:pt x="20499" y="7463"/>
                        <a:pt x="20474" y="7463"/>
                        <a:pt x="20474" y="7503"/>
                      </a:cubicBezTo>
                      <a:cubicBezTo>
                        <a:pt x="20424" y="7503"/>
                        <a:pt x="20374" y="7542"/>
                        <a:pt x="20324" y="7621"/>
                      </a:cubicBezTo>
                      <a:cubicBezTo>
                        <a:pt x="20298" y="7621"/>
                        <a:pt x="20273" y="7661"/>
                        <a:pt x="20273" y="7661"/>
                      </a:cubicBezTo>
                      <a:cubicBezTo>
                        <a:pt x="20273" y="7661"/>
                        <a:pt x="20273" y="7661"/>
                        <a:pt x="20273" y="7661"/>
                      </a:cubicBezTo>
                      <a:cubicBezTo>
                        <a:pt x="20248" y="7661"/>
                        <a:pt x="20223" y="7621"/>
                        <a:pt x="20198" y="7542"/>
                      </a:cubicBezTo>
                      <a:cubicBezTo>
                        <a:pt x="20173" y="7542"/>
                        <a:pt x="20173" y="7503"/>
                        <a:pt x="20148" y="7463"/>
                      </a:cubicBezTo>
                      <a:cubicBezTo>
                        <a:pt x="20073" y="7345"/>
                        <a:pt x="19998" y="7226"/>
                        <a:pt x="19923" y="7147"/>
                      </a:cubicBezTo>
                      <a:cubicBezTo>
                        <a:pt x="19923" y="7147"/>
                        <a:pt x="19923" y="7147"/>
                        <a:pt x="19923" y="7147"/>
                      </a:cubicBezTo>
                      <a:cubicBezTo>
                        <a:pt x="19898" y="7108"/>
                        <a:pt x="19848" y="7029"/>
                        <a:pt x="19773" y="7029"/>
                      </a:cubicBezTo>
                      <a:cubicBezTo>
                        <a:pt x="19773" y="7029"/>
                        <a:pt x="19748" y="7029"/>
                        <a:pt x="19748" y="7029"/>
                      </a:cubicBezTo>
                      <a:cubicBezTo>
                        <a:pt x="19723" y="7068"/>
                        <a:pt x="19698" y="7068"/>
                        <a:pt x="19673" y="7108"/>
                      </a:cubicBezTo>
                      <a:cubicBezTo>
                        <a:pt x="19648" y="6989"/>
                        <a:pt x="19648" y="6910"/>
                        <a:pt x="19598" y="6871"/>
                      </a:cubicBezTo>
                      <a:cubicBezTo>
                        <a:pt x="19573" y="6871"/>
                        <a:pt x="19573" y="6871"/>
                        <a:pt x="19573" y="6871"/>
                      </a:cubicBezTo>
                      <a:cubicBezTo>
                        <a:pt x="19573" y="6871"/>
                        <a:pt x="19573" y="6871"/>
                        <a:pt x="19573" y="6871"/>
                      </a:cubicBezTo>
                      <a:cubicBezTo>
                        <a:pt x="19523" y="6871"/>
                        <a:pt x="19473" y="6950"/>
                        <a:pt x="19422" y="6989"/>
                      </a:cubicBezTo>
                      <a:cubicBezTo>
                        <a:pt x="19422" y="7029"/>
                        <a:pt x="19397" y="7068"/>
                        <a:pt x="19372" y="7068"/>
                      </a:cubicBezTo>
                      <a:cubicBezTo>
                        <a:pt x="19372" y="7068"/>
                        <a:pt x="19372" y="7068"/>
                        <a:pt x="19372" y="7068"/>
                      </a:cubicBezTo>
                      <a:cubicBezTo>
                        <a:pt x="19347" y="7068"/>
                        <a:pt x="19347" y="7068"/>
                        <a:pt x="19322" y="7068"/>
                      </a:cubicBezTo>
                      <a:cubicBezTo>
                        <a:pt x="19322" y="7068"/>
                        <a:pt x="19297" y="7068"/>
                        <a:pt x="19297" y="7068"/>
                      </a:cubicBezTo>
                      <a:cubicBezTo>
                        <a:pt x="19272" y="7068"/>
                        <a:pt x="19247" y="7108"/>
                        <a:pt x="19222" y="7108"/>
                      </a:cubicBezTo>
                      <a:cubicBezTo>
                        <a:pt x="19197" y="7108"/>
                        <a:pt x="19197" y="7108"/>
                        <a:pt x="19172" y="7147"/>
                      </a:cubicBezTo>
                      <a:cubicBezTo>
                        <a:pt x="19172" y="7147"/>
                        <a:pt x="19147" y="7147"/>
                        <a:pt x="19147" y="7147"/>
                      </a:cubicBezTo>
                      <a:cubicBezTo>
                        <a:pt x="19122" y="7147"/>
                        <a:pt x="19097" y="7147"/>
                        <a:pt x="19072" y="7108"/>
                      </a:cubicBezTo>
                      <a:cubicBezTo>
                        <a:pt x="19072" y="7108"/>
                        <a:pt x="19047" y="7108"/>
                        <a:pt x="19022" y="7068"/>
                      </a:cubicBezTo>
                      <a:cubicBezTo>
                        <a:pt x="18897" y="7029"/>
                        <a:pt x="18797" y="6950"/>
                        <a:pt x="18697" y="6831"/>
                      </a:cubicBezTo>
                      <a:cubicBezTo>
                        <a:pt x="18672" y="6831"/>
                        <a:pt x="18672" y="6831"/>
                        <a:pt x="18672" y="6831"/>
                      </a:cubicBezTo>
                      <a:cubicBezTo>
                        <a:pt x="18571" y="6752"/>
                        <a:pt x="18471" y="6713"/>
                        <a:pt x="18396" y="6673"/>
                      </a:cubicBezTo>
                      <a:cubicBezTo>
                        <a:pt x="18346" y="6673"/>
                        <a:pt x="18296" y="6634"/>
                        <a:pt x="18246" y="6634"/>
                      </a:cubicBezTo>
                      <a:cubicBezTo>
                        <a:pt x="18196" y="6595"/>
                        <a:pt x="18171" y="6516"/>
                        <a:pt x="18196" y="6437"/>
                      </a:cubicBezTo>
                      <a:cubicBezTo>
                        <a:pt x="18196" y="6437"/>
                        <a:pt x="18221" y="6358"/>
                        <a:pt x="18221" y="6358"/>
                      </a:cubicBezTo>
                      <a:cubicBezTo>
                        <a:pt x="18271" y="6279"/>
                        <a:pt x="18346" y="6160"/>
                        <a:pt x="18296" y="6002"/>
                      </a:cubicBezTo>
                      <a:cubicBezTo>
                        <a:pt x="18296" y="5963"/>
                        <a:pt x="18271" y="5963"/>
                        <a:pt x="18271" y="5923"/>
                      </a:cubicBezTo>
                      <a:cubicBezTo>
                        <a:pt x="18296" y="5923"/>
                        <a:pt x="18346" y="5884"/>
                        <a:pt x="18371" y="5884"/>
                      </a:cubicBezTo>
                      <a:cubicBezTo>
                        <a:pt x="18421" y="5884"/>
                        <a:pt x="18446" y="5884"/>
                        <a:pt x="18471" y="5844"/>
                      </a:cubicBezTo>
                      <a:cubicBezTo>
                        <a:pt x="18571" y="5805"/>
                        <a:pt x="18647" y="5647"/>
                        <a:pt x="18647" y="5528"/>
                      </a:cubicBezTo>
                      <a:cubicBezTo>
                        <a:pt x="18647" y="5410"/>
                        <a:pt x="18597" y="5291"/>
                        <a:pt x="18521" y="5212"/>
                      </a:cubicBezTo>
                      <a:cubicBezTo>
                        <a:pt x="18471" y="5173"/>
                        <a:pt x="18446" y="5173"/>
                        <a:pt x="18396" y="5173"/>
                      </a:cubicBezTo>
                      <a:cubicBezTo>
                        <a:pt x="18321" y="5173"/>
                        <a:pt x="18271" y="5212"/>
                        <a:pt x="18196" y="5252"/>
                      </a:cubicBezTo>
                      <a:cubicBezTo>
                        <a:pt x="18146" y="5291"/>
                        <a:pt x="18121" y="5331"/>
                        <a:pt x="18071" y="5331"/>
                      </a:cubicBezTo>
                      <a:cubicBezTo>
                        <a:pt x="18046" y="5331"/>
                        <a:pt x="18021" y="5331"/>
                        <a:pt x="17996" y="5331"/>
                      </a:cubicBezTo>
                      <a:cubicBezTo>
                        <a:pt x="17971" y="5331"/>
                        <a:pt x="17971" y="5331"/>
                        <a:pt x="17946" y="5331"/>
                      </a:cubicBezTo>
                      <a:cubicBezTo>
                        <a:pt x="17946" y="5331"/>
                        <a:pt x="17946" y="5331"/>
                        <a:pt x="17946" y="5331"/>
                      </a:cubicBezTo>
                      <a:cubicBezTo>
                        <a:pt x="17946" y="5331"/>
                        <a:pt x="17946" y="5331"/>
                        <a:pt x="17971" y="5291"/>
                      </a:cubicBezTo>
                      <a:cubicBezTo>
                        <a:pt x="17971" y="5212"/>
                        <a:pt x="18046" y="5094"/>
                        <a:pt x="18121" y="5094"/>
                      </a:cubicBezTo>
                      <a:cubicBezTo>
                        <a:pt x="18121" y="5094"/>
                        <a:pt x="18146" y="5094"/>
                        <a:pt x="18146" y="5094"/>
                      </a:cubicBezTo>
                      <a:cubicBezTo>
                        <a:pt x="18196" y="5094"/>
                        <a:pt x="18321" y="5094"/>
                        <a:pt x="18346" y="4936"/>
                      </a:cubicBezTo>
                      <a:cubicBezTo>
                        <a:pt x="18371" y="4778"/>
                        <a:pt x="18321" y="4620"/>
                        <a:pt x="18196" y="4423"/>
                      </a:cubicBezTo>
                      <a:cubicBezTo>
                        <a:pt x="18146" y="4383"/>
                        <a:pt x="17946" y="4186"/>
                        <a:pt x="17821" y="4186"/>
                      </a:cubicBezTo>
                      <a:cubicBezTo>
                        <a:pt x="17721" y="4186"/>
                        <a:pt x="17670" y="4265"/>
                        <a:pt x="17670" y="4462"/>
                      </a:cubicBezTo>
                      <a:cubicBezTo>
                        <a:pt x="17670" y="4462"/>
                        <a:pt x="17670" y="4502"/>
                        <a:pt x="17670" y="4541"/>
                      </a:cubicBezTo>
                      <a:cubicBezTo>
                        <a:pt x="17670" y="4541"/>
                        <a:pt x="17645" y="4502"/>
                        <a:pt x="17645" y="4502"/>
                      </a:cubicBezTo>
                      <a:cubicBezTo>
                        <a:pt x="17620" y="4462"/>
                        <a:pt x="17620" y="4423"/>
                        <a:pt x="17595" y="4423"/>
                      </a:cubicBezTo>
                      <a:cubicBezTo>
                        <a:pt x="17595" y="4383"/>
                        <a:pt x="17620" y="4304"/>
                        <a:pt x="17645" y="4304"/>
                      </a:cubicBezTo>
                      <a:cubicBezTo>
                        <a:pt x="17645" y="4265"/>
                        <a:pt x="17670" y="4265"/>
                        <a:pt x="17670" y="4225"/>
                      </a:cubicBezTo>
                      <a:cubicBezTo>
                        <a:pt x="17670" y="4225"/>
                        <a:pt x="17670" y="4225"/>
                        <a:pt x="17670" y="4225"/>
                      </a:cubicBezTo>
                      <a:cubicBezTo>
                        <a:pt x="17695" y="4146"/>
                        <a:pt x="17771" y="3988"/>
                        <a:pt x="17695" y="3830"/>
                      </a:cubicBezTo>
                      <a:cubicBezTo>
                        <a:pt x="17645" y="3751"/>
                        <a:pt x="17570" y="3751"/>
                        <a:pt x="17545" y="3751"/>
                      </a:cubicBezTo>
                      <a:cubicBezTo>
                        <a:pt x="17545" y="3751"/>
                        <a:pt x="17520" y="3751"/>
                        <a:pt x="17495" y="3751"/>
                      </a:cubicBezTo>
                      <a:cubicBezTo>
                        <a:pt x="17495" y="3751"/>
                        <a:pt x="17470" y="3751"/>
                        <a:pt x="17470" y="3751"/>
                      </a:cubicBezTo>
                      <a:cubicBezTo>
                        <a:pt x="17445" y="3751"/>
                        <a:pt x="17445" y="3751"/>
                        <a:pt x="17445" y="3751"/>
                      </a:cubicBezTo>
                      <a:cubicBezTo>
                        <a:pt x="17445" y="3751"/>
                        <a:pt x="17420" y="3712"/>
                        <a:pt x="17395" y="3712"/>
                      </a:cubicBezTo>
                      <a:cubicBezTo>
                        <a:pt x="17370" y="3672"/>
                        <a:pt x="17345" y="3633"/>
                        <a:pt x="17295" y="3633"/>
                      </a:cubicBezTo>
                      <a:cubicBezTo>
                        <a:pt x="17270" y="3633"/>
                        <a:pt x="17270" y="3633"/>
                        <a:pt x="17245" y="3672"/>
                      </a:cubicBezTo>
                      <a:cubicBezTo>
                        <a:pt x="17245" y="3672"/>
                        <a:pt x="17220" y="3672"/>
                        <a:pt x="17195" y="3712"/>
                      </a:cubicBezTo>
                      <a:cubicBezTo>
                        <a:pt x="17195" y="3672"/>
                        <a:pt x="17195" y="3672"/>
                        <a:pt x="17195" y="3672"/>
                      </a:cubicBezTo>
                      <a:cubicBezTo>
                        <a:pt x="17145" y="3672"/>
                        <a:pt x="17145" y="3672"/>
                        <a:pt x="17145" y="3672"/>
                      </a:cubicBezTo>
                      <a:cubicBezTo>
                        <a:pt x="17095" y="3672"/>
                        <a:pt x="17045" y="3712"/>
                        <a:pt x="16995" y="3751"/>
                      </a:cubicBezTo>
                      <a:cubicBezTo>
                        <a:pt x="16995" y="3751"/>
                        <a:pt x="16995" y="3751"/>
                        <a:pt x="16995" y="3751"/>
                      </a:cubicBezTo>
                      <a:cubicBezTo>
                        <a:pt x="16970" y="3791"/>
                        <a:pt x="16945" y="3830"/>
                        <a:pt x="16920" y="3830"/>
                      </a:cubicBezTo>
                      <a:cubicBezTo>
                        <a:pt x="16920" y="3870"/>
                        <a:pt x="16895" y="3870"/>
                        <a:pt x="16895" y="3909"/>
                      </a:cubicBezTo>
                      <a:cubicBezTo>
                        <a:pt x="16895" y="3909"/>
                        <a:pt x="16895" y="3870"/>
                        <a:pt x="16895" y="3870"/>
                      </a:cubicBezTo>
                      <a:cubicBezTo>
                        <a:pt x="16895" y="3791"/>
                        <a:pt x="16895" y="3554"/>
                        <a:pt x="16769" y="3475"/>
                      </a:cubicBezTo>
                      <a:cubicBezTo>
                        <a:pt x="16769" y="3475"/>
                        <a:pt x="16744" y="3475"/>
                        <a:pt x="16719" y="3475"/>
                      </a:cubicBezTo>
                      <a:cubicBezTo>
                        <a:pt x="16619" y="3475"/>
                        <a:pt x="16594" y="3633"/>
                        <a:pt x="16544" y="3751"/>
                      </a:cubicBezTo>
                      <a:cubicBezTo>
                        <a:pt x="16544" y="3791"/>
                        <a:pt x="16544" y="3830"/>
                        <a:pt x="16544" y="3830"/>
                      </a:cubicBezTo>
                      <a:cubicBezTo>
                        <a:pt x="16519" y="3870"/>
                        <a:pt x="16519" y="3909"/>
                        <a:pt x="16494" y="3909"/>
                      </a:cubicBezTo>
                      <a:cubicBezTo>
                        <a:pt x="16469" y="3988"/>
                        <a:pt x="16419" y="4107"/>
                        <a:pt x="16394" y="4107"/>
                      </a:cubicBezTo>
                      <a:cubicBezTo>
                        <a:pt x="16369" y="4107"/>
                        <a:pt x="16369" y="4107"/>
                        <a:pt x="16369" y="4107"/>
                      </a:cubicBezTo>
                      <a:cubicBezTo>
                        <a:pt x="16369" y="4107"/>
                        <a:pt x="16344" y="4067"/>
                        <a:pt x="16369" y="3988"/>
                      </a:cubicBezTo>
                      <a:cubicBezTo>
                        <a:pt x="16394" y="3870"/>
                        <a:pt x="16419" y="3830"/>
                        <a:pt x="16419" y="3791"/>
                      </a:cubicBezTo>
                      <a:cubicBezTo>
                        <a:pt x="16494" y="3751"/>
                        <a:pt x="16594" y="3633"/>
                        <a:pt x="16644" y="3435"/>
                      </a:cubicBezTo>
                      <a:cubicBezTo>
                        <a:pt x="16669" y="3356"/>
                        <a:pt x="16644" y="3278"/>
                        <a:pt x="16619" y="3238"/>
                      </a:cubicBezTo>
                      <a:cubicBezTo>
                        <a:pt x="16594" y="3159"/>
                        <a:pt x="16544" y="3120"/>
                        <a:pt x="16494" y="3080"/>
                      </a:cubicBezTo>
                      <a:cubicBezTo>
                        <a:pt x="16494" y="3080"/>
                        <a:pt x="16469" y="3080"/>
                        <a:pt x="16469" y="3080"/>
                      </a:cubicBezTo>
                      <a:cubicBezTo>
                        <a:pt x="16444" y="3080"/>
                        <a:pt x="16444" y="3041"/>
                        <a:pt x="16419" y="3041"/>
                      </a:cubicBezTo>
                      <a:cubicBezTo>
                        <a:pt x="16369" y="3001"/>
                        <a:pt x="16294" y="2922"/>
                        <a:pt x="16219" y="2922"/>
                      </a:cubicBezTo>
                      <a:cubicBezTo>
                        <a:pt x="16194" y="2883"/>
                        <a:pt x="16169" y="2883"/>
                        <a:pt x="16144" y="2883"/>
                      </a:cubicBezTo>
                      <a:cubicBezTo>
                        <a:pt x="16069" y="2883"/>
                        <a:pt x="16019" y="2922"/>
                        <a:pt x="15968" y="3001"/>
                      </a:cubicBezTo>
                      <a:cubicBezTo>
                        <a:pt x="15943" y="3080"/>
                        <a:pt x="15943" y="3159"/>
                        <a:pt x="15943" y="3238"/>
                      </a:cubicBezTo>
                      <a:cubicBezTo>
                        <a:pt x="15943" y="3278"/>
                        <a:pt x="15943" y="3317"/>
                        <a:pt x="15943" y="3356"/>
                      </a:cubicBezTo>
                      <a:cubicBezTo>
                        <a:pt x="15943" y="3396"/>
                        <a:pt x="15918" y="3435"/>
                        <a:pt x="15918" y="3435"/>
                      </a:cubicBezTo>
                      <a:cubicBezTo>
                        <a:pt x="15918" y="3435"/>
                        <a:pt x="15918" y="3396"/>
                        <a:pt x="15893" y="3396"/>
                      </a:cubicBezTo>
                      <a:cubicBezTo>
                        <a:pt x="15868" y="3238"/>
                        <a:pt x="15818" y="3041"/>
                        <a:pt x="15693" y="3001"/>
                      </a:cubicBezTo>
                      <a:cubicBezTo>
                        <a:pt x="15668" y="3001"/>
                        <a:pt x="15668" y="3001"/>
                        <a:pt x="15643" y="3001"/>
                      </a:cubicBezTo>
                      <a:cubicBezTo>
                        <a:pt x="15593" y="3001"/>
                        <a:pt x="15543" y="3041"/>
                        <a:pt x="15493" y="3080"/>
                      </a:cubicBezTo>
                      <a:cubicBezTo>
                        <a:pt x="15493" y="3080"/>
                        <a:pt x="15468" y="3120"/>
                        <a:pt x="15443" y="3120"/>
                      </a:cubicBezTo>
                      <a:cubicBezTo>
                        <a:pt x="15468" y="3120"/>
                        <a:pt x="15468" y="3080"/>
                        <a:pt x="15468" y="3041"/>
                      </a:cubicBezTo>
                      <a:cubicBezTo>
                        <a:pt x="15518" y="2962"/>
                        <a:pt x="15568" y="2843"/>
                        <a:pt x="15543" y="2764"/>
                      </a:cubicBezTo>
                      <a:cubicBezTo>
                        <a:pt x="15543" y="2527"/>
                        <a:pt x="15418" y="2488"/>
                        <a:pt x="15368" y="2488"/>
                      </a:cubicBezTo>
                      <a:cubicBezTo>
                        <a:pt x="15293" y="2488"/>
                        <a:pt x="15268" y="2448"/>
                        <a:pt x="15243" y="2409"/>
                      </a:cubicBezTo>
                      <a:cubicBezTo>
                        <a:pt x="15243" y="2369"/>
                        <a:pt x="15218" y="2330"/>
                        <a:pt x="15218" y="2290"/>
                      </a:cubicBezTo>
                      <a:cubicBezTo>
                        <a:pt x="15218" y="2211"/>
                        <a:pt x="15193" y="2172"/>
                        <a:pt x="15193" y="2132"/>
                      </a:cubicBezTo>
                      <a:cubicBezTo>
                        <a:pt x="15143" y="1974"/>
                        <a:pt x="15017" y="1856"/>
                        <a:pt x="14917" y="1816"/>
                      </a:cubicBezTo>
                      <a:cubicBezTo>
                        <a:pt x="14917" y="1816"/>
                        <a:pt x="14892" y="1816"/>
                        <a:pt x="14892" y="1816"/>
                      </a:cubicBezTo>
                      <a:cubicBezTo>
                        <a:pt x="14867" y="1816"/>
                        <a:pt x="14842" y="1816"/>
                        <a:pt x="14842" y="1856"/>
                      </a:cubicBezTo>
                      <a:cubicBezTo>
                        <a:pt x="14817" y="1856"/>
                        <a:pt x="14792" y="1856"/>
                        <a:pt x="14792" y="1856"/>
                      </a:cubicBezTo>
                      <a:cubicBezTo>
                        <a:pt x="14767" y="1856"/>
                        <a:pt x="14767" y="1856"/>
                        <a:pt x="14742" y="1856"/>
                      </a:cubicBezTo>
                      <a:cubicBezTo>
                        <a:pt x="14717" y="1816"/>
                        <a:pt x="14692" y="1816"/>
                        <a:pt x="14667" y="1777"/>
                      </a:cubicBezTo>
                      <a:cubicBezTo>
                        <a:pt x="14617" y="1737"/>
                        <a:pt x="14542" y="1698"/>
                        <a:pt x="14467" y="1698"/>
                      </a:cubicBezTo>
                      <a:cubicBezTo>
                        <a:pt x="14467" y="1698"/>
                        <a:pt x="14442" y="1698"/>
                        <a:pt x="14417" y="1737"/>
                      </a:cubicBezTo>
                      <a:cubicBezTo>
                        <a:pt x="14317" y="1737"/>
                        <a:pt x="14216" y="1856"/>
                        <a:pt x="14116" y="2053"/>
                      </a:cubicBezTo>
                      <a:cubicBezTo>
                        <a:pt x="14041" y="2251"/>
                        <a:pt x="14016" y="2369"/>
                        <a:pt x="14116" y="2567"/>
                      </a:cubicBezTo>
                      <a:cubicBezTo>
                        <a:pt x="14116" y="2567"/>
                        <a:pt x="14116" y="2567"/>
                        <a:pt x="14116" y="2567"/>
                      </a:cubicBezTo>
                      <a:cubicBezTo>
                        <a:pt x="14091" y="2606"/>
                        <a:pt x="14066" y="2606"/>
                        <a:pt x="14041" y="2646"/>
                      </a:cubicBezTo>
                      <a:cubicBezTo>
                        <a:pt x="14016" y="2567"/>
                        <a:pt x="13941" y="2527"/>
                        <a:pt x="13891" y="2527"/>
                      </a:cubicBezTo>
                      <a:cubicBezTo>
                        <a:pt x="13891" y="2527"/>
                        <a:pt x="13866" y="2527"/>
                        <a:pt x="13866" y="2488"/>
                      </a:cubicBezTo>
                      <a:cubicBezTo>
                        <a:pt x="13841" y="2488"/>
                        <a:pt x="13791" y="2488"/>
                        <a:pt x="13766" y="2488"/>
                      </a:cubicBezTo>
                      <a:cubicBezTo>
                        <a:pt x="13741" y="2488"/>
                        <a:pt x="13741" y="2488"/>
                        <a:pt x="13741" y="2488"/>
                      </a:cubicBezTo>
                      <a:cubicBezTo>
                        <a:pt x="13741" y="2488"/>
                        <a:pt x="13741" y="2488"/>
                        <a:pt x="13741" y="2488"/>
                      </a:cubicBezTo>
                      <a:cubicBezTo>
                        <a:pt x="13641" y="2488"/>
                        <a:pt x="13616" y="2646"/>
                        <a:pt x="13616" y="2764"/>
                      </a:cubicBezTo>
                      <a:cubicBezTo>
                        <a:pt x="13591" y="2764"/>
                        <a:pt x="13591" y="2804"/>
                        <a:pt x="13591" y="2804"/>
                      </a:cubicBezTo>
                      <a:cubicBezTo>
                        <a:pt x="13566" y="2922"/>
                        <a:pt x="13541" y="3001"/>
                        <a:pt x="13541" y="3041"/>
                      </a:cubicBezTo>
                      <a:cubicBezTo>
                        <a:pt x="13516" y="3001"/>
                        <a:pt x="13516" y="2922"/>
                        <a:pt x="13516" y="2843"/>
                      </a:cubicBezTo>
                      <a:cubicBezTo>
                        <a:pt x="13516" y="2843"/>
                        <a:pt x="13516" y="2804"/>
                        <a:pt x="13516" y="2804"/>
                      </a:cubicBezTo>
                      <a:cubicBezTo>
                        <a:pt x="13516" y="2764"/>
                        <a:pt x="13516" y="2725"/>
                        <a:pt x="13516" y="2725"/>
                      </a:cubicBezTo>
                      <a:cubicBezTo>
                        <a:pt x="13516" y="2606"/>
                        <a:pt x="13491" y="2527"/>
                        <a:pt x="13516" y="2448"/>
                      </a:cubicBezTo>
                      <a:cubicBezTo>
                        <a:pt x="13516" y="2448"/>
                        <a:pt x="13516" y="2448"/>
                        <a:pt x="13541" y="2409"/>
                      </a:cubicBezTo>
                      <a:cubicBezTo>
                        <a:pt x="13566" y="2369"/>
                        <a:pt x="13591" y="2369"/>
                        <a:pt x="13591" y="2290"/>
                      </a:cubicBezTo>
                      <a:cubicBezTo>
                        <a:pt x="13691" y="2053"/>
                        <a:pt x="13591" y="1856"/>
                        <a:pt x="13541" y="1698"/>
                      </a:cubicBezTo>
                      <a:cubicBezTo>
                        <a:pt x="13516" y="1659"/>
                        <a:pt x="13491" y="1619"/>
                        <a:pt x="13491" y="1580"/>
                      </a:cubicBezTo>
                      <a:cubicBezTo>
                        <a:pt x="13466" y="1501"/>
                        <a:pt x="13441" y="1461"/>
                        <a:pt x="13416" y="1422"/>
                      </a:cubicBezTo>
                      <a:cubicBezTo>
                        <a:pt x="13390" y="1343"/>
                        <a:pt x="13365" y="1303"/>
                        <a:pt x="13340" y="1264"/>
                      </a:cubicBezTo>
                      <a:cubicBezTo>
                        <a:pt x="13340" y="1224"/>
                        <a:pt x="13340" y="1185"/>
                        <a:pt x="13340" y="1145"/>
                      </a:cubicBezTo>
                      <a:cubicBezTo>
                        <a:pt x="13315" y="1106"/>
                        <a:pt x="13315" y="1066"/>
                        <a:pt x="13315" y="1027"/>
                      </a:cubicBezTo>
                      <a:cubicBezTo>
                        <a:pt x="13290" y="829"/>
                        <a:pt x="13190" y="632"/>
                        <a:pt x="13090" y="553"/>
                      </a:cubicBezTo>
                      <a:cubicBezTo>
                        <a:pt x="13065" y="513"/>
                        <a:pt x="13040" y="513"/>
                        <a:pt x="12990" y="513"/>
                      </a:cubicBezTo>
                      <a:cubicBezTo>
                        <a:pt x="12940" y="513"/>
                        <a:pt x="12890" y="553"/>
                        <a:pt x="12840" y="592"/>
                      </a:cubicBezTo>
                      <a:cubicBezTo>
                        <a:pt x="12815" y="632"/>
                        <a:pt x="12790" y="632"/>
                        <a:pt x="12765" y="671"/>
                      </a:cubicBezTo>
                      <a:cubicBezTo>
                        <a:pt x="12740" y="671"/>
                        <a:pt x="12740" y="671"/>
                        <a:pt x="12715" y="671"/>
                      </a:cubicBezTo>
                      <a:cubicBezTo>
                        <a:pt x="12665" y="711"/>
                        <a:pt x="12615" y="711"/>
                        <a:pt x="12540" y="790"/>
                      </a:cubicBezTo>
                      <a:cubicBezTo>
                        <a:pt x="12414" y="908"/>
                        <a:pt x="12289" y="1106"/>
                        <a:pt x="12189" y="1303"/>
                      </a:cubicBezTo>
                      <a:cubicBezTo>
                        <a:pt x="11989" y="1698"/>
                        <a:pt x="11839" y="2251"/>
                        <a:pt x="11989" y="2646"/>
                      </a:cubicBezTo>
                      <a:cubicBezTo>
                        <a:pt x="12014" y="2685"/>
                        <a:pt x="12064" y="2764"/>
                        <a:pt x="12114" y="2804"/>
                      </a:cubicBezTo>
                      <a:cubicBezTo>
                        <a:pt x="12139" y="2843"/>
                        <a:pt x="12214" y="2922"/>
                        <a:pt x="12239" y="2962"/>
                      </a:cubicBezTo>
                      <a:cubicBezTo>
                        <a:pt x="12214" y="3001"/>
                        <a:pt x="12214" y="3001"/>
                        <a:pt x="12189" y="3001"/>
                      </a:cubicBezTo>
                      <a:cubicBezTo>
                        <a:pt x="12189" y="3001"/>
                        <a:pt x="12164" y="3041"/>
                        <a:pt x="12164" y="3041"/>
                      </a:cubicBezTo>
                      <a:cubicBezTo>
                        <a:pt x="12114" y="3120"/>
                        <a:pt x="12039" y="3199"/>
                        <a:pt x="11989" y="3356"/>
                      </a:cubicBezTo>
                      <a:cubicBezTo>
                        <a:pt x="11914" y="3712"/>
                        <a:pt x="12139" y="3949"/>
                        <a:pt x="12239" y="4028"/>
                      </a:cubicBezTo>
                      <a:cubicBezTo>
                        <a:pt x="12339" y="4146"/>
                        <a:pt x="12389" y="4186"/>
                        <a:pt x="12364" y="4344"/>
                      </a:cubicBezTo>
                      <a:cubicBezTo>
                        <a:pt x="12364" y="4383"/>
                        <a:pt x="12364" y="4383"/>
                        <a:pt x="12364" y="4423"/>
                      </a:cubicBezTo>
                      <a:cubicBezTo>
                        <a:pt x="12364" y="4265"/>
                        <a:pt x="12264" y="4186"/>
                        <a:pt x="12189" y="4107"/>
                      </a:cubicBezTo>
                      <a:cubicBezTo>
                        <a:pt x="12164" y="4067"/>
                        <a:pt x="12114" y="4028"/>
                        <a:pt x="12089" y="3988"/>
                      </a:cubicBezTo>
                      <a:cubicBezTo>
                        <a:pt x="12064" y="3949"/>
                        <a:pt x="12039" y="3830"/>
                        <a:pt x="12014" y="3751"/>
                      </a:cubicBezTo>
                      <a:cubicBezTo>
                        <a:pt x="12014" y="3712"/>
                        <a:pt x="11989" y="3672"/>
                        <a:pt x="11964" y="3593"/>
                      </a:cubicBezTo>
                      <a:cubicBezTo>
                        <a:pt x="11964" y="3554"/>
                        <a:pt x="11964" y="3554"/>
                        <a:pt x="11964" y="3554"/>
                      </a:cubicBezTo>
                      <a:cubicBezTo>
                        <a:pt x="11914" y="3435"/>
                        <a:pt x="11889" y="3396"/>
                        <a:pt x="11889" y="3278"/>
                      </a:cubicBezTo>
                      <a:cubicBezTo>
                        <a:pt x="11889" y="3199"/>
                        <a:pt x="11889" y="3159"/>
                        <a:pt x="11914" y="3080"/>
                      </a:cubicBezTo>
                      <a:cubicBezTo>
                        <a:pt x="11914" y="2883"/>
                        <a:pt x="11939" y="2685"/>
                        <a:pt x="11839" y="2448"/>
                      </a:cubicBezTo>
                      <a:cubicBezTo>
                        <a:pt x="11839" y="2448"/>
                        <a:pt x="11814" y="2409"/>
                        <a:pt x="11814" y="2409"/>
                      </a:cubicBezTo>
                      <a:cubicBezTo>
                        <a:pt x="11789" y="2369"/>
                        <a:pt x="11789" y="2330"/>
                        <a:pt x="11789" y="2290"/>
                      </a:cubicBezTo>
                      <a:cubicBezTo>
                        <a:pt x="11789" y="2172"/>
                        <a:pt x="11814" y="2014"/>
                        <a:pt x="11839" y="1935"/>
                      </a:cubicBezTo>
                      <a:cubicBezTo>
                        <a:pt x="11864" y="1816"/>
                        <a:pt x="11889" y="1698"/>
                        <a:pt x="11939" y="1619"/>
                      </a:cubicBezTo>
                      <a:cubicBezTo>
                        <a:pt x="11939" y="1580"/>
                        <a:pt x="11964" y="1540"/>
                        <a:pt x="11964" y="1501"/>
                      </a:cubicBezTo>
                      <a:cubicBezTo>
                        <a:pt x="11989" y="1422"/>
                        <a:pt x="12039" y="1303"/>
                        <a:pt x="12089" y="1224"/>
                      </a:cubicBezTo>
                      <a:cubicBezTo>
                        <a:pt x="12089" y="1185"/>
                        <a:pt x="12114" y="1185"/>
                        <a:pt x="12139" y="1145"/>
                      </a:cubicBezTo>
                      <a:cubicBezTo>
                        <a:pt x="12189" y="987"/>
                        <a:pt x="12239" y="869"/>
                        <a:pt x="12239" y="671"/>
                      </a:cubicBezTo>
                      <a:cubicBezTo>
                        <a:pt x="12214" y="553"/>
                        <a:pt x="12214" y="553"/>
                        <a:pt x="12214" y="553"/>
                      </a:cubicBezTo>
                      <a:cubicBezTo>
                        <a:pt x="12164" y="553"/>
                        <a:pt x="12164" y="553"/>
                        <a:pt x="12164" y="553"/>
                      </a:cubicBezTo>
                      <a:cubicBezTo>
                        <a:pt x="12039" y="553"/>
                        <a:pt x="11939" y="553"/>
                        <a:pt x="11839" y="513"/>
                      </a:cubicBezTo>
                      <a:cubicBezTo>
                        <a:pt x="11764" y="513"/>
                        <a:pt x="11764" y="513"/>
                        <a:pt x="11764" y="513"/>
                      </a:cubicBezTo>
                      <a:cubicBezTo>
                        <a:pt x="11739" y="513"/>
                        <a:pt x="11714" y="513"/>
                        <a:pt x="11689" y="513"/>
                      </a:cubicBezTo>
                      <a:cubicBezTo>
                        <a:pt x="11613" y="513"/>
                        <a:pt x="11563" y="513"/>
                        <a:pt x="11513" y="592"/>
                      </a:cubicBezTo>
                      <a:cubicBezTo>
                        <a:pt x="11488" y="632"/>
                        <a:pt x="11488" y="632"/>
                        <a:pt x="11463" y="671"/>
                      </a:cubicBezTo>
                      <a:cubicBezTo>
                        <a:pt x="11388" y="750"/>
                        <a:pt x="11288" y="869"/>
                        <a:pt x="11238" y="987"/>
                      </a:cubicBezTo>
                      <a:cubicBezTo>
                        <a:pt x="11213" y="1066"/>
                        <a:pt x="11213" y="1066"/>
                        <a:pt x="11213" y="1066"/>
                      </a:cubicBezTo>
                      <a:cubicBezTo>
                        <a:pt x="11088" y="1422"/>
                        <a:pt x="10938" y="1737"/>
                        <a:pt x="10863" y="2132"/>
                      </a:cubicBezTo>
                      <a:cubicBezTo>
                        <a:pt x="10762" y="2685"/>
                        <a:pt x="10662" y="3514"/>
                        <a:pt x="10712" y="4265"/>
                      </a:cubicBezTo>
                      <a:cubicBezTo>
                        <a:pt x="10762" y="4541"/>
                        <a:pt x="10863" y="4699"/>
                        <a:pt x="11038" y="4778"/>
                      </a:cubicBezTo>
                      <a:cubicBezTo>
                        <a:pt x="11113" y="4818"/>
                        <a:pt x="11163" y="4818"/>
                        <a:pt x="11238" y="4818"/>
                      </a:cubicBezTo>
                      <a:cubicBezTo>
                        <a:pt x="11263" y="4818"/>
                        <a:pt x="11263" y="4818"/>
                        <a:pt x="11263" y="4818"/>
                      </a:cubicBezTo>
                      <a:cubicBezTo>
                        <a:pt x="11363" y="4818"/>
                        <a:pt x="11538" y="4976"/>
                        <a:pt x="11538" y="5094"/>
                      </a:cubicBezTo>
                      <a:cubicBezTo>
                        <a:pt x="11538" y="5094"/>
                        <a:pt x="11538" y="5094"/>
                        <a:pt x="11513" y="5094"/>
                      </a:cubicBezTo>
                      <a:cubicBezTo>
                        <a:pt x="11463" y="5094"/>
                        <a:pt x="11338" y="5015"/>
                        <a:pt x="11313" y="4976"/>
                      </a:cubicBezTo>
                      <a:cubicBezTo>
                        <a:pt x="11313" y="4976"/>
                        <a:pt x="11263" y="4976"/>
                        <a:pt x="11238" y="4936"/>
                      </a:cubicBezTo>
                      <a:cubicBezTo>
                        <a:pt x="11188" y="4897"/>
                        <a:pt x="11088" y="4857"/>
                        <a:pt x="11013" y="4857"/>
                      </a:cubicBezTo>
                      <a:cubicBezTo>
                        <a:pt x="10963" y="4857"/>
                        <a:pt x="10938" y="4897"/>
                        <a:pt x="10913" y="4936"/>
                      </a:cubicBezTo>
                      <a:cubicBezTo>
                        <a:pt x="10787" y="5094"/>
                        <a:pt x="10863" y="5291"/>
                        <a:pt x="10913" y="5410"/>
                      </a:cubicBezTo>
                      <a:cubicBezTo>
                        <a:pt x="10938" y="5449"/>
                        <a:pt x="10938" y="5489"/>
                        <a:pt x="10938" y="5489"/>
                      </a:cubicBezTo>
                      <a:cubicBezTo>
                        <a:pt x="10988" y="5726"/>
                        <a:pt x="11063" y="5805"/>
                        <a:pt x="11163" y="5963"/>
                      </a:cubicBezTo>
                      <a:cubicBezTo>
                        <a:pt x="11313" y="6160"/>
                        <a:pt x="11513" y="6200"/>
                        <a:pt x="11588" y="6200"/>
                      </a:cubicBezTo>
                      <a:cubicBezTo>
                        <a:pt x="11588" y="6200"/>
                        <a:pt x="11613" y="6200"/>
                        <a:pt x="11613" y="6200"/>
                      </a:cubicBezTo>
                      <a:cubicBezTo>
                        <a:pt x="11663" y="6200"/>
                        <a:pt x="11714" y="6200"/>
                        <a:pt x="11739" y="6160"/>
                      </a:cubicBezTo>
                      <a:cubicBezTo>
                        <a:pt x="11764" y="6160"/>
                        <a:pt x="11789" y="6160"/>
                        <a:pt x="11814" y="6160"/>
                      </a:cubicBezTo>
                      <a:cubicBezTo>
                        <a:pt x="11814" y="6160"/>
                        <a:pt x="11839" y="6160"/>
                        <a:pt x="11864" y="6239"/>
                      </a:cubicBezTo>
                      <a:cubicBezTo>
                        <a:pt x="11889" y="6279"/>
                        <a:pt x="11889" y="6279"/>
                        <a:pt x="11889" y="6279"/>
                      </a:cubicBezTo>
                      <a:cubicBezTo>
                        <a:pt x="11939" y="6397"/>
                        <a:pt x="12014" y="6555"/>
                        <a:pt x="12114" y="6595"/>
                      </a:cubicBezTo>
                      <a:cubicBezTo>
                        <a:pt x="12139" y="6595"/>
                        <a:pt x="12139" y="6595"/>
                        <a:pt x="12164" y="6595"/>
                      </a:cubicBezTo>
                      <a:cubicBezTo>
                        <a:pt x="12214" y="6595"/>
                        <a:pt x="12239" y="6555"/>
                        <a:pt x="12289" y="6555"/>
                      </a:cubicBezTo>
                      <a:cubicBezTo>
                        <a:pt x="12314" y="6516"/>
                        <a:pt x="12339" y="6516"/>
                        <a:pt x="12364" y="6516"/>
                      </a:cubicBezTo>
                      <a:cubicBezTo>
                        <a:pt x="12364" y="6516"/>
                        <a:pt x="12389" y="6516"/>
                        <a:pt x="12389" y="6516"/>
                      </a:cubicBezTo>
                      <a:cubicBezTo>
                        <a:pt x="12464" y="6555"/>
                        <a:pt x="12464" y="6555"/>
                        <a:pt x="12464" y="6555"/>
                      </a:cubicBezTo>
                      <a:cubicBezTo>
                        <a:pt x="12514" y="6555"/>
                        <a:pt x="12565" y="6595"/>
                        <a:pt x="12640" y="6595"/>
                      </a:cubicBezTo>
                      <a:cubicBezTo>
                        <a:pt x="12590" y="6595"/>
                        <a:pt x="12540" y="6634"/>
                        <a:pt x="12514" y="6634"/>
                      </a:cubicBezTo>
                      <a:cubicBezTo>
                        <a:pt x="12489" y="6673"/>
                        <a:pt x="12489" y="6673"/>
                        <a:pt x="12464" y="6673"/>
                      </a:cubicBezTo>
                      <a:cubicBezTo>
                        <a:pt x="12439" y="6673"/>
                        <a:pt x="12414" y="6673"/>
                        <a:pt x="12389" y="6673"/>
                      </a:cubicBezTo>
                      <a:cubicBezTo>
                        <a:pt x="12389" y="6673"/>
                        <a:pt x="12389" y="6673"/>
                        <a:pt x="12389" y="6673"/>
                      </a:cubicBezTo>
                      <a:cubicBezTo>
                        <a:pt x="12389" y="6673"/>
                        <a:pt x="12364" y="6673"/>
                        <a:pt x="12364" y="6673"/>
                      </a:cubicBezTo>
                      <a:cubicBezTo>
                        <a:pt x="12364" y="6673"/>
                        <a:pt x="12339" y="6673"/>
                        <a:pt x="12314" y="6673"/>
                      </a:cubicBezTo>
                      <a:cubicBezTo>
                        <a:pt x="12314" y="6673"/>
                        <a:pt x="12289" y="6673"/>
                        <a:pt x="12289" y="6673"/>
                      </a:cubicBezTo>
                      <a:cubicBezTo>
                        <a:pt x="12189" y="6752"/>
                        <a:pt x="12189" y="6950"/>
                        <a:pt x="12214" y="7147"/>
                      </a:cubicBezTo>
                      <a:cubicBezTo>
                        <a:pt x="12214" y="7147"/>
                        <a:pt x="12214" y="7187"/>
                        <a:pt x="12214" y="7187"/>
                      </a:cubicBezTo>
                      <a:cubicBezTo>
                        <a:pt x="12214" y="7345"/>
                        <a:pt x="12214" y="7503"/>
                        <a:pt x="12239" y="7621"/>
                      </a:cubicBezTo>
                      <a:cubicBezTo>
                        <a:pt x="12264" y="7819"/>
                        <a:pt x="12364" y="7858"/>
                        <a:pt x="12439" y="7858"/>
                      </a:cubicBezTo>
                      <a:cubicBezTo>
                        <a:pt x="12439" y="7898"/>
                        <a:pt x="12439" y="7898"/>
                        <a:pt x="12439" y="7937"/>
                      </a:cubicBezTo>
                      <a:cubicBezTo>
                        <a:pt x="12439" y="7937"/>
                        <a:pt x="12439" y="7977"/>
                        <a:pt x="12439" y="8016"/>
                      </a:cubicBezTo>
                      <a:cubicBezTo>
                        <a:pt x="12439" y="8016"/>
                        <a:pt x="12439" y="8056"/>
                        <a:pt x="12439" y="8056"/>
                      </a:cubicBezTo>
                      <a:cubicBezTo>
                        <a:pt x="12439" y="8135"/>
                        <a:pt x="12439" y="8253"/>
                        <a:pt x="12414" y="8293"/>
                      </a:cubicBezTo>
                      <a:cubicBezTo>
                        <a:pt x="12389" y="8293"/>
                        <a:pt x="12364" y="8332"/>
                        <a:pt x="12364" y="8332"/>
                      </a:cubicBezTo>
                      <a:cubicBezTo>
                        <a:pt x="12314" y="8371"/>
                        <a:pt x="12239" y="8411"/>
                        <a:pt x="12214" y="8490"/>
                      </a:cubicBezTo>
                      <a:cubicBezTo>
                        <a:pt x="12189" y="8569"/>
                        <a:pt x="12189" y="8687"/>
                        <a:pt x="12189" y="8806"/>
                      </a:cubicBezTo>
                      <a:cubicBezTo>
                        <a:pt x="12189" y="8845"/>
                        <a:pt x="12189" y="8885"/>
                        <a:pt x="12164" y="8924"/>
                      </a:cubicBezTo>
                      <a:cubicBezTo>
                        <a:pt x="12164" y="9043"/>
                        <a:pt x="12164" y="9122"/>
                        <a:pt x="12164" y="9240"/>
                      </a:cubicBezTo>
                      <a:cubicBezTo>
                        <a:pt x="12164" y="9359"/>
                        <a:pt x="12164" y="9477"/>
                        <a:pt x="12139" y="9596"/>
                      </a:cubicBezTo>
                      <a:cubicBezTo>
                        <a:pt x="12139" y="9596"/>
                        <a:pt x="12139" y="9596"/>
                        <a:pt x="12114" y="9596"/>
                      </a:cubicBezTo>
                      <a:cubicBezTo>
                        <a:pt x="12114" y="9635"/>
                        <a:pt x="12114" y="9635"/>
                        <a:pt x="12089" y="9635"/>
                      </a:cubicBezTo>
                      <a:cubicBezTo>
                        <a:pt x="12039" y="9714"/>
                        <a:pt x="11989" y="9872"/>
                        <a:pt x="11964" y="10030"/>
                      </a:cubicBezTo>
                      <a:cubicBezTo>
                        <a:pt x="11964" y="10069"/>
                        <a:pt x="11964" y="10148"/>
                        <a:pt x="11964" y="10188"/>
                      </a:cubicBezTo>
                      <a:cubicBezTo>
                        <a:pt x="11964" y="10267"/>
                        <a:pt x="11964" y="10346"/>
                        <a:pt x="11964" y="10385"/>
                      </a:cubicBezTo>
                      <a:cubicBezTo>
                        <a:pt x="11939" y="10385"/>
                        <a:pt x="11939" y="10425"/>
                        <a:pt x="11914" y="10425"/>
                      </a:cubicBezTo>
                      <a:cubicBezTo>
                        <a:pt x="11889" y="10425"/>
                        <a:pt x="11864" y="10464"/>
                        <a:pt x="11839" y="10504"/>
                      </a:cubicBezTo>
                      <a:cubicBezTo>
                        <a:pt x="11814" y="10543"/>
                        <a:pt x="11789" y="10583"/>
                        <a:pt x="11789" y="10622"/>
                      </a:cubicBezTo>
                      <a:cubicBezTo>
                        <a:pt x="11764" y="10583"/>
                        <a:pt x="11739" y="10504"/>
                        <a:pt x="11714" y="10425"/>
                      </a:cubicBezTo>
                      <a:cubicBezTo>
                        <a:pt x="11689" y="10346"/>
                        <a:pt x="11638" y="10267"/>
                        <a:pt x="11588" y="10188"/>
                      </a:cubicBezTo>
                      <a:cubicBezTo>
                        <a:pt x="11588" y="10188"/>
                        <a:pt x="11588" y="10188"/>
                        <a:pt x="11588" y="10188"/>
                      </a:cubicBezTo>
                      <a:cubicBezTo>
                        <a:pt x="11538" y="10148"/>
                        <a:pt x="11513" y="10069"/>
                        <a:pt x="11488" y="9990"/>
                      </a:cubicBezTo>
                      <a:cubicBezTo>
                        <a:pt x="11463" y="9912"/>
                        <a:pt x="11438" y="9912"/>
                        <a:pt x="11438" y="9872"/>
                      </a:cubicBezTo>
                      <a:cubicBezTo>
                        <a:pt x="11438" y="9793"/>
                        <a:pt x="11438" y="9793"/>
                        <a:pt x="11438" y="9793"/>
                      </a:cubicBezTo>
                      <a:cubicBezTo>
                        <a:pt x="11463" y="9714"/>
                        <a:pt x="11463" y="9596"/>
                        <a:pt x="11438" y="9517"/>
                      </a:cubicBezTo>
                      <a:cubicBezTo>
                        <a:pt x="11438" y="9477"/>
                        <a:pt x="11438" y="9477"/>
                        <a:pt x="11438" y="9477"/>
                      </a:cubicBezTo>
                      <a:cubicBezTo>
                        <a:pt x="11438" y="9438"/>
                        <a:pt x="11413" y="9359"/>
                        <a:pt x="11413" y="9359"/>
                      </a:cubicBezTo>
                      <a:cubicBezTo>
                        <a:pt x="11438" y="9319"/>
                        <a:pt x="11463" y="9280"/>
                        <a:pt x="11463" y="9240"/>
                      </a:cubicBezTo>
                      <a:cubicBezTo>
                        <a:pt x="11488" y="9201"/>
                        <a:pt x="11488" y="9201"/>
                        <a:pt x="11488" y="9201"/>
                      </a:cubicBezTo>
                      <a:cubicBezTo>
                        <a:pt x="11538" y="9122"/>
                        <a:pt x="11563" y="9003"/>
                        <a:pt x="11563" y="8924"/>
                      </a:cubicBezTo>
                      <a:cubicBezTo>
                        <a:pt x="11563" y="8885"/>
                        <a:pt x="11563" y="8845"/>
                        <a:pt x="11563" y="8806"/>
                      </a:cubicBezTo>
                      <a:cubicBezTo>
                        <a:pt x="11563" y="8687"/>
                        <a:pt x="11588" y="8529"/>
                        <a:pt x="11538" y="8371"/>
                      </a:cubicBezTo>
                      <a:cubicBezTo>
                        <a:pt x="11513" y="8332"/>
                        <a:pt x="11488" y="8293"/>
                        <a:pt x="11488" y="8253"/>
                      </a:cubicBezTo>
                      <a:cubicBezTo>
                        <a:pt x="11463" y="8214"/>
                        <a:pt x="11463" y="8214"/>
                        <a:pt x="11438" y="8174"/>
                      </a:cubicBezTo>
                      <a:cubicBezTo>
                        <a:pt x="11413" y="8095"/>
                        <a:pt x="11363" y="8056"/>
                        <a:pt x="11313" y="7977"/>
                      </a:cubicBezTo>
                      <a:cubicBezTo>
                        <a:pt x="11313" y="7937"/>
                        <a:pt x="11288" y="7937"/>
                        <a:pt x="11263" y="7898"/>
                      </a:cubicBezTo>
                      <a:cubicBezTo>
                        <a:pt x="11238" y="7898"/>
                        <a:pt x="11213" y="7858"/>
                        <a:pt x="11213" y="7858"/>
                      </a:cubicBezTo>
                      <a:cubicBezTo>
                        <a:pt x="11213" y="7819"/>
                        <a:pt x="11213" y="7819"/>
                        <a:pt x="11188" y="7779"/>
                      </a:cubicBezTo>
                      <a:cubicBezTo>
                        <a:pt x="11163" y="7740"/>
                        <a:pt x="11113" y="7582"/>
                        <a:pt x="11038" y="7582"/>
                      </a:cubicBezTo>
                      <a:cubicBezTo>
                        <a:pt x="11013" y="7582"/>
                        <a:pt x="11013" y="7582"/>
                        <a:pt x="11013" y="7582"/>
                      </a:cubicBezTo>
                      <a:cubicBezTo>
                        <a:pt x="10888" y="7621"/>
                        <a:pt x="10888" y="7779"/>
                        <a:pt x="10888" y="7858"/>
                      </a:cubicBezTo>
                      <a:cubicBezTo>
                        <a:pt x="10888" y="7858"/>
                        <a:pt x="10863" y="7898"/>
                        <a:pt x="10863" y="7937"/>
                      </a:cubicBezTo>
                      <a:cubicBezTo>
                        <a:pt x="10838" y="7977"/>
                        <a:pt x="10838" y="8016"/>
                        <a:pt x="10813" y="8095"/>
                      </a:cubicBezTo>
                      <a:cubicBezTo>
                        <a:pt x="10813" y="8135"/>
                        <a:pt x="10813" y="8135"/>
                        <a:pt x="10813" y="8135"/>
                      </a:cubicBezTo>
                      <a:cubicBezTo>
                        <a:pt x="10813" y="8214"/>
                        <a:pt x="10813" y="8293"/>
                        <a:pt x="10813" y="8371"/>
                      </a:cubicBezTo>
                      <a:cubicBezTo>
                        <a:pt x="10813" y="8490"/>
                        <a:pt x="10787" y="8569"/>
                        <a:pt x="10737" y="8687"/>
                      </a:cubicBezTo>
                      <a:cubicBezTo>
                        <a:pt x="10737" y="8727"/>
                        <a:pt x="10737" y="8766"/>
                        <a:pt x="10712" y="8806"/>
                      </a:cubicBezTo>
                      <a:cubicBezTo>
                        <a:pt x="10712" y="8845"/>
                        <a:pt x="10712" y="8924"/>
                        <a:pt x="10712" y="8964"/>
                      </a:cubicBezTo>
                      <a:cubicBezTo>
                        <a:pt x="10712" y="9082"/>
                        <a:pt x="10687" y="9082"/>
                        <a:pt x="10687" y="9122"/>
                      </a:cubicBezTo>
                      <a:cubicBezTo>
                        <a:pt x="10687" y="9122"/>
                        <a:pt x="10662" y="9082"/>
                        <a:pt x="10637" y="8766"/>
                      </a:cubicBezTo>
                      <a:cubicBezTo>
                        <a:pt x="10637" y="8727"/>
                        <a:pt x="10637" y="8648"/>
                        <a:pt x="10662" y="8569"/>
                      </a:cubicBezTo>
                      <a:cubicBezTo>
                        <a:pt x="10662" y="8411"/>
                        <a:pt x="10662" y="8214"/>
                        <a:pt x="10612" y="8016"/>
                      </a:cubicBezTo>
                      <a:cubicBezTo>
                        <a:pt x="10587" y="7977"/>
                        <a:pt x="10562" y="7937"/>
                        <a:pt x="10562" y="7898"/>
                      </a:cubicBezTo>
                      <a:cubicBezTo>
                        <a:pt x="10537" y="7858"/>
                        <a:pt x="10512" y="7819"/>
                        <a:pt x="10487" y="7779"/>
                      </a:cubicBezTo>
                      <a:cubicBezTo>
                        <a:pt x="10487" y="7740"/>
                        <a:pt x="10512" y="7740"/>
                        <a:pt x="10537" y="7661"/>
                      </a:cubicBezTo>
                      <a:cubicBezTo>
                        <a:pt x="10587" y="7621"/>
                        <a:pt x="10637" y="7542"/>
                        <a:pt x="10637" y="7424"/>
                      </a:cubicBezTo>
                      <a:cubicBezTo>
                        <a:pt x="10637" y="7266"/>
                        <a:pt x="10537" y="7226"/>
                        <a:pt x="10462" y="7187"/>
                      </a:cubicBezTo>
                      <a:cubicBezTo>
                        <a:pt x="10462" y="7187"/>
                        <a:pt x="10437" y="7187"/>
                        <a:pt x="10437" y="7187"/>
                      </a:cubicBezTo>
                      <a:cubicBezTo>
                        <a:pt x="10412" y="7147"/>
                        <a:pt x="10387" y="7147"/>
                        <a:pt x="10387" y="7147"/>
                      </a:cubicBezTo>
                      <a:cubicBezTo>
                        <a:pt x="10362" y="7108"/>
                        <a:pt x="10312" y="7068"/>
                        <a:pt x="10287" y="7068"/>
                      </a:cubicBezTo>
                      <a:cubicBezTo>
                        <a:pt x="10237" y="7068"/>
                        <a:pt x="10187" y="7147"/>
                        <a:pt x="10137" y="7187"/>
                      </a:cubicBezTo>
                      <a:cubicBezTo>
                        <a:pt x="10137" y="7226"/>
                        <a:pt x="10112" y="7226"/>
                        <a:pt x="10112" y="7226"/>
                      </a:cubicBezTo>
                      <a:cubicBezTo>
                        <a:pt x="10112" y="7226"/>
                        <a:pt x="10087" y="7187"/>
                        <a:pt x="10087" y="7147"/>
                      </a:cubicBezTo>
                      <a:cubicBezTo>
                        <a:pt x="10062" y="7108"/>
                        <a:pt x="10062" y="7108"/>
                        <a:pt x="10062" y="7108"/>
                      </a:cubicBezTo>
                      <a:cubicBezTo>
                        <a:pt x="10037" y="7068"/>
                        <a:pt x="9987" y="7029"/>
                        <a:pt x="9962" y="6989"/>
                      </a:cubicBezTo>
                      <a:cubicBezTo>
                        <a:pt x="9962" y="6989"/>
                        <a:pt x="9936" y="6950"/>
                        <a:pt x="9936" y="6950"/>
                      </a:cubicBezTo>
                      <a:cubicBezTo>
                        <a:pt x="9936" y="6950"/>
                        <a:pt x="9936" y="6950"/>
                        <a:pt x="9936" y="6950"/>
                      </a:cubicBezTo>
                      <a:cubicBezTo>
                        <a:pt x="9936" y="6950"/>
                        <a:pt x="9936" y="6950"/>
                        <a:pt x="10012" y="6910"/>
                      </a:cubicBezTo>
                      <a:cubicBezTo>
                        <a:pt x="10037" y="6871"/>
                        <a:pt x="10087" y="6831"/>
                        <a:pt x="10137" y="6792"/>
                      </a:cubicBezTo>
                      <a:cubicBezTo>
                        <a:pt x="10162" y="6713"/>
                        <a:pt x="10162" y="6634"/>
                        <a:pt x="10162" y="6595"/>
                      </a:cubicBezTo>
                      <a:cubicBezTo>
                        <a:pt x="10162" y="6555"/>
                        <a:pt x="10162" y="6516"/>
                        <a:pt x="10162" y="6516"/>
                      </a:cubicBezTo>
                      <a:cubicBezTo>
                        <a:pt x="10162" y="6516"/>
                        <a:pt x="10187" y="6516"/>
                        <a:pt x="10212" y="6516"/>
                      </a:cubicBezTo>
                      <a:cubicBezTo>
                        <a:pt x="10237" y="6516"/>
                        <a:pt x="10287" y="6516"/>
                        <a:pt x="10312" y="6358"/>
                      </a:cubicBezTo>
                      <a:cubicBezTo>
                        <a:pt x="10362" y="6200"/>
                        <a:pt x="10262" y="6081"/>
                        <a:pt x="10237" y="6042"/>
                      </a:cubicBezTo>
                      <a:cubicBezTo>
                        <a:pt x="10187" y="6002"/>
                        <a:pt x="10187" y="6002"/>
                        <a:pt x="10162" y="5963"/>
                      </a:cubicBezTo>
                      <a:cubicBezTo>
                        <a:pt x="10162" y="5923"/>
                        <a:pt x="10137" y="5884"/>
                        <a:pt x="10137" y="5844"/>
                      </a:cubicBezTo>
                      <a:cubicBezTo>
                        <a:pt x="10112" y="5805"/>
                        <a:pt x="10112" y="5765"/>
                        <a:pt x="10087" y="5726"/>
                      </a:cubicBezTo>
                      <a:cubicBezTo>
                        <a:pt x="10087" y="5686"/>
                        <a:pt x="10087" y="5647"/>
                        <a:pt x="10087" y="5647"/>
                      </a:cubicBezTo>
                      <a:cubicBezTo>
                        <a:pt x="10062" y="5568"/>
                        <a:pt x="10062" y="5528"/>
                        <a:pt x="10037" y="5449"/>
                      </a:cubicBezTo>
                      <a:cubicBezTo>
                        <a:pt x="10012" y="5410"/>
                        <a:pt x="9987" y="5410"/>
                        <a:pt x="9987" y="5370"/>
                      </a:cubicBezTo>
                      <a:cubicBezTo>
                        <a:pt x="9962" y="5331"/>
                        <a:pt x="9936" y="5331"/>
                        <a:pt x="9936" y="5291"/>
                      </a:cubicBezTo>
                      <a:cubicBezTo>
                        <a:pt x="9911" y="5212"/>
                        <a:pt x="9911" y="5133"/>
                        <a:pt x="9936" y="5015"/>
                      </a:cubicBezTo>
                      <a:cubicBezTo>
                        <a:pt x="9936" y="4936"/>
                        <a:pt x="9936" y="4897"/>
                        <a:pt x="9936" y="4857"/>
                      </a:cubicBezTo>
                      <a:cubicBezTo>
                        <a:pt x="9936" y="4699"/>
                        <a:pt x="9911" y="4541"/>
                        <a:pt x="9861" y="4423"/>
                      </a:cubicBezTo>
                      <a:cubicBezTo>
                        <a:pt x="9861" y="4344"/>
                        <a:pt x="9811" y="4265"/>
                        <a:pt x="9786" y="4225"/>
                      </a:cubicBezTo>
                      <a:cubicBezTo>
                        <a:pt x="9786" y="4186"/>
                        <a:pt x="9761" y="4146"/>
                        <a:pt x="9736" y="4107"/>
                      </a:cubicBezTo>
                      <a:cubicBezTo>
                        <a:pt x="9736" y="4107"/>
                        <a:pt x="9736" y="4067"/>
                        <a:pt x="9711" y="4028"/>
                      </a:cubicBezTo>
                      <a:cubicBezTo>
                        <a:pt x="9711" y="3949"/>
                        <a:pt x="9686" y="3830"/>
                        <a:pt x="9636" y="3791"/>
                      </a:cubicBezTo>
                      <a:cubicBezTo>
                        <a:pt x="9586" y="3712"/>
                        <a:pt x="9536" y="3712"/>
                        <a:pt x="9486" y="3672"/>
                      </a:cubicBezTo>
                      <a:cubicBezTo>
                        <a:pt x="9486" y="3672"/>
                        <a:pt x="9486" y="3672"/>
                        <a:pt x="9461" y="3672"/>
                      </a:cubicBezTo>
                      <a:cubicBezTo>
                        <a:pt x="9511" y="3633"/>
                        <a:pt x="9536" y="3593"/>
                        <a:pt x="9561" y="3554"/>
                      </a:cubicBezTo>
                      <a:cubicBezTo>
                        <a:pt x="9586" y="3514"/>
                        <a:pt x="9611" y="3475"/>
                        <a:pt x="9636" y="3435"/>
                      </a:cubicBezTo>
                      <a:cubicBezTo>
                        <a:pt x="9661" y="3396"/>
                        <a:pt x="9686" y="3396"/>
                        <a:pt x="9711" y="3356"/>
                      </a:cubicBezTo>
                      <a:cubicBezTo>
                        <a:pt x="9836" y="3159"/>
                        <a:pt x="9811" y="2804"/>
                        <a:pt x="9786" y="2567"/>
                      </a:cubicBezTo>
                      <a:cubicBezTo>
                        <a:pt x="9786" y="2527"/>
                        <a:pt x="9786" y="2527"/>
                        <a:pt x="9786" y="2527"/>
                      </a:cubicBezTo>
                      <a:cubicBezTo>
                        <a:pt x="9786" y="2488"/>
                        <a:pt x="9786" y="2448"/>
                        <a:pt x="9786" y="2448"/>
                      </a:cubicBezTo>
                      <a:cubicBezTo>
                        <a:pt x="9786" y="2448"/>
                        <a:pt x="9811" y="2448"/>
                        <a:pt x="9836" y="2488"/>
                      </a:cubicBezTo>
                      <a:cubicBezTo>
                        <a:pt x="9911" y="2488"/>
                        <a:pt x="9962" y="2527"/>
                        <a:pt x="10012" y="2527"/>
                      </a:cubicBezTo>
                      <a:cubicBezTo>
                        <a:pt x="10137" y="2527"/>
                        <a:pt x="10237" y="2448"/>
                        <a:pt x="10312" y="2290"/>
                      </a:cubicBezTo>
                      <a:cubicBezTo>
                        <a:pt x="10362" y="2172"/>
                        <a:pt x="10412" y="2014"/>
                        <a:pt x="10437" y="1895"/>
                      </a:cubicBezTo>
                      <a:cubicBezTo>
                        <a:pt x="10462" y="1777"/>
                        <a:pt x="10462" y="1698"/>
                        <a:pt x="10512" y="1619"/>
                      </a:cubicBezTo>
                      <a:cubicBezTo>
                        <a:pt x="10537" y="1540"/>
                        <a:pt x="10562" y="1461"/>
                        <a:pt x="10612" y="1382"/>
                      </a:cubicBezTo>
                      <a:cubicBezTo>
                        <a:pt x="10662" y="1264"/>
                        <a:pt x="10737" y="1106"/>
                        <a:pt x="10762" y="948"/>
                      </a:cubicBezTo>
                      <a:cubicBezTo>
                        <a:pt x="10787" y="790"/>
                        <a:pt x="10787" y="671"/>
                        <a:pt x="10737" y="592"/>
                      </a:cubicBezTo>
                      <a:cubicBezTo>
                        <a:pt x="10662" y="395"/>
                        <a:pt x="10462" y="316"/>
                        <a:pt x="10287" y="237"/>
                      </a:cubicBezTo>
                      <a:cubicBezTo>
                        <a:pt x="10212" y="237"/>
                        <a:pt x="10137" y="197"/>
                        <a:pt x="10087" y="158"/>
                      </a:cubicBezTo>
                      <a:cubicBezTo>
                        <a:pt x="9962" y="39"/>
                        <a:pt x="9836" y="0"/>
                        <a:pt x="9736" y="0"/>
                      </a:cubicBezTo>
                      <a:cubicBezTo>
                        <a:pt x="9661" y="0"/>
                        <a:pt x="9611" y="39"/>
                        <a:pt x="9561" y="39"/>
                      </a:cubicBezTo>
                      <a:cubicBezTo>
                        <a:pt x="9486" y="79"/>
                        <a:pt x="9311" y="158"/>
                        <a:pt x="9261" y="355"/>
                      </a:cubicBezTo>
                      <a:cubicBezTo>
                        <a:pt x="9236" y="395"/>
                        <a:pt x="9236" y="513"/>
                        <a:pt x="9261" y="632"/>
                      </a:cubicBezTo>
                      <a:cubicBezTo>
                        <a:pt x="9236" y="632"/>
                        <a:pt x="9211" y="671"/>
                        <a:pt x="9211" y="671"/>
                      </a:cubicBezTo>
                      <a:cubicBezTo>
                        <a:pt x="9136" y="750"/>
                        <a:pt x="9136" y="869"/>
                        <a:pt x="9136" y="948"/>
                      </a:cubicBezTo>
                      <a:cubicBezTo>
                        <a:pt x="9136" y="987"/>
                        <a:pt x="9136" y="987"/>
                        <a:pt x="9136" y="987"/>
                      </a:cubicBezTo>
                      <a:cubicBezTo>
                        <a:pt x="9136" y="1027"/>
                        <a:pt x="9136" y="1066"/>
                        <a:pt x="9136" y="1106"/>
                      </a:cubicBezTo>
                      <a:cubicBezTo>
                        <a:pt x="9111" y="1185"/>
                        <a:pt x="9111" y="1264"/>
                        <a:pt x="9111" y="1343"/>
                      </a:cubicBezTo>
                      <a:cubicBezTo>
                        <a:pt x="9111" y="1422"/>
                        <a:pt x="9111" y="1461"/>
                        <a:pt x="9111" y="1540"/>
                      </a:cubicBezTo>
                      <a:cubicBezTo>
                        <a:pt x="9111" y="1659"/>
                        <a:pt x="9136" y="1777"/>
                        <a:pt x="9111" y="1856"/>
                      </a:cubicBezTo>
                      <a:cubicBezTo>
                        <a:pt x="9111" y="1856"/>
                        <a:pt x="9111" y="1895"/>
                        <a:pt x="9086" y="1895"/>
                      </a:cubicBezTo>
                      <a:cubicBezTo>
                        <a:pt x="9086" y="1974"/>
                        <a:pt x="9060" y="2053"/>
                        <a:pt x="9086" y="2172"/>
                      </a:cubicBezTo>
                      <a:cubicBezTo>
                        <a:pt x="9086" y="2211"/>
                        <a:pt x="9086" y="2251"/>
                        <a:pt x="9111" y="2290"/>
                      </a:cubicBezTo>
                      <a:cubicBezTo>
                        <a:pt x="9111" y="2330"/>
                        <a:pt x="9136" y="2330"/>
                        <a:pt x="9136" y="2369"/>
                      </a:cubicBezTo>
                      <a:cubicBezTo>
                        <a:pt x="9161" y="2527"/>
                        <a:pt x="9161" y="2685"/>
                        <a:pt x="9161" y="2883"/>
                      </a:cubicBezTo>
                      <a:cubicBezTo>
                        <a:pt x="9161" y="2922"/>
                        <a:pt x="9161" y="3001"/>
                        <a:pt x="9161" y="3041"/>
                      </a:cubicBezTo>
                      <a:cubicBezTo>
                        <a:pt x="9161" y="3120"/>
                        <a:pt x="9161" y="3199"/>
                        <a:pt x="9161" y="3238"/>
                      </a:cubicBezTo>
                      <a:cubicBezTo>
                        <a:pt x="9161" y="3278"/>
                        <a:pt x="9136" y="3278"/>
                        <a:pt x="9136" y="3317"/>
                      </a:cubicBezTo>
                      <a:cubicBezTo>
                        <a:pt x="9111" y="3396"/>
                        <a:pt x="9086" y="3475"/>
                        <a:pt x="9136" y="3593"/>
                      </a:cubicBezTo>
                      <a:cubicBezTo>
                        <a:pt x="9136" y="3593"/>
                        <a:pt x="9136" y="3593"/>
                        <a:pt x="9136" y="3593"/>
                      </a:cubicBezTo>
                      <a:cubicBezTo>
                        <a:pt x="9086" y="3633"/>
                        <a:pt x="9086" y="3712"/>
                        <a:pt x="9060" y="3751"/>
                      </a:cubicBezTo>
                      <a:cubicBezTo>
                        <a:pt x="9060" y="3791"/>
                        <a:pt x="9060" y="3791"/>
                        <a:pt x="9060" y="3791"/>
                      </a:cubicBezTo>
                      <a:cubicBezTo>
                        <a:pt x="9060" y="3791"/>
                        <a:pt x="9060" y="3791"/>
                        <a:pt x="9035" y="3830"/>
                      </a:cubicBezTo>
                      <a:cubicBezTo>
                        <a:pt x="8985" y="3830"/>
                        <a:pt x="8935" y="3870"/>
                        <a:pt x="8910" y="3949"/>
                      </a:cubicBezTo>
                      <a:cubicBezTo>
                        <a:pt x="8885" y="4028"/>
                        <a:pt x="8885" y="4146"/>
                        <a:pt x="8910" y="4186"/>
                      </a:cubicBezTo>
                      <a:cubicBezTo>
                        <a:pt x="8935" y="4225"/>
                        <a:pt x="8960" y="4265"/>
                        <a:pt x="9010" y="4265"/>
                      </a:cubicBezTo>
                      <a:cubicBezTo>
                        <a:pt x="9010" y="4265"/>
                        <a:pt x="9010" y="4265"/>
                        <a:pt x="8985" y="4265"/>
                      </a:cubicBezTo>
                      <a:cubicBezTo>
                        <a:pt x="8985" y="4265"/>
                        <a:pt x="8985" y="4265"/>
                        <a:pt x="8960" y="4265"/>
                      </a:cubicBezTo>
                      <a:cubicBezTo>
                        <a:pt x="8960" y="4265"/>
                        <a:pt x="8935" y="4265"/>
                        <a:pt x="8910" y="4265"/>
                      </a:cubicBezTo>
                      <a:cubicBezTo>
                        <a:pt x="8885" y="4265"/>
                        <a:pt x="8810" y="4265"/>
                        <a:pt x="8760" y="4344"/>
                      </a:cubicBezTo>
                      <a:cubicBezTo>
                        <a:pt x="8710" y="4462"/>
                        <a:pt x="8685" y="4660"/>
                        <a:pt x="8660" y="4778"/>
                      </a:cubicBezTo>
                      <a:cubicBezTo>
                        <a:pt x="8635" y="4818"/>
                        <a:pt x="8635" y="4857"/>
                        <a:pt x="8635" y="4897"/>
                      </a:cubicBezTo>
                      <a:cubicBezTo>
                        <a:pt x="8635" y="4897"/>
                        <a:pt x="8635" y="4936"/>
                        <a:pt x="8635" y="4936"/>
                      </a:cubicBezTo>
                      <a:cubicBezTo>
                        <a:pt x="8585" y="5054"/>
                        <a:pt x="8535" y="5370"/>
                        <a:pt x="8685" y="5489"/>
                      </a:cubicBezTo>
                      <a:cubicBezTo>
                        <a:pt x="8710" y="5489"/>
                        <a:pt x="8710" y="5489"/>
                        <a:pt x="8735" y="5489"/>
                      </a:cubicBezTo>
                      <a:cubicBezTo>
                        <a:pt x="8735" y="5489"/>
                        <a:pt x="8710" y="5528"/>
                        <a:pt x="8710" y="5528"/>
                      </a:cubicBezTo>
                      <a:cubicBezTo>
                        <a:pt x="8660" y="5568"/>
                        <a:pt x="8635" y="5647"/>
                        <a:pt x="8610" y="5686"/>
                      </a:cubicBezTo>
                      <a:cubicBezTo>
                        <a:pt x="8610" y="5686"/>
                        <a:pt x="8610" y="5726"/>
                        <a:pt x="8585" y="5726"/>
                      </a:cubicBezTo>
                      <a:cubicBezTo>
                        <a:pt x="8585" y="5765"/>
                        <a:pt x="8560" y="5765"/>
                        <a:pt x="8535" y="5844"/>
                      </a:cubicBezTo>
                      <a:cubicBezTo>
                        <a:pt x="8510" y="5963"/>
                        <a:pt x="8510" y="6160"/>
                        <a:pt x="8510" y="6239"/>
                      </a:cubicBezTo>
                      <a:cubicBezTo>
                        <a:pt x="8535" y="6358"/>
                        <a:pt x="8560" y="6397"/>
                        <a:pt x="8610" y="6437"/>
                      </a:cubicBezTo>
                      <a:cubicBezTo>
                        <a:pt x="8610" y="6476"/>
                        <a:pt x="8635" y="6476"/>
                        <a:pt x="8635" y="6516"/>
                      </a:cubicBezTo>
                      <a:cubicBezTo>
                        <a:pt x="8635" y="6516"/>
                        <a:pt x="8635" y="6555"/>
                        <a:pt x="8635" y="6555"/>
                      </a:cubicBezTo>
                      <a:cubicBezTo>
                        <a:pt x="8635" y="6595"/>
                        <a:pt x="8635" y="6634"/>
                        <a:pt x="8635" y="6713"/>
                      </a:cubicBezTo>
                      <a:cubicBezTo>
                        <a:pt x="8660" y="6792"/>
                        <a:pt x="8685" y="6831"/>
                        <a:pt x="8735" y="6871"/>
                      </a:cubicBezTo>
                      <a:cubicBezTo>
                        <a:pt x="8785" y="6910"/>
                        <a:pt x="8835" y="6950"/>
                        <a:pt x="8885" y="6989"/>
                      </a:cubicBezTo>
                      <a:cubicBezTo>
                        <a:pt x="8910" y="6989"/>
                        <a:pt x="8910" y="6989"/>
                        <a:pt x="8935" y="7029"/>
                      </a:cubicBezTo>
                      <a:cubicBezTo>
                        <a:pt x="9010" y="7068"/>
                        <a:pt x="9060" y="7147"/>
                        <a:pt x="9111" y="7187"/>
                      </a:cubicBezTo>
                      <a:cubicBezTo>
                        <a:pt x="9136" y="7266"/>
                        <a:pt x="9186" y="7305"/>
                        <a:pt x="9211" y="7345"/>
                      </a:cubicBezTo>
                      <a:cubicBezTo>
                        <a:pt x="9261" y="7384"/>
                        <a:pt x="9311" y="7424"/>
                        <a:pt x="9361" y="7424"/>
                      </a:cubicBezTo>
                      <a:cubicBezTo>
                        <a:pt x="9361" y="7424"/>
                        <a:pt x="9386" y="7424"/>
                        <a:pt x="9386" y="7424"/>
                      </a:cubicBezTo>
                      <a:cubicBezTo>
                        <a:pt x="9411" y="7424"/>
                        <a:pt x="9436" y="7424"/>
                        <a:pt x="9461" y="7424"/>
                      </a:cubicBezTo>
                      <a:cubicBezTo>
                        <a:pt x="9461" y="7424"/>
                        <a:pt x="9486" y="7424"/>
                        <a:pt x="9486" y="7424"/>
                      </a:cubicBezTo>
                      <a:cubicBezTo>
                        <a:pt x="9511" y="7424"/>
                        <a:pt x="9511" y="7424"/>
                        <a:pt x="9536" y="7424"/>
                      </a:cubicBezTo>
                      <a:cubicBezTo>
                        <a:pt x="9536" y="7463"/>
                        <a:pt x="9511" y="7463"/>
                        <a:pt x="9486" y="7503"/>
                      </a:cubicBezTo>
                      <a:cubicBezTo>
                        <a:pt x="9486" y="7503"/>
                        <a:pt x="9486" y="7503"/>
                        <a:pt x="9486" y="7503"/>
                      </a:cubicBezTo>
                      <a:cubicBezTo>
                        <a:pt x="9461" y="7503"/>
                        <a:pt x="9436" y="7463"/>
                        <a:pt x="9436" y="7463"/>
                      </a:cubicBezTo>
                      <a:cubicBezTo>
                        <a:pt x="9411" y="7463"/>
                        <a:pt x="9386" y="7463"/>
                        <a:pt x="9361" y="7463"/>
                      </a:cubicBezTo>
                      <a:cubicBezTo>
                        <a:pt x="9211" y="7463"/>
                        <a:pt x="9186" y="7621"/>
                        <a:pt x="9186" y="7700"/>
                      </a:cubicBezTo>
                      <a:cubicBezTo>
                        <a:pt x="9186" y="7740"/>
                        <a:pt x="9211" y="7779"/>
                        <a:pt x="9211" y="7819"/>
                      </a:cubicBezTo>
                      <a:cubicBezTo>
                        <a:pt x="9211" y="7858"/>
                        <a:pt x="9211" y="7937"/>
                        <a:pt x="9211" y="7937"/>
                      </a:cubicBezTo>
                      <a:cubicBezTo>
                        <a:pt x="9186" y="7977"/>
                        <a:pt x="9086" y="8016"/>
                        <a:pt x="9060" y="8214"/>
                      </a:cubicBezTo>
                      <a:cubicBezTo>
                        <a:pt x="9060" y="8332"/>
                        <a:pt x="9086" y="8450"/>
                        <a:pt x="9136" y="8529"/>
                      </a:cubicBezTo>
                      <a:cubicBezTo>
                        <a:pt x="9186" y="8569"/>
                        <a:pt x="9211" y="8608"/>
                        <a:pt x="9236" y="8608"/>
                      </a:cubicBezTo>
                      <a:cubicBezTo>
                        <a:pt x="9336" y="8608"/>
                        <a:pt x="9361" y="8490"/>
                        <a:pt x="9411" y="8371"/>
                      </a:cubicBezTo>
                      <a:cubicBezTo>
                        <a:pt x="9411" y="8411"/>
                        <a:pt x="9411" y="8450"/>
                        <a:pt x="9411" y="8450"/>
                      </a:cubicBezTo>
                      <a:cubicBezTo>
                        <a:pt x="9411" y="8529"/>
                        <a:pt x="9411" y="8569"/>
                        <a:pt x="9411" y="8648"/>
                      </a:cubicBezTo>
                      <a:cubicBezTo>
                        <a:pt x="9411" y="8648"/>
                        <a:pt x="9386" y="8648"/>
                        <a:pt x="9361" y="8687"/>
                      </a:cubicBezTo>
                      <a:cubicBezTo>
                        <a:pt x="9336" y="8727"/>
                        <a:pt x="9286" y="8806"/>
                        <a:pt x="9236" y="8885"/>
                      </a:cubicBezTo>
                      <a:cubicBezTo>
                        <a:pt x="9186" y="8924"/>
                        <a:pt x="9161" y="9003"/>
                        <a:pt x="9136" y="9082"/>
                      </a:cubicBezTo>
                      <a:cubicBezTo>
                        <a:pt x="9111" y="9161"/>
                        <a:pt x="9111" y="9161"/>
                        <a:pt x="9111" y="9161"/>
                      </a:cubicBezTo>
                      <a:cubicBezTo>
                        <a:pt x="9111" y="9161"/>
                        <a:pt x="9111" y="9161"/>
                        <a:pt x="9111" y="9201"/>
                      </a:cubicBezTo>
                      <a:cubicBezTo>
                        <a:pt x="9086" y="9201"/>
                        <a:pt x="9086" y="9240"/>
                        <a:pt x="9086" y="9240"/>
                      </a:cubicBezTo>
                      <a:cubicBezTo>
                        <a:pt x="9086" y="9240"/>
                        <a:pt x="9060" y="9240"/>
                        <a:pt x="9060" y="9240"/>
                      </a:cubicBezTo>
                      <a:cubicBezTo>
                        <a:pt x="9060" y="9240"/>
                        <a:pt x="9035" y="9240"/>
                        <a:pt x="9035" y="9240"/>
                      </a:cubicBezTo>
                      <a:cubicBezTo>
                        <a:pt x="9010" y="9240"/>
                        <a:pt x="9010" y="9240"/>
                        <a:pt x="8985" y="9240"/>
                      </a:cubicBezTo>
                      <a:cubicBezTo>
                        <a:pt x="8935" y="9240"/>
                        <a:pt x="8910" y="9240"/>
                        <a:pt x="8860" y="9280"/>
                      </a:cubicBezTo>
                      <a:cubicBezTo>
                        <a:pt x="8785" y="9359"/>
                        <a:pt x="8735" y="9438"/>
                        <a:pt x="8685" y="9556"/>
                      </a:cubicBezTo>
                      <a:cubicBezTo>
                        <a:pt x="8685" y="9556"/>
                        <a:pt x="8685" y="9556"/>
                        <a:pt x="8685" y="9556"/>
                      </a:cubicBezTo>
                      <a:cubicBezTo>
                        <a:pt x="8610" y="9754"/>
                        <a:pt x="8635" y="9912"/>
                        <a:pt x="8660" y="10030"/>
                      </a:cubicBezTo>
                      <a:cubicBezTo>
                        <a:pt x="8660" y="10069"/>
                        <a:pt x="8660" y="10069"/>
                        <a:pt x="8660" y="10069"/>
                      </a:cubicBezTo>
                      <a:cubicBezTo>
                        <a:pt x="8685" y="10109"/>
                        <a:pt x="8685" y="10148"/>
                        <a:pt x="8685" y="10227"/>
                      </a:cubicBezTo>
                      <a:cubicBezTo>
                        <a:pt x="8685" y="10227"/>
                        <a:pt x="8710" y="10267"/>
                        <a:pt x="8710" y="10267"/>
                      </a:cubicBezTo>
                      <a:cubicBezTo>
                        <a:pt x="8710" y="10346"/>
                        <a:pt x="8710" y="10385"/>
                        <a:pt x="8735" y="10464"/>
                      </a:cubicBezTo>
                      <a:cubicBezTo>
                        <a:pt x="8735" y="10543"/>
                        <a:pt x="8735" y="10583"/>
                        <a:pt x="8710" y="10622"/>
                      </a:cubicBezTo>
                      <a:cubicBezTo>
                        <a:pt x="8710" y="10662"/>
                        <a:pt x="8710" y="10662"/>
                        <a:pt x="8710" y="10662"/>
                      </a:cubicBezTo>
                      <a:cubicBezTo>
                        <a:pt x="8710" y="10662"/>
                        <a:pt x="8710" y="10662"/>
                        <a:pt x="8685" y="10662"/>
                      </a:cubicBezTo>
                      <a:cubicBezTo>
                        <a:pt x="8685" y="10662"/>
                        <a:pt x="8660" y="10622"/>
                        <a:pt x="8635" y="10622"/>
                      </a:cubicBezTo>
                      <a:cubicBezTo>
                        <a:pt x="8635" y="10583"/>
                        <a:pt x="8610" y="10583"/>
                        <a:pt x="8610" y="10583"/>
                      </a:cubicBezTo>
                      <a:cubicBezTo>
                        <a:pt x="8585" y="10583"/>
                        <a:pt x="8560" y="10583"/>
                        <a:pt x="8560" y="10543"/>
                      </a:cubicBezTo>
                      <a:cubicBezTo>
                        <a:pt x="8560" y="10543"/>
                        <a:pt x="8560" y="10504"/>
                        <a:pt x="8560" y="10464"/>
                      </a:cubicBezTo>
                      <a:cubicBezTo>
                        <a:pt x="8560" y="10425"/>
                        <a:pt x="8560" y="10425"/>
                        <a:pt x="8560" y="10385"/>
                      </a:cubicBezTo>
                      <a:cubicBezTo>
                        <a:pt x="8560" y="10346"/>
                        <a:pt x="8535" y="10267"/>
                        <a:pt x="8510" y="10227"/>
                      </a:cubicBezTo>
                      <a:cubicBezTo>
                        <a:pt x="8510" y="10188"/>
                        <a:pt x="8510" y="10148"/>
                        <a:pt x="8510" y="10148"/>
                      </a:cubicBezTo>
                      <a:cubicBezTo>
                        <a:pt x="8510" y="10069"/>
                        <a:pt x="8510" y="10030"/>
                        <a:pt x="8535" y="9951"/>
                      </a:cubicBezTo>
                      <a:cubicBezTo>
                        <a:pt x="8535" y="9912"/>
                        <a:pt x="8535" y="9872"/>
                        <a:pt x="8535" y="9833"/>
                      </a:cubicBezTo>
                      <a:cubicBezTo>
                        <a:pt x="8535" y="9833"/>
                        <a:pt x="8535" y="9793"/>
                        <a:pt x="8560" y="9754"/>
                      </a:cubicBezTo>
                      <a:cubicBezTo>
                        <a:pt x="8560" y="9714"/>
                        <a:pt x="8585" y="9675"/>
                        <a:pt x="8610" y="9635"/>
                      </a:cubicBezTo>
                      <a:cubicBezTo>
                        <a:pt x="8660" y="9556"/>
                        <a:pt x="8710" y="9477"/>
                        <a:pt x="8710" y="9319"/>
                      </a:cubicBezTo>
                      <a:cubicBezTo>
                        <a:pt x="8710" y="9240"/>
                        <a:pt x="8685" y="9201"/>
                        <a:pt x="8660" y="9122"/>
                      </a:cubicBezTo>
                      <a:cubicBezTo>
                        <a:pt x="8635" y="9082"/>
                        <a:pt x="8585" y="9043"/>
                        <a:pt x="8535" y="9043"/>
                      </a:cubicBezTo>
                      <a:cubicBezTo>
                        <a:pt x="8510" y="9043"/>
                        <a:pt x="8510" y="9043"/>
                        <a:pt x="8510" y="9043"/>
                      </a:cubicBezTo>
                      <a:cubicBezTo>
                        <a:pt x="8485" y="9003"/>
                        <a:pt x="8485" y="8964"/>
                        <a:pt x="8460" y="8924"/>
                      </a:cubicBezTo>
                      <a:cubicBezTo>
                        <a:pt x="8435" y="8924"/>
                        <a:pt x="8410" y="8924"/>
                        <a:pt x="8385" y="8924"/>
                      </a:cubicBezTo>
                      <a:cubicBezTo>
                        <a:pt x="8385" y="8924"/>
                        <a:pt x="8360" y="8924"/>
                        <a:pt x="8360" y="8924"/>
                      </a:cubicBezTo>
                      <a:cubicBezTo>
                        <a:pt x="8360" y="8885"/>
                        <a:pt x="8360" y="8845"/>
                        <a:pt x="8360" y="8845"/>
                      </a:cubicBezTo>
                      <a:cubicBezTo>
                        <a:pt x="8310" y="8766"/>
                        <a:pt x="8285" y="8727"/>
                        <a:pt x="8260" y="8687"/>
                      </a:cubicBezTo>
                      <a:cubicBezTo>
                        <a:pt x="8235" y="8687"/>
                        <a:pt x="8235" y="8687"/>
                        <a:pt x="8235" y="8687"/>
                      </a:cubicBezTo>
                      <a:cubicBezTo>
                        <a:pt x="8235" y="8687"/>
                        <a:pt x="8210" y="8648"/>
                        <a:pt x="8210" y="8648"/>
                      </a:cubicBezTo>
                      <a:cubicBezTo>
                        <a:pt x="8184" y="8648"/>
                        <a:pt x="8184" y="8608"/>
                        <a:pt x="8159" y="8569"/>
                      </a:cubicBezTo>
                      <a:cubicBezTo>
                        <a:pt x="8134" y="8569"/>
                        <a:pt x="8084" y="8569"/>
                        <a:pt x="8059" y="8569"/>
                      </a:cubicBezTo>
                      <a:cubicBezTo>
                        <a:pt x="8009" y="8569"/>
                        <a:pt x="7959" y="8608"/>
                        <a:pt x="7909" y="8648"/>
                      </a:cubicBezTo>
                      <a:cubicBezTo>
                        <a:pt x="7909" y="8648"/>
                        <a:pt x="7884" y="8648"/>
                        <a:pt x="7884" y="8687"/>
                      </a:cubicBezTo>
                      <a:cubicBezTo>
                        <a:pt x="7884" y="8687"/>
                        <a:pt x="7884" y="8687"/>
                        <a:pt x="7859" y="8687"/>
                      </a:cubicBezTo>
                      <a:cubicBezTo>
                        <a:pt x="7859" y="8687"/>
                        <a:pt x="7859" y="8687"/>
                        <a:pt x="7834" y="8687"/>
                      </a:cubicBezTo>
                      <a:cubicBezTo>
                        <a:pt x="7834" y="8687"/>
                        <a:pt x="7809" y="8687"/>
                        <a:pt x="7809" y="8687"/>
                      </a:cubicBezTo>
                      <a:cubicBezTo>
                        <a:pt x="7759" y="8687"/>
                        <a:pt x="7709" y="8687"/>
                        <a:pt x="7684" y="8727"/>
                      </a:cubicBezTo>
                      <a:cubicBezTo>
                        <a:pt x="7609" y="8845"/>
                        <a:pt x="7634" y="9003"/>
                        <a:pt x="7634" y="9082"/>
                      </a:cubicBezTo>
                      <a:cubicBezTo>
                        <a:pt x="7634" y="9122"/>
                        <a:pt x="7634" y="9122"/>
                        <a:pt x="7634" y="9122"/>
                      </a:cubicBezTo>
                      <a:cubicBezTo>
                        <a:pt x="7659" y="9201"/>
                        <a:pt x="7659" y="9398"/>
                        <a:pt x="7759" y="9477"/>
                      </a:cubicBezTo>
                      <a:cubicBezTo>
                        <a:pt x="7809" y="9517"/>
                        <a:pt x="7834" y="9556"/>
                        <a:pt x="7884" y="9556"/>
                      </a:cubicBezTo>
                      <a:cubicBezTo>
                        <a:pt x="7934" y="9556"/>
                        <a:pt x="7984" y="9517"/>
                        <a:pt x="8009" y="9517"/>
                      </a:cubicBezTo>
                      <a:cubicBezTo>
                        <a:pt x="8034" y="9517"/>
                        <a:pt x="8034" y="9517"/>
                        <a:pt x="8034" y="9517"/>
                      </a:cubicBezTo>
                      <a:cubicBezTo>
                        <a:pt x="8059" y="9517"/>
                        <a:pt x="8059" y="9517"/>
                        <a:pt x="8059" y="9517"/>
                      </a:cubicBezTo>
                      <a:cubicBezTo>
                        <a:pt x="8059" y="9517"/>
                        <a:pt x="8059" y="9517"/>
                        <a:pt x="8059" y="9517"/>
                      </a:cubicBezTo>
                      <a:cubicBezTo>
                        <a:pt x="8059" y="9517"/>
                        <a:pt x="8059" y="9556"/>
                        <a:pt x="8059" y="9556"/>
                      </a:cubicBezTo>
                      <a:cubicBezTo>
                        <a:pt x="8084" y="9596"/>
                        <a:pt x="8084" y="9635"/>
                        <a:pt x="8109" y="9714"/>
                      </a:cubicBezTo>
                      <a:cubicBezTo>
                        <a:pt x="8109" y="9754"/>
                        <a:pt x="8109" y="9754"/>
                        <a:pt x="8109" y="9793"/>
                      </a:cubicBezTo>
                      <a:cubicBezTo>
                        <a:pt x="8109" y="9833"/>
                        <a:pt x="8059" y="9872"/>
                        <a:pt x="8034" y="9872"/>
                      </a:cubicBezTo>
                      <a:cubicBezTo>
                        <a:pt x="8009" y="9872"/>
                        <a:pt x="8009" y="9872"/>
                        <a:pt x="8009" y="9872"/>
                      </a:cubicBezTo>
                      <a:cubicBezTo>
                        <a:pt x="7984" y="9833"/>
                        <a:pt x="7959" y="9793"/>
                        <a:pt x="7934" y="9754"/>
                      </a:cubicBezTo>
                      <a:cubicBezTo>
                        <a:pt x="7934" y="9714"/>
                        <a:pt x="7909" y="9635"/>
                        <a:pt x="7859" y="9596"/>
                      </a:cubicBezTo>
                      <a:cubicBezTo>
                        <a:pt x="7834" y="9556"/>
                        <a:pt x="7759" y="9517"/>
                        <a:pt x="7709" y="9517"/>
                      </a:cubicBezTo>
                      <a:cubicBezTo>
                        <a:pt x="7634" y="9517"/>
                        <a:pt x="7584" y="9556"/>
                        <a:pt x="7534" y="9596"/>
                      </a:cubicBezTo>
                      <a:cubicBezTo>
                        <a:pt x="7509" y="9596"/>
                        <a:pt x="7509" y="9596"/>
                        <a:pt x="7509" y="9596"/>
                      </a:cubicBezTo>
                      <a:cubicBezTo>
                        <a:pt x="7484" y="9596"/>
                        <a:pt x="7484" y="9635"/>
                        <a:pt x="7459" y="9635"/>
                      </a:cubicBezTo>
                      <a:cubicBezTo>
                        <a:pt x="7459" y="9635"/>
                        <a:pt x="7459" y="9635"/>
                        <a:pt x="7459" y="9635"/>
                      </a:cubicBezTo>
                      <a:cubicBezTo>
                        <a:pt x="7434" y="9596"/>
                        <a:pt x="7434" y="9556"/>
                        <a:pt x="7409" y="9556"/>
                      </a:cubicBezTo>
                      <a:cubicBezTo>
                        <a:pt x="7384" y="9517"/>
                        <a:pt x="7359" y="9477"/>
                        <a:pt x="7333" y="9438"/>
                      </a:cubicBezTo>
                      <a:cubicBezTo>
                        <a:pt x="7283" y="9398"/>
                        <a:pt x="7258" y="9398"/>
                        <a:pt x="7233" y="9398"/>
                      </a:cubicBezTo>
                      <a:cubicBezTo>
                        <a:pt x="7208" y="9398"/>
                        <a:pt x="7208" y="9398"/>
                        <a:pt x="7208" y="9398"/>
                      </a:cubicBezTo>
                      <a:cubicBezTo>
                        <a:pt x="7183" y="9398"/>
                        <a:pt x="7183" y="9398"/>
                        <a:pt x="7183" y="9398"/>
                      </a:cubicBezTo>
                      <a:cubicBezTo>
                        <a:pt x="7158" y="9398"/>
                        <a:pt x="7133" y="9359"/>
                        <a:pt x="7108" y="9359"/>
                      </a:cubicBezTo>
                      <a:cubicBezTo>
                        <a:pt x="7058" y="9319"/>
                        <a:pt x="7033" y="9319"/>
                        <a:pt x="6983" y="9319"/>
                      </a:cubicBezTo>
                      <a:cubicBezTo>
                        <a:pt x="6958" y="9319"/>
                        <a:pt x="6958" y="9319"/>
                        <a:pt x="6933" y="9319"/>
                      </a:cubicBezTo>
                      <a:cubicBezTo>
                        <a:pt x="6858" y="9319"/>
                        <a:pt x="6783" y="9319"/>
                        <a:pt x="6733" y="9359"/>
                      </a:cubicBezTo>
                      <a:cubicBezTo>
                        <a:pt x="6708" y="9359"/>
                        <a:pt x="6683" y="9359"/>
                        <a:pt x="6683" y="9359"/>
                      </a:cubicBezTo>
                      <a:cubicBezTo>
                        <a:pt x="6633" y="9398"/>
                        <a:pt x="6608" y="9398"/>
                        <a:pt x="6558" y="9398"/>
                      </a:cubicBezTo>
                      <a:cubicBezTo>
                        <a:pt x="6558" y="9398"/>
                        <a:pt x="6533" y="9398"/>
                        <a:pt x="6533" y="9359"/>
                      </a:cubicBezTo>
                      <a:cubicBezTo>
                        <a:pt x="6508" y="9319"/>
                        <a:pt x="6508" y="9319"/>
                        <a:pt x="6457" y="9280"/>
                      </a:cubicBezTo>
                      <a:cubicBezTo>
                        <a:pt x="6432" y="9240"/>
                        <a:pt x="6407" y="9240"/>
                        <a:pt x="6382" y="9240"/>
                      </a:cubicBezTo>
                      <a:cubicBezTo>
                        <a:pt x="6357" y="9240"/>
                        <a:pt x="6357" y="9240"/>
                        <a:pt x="6357" y="9240"/>
                      </a:cubicBezTo>
                      <a:cubicBezTo>
                        <a:pt x="6357" y="9359"/>
                        <a:pt x="6357" y="9359"/>
                        <a:pt x="6357" y="9359"/>
                      </a:cubicBezTo>
                      <a:cubicBezTo>
                        <a:pt x="6357" y="9240"/>
                        <a:pt x="6357" y="9240"/>
                        <a:pt x="6357" y="9240"/>
                      </a:cubicBezTo>
                      <a:cubicBezTo>
                        <a:pt x="6307" y="9240"/>
                        <a:pt x="6282" y="9240"/>
                        <a:pt x="6257" y="9161"/>
                      </a:cubicBezTo>
                      <a:cubicBezTo>
                        <a:pt x="6232" y="9122"/>
                        <a:pt x="6232" y="9122"/>
                        <a:pt x="6207" y="9082"/>
                      </a:cubicBezTo>
                      <a:cubicBezTo>
                        <a:pt x="6182" y="9082"/>
                        <a:pt x="6182" y="9043"/>
                        <a:pt x="6157" y="9043"/>
                      </a:cubicBezTo>
                      <a:cubicBezTo>
                        <a:pt x="6157" y="9043"/>
                        <a:pt x="6157" y="9043"/>
                        <a:pt x="6157" y="9043"/>
                      </a:cubicBezTo>
                      <a:cubicBezTo>
                        <a:pt x="6157" y="9003"/>
                        <a:pt x="6132" y="8964"/>
                        <a:pt x="6132" y="8964"/>
                      </a:cubicBezTo>
                      <a:cubicBezTo>
                        <a:pt x="6107" y="8924"/>
                        <a:pt x="6107" y="8924"/>
                        <a:pt x="6107" y="8924"/>
                      </a:cubicBezTo>
                      <a:cubicBezTo>
                        <a:pt x="6082" y="8766"/>
                        <a:pt x="6032" y="8608"/>
                        <a:pt x="5907" y="8608"/>
                      </a:cubicBezTo>
                      <a:cubicBezTo>
                        <a:pt x="5882" y="8608"/>
                        <a:pt x="5882" y="8608"/>
                        <a:pt x="5857" y="8608"/>
                      </a:cubicBezTo>
                      <a:cubicBezTo>
                        <a:pt x="5832" y="8608"/>
                        <a:pt x="5782" y="8648"/>
                        <a:pt x="5732" y="8648"/>
                      </a:cubicBezTo>
                      <a:cubicBezTo>
                        <a:pt x="5707" y="8648"/>
                        <a:pt x="5682" y="8608"/>
                        <a:pt x="5682" y="8608"/>
                      </a:cubicBezTo>
                      <a:cubicBezTo>
                        <a:pt x="5657" y="8608"/>
                        <a:pt x="5632" y="8490"/>
                        <a:pt x="5632" y="8450"/>
                      </a:cubicBezTo>
                      <a:cubicBezTo>
                        <a:pt x="5632" y="8411"/>
                        <a:pt x="5632" y="8411"/>
                        <a:pt x="5632" y="8411"/>
                      </a:cubicBezTo>
                      <a:cubicBezTo>
                        <a:pt x="5606" y="8332"/>
                        <a:pt x="5581" y="8253"/>
                        <a:pt x="5556" y="8174"/>
                      </a:cubicBezTo>
                      <a:cubicBezTo>
                        <a:pt x="5506" y="8095"/>
                        <a:pt x="5456" y="8095"/>
                        <a:pt x="5431" y="8095"/>
                      </a:cubicBezTo>
                      <a:cubicBezTo>
                        <a:pt x="5431" y="8095"/>
                        <a:pt x="5431" y="8056"/>
                        <a:pt x="5431" y="8056"/>
                      </a:cubicBezTo>
                      <a:cubicBezTo>
                        <a:pt x="5431" y="8056"/>
                        <a:pt x="5431" y="7977"/>
                        <a:pt x="5431" y="7937"/>
                      </a:cubicBezTo>
                      <a:cubicBezTo>
                        <a:pt x="5431" y="7937"/>
                        <a:pt x="5431" y="7937"/>
                        <a:pt x="5431" y="7937"/>
                      </a:cubicBezTo>
                      <a:cubicBezTo>
                        <a:pt x="5431" y="7858"/>
                        <a:pt x="5431" y="7819"/>
                        <a:pt x="5456" y="7779"/>
                      </a:cubicBezTo>
                      <a:cubicBezTo>
                        <a:pt x="5456" y="7661"/>
                        <a:pt x="5481" y="7503"/>
                        <a:pt x="5431" y="7305"/>
                      </a:cubicBezTo>
                      <a:cubicBezTo>
                        <a:pt x="5406" y="7266"/>
                        <a:pt x="5356" y="7068"/>
                        <a:pt x="5206" y="7068"/>
                      </a:cubicBezTo>
                      <a:cubicBezTo>
                        <a:pt x="5181" y="7068"/>
                        <a:pt x="5156" y="7068"/>
                        <a:pt x="5131" y="7068"/>
                      </a:cubicBezTo>
                      <a:cubicBezTo>
                        <a:pt x="5081" y="7068"/>
                        <a:pt x="5006" y="7068"/>
                        <a:pt x="4931" y="7068"/>
                      </a:cubicBezTo>
                      <a:cubicBezTo>
                        <a:pt x="4856" y="7108"/>
                        <a:pt x="4831" y="7108"/>
                        <a:pt x="4781" y="7187"/>
                      </a:cubicBezTo>
                      <a:cubicBezTo>
                        <a:pt x="4756" y="7187"/>
                        <a:pt x="4730" y="7187"/>
                        <a:pt x="4705" y="7187"/>
                      </a:cubicBezTo>
                      <a:cubicBezTo>
                        <a:pt x="4680" y="7187"/>
                        <a:pt x="4630" y="7187"/>
                        <a:pt x="4605" y="7187"/>
                      </a:cubicBezTo>
                      <a:cubicBezTo>
                        <a:pt x="4555" y="7147"/>
                        <a:pt x="4505" y="7147"/>
                        <a:pt x="4480" y="7147"/>
                      </a:cubicBezTo>
                      <a:cubicBezTo>
                        <a:pt x="4455" y="7147"/>
                        <a:pt x="4430" y="7147"/>
                        <a:pt x="4405" y="7147"/>
                      </a:cubicBezTo>
                      <a:cubicBezTo>
                        <a:pt x="4405" y="7147"/>
                        <a:pt x="4355" y="7187"/>
                        <a:pt x="4330" y="7226"/>
                      </a:cubicBezTo>
                      <a:cubicBezTo>
                        <a:pt x="4305" y="7266"/>
                        <a:pt x="4305" y="7266"/>
                        <a:pt x="4280" y="7305"/>
                      </a:cubicBezTo>
                      <a:cubicBezTo>
                        <a:pt x="4280" y="7305"/>
                        <a:pt x="4280" y="7305"/>
                        <a:pt x="4255" y="7305"/>
                      </a:cubicBezTo>
                      <a:cubicBezTo>
                        <a:pt x="4205" y="7345"/>
                        <a:pt x="4155" y="7384"/>
                        <a:pt x="4130" y="7503"/>
                      </a:cubicBezTo>
                      <a:cubicBezTo>
                        <a:pt x="4080" y="7661"/>
                        <a:pt x="4155" y="7858"/>
                        <a:pt x="4180" y="7898"/>
                      </a:cubicBezTo>
                      <a:cubicBezTo>
                        <a:pt x="4180" y="7937"/>
                        <a:pt x="4180" y="7937"/>
                        <a:pt x="4180" y="7937"/>
                      </a:cubicBezTo>
                      <a:cubicBezTo>
                        <a:pt x="4205" y="7977"/>
                        <a:pt x="4255" y="8056"/>
                        <a:pt x="4280" y="8095"/>
                      </a:cubicBezTo>
                      <a:cubicBezTo>
                        <a:pt x="4305" y="8095"/>
                        <a:pt x="4355" y="8095"/>
                        <a:pt x="4380" y="8095"/>
                      </a:cubicBezTo>
                      <a:cubicBezTo>
                        <a:pt x="4455" y="8095"/>
                        <a:pt x="4505" y="8056"/>
                        <a:pt x="4530" y="7937"/>
                      </a:cubicBezTo>
                      <a:cubicBezTo>
                        <a:pt x="4530" y="7937"/>
                        <a:pt x="4555" y="7858"/>
                        <a:pt x="4580" y="7858"/>
                      </a:cubicBezTo>
                      <a:cubicBezTo>
                        <a:pt x="4580" y="7858"/>
                        <a:pt x="4580" y="7858"/>
                        <a:pt x="4580" y="7858"/>
                      </a:cubicBezTo>
                      <a:cubicBezTo>
                        <a:pt x="4580" y="7898"/>
                        <a:pt x="4605" y="8016"/>
                        <a:pt x="4705" y="8056"/>
                      </a:cubicBezTo>
                      <a:cubicBezTo>
                        <a:pt x="4781" y="8056"/>
                        <a:pt x="4856" y="7977"/>
                        <a:pt x="4906" y="7898"/>
                      </a:cubicBezTo>
                      <a:cubicBezTo>
                        <a:pt x="4931" y="7898"/>
                        <a:pt x="4956" y="7858"/>
                        <a:pt x="4981" y="7858"/>
                      </a:cubicBezTo>
                      <a:cubicBezTo>
                        <a:pt x="5031" y="7819"/>
                        <a:pt x="5081" y="7779"/>
                        <a:pt x="5131" y="7779"/>
                      </a:cubicBezTo>
                      <a:cubicBezTo>
                        <a:pt x="5131" y="7740"/>
                        <a:pt x="5156" y="7740"/>
                        <a:pt x="5181" y="7740"/>
                      </a:cubicBezTo>
                      <a:cubicBezTo>
                        <a:pt x="5181" y="7740"/>
                        <a:pt x="5181" y="7740"/>
                        <a:pt x="5181" y="7740"/>
                      </a:cubicBezTo>
                      <a:cubicBezTo>
                        <a:pt x="5181" y="7819"/>
                        <a:pt x="5031" y="7898"/>
                        <a:pt x="4956" y="7977"/>
                      </a:cubicBezTo>
                      <a:cubicBezTo>
                        <a:pt x="4931" y="7977"/>
                        <a:pt x="4906" y="8016"/>
                        <a:pt x="4906" y="8016"/>
                      </a:cubicBezTo>
                      <a:cubicBezTo>
                        <a:pt x="4831" y="8056"/>
                        <a:pt x="4756" y="8095"/>
                        <a:pt x="4680" y="8095"/>
                      </a:cubicBezTo>
                      <a:cubicBezTo>
                        <a:pt x="4580" y="8095"/>
                        <a:pt x="4480" y="8135"/>
                        <a:pt x="4405" y="8214"/>
                      </a:cubicBezTo>
                      <a:cubicBezTo>
                        <a:pt x="4155" y="8411"/>
                        <a:pt x="4205" y="8648"/>
                        <a:pt x="4230" y="8845"/>
                      </a:cubicBezTo>
                      <a:cubicBezTo>
                        <a:pt x="4255" y="8924"/>
                        <a:pt x="4255" y="9003"/>
                        <a:pt x="4255" y="9082"/>
                      </a:cubicBezTo>
                      <a:cubicBezTo>
                        <a:pt x="4280" y="9122"/>
                        <a:pt x="4280" y="9201"/>
                        <a:pt x="4255" y="9280"/>
                      </a:cubicBezTo>
                      <a:cubicBezTo>
                        <a:pt x="4255" y="9319"/>
                        <a:pt x="4255" y="9398"/>
                        <a:pt x="4255" y="9517"/>
                      </a:cubicBezTo>
                      <a:cubicBezTo>
                        <a:pt x="4255" y="9556"/>
                        <a:pt x="4255" y="9596"/>
                        <a:pt x="4280" y="9635"/>
                      </a:cubicBezTo>
                      <a:cubicBezTo>
                        <a:pt x="4280" y="9714"/>
                        <a:pt x="4305" y="9793"/>
                        <a:pt x="4280" y="9833"/>
                      </a:cubicBezTo>
                      <a:cubicBezTo>
                        <a:pt x="4280" y="9872"/>
                        <a:pt x="4205" y="9872"/>
                        <a:pt x="4155" y="9872"/>
                      </a:cubicBezTo>
                      <a:cubicBezTo>
                        <a:pt x="4105" y="9872"/>
                        <a:pt x="4080" y="9872"/>
                        <a:pt x="4080" y="9872"/>
                      </a:cubicBezTo>
                      <a:cubicBezTo>
                        <a:pt x="4080" y="9872"/>
                        <a:pt x="4055" y="9833"/>
                        <a:pt x="4055" y="9754"/>
                      </a:cubicBezTo>
                      <a:cubicBezTo>
                        <a:pt x="4055" y="9714"/>
                        <a:pt x="4055" y="9675"/>
                        <a:pt x="4055" y="9635"/>
                      </a:cubicBezTo>
                      <a:cubicBezTo>
                        <a:pt x="4080" y="9635"/>
                        <a:pt x="4080" y="9635"/>
                        <a:pt x="4105" y="9596"/>
                      </a:cubicBezTo>
                      <a:cubicBezTo>
                        <a:pt x="4180" y="9556"/>
                        <a:pt x="4230" y="9359"/>
                        <a:pt x="4205" y="9201"/>
                      </a:cubicBezTo>
                      <a:cubicBezTo>
                        <a:pt x="4205" y="9082"/>
                        <a:pt x="4155" y="8964"/>
                        <a:pt x="4105" y="8924"/>
                      </a:cubicBezTo>
                      <a:cubicBezTo>
                        <a:pt x="4055" y="8885"/>
                        <a:pt x="4005" y="8885"/>
                        <a:pt x="3980" y="8885"/>
                      </a:cubicBezTo>
                      <a:cubicBezTo>
                        <a:pt x="3955" y="8845"/>
                        <a:pt x="3955" y="8845"/>
                        <a:pt x="3955" y="8845"/>
                      </a:cubicBezTo>
                      <a:cubicBezTo>
                        <a:pt x="3930" y="8845"/>
                        <a:pt x="3955" y="8727"/>
                        <a:pt x="3955" y="8687"/>
                      </a:cubicBezTo>
                      <a:cubicBezTo>
                        <a:pt x="3955" y="8608"/>
                        <a:pt x="3980" y="8529"/>
                        <a:pt x="3955" y="8450"/>
                      </a:cubicBezTo>
                      <a:cubicBezTo>
                        <a:pt x="3930" y="8293"/>
                        <a:pt x="3854" y="8253"/>
                        <a:pt x="3804" y="8253"/>
                      </a:cubicBezTo>
                      <a:cubicBezTo>
                        <a:pt x="3779" y="8253"/>
                        <a:pt x="3754" y="8174"/>
                        <a:pt x="3729" y="8174"/>
                      </a:cubicBezTo>
                      <a:cubicBezTo>
                        <a:pt x="3729" y="8135"/>
                        <a:pt x="3729" y="8095"/>
                        <a:pt x="3729" y="8056"/>
                      </a:cubicBezTo>
                      <a:cubicBezTo>
                        <a:pt x="3729" y="7977"/>
                        <a:pt x="3729" y="7819"/>
                        <a:pt x="3654" y="7740"/>
                      </a:cubicBezTo>
                      <a:cubicBezTo>
                        <a:pt x="3629" y="7740"/>
                        <a:pt x="3604" y="7740"/>
                        <a:pt x="3579" y="7740"/>
                      </a:cubicBezTo>
                      <a:cubicBezTo>
                        <a:pt x="3579" y="7740"/>
                        <a:pt x="3579" y="7740"/>
                        <a:pt x="3554" y="7740"/>
                      </a:cubicBezTo>
                      <a:cubicBezTo>
                        <a:pt x="3529" y="7740"/>
                        <a:pt x="3529" y="7740"/>
                        <a:pt x="3504" y="7740"/>
                      </a:cubicBezTo>
                      <a:cubicBezTo>
                        <a:pt x="3454" y="7740"/>
                        <a:pt x="3429" y="7740"/>
                        <a:pt x="3404" y="7740"/>
                      </a:cubicBezTo>
                      <a:cubicBezTo>
                        <a:pt x="3379" y="7779"/>
                        <a:pt x="3379" y="7779"/>
                        <a:pt x="3379" y="7779"/>
                      </a:cubicBezTo>
                      <a:cubicBezTo>
                        <a:pt x="3354" y="7819"/>
                        <a:pt x="3329" y="7819"/>
                        <a:pt x="3304" y="7819"/>
                      </a:cubicBezTo>
                      <a:cubicBezTo>
                        <a:pt x="3279" y="7819"/>
                        <a:pt x="3279" y="7819"/>
                        <a:pt x="3254" y="7819"/>
                      </a:cubicBezTo>
                      <a:cubicBezTo>
                        <a:pt x="3179" y="7819"/>
                        <a:pt x="3104" y="7779"/>
                        <a:pt x="3029" y="7779"/>
                      </a:cubicBezTo>
                      <a:cubicBezTo>
                        <a:pt x="3003" y="7779"/>
                        <a:pt x="3003" y="7740"/>
                        <a:pt x="2978" y="7740"/>
                      </a:cubicBezTo>
                      <a:cubicBezTo>
                        <a:pt x="2953" y="7740"/>
                        <a:pt x="2903" y="7740"/>
                        <a:pt x="2878" y="7700"/>
                      </a:cubicBezTo>
                      <a:cubicBezTo>
                        <a:pt x="2828" y="7700"/>
                        <a:pt x="2828" y="7700"/>
                        <a:pt x="2828" y="7700"/>
                      </a:cubicBezTo>
                      <a:cubicBezTo>
                        <a:pt x="2803" y="7700"/>
                        <a:pt x="2753" y="7700"/>
                        <a:pt x="2728" y="7661"/>
                      </a:cubicBezTo>
                      <a:cubicBezTo>
                        <a:pt x="2703" y="7661"/>
                        <a:pt x="2653" y="7661"/>
                        <a:pt x="2628" y="7621"/>
                      </a:cubicBezTo>
                      <a:cubicBezTo>
                        <a:pt x="2578" y="7621"/>
                        <a:pt x="2528" y="7582"/>
                        <a:pt x="2478" y="7542"/>
                      </a:cubicBezTo>
                      <a:cubicBezTo>
                        <a:pt x="2453" y="7542"/>
                        <a:pt x="2453" y="7542"/>
                        <a:pt x="2453" y="7542"/>
                      </a:cubicBezTo>
                      <a:cubicBezTo>
                        <a:pt x="2428" y="7542"/>
                        <a:pt x="2428" y="7542"/>
                        <a:pt x="2403" y="7542"/>
                      </a:cubicBezTo>
                      <a:cubicBezTo>
                        <a:pt x="2403" y="7503"/>
                        <a:pt x="2403" y="7503"/>
                        <a:pt x="2403" y="7503"/>
                      </a:cubicBezTo>
                      <a:cubicBezTo>
                        <a:pt x="2378" y="7463"/>
                        <a:pt x="2378" y="7424"/>
                        <a:pt x="2328" y="7384"/>
                      </a:cubicBezTo>
                      <a:cubicBezTo>
                        <a:pt x="2303" y="7345"/>
                        <a:pt x="2303" y="7345"/>
                        <a:pt x="2278" y="7345"/>
                      </a:cubicBezTo>
                      <a:cubicBezTo>
                        <a:pt x="2278" y="7345"/>
                        <a:pt x="2253" y="7345"/>
                        <a:pt x="2253" y="7305"/>
                      </a:cubicBezTo>
                      <a:cubicBezTo>
                        <a:pt x="2228" y="7305"/>
                        <a:pt x="2228" y="7305"/>
                        <a:pt x="2203" y="7266"/>
                      </a:cubicBezTo>
                      <a:cubicBezTo>
                        <a:pt x="2203" y="7266"/>
                        <a:pt x="2178" y="7226"/>
                        <a:pt x="2152" y="7187"/>
                      </a:cubicBezTo>
                      <a:cubicBezTo>
                        <a:pt x="2102" y="7187"/>
                        <a:pt x="2077" y="7147"/>
                        <a:pt x="2027" y="7147"/>
                      </a:cubicBezTo>
                      <a:cubicBezTo>
                        <a:pt x="2027" y="7108"/>
                        <a:pt x="2027" y="7108"/>
                        <a:pt x="2027" y="7108"/>
                      </a:cubicBezTo>
                      <a:cubicBezTo>
                        <a:pt x="1952" y="7068"/>
                        <a:pt x="1902" y="7029"/>
                        <a:pt x="1877" y="6989"/>
                      </a:cubicBezTo>
                      <a:cubicBezTo>
                        <a:pt x="1952" y="6950"/>
                        <a:pt x="1977" y="6831"/>
                        <a:pt x="1977" y="6792"/>
                      </a:cubicBezTo>
                      <a:cubicBezTo>
                        <a:pt x="2002" y="6752"/>
                        <a:pt x="2002" y="6752"/>
                        <a:pt x="2052" y="6713"/>
                      </a:cubicBezTo>
                      <a:cubicBezTo>
                        <a:pt x="2102" y="6713"/>
                        <a:pt x="2127" y="6713"/>
                        <a:pt x="2178" y="6713"/>
                      </a:cubicBezTo>
                      <a:cubicBezTo>
                        <a:pt x="2228" y="6713"/>
                        <a:pt x="2278" y="6713"/>
                        <a:pt x="2303" y="6752"/>
                      </a:cubicBezTo>
                      <a:cubicBezTo>
                        <a:pt x="2328" y="6752"/>
                        <a:pt x="2328" y="6752"/>
                        <a:pt x="2353" y="6752"/>
                      </a:cubicBezTo>
                      <a:cubicBezTo>
                        <a:pt x="2428" y="6752"/>
                        <a:pt x="2503" y="6673"/>
                        <a:pt x="2528" y="6555"/>
                      </a:cubicBezTo>
                      <a:cubicBezTo>
                        <a:pt x="2578" y="6476"/>
                        <a:pt x="2553" y="6358"/>
                        <a:pt x="2528" y="6279"/>
                      </a:cubicBezTo>
                      <a:cubicBezTo>
                        <a:pt x="2503" y="6279"/>
                        <a:pt x="2503" y="6239"/>
                        <a:pt x="2503" y="6239"/>
                      </a:cubicBezTo>
                      <a:cubicBezTo>
                        <a:pt x="2503" y="6081"/>
                        <a:pt x="2453" y="5923"/>
                        <a:pt x="2403" y="5844"/>
                      </a:cubicBezTo>
                      <a:cubicBezTo>
                        <a:pt x="2378" y="5805"/>
                        <a:pt x="2378" y="5726"/>
                        <a:pt x="2353" y="5686"/>
                      </a:cubicBezTo>
                      <a:cubicBezTo>
                        <a:pt x="2353" y="5647"/>
                        <a:pt x="2353" y="5647"/>
                        <a:pt x="2353" y="5647"/>
                      </a:cubicBezTo>
                      <a:cubicBezTo>
                        <a:pt x="2328" y="5568"/>
                        <a:pt x="2253" y="5291"/>
                        <a:pt x="2127" y="5212"/>
                      </a:cubicBezTo>
                      <a:cubicBezTo>
                        <a:pt x="2102" y="5173"/>
                        <a:pt x="2052" y="5173"/>
                        <a:pt x="2027" y="5173"/>
                      </a:cubicBezTo>
                      <a:cubicBezTo>
                        <a:pt x="1977" y="5173"/>
                        <a:pt x="1927" y="5173"/>
                        <a:pt x="1902" y="5173"/>
                      </a:cubicBezTo>
                      <a:cubicBezTo>
                        <a:pt x="1877" y="5212"/>
                        <a:pt x="1877" y="5212"/>
                        <a:pt x="1877" y="5212"/>
                      </a:cubicBezTo>
                      <a:cubicBezTo>
                        <a:pt x="1852" y="5212"/>
                        <a:pt x="1827" y="5173"/>
                        <a:pt x="1802" y="5133"/>
                      </a:cubicBezTo>
                      <a:cubicBezTo>
                        <a:pt x="1777" y="5094"/>
                        <a:pt x="1777" y="5094"/>
                        <a:pt x="1777" y="5094"/>
                      </a:cubicBezTo>
                      <a:cubicBezTo>
                        <a:pt x="1752" y="5054"/>
                        <a:pt x="1702" y="5015"/>
                        <a:pt x="1677" y="4976"/>
                      </a:cubicBezTo>
                      <a:cubicBezTo>
                        <a:pt x="1627" y="4897"/>
                        <a:pt x="1577" y="4857"/>
                        <a:pt x="1527" y="4778"/>
                      </a:cubicBezTo>
                      <a:cubicBezTo>
                        <a:pt x="1477" y="4660"/>
                        <a:pt x="1427" y="4581"/>
                        <a:pt x="1402" y="4462"/>
                      </a:cubicBezTo>
                      <a:cubicBezTo>
                        <a:pt x="1377" y="4344"/>
                        <a:pt x="1327" y="4186"/>
                        <a:pt x="1226" y="4028"/>
                      </a:cubicBezTo>
                      <a:cubicBezTo>
                        <a:pt x="1151" y="3949"/>
                        <a:pt x="1101" y="3909"/>
                        <a:pt x="1051" y="3870"/>
                      </a:cubicBezTo>
                      <a:cubicBezTo>
                        <a:pt x="1026" y="3830"/>
                        <a:pt x="1026" y="3830"/>
                        <a:pt x="1026" y="3830"/>
                      </a:cubicBezTo>
                      <a:cubicBezTo>
                        <a:pt x="1001" y="3830"/>
                        <a:pt x="1001" y="3791"/>
                        <a:pt x="976" y="3751"/>
                      </a:cubicBezTo>
                      <a:cubicBezTo>
                        <a:pt x="976" y="3712"/>
                        <a:pt x="976" y="3712"/>
                        <a:pt x="976" y="3712"/>
                      </a:cubicBezTo>
                      <a:cubicBezTo>
                        <a:pt x="926" y="3593"/>
                        <a:pt x="876" y="3514"/>
                        <a:pt x="851" y="3396"/>
                      </a:cubicBezTo>
                      <a:cubicBezTo>
                        <a:pt x="801" y="3159"/>
                        <a:pt x="801" y="3159"/>
                        <a:pt x="801" y="3159"/>
                      </a:cubicBezTo>
                      <a:cubicBezTo>
                        <a:pt x="0" y="5607"/>
                        <a:pt x="0" y="5607"/>
                        <a:pt x="0" y="5607"/>
                      </a:cubicBezTo>
                      <a:cubicBezTo>
                        <a:pt x="1577" y="10148"/>
                        <a:pt x="1577" y="10148"/>
                        <a:pt x="1577" y="10148"/>
                      </a:cubicBezTo>
                      <a:cubicBezTo>
                        <a:pt x="1852" y="11333"/>
                        <a:pt x="2528" y="11373"/>
                        <a:pt x="2578" y="11373"/>
                      </a:cubicBezTo>
                      <a:cubicBezTo>
                        <a:pt x="2878" y="12597"/>
                        <a:pt x="2878" y="12597"/>
                        <a:pt x="2878" y="12597"/>
                      </a:cubicBezTo>
                      <a:cubicBezTo>
                        <a:pt x="5707" y="14769"/>
                        <a:pt x="5707" y="14769"/>
                        <a:pt x="5707" y="14769"/>
                      </a:cubicBezTo>
                      <a:cubicBezTo>
                        <a:pt x="5606" y="15163"/>
                        <a:pt x="5381" y="17138"/>
                        <a:pt x="5006" y="20771"/>
                      </a:cubicBezTo>
                      <a:cubicBezTo>
                        <a:pt x="4981" y="20889"/>
                        <a:pt x="4981" y="20889"/>
                        <a:pt x="4981" y="20889"/>
                      </a:cubicBezTo>
                      <a:cubicBezTo>
                        <a:pt x="8485" y="21600"/>
                        <a:pt x="8485" y="21600"/>
                        <a:pt x="8485" y="21600"/>
                      </a:cubicBezTo>
                      <a:cubicBezTo>
                        <a:pt x="8485" y="21521"/>
                        <a:pt x="8485" y="21521"/>
                        <a:pt x="8485" y="21521"/>
                      </a:cubicBezTo>
                      <a:cubicBezTo>
                        <a:pt x="8510" y="21442"/>
                        <a:pt x="8510" y="21363"/>
                        <a:pt x="8535" y="21324"/>
                      </a:cubicBezTo>
                      <a:cubicBezTo>
                        <a:pt x="8535" y="21245"/>
                        <a:pt x="8560" y="21205"/>
                        <a:pt x="8560" y="21126"/>
                      </a:cubicBezTo>
                      <a:cubicBezTo>
                        <a:pt x="8560" y="21126"/>
                        <a:pt x="8585" y="21087"/>
                        <a:pt x="8585" y="21087"/>
                      </a:cubicBezTo>
                      <a:cubicBezTo>
                        <a:pt x="8585" y="21047"/>
                        <a:pt x="8585" y="21047"/>
                        <a:pt x="8585" y="21008"/>
                      </a:cubicBezTo>
                      <a:cubicBezTo>
                        <a:pt x="8585" y="20968"/>
                        <a:pt x="8610" y="20968"/>
                        <a:pt x="8610" y="20929"/>
                      </a:cubicBezTo>
                      <a:cubicBezTo>
                        <a:pt x="8635" y="20889"/>
                        <a:pt x="8660" y="20850"/>
                        <a:pt x="8660" y="20771"/>
                      </a:cubicBezTo>
                      <a:cubicBezTo>
                        <a:pt x="8685" y="20731"/>
                        <a:pt x="8710" y="20692"/>
                        <a:pt x="8710" y="20613"/>
                      </a:cubicBezTo>
                      <a:cubicBezTo>
                        <a:pt x="8735" y="20494"/>
                        <a:pt x="8785" y="20376"/>
                        <a:pt x="8835" y="20297"/>
                      </a:cubicBezTo>
                      <a:cubicBezTo>
                        <a:pt x="8835" y="20297"/>
                        <a:pt x="8835" y="20257"/>
                        <a:pt x="8860" y="20257"/>
                      </a:cubicBezTo>
                      <a:cubicBezTo>
                        <a:pt x="8860" y="20218"/>
                        <a:pt x="8885" y="20218"/>
                        <a:pt x="8910" y="20139"/>
                      </a:cubicBezTo>
                      <a:cubicBezTo>
                        <a:pt x="8935" y="20099"/>
                        <a:pt x="8935" y="20020"/>
                        <a:pt x="8935" y="19981"/>
                      </a:cubicBezTo>
                      <a:cubicBezTo>
                        <a:pt x="8935" y="19981"/>
                        <a:pt x="8935" y="19941"/>
                        <a:pt x="8935" y="19941"/>
                      </a:cubicBezTo>
                      <a:cubicBezTo>
                        <a:pt x="8935" y="19902"/>
                        <a:pt x="8935" y="19863"/>
                        <a:pt x="8935" y="19823"/>
                      </a:cubicBezTo>
                      <a:cubicBezTo>
                        <a:pt x="8935" y="19744"/>
                        <a:pt x="8935" y="19626"/>
                        <a:pt x="8960" y="19586"/>
                      </a:cubicBezTo>
                      <a:cubicBezTo>
                        <a:pt x="9010" y="19507"/>
                        <a:pt x="9060" y="19428"/>
                        <a:pt x="9111" y="19349"/>
                      </a:cubicBezTo>
                      <a:cubicBezTo>
                        <a:pt x="9161" y="19231"/>
                        <a:pt x="9161" y="19231"/>
                        <a:pt x="9161" y="19231"/>
                      </a:cubicBezTo>
                      <a:cubicBezTo>
                        <a:pt x="9211" y="19152"/>
                        <a:pt x="9261" y="19112"/>
                        <a:pt x="9261" y="18954"/>
                      </a:cubicBezTo>
                      <a:cubicBezTo>
                        <a:pt x="9261" y="18915"/>
                        <a:pt x="9261" y="18875"/>
                        <a:pt x="9261" y="18836"/>
                      </a:cubicBezTo>
                      <a:cubicBezTo>
                        <a:pt x="9261" y="18836"/>
                        <a:pt x="9261" y="18836"/>
                        <a:pt x="9261" y="18796"/>
                      </a:cubicBezTo>
                      <a:cubicBezTo>
                        <a:pt x="9261" y="18796"/>
                        <a:pt x="9261" y="18796"/>
                        <a:pt x="9286" y="18796"/>
                      </a:cubicBezTo>
                      <a:cubicBezTo>
                        <a:pt x="9311" y="18796"/>
                        <a:pt x="9361" y="18757"/>
                        <a:pt x="9386" y="18678"/>
                      </a:cubicBezTo>
                      <a:cubicBezTo>
                        <a:pt x="9411" y="18638"/>
                        <a:pt x="9411" y="18599"/>
                        <a:pt x="9411" y="18520"/>
                      </a:cubicBezTo>
                      <a:cubicBezTo>
                        <a:pt x="9411" y="18520"/>
                        <a:pt x="9436" y="18480"/>
                        <a:pt x="9436" y="18480"/>
                      </a:cubicBezTo>
                      <a:cubicBezTo>
                        <a:pt x="9436" y="18480"/>
                        <a:pt x="9461" y="18441"/>
                        <a:pt x="9461" y="18441"/>
                      </a:cubicBezTo>
                      <a:cubicBezTo>
                        <a:pt x="9486" y="18401"/>
                        <a:pt x="9511" y="18362"/>
                        <a:pt x="9536" y="18283"/>
                      </a:cubicBezTo>
                      <a:cubicBezTo>
                        <a:pt x="9561" y="18244"/>
                        <a:pt x="9561" y="18244"/>
                        <a:pt x="9561" y="18204"/>
                      </a:cubicBezTo>
                      <a:cubicBezTo>
                        <a:pt x="9586" y="18165"/>
                        <a:pt x="9586" y="18125"/>
                        <a:pt x="9636" y="18046"/>
                      </a:cubicBezTo>
                      <a:cubicBezTo>
                        <a:pt x="9636" y="18046"/>
                        <a:pt x="9636" y="18046"/>
                        <a:pt x="9661" y="18007"/>
                      </a:cubicBezTo>
                      <a:cubicBezTo>
                        <a:pt x="9686" y="18007"/>
                        <a:pt x="9711" y="17967"/>
                        <a:pt x="9711" y="17888"/>
                      </a:cubicBezTo>
                      <a:cubicBezTo>
                        <a:pt x="9736" y="17928"/>
                        <a:pt x="9786" y="17928"/>
                        <a:pt x="9811" y="17928"/>
                      </a:cubicBezTo>
                      <a:cubicBezTo>
                        <a:pt x="9861" y="17928"/>
                        <a:pt x="9911" y="17888"/>
                        <a:pt x="9911" y="17730"/>
                      </a:cubicBezTo>
                      <a:cubicBezTo>
                        <a:pt x="9911" y="17691"/>
                        <a:pt x="9911" y="17691"/>
                        <a:pt x="9911" y="17651"/>
                      </a:cubicBezTo>
                      <a:cubicBezTo>
                        <a:pt x="9936" y="17651"/>
                        <a:pt x="9936" y="17651"/>
                        <a:pt x="9962" y="17651"/>
                      </a:cubicBezTo>
                      <a:cubicBezTo>
                        <a:pt x="9962" y="17651"/>
                        <a:pt x="9987" y="17651"/>
                        <a:pt x="9987" y="17651"/>
                      </a:cubicBezTo>
                      <a:cubicBezTo>
                        <a:pt x="10037" y="17691"/>
                        <a:pt x="10062" y="17691"/>
                        <a:pt x="10087" y="17691"/>
                      </a:cubicBezTo>
                      <a:cubicBezTo>
                        <a:pt x="10137" y="17691"/>
                        <a:pt x="10187" y="17651"/>
                        <a:pt x="10212" y="17612"/>
                      </a:cubicBezTo>
                      <a:cubicBezTo>
                        <a:pt x="10237" y="17572"/>
                        <a:pt x="10237" y="17533"/>
                        <a:pt x="10262" y="17493"/>
                      </a:cubicBezTo>
                      <a:cubicBezTo>
                        <a:pt x="10262" y="17493"/>
                        <a:pt x="10262" y="17493"/>
                        <a:pt x="10262" y="17493"/>
                      </a:cubicBezTo>
                      <a:cubicBezTo>
                        <a:pt x="10287" y="17454"/>
                        <a:pt x="10287" y="17454"/>
                        <a:pt x="10312" y="17454"/>
                      </a:cubicBezTo>
                      <a:cubicBezTo>
                        <a:pt x="10337" y="17414"/>
                        <a:pt x="10337" y="17414"/>
                        <a:pt x="10337" y="17414"/>
                      </a:cubicBezTo>
                      <a:cubicBezTo>
                        <a:pt x="10387" y="17375"/>
                        <a:pt x="10462" y="17296"/>
                        <a:pt x="10462" y="17138"/>
                      </a:cubicBezTo>
                      <a:cubicBezTo>
                        <a:pt x="10487" y="17019"/>
                        <a:pt x="10487" y="16901"/>
                        <a:pt x="10462" y="16822"/>
                      </a:cubicBezTo>
                      <a:cubicBezTo>
                        <a:pt x="10437" y="16703"/>
                        <a:pt x="10412" y="16585"/>
                        <a:pt x="10362" y="16506"/>
                      </a:cubicBezTo>
                      <a:cubicBezTo>
                        <a:pt x="10362" y="16506"/>
                        <a:pt x="10362" y="16506"/>
                        <a:pt x="10387" y="16506"/>
                      </a:cubicBezTo>
                      <a:cubicBezTo>
                        <a:pt x="10387" y="16506"/>
                        <a:pt x="10387" y="16506"/>
                        <a:pt x="10387" y="16506"/>
                      </a:cubicBezTo>
                      <a:cubicBezTo>
                        <a:pt x="10487" y="16506"/>
                        <a:pt x="10612" y="16427"/>
                        <a:pt x="10687" y="16309"/>
                      </a:cubicBezTo>
                      <a:cubicBezTo>
                        <a:pt x="10712" y="16230"/>
                        <a:pt x="10737" y="16111"/>
                        <a:pt x="10762" y="15993"/>
                      </a:cubicBezTo>
                      <a:cubicBezTo>
                        <a:pt x="10787" y="15756"/>
                        <a:pt x="10813" y="15677"/>
                        <a:pt x="10863" y="15677"/>
                      </a:cubicBezTo>
                      <a:cubicBezTo>
                        <a:pt x="10888" y="15677"/>
                        <a:pt x="10888" y="15677"/>
                        <a:pt x="10888" y="15677"/>
                      </a:cubicBezTo>
                      <a:cubicBezTo>
                        <a:pt x="10938" y="15677"/>
                        <a:pt x="10963" y="15716"/>
                        <a:pt x="11038" y="15756"/>
                      </a:cubicBezTo>
                      <a:cubicBezTo>
                        <a:pt x="11088" y="15795"/>
                        <a:pt x="11163" y="15835"/>
                        <a:pt x="11238" y="15835"/>
                      </a:cubicBezTo>
                      <a:cubicBezTo>
                        <a:pt x="11288" y="15835"/>
                        <a:pt x="11313" y="15835"/>
                        <a:pt x="11338" y="15795"/>
                      </a:cubicBezTo>
                      <a:cubicBezTo>
                        <a:pt x="11538" y="15716"/>
                        <a:pt x="11613" y="15440"/>
                        <a:pt x="11663" y="15203"/>
                      </a:cubicBezTo>
                      <a:cubicBezTo>
                        <a:pt x="11714" y="15005"/>
                        <a:pt x="11789" y="14808"/>
                        <a:pt x="11864" y="14611"/>
                      </a:cubicBezTo>
                      <a:cubicBezTo>
                        <a:pt x="11864" y="14571"/>
                        <a:pt x="11864" y="14571"/>
                        <a:pt x="11864" y="14571"/>
                      </a:cubicBezTo>
                      <a:cubicBezTo>
                        <a:pt x="11914" y="14492"/>
                        <a:pt x="11964" y="14374"/>
                        <a:pt x="11989" y="14216"/>
                      </a:cubicBezTo>
                      <a:cubicBezTo>
                        <a:pt x="11989" y="14176"/>
                        <a:pt x="12014" y="14137"/>
                        <a:pt x="12014" y="14097"/>
                      </a:cubicBezTo>
                      <a:cubicBezTo>
                        <a:pt x="12014" y="14058"/>
                        <a:pt x="12014" y="14058"/>
                        <a:pt x="12014" y="14018"/>
                      </a:cubicBezTo>
                      <a:cubicBezTo>
                        <a:pt x="12014" y="14018"/>
                        <a:pt x="12014" y="14018"/>
                        <a:pt x="12014" y="14018"/>
                      </a:cubicBezTo>
                      <a:cubicBezTo>
                        <a:pt x="12014" y="13939"/>
                        <a:pt x="12039" y="13860"/>
                        <a:pt x="11989" y="13781"/>
                      </a:cubicBezTo>
                      <a:cubicBezTo>
                        <a:pt x="11964" y="13742"/>
                        <a:pt x="11964" y="13702"/>
                        <a:pt x="11939" y="13702"/>
                      </a:cubicBezTo>
                      <a:cubicBezTo>
                        <a:pt x="11964" y="13663"/>
                        <a:pt x="11964" y="13623"/>
                        <a:pt x="11989" y="13544"/>
                      </a:cubicBezTo>
                      <a:cubicBezTo>
                        <a:pt x="11989" y="13544"/>
                        <a:pt x="11989" y="13505"/>
                        <a:pt x="11989" y="13505"/>
                      </a:cubicBezTo>
                      <a:cubicBezTo>
                        <a:pt x="11989" y="13465"/>
                        <a:pt x="11989" y="13465"/>
                        <a:pt x="12014" y="13426"/>
                      </a:cubicBezTo>
                      <a:cubicBezTo>
                        <a:pt x="12064" y="13386"/>
                        <a:pt x="12114" y="13307"/>
                        <a:pt x="12164" y="13229"/>
                      </a:cubicBezTo>
                      <a:cubicBezTo>
                        <a:pt x="12189" y="13150"/>
                        <a:pt x="12214" y="13071"/>
                        <a:pt x="12214" y="12952"/>
                      </a:cubicBezTo>
                      <a:cubicBezTo>
                        <a:pt x="12214" y="12913"/>
                        <a:pt x="12214" y="12873"/>
                        <a:pt x="12239" y="12834"/>
                      </a:cubicBezTo>
                      <a:cubicBezTo>
                        <a:pt x="12239" y="12794"/>
                        <a:pt x="12264" y="12794"/>
                        <a:pt x="12289" y="12755"/>
                      </a:cubicBezTo>
                      <a:cubicBezTo>
                        <a:pt x="12339" y="12715"/>
                        <a:pt x="12389" y="12636"/>
                        <a:pt x="12414" y="12478"/>
                      </a:cubicBezTo>
                      <a:cubicBezTo>
                        <a:pt x="12414" y="12360"/>
                        <a:pt x="12389" y="12241"/>
                        <a:pt x="12314" y="12202"/>
                      </a:cubicBezTo>
                      <a:cubicBezTo>
                        <a:pt x="12289" y="12162"/>
                        <a:pt x="12264" y="12162"/>
                        <a:pt x="12239" y="12162"/>
                      </a:cubicBezTo>
                      <a:cubicBezTo>
                        <a:pt x="12214" y="12162"/>
                        <a:pt x="12214" y="12162"/>
                        <a:pt x="12189" y="12123"/>
                      </a:cubicBezTo>
                      <a:cubicBezTo>
                        <a:pt x="12164" y="12123"/>
                        <a:pt x="12139" y="12083"/>
                        <a:pt x="12114" y="12044"/>
                      </a:cubicBezTo>
                      <a:cubicBezTo>
                        <a:pt x="12064" y="11965"/>
                        <a:pt x="12064" y="11925"/>
                        <a:pt x="12064" y="11925"/>
                      </a:cubicBezTo>
                      <a:cubicBezTo>
                        <a:pt x="12089" y="11925"/>
                        <a:pt x="12139" y="11925"/>
                        <a:pt x="12164" y="11925"/>
                      </a:cubicBezTo>
                      <a:cubicBezTo>
                        <a:pt x="12189" y="11925"/>
                        <a:pt x="12189" y="11925"/>
                        <a:pt x="12189" y="11925"/>
                      </a:cubicBezTo>
                      <a:cubicBezTo>
                        <a:pt x="12214" y="11925"/>
                        <a:pt x="12239" y="11925"/>
                        <a:pt x="12264" y="11925"/>
                      </a:cubicBezTo>
                      <a:cubicBezTo>
                        <a:pt x="12289" y="11925"/>
                        <a:pt x="12314" y="11886"/>
                        <a:pt x="12339" y="11886"/>
                      </a:cubicBezTo>
                      <a:cubicBezTo>
                        <a:pt x="12389" y="11886"/>
                        <a:pt x="12414" y="11846"/>
                        <a:pt x="12464" y="11846"/>
                      </a:cubicBezTo>
                      <a:cubicBezTo>
                        <a:pt x="12489" y="12044"/>
                        <a:pt x="12565" y="12320"/>
                        <a:pt x="12740" y="12360"/>
                      </a:cubicBezTo>
                      <a:cubicBezTo>
                        <a:pt x="12765" y="12360"/>
                        <a:pt x="12765" y="12360"/>
                        <a:pt x="12765" y="12360"/>
                      </a:cubicBezTo>
                      <a:cubicBezTo>
                        <a:pt x="12765" y="12360"/>
                        <a:pt x="12790" y="12360"/>
                        <a:pt x="12790" y="12360"/>
                      </a:cubicBezTo>
                      <a:cubicBezTo>
                        <a:pt x="12840" y="12360"/>
                        <a:pt x="12865" y="12360"/>
                        <a:pt x="12915" y="12281"/>
                      </a:cubicBezTo>
                      <a:cubicBezTo>
                        <a:pt x="12940" y="12241"/>
                        <a:pt x="12940" y="12202"/>
                        <a:pt x="12940" y="12162"/>
                      </a:cubicBezTo>
                      <a:cubicBezTo>
                        <a:pt x="12940" y="12162"/>
                        <a:pt x="12940" y="12162"/>
                        <a:pt x="12940" y="12162"/>
                      </a:cubicBezTo>
                      <a:cubicBezTo>
                        <a:pt x="12965" y="12162"/>
                        <a:pt x="12990" y="12202"/>
                        <a:pt x="13015" y="12202"/>
                      </a:cubicBezTo>
                      <a:cubicBezTo>
                        <a:pt x="13040" y="12202"/>
                        <a:pt x="13040" y="12202"/>
                        <a:pt x="13065" y="12202"/>
                      </a:cubicBezTo>
                      <a:cubicBezTo>
                        <a:pt x="13090" y="12162"/>
                        <a:pt x="13140" y="12123"/>
                        <a:pt x="13165" y="12044"/>
                      </a:cubicBezTo>
                      <a:cubicBezTo>
                        <a:pt x="13165" y="12004"/>
                        <a:pt x="13165" y="12004"/>
                        <a:pt x="13165" y="11965"/>
                      </a:cubicBezTo>
                      <a:cubicBezTo>
                        <a:pt x="13190" y="12004"/>
                        <a:pt x="13215" y="12004"/>
                        <a:pt x="13215" y="12004"/>
                      </a:cubicBezTo>
                      <a:cubicBezTo>
                        <a:pt x="13240" y="12044"/>
                        <a:pt x="13265" y="12044"/>
                        <a:pt x="13290" y="12044"/>
                      </a:cubicBezTo>
                      <a:cubicBezTo>
                        <a:pt x="13390" y="12044"/>
                        <a:pt x="13441" y="11886"/>
                        <a:pt x="13466" y="11807"/>
                      </a:cubicBezTo>
                      <a:cubicBezTo>
                        <a:pt x="13491" y="11767"/>
                        <a:pt x="13491" y="11728"/>
                        <a:pt x="13516" y="11728"/>
                      </a:cubicBezTo>
                      <a:cubicBezTo>
                        <a:pt x="13541" y="11688"/>
                        <a:pt x="13541" y="11649"/>
                        <a:pt x="13566" y="11610"/>
                      </a:cubicBezTo>
                      <a:cubicBezTo>
                        <a:pt x="13566" y="11570"/>
                        <a:pt x="13591" y="11570"/>
                        <a:pt x="13591" y="11531"/>
                      </a:cubicBezTo>
                      <a:cubicBezTo>
                        <a:pt x="13616" y="11531"/>
                        <a:pt x="13641" y="11491"/>
                        <a:pt x="13641" y="11491"/>
                      </a:cubicBezTo>
                      <a:cubicBezTo>
                        <a:pt x="13691" y="11452"/>
                        <a:pt x="13741" y="11412"/>
                        <a:pt x="13766" y="11294"/>
                      </a:cubicBezTo>
                      <a:cubicBezTo>
                        <a:pt x="13791" y="11254"/>
                        <a:pt x="13791" y="11215"/>
                        <a:pt x="13816" y="11175"/>
                      </a:cubicBezTo>
                      <a:cubicBezTo>
                        <a:pt x="13816" y="11096"/>
                        <a:pt x="13816" y="11057"/>
                        <a:pt x="13841" y="11057"/>
                      </a:cubicBezTo>
                      <a:cubicBezTo>
                        <a:pt x="13841" y="11017"/>
                        <a:pt x="13866" y="11017"/>
                        <a:pt x="13891" y="10978"/>
                      </a:cubicBezTo>
                      <a:cubicBezTo>
                        <a:pt x="13916" y="10978"/>
                        <a:pt x="13966" y="10938"/>
                        <a:pt x="13991" y="10899"/>
                      </a:cubicBezTo>
                      <a:cubicBezTo>
                        <a:pt x="14066" y="10741"/>
                        <a:pt x="14066" y="10583"/>
                        <a:pt x="14041" y="10425"/>
                      </a:cubicBezTo>
                      <a:cubicBezTo>
                        <a:pt x="14041" y="10385"/>
                        <a:pt x="14041" y="10346"/>
                        <a:pt x="14041" y="10306"/>
                      </a:cubicBezTo>
                      <a:cubicBezTo>
                        <a:pt x="14041" y="10306"/>
                        <a:pt x="14041" y="10267"/>
                        <a:pt x="14041" y="10267"/>
                      </a:cubicBezTo>
                      <a:cubicBezTo>
                        <a:pt x="14066" y="10227"/>
                        <a:pt x="14066" y="10148"/>
                        <a:pt x="14041" y="10069"/>
                      </a:cubicBezTo>
                      <a:cubicBezTo>
                        <a:pt x="14016" y="9990"/>
                        <a:pt x="13966" y="9912"/>
                        <a:pt x="13916" y="9793"/>
                      </a:cubicBezTo>
                      <a:cubicBezTo>
                        <a:pt x="13891" y="9754"/>
                        <a:pt x="13866" y="9714"/>
                        <a:pt x="13816" y="9635"/>
                      </a:cubicBezTo>
                      <a:cubicBezTo>
                        <a:pt x="13791" y="9556"/>
                        <a:pt x="13766" y="9517"/>
                        <a:pt x="13741" y="9438"/>
                      </a:cubicBezTo>
                      <a:cubicBezTo>
                        <a:pt x="13716" y="9398"/>
                        <a:pt x="13691" y="9359"/>
                        <a:pt x="13691" y="9280"/>
                      </a:cubicBezTo>
                      <a:cubicBezTo>
                        <a:pt x="13691" y="9240"/>
                        <a:pt x="13666" y="9161"/>
                        <a:pt x="13641" y="9122"/>
                      </a:cubicBezTo>
                      <a:cubicBezTo>
                        <a:pt x="13641" y="9082"/>
                        <a:pt x="13616" y="9043"/>
                        <a:pt x="13591" y="9003"/>
                      </a:cubicBezTo>
                      <a:cubicBezTo>
                        <a:pt x="13566" y="8964"/>
                        <a:pt x="13516" y="8845"/>
                        <a:pt x="13516" y="8806"/>
                      </a:cubicBezTo>
                      <a:cubicBezTo>
                        <a:pt x="13516" y="8806"/>
                        <a:pt x="13516" y="8806"/>
                        <a:pt x="13516" y="8806"/>
                      </a:cubicBezTo>
                      <a:cubicBezTo>
                        <a:pt x="13516" y="8806"/>
                        <a:pt x="13541" y="8806"/>
                        <a:pt x="13541" y="8806"/>
                      </a:cubicBezTo>
                      <a:cubicBezTo>
                        <a:pt x="13566" y="8806"/>
                        <a:pt x="13591" y="8806"/>
                        <a:pt x="13616" y="8806"/>
                      </a:cubicBezTo>
                      <a:cubicBezTo>
                        <a:pt x="13666" y="8806"/>
                        <a:pt x="13691" y="8766"/>
                        <a:pt x="13741" y="8727"/>
                      </a:cubicBezTo>
                      <a:cubicBezTo>
                        <a:pt x="13766" y="8687"/>
                        <a:pt x="13791" y="8608"/>
                        <a:pt x="13841" y="8569"/>
                      </a:cubicBezTo>
                      <a:cubicBezTo>
                        <a:pt x="13891" y="8450"/>
                        <a:pt x="13916" y="8371"/>
                        <a:pt x="13916" y="8253"/>
                      </a:cubicBezTo>
                      <a:cubicBezTo>
                        <a:pt x="13916" y="8016"/>
                        <a:pt x="13816" y="8016"/>
                        <a:pt x="13766" y="8016"/>
                      </a:cubicBezTo>
                      <a:cubicBezTo>
                        <a:pt x="13741" y="8016"/>
                        <a:pt x="13741" y="8016"/>
                        <a:pt x="13716" y="7977"/>
                      </a:cubicBezTo>
                      <a:cubicBezTo>
                        <a:pt x="13716" y="7977"/>
                        <a:pt x="13716" y="7977"/>
                        <a:pt x="13716" y="7977"/>
                      </a:cubicBezTo>
                      <a:cubicBezTo>
                        <a:pt x="13741" y="7898"/>
                        <a:pt x="13816" y="7779"/>
                        <a:pt x="13791" y="7621"/>
                      </a:cubicBezTo>
                      <a:cubicBezTo>
                        <a:pt x="13791" y="7582"/>
                        <a:pt x="13766" y="7503"/>
                        <a:pt x="13716" y="7463"/>
                      </a:cubicBezTo>
                      <a:cubicBezTo>
                        <a:pt x="13666" y="7424"/>
                        <a:pt x="13616" y="7384"/>
                        <a:pt x="13566" y="7384"/>
                      </a:cubicBezTo>
                      <a:cubicBezTo>
                        <a:pt x="13516" y="7384"/>
                        <a:pt x="13491" y="7345"/>
                        <a:pt x="13466" y="7305"/>
                      </a:cubicBezTo>
                      <a:cubicBezTo>
                        <a:pt x="13441" y="7305"/>
                        <a:pt x="13416" y="7266"/>
                        <a:pt x="13416" y="7266"/>
                      </a:cubicBezTo>
                      <a:cubicBezTo>
                        <a:pt x="13390" y="7226"/>
                        <a:pt x="13365" y="7147"/>
                        <a:pt x="13340" y="7108"/>
                      </a:cubicBezTo>
                      <a:cubicBezTo>
                        <a:pt x="13315" y="7108"/>
                        <a:pt x="13315" y="7108"/>
                        <a:pt x="13315" y="7108"/>
                      </a:cubicBezTo>
                      <a:cubicBezTo>
                        <a:pt x="13315" y="7108"/>
                        <a:pt x="13315" y="7068"/>
                        <a:pt x="13315" y="7068"/>
                      </a:cubicBezTo>
                      <a:cubicBezTo>
                        <a:pt x="13340" y="6950"/>
                        <a:pt x="13340" y="6871"/>
                        <a:pt x="13315" y="6831"/>
                      </a:cubicBezTo>
                      <a:cubicBezTo>
                        <a:pt x="13290" y="6792"/>
                        <a:pt x="13265" y="6713"/>
                        <a:pt x="13165" y="6713"/>
                      </a:cubicBezTo>
                      <a:cubicBezTo>
                        <a:pt x="13090" y="6713"/>
                        <a:pt x="13015" y="6752"/>
                        <a:pt x="12990" y="6792"/>
                      </a:cubicBezTo>
                      <a:cubicBezTo>
                        <a:pt x="12965" y="6831"/>
                        <a:pt x="12940" y="6831"/>
                        <a:pt x="12915" y="6831"/>
                      </a:cubicBezTo>
                      <a:cubicBezTo>
                        <a:pt x="12890" y="6831"/>
                        <a:pt x="12890" y="6831"/>
                        <a:pt x="12865" y="6831"/>
                      </a:cubicBezTo>
                      <a:cubicBezTo>
                        <a:pt x="12840" y="6792"/>
                        <a:pt x="12840" y="6792"/>
                        <a:pt x="12815" y="6752"/>
                      </a:cubicBezTo>
                      <a:cubicBezTo>
                        <a:pt x="12790" y="6713"/>
                        <a:pt x="12765" y="6673"/>
                        <a:pt x="12715" y="6634"/>
                      </a:cubicBezTo>
                      <a:cubicBezTo>
                        <a:pt x="12715" y="6634"/>
                        <a:pt x="12715" y="6634"/>
                        <a:pt x="12690" y="6634"/>
                      </a:cubicBezTo>
                      <a:cubicBezTo>
                        <a:pt x="12740" y="6634"/>
                        <a:pt x="12765" y="6634"/>
                        <a:pt x="12790" y="6634"/>
                      </a:cubicBezTo>
                      <a:cubicBezTo>
                        <a:pt x="12840" y="6634"/>
                        <a:pt x="12915" y="6634"/>
                        <a:pt x="12965" y="6595"/>
                      </a:cubicBezTo>
                      <a:cubicBezTo>
                        <a:pt x="12990" y="6595"/>
                        <a:pt x="13015" y="6595"/>
                        <a:pt x="13015" y="6595"/>
                      </a:cubicBezTo>
                      <a:cubicBezTo>
                        <a:pt x="13040" y="6595"/>
                        <a:pt x="13065" y="6595"/>
                        <a:pt x="13115" y="6634"/>
                      </a:cubicBezTo>
                      <a:cubicBezTo>
                        <a:pt x="13140" y="6634"/>
                        <a:pt x="13165" y="6673"/>
                        <a:pt x="13165" y="6673"/>
                      </a:cubicBezTo>
                      <a:cubicBezTo>
                        <a:pt x="13215" y="6713"/>
                        <a:pt x="13265" y="6713"/>
                        <a:pt x="13290" y="6713"/>
                      </a:cubicBezTo>
                      <a:cubicBezTo>
                        <a:pt x="13390" y="6713"/>
                        <a:pt x="13466" y="6634"/>
                        <a:pt x="13516" y="6516"/>
                      </a:cubicBezTo>
                      <a:cubicBezTo>
                        <a:pt x="13591" y="6397"/>
                        <a:pt x="13691" y="6318"/>
                        <a:pt x="13791" y="6318"/>
                      </a:cubicBezTo>
                      <a:cubicBezTo>
                        <a:pt x="13816" y="6318"/>
                        <a:pt x="13866" y="6358"/>
                        <a:pt x="13891" y="6358"/>
                      </a:cubicBezTo>
                      <a:cubicBezTo>
                        <a:pt x="13941" y="6358"/>
                        <a:pt x="13966" y="6397"/>
                        <a:pt x="14016" y="6397"/>
                      </a:cubicBezTo>
                      <a:cubicBezTo>
                        <a:pt x="14091" y="6437"/>
                        <a:pt x="14191" y="6516"/>
                        <a:pt x="14292" y="6516"/>
                      </a:cubicBezTo>
                      <a:cubicBezTo>
                        <a:pt x="14342" y="6516"/>
                        <a:pt x="14392" y="6476"/>
                        <a:pt x="14442" y="6476"/>
                      </a:cubicBezTo>
                      <a:cubicBezTo>
                        <a:pt x="14542" y="6397"/>
                        <a:pt x="14567" y="6279"/>
                        <a:pt x="14567" y="6200"/>
                      </a:cubicBezTo>
                      <a:cubicBezTo>
                        <a:pt x="14592" y="6002"/>
                        <a:pt x="14492" y="5805"/>
                        <a:pt x="14467" y="5765"/>
                      </a:cubicBezTo>
                      <a:cubicBezTo>
                        <a:pt x="14492" y="5765"/>
                        <a:pt x="14492" y="5805"/>
                        <a:pt x="14517" y="5805"/>
                      </a:cubicBezTo>
                      <a:cubicBezTo>
                        <a:pt x="14567" y="5805"/>
                        <a:pt x="14592" y="5844"/>
                        <a:pt x="14642" y="5844"/>
                      </a:cubicBezTo>
                      <a:cubicBezTo>
                        <a:pt x="14642" y="5844"/>
                        <a:pt x="14667" y="5844"/>
                        <a:pt x="14667" y="5844"/>
                      </a:cubicBezTo>
                      <a:cubicBezTo>
                        <a:pt x="14692" y="5805"/>
                        <a:pt x="14692" y="5805"/>
                        <a:pt x="14717" y="5805"/>
                      </a:cubicBezTo>
                      <a:cubicBezTo>
                        <a:pt x="14717" y="5805"/>
                        <a:pt x="14742" y="5844"/>
                        <a:pt x="14742" y="5844"/>
                      </a:cubicBezTo>
                      <a:cubicBezTo>
                        <a:pt x="14742" y="5844"/>
                        <a:pt x="14742" y="5844"/>
                        <a:pt x="14742" y="5844"/>
                      </a:cubicBezTo>
                      <a:cubicBezTo>
                        <a:pt x="14742" y="5844"/>
                        <a:pt x="14742" y="5844"/>
                        <a:pt x="14742" y="5923"/>
                      </a:cubicBezTo>
                      <a:cubicBezTo>
                        <a:pt x="14742" y="5923"/>
                        <a:pt x="14742" y="5963"/>
                        <a:pt x="14742" y="5963"/>
                      </a:cubicBezTo>
                      <a:cubicBezTo>
                        <a:pt x="14742" y="6042"/>
                        <a:pt x="14717" y="6200"/>
                        <a:pt x="14792" y="6318"/>
                      </a:cubicBezTo>
                      <a:cubicBezTo>
                        <a:pt x="14817" y="6318"/>
                        <a:pt x="14867" y="6358"/>
                        <a:pt x="14892" y="6358"/>
                      </a:cubicBezTo>
                      <a:cubicBezTo>
                        <a:pt x="14917" y="6358"/>
                        <a:pt x="14942" y="6358"/>
                        <a:pt x="14967" y="6318"/>
                      </a:cubicBezTo>
                      <a:cubicBezTo>
                        <a:pt x="14992" y="6318"/>
                        <a:pt x="14992" y="6318"/>
                        <a:pt x="15017" y="6318"/>
                      </a:cubicBezTo>
                      <a:cubicBezTo>
                        <a:pt x="15017" y="6318"/>
                        <a:pt x="15017" y="6318"/>
                        <a:pt x="15017" y="6318"/>
                      </a:cubicBezTo>
                      <a:cubicBezTo>
                        <a:pt x="15017" y="6318"/>
                        <a:pt x="15017" y="6318"/>
                        <a:pt x="15017" y="6318"/>
                      </a:cubicBezTo>
                      <a:cubicBezTo>
                        <a:pt x="15017" y="6318"/>
                        <a:pt x="15017" y="6318"/>
                        <a:pt x="15017" y="6318"/>
                      </a:cubicBezTo>
                      <a:cubicBezTo>
                        <a:pt x="15017" y="6318"/>
                        <a:pt x="15042" y="6358"/>
                        <a:pt x="15042" y="6397"/>
                      </a:cubicBezTo>
                      <a:cubicBezTo>
                        <a:pt x="15042" y="6437"/>
                        <a:pt x="15042" y="6437"/>
                        <a:pt x="15042" y="6437"/>
                      </a:cubicBezTo>
                      <a:cubicBezTo>
                        <a:pt x="15042" y="6595"/>
                        <a:pt x="15092" y="6634"/>
                        <a:pt x="15168" y="6634"/>
                      </a:cubicBezTo>
                      <a:cubicBezTo>
                        <a:pt x="15168" y="6634"/>
                        <a:pt x="15193" y="6673"/>
                        <a:pt x="15193" y="6673"/>
                      </a:cubicBezTo>
                      <a:cubicBezTo>
                        <a:pt x="15218" y="6673"/>
                        <a:pt x="15218" y="6713"/>
                        <a:pt x="15243" y="6713"/>
                      </a:cubicBezTo>
                      <a:cubicBezTo>
                        <a:pt x="15268" y="6752"/>
                        <a:pt x="15293" y="6831"/>
                        <a:pt x="15343" y="6871"/>
                      </a:cubicBezTo>
                      <a:cubicBezTo>
                        <a:pt x="15393" y="6871"/>
                        <a:pt x="15443" y="6871"/>
                        <a:pt x="15468" y="6871"/>
                      </a:cubicBezTo>
                      <a:cubicBezTo>
                        <a:pt x="15518" y="6871"/>
                        <a:pt x="15543" y="6871"/>
                        <a:pt x="15568" y="6910"/>
                      </a:cubicBezTo>
                      <a:cubicBezTo>
                        <a:pt x="15593" y="6989"/>
                        <a:pt x="15593" y="7029"/>
                        <a:pt x="15593" y="7068"/>
                      </a:cubicBezTo>
                      <a:cubicBezTo>
                        <a:pt x="15593" y="7068"/>
                        <a:pt x="15568" y="7108"/>
                        <a:pt x="15568" y="7147"/>
                      </a:cubicBezTo>
                      <a:cubicBezTo>
                        <a:pt x="15543" y="7147"/>
                        <a:pt x="15518" y="7147"/>
                        <a:pt x="15493" y="7187"/>
                      </a:cubicBezTo>
                      <a:cubicBezTo>
                        <a:pt x="15443" y="7187"/>
                        <a:pt x="15368" y="7226"/>
                        <a:pt x="15318" y="7384"/>
                      </a:cubicBezTo>
                      <a:cubicBezTo>
                        <a:pt x="15293" y="7503"/>
                        <a:pt x="15293" y="7779"/>
                        <a:pt x="15343" y="7898"/>
                      </a:cubicBezTo>
                      <a:cubicBezTo>
                        <a:pt x="15368" y="7977"/>
                        <a:pt x="15418" y="8016"/>
                        <a:pt x="15468" y="8016"/>
                      </a:cubicBezTo>
                      <a:cubicBezTo>
                        <a:pt x="15493" y="8016"/>
                        <a:pt x="15543" y="8016"/>
                        <a:pt x="15568" y="7977"/>
                      </a:cubicBezTo>
                      <a:cubicBezTo>
                        <a:pt x="15668" y="7858"/>
                        <a:pt x="15718" y="7700"/>
                        <a:pt x="15768" y="7582"/>
                      </a:cubicBezTo>
                      <a:cubicBezTo>
                        <a:pt x="15793" y="7463"/>
                        <a:pt x="15843" y="7384"/>
                        <a:pt x="15893" y="7305"/>
                      </a:cubicBezTo>
                      <a:cubicBezTo>
                        <a:pt x="15918" y="7305"/>
                        <a:pt x="15968" y="7266"/>
                        <a:pt x="15968" y="7266"/>
                      </a:cubicBezTo>
                      <a:cubicBezTo>
                        <a:pt x="15968" y="7266"/>
                        <a:pt x="15968" y="7305"/>
                        <a:pt x="15968" y="7305"/>
                      </a:cubicBezTo>
                      <a:cubicBezTo>
                        <a:pt x="15968" y="7384"/>
                        <a:pt x="15968" y="7424"/>
                        <a:pt x="15968" y="7463"/>
                      </a:cubicBezTo>
                      <a:cubicBezTo>
                        <a:pt x="15968" y="7582"/>
                        <a:pt x="15994" y="7661"/>
                        <a:pt x="16044" y="7779"/>
                      </a:cubicBezTo>
                      <a:cubicBezTo>
                        <a:pt x="16094" y="7819"/>
                        <a:pt x="16169" y="7937"/>
                        <a:pt x="16244" y="7937"/>
                      </a:cubicBezTo>
                      <a:cubicBezTo>
                        <a:pt x="16269" y="7937"/>
                        <a:pt x="16269" y="7937"/>
                        <a:pt x="16269" y="7937"/>
                      </a:cubicBezTo>
                      <a:cubicBezTo>
                        <a:pt x="16269" y="7937"/>
                        <a:pt x="16269" y="7937"/>
                        <a:pt x="16269" y="7937"/>
                      </a:cubicBezTo>
                      <a:cubicBezTo>
                        <a:pt x="16319" y="7937"/>
                        <a:pt x="16319" y="7898"/>
                        <a:pt x="16344" y="7898"/>
                      </a:cubicBezTo>
                      <a:cubicBezTo>
                        <a:pt x="16344" y="8095"/>
                        <a:pt x="16419" y="8174"/>
                        <a:pt x="16444" y="8174"/>
                      </a:cubicBezTo>
                      <a:cubicBezTo>
                        <a:pt x="16469" y="8214"/>
                        <a:pt x="16494" y="8214"/>
                        <a:pt x="16519" y="8214"/>
                      </a:cubicBezTo>
                      <a:cubicBezTo>
                        <a:pt x="16544" y="8214"/>
                        <a:pt x="16569" y="8214"/>
                        <a:pt x="16594" y="8174"/>
                      </a:cubicBezTo>
                      <a:cubicBezTo>
                        <a:pt x="16619" y="8174"/>
                        <a:pt x="16619" y="8174"/>
                        <a:pt x="16644" y="8174"/>
                      </a:cubicBezTo>
                      <a:cubicBezTo>
                        <a:pt x="16644" y="8174"/>
                        <a:pt x="16644" y="8174"/>
                        <a:pt x="16644" y="8174"/>
                      </a:cubicBezTo>
                      <a:cubicBezTo>
                        <a:pt x="16694" y="8214"/>
                        <a:pt x="16744" y="8371"/>
                        <a:pt x="16794" y="8490"/>
                      </a:cubicBezTo>
                      <a:cubicBezTo>
                        <a:pt x="16819" y="8569"/>
                        <a:pt x="16844" y="8648"/>
                        <a:pt x="16895" y="8727"/>
                      </a:cubicBezTo>
                      <a:cubicBezTo>
                        <a:pt x="16945" y="8806"/>
                        <a:pt x="16945" y="8806"/>
                        <a:pt x="16945" y="8806"/>
                      </a:cubicBezTo>
                      <a:cubicBezTo>
                        <a:pt x="16995" y="8924"/>
                        <a:pt x="17070" y="9043"/>
                        <a:pt x="17120" y="9201"/>
                      </a:cubicBezTo>
                      <a:cubicBezTo>
                        <a:pt x="17145" y="9319"/>
                        <a:pt x="17195" y="9517"/>
                        <a:pt x="17170" y="9635"/>
                      </a:cubicBezTo>
                      <a:cubicBezTo>
                        <a:pt x="17170" y="9675"/>
                        <a:pt x="17145" y="9714"/>
                        <a:pt x="17120" y="9793"/>
                      </a:cubicBezTo>
                      <a:cubicBezTo>
                        <a:pt x="17070" y="9872"/>
                        <a:pt x="17020" y="9951"/>
                        <a:pt x="17020" y="10109"/>
                      </a:cubicBezTo>
                      <a:cubicBezTo>
                        <a:pt x="17020" y="10188"/>
                        <a:pt x="17020" y="10267"/>
                        <a:pt x="17070" y="10346"/>
                      </a:cubicBezTo>
                      <a:cubicBezTo>
                        <a:pt x="17020" y="10346"/>
                        <a:pt x="16970" y="10385"/>
                        <a:pt x="16945" y="10464"/>
                      </a:cubicBezTo>
                      <a:cubicBezTo>
                        <a:pt x="16920" y="10504"/>
                        <a:pt x="16895" y="10583"/>
                        <a:pt x="16895" y="10622"/>
                      </a:cubicBezTo>
                      <a:cubicBezTo>
                        <a:pt x="16895" y="10662"/>
                        <a:pt x="16870" y="10701"/>
                        <a:pt x="16870" y="10701"/>
                      </a:cubicBezTo>
                      <a:cubicBezTo>
                        <a:pt x="16844" y="10780"/>
                        <a:pt x="16819" y="10859"/>
                        <a:pt x="16794" y="10938"/>
                      </a:cubicBezTo>
                      <a:cubicBezTo>
                        <a:pt x="16744" y="11096"/>
                        <a:pt x="16669" y="11254"/>
                        <a:pt x="16694" y="11452"/>
                      </a:cubicBezTo>
                      <a:cubicBezTo>
                        <a:pt x="16744" y="11688"/>
                        <a:pt x="16870" y="11767"/>
                        <a:pt x="16970" y="11846"/>
                      </a:cubicBezTo>
                      <a:cubicBezTo>
                        <a:pt x="17045" y="11925"/>
                        <a:pt x="17120" y="11965"/>
                        <a:pt x="17170" y="12044"/>
                      </a:cubicBezTo>
                      <a:cubicBezTo>
                        <a:pt x="17170" y="12083"/>
                        <a:pt x="17170" y="12083"/>
                        <a:pt x="17170" y="12123"/>
                      </a:cubicBezTo>
                      <a:cubicBezTo>
                        <a:pt x="17170" y="12123"/>
                        <a:pt x="17120" y="12162"/>
                        <a:pt x="17045" y="12202"/>
                      </a:cubicBezTo>
                      <a:cubicBezTo>
                        <a:pt x="17020" y="12202"/>
                        <a:pt x="17020" y="12202"/>
                        <a:pt x="16995" y="12202"/>
                      </a:cubicBezTo>
                      <a:cubicBezTo>
                        <a:pt x="16970" y="12241"/>
                        <a:pt x="16920" y="12241"/>
                        <a:pt x="16895" y="12241"/>
                      </a:cubicBezTo>
                      <a:cubicBezTo>
                        <a:pt x="16819" y="12320"/>
                        <a:pt x="16794" y="12399"/>
                        <a:pt x="16744" y="12439"/>
                      </a:cubicBezTo>
                      <a:cubicBezTo>
                        <a:pt x="16744" y="12478"/>
                        <a:pt x="16719" y="12518"/>
                        <a:pt x="16719" y="12518"/>
                      </a:cubicBezTo>
                      <a:cubicBezTo>
                        <a:pt x="16694" y="12557"/>
                        <a:pt x="16669" y="12597"/>
                        <a:pt x="16644" y="12636"/>
                      </a:cubicBezTo>
                      <a:cubicBezTo>
                        <a:pt x="16619" y="12676"/>
                        <a:pt x="16619" y="12676"/>
                        <a:pt x="16619" y="12676"/>
                      </a:cubicBezTo>
                      <a:cubicBezTo>
                        <a:pt x="16569" y="12715"/>
                        <a:pt x="16494" y="12755"/>
                        <a:pt x="16394" y="12755"/>
                      </a:cubicBezTo>
                      <a:cubicBezTo>
                        <a:pt x="16394" y="12755"/>
                        <a:pt x="16394" y="12755"/>
                        <a:pt x="16394" y="12755"/>
                      </a:cubicBezTo>
                      <a:cubicBezTo>
                        <a:pt x="16319" y="12755"/>
                        <a:pt x="16244" y="12715"/>
                        <a:pt x="16144" y="12715"/>
                      </a:cubicBezTo>
                      <a:cubicBezTo>
                        <a:pt x="16069" y="12676"/>
                        <a:pt x="15968" y="12676"/>
                        <a:pt x="15868" y="12676"/>
                      </a:cubicBezTo>
                      <a:cubicBezTo>
                        <a:pt x="15818" y="12676"/>
                        <a:pt x="15768" y="12676"/>
                        <a:pt x="15718" y="12676"/>
                      </a:cubicBezTo>
                      <a:cubicBezTo>
                        <a:pt x="15668" y="12715"/>
                        <a:pt x="15668" y="12715"/>
                        <a:pt x="15668" y="12715"/>
                      </a:cubicBezTo>
                      <a:cubicBezTo>
                        <a:pt x="15668" y="12794"/>
                        <a:pt x="15668" y="12794"/>
                        <a:pt x="15668" y="12794"/>
                      </a:cubicBezTo>
                      <a:cubicBezTo>
                        <a:pt x="15643" y="12834"/>
                        <a:pt x="15643" y="12834"/>
                        <a:pt x="15643" y="12834"/>
                      </a:cubicBezTo>
                      <a:cubicBezTo>
                        <a:pt x="15643" y="12873"/>
                        <a:pt x="15643" y="12952"/>
                        <a:pt x="15668" y="12992"/>
                      </a:cubicBezTo>
                      <a:cubicBezTo>
                        <a:pt x="15668" y="13071"/>
                        <a:pt x="15693" y="13110"/>
                        <a:pt x="15718" y="13110"/>
                      </a:cubicBezTo>
                      <a:cubicBezTo>
                        <a:pt x="15718" y="13110"/>
                        <a:pt x="15718" y="13110"/>
                        <a:pt x="15718" y="13110"/>
                      </a:cubicBezTo>
                      <a:cubicBezTo>
                        <a:pt x="15743" y="13189"/>
                        <a:pt x="15743" y="13189"/>
                        <a:pt x="15718" y="13229"/>
                      </a:cubicBezTo>
                      <a:cubicBezTo>
                        <a:pt x="15693" y="13229"/>
                        <a:pt x="15693" y="13268"/>
                        <a:pt x="15668" y="13268"/>
                      </a:cubicBezTo>
                      <a:cubicBezTo>
                        <a:pt x="15643" y="13307"/>
                        <a:pt x="15593" y="13347"/>
                        <a:pt x="15543" y="13505"/>
                      </a:cubicBezTo>
                      <a:cubicBezTo>
                        <a:pt x="15543" y="13544"/>
                        <a:pt x="15543" y="13544"/>
                        <a:pt x="15543" y="13584"/>
                      </a:cubicBezTo>
                      <a:cubicBezTo>
                        <a:pt x="15543" y="13623"/>
                        <a:pt x="15543" y="13623"/>
                        <a:pt x="15518" y="13663"/>
                      </a:cubicBezTo>
                      <a:cubicBezTo>
                        <a:pt x="15518" y="13702"/>
                        <a:pt x="15518" y="13702"/>
                        <a:pt x="15518" y="13702"/>
                      </a:cubicBezTo>
                      <a:cubicBezTo>
                        <a:pt x="15493" y="13781"/>
                        <a:pt x="15493" y="13821"/>
                        <a:pt x="15493" y="13900"/>
                      </a:cubicBezTo>
                      <a:cubicBezTo>
                        <a:pt x="15493" y="13939"/>
                        <a:pt x="15518" y="13979"/>
                        <a:pt x="15518" y="14018"/>
                      </a:cubicBezTo>
                      <a:cubicBezTo>
                        <a:pt x="15518" y="14137"/>
                        <a:pt x="15518" y="14255"/>
                        <a:pt x="15618" y="14413"/>
                      </a:cubicBezTo>
                      <a:cubicBezTo>
                        <a:pt x="15693" y="14571"/>
                        <a:pt x="15818" y="14650"/>
                        <a:pt x="15943" y="14690"/>
                      </a:cubicBezTo>
                      <a:cubicBezTo>
                        <a:pt x="15968" y="14729"/>
                        <a:pt x="15994" y="14729"/>
                        <a:pt x="16019" y="14729"/>
                      </a:cubicBezTo>
                      <a:cubicBezTo>
                        <a:pt x="16119" y="14729"/>
                        <a:pt x="16194" y="14650"/>
                        <a:pt x="16244" y="14611"/>
                      </a:cubicBezTo>
                      <a:cubicBezTo>
                        <a:pt x="16269" y="14571"/>
                        <a:pt x="16294" y="14571"/>
                        <a:pt x="16319" y="14532"/>
                      </a:cubicBezTo>
                      <a:cubicBezTo>
                        <a:pt x="16394" y="14492"/>
                        <a:pt x="16469" y="14413"/>
                        <a:pt x="16569" y="14295"/>
                      </a:cubicBezTo>
                      <a:cubicBezTo>
                        <a:pt x="16619" y="14216"/>
                        <a:pt x="16644" y="14137"/>
                        <a:pt x="16644" y="14097"/>
                      </a:cubicBezTo>
                      <a:cubicBezTo>
                        <a:pt x="16669" y="14058"/>
                        <a:pt x="16669" y="14018"/>
                        <a:pt x="16669" y="14018"/>
                      </a:cubicBezTo>
                      <a:cubicBezTo>
                        <a:pt x="16694" y="14018"/>
                        <a:pt x="16694" y="14018"/>
                        <a:pt x="16694" y="14018"/>
                      </a:cubicBezTo>
                      <a:cubicBezTo>
                        <a:pt x="16719" y="14018"/>
                        <a:pt x="16744" y="14018"/>
                        <a:pt x="16769" y="14058"/>
                      </a:cubicBezTo>
                      <a:cubicBezTo>
                        <a:pt x="16794" y="14058"/>
                        <a:pt x="16794" y="14058"/>
                        <a:pt x="16794" y="14058"/>
                      </a:cubicBezTo>
                      <a:cubicBezTo>
                        <a:pt x="16844" y="14058"/>
                        <a:pt x="16895" y="14097"/>
                        <a:pt x="16920" y="14097"/>
                      </a:cubicBezTo>
                      <a:cubicBezTo>
                        <a:pt x="17020" y="14097"/>
                        <a:pt x="17120" y="14018"/>
                        <a:pt x="17145" y="13939"/>
                      </a:cubicBezTo>
                      <a:cubicBezTo>
                        <a:pt x="17170" y="13860"/>
                        <a:pt x="17170" y="13821"/>
                        <a:pt x="17145" y="13742"/>
                      </a:cubicBezTo>
                      <a:cubicBezTo>
                        <a:pt x="17170" y="13702"/>
                        <a:pt x="17170" y="13702"/>
                        <a:pt x="17170" y="13702"/>
                      </a:cubicBezTo>
                      <a:cubicBezTo>
                        <a:pt x="17195" y="13742"/>
                        <a:pt x="17220" y="13821"/>
                        <a:pt x="17295" y="13860"/>
                      </a:cubicBezTo>
                      <a:cubicBezTo>
                        <a:pt x="17295" y="13860"/>
                        <a:pt x="17295" y="13860"/>
                        <a:pt x="17295" y="13860"/>
                      </a:cubicBezTo>
                      <a:cubicBezTo>
                        <a:pt x="17320" y="13860"/>
                        <a:pt x="17320" y="13860"/>
                        <a:pt x="17320" y="13860"/>
                      </a:cubicBezTo>
                      <a:cubicBezTo>
                        <a:pt x="17395" y="13860"/>
                        <a:pt x="17420" y="13742"/>
                        <a:pt x="17445" y="13702"/>
                      </a:cubicBezTo>
                      <a:cubicBezTo>
                        <a:pt x="17445" y="13663"/>
                        <a:pt x="17445" y="13663"/>
                        <a:pt x="17445" y="13663"/>
                      </a:cubicBezTo>
                      <a:cubicBezTo>
                        <a:pt x="17470" y="13663"/>
                        <a:pt x="17470" y="13702"/>
                        <a:pt x="17470" y="13742"/>
                      </a:cubicBezTo>
                      <a:cubicBezTo>
                        <a:pt x="17495" y="13742"/>
                        <a:pt x="17495" y="13742"/>
                        <a:pt x="17495" y="13742"/>
                      </a:cubicBezTo>
                      <a:cubicBezTo>
                        <a:pt x="17520" y="13821"/>
                        <a:pt x="17570" y="13900"/>
                        <a:pt x="17595" y="13939"/>
                      </a:cubicBezTo>
                      <a:cubicBezTo>
                        <a:pt x="17620" y="13979"/>
                        <a:pt x="17620" y="13979"/>
                        <a:pt x="17645" y="14018"/>
                      </a:cubicBezTo>
                      <a:cubicBezTo>
                        <a:pt x="17695" y="14097"/>
                        <a:pt x="17746" y="14137"/>
                        <a:pt x="17796" y="14176"/>
                      </a:cubicBezTo>
                      <a:cubicBezTo>
                        <a:pt x="17846" y="14216"/>
                        <a:pt x="17846" y="14216"/>
                        <a:pt x="17846" y="14216"/>
                      </a:cubicBezTo>
                      <a:cubicBezTo>
                        <a:pt x="17896" y="14255"/>
                        <a:pt x="17921" y="14295"/>
                        <a:pt x="17946" y="14374"/>
                      </a:cubicBezTo>
                      <a:cubicBezTo>
                        <a:pt x="17946" y="14374"/>
                        <a:pt x="17946" y="14374"/>
                        <a:pt x="17946" y="14374"/>
                      </a:cubicBezTo>
                      <a:cubicBezTo>
                        <a:pt x="17996" y="14492"/>
                        <a:pt x="18046" y="14532"/>
                        <a:pt x="18121" y="14532"/>
                      </a:cubicBezTo>
                      <a:cubicBezTo>
                        <a:pt x="18121" y="14532"/>
                        <a:pt x="18146" y="14532"/>
                        <a:pt x="18171" y="14532"/>
                      </a:cubicBezTo>
                      <a:cubicBezTo>
                        <a:pt x="18196" y="14532"/>
                        <a:pt x="18196" y="14532"/>
                        <a:pt x="18221" y="14571"/>
                      </a:cubicBezTo>
                      <a:cubicBezTo>
                        <a:pt x="18246" y="14571"/>
                        <a:pt x="18296" y="14611"/>
                        <a:pt x="18346" y="14611"/>
                      </a:cubicBezTo>
                      <a:cubicBezTo>
                        <a:pt x="18346" y="14611"/>
                        <a:pt x="18346" y="14611"/>
                        <a:pt x="18346" y="14611"/>
                      </a:cubicBezTo>
                      <a:cubicBezTo>
                        <a:pt x="18371" y="14611"/>
                        <a:pt x="18396" y="14611"/>
                        <a:pt x="18446" y="14611"/>
                      </a:cubicBezTo>
                      <a:cubicBezTo>
                        <a:pt x="18496" y="14611"/>
                        <a:pt x="18521" y="14611"/>
                        <a:pt x="18571" y="14611"/>
                      </a:cubicBezTo>
                      <a:cubicBezTo>
                        <a:pt x="18546" y="14650"/>
                        <a:pt x="18546" y="14650"/>
                        <a:pt x="18521" y="14690"/>
                      </a:cubicBezTo>
                      <a:cubicBezTo>
                        <a:pt x="18471" y="14769"/>
                        <a:pt x="18421" y="14887"/>
                        <a:pt x="18421" y="15005"/>
                      </a:cubicBezTo>
                      <a:cubicBezTo>
                        <a:pt x="18421" y="15045"/>
                        <a:pt x="18446" y="15124"/>
                        <a:pt x="18496" y="15163"/>
                      </a:cubicBezTo>
                      <a:cubicBezTo>
                        <a:pt x="18546" y="15242"/>
                        <a:pt x="18571" y="15321"/>
                        <a:pt x="18622" y="15400"/>
                      </a:cubicBezTo>
                      <a:cubicBezTo>
                        <a:pt x="18672" y="15479"/>
                        <a:pt x="18722" y="15479"/>
                        <a:pt x="18797" y="15479"/>
                      </a:cubicBezTo>
                      <a:cubicBezTo>
                        <a:pt x="18822" y="15479"/>
                        <a:pt x="18847" y="15479"/>
                        <a:pt x="18872" y="15479"/>
                      </a:cubicBezTo>
                      <a:cubicBezTo>
                        <a:pt x="18897" y="15479"/>
                        <a:pt x="18922" y="15479"/>
                        <a:pt x="18947" y="15479"/>
                      </a:cubicBezTo>
                      <a:cubicBezTo>
                        <a:pt x="18947" y="15479"/>
                        <a:pt x="18972" y="15479"/>
                        <a:pt x="18972" y="15479"/>
                      </a:cubicBezTo>
                      <a:cubicBezTo>
                        <a:pt x="18997" y="15519"/>
                        <a:pt x="18997" y="15558"/>
                        <a:pt x="18972" y="15598"/>
                      </a:cubicBezTo>
                      <a:cubicBezTo>
                        <a:pt x="18972" y="15637"/>
                        <a:pt x="18972" y="15677"/>
                        <a:pt x="18997" y="15716"/>
                      </a:cubicBezTo>
                      <a:cubicBezTo>
                        <a:pt x="18997" y="15874"/>
                        <a:pt x="19097" y="16072"/>
                        <a:pt x="19247" y="16072"/>
                      </a:cubicBezTo>
                      <a:cubicBezTo>
                        <a:pt x="19272" y="16072"/>
                        <a:pt x="19272" y="16072"/>
                        <a:pt x="19297" y="16072"/>
                      </a:cubicBezTo>
                      <a:cubicBezTo>
                        <a:pt x="19422" y="15993"/>
                        <a:pt x="19422" y="15835"/>
                        <a:pt x="19422" y="15756"/>
                      </a:cubicBezTo>
                      <a:cubicBezTo>
                        <a:pt x="19397" y="15677"/>
                        <a:pt x="19422" y="15637"/>
                        <a:pt x="19422" y="15637"/>
                      </a:cubicBezTo>
                      <a:cubicBezTo>
                        <a:pt x="19448" y="15637"/>
                        <a:pt x="19498" y="15598"/>
                        <a:pt x="19548" y="15598"/>
                      </a:cubicBezTo>
                      <a:cubicBezTo>
                        <a:pt x="19598" y="15598"/>
                        <a:pt x="19623" y="15598"/>
                        <a:pt x="19648" y="15598"/>
                      </a:cubicBezTo>
                      <a:cubicBezTo>
                        <a:pt x="19673" y="15637"/>
                        <a:pt x="19723" y="15716"/>
                        <a:pt x="19748" y="15756"/>
                      </a:cubicBezTo>
                      <a:cubicBezTo>
                        <a:pt x="19823" y="15835"/>
                        <a:pt x="19898" y="15914"/>
                        <a:pt x="19973" y="15953"/>
                      </a:cubicBezTo>
                      <a:cubicBezTo>
                        <a:pt x="20048" y="15993"/>
                        <a:pt x="20098" y="15993"/>
                        <a:pt x="20173" y="15993"/>
                      </a:cubicBezTo>
                      <a:cubicBezTo>
                        <a:pt x="20223" y="15993"/>
                        <a:pt x="20248" y="15993"/>
                        <a:pt x="20298" y="15993"/>
                      </a:cubicBezTo>
                      <a:cubicBezTo>
                        <a:pt x="20324" y="15993"/>
                        <a:pt x="20349" y="15993"/>
                        <a:pt x="20374" y="15993"/>
                      </a:cubicBezTo>
                      <a:cubicBezTo>
                        <a:pt x="20374" y="15993"/>
                        <a:pt x="20374" y="15993"/>
                        <a:pt x="20399" y="15993"/>
                      </a:cubicBezTo>
                      <a:cubicBezTo>
                        <a:pt x="20449" y="15993"/>
                        <a:pt x="20499" y="15993"/>
                        <a:pt x="20574" y="15993"/>
                      </a:cubicBezTo>
                      <a:cubicBezTo>
                        <a:pt x="20599" y="15993"/>
                        <a:pt x="20599" y="15993"/>
                        <a:pt x="20599" y="15993"/>
                      </a:cubicBezTo>
                      <a:cubicBezTo>
                        <a:pt x="20599" y="15993"/>
                        <a:pt x="20624" y="15993"/>
                        <a:pt x="20624" y="15993"/>
                      </a:cubicBezTo>
                      <a:cubicBezTo>
                        <a:pt x="20674" y="15993"/>
                        <a:pt x="20699" y="15993"/>
                        <a:pt x="20724" y="15993"/>
                      </a:cubicBezTo>
                      <a:cubicBezTo>
                        <a:pt x="20749" y="15993"/>
                        <a:pt x="20774" y="15953"/>
                        <a:pt x="20799" y="15953"/>
                      </a:cubicBezTo>
                      <a:cubicBezTo>
                        <a:pt x="20824" y="15953"/>
                        <a:pt x="20899" y="15993"/>
                        <a:pt x="20924" y="15993"/>
                      </a:cubicBezTo>
                      <a:cubicBezTo>
                        <a:pt x="20999" y="16032"/>
                        <a:pt x="21074" y="16072"/>
                        <a:pt x="21149" y="16072"/>
                      </a:cubicBezTo>
                      <a:cubicBezTo>
                        <a:pt x="21225" y="16072"/>
                        <a:pt x="21275" y="16032"/>
                        <a:pt x="21300" y="15953"/>
                      </a:cubicBezTo>
                      <a:cubicBezTo>
                        <a:pt x="21350" y="15914"/>
                        <a:pt x="21350" y="15795"/>
                        <a:pt x="21350" y="15716"/>
                      </a:cubicBezTo>
                      <a:cubicBezTo>
                        <a:pt x="21350" y="15361"/>
                        <a:pt x="21124" y="15084"/>
                        <a:pt x="20949" y="14927"/>
                      </a:cubicBezTo>
                      <a:cubicBezTo>
                        <a:pt x="20874" y="14887"/>
                        <a:pt x="20824" y="14848"/>
                        <a:pt x="20749" y="14808"/>
                      </a:cubicBezTo>
                      <a:cubicBezTo>
                        <a:pt x="20624" y="14729"/>
                        <a:pt x="20524" y="14650"/>
                        <a:pt x="20424" y="14532"/>
                      </a:cubicBezTo>
                      <a:cubicBezTo>
                        <a:pt x="20374" y="14492"/>
                        <a:pt x="20324" y="14492"/>
                        <a:pt x="20273" y="14453"/>
                      </a:cubicBezTo>
                      <a:cubicBezTo>
                        <a:pt x="20248" y="14453"/>
                        <a:pt x="20223" y="14453"/>
                        <a:pt x="20198" y="14413"/>
                      </a:cubicBezTo>
                      <a:cubicBezTo>
                        <a:pt x="20098" y="14374"/>
                        <a:pt x="19973" y="14255"/>
                        <a:pt x="19873" y="14176"/>
                      </a:cubicBezTo>
                      <a:cubicBezTo>
                        <a:pt x="19848" y="14137"/>
                        <a:pt x="19798" y="14097"/>
                        <a:pt x="19773" y="14097"/>
                      </a:cubicBezTo>
                      <a:cubicBezTo>
                        <a:pt x="19723" y="14018"/>
                        <a:pt x="19673" y="13979"/>
                        <a:pt x="19648" y="13939"/>
                      </a:cubicBezTo>
                      <a:cubicBezTo>
                        <a:pt x="19648" y="13900"/>
                        <a:pt x="19648" y="13900"/>
                        <a:pt x="19648" y="13900"/>
                      </a:cubicBezTo>
                      <a:cubicBezTo>
                        <a:pt x="19673" y="13900"/>
                        <a:pt x="19723" y="13939"/>
                        <a:pt x="19748" y="13939"/>
                      </a:cubicBezTo>
                      <a:cubicBezTo>
                        <a:pt x="19798" y="13979"/>
                        <a:pt x="19823" y="13979"/>
                        <a:pt x="19848" y="13979"/>
                      </a:cubicBezTo>
                      <a:cubicBezTo>
                        <a:pt x="19873" y="13979"/>
                        <a:pt x="19898" y="13979"/>
                        <a:pt x="19923" y="13979"/>
                      </a:cubicBezTo>
                      <a:cubicBezTo>
                        <a:pt x="19948" y="13979"/>
                        <a:pt x="19948" y="13979"/>
                        <a:pt x="19973" y="13979"/>
                      </a:cubicBezTo>
                      <a:cubicBezTo>
                        <a:pt x="19998" y="13979"/>
                        <a:pt x="19998" y="13979"/>
                        <a:pt x="20023" y="13979"/>
                      </a:cubicBezTo>
                      <a:cubicBezTo>
                        <a:pt x="20048" y="13979"/>
                        <a:pt x="20073" y="13979"/>
                        <a:pt x="20073" y="14018"/>
                      </a:cubicBezTo>
                      <a:cubicBezTo>
                        <a:pt x="20173" y="14018"/>
                        <a:pt x="20248" y="14097"/>
                        <a:pt x="20324" y="14137"/>
                      </a:cubicBezTo>
                      <a:cubicBezTo>
                        <a:pt x="20399" y="14176"/>
                        <a:pt x="20449" y="14216"/>
                        <a:pt x="20499" y="14255"/>
                      </a:cubicBezTo>
                      <a:cubicBezTo>
                        <a:pt x="20524" y="14255"/>
                        <a:pt x="20549" y="14295"/>
                        <a:pt x="20574" y="14295"/>
                      </a:cubicBezTo>
                      <a:cubicBezTo>
                        <a:pt x="20599" y="14295"/>
                        <a:pt x="20624" y="14255"/>
                        <a:pt x="20649" y="14255"/>
                      </a:cubicBezTo>
                      <a:cubicBezTo>
                        <a:pt x="20674" y="14255"/>
                        <a:pt x="20699" y="14255"/>
                        <a:pt x="20699" y="14255"/>
                      </a:cubicBezTo>
                      <a:cubicBezTo>
                        <a:pt x="20699" y="14255"/>
                        <a:pt x="20724" y="14255"/>
                        <a:pt x="20724" y="14255"/>
                      </a:cubicBezTo>
                      <a:cubicBezTo>
                        <a:pt x="20724" y="14255"/>
                        <a:pt x="20749" y="14295"/>
                        <a:pt x="20774" y="14295"/>
                      </a:cubicBezTo>
                      <a:cubicBezTo>
                        <a:pt x="20799" y="14334"/>
                        <a:pt x="20824" y="14413"/>
                        <a:pt x="20874" y="14413"/>
                      </a:cubicBezTo>
                      <a:cubicBezTo>
                        <a:pt x="20899" y="14453"/>
                        <a:pt x="20924" y="14453"/>
                        <a:pt x="20974" y="14453"/>
                      </a:cubicBezTo>
                      <a:cubicBezTo>
                        <a:pt x="20974" y="14453"/>
                        <a:pt x="20999" y="14453"/>
                        <a:pt x="21024" y="14453"/>
                      </a:cubicBezTo>
                      <a:cubicBezTo>
                        <a:pt x="21049" y="14453"/>
                        <a:pt x="21074" y="14453"/>
                        <a:pt x="21074" y="14453"/>
                      </a:cubicBezTo>
                      <a:cubicBezTo>
                        <a:pt x="21099" y="14453"/>
                        <a:pt x="21099" y="14453"/>
                        <a:pt x="21099" y="14453"/>
                      </a:cubicBezTo>
                      <a:cubicBezTo>
                        <a:pt x="21124" y="14453"/>
                        <a:pt x="21149" y="14453"/>
                        <a:pt x="21175" y="14492"/>
                      </a:cubicBezTo>
                      <a:cubicBezTo>
                        <a:pt x="21200" y="14492"/>
                        <a:pt x="21200" y="14492"/>
                        <a:pt x="21200" y="14492"/>
                      </a:cubicBezTo>
                      <a:cubicBezTo>
                        <a:pt x="21225" y="14532"/>
                        <a:pt x="21225" y="14532"/>
                        <a:pt x="21250" y="14532"/>
                      </a:cubicBezTo>
                      <a:cubicBezTo>
                        <a:pt x="21275" y="14571"/>
                        <a:pt x="21300" y="14571"/>
                        <a:pt x="21325" y="14611"/>
                      </a:cubicBezTo>
                      <a:cubicBezTo>
                        <a:pt x="21375" y="14650"/>
                        <a:pt x="21400" y="14650"/>
                        <a:pt x="21450" y="14650"/>
                      </a:cubicBezTo>
                      <a:cubicBezTo>
                        <a:pt x="21500" y="14650"/>
                        <a:pt x="21550" y="14611"/>
                        <a:pt x="21575" y="14492"/>
                      </a:cubicBezTo>
                      <a:cubicBezTo>
                        <a:pt x="21600" y="14413"/>
                        <a:pt x="21575" y="14295"/>
                        <a:pt x="21550" y="14216"/>
                      </a:cubicBezTo>
                      <a:cubicBezTo>
                        <a:pt x="21550" y="14216"/>
                        <a:pt x="21550" y="14216"/>
                        <a:pt x="21575" y="14176"/>
                      </a:cubicBezTo>
                      <a:close/>
                      <a:moveTo>
                        <a:pt x="12339" y="4739"/>
                      </a:moveTo>
                      <a:cubicBezTo>
                        <a:pt x="12339" y="4739"/>
                        <a:pt x="12339" y="4778"/>
                        <a:pt x="12339" y="4778"/>
                      </a:cubicBezTo>
                      <a:cubicBezTo>
                        <a:pt x="12314" y="4739"/>
                        <a:pt x="12264" y="4739"/>
                        <a:pt x="12239" y="4739"/>
                      </a:cubicBezTo>
                      <a:cubicBezTo>
                        <a:pt x="12239" y="4739"/>
                        <a:pt x="12239" y="4739"/>
                        <a:pt x="12239" y="4739"/>
                      </a:cubicBezTo>
                      <a:cubicBezTo>
                        <a:pt x="12264" y="4739"/>
                        <a:pt x="12264" y="4739"/>
                        <a:pt x="12264" y="4739"/>
                      </a:cubicBezTo>
                      <a:cubicBezTo>
                        <a:pt x="12314" y="4660"/>
                        <a:pt x="12339" y="4581"/>
                        <a:pt x="12364" y="4541"/>
                      </a:cubicBezTo>
                      <a:cubicBezTo>
                        <a:pt x="12364" y="4581"/>
                        <a:pt x="12339" y="4739"/>
                        <a:pt x="12339" y="4739"/>
                      </a:cubicBezTo>
                      <a:close/>
                      <a:moveTo>
                        <a:pt x="11438" y="13663"/>
                      </a:moveTo>
                      <a:cubicBezTo>
                        <a:pt x="11313" y="13663"/>
                        <a:pt x="11213" y="13623"/>
                        <a:pt x="11138" y="13505"/>
                      </a:cubicBezTo>
                      <a:cubicBezTo>
                        <a:pt x="11113" y="13465"/>
                        <a:pt x="11113" y="13465"/>
                        <a:pt x="11113" y="13465"/>
                      </a:cubicBezTo>
                      <a:cubicBezTo>
                        <a:pt x="11088" y="13426"/>
                        <a:pt x="11063" y="13386"/>
                        <a:pt x="11038" y="13347"/>
                      </a:cubicBezTo>
                      <a:cubicBezTo>
                        <a:pt x="11013" y="13268"/>
                        <a:pt x="10988" y="13229"/>
                        <a:pt x="10963" y="13150"/>
                      </a:cubicBezTo>
                      <a:cubicBezTo>
                        <a:pt x="10938" y="13071"/>
                        <a:pt x="10888" y="13031"/>
                        <a:pt x="10838" y="12992"/>
                      </a:cubicBezTo>
                      <a:cubicBezTo>
                        <a:pt x="10787" y="12952"/>
                        <a:pt x="10762" y="12913"/>
                        <a:pt x="10712" y="12873"/>
                      </a:cubicBezTo>
                      <a:cubicBezTo>
                        <a:pt x="10762" y="12873"/>
                        <a:pt x="10838" y="12873"/>
                        <a:pt x="10888" y="12913"/>
                      </a:cubicBezTo>
                      <a:cubicBezTo>
                        <a:pt x="10938" y="12952"/>
                        <a:pt x="10988" y="12992"/>
                        <a:pt x="11013" y="13031"/>
                      </a:cubicBezTo>
                      <a:cubicBezTo>
                        <a:pt x="11088" y="13110"/>
                        <a:pt x="11138" y="13189"/>
                        <a:pt x="11188" y="13268"/>
                      </a:cubicBezTo>
                      <a:cubicBezTo>
                        <a:pt x="11213" y="13347"/>
                        <a:pt x="11263" y="13426"/>
                        <a:pt x="11338" y="13505"/>
                      </a:cubicBezTo>
                      <a:cubicBezTo>
                        <a:pt x="11338" y="13505"/>
                        <a:pt x="11363" y="13505"/>
                        <a:pt x="11363" y="13544"/>
                      </a:cubicBezTo>
                      <a:cubicBezTo>
                        <a:pt x="11388" y="13584"/>
                        <a:pt x="11413" y="13623"/>
                        <a:pt x="11438" y="13623"/>
                      </a:cubicBezTo>
                      <a:cubicBezTo>
                        <a:pt x="11463" y="13663"/>
                        <a:pt x="11463" y="13663"/>
                        <a:pt x="11463" y="13663"/>
                      </a:cubicBezTo>
                      <a:cubicBezTo>
                        <a:pt x="11463" y="13663"/>
                        <a:pt x="11463" y="13663"/>
                        <a:pt x="11463" y="13663"/>
                      </a:cubicBezTo>
                      <a:cubicBezTo>
                        <a:pt x="11463" y="13663"/>
                        <a:pt x="11463" y="13663"/>
                        <a:pt x="11438" y="13663"/>
                      </a:cubicBezTo>
                      <a:close/>
                      <a:moveTo>
                        <a:pt x="14191" y="3120"/>
                      </a:moveTo>
                      <a:cubicBezTo>
                        <a:pt x="14166" y="3080"/>
                        <a:pt x="14166" y="3080"/>
                        <a:pt x="14166" y="3080"/>
                      </a:cubicBezTo>
                      <a:cubicBezTo>
                        <a:pt x="14141" y="3041"/>
                        <a:pt x="14116" y="3001"/>
                        <a:pt x="14091" y="2962"/>
                      </a:cubicBezTo>
                      <a:cubicBezTo>
                        <a:pt x="14091" y="2962"/>
                        <a:pt x="14091" y="2962"/>
                        <a:pt x="14091" y="2922"/>
                      </a:cubicBezTo>
                      <a:cubicBezTo>
                        <a:pt x="14091" y="2922"/>
                        <a:pt x="14116" y="2922"/>
                        <a:pt x="14116" y="2922"/>
                      </a:cubicBezTo>
                      <a:cubicBezTo>
                        <a:pt x="14191" y="2962"/>
                        <a:pt x="14317" y="3120"/>
                        <a:pt x="14342" y="3199"/>
                      </a:cubicBezTo>
                      <a:cubicBezTo>
                        <a:pt x="14342" y="3238"/>
                        <a:pt x="14342" y="3238"/>
                        <a:pt x="14342" y="3238"/>
                      </a:cubicBezTo>
                      <a:cubicBezTo>
                        <a:pt x="14342" y="3238"/>
                        <a:pt x="14342" y="3238"/>
                        <a:pt x="14317" y="3238"/>
                      </a:cubicBezTo>
                      <a:cubicBezTo>
                        <a:pt x="14292" y="3238"/>
                        <a:pt x="14241" y="3199"/>
                        <a:pt x="14191" y="3120"/>
                      </a:cubicBezTo>
                      <a:close/>
                      <a:moveTo>
                        <a:pt x="14342" y="5528"/>
                      </a:moveTo>
                      <a:cubicBezTo>
                        <a:pt x="14342" y="5528"/>
                        <a:pt x="14367" y="5528"/>
                        <a:pt x="14367" y="5528"/>
                      </a:cubicBezTo>
                      <a:cubicBezTo>
                        <a:pt x="14367" y="5528"/>
                        <a:pt x="14367" y="5528"/>
                        <a:pt x="14367" y="5528"/>
                      </a:cubicBezTo>
                      <a:cubicBezTo>
                        <a:pt x="14392" y="5528"/>
                        <a:pt x="14392" y="5568"/>
                        <a:pt x="14392" y="5607"/>
                      </a:cubicBezTo>
                      <a:cubicBezTo>
                        <a:pt x="14392" y="5607"/>
                        <a:pt x="14417" y="5647"/>
                        <a:pt x="14417" y="5686"/>
                      </a:cubicBezTo>
                      <a:cubicBezTo>
                        <a:pt x="14392" y="5647"/>
                        <a:pt x="14367" y="5607"/>
                        <a:pt x="14342" y="5528"/>
                      </a:cubicBezTo>
                      <a:close/>
                      <a:moveTo>
                        <a:pt x="18496" y="10227"/>
                      </a:moveTo>
                      <a:cubicBezTo>
                        <a:pt x="18496" y="10267"/>
                        <a:pt x="18471" y="10306"/>
                        <a:pt x="18421" y="10306"/>
                      </a:cubicBezTo>
                      <a:cubicBezTo>
                        <a:pt x="18421" y="10306"/>
                        <a:pt x="18396" y="10306"/>
                        <a:pt x="18396" y="10306"/>
                      </a:cubicBezTo>
                      <a:cubicBezTo>
                        <a:pt x="18371" y="10306"/>
                        <a:pt x="18321" y="10306"/>
                        <a:pt x="18321" y="10306"/>
                      </a:cubicBezTo>
                      <a:cubicBezTo>
                        <a:pt x="18296" y="10306"/>
                        <a:pt x="18296" y="10306"/>
                        <a:pt x="18271" y="10306"/>
                      </a:cubicBezTo>
                      <a:cubicBezTo>
                        <a:pt x="18171" y="10385"/>
                        <a:pt x="18096" y="10583"/>
                        <a:pt x="18021" y="10780"/>
                      </a:cubicBezTo>
                      <a:cubicBezTo>
                        <a:pt x="17996" y="10780"/>
                        <a:pt x="17996" y="10780"/>
                        <a:pt x="17996" y="10780"/>
                      </a:cubicBezTo>
                      <a:cubicBezTo>
                        <a:pt x="18021" y="10701"/>
                        <a:pt x="18021" y="10662"/>
                        <a:pt x="17996" y="10543"/>
                      </a:cubicBezTo>
                      <a:cubicBezTo>
                        <a:pt x="17946" y="10346"/>
                        <a:pt x="17871" y="10227"/>
                        <a:pt x="17771" y="10188"/>
                      </a:cubicBezTo>
                      <a:cubicBezTo>
                        <a:pt x="17821" y="10030"/>
                        <a:pt x="17846" y="9872"/>
                        <a:pt x="17846" y="9714"/>
                      </a:cubicBezTo>
                      <a:cubicBezTo>
                        <a:pt x="17921" y="9754"/>
                        <a:pt x="17996" y="9833"/>
                        <a:pt x="18096" y="9872"/>
                      </a:cubicBezTo>
                      <a:cubicBezTo>
                        <a:pt x="18146" y="9872"/>
                        <a:pt x="18196" y="9912"/>
                        <a:pt x="18246" y="9912"/>
                      </a:cubicBezTo>
                      <a:cubicBezTo>
                        <a:pt x="18296" y="9912"/>
                        <a:pt x="18371" y="9912"/>
                        <a:pt x="18421" y="9951"/>
                      </a:cubicBezTo>
                      <a:cubicBezTo>
                        <a:pt x="18471" y="9990"/>
                        <a:pt x="18496" y="10069"/>
                        <a:pt x="18521" y="10148"/>
                      </a:cubicBezTo>
                      <a:cubicBezTo>
                        <a:pt x="18521" y="10188"/>
                        <a:pt x="18521" y="10227"/>
                        <a:pt x="18496" y="1022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50" name="Shape">
                  <a:extLst>
                    <a:ext uri="{FF2B5EF4-FFF2-40B4-BE49-F238E27FC236}">
                      <a16:creationId xmlns:a16="http://schemas.microsoft.com/office/drawing/2014/main" id="{BE599773-80EB-4625-A417-C974809BBF3D}"/>
                    </a:ext>
                  </a:extLst>
                </p:cNvPr>
                <p:cNvSpPr/>
                <p:nvPr/>
              </p:nvSpPr>
              <p:spPr>
                <a:xfrm>
                  <a:off x="3864111" y="364794"/>
                  <a:ext cx="74209" cy="571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65" h="21600" extrusionOk="0">
                      <a:moveTo>
                        <a:pt x="20011" y="3086"/>
                      </a:moveTo>
                      <a:cubicBezTo>
                        <a:pt x="18741" y="0"/>
                        <a:pt x="17470" y="0"/>
                        <a:pt x="14929" y="0"/>
                      </a:cubicBezTo>
                      <a:cubicBezTo>
                        <a:pt x="14929" y="0"/>
                        <a:pt x="13658" y="0"/>
                        <a:pt x="12388" y="0"/>
                      </a:cubicBezTo>
                      <a:cubicBezTo>
                        <a:pt x="11117" y="0"/>
                        <a:pt x="9847" y="1543"/>
                        <a:pt x="8576" y="3086"/>
                      </a:cubicBezTo>
                      <a:cubicBezTo>
                        <a:pt x="8576" y="3086"/>
                        <a:pt x="7306" y="4629"/>
                        <a:pt x="7306" y="4629"/>
                      </a:cubicBezTo>
                      <a:cubicBezTo>
                        <a:pt x="4764" y="4629"/>
                        <a:pt x="2223" y="6171"/>
                        <a:pt x="953" y="10800"/>
                      </a:cubicBezTo>
                      <a:cubicBezTo>
                        <a:pt x="-318" y="10800"/>
                        <a:pt x="-318" y="13886"/>
                        <a:pt x="953" y="16971"/>
                      </a:cubicBezTo>
                      <a:cubicBezTo>
                        <a:pt x="2223" y="21600"/>
                        <a:pt x="4764" y="21600"/>
                        <a:pt x="6035" y="21600"/>
                      </a:cubicBezTo>
                      <a:cubicBezTo>
                        <a:pt x="8576" y="21600"/>
                        <a:pt x="11117" y="18514"/>
                        <a:pt x="12388" y="16971"/>
                      </a:cubicBezTo>
                      <a:cubicBezTo>
                        <a:pt x="12388" y="16971"/>
                        <a:pt x="12388" y="16971"/>
                        <a:pt x="12388" y="16971"/>
                      </a:cubicBezTo>
                      <a:cubicBezTo>
                        <a:pt x="13658" y="16971"/>
                        <a:pt x="13658" y="16971"/>
                        <a:pt x="14929" y="16971"/>
                      </a:cubicBezTo>
                      <a:cubicBezTo>
                        <a:pt x="16200" y="15429"/>
                        <a:pt x="18741" y="13886"/>
                        <a:pt x="20011" y="10800"/>
                      </a:cubicBezTo>
                      <a:cubicBezTo>
                        <a:pt x="21282" y="9257"/>
                        <a:pt x="21282" y="4629"/>
                        <a:pt x="20011" y="308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51" name="Shape">
                  <a:extLst>
                    <a:ext uri="{FF2B5EF4-FFF2-40B4-BE49-F238E27FC236}">
                      <a16:creationId xmlns:a16="http://schemas.microsoft.com/office/drawing/2014/main" id="{8188FEAC-89B2-4142-9DF6-52039FB691B4}"/>
                    </a:ext>
                  </a:extLst>
                </p:cNvPr>
                <p:cNvSpPr/>
                <p:nvPr/>
              </p:nvSpPr>
              <p:spPr>
                <a:xfrm>
                  <a:off x="5985137" y="2480901"/>
                  <a:ext cx="87236" cy="8501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25" h="21600" extrusionOk="0">
                      <a:moveTo>
                        <a:pt x="20520" y="8229"/>
                      </a:moveTo>
                      <a:cubicBezTo>
                        <a:pt x="19440" y="5143"/>
                        <a:pt x="17280" y="3086"/>
                        <a:pt x="15120" y="3086"/>
                      </a:cubicBezTo>
                      <a:cubicBezTo>
                        <a:pt x="14040" y="2057"/>
                        <a:pt x="12960" y="1029"/>
                        <a:pt x="10800" y="0"/>
                      </a:cubicBezTo>
                      <a:cubicBezTo>
                        <a:pt x="9720" y="0"/>
                        <a:pt x="8640" y="0"/>
                        <a:pt x="7560" y="0"/>
                      </a:cubicBezTo>
                      <a:cubicBezTo>
                        <a:pt x="5400" y="0"/>
                        <a:pt x="3240" y="1029"/>
                        <a:pt x="2160" y="3086"/>
                      </a:cubicBezTo>
                      <a:cubicBezTo>
                        <a:pt x="2160" y="5143"/>
                        <a:pt x="2160" y="6171"/>
                        <a:pt x="3240" y="7200"/>
                      </a:cubicBezTo>
                      <a:cubicBezTo>
                        <a:pt x="3240" y="7200"/>
                        <a:pt x="0" y="8229"/>
                        <a:pt x="0" y="8229"/>
                      </a:cubicBezTo>
                      <a:cubicBezTo>
                        <a:pt x="0" y="11314"/>
                        <a:pt x="0" y="11314"/>
                        <a:pt x="0" y="11314"/>
                      </a:cubicBezTo>
                      <a:cubicBezTo>
                        <a:pt x="1080" y="11314"/>
                        <a:pt x="1080" y="12343"/>
                        <a:pt x="1080" y="13371"/>
                      </a:cubicBezTo>
                      <a:cubicBezTo>
                        <a:pt x="1080" y="15429"/>
                        <a:pt x="1080" y="17486"/>
                        <a:pt x="3240" y="19543"/>
                      </a:cubicBezTo>
                      <a:cubicBezTo>
                        <a:pt x="4320" y="20571"/>
                        <a:pt x="6480" y="21600"/>
                        <a:pt x="7560" y="21600"/>
                      </a:cubicBezTo>
                      <a:cubicBezTo>
                        <a:pt x="10800" y="21600"/>
                        <a:pt x="11880" y="19543"/>
                        <a:pt x="12960" y="18514"/>
                      </a:cubicBezTo>
                      <a:cubicBezTo>
                        <a:pt x="12960" y="17486"/>
                        <a:pt x="12960" y="17486"/>
                        <a:pt x="14040" y="17486"/>
                      </a:cubicBezTo>
                      <a:cubicBezTo>
                        <a:pt x="14040" y="16457"/>
                        <a:pt x="14040" y="16457"/>
                        <a:pt x="15120" y="16457"/>
                      </a:cubicBezTo>
                      <a:cubicBezTo>
                        <a:pt x="15120" y="16457"/>
                        <a:pt x="16200" y="16457"/>
                        <a:pt x="17280" y="15429"/>
                      </a:cubicBezTo>
                      <a:cubicBezTo>
                        <a:pt x="20520" y="14400"/>
                        <a:pt x="21600" y="11314"/>
                        <a:pt x="20520" y="822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52" name="Shape">
                  <a:extLst>
                    <a:ext uri="{FF2B5EF4-FFF2-40B4-BE49-F238E27FC236}">
                      <a16:creationId xmlns:a16="http://schemas.microsoft.com/office/drawing/2014/main" id="{19DB6C93-5DE5-4F62-BE20-B80976B302EA}"/>
                    </a:ext>
                  </a:extLst>
                </p:cNvPr>
                <p:cNvSpPr/>
                <p:nvPr/>
              </p:nvSpPr>
              <p:spPr>
                <a:xfrm>
                  <a:off x="6290974" y="2397432"/>
                  <a:ext cx="1444219" cy="13231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3886"/>
                      </a:moveTo>
                      <a:cubicBezTo>
                        <a:pt x="21533" y="13819"/>
                        <a:pt x="21533" y="13819"/>
                        <a:pt x="21533" y="13819"/>
                      </a:cubicBezTo>
                      <a:cubicBezTo>
                        <a:pt x="21533" y="13684"/>
                        <a:pt x="21533" y="13550"/>
                        <a:pt x="21330" y="13416"/>
                      </a:cubicBezTo>
                      <a:cubicBezTo>
                        <a:pt x="21195" y="13282"/>
                        <a:pt x="20992" y="13282"/>
                        <a:pt x="20925" y="13282"/>
                      </a:cubicBezTo>
                      <a:cubicBezTo>
                        <a:pt x="20857" y="13282"/>
                        <a:pt x="20790" y="13282"/>
                        <a:pt x="20722" y="13282"/>
                      </a:cubicBezTo>
                      <a:cubicBezTo>
                        <a:pt x="20655" y="13282"/>
                        <a:pt x="20655" y="13282"/>
                        <a:pt x="20587" y="13282"/>
                      </a:cubicBezTo>
                      <a:cubicBezTo>
                        <a:pt x="20520" y="13282"/>
                        <a:pt x="20520" y="13282"/>
                        <a:pt x="20452" y="13282"/>
                      </a:cubicBezTo>
                      <a:cubicBezTo>
                        <a:pt x="20452" y="13215"/>
                        <a:pt x="20452" y="13215"/>
                        <a:pt x="20385" y="13081"/>
                      </a:cubicBezTo>
                      <a:cubicBezTo>
                        <a:pt x="20385" y="12947"/>
                        <a:pt x="20385" y="12880"/>
                        <a:pt x="20452" y="12745"/>
                      </a:cubicBezTo>
                      <a:cubicBezTo>
                        <a:pt x="20452" y="12678"/>
                        <a:pt x="20452" y="12678"/>
                        <a:pt x="20452" y="12611"/>
                      </a:cubicBezTo>
                      <a:cubicBezTo>
                        <a:pt x="20452" y="12477"/>
                        <a:pt x="20452" y="12276"/>
                        <a:pt x="20317" y="12142"/>
                      </a:cubicBezTo>
                      <a:cubicBezTo>
                        <a:pt x="20250" y="12075"/>
                        <a:pt x="20182" y="12075"/>
                        <a:pt x="20115" y="12075"/>
                      </a:cubicBezTo>
                      <a:cubicBezTo>
                        <a:pt x="20115" y="12075"/>
                        <a:pt x="20115" y="12075"/>
                        <a:pt x="20115" y="12075"/>
                      </a:cubicBezTo>
                      <a:cubicBezTo>
                        <a:pt x="20115" y="12007"/>
                        <a:pt x="20115" y="12007"/>
                        <a:pt x="20115" y="12007"/>
                      </a:cubicBezTo>
                      <a:cubicBezTo>
                        <a:pt x="20182" y="11873"/>
                        <a:pt x="20250" y="11672"/>
                        <a:pt x="19980" y="11404"/>
                      </a:cubicBezTo>
                      <a:cubicBezTo>
                        <a:pt x="19777" y="11202"/>
                        <a:pt x="19575" y="11135"/>
                        <a:pt x="19305" y="11001"/>
                      </a:cubicBezTo>
                      <a:cubicBezTo>
                        <a:pt x="19170" y="11001"/>
                        <a:pt x="19102" y="10934"/>
                        <a:pt x="18967" y="10934"/>
                      </a:cubicBezTo>
                      <a:cubicBezTo>
                        <a:pt x="18967" y="10934"/>
                        <a:pt x="18967" y="10934"/>
                        <a:pt x="18900" y="10934"/>
                      </a:cubicBezTo>
                      <a:cubicBezTo>
                        <a:pt x="18832" y="10934"/>
                        <a:pt x="18832" y="10934"/>
                        <a:pt x="18765" y="10867"/>
                      </a:cubicBezTo>
                      <a:cubicBezTo>
                        <a:pt x="18697" y="10867"/>
                        <a:pt x="18563" y="10867"/>
                        <a:pt x="18495" y="10800"/>
                      </a:cubicBezTo>
                      <a:cubicBezTo>
                        <a:pt x="18428" y="10800"/>
                        <a:pt x="18360" y="10800"/>
                        <a:pt x="18360" y="10800"/>
                      </a:cubicBezTo>
                      <a:cubicBezTo>
                        <a:pt x="18293" y="10800"/>
                        <a:pt x="18158" y="10800"/>
                        <a:pt x="18090" y="10800"/>
                      </a:cubicBezTo>
                      <a:cubicBezTo>
                        <a:pt x="18090" y="10800"/>
                        <a:pt x="18023" y="10800"/>
                        <a:pt x="18023" y="10800"/>
                      </a:cubicBezTo>
                      <a:cubicBezTo>
                        <a:pt x="17820" y="10800"/>
                        <a:pt x="17618" y="10934"/>
                        <a:pt x="17618" y="10934"/>
                      </a:cubicBezTo>
                      <a:cubicBezTo>
                        <a:pt x="17550" y="11001"/>
                        <a:pt x="17483" y="11068"/>
                        <a:pt x="17415" y="11135"/>
                      </a:cubicBezTo>
                      <a:cubicBezTo>
                        <a:pt x="17415" y="11068"/>
                        <a:pt x="17348" y="11001"/>
                        <a:pt x="17348" y="10934"/>
                      </a:cubicBezTo>
                      <a:cubicBezTo>
                        <a:pt x="17280" y="10800"/>
                        <a:pt x="17145" y="10800"/>
                        <a:pt x="17078" y="10733"/>
                      </a:cubicBezTo>
                      <a:cubicBezTo>
                        <a:pt x="17078" y="10733"/>
                        <a:pt x="17010" y="10733"/>
                        <a:pt x="17010" y="10666"/>
                      </a:cubicBezTo>
                      <a:cubicBezTo>
                        <a:pt x="17010" y="10666"/>
                        <a:pt x="16943" y="10666"/>
                        <a:pt x="16943" y="10599"/>
                      </a:cubicBezTo>
                      <a:cubicBezTo>
                        <a:pt x="16875" y="10599"/>
                        <a:pt x="16808" y="10532"/>
                        <a:pt x="16673" y="10465"/>
                      </a:cubicBezTo>
                      <a:cubicBezTo>
                        <a:pt x="16605" y="10465"/>
                        <a:pt x="16470" y="10398"/>
                        <a:pt x="16335" y="10398"/>
                      </a:cubicBezTo>
                      <a:cubicBezTo>
                        <a:pt x="16268" y="10398"/>
                        <a:pt x="16200" y="10398"/>
                        <a:pt x="16133" y="10398"/>
                      </a:cubicBezTo>
                      <a:cubicBezTo>
                        <a:pt x="15795" y="10465"/>
                        <a:pt x="15728" y="10599"/>
                        <a:pt x="15593" y="10867"/>
                      </a:cubicBezTo>
                      <a:cubicBezTo>
                        <a:pt x="15593" y="10934"/>
                        <a:pt x="15593" y="10934"/>
                        <a:pt x="15593" y="10934"/>
                      </a:cubicBezTo>
                      <a:cubicBezTo>
                        <a:pt x="15525" y="11001"/>
                        <a:pt x="15525" y="11068"/>
                        <a:pt x="15458" y="11135"/>
                      </a:cubicBezTo>
                      <a:cubicBezTo>
                        <a:pt x="15458" y="11135"/>
                        <a:pt x="15458" y="11135"/>
                        <a:pt x="15458" y="11202"/>
                      </a:cubicBezTo>
                      <a:cubicBezTo>
                        <a:pt x="15390" y="11202"/>
                        <a:pt x="15390" y="11202"/>
                        <a:pt x="15323" y="11202"/>
                      </a:cubicBezTo>
                      <a:cubicBezTo>
                        <a:pt x="15255" y="11270"/>
                        <a:pt x="15188" y="11404"/>
                        <a:pt x="15120" y="11471"/>
                      </a:cubicBezTo>
                      <a:cubicBezTo>
                        <a:pt x="15120" y="11538"/>
                        <a:pt x="15053" y="11605"/>
                        <a:pt x="15053" y="11605"/>
                      </a:cubicBezTo>
                      <a:cubicBezTo>
                        <a:pt x="14985" y="11672"/>
                        <a:pt x="14985" y="11739"/>
                        <a:pt x="14918" y="11739"/>
                      </a:cubicBezTo>
                      <a:cubicBezTo>
                        <a:pt x="14850" y="11806"/>
                        <a:pt x="14783" y="11873"/>
                        <a:pt x="14715" y="11940"/>
                      </a:cubicBezTo>
                      <a:cubicBezTo>
                        <a:pt x="14715" y="11940"/>
                        <a:pt x="14715" y="11940"/>
                        <a:pt x="14715" y="11940"/>
                      </a:cubicBezTo>
                      <a:cubicBezTo>
                        <a:pt x="14715" y="11940"/>
                        <a:pt x="14715" y="11873"/>
                        <a:pt x="14715" y="11873"/>
                      </a:cubicBezTo>
                      <a:cubicBezTo>
                        <a:pt x="14715" y="11806"/>
                        <a:pt x="14715" y="11806"/>
                        <a:pt x="14715" y="11739"/>
                      </a:cubicBezTo>
                      <a:cubicBezTo>
                        <a:pt x="14715" y="11739"/>
                        <a:pt x="14715" y="11739"/>
                        <a:pt x="14715" y="11739"/>
                      </a:cubicBezTo>
                      <a:cubicBezTo>
                        <a:pt x="14783" y="11672"/>
                        <a:pt x="14783" y="11538"/>
                        <a:pt x="14783" y="11538"/>
                      </a:cubicBezTo>
                      <a:cubicBezTo>
                        <a:pt x="14850" y="11538"/>
                        <a:pt x="14850" y="11471"/>
                        <a:pt x="14918" y="11471"/>
                      </a:cubicBezTo>
                      <a:cubicBezTo>
                        <a:pt x="14985" y="11471"/>
                        <a:pt x="15053" y="11404"/>
                        <a:pt x="15120" y="11337"/>
                      </a:cubicBezTo>
                      <a:cubicBezTo>
                        <a:pt x="15255" y="11270"/>
                        <a:pt x="15255" y="11135"/>
                        <a:pt x="15323" y="11001"/>
                      </a:cubicBezTo>
                      <a:cubicBezTo>
                        <a:pt x="15323" y="10934"/>
                        <a:pt x="15323" y="10934"/>
                        <a:pt x="15323" y="10867"/>
                      </a:cubicBezTo>
                      <a:cubicBezTo>
                        <a:pt x="15390" y="10800"/>
                        <a:pt x="15525" y="10733"/>
                        <a:pt x="15593" y="10666"/>
                      </a:cubicBezTo>
                      <a:cubicBezTo>
                        <a:pt x="15660" y="10599"/>
                        <a:pt x="15660" y="10599"/>
                        <a:pt x="15660" y="10599"/>
                      </a:cubicBezTo>
                      <a:cubicBezTo>
                        <a:pt x="15660" y="10532"/>
                        <a:pt x="15728" y="10532"/>
                        <a:pt x="15795" y="10465"/>
                      </a:cubicBezTo>
                      <a:cubicBezTo>
                        <a:pt x="15863" y="10398"/>
                        <a:pt x="15998" y="10330"/>
                        <a:pt x="16133" y="10196"/>
                      </a:cubicBezTo>
                      <a:cubicBezTo>
                        <a:pt x="16268" y="9995"/>
                        <a:pt x="16268" y="9794"/>
                        <a:pt x="16200" y="9660"/>
                      </a:cubicBezTo>
                      <a:cubicBezTo>
                        <a:pt x="16200" y="9525"/>
                        <a:pt x="16065" y="9458"/>
                        <a:pt x="15930" y="9391"/>
                      </a:cubicBezTo>
                      <a:cubicBezTo>
                        <a:pt x="15863" y="9391"/>
                        <a:pt x="15795" y="9324"/>
                        <a:pt x="15728" y="9324"/>
                      </a:cubicBezTo>
                      <a:cubicBezTo>
                        <a:pt x="15593" y="9324"/>
                        <a:pt x="15458" y="9391"/>
                        <a:pt x="15390" y="9458"/>
                      </a:cubicBezTo>
                      <a:cubicBezTo>
                        <a:pt x="15323" y="9458"/>
                        <a:pt x="15323" y="9458"/>
                        <a:pt x="15323" y="9458"/>
                      </a:cubicBezTo>
                      <a:cubicBezTo>
                        <a:pt x="15323" y="9458"/>
                        <a:pt x="15255" y="9391"/>
                        <a:pt x="15188" y="9391"/>
                      </a:cubicBezTo>
                      <a:cubicBezTo>
                        <a:pt x="15188" y="9391"/>
                        <a:pt x="15053" y="9324"/>
                        <a:pt x="14985" y="9324"/>
                      </a:cubicBezTo>
                      <a:cubicBezTo>
                        <a:pt x="14918" y="9257"/>
                        <a:pt x="14918" y="9257"/>
                        <a:pt x="14850" y="9257"/>
                      </a:cubicBezTo>
                      <a:cubicBezTo>
                        <a:pt x="14648" y="9257"/>
                        <a:pt x="14378" y="9391"/>
                        <a:pt x="14243" y="9593"/>
                      </a:cubicBezTo>
                      <a:cubicBezTo>
                        <a:pt x="14243" y="9660"/>
                        <a:pt x="14243" y="9660"/>
                        <a:pt x="14243" y="9660"/>
                      </a:cubicBezTo>
                      <a:cubicBezTo>
                        <a:pt x="14175" y="9794"/>
                        <a:pt x="14108" y="9861"/>
                        <a:pt x="14040" y="9861"/>
                      </a:cubicBezTo>
                      <a:cubicBezTo>
                        <a:pt x="13973" y="9861"/>
                        <a:pt x="13973" y="9861"/>
                        <a:pt x="13973" y="9861"/>
                      </a:cubicBezTo>
                      <a:cubicBezTo>
                        <a:pt x="13905" y="9861"/>
                        <a:pt x="13770" y="9861"/>
                        <a:pt x="13770" y="9794"/>
                      </a:cubicBezTo>
                      <a:cubicBezTo>
                        <a:pt x="13703" y="9794"/>
                        <a:pt x="13703" y="9727"/>
                        <a:pt x="13703" y="9727"/>
                      </a:cubicBezTo>
                      <a:cubicBezTo>
                        <a:pt x="13635" y="9660"/>
                        <a:pt x="13568" y="9525"/>
                        <a:pt x="13433" y="9458"/>
                      </a:cubicBezTo>
                      <a:cubicBezTo>
                        <a:pt x="13365" y="9391"/>
                        <a:pt x="13230" y="9391"/>
                        <a:pt x="13163" y="9391"/>
                      </a:cubicBezTo>
                      <a:cubicBezTo>
                        <a:pt x="12960" y="9391"/>
                        <a:pt x="12758" y="9458"/>
                        <a:pt x="12623" y="9593"/>
                      </a:cubicBezTo>
                      <a:cubicBezTo>
                        <a:pt x="12555" y="9593"/>
                        <a:pt x="12488" y="9660"/>
                        <a:pt x="12420" y="9660"/>
                      </a:cubicBezTo>
                      <a:cubicBezTo>
                        <a:pt x="12353" y="9660"/>
                        <a:pt x="12285" y="9660"/>
                        <a:pt x="12285" y="9593"/>
                      </a:cubicBezTo>
                      <a:cubicBezTo>
                        <a:pt x="12218" y="9593"/>
                        <a:pt x="12083" y="9525"/>
                        <a:pt x="11948" y="9525"/>
                      </a:cubicBezTo>
                      <a:cubicBezTo>
                        <a:pt x="11880" y="9525"/>
                        <a:pt x="11813" y="9525"/>
                        <a:pt x="11745" y="9593"/>
                      </a:cubicBezTo>
                      <a:cubicBezTo>
                        <a:pt x="11610" y="9660"/>
                        <a:pt x="11543" y="9727"/>
                        <a:pt x="11475" y="9861"/>
                      </a:cubicBezTo>
                      <a:cubicBezTo>
                        <a:pt x="11408" y="9928"/>
                        <a:pt x="11408" y="9995"/>
                        <a:pt x="11340" y="9995"/>
                      </a:cubicBezTo>
                      <a:cubicBezTo>
                        <a:pt x="11340" y="9995"/>
                        <a:pt x="11273" y="9995"/>
                        <a:pt x="11205" y="9995"/>
                      </a:cubicBezTo>
                      <a:cubicBezTo>
                        <a:pt x="11137" y="9995"/>
                        <a:pt x="11137" y="9995"/>
                        <a:pt x="11137" y="9995"/>
                      </a:cubicBezTo>
                      <a:cubicBezTo>
                        <a:pt x="11137" y="9928"/>
                        <a:pt x="11137" y="9928"/>
                        <a:pt x="11137" y="9928"/>
                      </a:cubicBezTo>
                      <a:cubicBezTo>
                        <a:pt x="11137" y="9794"/>
                        <a:pt x="11205" y="9458"/>
                        <a:pt x="10935" y="9324"/>
                      </a:cubicBezTo>
                      <a:cubicBezTo>
                        <a:pt x="10935" y="9257"/>
                        <a:pt x="10867" y="9257"/>
                        <a:pt x="10800" y="9257"/>
                      </a:cubicBezTo>
                      <a:cubicBezTo>
                        <a:pt x="10800" y="9257"/>
                        <a:pt x="10800" y="9190"/>
                        <a:pt x="10800" y="9190"/>
                      </a:cubicBezTo>
                      <a:cubicBezTo>
                        <a:pt x="10800" y="9123"/>
                        <a:pt x="10800" y="8989"/>
                        <a:pt x="10665" y="8922"/>
                      </a:cubicBezTo>
                      <a:cubicBezTo>
                        <a:pt x="10597" y="8855"/>
                        <a:pt x="10530" y="8855"/>
                        <a:pt x="10463" y="8855"/>
                      </a:cubicBezTo>
                      <a:cubicBezTo>
                        <a:pt x="10328" y="8855"/>
                        <a:pt x="10260" y="8855"/>
                        <a:pt x="10193" y="8922"/>
                      </a:cubicBezTo>
                      <a:cubicBezTo>
                        <a:pt x="10193" y="8922"/>
                        <a:pt x="10193" y="8922"/>
                        <a:pt x="10193" y="8922"/>
                      </a:cubicBezTo>
                      <a:cubicBezTo>
                        <a:pt x="10193" y="8922"/>
                        <a:pt x="10125" y="8922"/>
                        <a:pt x="10125" y="8922"/>
                      </a:cubicBezTo>
                      <a:cubicBezTo>
                        <a:pt x="10058" y="8922"/>
                        <a:pt x="9990" y="8922"/>
                        <a:pt x="9990" y="8855"/>
                      </a:cubicBezTo>
                      <a:cubicBezTo>
                        <a:pt x="9855" y="8855"/>
                        <a:pt x="9720" y="8855"/>
                        <a:pt x="9585" y="8855"/>
                      </a:cubicBezTo>
                      <a:cubicBezTo>
                        <a:pt x="9518" y="8855"/>
                        <a:pt x="9450" y="8855"/>
                        <a:pt x="9383" y="8855"/>
                      </a:cubicBezTo>
                      <a:cubicBezTo>
                        <a:pt x="9315" y="8855"/>
                        <a:pt x="9315" y="8855"/>
                        <a:pt x="9315" y="8855"/>
                      </a:cubicBezTo>
                      <a:cubicBezTo>
                        <a:pt x="9248" y="8855"/>
                        <a:pt x="9248" y="8788"/>
                        <a:pt x="9180" y="8788"/>
                      </a:cubicBezTo>
                      <a:cubicBezTo>
                        <a:pt x="9045" y="8788"/>
                        <a:pt x="9045" y="8855"/>
                        <a:pt x="8978" y="8855"/>
                      </a:cubicBezTo>
                      <a:cubicBezTo>
                        <a:pt x="8910" y="8855"/>
                        <a:pt x="8910" y="8855"/>
                        <a:pt x="8910" y="8855"/>
                      </a:cubicBezTo>
                      <a:cubicBezTo>
                        <a:pt x="8843" y="8855"/>
                        <a:pt x="8708" y="8788"/>
                        <a:pt x="8640" y="8653"/>
                      </a:cubicBezTo>
                      <a:cubicBezTo>
                        <a:pt x="8505" y="8519"/>
                        <a:pt x="8370" y="8452"/>
                        <a:pt x="8167" y="8318"/>
                      </a:cubicBezTo>
                      <a:cubicBezTo>
                        <a:pt x="8100" y="8318"/>
                        <a:pt x="8032" y="8251"/>
                        <a:pt x="7965" y="8251"/>
                      </a:cubicBezTo>
                      <a:cubicBezTo>
                        <a:pt x="7897" y="8251"/>
                        <a:pt x="7830" y="8251"/>
                        <a:pt x="7830" y="8184"/>
                      </a:cubicBezTo>
                      <a:cubicBezTo>
                        <a:pt x="7762" y="8117"/>
                        <a:pt x="7695" y="8050"/>
                        <a:pt x="7560" y="7983"/>
                      </a:cubicBezTo>
                      <a:cubicBezTo>
                        <a:pt x="7492" y="7983"/>
                        <a:pt x="7492" y="7916"/>
                        <a:pt x="7492" y="7916"/>
                      </a:cubicBezTo>
                      <a:cubicBezTo>
                        <a:pt x="7425" y="7916"/>
                        <a:pt x="7425" y="7916"/>
                        <a:pt x="7425" y="7916"/>
                      </a:cubicBezTo>
                      <a:cubicBezTo>
                        <a:pt x="7492" y="7848"/>
                        <a:pt x="7492" y="7848"/>
                        <a:pt x="7492" y="7848"/>
                      </a:cubicBezTo>
                      <a:cubicBezTo>
                        <a:pt x="7560" y="7848"/>
                        <a:pt x="7560" y="7848"/>
                        <a:pt x="7560" y="7848"/>
                      </a:cubicBezTo>
                      <a:cubicBezTo>
                        <a:pt x="7762" y="7714"/>
                        <a:pt x="7897" y="7312"/>
                        <a:pt x="7897" y="7178"/>
                      </a:cubicBezTo>
                      <a:cubicBezTo>
                        <a:pt x="7897" y="7178"/>
                        <a:pt x="7965" y="7111"/>
                        <a:pt x="7965" y="7043"/>
                      </a:cubicBezTo>
                      <a:cubicBezTo>
                        <a:pt x="7965" y="7043"/>
                        <a:pt x="7965" y="7043"/>
                        <a:pt x="7965" y="7043"/>
                      </a:cubicBezTo>
                      <a:cubicBezTo>
                        <a:pt x="8032" y="7043"/>
                        <a:pt x="8032" y="6976"/>
                        <a:pt x="8032" y="6842"/>
                      </a:cubicBezTo>
                      <a:cubicBezTo>
                        <a:pt x="8100" y="6641"/>
                        <a:pt x="7965" y="6507"/>
                        <a:pt x="7830" y="6373"/>
                      </a:cubicBezTo>
                      <a:cubicBezTo>
                        <a:pt x="7695" y="6306"/>
                        <a:pt x="7560" y="6239"/>
                        <a:pt x="7425" y="6239"/>
                      </a:cubicBezTo>
                      <a:cubicBezTo>
                        <a:pt x="7357" y="6239"/>
                        <a:pt x="7290" y="6239"/>
                        <a:pt x="7222" y="6306"/>
                      </a:cubicBezTo>
                      <a:cubicBezTo>
                        <a:pt x="7222" y="6306"/>
                        <a:pt x="7155" y="6306"/>
                        <a:pt x="7087" y="6306"/>
                      </a:cubicBezTo>
                      <a:cubicBezTo>
                        <a:pt x="7087" y="6306"/>
                        <a:pt x="7087" y="6306"/>
                        <a:pt x="7087" y="6306"/>
                      </a:cubicBezTo>
                      <a:cubicBezTo>
                        <a:pt x="7087" y="6306"/>
                        <a:pt x="7087" y="6306"/>
                        <a:pt x="7087" y="6306"/>
                      </a:cubicBezTo>
                      <a:cubicBezTo>
                        <a:pt x="7020" y="6306"/>
                        <a:pt x="7020" y="6239"/>
                        <a:pt x="7020" y="6171"/>
                      </a:cubicBezTo>
                      <a:cubicBezTo>
                        <a:pt x="7020" y="6171"/>
                        <a:pt x="7020" y="6171"/>
                        <a:pt x="7020" y="6171"/>
                      </a:cubicBezTo>
                      <a:cubicBezTo>
                        <a:pt x="6885" y="5970"/>
                        <a:pt x="6750" y="5903"/>
                        <a:pt x="6615" y="5903"/>
                      </a:cubicBezTo>
                      <a:cubicBezTo>
                        <a:pt x="6615" y="5903"/>
                        <a:pt x="6547" y="5903"/>
                        <a:pt x="6547" y="5903"/>
                      </a:cubicBezTo>
                      <a:cubicBezTo>
                        <a:pt x="6547" y="5836"/>
                        <a:pt x="6547" y="5769"/>
                        <a:pt x="6547" y="5635"/>
                      </a:cubicBezTo>
                      <a:cubicBezTo>
                        <a:pt x="6547" y="5501"/>
                        <a:pt x="6547" y="5299"/>
                        <a:pt x="6412" y="5098"/>
                      </a:cubicBezTo>
                      <a:cubicBezTo>
                        <a:pt x="6142" y="4897"/>
                        <a:pt x="5872" y="4897"/>
                        <a:pt x="5670" y="4897"/>
                      </a:cubicBezTo>
                      <a:cubicBezTo>
                        <a:pt x="5670" y="4897"/>
                        <a:pt x="5535" y="4897"/>
                        <a:pt x="5535" y="4897"/>
                      </a:cubicBezTo>
                      <a:cubicBezTo>
                        <a:pt x="5535" y="4763"/>
                        <a:pt x="5535" y="4763"/>
                        <a:pt x="5467" y="4696"/>
                      </a:cubicBezTo>
                      <a:cubicBezTo>
                        <a:pt x="5400" y="4629"/>
                        <a:pt x="5265" y="4561"/>
                        <a:pt x="5062" y="4561"/>
                      </a:cubicBezTo>
                      <a:cubicBezTo>
                        <a:pt x="4995" y="4561"/>
                        <a:pt x="4995" y="4561"/>
                        <a:pt x="4927" y="4561"/>
                      </a:cubicBezTo>
                      <a:cubicBezTo>
                        <a:pt x="4927" y="4494"/>
                        <a:pt x="4927" y="4427"/>
                        <a:pt x="4927" y="4360"/>
                      </a:cubicBezTo>
                      <a:cubicBezTo>
                        <a:pt x="4995" y="4293"/>
                        <a:pt x="4927" y="4226"/>
                        <a:pt x="4927" y="4159"/>
                      </a:cubicBezTo>
                      <a:cubicBezTo>
                        <a:pt x="4792" y="4025"/>
                        <a:pt x="4522" y="3958"/>
                        <a:pt x="4320" y="3958"/>
                      </a:cubicBezTo>
                      <a:cubicBezTo>
                        <a:pt x="4252" y="3958"/>
                        <a:pt x="4252" y="3958"/>
                        <a:pt x="4185" y="4025"/>
                      </a:cubicBezTo>
                      <a:cubicBezTo>
                        <a:pt x="4185" y="4025"/>
                        <a:pt x="4185" y="4025"/>
                        <a:pt x="4185" y="4025"/>
                      </a:cubicBezTo>
                      <a:cubicBezTo>
                        <a:pt x="4252" y="3891"/>
                        <a:pt x="4320" y="3689"/>
                        <a:pt x="4252" y="3488"/>
                      </a:cubicBezTo>
                      <a:cubicBezTo>
                        <a:pt x="4117" y="3220"/>
                        <a:pt x="3780" y="3086"/>
                        <a:pt x="3510" y="3019"/>
                      </a:cubicBezTo>
                      <a:cubicBezTo>
                        <a:pt x="3442" y="2952"/>
                        <a:pt x="3442" y="2884"/>
                        <a:pt x="3442" y="2884"/>
                      </a:cubicBezTo>
                      <a:cubicBezTo>
                        <a:pt x="3375" y="2683"/>
                        <a:pt x="3105" y="2616"/>
                        <a:pt x="2970" y="2549"/>
                      </a:cubicBezTo>
                      <a:cubicBezTo>
                        <a:pt x="2835" y="2549"/>
                        <a:pt x="2700" y="2482"/>
                        <a:pt x="2565" y="2415"/>
                      </a:cubicBezTo>
                      <a:cubicBezTo>
                        <a:pt x="2362" y="2348"/>
                        <a:pt x="2092" y="2147"/>
                        <a:pt x="1890" y="2012"/>
                      </a:cubicBezTo>
                      <a:cubicBezTo>
                        <a:pt x="1755" y="1945"/>
                        <a:pt x="1687" y="1811"/>
                        <a:pt x="1552" y="1677"/>
                      </a:cubicBezTo>
                      <a:cubicBezTo>
                        <a:pt x="1485" y="1677"/>
                        <a:pt x="1485" y="1610"/>
                        <a:pt x="1417" y="1543"/>
                      </a:cubicBezTo>
                      <a:cubicBezTo>
                        <a:pt x="1350" y="1476"/>
                        <a:pt x="1282" y="1342"/>
                        <a:pt x="1215" y="1275"/>
                      </a:cubicBezTo>
                      <a:cubicBezTo>
                        <a:pt x="1080" y="1207"/>
                        <a:pt x="945" y="1073"/>
                        <a:pt x="877" y="939"/>
                      </a:cubicBezTo>
                      <a:cubicBezTo>
                        <a:pt x="810" y="872"/>
                        <a:pt x="810" y="805"/>
                        <a:pt x="810" y="805"/>
                      </a:cubicBezTo>
                      <a:cubicBezTo>
                        <a:pt x="742" y="604"/>
                        <a:pt x="607" y="402"/>
                        <a:pt x="405" y="268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35" y="470"/>
                        <a:pt x="135" y="470"/>
                        <a:pt x="135" y="470"/>
                      </a:cubicBezTo>
                      <a:cubicBezTo>
                        <a:pt x="135" y="537"/>
                        <a:pt x="202" y="738"/>
                        <a:pt x="202" y="738"/>
                      </a:cubicBezTo>
                      <a:cubicBezTo>
                        <a:pt x="202" y="939"/>
                        <a:pt x="270" y="1140"/>
                        <a:pt x="337" y="1342"/>
                      </a:cubicBezTo>
                      <a:cubicBezTo>
                        <a:pt x="405" y="1476"/>
                        <a:pt x="405" y="1610"/>
                        <a:pt x="472" y="1878"/>
                      </a:cubicBezTo>
                      <a:cubicBezTo>
                        <a:pt x="675" y="1811"/>
                        <a:pt x="675" y="1811"/>
                        <a:pt x="675" y="1811"/>
                      </a:cubicBezTo>
                      <a:cubicBezTo>
                        <a:pt x="472" y="1878"/>
                        <a:pt x="472" y="1878"/>
                        <a:pt x="472" y="1878"/>
                      </a:cubicBezTo>
                      <a:cubicBezTo>
                        <a:pt x="607" y="2482"/>
                        <a:pt x="675" y="2683"/>
                        <a:pt x="742" y="2817"/>
                      </a:cubicBezTo>
                      <a:cubicBezTo>
                        <a:pt x="877" y="2884"/>
                        <a:pt x="945" y="2884"/>
                        <a:pt x="945" y="2884"/>
                      </a:cubicBezTo>
                      <a:cubicBezTo>
                        <a:pt x="1012" y="2884"/>
                        <a:pt x="1012" y="2884"/>
                        <a:pt x="1080" y="2884"/>
                      </a:cubicBezTo>
                      <a:cubicBezTo>
                        <a:pt x="1080" y="2884"/>
                        <a:pt x="1147" y="2884"/>
                        <a:pt x="1147" y="2884"/>
                      </a:cubicBezTo>
                      <a:cubicBezTo>
                        <a:pt x="1282" y="2884"/>
                        <a:pt x="1350" y="2884"/>
                        <a:pt x="1417" y="3019"/>
                      </a:cubicBezTo>
                      <a:cubicBezTo>
                        <a:pt x="1485" y="3086"/>
                        <a:pt x="1485" y="3220"/>
                        <a:pt x="1417" y="3354"/>
                      </a:cubicBezTo>
                      <a:cubicBezTo>
                        <a:pt x="1417" y="3488"/>
                        <a:pt x="1350" y="3622"/>
                        <a:pt x="1417" y="3689"/>
                      </a:cubicBezTo>
                      <a:cubicBezTo>
                        <a:pt x="1417" y="3824"/>
                        <a:pt x="1485" y="4025"/>
                        <a:pt x="1687" y="4025"/>
                      </a:cubicBezTo>
                      <a:cubicBezTo>
                        <a:pt x="1755" y="4025"/>
                        <a:pt x="1890" y="3958"/>
                        <a:pt x="1957" y="3958"/>
                      </a:cubicBezTo>
                      <a:cubicBezTo>
                        <a:pt x="2092" y="3891"/>
                        <a:pt x="2227" y="3891"/>
                        <a:pt x="2362" y="3891"/>
                      </a:cubicBezTo>
                      <a:cubicBezTo>
                        <a:pt x="2430" y="3891"/>
                        <a:pt x="2497" y="3891"/>
                        <a:pt x="2565" y="3891"/>
                      </a:cubicBezTo>
                      <a:cubicBezTo>
                        <a:pt x="3037" y="4092"/>
                        <a:pt x="3037" y="4494"/>
                        <a:pt x="2970" y="5098"/>
                      </a:cubicBezTo>
                      <a:cubicBezTo>
                        <a:pt x="2902" y="5568"/>
                        <a:pt x="2835" y="6037"/>
                        <a:pt x="3307" y="6239"/>
                      </a:cubicBezTo>
                      <a:cubicBezTo>
                        <a:pt x="3510" y="6373"/>
                        <a:pt x="3645" y="6373"/>
                        <a:pt x="3780" y="6440"/>
                      </a:cubicBezTo>
                      <a:cubicBezTo>
                        <a:pt x="4117" y="6440"/>
                        <a:pt x="4252" y="6507"/>
                        <a:pt x="4387" y="7043"/>
                      </a:cubicBezTo>
                      <a:cubicBezTo>
                        <a:pt x="4387" y="7245"/>
                        <a:pt x="4387" y="7446"/>
                        <a:pt x="4387" y="7647"/>
                      </a:cubicBezTo>
                      <a:cubicBezTo>
                        <a:pt x="4387" y="7916"/>
                        <a:pt x="4387" y="8184"/>
                        <a:pt x="4455" y="8519"/>
                      </a:cubicBezTo>
                      <a:cubicBezTo>
                        <a:pt x="4522" y="8653"/>
                        <a:pt x="4522" y="8855"/>
                        <a:pt x="4522" y="9123"/>
                      </a:cubicBezTo>
                      <a:cubicBezTo>
                        <a:pt x="4590" y="9458"/>
                        <a:pt x="4590" y="9794"/>
                        <a:pt x="4725" y="10062"/>
                      </a:cubicBezTo>
                      <a:cubicBezTo>
                        <a:pt x="4860" y="10330"/>
                        <a:pt x="5062" y="10330"/>
                        <a:pt x="5265" y="10330"/>
                      </a:cubicBezTo>
                      <a:cubicBezTo>
                        <a:pt x="5332" y="10398"/>
                        <a:pt x="5467" y="10398"/>
                        <a:pt x="5602" y="10465"/>
                      </a:cubicBezTo>
                      <a:cubicBezTo>
                        <a:pt x="5737" y="10532"/>
                        <a:pt x="5805" y="10599"/>
                        <a:pt x="5872" y="10733"/>
                      </a:cubicBezTo>
                      <a:cubicBezTo>
                        <a:pt x="5940" y="10800"/>
                        <a:pt x="6007" y="10867"/>
                        <a:pt x="6075" y="10934"/>
                      </a:cubicBezTo>
                      <a:cubicBezTo>
                        <a:pt x="6210" y="11068"/>
                        <a:pt x="6345" y="11135"/>
                        <a:pt x="6480" y="11202"/>
                      </a:cubicBezTo>
                      <a:cubicBezTo>
                        <a:pt x="6750" y="11337"/>
                        <a:pt x="7020" y="11404"/>
                        <a:pt x="7020" y="11806"/>
                      </a:cubicBezTo>
                      <a:cubicBezTo>
                        <a:pt x="7020" y="11940"/>
                        <a:pt x="7020" y="12007"/>
                        <a:pt x="7020" y="12142"/>
                      </a:cubicBezTo>
                      <a:cubicBezTo>
                        <a:pt x="6952" y="12276"/>
                        <a:pt x="6952" y="12410"/>
                        <a:pt x="7020" y="12611"/>
                      </a:cubicBezTo>
                      <a:cubicBezTo>
                        <a:pt x="7087" y="12745"/>
                        <a:pt x="7155" y="12812"/>
                        <a:pt x="7222" y="12880"/>
                      </a:cubicBezTo>
                      <a:cubicBezTo>
                        <a:pt x="7290" y="13014"/>
                        <a:pt x="7425" y="13148"/>
                        <a:pt x="7425" y="13349"/>
                      </a:cubicBezTo>
                      <a:cubicBezTo>
                        <a:pt x="7425" y="13752"/>
                        <a:pt x="7155" y="13886"/>
                        <a:pt x="6615" y="13886"/>
                      </a:cubicBezTo>
                      <a:cubicBezTo>
                        <a:pt x="6345" y="13886"/>
                        <a:pt x="6345" y="13886"/>
                        <a:pt x="6345" y="13886"/>
                      </a:cubicBezTo>
                      <a:cubicBezTo>
                        <a:pt x="6210" y="13886"/>
                        <a:pt x="6075" y="13886"/>
                        <a:pt x="5940" y="13953"/>
                      </a:cubicBezTo>
                      <a:cubicBezTo>
                        <a:pt x="5737" y="14020"/>
                        <a:pt x="5535" y="14087"/>
                        <a:pt x="5265" y="14154"/>
                      </a:cubicBezTo>
                      <a:cubicBezTo>
                        <a:pt x="4927" y="14288"/>
                        <a:pt x="4590" y="14489"/>
                        <a:pt x="4185" y="14489"/>
                      </a:cubicBezTo>
                      <a:cubicBezTo>
                        <a:pt x="3780" y="14489"/>
                        <a:pt x="3510" y="14355"/>
                        <a:pt x="3172" y="14154"/>
                      </a:cubicBezTo>
                      <a:cubicBezTo>
                        <a:pt x="3105" y="14154"/>
                        <a:pt x="2970" y="14087"/>
                        <a:pt x="2902" y="14087"/>
                      </a:cubicBezTo>
                      <a:cubicBezTo>
                        <a:pt x="2565" y="13953"/>
                        <a:pt x="2565" y="13953"/>
                        <a:pt x="2565" y="13953"/>
                      </a:cubicBezTo>
                      <a:cubicBezTo>
                        <a:pt x="2632" y="14288"/>
                        <a:pt x="2632" y="14288"/>
                        <a:pt x="2632" y="14288"/>
                      </a:cubicBezTo>
                      <a:cubicBezTo>
                        <a:pt x="2632" y="14422"/>
                        <a:pt x="2700" y="14825"/>
                        <a:pt x="2632" y="14892"/>
                      </a:cubicBezTo>
                      <a:cubicBezTo>
                        <a:pt x="2565" y="14959"/>
                        <a:pt x="2497" y="14959"/>
                        <a:pt x="2430" y="14959"/>
                      </a:cubicBezTo>
                      <a:cubicBezTo>
                        <a:pt x="2430" y="14959"/>
                        <a:pt x="2362" y="14959"/>
                        <a:pt x="2295" y="14959"/>
                      </a:cubicBezTo>
                      <a:cubicBezTo>
                        <a:pt x="2092" y="15294"/>
                        <a:pt x="2092" y="15294"/>
                        <a:pt x="2092" y="15294"/>
                      </a:cubicBezTo>
                      <a:cubicBezTo>
                        <a:pt x="2227" y="15429"/>
                        <a:pt x="2295" y="15496"/>
                        <a:pt x="2295" y="15697"/>
                      </a:cubicBezTo>
                      <a:cubicBezTo>
                        <a:pt x="2025" y="15764"/>
                        <a:pt x="1822" y="15898"/>
                        <a:pt x="1687" y="16099"/>
                      </a:cubicBezTo>
                      <a:cubicBezTo>
                        <a:pt x="1620" y="16166"/>
                        <a:pt x="1620" y="16166"/>
                        <a:pt x="1620" y="16166"/>
                      </a:cubicBezTo>
                      <a:cubicBezTo>
                        <a:pt x="1620" y="16234"/>
                        <a:pt x="1620" y="16234"/>
                        <a:pt x="1620" y="16234"/>
                      </a:cubicBezTo>
                      <a:cubicBezTo>
                        <a:pt x="1755" y="17106"/>
                        <a:pt x="1822" y="17307"/>
                        <a:pt x="1890" y="17374"/>
                      </a:cubicBezTo>
                      <a:cubicBezTo>
                        <a:pt x="1957" y="17441"/>
                        <a:pt x="2092" y="17508"/>
                        <a:pt x="2160" y="17508"/>
                      </a:cubicBezTo>
                      <a:cubicBezTo>
                        <a:pt x="2295" y="17575"/>
                        <a:pt x="2362" y="17575"/>
                        <a:pt x="2430" y="17642"/>
                      </a:cubicBezTo>
                      <a:cubicBezTo>
                        <a:pt x="2497" y="17776"/>
                        <a:pt x="2497" y="17843"/>
                        <a:pt x="2497" y="17978"/>
                      </a:cubicBezTo>
                      <a:cubicBezTo>
                        <a:pt x="2497" y="18045"/>
                        <a:pt x="2565" y="18179"/>
                        <a:pt x="2565" y="18246"/>
                      </a:cubicBezTo>
                      <a:cubicBezTo>
                        <a:pt x="2767" y="18447"/>
                        <a:pt x="2970" y="18447"/>
                        <a:pt x="3172" y="18447"/>
                      </a:cubicBezTo>
                      <a:cubicBezTo>
                        <a:pt x="3307" y="18447"/>
                        <a:pt x="3442" y="18514"/>
                        <a:pt x="3577" y="18581"/>
                      </a:cubicBezTo>
                      <a:cubicBezTo>
                        <a:pt x="3847" y="18716"/>
                        <a:pt x="3915" y="18917"/>
                        <a:pt x="3915" y="19185"/>
                      </a:cubicBezTo>
                      <a:cubicBezTo>
                        <a:pt x="3982" y="19252"/>
                        <a:pt x="3982" y="19386"/>
                        <a:pt x="3982" y="19453"/>
                      </a:cubicBezTo>
                      <a:cubicBezTo>
                        <a:pt x="3982" y="19453"/>
                        <a:pt x="3982" y="19453"/>
                        <a:pt x="3982" y="19453"/>
                      </a:cubicBezTo>
                      <a:cubicBezTo>
                        <a:pt x="4117" y="19990"/>
                        <a:pt x="4252" y="20124"/>
                        <a:pt x="4320" y="20191"/>
                      </a:cubicBezTo>
                      <a:cubicBezTo>
                        <a:pt x="4522" y="20325"/>
                        <a:pt x="4522" y="20325"/>
                        <a:pt x="4522" y="20325"/>
                      </a:cubicBezTo>
                      <a:cubicBezTo>
                        <a:pt x="4590" y="20057"/>
                        <a:pt x="4590" y="20057"/>
                        <a:pt x="4590" y="20057"/>
                      </a:cubicBezTo>
                      <a:cubicBezTo>
                        <a:pt x="4657" y="20057"/>
                        <a:pt x="4657" y="19990"/>
                        <a:pt x="4657" y="19923"/>
                      </a:cubicBezTo>
                      <a:cubicBezTo>
                        <a:pt x="4725" y="19722"/>
                        <a:pt x="4792" y="19655"/>
                        <a:pt x="4860" y="19588"/>
                      </a:cubicBezTo>
                      <a:cubicBezTo>
                        <a:pt x="4860" y="19588"/>
                        <a:pt x="4860" y="19588"/>
                        <a:pt x="4860" y="19588"/>
                      </a:cubicBezTo>
                      <a:cubicBezTo>
                        <a:pt x="4995" y="19588"/>
                        <a:pt x="5062" y="19722"/>
                        <a:pt x="5130" y="19722"/>
                      </a:cubicBezTo>
                      <a:cubicBezTo>
                        <a:pt x="5197" y="19789"/>
                        <a:pt x="5265" y="20057"/>
                        <a:pt x="5332" y="20325"/>
                      </a:cubicBezTo>
                      <a:cubicBezTo>
                        <a:pt x="5332" y="20527"/>
                        <a:pt x="5400" y="20728"/>
                        <a:pt x="5467" y="20795"/>
                      </a:cubicBezTo>
                      <a:cubicBezTo>
                        <a:pt x="5467" y="20862"/>
                        <a:pt x="5467" y="20862"/>
                        <a:pt x="5467" y="20862"/>
                      </a:cubicBezTo>
                      <a:cubicBezTo>
                        <a:pt x="5670" y="21198"/>
                        <a:pt x="5737" y="21198"/>
                        <a:pt x="6075" y="21198"/>
                      </a:cubicBezTo>
                      <a:cubicBezTo>
                        <a:pt x="6210" y="21198"/>
                        <a:pt x="6210" y="21198"/>
                        <a:pt x="6210" y="21198"/>
                      </a:cubicBezTo>
                      <a:cubicBezTo>
                        <a:pt x="6277" y="21198"/>
                        <a:pt x="6345" y="21198"/>
                        <a:pt x="6412" y="21198"/>
                      </a:cubicBezTo>
                      <a:cubicBezTo>
                        <a:pt x="6682" y="21198"/>
                        <a:pt x="6817" y="21130"/>
                        <a:pt x="7087" y="20996"/>
                      </a:cubicBezTo>
                      <a:cubicBezTo>
                        <a:pt x="7222" y="20929"/>
                        <a:pt x="7222" y="20929"/>
                        <a:pt x="7222" y="20929"/>
                      </a:cubicBezTo>
                      <a:cubicBezTo>
                        <a:pt x="7357" y="20795"/>
                        <a:pt x="7492" y="20728"/>
                        <a:pt x="7627" y="20728"/>
                      </a:cubicBezTo>
                      <a:cubicBezTo>
                        <a:pt x="7695" y="20728"/>
                        <a:pt x="7830" y="20795"/>
                        <a:pt x="8032" y="20862"/>
                      </a:cubicBezTo>
                      <a:cubicBezTo>
                        <a:pt x="8032" y="20929"/>
                        <a:pt x="8032" y="20929"/>
                        <a:pt x="8032" y="20929"/>
                      </a:cubicBezTo>
                      <a:cubicBezTo>
                        <a:pt x="8370" y="21198"/>
                        <a:pt x="8640" y="21399"/>
                        <a:pt x="8775" y="21466"/>
                      </a:cubicBezTo>
                      <a:cubicBezTo>
                        <a:pt x="9113" y="21600"/>
                        <a:pt x="9113" y="21600"/>
                        <a:pt x="9113" y="21600"/>
                      </a:cubicBezTo>
                      <a:cubicBezTo>
                        <a:pt x="9113" y="21130"/>
                        <a:pt x="9113" y="21130"/>
                        <a:pt x="9113" y="21130"/>
                      </a:cubicBezTo>
                      <a:cubicBezTo>
                        <a:pt x="9180" y="20661"/>
                        <a:pt x="9180" y="20124"/>
                        <a:pt x="9045" y="19722"/>
                      </a:cubicBezTo>
                      <a:cubicBezTo>
                        <a:pt x="8910" y="19520"/>
                        <a:pt x="8775" y="19386"/>
                        <a:pt x="8640" y="19185"/>
                      </a:cubicBezTo>
                      <a:cubicBezTo>
                        <a:pt x="8505" y="18984"/>
                        <a:pt x="8302" y="18783"/>
                        <a:pt x="8302" y="18447"/>
                      </a:cubicBezTo>
                      <a:cubicBezTo>
                        <a:pt x="8302" y="18112"/>
                        <a:pt x="8438" y="17709"/>
                        <a:pt x="8708" y="17642"/>
                      </a:cubicBezTo>
                      <a:cubicBezTo>
                        <a:pt x="8775" y="17642"/>
                        <a:pt x="8775" y="17642"/>
                        <a:pt x="8843" y="17642"/>
                      </a:cubicBezTo>
                      <a:cubicBezTo>
                        <a:pt x="8978" y="17642"/>
                        <a:pt x="9113" y="17709"/>
                        <a:pt x="9248" y="17911"/>
                      </a:cubicBezTo>
                      <a:cubicBezTo>
                        <a:pt x="9450" y="18179"/>
                        <a:pt x="9383" y="18380"/>
                        <a:pt x="9383" y="18648"/>
                      </a:cubicBezTo>
                      <a:cubicBezTo>
                        <a:pt x="9315" y="18917"/>
                        <a:pt x="9315" y="19185"/>
                        <a:pt x="9585" y="19520"/>
                      </a:cubicBezTo>
                      <a:cubicBezTo>
                        <a:pt x="9855" y="19789"/>
                        <a:pt x="10058" y="19923"/>
                        <a:pt x="10395" y="19923"/>
                      </a:cubicBezTo>
                      <a:cubicBezTo>
                        <a:pt x="10530" y="19923"/>
                        <a:pt x="10665" y="19923"/>
                        <a:pt x="10867" y="19856"/>
                      </a:cubicBezTo>
                      <a:cubicBezTo>
                        <a:pt x="11137" y="19655"/>
                        <a:pt x="11475" y="19520"/>
                        <a:pt x="11745" y="19386"/>
                      </a:cubicBezTo>
                      <a:cubicBezTo>
                        <a:pt x="13568" y="18447"/>
                        <a:pt x="15390" y="17575"/>
                        <a:pt x="17078" y="16703"/>
                      </a:cubicBezTo>
                      <a:cubicBezTo>
                        <a:pt x="17955" y="16234"/>
                        <a:pt x="18832" y="15831"/>
                        <a:pt x="19710" y="15361"/>
                      </a:cubicBezTo>
                      <a:cubicBezTo>
                        <a:pt x="20385" y="16703"/>
                        <a:pt x="20385" y="16703"/>
                        <a:pt x="20385" y="16703"/>
                      </a:cubicBezTo>
                      <a:cubicBezTo>
                        <a:pt x="20587" y="16502"/>
                        <a:pt x="20587" y="16502"/>
                        <a:pt x="20587" y="16502"/>
                      </a:cubicBezTo>
                      <a:cubicBezTo>
                        <a:pt x="20722" y="16368"/>
                        <a:pt x="20857" y="16234"/>
                        <a:pt x="20925" y="16099"/>
                      </a:cubicBezTo>
                      <a:cubicBezTo>
                        <a:pt x="21127" y="15563"/>
                        <a:pt x="21330" y="15093"/>
                        <a:pt x="21465" y="14691"/>
                      </a:cubicBezTo>
                      <a:cubicBezTo>
                        <a:pt x="21533" y="14422"/>
                        <a:pt x="21600" y="14154"/>
                        <a:pt x="21600" y="13886"/>
                      </a:cubicBezTo>
                      <a:close/>
                      <a:moveTo>
                        <a:pt x="13568" y="14221"/>
                      </a:moveTo>
                      <a:cubicBezTo>
                        <a:pt x="13568" y="13819"/>
                        <a:pt x="13568" y="13550"/>
                        <a:pt x="13770" y="13282"/>
                      </a:cubicBezTo>
                      <a:cubicBezTo>
                        <a:pt x="13838" y="13215"/>
                        <a:pt x="13973" y="13148"/>
                        <a:pt x="14040" y="13081"/>
                      </a:cubicBezTo>
                      <a:cubicBezTo>
                        <a:pt x="14040" y="13014"/>
                        <a:pt x="14108" y="12947"/>
                        <a:pt x="14175" y="12880"/>
                      </a:cubicBezTo>
                      <a:cubicBezTo>
                        <a:pt x="14243" y="12812"/>
                        <a:pt x="14378" y="12678"/>
                        <a:pt x="14445" y="12544"/>
                      </a:cubicBezTo>
                      <a:cubicBezTo>
                        <a:pt x="14445" y="12611"/>
                        <a:pt x="14445" y="12611"/>
                        <a:pt x="14445" y="12678"/>
                      </a:cubicBezTo>
                      <a:cubicBezTo>
                        <a:pt x="14445" y="12745"/>
                        <a:pt x="14445" y="12812"/>
                        <a:pt x="14445" y="12880"/>
                      </a:cubicBezTo>
                      <a:cubicBezTo>
                        <a:pt x="14378" y="13081"/>
                        <a:pt x="14310" y="13215"/>
                        <a:pt x="14108" y="13349"/>
                      </a:cubicBezTo>
                      <a:cubicBezTo>
                        <a:pt x="14040" y="13416"/>
                        <a:pt x="13973" y="13416"/>
                        <a:pt x="13905" y="13550"/>
                      </a:cubicBezTo>
                      <a:cubicBezTo>
                        <a:pt x="13703" y="13752"/>
                        <a:pt x="13703" y="14020"/>
                        <a:pt x="13635" y="14221"/>
                      </a:cubicBezTo>
                      <a:cubicBezTo>
                        <a:pt x="13635" y="14355"/>
                        <a:pt x="13635" y="14422"/>
                        <a:pt x="13568" y="14489"/>
                      </a:cubicBezTo>
                      <a:cubicBezTo>
                        <a:pt x="13568" y="14489"/>
                        <a:pt x="13568" y="14422"/>
                        <a:pt x="13568" y="14355"/>
                      </a:cubicBezTo>
                      <a:cubicBezTo>
                        <a:pt x="13568" y="14288"/>
                        <a:pt x="13568" y="14288"/>
                        <a:pt x="13568" y="1422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53" name="Shape">
                  <a:extLst>
                    <a:ext uri="{FF2B5EF4-FFF2-40B4-BE49-F238E27FC236}">
                      <a16:creationId xmlns:a16="http://schemas.microsoft.com/office/drawing/2014/main" id="{D87F6163-4B79-4F72-BA42-49E893C13AC8}"/>
                    </a:ext>
                  </a:extLst>
                </p:cNvPr>
                <p:cNvSpPr/>
                <p:nvPr/>
              </p:nvSpPr>
              <p:spPr>
                <a:xfrm>
                  <a:off x="6138056" y="2102194"/>
                  <a:ext cx="42482" cy="494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002" h="21600" extrusionOk="0">
                      <a:moveTo>
                        <a:pt x="19440" y="7200"/>
                      </a:moveTo>
                      <a:cubicBezTo>
                        <a:pt x="19440" y="5400"/>
                        <a:pt x="17280" y="5400"/>
                        <a:pt x="15120" y="5400"/>
                      </a:cubicBezTo>
                      <a:cubicBezTo>
                        <a:pt x="15120" y="0"/>
                        <a:pt x="15120" y="0"/>
                        <a:pt x="15120" y="0"/>
                      </a:cubicBezTo>
                      <a:cubicBezTo>
                        <a:pt x="8640" y="0"/>
                        <a:pt x="0" y="7200"/>
                        <a:pt x="0" y="12600"/>
                      </a:cubicBezTo>
                      <a:cubicBezTo>
                        <a:pt x="0" y="16200"/>
                        <a:pt x="0" y="18000"/>
                        <a:pt x="2160" y="19800"/>
                      </a:cubicBezTo>
                      <a:cubicBezTo>
                        <a:pt x="4320" y="19800"/>
                        <a:pt x="8640" y="21600"/>
                        <a:pt x="10800" y="21600"/>
                      </a:cubicBezTo>
                      <a:cubicBezTo>
                        <a:pt x="10800" y="16200"/>
                        <a:pt x="10800" y="16200"/>
                        <a:pt x="10800" y="16200"/>
                      </a:cubicBezTo>
                      <a:cubicBezTo>
                        <a:pt x="10800" y="16200"/>
                        <a:pt x="10800" y="16200"/>
                        <a:pt x="10800" y="16200"/>
                      </a:cubicBezTo>
                      <a:cubicBezTo>
                        <a:pt x="17280" y="16200"/>
                        <a:pt x="21600" y="12600"/>
                        <a:pt x="19440" y="72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54" name="Shape">
                  <a:extLst>
                    <a:ext uri="{FF2B5EF4-FFF2-40B4-BE49-F238E27FC236}">
                      <a16:creationId xmlns:a16="http://schemas.microsoft.com/office/drawing/2014/main" id="{81A93619-55B2-456B-957B-97878EFDF3AE}"/>
                    </a:ext>
                  </a:extLst>
                </p:cNvPr>
                <p:cNvSpPr/>
                <p:nvPr/>
              </p:nvSpPr>
              <p:spPr>
                <a:xfrm>
                  <a:off x="8003490" y="3527359"/>
                  <a:ext cx="74915" cy="695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64" h="21600" extrusionOk="0">
                      <a:moveTo>
                        <a:pt x="16082" y="0"/>
                      </a:moveTo>
                      <a:cubicBezTo>
                        <a:pt x="14811" y="0"/>
                        <a:pt x="13540" y="1271"/>
                        <a:pt x="12270" y="1271"/>
                      </a:cubicBezTo>
                      <a:cubicBezTo>
                        <a:pt x="8458" y="3812"/>
                        <a:pt x="3376" y="8894"/>
                        <a:pt x="2105" y="12706"/>
                      </a:cubicBezTo>
                      <a:cubicBezTo>
                        <a:pt x="-436" y="15247"/>
                        <a:pt x="-436" y="17788"/>
                        <a:pt x="835" y="20329"/>
                      </a:cubicBezTo>
                      <a:cubicBezTo>
                        <a:pt x="2105" y="21600"/>
                        <a:pt x="3376" y="21600"/>
                        <a:pt x="4646" y="21600"/>
                      </a:cubicBezTo>
                      <a:cubicBezTo>
                        <a:pt x="7188" y="21600"/>
                        <a:pt x="8458" y="21600"/>
                        <a:pt x="9729" y="20329"/>
                      </a:cubicBezTo>
                      <a:cubicBezTo>
                        <a:pt x="12270" y="19059"/>
                        <a:pt x="13540" y="16518"/>
                        <a:pt x="13540" y="13976"/>
                      </a:cubicBezTo>
                      <a:cubicBezTo>
                        <a:pt x="14811" y="13976"/>
                        <a:pt x="14811" y="12706"/>
                        <a:pt x="14811" y="12706"/>
                      </a:cubicBezTo>
                      <a:cubicBezTo>
                        <a:pt x="14811" y="12706"/>
                        <a:pt x="14811" y="12706"/>
                        <a:pt x="14811" y="12706"/>
                      </a:cubicBezTo>
                      <a:cubicBezTo>
                        <a:pt x="19893" y="11435"/>
                        <a:pt x="21164" y="8894"/>
                        <a:pt x="21164" y="5082"/>
                      </a:cubicBezTo>
                      <a:cubicBezTo>
                        <a:pt x="21164" y="0"/>
                        <a:pt x="17352" y="0"/>
                        <a:pt x="16082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55" name="Shape">
                  <a:extLst>
                    <a:ext uri="{FF2B5EF4-FFF2-40B4-BE49-F238E27FC236}">
                      <a16:creationId xmlns:a16="http://schemas.microsoft.com/office/drawing/2014/main" id="{1271CAC1-2732-422B-A0B3-E9A4673B7C53}"/>
                    </a:ext>
                  </a:extLst>
                </p:cNvPr>
                <p:cNvSpPr/>
                <p:nvPr/>
              </p:nvSpPr>
              <p:spPr>
                <a:xfrm>
                  <a:off x="8069913" y="3494898"/>
                  <a:ext cx="57769" cy="448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938" y="3927"/>
                      </a:moveTo>
                      <a:cubicBezTo>
                        <a:pt x="18277" y="1964"/>
                        <a:pt x="16615" y="0"/>
                        <a:pt x="11631" y="0"/>
                      </a:cubicBezTo>
                      <a:cubicBezTo>
                        <a:pt x="8308" y="0"/>
                        <a:pt x="1662" y="1964"/>
                        <a:pt x="0" y="7855"/>
                      </a:cubicBezTo>
                      <a:cubicBezTo>
                        <a:pt x="0" y="9818"/>
                        <a:pt x="0" y="13745"/>
                        <a:pt x="1662" y="17673"/>
                      </a:cubicBezTo>
                      <a:cubicBezTo>
                        <a:pt x="3323" y="19636"/>
                        <a:pt x="6646" y="21600"/>
                        <a:pt x="9969" y="21600"/>
                      </a:cubicBezTo>
                      <a:cubicBezTo>
                        <a:pt x="9969" y="21600"/>
                        <a:pt x="9969" y="21600"/>
                        <a:pt x="9969" y="21600"/>
                      </a:cubicBezTo>
                      <a:cubicBezTo>
                        <a:pt x="14954" y="19636"/>
                        <a:pt x="19938" y="15709"/>
                        <a:pt x="21600" y="9818"/>
                      </a:cubicBezTo>
                      <a:cubicBezTo>
                        <a:pt x="21600" y="7855"/>
                        <a:pt x="21600" y="5891"/>
                        <a:pt x="19938" y="392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56" name="Shape">
                  <a:extLst>
                    <a:ext uri="{FF2B5EF4-FFF2-40B4-BE49-F238E27FC236}">
                      <a16:creationId xmlns:a16="http://schemas.microsoft.com/office/drawing/2014/main" id="{1B03D74D-BB0F-4BAA-B4CD-03B4781CD307}"/>
                    </a:ext>
                  </a:extLst>
                </p:cNvPr>
                <p:cNvSpPr/>
                <p:nvPr/>
              </p:nvSpPr>
              <p:spPr>
                <a:xfrm>
                  <a:off x="6143151" y="2205760"/>
                  <a:ext cx="101006" cy="9738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50" h="21600" extrusionOk="0">
                      <a:moveTo>
                        <a:pt x="20661" y="13500"/>
                      </a:moveTo>
                      <a:cubicBezTo>
                        <a:pt x="20661" y="10800"/>
                        <a:pt x="18783" y="9000"/>
                        <a:pt x="16904" y="8100"/>
                      </a:cubicBezTo>
                      <a:cubicBezTo>
                        <a:pt x="15965" y="7200"/>
                        <a:pt x="14087" y="7200"/>
                        <a:pt x="13148" y="7200"/>
                      </a:cubicBezTo>
                      <a:cubicBezTo>
                        <a:pt x="13148" y="7200"/>
                        <a:pt x="13148" y="7200"/>
                        <a:pt x="13148" y="7200"/>
                      </a:cubicBezTo>
                      <a:cubicBezTo>
                        <a:pt x="13148" y="7200"/>
                        <a:pt x="12209" y="7200"/>
                        <a:pt x="12209" y="7200"/>
                      </a:cubicBezTo>
                      <a:cubicBezTo>
                        <a:pt x="12209" y="6300"/>
                        <a:pt x="12209" y="6300"/>
                        <a:pt x="12209" y="5400"/>
                      </a:cubicBezTo>
                      <a:cubicBezTo>
                        <a:pt x="12209" y="4500"/>
                        <a:pt x="11270" y="3600"/>
                        <a:pt x="10330" y="2700"/>
                      </a:cubicBezTo>
                      <a:cubicBezTo>
                        <a:pt x="9391" y="900"/>
                        <a:pt x="7513" y="0"/>
                        <a:pt x="5635" y="0"/>
                      </a:cubicBezTo>
                      <a:cubicBezTo>
                        <a:pt x="4696" y="0"/>
                        <a:pt x="2817" y="0"/>
                        <a:pt x="1878" y="1800"/>
                      </a:cubicBezTo>
                      <a:cubicBezTo>
                        <a:pt x="0" y="2700"/>
                        <a:pt x="0" y="4500"/>
                        <a:pt x="0" y="5400"/>
                      </a:cubicBezTo>
                      <a:cubicBezTo>
                        <a:pt x="0" y="7200"/>
                        <a:pt x="1878" y="9000"/>
                        <a:pt x="3757" y="9900"/>
                      </a:cubicBezTo>
                      <a:cubicBezTo>
                        <a:pt x="3757" y="9900"/>
                        <a:pt x="3757" y="9900"/>
                        <a:pt x="3757" y="9900"/>
                      </a:cubicBezTo>
                      <a:cubicBezTo>
                        <a:pt x="1878" y="10800"/>
                        <a:pt x="939" y="12600"/>
                        <a:pt x="939" y="15300"/>
                      </a:cubicBezTo>
                      <a:cubicBezTo>
                        <a:pt x="939" y="17100"/>
                        <a:pt x="939" y="18000"/>
                        <a:pt x="1878" y="18900"/>
                      </a:cubicBezTo>
                      <a:cubicBezTo>
                        <a:pt x="3757" y="20700"/>
                        <a:pt x="5635" y="20700"/>
                        <a:pt x="6574" y="20700"/>
                      </a:cubicBezTo>
                      <a:cubicBezTo>
                        <a:pt x="6574" y="20700"/>
                        <a:pt x="8452" y="20700"/>
                        <a:pt x="8452" y="20700"/>
                      </a:cubicBezTo>
                      <a:cubicBezTo>
                        <a:pt x="9391" y="20700"/>
                        <a:pt x="10330" y="20700"/>
                        <a:pt x="11270" y="20700"/>
                      </a:cubicBezTo>
                      <a:cubicBezTo>
                        <a:pt x="12209" y="21600"/>
                        <a:pt x="13148" y="21600"/>
                        <a:pt x="14087" y="21600"/>
                      </a:cubicBezTo>
                      <a:cubicBezTo>
                        <a:pt x="14087" y="21600"/>
                        <a:pt x="14087" y="21600"/>
                        <a:pt x="14087" y="21600"/>
                      </a:cubicBezTo>
                      <a:cubicBezTo>
                        <a:pt x="16904" y="21600"/>
                        <a:pt x="18783" y="20700"/>
                        <a:pt x="19722" y="18900"/>
                      </a:cubicBezTo>
                      <a:cubicBezTo>
                        <a:pt x="20661" y="17100"/>
                        <a:pt x="21600" y="15300"/>
                        <a:pt x="20661" y="135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57" name="Shape">
                  <a:extLst>
                    <a:ext uri="{FF2B5EF4-FFF2-40B4-BE49-F238E27FC236}">
                      <a16:creationId xmlns:a16="http://schemas.microsoft.com/office/drawing/2014/main" id="{B1F78DC9-AA9E-4E5F-8DFA-4DDFB625CA4E}"/>
                    </a:ext>
                  </a:extLst>
                </p:cNvPr>
                <p:cNvSpPr/>
                <p:nvPr/>
              </p:nvSpPr>
              <p:spPr>
                <a:xfrm>
                  <a:off x="7666444" y="3884425"/>
                  <a:ext cx="67216" cy="7419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346" h="21600" extrusionOk="0">
                      <a:moveTo>
                        <a:pt x="18109" y="3600"/>
                      </a:moveTo>
                      <a:cubicBezTo>
                        <a:pt x="16759" y="1200"/>
                        <a:pt x="14059" y="0"/>
                        <a:pt x="12709" y="0"/>
                      </a:cubicBezTo>
                      <a:cubicBezTo>
                        <a:pt x="11359" y="0"/>
                        <a:pt x="10009" y="1200"/>
                        <a:pt x="8659" y="1200"/>
                      </a:cubicBezTo>
                      <a:cubicBezTo>
                        <a:pt x="4609" y="2400"/>
                        <a:pt x="559" y="9600"/>
                        <a:pt x="559" y="12000"/>
                      </a:cubicBezTo>
                      <a:cubicBezTo>
                        <a:pt x="-791" y="14400"/>
                        <a:pt x="559" y="18000"/>
                        <a:pt x="1909" y="19200"/>
                      </a:cubicBezTo>
                      <a:cubicBezTo>
                        <a:pt x="3259" y="20400"/>
                        <a:pt x="4609" y="21600"/>
                        <a:pt x="7309" y="21600"/>
                      </a:cubicBezTo>
                      <a:cubicBezTo>
                        <a:pt x="8659" y="21600"/>
                        <a:pt x="10009" y="20400"/>
                        <a:pt x="11359" y="19200"/>
                      </a:cubicBezTo>
                      <a:cubicBezTo>
                        <a:pt x="15409" y="18000"/>
                        <a:pt x="18109" y="14400"/>
                        <a:pt x="19459" y="10800"/>
                      </a:cubicBezTo>
                      <a:cubicBezTo>
                        <a:pt x="20809" y="8400"/>
                        <a:pt x="20809" y="6000"/>
                        <a:pt x="18109" y="3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58" name="Shape">
                  <a:extLst>
                    <a:ext uri="{FF2B5EF4-FFF2-40B4-BE49-F238E27FC236}">
                      <a16:creationId xmlns:a16="http://schemas.microsoft.com/office/drawing/2014/main" id="{DB6DB7C9-9039-4D50-B2B6-BE67FE543A37}"/>
                    </a:ext>
                  </a:extLst>
                </p:cNvPr>
                <p:cNvSpPr/>
                <p:nvPr/>
              </p:nvSpPr>
              <p:spPr>
                <a:xfrm>
                  <a:off x="5380267" y="2290773"/>
                  <a:ext cx="76459" cy="417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329" y="4320"/>
                      </a:moveTo>
                      <a:cubicBezTo>
                        <a:pt x="20329" y="4320"/>
                        <a:pt x="19059" y="2160"/>
                        <a:pt x="16518" y="2160"/>
                      </a:cubicBezTo>
                      <a:cubicBezTo>
                        <a:pt x="15247" y="2160"/>
                        <a:pt x="13976" y="2160"/>
                        <a:pt x="12706" y="2160"/>
                      </a:cubicBezTo>
                      <a:cubicBezTo>
                        <a:pt x="12706" y="4320"/>
                        <a:pt x="12706" y="4320"/>
                        <a:pt x="12706" y="4320"/>
                      </a:cubicBezTo>
                      <a:cubicBezTo>
                        <a:pt x="11435" y="4320"/>
                        <a:pt x="11435" y="2160"/>
                        <a:pt x="11435" y="2160"/>
                      </a:cubicBezTo>
                      <a:cubicBezTo>
                        <a:pt x="10165" y="2160"/>
                        <a:pt x="8894" y="0"/>
                        <a:pt x="6353" y="0"/>
                      </a:cubicBezTo>
                      <a:cubicBezTo>
                        <a:pt x="6353" y="0"/>
                        <a:pt x="5082" y="0"/>
                        <a:pt x="5082" y="0"/>
                      </a:cubicBezTo>
                      <a:cubicBezTo>
                        <a:pt x="2541" y="2160"/>
                        <a:pt x="1271" y="4320"/>
                        <a:pt x="0" y="6480"/>
                      </a:cubicBezTo>
                      <a:cubicBezTo>
                        <a:pt x="0" y="10800"/>
                        <a:pt x="0" y="15120"/>
                        <a:pt x="1271" y="17280"/>
                      </a:cubicBezTo>
                      <a:cubicBezTo>
                        <a:pt x="2541" y="21600"/>
                        <a:pt x="6353" y="21600"/>
                        <a:pt x="7624" y="21600"/>
                      </a:cubicBezTo>
                      <a:cubicBezTo>
                        <a:pt x="7624" y="21600"/>
                        <a:pt x="7624" y="21600"/>
                        <a:pt x="7624" y="21600"/>
                      </a:cubicBezTo>
                      <a:cubicBezTo>
                        <a:pt x="8894" y="21600"/>
                        <a:pt x="8894" y="21600"/>
                        <a:pt x="8894" y="21600"/>
                      </a:cubicBezTo>
                      <a:cubicBezTo>
                        <a:pt x="10165" y="21600"/>
                        <a:pt x="11435" y="21600"/>
                        <a:pt x="12706" y="21600"/>
                      </a:cubicBezTo>
                      <a:cubicBezTo>
                        <a:pt x="19059" y="21600"/>
                        <a:pt x="21600" y="17280"/>
                        <a:pt x="21600" y="12960"/>
                      </a:cubicBezTo>
                      <a:cubicBezTo>
                        <a:pt x="21600" y="8640"/>
                        <a:pt x="21600" y="6480"/>
                        <a:pt x="20329" y="432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59" name="Shape">
                  <a:extLst>
                    <a:ext uri="{FF2B5EF4-FFF2-40B4-BE49-F238E27FC236}">
                      <a16:creationId xmlns:a16="http://schemas.microsoft.com/office/drawing/2014/main" id="{3C1C1FB7-92F8-4F5E-A286-E36CA4C6C3E2}"/>
                    </a:ext>
                  </a:extLst>
                </p:cNvPr>
                <p:cNvSpPr/>
                <p:nvPr/>
              </p:nvSpPr>
              <p:spPr>
                <a:xfrm>
                  <a:off x="5059142" y="2228944"/>
                  <a:ext cx="105909" cy="834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37" h="21600" extrusionOk="0">
                      <a:moveTo>
                        <a:pt x="20700" y="8640"/>
                      </a:moveTo>
                      <a:cubicBezTo>
                        <a:pt x="19800" y="4320"/>
                        <a:pt x="15300" y="0"/>
                        <a:pt x="10800" y="0"/>
                      </a:cubicBezTo>
                      <a:cubicBezTo>
                        <a:pt x="10800" y="0"/>
                        <a:pt x="9900" y="0"/>
                        <a:pt x="9900" y="0"/>
                      </a:cubicBezTo>
                      <a:cubicBezTo>
                        <a:pt x="7200" y="0"/>
                        <a:pt x="5400" y="1080"/>
                        <a:pt x="2700" y="3240"/>
                      </a:cubicBezTo>
                      <a:cubicBezTo>
                        <a:pt x="1800" y="4320"/>
                        <a:pt x="0" y="6480"/>
                        <a:pt x="0" y="8640"/>
                      </a:cubicBezTo>
                      <a:cubicBezTo>
                        <a:pt x="0" y="9720"/>
                        <a:pt x="0" y="11880"/>
                        <a:pt x="1800" y="12960"/>
                      </a:cubicBezTo>
                      <a:cubicBezTo>
                        <a:pt x="1800" y="12960"/>
                        <a:pt x="2700" y="14040"/>
                        <a:pt x="3600" y="14040"/>
                      </a:cubicBezTo>
                      <a:cubicBezTo>
                        <a:pt x="3600" y="14040"/>
                        <a:pt x="4500" y="15120"/>
                        <a:pt x="4500" y="15120"/>
                      </a:cubicBezTo>
                      <a:cubicBezTo>
                        <a:pt x="4500" y="15120"/>
                        <a:pt x="5400" y="16200"/>
                        <a:pt x="6300" y="17280"/>
                      </a:cubicBezTo>
                      <a:cubicBezTo>
                        <a:pt x="7200" y="18360"/>
                        <a:pt x="7200" y="18360"/>
                        <a:pt x="7200" y="18360"/>
                      </a:cubicBezTo>
                      <a:cubicBezTo>
                        <a:pt x="9000" y="19440"/>
                        <a:pt x="10800" y="21600"/>
                        <a:pt x="13500" y="21600"/>
                      </a:cubicBezTo>
                      <a:cubicBezTo>
                        <a:pt x="13500" y="21600"/>
                        <a:pt x="13500" y="21600"/>
                        <a:pt x="13500" y="21600"/>
                      </a:cubicBezTo>
                      <a:cubicBezTo>
                        <a:pt x="15300" y="21600"/>
                        <a:pt x="17100" y="20520"/>
                        <a:pt x="18000" y="19440"/>
                      </a:cubicBezTo>
                      <a:cubicBezTo>
                        <a:pt x="20700" y="16200"/>
                        <a:pt x="21600" y="11880"/>
                        <a:pt x="20700" y="864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60" name="Shape">
                  <a:extLst>
                    <a:ext uri="{FF2B5EF4-FFF2-40B4-BE49-F238E27FC236}">
                      <a16:creationId xmlns:a16="http://schemas.microsoft.com/office/drawing/2014/main" id="{8384DB96-B343-4751-97AC-FB4B8F780202}"/>
                    </a:ext>
                  </a:extLst>
                </p:cNvPr>
                <p:cNvSpPr/>
                <p:nvPr/>
              </p:nvSpPr>
              <p:spPr>
                <a:xfrm>
                  <a:off x="5089044" y="2143931"/>
                  <a:ext cx="45432" cy="448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16" h="21600" extrusionOk="0">
                      <a:moveTo>
                        <a:pt x="18443" y="5891"/>
                      </a:moveTo>
                      <a:cubicBezTo>
                        <a:pt x="18443" y="1964"/>
                        <a:pt x="14516" y="0"/>
                        <a:pt x="12552" y="0"/>
                      </a:cubicBezTo>
                      <a:cubicBezTo>
                        <a:pt x="8625" y="0"/>
                        <a:pt x="4698" y="1964"/>
                        <a:pt x="4698" y="3927"/>
                      </a:cubicBezTo>
                      <a:cubicBezTo>
                        <a:pt x="771" y="7855"/>
                        <a:pt x="-1193" y="11782"/>
                        <a:pt x="771" y="17673"/>
                      </a:cubicBezTo>
                      <a:cubicBezTo>
                        <a:pt x="771" y="19636"/>
                        <a:pt x="4698" y="21600"/>
                        <a:pt x="6662" y="21600"/>
                      </a:cubicBezTo>
                      <a:cubicBezTo>
                        <a:pt x="8625" y="21600"/>
                        <a:pt x="12552" y="19636"/>
                        <a:pt x="14516" y="17673"/>
                      </a:cubicBezTo>
                      <a:cubicBezTo>
                        <a:pt x="14516" y="17673"/>
                        <a:pt x="14516" y="17673"/>
                        <a:pt x="14516" y="17673"/>
                      </a:cubicBezTo>
                      <a:cubicBezTo>
                        <a:pt x="16480" y="17673"/>
                        <a:pt x="18443" y="15709"/>
                        <a:pt x="18443" y="13745"/>
                      </a:cubicBezTo>
                      <a:cubicBezTo>
                        <a:pt x="20407" y="11782"/>
                        <a:pt x="20407" y="7855"/>
                        <a:pt x="18443" y="589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61" name="Shape">
                  <a:extLst>
                    <a:ext uri="{FF2B5EF4-FFF2-40B4-BE49-F238E27FC236}">
                      <a16:creationId xmlns:a16="http://schemas.microsoft.com/office/drawing/2014/main" id="{96D39790-1AAD-4BED-837F-97C83C469A29}"/>
                    </a:ext>
                  </a:extLst>
                </p:cNvPr>
                <p:cNvSpPr/>
                <p:nvPr/>
              </p:nvSpPr>
              <p:spPr>
                <a:xfrm>
                  <a:off x="5139401" y="2188757"/>
                  <a:ext cx="91344" cy="649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736" h="21600" extrusionOk="0">
                      <a:moveTo>
                        <a:pt x="17650" y="4050"/>
                      </a:moveTo>
                      <a:cubicBezTo>
                        <a:pt x="14565" y="0"/>
                        <a:pt x="9422" y="0"/>
                        <a:pt x="8393" y="0"/>
                      </a:cubicBezTo>
                      <a:cubicBezTo>
                        <a:pt x="6336" y="0"/>
                        <a:pt x="1193" y="1350"/>
                        <a:pt x="165" y="6750"/>
                      </a:cubicBezTo>
                      <a:cubicBezTo>
                        <a:pt x="165" y="6750"/>
                        <a:pt x="-864" y="10800"/>
                        <a:pt x="2222" y="13500"/>
                      </a:cubicBezTo>
                      <a:cubicBezTo>
                        <a:pt x="3250" y="13500"/>
                        <a:pt x="4279" y="14850"/>
                        <a:pt x="6336" y="14850"/>
                      </a:cubicBezTo>
                      <a:cubicBezTo>
                        <a:pt x="6336" y="14850"/>
                        <a:pt x="7365" y="16200"/>
                        <a:pt x="8393" y="16200"/>
                      </a:cubicBezTo>
                      <a:cubicBezTo>
                        <a:pt x="8393" y="16200"/>
                        <a:pt x="8393" y="17550"/>
                        <a:pt x="9422" y="17550"/>
                      </a:cubicBezTo>
                      <a:cubicBezTo>
                        <a:pt x="10450" y="18900"/>
                        <a:pt x="12507" y="21600"/>
                        <a:pt x="14565" y="21600"/>
                      </a:cubicBezTo>
                      <a:cubicBezTo>
                        <a:pt x="15593" y="21600"/>
                        <a:pt x="16622" y="21600"/>
                        <a:pt x="17650" y="20250"/>
                      </a:cubicBezTo>
                      <a:cubicBezTo>
                        <a:pt x="19707" y="18900"/>
                        <a:pt x="20736" y="16200"/>
                        <a:pt x="20736" y="13500"/>
                      </a:cubicBezTo>
                      <a:cubicBezTo>
                        <a:pt x="20736" y="9450"/>
                        <a:pt x="19707" y="5400"/>
                        <a:pt x="17650" y="405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62" name="Shape">
                  <a:extLst>
                    <a:ext uri="{FF2B5EF4-FFF2-40B4-BE49-F238E27FC236}">
                      <a16:creationId xmlns:a16="http://schemas.microsoft.com/office/drawing/2014/main" id="{C7297A37-94C6-480F-AAC9-8E612D078B70}"/>
                    </a:ext>
                  </a:extLst>
                </p:cNvPr>
                <p:cNvSpPr/>
                <p:nvPr/>
              </p:nvSpPr>
              <p:spPr>
                <a:xfrm>
                  <a:off x="5006281" y="1452990"/>
                  <a:ext cx="276024" cy="2055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12" h="21600" extrusionOk="0">
                      <a:moveTo>
                        <a:pt x="19855" y="3024"/>
                      </a:moveTo>
                      <a:cubicBezTo>
                        <a:pt x="19169" y="1728"/>
                        <a:pt x="17797" y="1728"/>
                        <a:pt x="16769" y="1728"/>
                      </a:cubicBezTo>
                      <a:cubicBezTo>
                        <a:pt x="16426" y="1728"/>
                        <a:pt x="16083" y="1728"/>
                        <a:pt x="15740" y="1728"/>
                      </a:cubicBezTo>
                      <a:cubicBezTo>
                        <a:pt x="15397" y="1728"/>
                        <a:pt x="15055" y="1728"/>
                        <a:pt x="14712" y="1728"/>
                      </a:cubicBezTo>
                      <a:cubicBezTo>
                        <a:pt x="14026" y="1728"/>
                        <a:pt x="12655" y="1728"/>
                        <a:pt x="11969" y="3024"/>
                      </a:cubicBezTo>
                      <a:cubicBezTo>
                        <a:pt x="11626" y="3024"/>
                        <a:pt x="11626" y="3456"/>
                        <a:pt x="11626" y="3888"/>
                      </a:cubicBezTo>
                      <a:cubicBezTo>
                        <a:pt x="10940" y="2592"/>
                        <a:pt x="9912" y="1296"/>
                        <a:pt x="8197" y="432"/>
                      </a:cubicBezTo>
                      <a:cubicBezTo>
                        <a:pt x="7855" y="0"/>
                        <a:pt x="7512" y="0"/>
                        <a:pt x="6826" y="0"/>
                      </a:cubicBezTo>
                      <a:cubicBezTo>
                        <a:pt x="5455" y="0"/>
                        <a:pt x="4083" y="1296"/>
                        <a:pt x="3055" y="2592"/>
                      </a:cubicBezTo>
                      <a:cubicBezTo>
                        <a:pt x="3055" y="2592"/>
                        <a:pt x="3055" y="2592"/>
                        <a:pt x="3055" y="2592"/>
                      </a:cubicBezTo>
                      <a:cubicBezTo>
                        <a:pt x="1683" y="4320"/>
                        <a:pt x="655" y="6048"/>
                        <a:pt x="312" y="8208"/>
                      </a:cubicBezTo>
                      <a:cubicBezTo>
                        <a:pt x="-374" y="12096"/>
                        <a:pt x="-31" y="17280"/>
                        <a:pt x="2369" y="20304"/>
                      </a:cubicBezTo>
                      <a:cubicBezTo>
                        <a:pt x="3055" y="21168"/>
                        <a:pt x="4426" y="21600"/>
                        <a:pt x="5797" y="21600"/>
                      </a:cubicBezTo>
                      <a:cubicBezTo>
                        <a:pt x="8197" y="21600"/>
                        <a:pt x="10255" y="19872"/>
                        <a:pt x="11626" y="18144"/>
                      </a:cubicBezTo>
                      <a:cubicBezTo>
                        <a:pt x="14026" y="15120"/>
                        <a:pt x="13340" y="10368"/>
                        <a:pt x="12655" y="7344"/>
                      </a:cubicBezTo>
                      <a:cubicBezTo>
                        <a:pt x="12997" y="8208"/>
                        <a:pt x="13340" y="8640"/>
                        <a:pt x="14369" y="9072"/>
                      </a:cubicBezTo>
                      <a:cubicBezTo>
                        <a:pt x="14369" y="9072"/>
                        <a:pt x="14712" y="9072"/>
                        <a:pt x="15055" y="9072"/>
                      </a:cubicBezTo>
                      <a:cubicBezTo>
                        <a:pt x="15397" y="9072"/>
                        <a:pt x="15740" y="9072"/>
                        <a:pt x="16083" y="9072"/>
                      </a:cubicBezTo>
                      <a:cubicBezTo>
                        <a:pt x="16083" y="9072"/>
                        <a:pt x="16426" y="9072"/>
                        <a:pt x="16426" y="9072"/>
                      </a:cubicBezTo>
                      <a:cubicBezTo>
                        <a:pt x="16769" y="9072"/>
                        <a:pt x="16769" y="9072"/>
                        <a:pt x="17112" y="9072"/>
                      </a:cubicBezTo>
                      <a:cubicBezTo>
                        <a:pt x="17112" y="9072"/>
                        <a:pt x="17797" y="9072"/>
                        <a:pt x="18140" y="9072"/>
                      </a:cubicBezTo>
                      <a:cubicBezTo>
                        <a:pt x="18140" y="9072"/>
                        <a:pt x="18483" y="9072"/>
                        <a:pt x="18483" y="9072"/>
                      </a:cubicBezTo>
                      <a:cubicBezTo>
                        <a:pt x="19512" y="8640"/>
                        <a:pt x="20540" y="8208"/>
                        <a:pt x="20883" y="6912"/>
                      </a:cubicBezTo>
                      <a:cubicBezTo>
                        <a:pt x="21226" y="5616"/>
                        <a:pt x="20883" y="4320"/>
                        <a:pt x="19855" y="3024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63" name="Shape">
                  <a:extLst>
                    <a:ext uri="{FF2B5EF4-FFF2-40B4-BE49-F238E27FC236}">
                      <a16:creationId xmlns:a16="http://schemas.microsoft.com/office/drawing/2014/main" id="{B9B084D1-DFBE-4C5C-AFCA-2336603E4F93}"/>
                    </a:ext>
                  </a:extLst>
                </p:cNvPr>
                <p:cNvSpPr/>
                <p:nvPr/>
              </p:nvSpPr>
              <p:spPr>
                <a:xfrm>
                  <a:off x="5095182" y="1391161"/>
                  <a:ext cx="64988" cy="711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1" h="21600" extrusionOk="0">
                      <a:moveTo>
                        <a:pt x="8311" y="20329"/>
                      </a:moveTo>
                      <a:cubicBezTo>
                        <a:pt x="9661" y="21600"/>
                        <a:pt x="11011" y="21600"/>
                        <a:pt x="12361" y="21600"/>
                      </a:cubicBezTo>
                      <a:cubicBezTo>
                        <a:pt x="15061" y="21600"/>
                        <a:pt x="16411" y="20329"/>
                        <a:pt x="17761" y="19059"/>
                      </a:cubicBezTo>
                      <a:cubicBezTo>
                        <a:pt x="19111" y="17788"/>
                        <a:pt x="20461" y="15247"/>
                        <a:pt x="19111" y="12706"/>
                      </a:cubicBezTo>
                      <a:cubicBezTo>
                        <a:pt x="19111" y="10165"/>
                        <a:pt x="17761" y="7624"/>
                        <a:pt x="16411" y="6353"/>
                      </a:cubicBezTo>
                      <a:cubicBezTo>
                        <a:pt x="15061" y="6353"/>
                        <a:pt x="13711" y="5082"/>
                        <a:pt x="13711" y="5082"/>
                      </a:cubicBezTo>
                      <a:cubicBezTo>
                        <a:pt x="12361" y="1271"/>
                        <a:pt x="9661" y="0"/>
                        <a:pt x="6961" y="0"/>
                      </a:cubicBezTo>
                      <a:cubicBezTo>
                        <a:pt x="2911" y="0"/>
                        <a:pt x="211" y="2541"/>
                        <a:pt x="211" y="7624"/>
                      </a:cubicBezTo>
                      <a:cubicBezTo>
                        <a:pt x="-1139" y="12706"/>
                        <a:pt x="4261" y="17788"/>
                        <a:pt x="8311" y="2032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64" name="Shape">
                  <a:extLst>
                    <a:ext uri="{FF2B5EF4-FFF2-40B4-BE49-F238E27FC236}">
                      <a16:creationId xmlns:a16="http://schemas.microsoft.com/office/drawing/2014/main" id="{8435793B-9E02-498C-8EE1-CC66DF747119}"/>
                    </a:ext>
                  </a:extLst>
                </p:cNvPr>
                <p:cNvSpPr/>
                <p:nvPr/>
              </p:nvSpPr>
              <p:spPr>
                <a:xfrm>
                  <a:off x="4994617" y="2887425"/>
                  <a:ext cx="42438" cy="4791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80" h="21600" extrusionOk="0">
                      <a:moveTo>
                        <a:pt x="11340" y="0"/>
                      </a:moveTo>
                      <a:cubicBezTo>
                        <a:pt x="9180" y="0"/>
                        <a:pt x="9180" y="0"/>
                        <a:pt x="9180" y="0"/>
                      </a:cubicBezTo>
                      <a:cubicBezTo>
                        <a:pt x="7020" y="0"/>
                        <a:pt x="4860" y="1800"/>
                        <a:pt x="2700" y="3600"/>
                      </a:cubicBezTo>
                      <a:cubicBezTo>
                        <a:pt x="-1620" y="7200"/>
                        <a:pt x="540" y="14400"/>
                        <a:pt x="540" y="16200"/>
                      </a:cubicBezTo>
                      <a:cubicBezTo>
                        <a:pt x="540" y="19800"/>
                        <a:pt x="540" y="19800"/>
                        <a:pt x="540" y="19800"/>
                      </a:cubicBezTo>
                      <a:cubicBezTo>
                        <a:pt x="4860" y="19800"/>
                        <a:pt x="4860" y="19800"/>
                        <a:pt x="4860" y="19800"/>
                      </a:cubicBezTo>
                      <a:cubicBezTo>
                        <a:pt x="7020" y="21600"/>
                        <a:pt x="7020" y="21600"/>
                        <a:pt x="9180" y="21600"/>
                      </a:cubicBezTo>
                      <a:cubicBezTo>
                        <a:pt x="15660" y="21600"/>
                        <a:pt x="19980" y="16200"/>
                        <a:pt x="19980" y="10800"/>
                      </a:cubicBezTo>
                      <a:cubicBezTo>
                        <a:pt x="19980" y="5400"/>
                        <a:pt x="17820" y="1800"/>
                        <a:pt x="1134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65" name="Shape">
                  <a:extLst>
                    <a:ext uri="{FF2B5EF4-FFF2-40B4-BE49-F238E27FC236}">
                      <a16:creationId xmlns:a16="http://schemas.microsoft.com/office/drawing/2014/main" id="{77C2DCEB-B954-4F50-A1E9-6AED6E81D01F}"/>
                    </a:ext>
                  </a:extLst>
                </p:cNvPr>
                <p:cNvSpPr/>
                <p:nvPr/>
              </p:nvSpPr>
              <p:spPr>
                <a:xfrm>
                  <a:off x="5119735" y="3331054"/>
                  <a:ext cx="170478" cy="15147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58" h="21600" extrusionOk="0">
                      <a:moveTo>
                        <a:pt x="20890" y="6422"/>
                      </a:moveTo>
                      <a:cubicBezTo>
                        <a:pt x="20890" y="5838"/>
                        <a:pt x="20890" y="5838"/>
                        <a:pt x="20890" y="5838"/>
                      </a:cubicBezTo>
                      <a:cubicBezTo>
                        <a:pt x="20890" y="5254"/>
                        <a:pt x="20890" y="5254"/>
                        <a:pt x="20890" y="5254"/>
                      </a:cubicBezTo>
                      <a:cubicBezTo>
                        <a:pt x="20890" y="4670"/>
                        <a:pt x="20890" y="4086"/>
                        <a:pt x="20321" y="2919"/>
                      </a:cubicBezTo>
                      <a:cubicBezTo>
                        <a:pt x="19753" y="1751"/>
                        <a:pt x="19184" y="1751"/>
                        <a:pt x="18616" y="1751"/>
                      </a:cubicBezTo>
                      <a:cubicBezTo>
                        <a:pt x="18047" y="1751"/>
                        <a:pt x="17479" y="1751"/>
                        <a:pt x="16911" y="2919"/>
                      </a:cubicBezTo>
                      <a:cubicBezTo>
                        <a:pt x="16342" y="2919"/>
                        <a:pt x="16342" y="2919"/>
                        <a:pt x="16342" y="2919"/>
                      </a:cubicBezTo>
                      <a:cubicBezTo>
                        <a:pt x="15774" y="2919"/>
                        <a:pt x="15774" y="2919"/>
                        <a:pt x="15774" y="2919"/>
                      </a:cubicBezTo>
                      <a:cubicBezTo>
                        <a:pt x="15774" y="2335"/>
                        <a:pt x="15205" y="1751"/>
                        <a:pt x="14637" y="1168"/>
                      </a:cubicBezTo>
                      <a:cubicBezTo>
                        <a:pt x="14069" y="584"/>
                        <a:pt x="13500" y="0"/>
                        <a:pt x="12932" y="0"/>
                      </a:cubicBezTo>
                      <a:cubicBezTo>
                        <a:pt x="11226" y="0"/>
                        <a:pt x="10658" y="2335"/>
                        <a:pt x="10090" y="3503"/>
                      </a:cubicBezTo>
                      <a:cubicBezTo>
                        <a:pt x="10090" y="3503"/>
                        <a:pt x="10090" y="3503"/>
                        <a:pt x="9521" y="4086"/>
                      </a:cubicBezTo>
                      <a:cubicBezTo>
                        <a:pt x="9521" y="4086"/>
                        <a:pt x="8953" y="4670"/>
                        <a:pt x="8953" y="5254"/>
                      </a:cubicBezTo>
                      <a:cubicBezTo>
                        <a:pt x="8953" y="5254"/>
                        <a:pt x="8953" y="5254"/>
                        <a:pt x="8384" y="4670"/>
                      </a:cubicBezTo>
                      <a:cubicBezTo>
                        <a:pt x="7816" y="4086"/>
                        <a:pt x="7247" y="4086"/>
                        <a:pt x="6111" y="4086"/>
                      </a:cubicBezTo>
                      <a:cubicBezTo>
                        <a:pt x="6111" y="4086"/>
                        <a:pt x="5542" y="4086"/>
                        <a:pt x="4974" y="4086"/>
                      </a:cubicBezTo>
                      <a:cubicBezTo>
                        <a:pt x="3837" y="4670"/>
                        <a:pt x="3269" y="5838"/>
                        <a:pt x="3269" y="6422"/>
                      </a:cubicBezTo>
                      <a:cubicBezTo>
                        <a:pt x="3269" y="6422"/>
                        <a:pt x="3269" y="6422"/>
                        <a:pt x="3269" y="6422"/>
                      </a:cubicBezTo>
                      <a:cubicBezTo>
                        <a:pt x="2132" y="7005"/>
                        <a:pt x="426" y="7589"/>
                        <a:pt x="426" y="9341"/>
                      </a:cubicBezTo>
                      <a:cubicBezTo>
                        <a:pt x="-142" y="10508"/>
                        <a:pt x="-142" y="11676"/>
                        <a:pt x="426" y="12259"/>
                      </a:cubicBezTo>
                      <a:cubicBezTo>
                        <a:pt x="995" y="13427"/>
                        <a:pt x="1563" y="14011"/>
                        <a:pt x="2700" y="14011"/>
                      </a:cubicBezTo>
                      <a:cubicBezTo>
                        <a:pt x="2700" y="14011"/>
                        <a:pt x="2700" y="13427"/>
                        <a:pt x="3269" y="13427"/>
                      </a:cubicBezTo>
                      <a:cubicBezTo>
                        <a:pt x="2700" y="14011"/>
                        <a:pt x="2700" y="14595"/>
                        <a:pt x="2700" y="14595"/>
                      </a:cubicBezTo>
                      <a:cubicBezTo>
                        <a:pt x="2700" y="14595"/>
                        <a:pt x="2700" y="14595"/>
                        <a:pt x="2132" y="15178"/>
                      </a:cubicBezTo>
                      <a:cubicBezTo>
                        <a:pt x="2132" y="15762"/>
                        <a:pt x="1563" y="16346"/>
                        <a:pt x="1563" y="16930"/>
                      </a:cubicBezTo>
                      <a:cubicBezTo>
                        <a:pt x="1563" y="18097"/>
                        <a:pt x="2132" y="18097"/>
                        <a:pt x="2132" y="18681"/>
                      </a:cubicBezTo>
                      <a:cubicBezTo>
                        <a:pt x="2132" y="21016"/>
                        <a:pt x="2132" y="21016"/>
                        <a:pt x="2132" y="21016"/>
                      </a:cubicBezTo>
                      <a:cubicBezTo>
                        <a:pt x="2132" y="21016"/>
                        <a:pt x="4405" y="20432"/>
                        <a:pt x="4405" y="20432"/>
                      </a:cubicBezTo>
                      <a:cubicBezTo>
                        <a:pt x="4405" y="20432"/>
                        <a:pt x="4405" y="20432"/>
                        <a:pt x="4405" y="20432"/>
                      </a:cubicBezTo>
                      <a:cubicBezTo>
                        <a:pt x="5542" y="21016"/>
                        <a:pt x="5542" y="21016"/>
                        <a:pt x="5542" y="21016"/>
                      </a:cubicBezTo>
                      <a:cubicBezTo>
                        <a:pt x="6111" y="21016"/>
                        <a:pt x="6679" y="21016"/>
                        <a:pt x="6679" y="21016"/>
                      </a:cubicBezTo>
                      <a:cubicBezTo>
                        <a:pt x="7816" y="21016"/>
                        <a:pt x="8384" y="21016"/>
                        <a:pt x="8953" y="20432"/>
                      </a:cubicBezTo>
                      <a:cubicBezTo>
                        <a:pt x="9521" y="21600"/>
                        <a:pt x="9521" y="21600"/>
                        <a:pt x="9521" y="21600"/>
                      </a:cubicBezTo>
                      <a:cubicBezTo>
                        <a:pt x="11226" y="19265"/>
                        <a:pt x="11226" y="19265"/>
                        <a:pt x="11226" y="19265"/>
                      </a:cubicBezTo>
                      <a:cubicBezTo>
                        <a:pt x="11226" y="19265"/>
                        <a:pt x="11795" y="19265"/>
                        <a:pt x="11795" y="18681"/>
                      </a:cubicBezTo>
                      <a:cubicBezTo>
                        <a:pt x="11795" y="18681"/>
                        <a:pt x="12363" y="18681"/>
                        <a:pt x="12363" y="18681"/>
                      </a:cubicBezTo>
                      <a:cubicBezTo>
                        <a:pt x="13500" y="18681"/>
                        <a:pt x="13500" y="18681"/>
                        <a:pt x="13500" y="18681"/>
                      </a:cubicBezTo>
                      <a:cubicBezTo>
                        <a:pt x="13500" y="18097"/>
                        <a:pt x="13500" y="18097"/>
                        <a:pt x="13500" y="18097"/>
                      </a:cubicBezTo>
                      <a:cubicBezTo>
                        <a:pt x="14069" y="18097"/>
                        <a:pt x="14069" y="17514"/>
                        <a:pt x="14069" y="17514"/>
                      </a:cubicBezTo>
                      <a:cubicBezTo>
                        <a:pt x="14637" y="17514"/>
                        <a:pt x="14637" y="17514"/>
                        <a:pt x="15205" y="17514"/>
                      </a:cubicBezTo>
                      <a:cubicBezTo>
                        <a:pt x="15774" y="17514"/>
                        <a:pt x="16342" y="16930"/>
                        <a:pt x="16911" y="16346"/>
                      </a:cubicBezTo>
                      <a:cubicBezTo>
                        <a:pt x="17479" y="15178"/>
                        <a:pt x="16911" y="14595"/>
                        <a:pt x="16911" y="14011"/>
                      </a:cubicBezTo>
                      <a:cubicBezTo>
                        <a:pt x="16911" y="14011"/>
                        <a:pt x="16911" y="13427"/>
                        <a:pt x="16911" y="13427"/>
                      </a:cubicBezTo>
                      <a:cubicBezTo>
                        <a:pt x="16911" y="12843"/>
                        <a:pt x="16911" y="12843"/>
                        <a:pt x="16911" y="12843"/>
                      </a:cubicBezTo>
                      <a:cubicBezTo>
                        <a:pt x="16911" y="12259"/>
                        <a:pt x="16911" y="12259"/>
                        <a:pt x="16911" y="11676"/>
                      </a:cubicBezTo>
                      <a:cubicBezTo>
                        <a:pt x="16911" y="12259"/>
                        <a:pt x="17479" y="12259"/>
                        <a:pt x="18047" y="12259"/>
                      </a:cubicBezTo>
                      <a:cubicBezTo>
                        <a:pt x="18616" y="12259"/>
                        <a:pt x="18616" y="12259"/>
                        <a:pt x="18616" y="12259"/>
                      </a:cubicBezTo>
                      <a:cubicBezTo>
                        <a:pt x="18616" y="12259"/>
                        <a:pt x="18616" y="12259"/>
                        <a:pt x="18616" y="12259"/>
                      </a:cubicBezTo>
                      <a:cubicBezTo>
                        <a:pt x="19184" y="12259"/>
                        <a:pt x="20321" y="11676"/>
                        <a:pt x="20321" y="9924"/>
                      </a:cubicBezTo>
                      <a:cubicBezTo>
                        <a:pt x="20321" y="9924"/>
                        <a:pt x="20321" y="9924"/>
                        <a:pt x="20321" y="9924"/>
                      </a:cubicBezTo>
                      <a:cubicBezTo>
                        <a:pt x="20890" y="9341"/>
                        <a:pt x="20890" y="8757"/>
                        <a:pt x="21458" y="8173"/>
                      </a:cubicBezTo>
                      <a:cubicBezTo>
                        <a:pt x="21458" y="7589"/>
                        <a:pt x="21458" y="7005"/>
                        <a:pt x="20890" y="642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66" name="Shape">
                  <a:extLst>
                    <a:ext uri="{FF2B5EF4-FFF2-40B4-BE49-F238E27FC236}">
                      <a16:creationId xmlns:a16="http://schemas.microsoft.com/office/drawing/2014/main" id="{4236FC58-4EEF-4B48-9F21-2A109B1F6A54}"/>
                    </a:ext>
                  </a:extLst>
                </p:cNvPr>
                <p:cNvSpPr/>
                <p:nvPr/>
              </p:nvSpPr>
              <p:spPr>
                <a:xfrm>
                  <a:off x="5116161" y="3182663"/>
                  <a:ext cx="38125" cy="3709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194" h="21600" extrusionOk="0">
                      <a:moveTo>
                        <a:pt x="10594" y="21600"/>
                      </a:moveTo>
                      <a:cubicBezTo>
                        <a:pt x="10594" y="21600"/>
                        <a:pt x="12994" y="21600"/>
                        <a:pt x="15394" y="19200"/>
                      </a:cubicBezTo>
                      <a:cubicBezTo>
                        <a:pt x="20194" y="16800"/>
                        <a:pt x="20194" y="9600"/>
                        <a:pt x="20194" y="7200"/>
                      </a:cubicBezTo>
                      <a:cubicBezTo>
                        <a:pt x="17794" y="2400"/>
                        <a:pt x="15394" y="0"/>
                        <a:pt x="10594" y="0"/>
                      </a:cubicBezTo>
                      <a:cubicBezTo>
                        <a:pt x="10594" y="0"/>
                        <a:pt x="10594" y="0"/>
                        <a:pt x="10594" y="0"/>
                      </a:cubicBezTo>
                      <a:cubicBezTo>
                        <a:pt x="8194" y="0"/>
                        <a:pt x="3394" y="0"/>
                        <a:pt x="3394" y="2400"/>
                      </a:cubicBezTo>
                      <a:cubicBezTo>
                        <a:pt x="994" y="7200"/>
                        <a:pt x="-1406" y="9600"/>
                        <a:pt x="994" y="14400"/>
                      </a:cubicBezTo>
                      <a:cubicBezTo>
                        <a:pt x="994" y="19200"/>
                        <a:pt x="5794" y="21600"/>
                        <a:pt x="10594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67" name="Shape">
                  <a:extLst>
                    <a:ext uri="{FF2B5EF4-FFF2-40B4-BE49-F238E27FC236}">
                      <a16:creationId xmlns:a16="http://schemas.microsoft.com/office/drawing/2014/main" id="{2EE0C819-67E7-4909-A3BE-6CB47245DC6C}"/>
                    </a:ext>
                  </a:extLst>
                </p:cNvPr>
                <p:cNvSpPr/>
                <p:nvPr/>
              </p:nvSpPr>
              <p:spPr>
                <a:xfrm>
                  <a:off x="5159387" y="3301681"/>
                  <a:ext cx="39079" cy="417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4800" y="21600"/>
                      </a:moveTo>
                      <a:cubicBezTo>
                        <a:pt x="7200" y="21600"/>
                        <a:pt x="7200" y="21600"/>
                        <a:pt x="7200" y="21600"/>
                      </a:cubicBezTo>
                      <a:cubicBezTo>
                        <a:pt x="9600" y="21600"/>
                        <a:pt x="9600" y="21600"/>
                        <a:pt x="9600" y="21600"/>
                      </a:cubicBezTo>
                      <a:cubicBezTo>
                        <a:pt x="12000" y="21600"/>
                        <a:pt x="16800" y="19440"/>
                        <a:pt x="19200" y="17280"/>
                      </a:cubicBezTo>
                      <a:cubicBezTo>
                        <a:pt x="21600" y="15120"/>
                        <a:pt x="21600" y="12960"/>
                        <a:pt x="21600" y="8640"/>
                      </a:cubicBezTo>
                      <a:cubicBezTo>
                        <a:pt x="21600" y="4320"/>
                        <a:pt x="16800" y="0"/>
                        <a:pt x="12000" y="0"/>
                      </a:cubicBezTo>
                      <a:cubicBezTo>
                        <a:pt x="7200" y="0"/>
                        <a:pt x="2400" y="4320"/>
                        <a:pt x="0" y="6480"/>
                      </a:cubicBezTo>
                      <a:cubicBezTo>
                        <a:pt x="0" y="10800"/>
                        <a:pt x="0" y="15120"/>
                        <a:pt x="2400" y="17280"/>
                      </a:cubicBezTo>
                      <a:lnTo>
                        <a:pt x="4800" y="2160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68" name="Shape">
                  <a:extLst>
                    <a:ext uri="{FF2B5EF4-FFF2-40B4-BE49-F238E27FC236}">
                      <a16:creationId xmlns:a16="http://schemas.microsoft.com/office/drawing/2014/main" id="{6B9ACFA8-78C3-450A-90C4-5D5C79FC2D5E}"/>
                    </a:ext>
                  </a:extLst>
                </p:cNvPr>
                <p:cNvSpPr/>
                <p:nvPr/>
              </p:nvSpPr>
              <p:spPr>
                <a:xfrm>
                  <a:off x="5011416" y="3884425"/>
                  <a:ext cx="170059" cy="942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05" h="21600" extrusionOk="0">
                      <a:moveTo>
                        <a:pt x="10037" y="939"/>
                      </a:moveTo>
                      <a:cubicBezTo>
                        <a:pt x="10037" y="939"/>
                        <a:pt x="10037" y="0"/>
                        <a:pt x="9468" y="0"/>
                      </a:cubicBezTo>
                      <a:cubicBezTo>
                        <a:pt x="7194" y="0"/>
                        <a:pt x="1510" y="3757"/>
                        <a:pt x="373" y="8452"/>
                      </a:cubicBezTo>
                      <a:cubicBezTo>
                        <a:pt x="-195" y="10330"/>
                        <a:pt x="-195" y="13148"/>
                        <a:pt x="942" y="15026"/>
                      </a:cubicBezTo>
                      <a:cubicBezTo>
                        <a:pt x="2079" y="16904"/>
                        <a:pt x="4352" y="16904"/>
                        <a:pt x="7194" y="17843"/>
                      </a:cubicBezTo>
                      <a:cubicBezTo>
                        <a:pt x="8331" y="18783"/>
                        <a:pt x="8900" y="18783"/>
                        <a:pt x="9468" y="18783"/>
                      </a:cubicBezTo>
                      <a:cubicBezTo>
                        <a:pt x="10037" y="19722"/>
                        <a:pt x="10037" y="19722"/>
                        <a:pt x="10037" y="19722"/>
                      </a:cubicBezTo>
                      <a:cubicBezTo>
                        <a:pt x="12310" y="20661"/>
                        <a:pt x="14584" y="21600"/>
                        <a:pt x="17426" y="21600"/>
                      </a:cubicBezTo>
                      <a:cubicBezTo>
                        <a:pt x="18563" y="21600"/>
                        <a:pt x="19131" y="21600"/>
                        <a:pt x="20268" y="20661"/>
                      </a:cubicBezTo>
                      <a:cubicBezTo>
                        <a:pt x="21405" y="20661"/>
                        <a:pt x="21405" y="20661"/>
                        <a:pt x="21405" y="20661"/>
                      </a:cubicBezTo>
                      <a:cubicBezTo>
                        <a:pt x="21405" y="17843"/>
                        <a:pt x="21405" y="17843"/>
                        <a:pt x="21405" y="17843"/>
                      </a:cubicBezTo>
                      <a:cubicBezTo>
                        <a:pt x="20837" y="9391"/>
                        <a:pt x="14584" y="1878"/>
                        <a:pt x="10037" y="93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69" name="Shape">
                  <a:extLst>
                    <a:ext uri="{FF2B5EF4-FFF2-40B4-BE49-F238E27FC236}">
                      <a16:creationId xmlns:a16="http://schemas.microsoft.com/office/drawing/2014/main" id="{E08067FE-CDCE-4BAE-8ABE-53A0B7F45F13}"/>
                    </a:ext>
                  </a:extLst>
                </p:cNvPr>
                <p:cNvSpPr/>
                <p:nvPr/>
              </p:nvSpPr>
              <p:spPr>
                <a:xfrm>
                  <a:off x="4658353" y="2361877"/>
                  <a:ext cx="176104" cy="1638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39" h="21600" extrusionOk="0">
                      <a:moveTo>
                        <a:pt x="16768" y="0"/>
                      </a:moveTo>
                      <a:cubicBezTo>
                        <a:pt x="15188" y="0"/>
                        <a:pt x="13607" y="540"/>
                        <a:pt x="12027" y="1620"/>
                      </a:cubicBezTo>
                      <a:cubicBezTo>
                        <a:pt x="10973" y="2160"/>
                        <a:pt x="9920" y="2700"/>
                        <a:pt x="9393" y="2700"/>
                      </a:cubicBezTo>
                      <a:cubicBezTo>
                        <a:pt x="9393" y="2700"/>
                        <a:pt x="9393" y="2700"/>
                        <a:pt x="8866" y="2700"/>
                      </a:cubicBezTo>
                      <a:cubicBezTo>
                        <a:pt x="8866" y="2700"/>
                        <a:pt x="8339" y="2700"/>
                        <a:pt x="8339" y="2700"/>
                      </a:cubicBezTo>
                      <a:cubicBezTo>
                        <a:pt x="7812" y="2700"/>
                        <a:pt x="7285" y="2700"/>
                        <a:pt x="7285" y="2700"/>
                      </a:cubicBezTo>
                      <a:cubicBezTo>
                        <a:pt x="6232" y="2700"/>
                        <a:pt x="5178" y="2700"/>
                        <a:pt x="4651" y="3780"/>
                      </a:cubicBezTo>
                      <a:cubicBezTo>
                        <a:pt x="3071" y="4860"/>
                        <a:pt x="2017" y="6480"/>
                        <a:pt x="1490" y="8100"/>
                      </a:cubicBezTo>
                      <a:cubicBezTo>
                        <a:pt x="1490" y="8640"/>
                        <a:pt x="1490" y="9180"/>
                        <a:pt x="1490" y="9180"/>
                      </a:cubicBezTo>
                      <a:cubicBezTo>
                        <a:pt x="437" y="11340"/>
                        <a:pt x="-617" y="13500"/>
                        <a:pt x="437" y="15660"/>
                      </a:cubicBezTo>
                      <a:cubicBezTo>
                        <a:pt x="437" y="16200"/>
                        <a:pt x="437" y="16200"/>
                        <a:pt x="963" y="16740"/>
                      </a:cubicBezTo>
                      <a:cubicBezTo>
                        <a:pt x="963" y="18360"/>
                        <a:pt x="2017" y="21600"/>
                        <a:pt x="4651" y="21600"/>
                      </a:cubicBezTo>
                      <a:cubicBezTo>
                        <a:pt x="4651" y="21600"/>
                        <a:pt x="4651" y="21600"/>
                        <a:pt x="4651" y="21600"/>
                      </a:cubicBezTo>
                      <a:cubicBezTo>
                        <a:pt x="5705" y="21060"/>
                        <a:pt x="6759" y="20520"/>
                        <a:pt x="6759" y="19980"/>
                      </a:cubicBezTo>
                      <a:cubicBezTo>
                        <a:pt x="6759" y="19980"/>
                        <a:pt x="6759" y="19980"/>
                        <a:pt x="7285" y="19980"/>
                      </a:cubicBezTo>
                      <a:cubicBezTo>
                        <a:pt x="7812" y="19440"/>
                        <a:pt x="8339" y="19440"/>
                        <a:pt x="9393" y="18900"/>
                      </a:cubicBezTo>
                      <a:cubicBezTo>
                        <a:pt x="11500" y="18360"/>
                        <a:pt x="13081" y="17280"/>
                        <a:pt x="14661" y="15120"/>
                      </a:cubicBezTo>
                      <a:cubicBezTo>
                        <a:pt x="14661" y="14580"/>
                        <a:pt x="15188" y="14040"/>
                        <a:pt x="15715" y="13500"/>
                      </a:cubicBezTo>
                      <a:cubicBezTo>
                        <a:pt x="16242" y="12420"/>
                        <a:pt x="17295" y="11340"/>
                        <a:pt x="17822" y="10260"/>
                      </a:cubicBezTo>
                      <a:cubicBezTo>
                        <a:pt x="18876" y="8640"/>
                        <a:pt x="20983" y="6480"/>
                        <a:pt x="20456" y="3240"/>
                      </a:cubicBezTo>
                      <a:cubicBezTo>
                        <a:pt x="19929" y="0"/>
                        <a:pt x="17822" y="0"/>
                        <a:pt x="16768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70" name="Shape">
                  <a:extLst>
                    <a:ext uri="{FF2B5EF4-FFF2-40B4-BE49-F238E27FC236}">
                      <a16:creationId xmlns:a16="http://schemas.microsoft.com/office/drawing/2014/main" id="{182A7D72-8F53-478F-B4FC-B06C6157E000}"/>
                    </a:ext>
                  </a:extLst>
                </p:cNvPr>
                <p:cNvSpPr/>
                <p:nvPr/>
              </p:nvSpPr>
              <p:spPr>
                <a:xfrm>
                  <a:off x="4953134" y="2419073"/>
                  <a:ext cx="109709" cy="1514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213" h="21600" extrusionOk="0">
                      <a:moveTo>
                        <a:pt x="11958" y="21600"/>
                      </a:moveTo>
                      <a:cubicBezTo>
                        <a:pt x="12788" y="21600"/>
                        <a:pt x="13619" y="21016"/>
                        <a:pt x="14450" y="21016"/>
                      </a:cubicBezTo>
                      <a:cubicBezTo>
                        <a:pt x="16942" y="20432"/>
                        <a:pt x="16942" y="18097"/>
                        <a:pt x="16942" y="16930"/>
                      </a:cubicBezTo>
                      <a:cubicBezTo>
                        <a:pt x="16942" y="16930"/>
                        <a:pt x="16942" y="16346"/>
                        <a:pt x="16942" y="16346"/>
                      </a:cubicBezTo>
                      <a:cubicBezTo>
                        <a:pt x="17773" y="14595"/>
                        <a:pt x="18604" y="13427"/>
                        <a:pt x="19434" y="11676"/>
                      </a:cubicBezTo>
                      <a:cubicBezTo>
                        <a:pt x="21096" y="8173"/>
                        <a:pt x="20265" y="3503"/>
                        <a:pt x="15281" y="1168"/>
                      </a:cubicBezTo>
                      <a:cubicBezTo>
                        <a:pt x="13619" y="584"/>
                        <a:pt x="12788" y="0"/>
                        <a:pt x="11127" y="0"/>
                      </a:cubicBezTo>
                      <a:cubicBezTo>
                        <a:pt x="7804" y="0"/>
                        <a:pt x="4481" y="2335"/>
                        <a:pt x="1988" y="5254"/>
                      </a:cubicBezTo>
                      <a:cubicBezTo>
                        <a:pt x="-504" y="8757"/>
                        <a:pt x="-504" y="12259"/>
                        <a:pt x="1158" y="15762"/>
                      </a:cubicBezTo>
                      <a:cubicBezTo>
                        <a:pt x="2819" y="17514"/>
                        <a:pt x="6973" y="21600"/>
                        <a:pt x="11958" y="21600"/>
                      </a:cubicBezTo>
                      <a:cubicBezTo>
                        <a:pt x="11958" y="21600"/>
                        <a:pt x="11958" y="21600"/>
                        <a:pt x="11958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71" name="Shape">
                  <a:extLst>
                    <a:ext uri="{FF2B5EF4-FFF2-40B4-BE49-F238E27FC236}">
                      <a16:creationId xmlns:a16="http://schemas.microsoft.com/office/drawing/2014/main" id="{1E211D21-68EF-4D72-A0A3-F0D7E90414E2}"/>
                    </a:ext>
                  </a:extLst>
                </p:cNvPr>
                <p:cNvSpPr/>
                <p:nvPr/>
              </p:nvSpPr>
              <p:spPr>
                <a:xfrm>
                  <a:off x="5004770" y="2825597"/>
                  <a:ext cx="60234" cy="741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696" h="21600" extrusionOk="0">
                      <a:moveTo>
                        <a:pt x="20057" y="2400"/>
                      </a:moveTo>
                      <a:cubicBezTo>
                        <a:pt x="18514" y="1200"/>
                        <a:pt x="16971" y="0"/>
                        <a:pt x="13886" y="0"/>
                      </a:cubicBezTo>
                      <a:cubicBezTo>
                        <a:pt x="12343" y="0"/>
                        <a:pt x="12343" y="0"/>
                        <a:pt x="10800" y="1200"/>
                      </a:cubicBezTo>
                      <a:cubicBezTo>
                        <a:pt x="6171" y="2400"/>
                        <a:pt x="6171" y="6000"/>
                        <a:pt x="4629" y="9600"/>
                      </a:cubicBezTo>
                      <a:cubicBezTo>
                        <a:pt x="4629" y="9600"/>
                        <a:pt x="4629" y="9600"/>
                        <a:pt x="4629" y="9600"/>
                      </a:cubicBezTo>
                      <a:cubicBezTo>
                        <a:pt x="4629" y="9600"/>
                        <a:pt x="4629" y="10800"/>
                        <a:pt x="4629" y="10800"/>
                      </a:cubicBezTo>
                      <a:cubicBezTo>
                        <a:pt x="3086" y="10800"/>
                        <a:pt x="0" y="13200"/>
                        <a:pt x="0" y="15600"/>
                      </a:cubicBezTo>
                      <a:cubicBezTo>
                        <a:pt x="0" y="16800"/>
                        <a:pt x="0" y="18000"/>
                        <a:pt x="1543" y="19200"/>
                      </a:cubicBezTo>
                      <a:cubicBezTo>
                        <a:pt x="3086" y="20400"/>
                        <a:pt x="4629" y="21600"/>
                        <a:pt x="6171" y="21600"/>
                      </a:cubicBezTo>
                      <a:cubicBezTo>
                        <a:pt x="7714" y="21600"/>
                        <a:pt x="7714" y="21600"/>
                        <a:pt x="7714" y="21600"/>
                      </a:cubicBezTo>
                      <a:cubicBezTo>
                        <a:pt x="12343" y="20400"/>
                        <a:pt x="12343" y="18000"/>
                        <a:pt x="13886" y="16800"/>
                      </a:cubicBezTo>
                      <a:cubicBezTo>
                        <a:pt x="13886" y="15600"/>
                        <a:pt x="13886" y="15600"/>
                        <a:pt x="15429" y="15600"/>
                      </a:cubicBezTo>
                      <a:cubicBezTo>
                        <a:pt x="16971" y="14400"/>
                        <a:pt x="18514" y="13200"/>
                        <a:pt x="18514" y="12000"/>
                      </a:cubicBezTo>
                      <a:cubicBezTo>
                        <a:pt x="20057" y="9600"/>
                        <a:pt x="21600" y="6000"/>
                        <a:pt x="20057" y="24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72" name="Shape">
                  <a:extLst>
                    <a:ext uri="{FF2B5EF4-FFF2-40B4-BE49-F238E27FC236}">
                      <a16:creationId xmlns:a16="http://schemas.microsoft.com/office/drawing/2014/main" id="{B687BB51-71DB-4C9D-87BA-66795D52CDBF}"/>
                    </a:ext>
                  </a:extLst>
                </p:cNvPr>
                <p:cNvSpPr/>
                <p:nvPr/>
              </p:nvSpPr>
              <p:spPr>
                <a:xfrm>
                  <a:off x="395285" y="3569984"/>
                  <a:ext cx="22848" cy="4047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153" h="17674" extrusionOk="0">
                      <a:moveTo>
                        <a:pt x="12953" y="6587"/>
                      </a:moveTo>
                      <a:cubicBezTo>
                        <a:pt x="12953" y="4787"/>
                        <a:pt x="12953" y="1187"/>
                        <a:pt x="9353" y="1187"/>
                      </a:cubicBezTo>
                      <a:cubicBezTo>
                        <a:pt x="-1447" y="-2413"/>
                        <a:pt x="-1447" y="2987"/>
                        <a:pt x="2153" y="6587"/>
                      </a:cubicBezTo>
                      <a:cubicBezTo>
                        <a:pt x="2153" y="8387"/>
                        <a:pt x="5753" y="8387"/>
                        <a:pt x="5753" y="10187"/>
                      </a:cubicBezTo>
                      <a:cubicBezTo>
                        <a:pt x="9353" y="11987"/>
                        <a:pt x="9353" y="19187"/>
                        <a:pt x="16553" y="17387"/>
                      </a:cubicBezTo>
                      <a:cubicBezTo>
                        <a:pt x="20153" y="15587"/>
                        <a:pt x="16553" y="11987"/>
                        <a:pt x="16553" y="8387"/>
                      </a:cubicBezTo>
                      <a:cubicBezTo>
                        <a:pt x="12953" y="8387"/>
                        <a:pt x="12953" y="6587"/>
                        <a:pt x="12953" y="658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73" name="Shape">
                  <a:extLst>
                    <a:ext uri="{FF2B5EF4-FFF2-40B4-BE49-F238E27FC236}">
                      <a16:creationId xmlns:a16="http://schemas.microsoft.com/office/drawing/2014/main" id="{40F25967-5C1E-451D-A543-17EBAB9C36A6}"/>
                    </a:ext>
                  </a:extLst>
                </p:cNvPr>
                <p:cNvSpPr/>
                <p:nvPr/>
              </p:nvSpPr>
              <p:spPr>
                <a:xfrm>
                  <a:off x="1162735" y="2315507"/>
                  <a:ext cx="1320596" cy="19754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32" h="21600" extrusionOk="0">
                      <a:moveTo>
                        <a:pt x="19216" y="4940"/>
                      </a:moveTo>
                      <a:cubicBezTo>
                        <a:pt x="19362" y="4895"/>
                        <a:pt x="19435" y="4895"/>
                        <a:pt x="19581" y="4850"/>
                      </a:cubicBezTo>
                      <a:cubicBezTo>
                        <a:pt x="19727" y="4805"/>
                        <a:pt x="19873" y="4760"/>
                        <a:pt x="20018" y="4760"/>
                      </a:cubicBezTo>
                      <a:cubicBezTo>
                        <a:pt x="20237" y="4715"/>
                        <a:pt x="20383" y="4715"/>
                        <a:pt x="20529" y="4670"/>
                      </a:cubicBezTo>
                      <a:cubicBezTo>
                        <a:pt x="20675" y="4625"/>
                        <a:pt x="20675" y="4625"/>
                        <a:pt x="20675" y="4625"/>
                      </a:cubicBezTo>
                      <a:cubicBezTo>
                        <a:pt x="21332" y="3413"/>
                        <a:pt x="21332" y="3413"/>
                        <a:pt x="21332" y="3413"/>
                      </a:cubicBezTo>
                      <a:cubicBezTo>
                        <a:pt x="21113" y="3368"/>
                        <a:pt x="21113" y="3368"/>
                        <a:pt x="21113" y="3368"/>
                      </a:cubicBezTo>
                      <a:cubicBezTo>
                        <a:pt x="16808" y="2470"/>
                        <a:pt x="12575" y="1392"/>
                        <a:pt x="8489" y="45"/>
                      </a:cubicBezTo>
                      <a:cubicBezTo>
                        <a:pt x="8270" y="0"/>
                        <a:pt x="8270" y="0"/>
                        <a:pt x="8270" y="0"/>
                      </a:cubicBezTo>
                      <a:cubicBezTo>
                        <a:pt x="8197" y="135"/>
                        <a:pt x="8197" y="135"/>
                        <a:pt x="8197" y="135"/>
                      </a:cubicBezTo>
                      <a:cubicBezTo>
                        <a:pt x="7759" y="629"/>
                        <a:pt x="7321" y="1168"/>
                        <a:pt x="6956" y="1662"/>
                      </a:cubicBezTo>
                      <a:cubicBezTo>
                        <a:pt x="6810" y="1796"/>
                        <a:pt x="6810" y="1796"/>
                        <a:pt x="6810" y="1796"/>
                      </a:cubicBezTo>
                      <a:cubicBezTo>
                        <a:pt x="6446" y="2245"/>
                        <a:pt x="6154" y="2649"/>
                        <a:pt x="5789" y="3099"/>
                      </a:cubicBezTo>
                      <a:cubicBezTo>
                        <a:pt x="5278" y="3727"/>
                        <a:pt x="4767" y="4356"/>
                        <a:pt x="4256" y="4940"/>
                      </a:cubicBezTo>
                      <a:cubicBezTo>
                        <a:pt x="3381" y="6062"/>
                        <a:pt x="2505" y="7185"/>
                        <a:pt x="1483" y="8263"/>
                      </a:cubicBezTo>
                      <a:cubicBezTo>
                        <a:pt x="1410" y="8353"/>
                        <a:pt x="1337" y="8442"/>
                        <a:pt x="1191" y="8577"/>
                      </a:cubicBezTo>
                      <a:cubicBezTo>
                        <a:pt x="462" y="9296"/>
                        <a:pt x="-268" y="10149"/>
                        <a:pt x="97" y="10553"/>
                      </a:cubicBezTo>
                      <a:cubicBezTo>
                        <a:pt x="170" y="10688"/>
                        <a:pt x="316" y="10688"/>
                        <a:pt x="462" y="10733"/>
                      </a:cubicBezTo>
                      <a:cubicBezTo>
                        <a:pt x="535" y="10778"/>
                        <a:pt x="608" y="10778"/>
                        <a:pt x="754" y="10822"/>
                      </a:cubicBezTo>
                      <a:cubicBezTo>
                        <a:pt x="1191" y="11047"/>
                        <a:pt x="1264" y="11451"/>
                        <a:pt x="1337" y="11810"/>
                      </a:cubicBezTo>
                      <a:cubicBezTo>
                        <a:pt x="1410" y="11945"/>
                        <a:pt x="1410" y="11945"/>
                        <a:pt x="1410" y="11945"/>
                      </a:cubicBezTo>
                      <a:cubicBezTo>
                        <a:pt x="1410" y="12035"/>
                        <a:pt x="1410" y="12125"/>
                        <a:pt x="1410" y="12215"/>
                      </a:cubicBezTo>
                      <a:cubicBezTo>
                        <a:pt x="1410" y="12349"/>
                        <a:pt x="1410" y="12439"/>
                        <a:pt x="1410" y="12574"/>
                      </a:cubicBezTo>
                      <a:cubicBezTo>
                        <a:pt x="1483" y="12709"/>
                        <a:pt x="1556" y="12753"/>
                        <a:pt x="1556" y="12753"/>
                      </a:cubicBezTo>
                      <a:cubicBezTo>
                        <a:pt x="1848" y="12888"/>
                        <a:pt x="1848" y="12888"/>
                        <a:pt x="1848" y="12888"/>
                      </a:cubicBezTo>
                      <a:cubicBezTo>
                        <a:pt x="1848" y="12798"/>
                        <a:pt x="1848" y="12798"/>
                        <a:pt x="1848" y="12798"/>
                      </a:cubicBezTo>
                      <a:cubicBezTo>
                        <a:pt x="1921" y="12843"/>
                        <a:pt x="1994" y="12843"/>
                        <a:pt x="2140" y="12888"/>
                      </a:cubicBezTo>
                      <a:cubicBezTo>
                        <a:pt x="2578" y="13068"/>
                        <a:pt x="2505" y="13562"/>
                        <a:pt x="2505" y="13921"/>
                      </a:cubicBezTo>
                      <a:cubicBezTo>
                        <a:pt x="2505" y="14011"/>
                        <a:pt x="2505" y="14011"/>
                        <a:pt x="2505" y="14011"/>
                      </a:cubicBezTo>
                      <a:cubicBezTo>
                        <a:pt x="2432" y="14370"/>
                        <a:pt x="2578" y="14460"/>
                        <a:pt x="2797" y="14595"/>
                      </a:cubicBezTo>
                      <a:cubicBezTo>
                        <a:pt x="2943" y="14684"/>
                        <a:pt x="3016" y="14774"/>
                        <a:pt x="3162" y="14954"/>
                      </a:cubicBezTo>
                      <a:cubicBezTo>
                        <a:pt x="3381" y="15178"/>
                        <a:pt x="3527" y="15538"/>
                        <a:pt x="3600" y="15852"/>
                      </a:cubicBezTo>
                      <a:cubicBezTo>
                        <a:pt x="3600" y="15942"/>
                        <a:pt x="3673" y="15987"/>
                        <a:pt x="3673" y="16077"/>
                      </a:cubicBezTo>
                      <a:cubicBezTo>
                        <a:pt x="3746" y="16346"/>
                        <a:pt x="3964" y="16526"/>
                        <a:pt x="4110" y="16705"/>
                      </a:cubicBezTo>
                      <a:cubicBezTo>
                        <a:pt x="4256" y="16795"/>
                        <a:pt x="4402" y="16930"/>
                        <a:pt x="4475" y="17064"/>
                      </a:cubicBezTo>
                      <a:cubicBezTo>
                        <a:pt x="4694" y="17424"/>
                        <a:pt x="4475" y="17873"/>
                        <a:pt x="4256" y="18187"/>
                      </a:cubicBezTo>
                      <a:cubicBezTo>
                        <a:pt x="4256" y="18277"/>
                        <a:pt x="4183" y="18457"/>
                        <a:pt x="4183" y="18457"/>
                      </a:cubicBezTo>
                      <a:cubicBezTo>
                        <a:pt x="3964" y="18816"/>
                        <a:pt x="3746" y="19175"/>
                        <a:pt x="3891" y="19624"/>
                      </a:cubicBezTo>
                      <a:cubicBezTo>
                        <a:pt x="3964" y="19714"/>
                        <a:pt x="4037" y="19804"/>
                        <a:pt x="4110" y="19938"/>
                      </a:cubicBezTo>
                      <a:cubicBezTo>
                        <a:pt x="4110" y="19983"/>
                        <a:pt x="4110" y="19983"/>
                        <a:pt x="4110" y="19983"/>
                      </a:cubicBezTo>
                      <a:cubicBezTo>
                        <a:pt x="4183" y="20028"/>
                        <a:pt x="4183" y="20028"/>
                        <a:pt x="4183" y="20028"/>
                      </a:cubicBezTo>
                      <a:cubicBezTo>
                        <a:pt x="4256" y="20073"/>
                        <a:pt x="4256" y="20073"/>
                        <a:pt x="4256" y="20073"/>
                      </a:cubicBezTo>
                      <a:cubicBezTo>
                        <a:pt x="6373" y="20567"/>
                        <a:pt x="8708" y="21061"/>
                        <a:pt x="11116" y="21555"/>
                      </a:cubicBezTo>
                      <a:cubicBezTo>
                        <a:pt x="11335" y="21600"/>
                        <a:pt x="11335" y="21600"/>
                        <a:pt x="11335" y="21600"/>
                      </a:cubicBezTo>
                      <a:cubicBezTo>
                        <a:pt x="20602" y="4760"/>
                        <a:pt x="20602" y="4760"/>
                        <a:pt x="20602" y="4760"/>
                      </a:cubicBezTo>
                      <a:cubicBezTo>
                        <a:pt x="20164" y="4895"/>
                        <a:pt x="20164" y="4895"/>
                        <a:pt x="20164" y="4895"/>
                      </a:cubicBezTo>
                      <a:cubicBezTo>
                        <a:pt x="20018" y="4895"/>
                        <a:pt x="19946" y="4940"/>
                        <a:pt x="19873" y="4940"/>
                      </a:cubicBezTo>
                      <a:cubicBezTo>
                        <a:pt x="19800" y="4985"/>
                        <a:pt x="19654" y="5030"/>
                        <a:pt x="19581" y="5074"/>
                      </a:cubicBezTo>
                      <a:cubicBezTo>
                        <a:pt x="19362" y="5209"/>
                        <a:pt x="19070" y="5344"/>
                        <a:pt x="18924" y="5344"/>
                      </a:cubicBezTo>
                      <a:cubicBezTo>
                        <a:pt x="18851" y="5344"/>
                        <a:pt x="18778" y="5254"/>
                        <a:pt x="18778" y="5209"/>
                      </a:cubicBezTo>
                      <a:cubicBezTo>
                        <a:pt x="18705" y="5074"/>
                        <a:pt x="18778" y="5030"/>
                        <a:pt x="19216" y="494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74" name="Shape">
                  <a:extLst>
                    <a:ext uri="{FF2B5EF4-FFF2-40B4-BE49-F238E27FC236}">
                      <a16:creationId xmlns:a16="http://schemas.microsoft.com/office/drawing/2014/main" id="{AD1D3FC1-1D6E-4E0D-8E13-0406FFD3AA3A}"/>
                    </a:ext>
                  </a:extLst>
                </p:cNvPr>
                <p:cNvSpPr/>
                <p:nvPr/>
              </p:nvSpPr>
              <p:spPr>
                <a:xfrm>
                  <a:off x="249039" y="265867"/>
                  <a:ext cx="1289601" cy="189352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3" y="2764"/>
                      </a:moveTo>
                      <a:cubicBezTo>
                        <a:pt x="21298" y="2718"/>
                        <a:pt x="21222" y="2671"/>
                        <a:pt x="21147" y="2577"/>
                      </a:cubicBezTo>
                      <a:cubicBezTo>
                        <a:pt x="21071" y="2530"/>
                        <a:pt x="21071" y="2436"/>
                        <a:pt x="21071" y="2343"/>
                      </a:cubicBezTo>
                      <a:cubicBezTo>
                        <a:pt x="21071" y="2249"/>
                        <a:pt x="21071" y="2155"/>
                        <a:pt x="20996" y="2062"/>
                      </a:cubicBezTo>
                      <a:cubicBezTo>
                        <a:pt x="20845" y="1874"/>
                        <a:pt x="20845" y="1687"/>
                        <a:pt x="20845" y="1499"/>
                      </a:cubicBezTo>
                      <a:cubicBezTo>
                        <a:pt x="20845" y="1452"/>
                        <a:pt x="20845" y="1359"/>
                        <a:pt x="20845" y="1312"/>
                      </a:cubicBezTo>
                      <a:cubicBezTo>
                        <a:pt x="20920" y="1125"/>
                        <a:pt x="20920" y="937"/>
                        <a:pt x="20694" y="703"/>
                      </a:cubicBezTo>
                      <a:cubicBezTo>
                        <a:pt x="20543" y="515"/>
                        <a:pt x="20165" y="328"/>
                        <a:pt x="19938" y="141"/>
                      </a:cubicBezTo>
                      <a:cubicBezTo>
                        <a:pt x="19863" y="141"/>
                        <a:pt x="19863" y="141"/>
                        <a:pt x="19863" y="141"/>
                      </a:cubicBezTo>
                      <a:cubicBezTo>
                        <a:pt x="19712" y="0"/>
                        <a:pt x="19712" y="0"/>
                        <a:pt x="19712" y="0"/>
                      </a:cubicBezTo>
                      <a:cubicBezTo>
                        <a:pt x="0" y="11714"/>
                        <a:pt x="0" y="11714"/>
                        <a:pt x="0" y="11714"/>
                      </a:cubicBezTo>
                      <a:cubicBezTo>
                        <a:pt x="151" y="11807"/>
                        <a:pt x="151" y="11807"/>
                        <a:pt x="151" y="11807"/>
                      </a:cubicBezTo>
                      <a:cubicBezTo>
                        <a:pt x="151" y="11854"/>
                        <a:pt x="227" y="11948"/>
                        <a:pt x="302" y="12042"/>
                      </a:cubicBezTo>
                      <a:cubicBezTo>
                        <a:pt x="378" y="12135"/>
                        <a:pt x="529" y="12276"/>
                        <a:pt x="604" y="12370"/>
                      </a:cubicBezTo>
                      <a:cubicBezTo>
                        <a:pt x="831" y="12557"/>
                        <a:pt x="906" y="12604"/>
                        <a:pt x="1359" y="12698"/>
                      </a:cubicBezTo>
                      <a:cubicBezTo>
                        <a:pt x="1359" y="12744"/>
                        <a:pt x="1359" y="12744"/>
                        <a:pt x="1359" y="12744"/>
                      </a:cubicBezTo>
                      <a:cubicBezTo>
                        <a:pt x="1813" y="12838"/>
                        <a:pt x="1888" y="12885"/>
                        <a:pt x="1888" y="12885"/>
                      </a:cubicBezTo>
                      <a:cubicBezTo>
                        <a:pt x="1888" y="12885"/>
                        <a:pt x="1813" y="12885"/>
                        <a:pt x="1737" y="12932"/>
                      </a:cubicBezTo>
                      <a:cubicBezTo>
                        <a:pt x="1662" y="12932"/>
                        <a:pt x="1586" y="12979"/>
                        <a:pt x="1510" y="13026"/>
                      </a:cubicBezTo>
                      <a:cubicBezTo>
                        <a:pt x="1510" y="13026"/>
                        <a:pt x="1435" y="13072"/>
                        <a:pt x="1435" y="13072"/>
                      </a:cubicBezTo>
                      <a:cubicBezTo>
                        <a:pt x="1284" y="13166"/>
                        <a:pt x="1284" y="13166"/>
                        <a:pt x="1284" y="13166"/>
                      </a:cubicBezTo>
                      <a:cubicBezTo>
                        <a:pt x="1435" y="13260"/>
                        <a:pt x="1435" y="13260"/>
                        <a:pt x="1435" y="13260"/>
                      </a:cubicBezTo>
                      <a:cubicBezTo>
                        <a:pt x="3172" y="14338"/>
                        <a:pt x="9441" y="18039"/>
                        <a:pt x="18655" y="21506"/>
                      </a:cubicBezTo>
                      <a:cubicBezTo>
                        <a:pt x="18881" y="21600"/>
                        <a:pt x="18881" y="21600"/>
                        <a:pt x="18881" y="21600"/>
                      </a:cubicBezTo>
                      <a:cubicBezTo>
                        <a:pt x="18957" y="21413"/>
                        <a:pt x="18957" y="21413"/>
                        <a:pt x="18957" y="21413"/>
                      </a:cubicBezTo>
                      <a:cubicBezTo>
                        <a:pt x="19032" y="21366"/>
                        <a:pt x="19032" y="21366"/>
                        <a:pt x="19108" y="21272"/>
                      </a:cubicBezTo>
                      <a:cubicBezTo>
                        <a:pt x="19108" y="21131"/>
                        <a:pt x="19108" y="21038"/>
                        <a:pt x="19032" y="20944"/>
                      </a:cubicBezTo>
                      <a:cubicBezTo>
                        <a:pt x="19032" y="20757"/>
                        <a:pt x="18957" y="20616"/>
                        <a:pt x="19108" y="20475"/>
                      </a:cubicBezTo>
                      <a:cubicBezTo>
                        <a:pt x="19108" y="20429"/>
                        <a:pt x="19183" y="20382"/>
                        <a:pt x="19259" y="20335"/>
                      </a:cubicBezTo>
                      <a:cubicBezTo>
                        <a:pt x="19485" y="20194"/>
                        <a:pt x="19636" y="20054"/>
                        <a:pt x="19485" y="19913"/>
                      </a:cubicBezTo>
                      <a:cubicBezTo>
                        <a:pt x="19334" y="19820"/>
                        <a:pt x="19108" y="19820"/>
                        <a:pt x="19032" y="19820"/>
                      </a:cubicBezTo>
                      <a:cubicBezTo>
                        <a:pt x="18957" y="19820"/>
                        <a:pt x="18957" y="19820"/>
                        <a:pt x="18881" y="19820"/>
                      </a:cubicBezTo>
                      <a:cubicBezTo>
                        <a:pt x="18806" y="19820"/>
                        <a:pt x="18806" y="19820"/>
                        <a:pt x="18730" y="19820"/>
                      </a:cubicBezTo>
                      <a:cubicBezTo>
                        <a:pt x="18579" y="19820"/>
                        <a:pt x="18428" y="19773"/>
                        <a:pt x="18352" y="19773"/>
                      </a:cubicBezTo>
                      <a:cubicBezTo>
                        <a:pt x="18277" y="19726"/>
                        <a:pt x="18201" y="19679"/>
                        <a:pt x="18201" y="19632"/>
                      </a:cubicBezTo>
                      <a:cubicBezTo>
                        <a:pt x="18126" y="19632"/>
                        <a:pt x="18126" y="19585"/>
                        <a:pt x="18050" y="19538"/>
                      </a:cubicBezTo>
                      <a:cubicBezTo>
                        <a:pt x="17899" y="19492"/>
                        <a:pt x="17748" y="19492"/>
                        <a:pt x="17597" y="19445"/>
                      </a:cubicBezTo>
                      <a:cubicBezTo>
                        <a:pt x="17446" y="19445"/>
                        <a:pt x="17295" y="19445"/>
                        <a:pt x="17144" y="19351"/>
                      </a:cubicBezTo>
                      <a:cubicBezTo>
                        <a:pt x="16917" y="19257"/>
                        <a:pt x="16766" y="19117"/>
                        <a:pt x="16842" y="18882"/>
                      </a:cubicBezTo>
                      <a:cubicBezTo>
                        <a:pt x="16842" y="18742"/>
                        <a:pt x="16917" y="18648"/>
                        <a:pt x="17069" y="18508"/>
                      </a:cubicBezTo>
                      <a:cubicBezTo>
                        <a:pt x="17144" y="18414"/>
                        <a:pt x="17295" y="18273"/>
                        <a:pt x="17220" y="18039"/>
                      </a:cubicBezTo>
                      <a:cubicBezTo>
                        <a:pt x="17220" y="17945"/>
                        <a:pt x="17144" y="17852"/>
                        <a:pt x="16993" y="17758"/>
                      </a:cubicBezTo>
                      <a:cubicBezTo>
                        <a:pt x="16917" y="17664"/>
                        <a:pt x="16842" y="17617"/>
                        <a:pt x="16766" y="17524"/>
                      </a:cubicBezTo>
                      <a:cubicBezTo>
                        <a:pt x="16691" y="17336"/>
                        <a:pt x="16691" y="17149"/>
                        <a:pt x="16691" y="16961"/>
                      </a:cubicBezTo>
                      <a:cubicBezTo>
                        <a:pt x="16691" y="16727"/>
                        <a:pt x="16691" y="16446"/>
                        <a:pt x="16540" y="16212"/>
                      </a:cubicBezTo>
                      <a:cubicBezTo>
                        <a:pt x="16464" y="16165"/>
                        <a:pt x="16389" y="16118"/>
                        <a:pt x="16313" y="16071"/>
                      </a:cubicBezTo>
                      <a:cubicBezTo>
                        <a:pt x="16162" y="15977"/>
                        <a:pt x="16087" y="15884"/>
                        <a:pt x="16238" y="15696"/>
                      </a:cubicBezTo>
                      <a:cubicBezTo>
                        <a:pt x="16313" y="15603"/>
                        <a:pt x="16389" y="15556"/>
                        <a:pt x="16464" y="15509"/>
                      </a:cubicBezTo>
                      <a:cubicBezTo>
                        <a:pt x="16615" y="15368"/>
                        <a:pt x="16766" y="15228"/>
                        <a:pt x="16691" y="14993"/>
                      </a:cubicBezTo>
                      <a:cubicBezTo>
                        <a:pt x="16691" y="14900"/>
                        <a:pt x="16691" y="14853"/>
                        <a:pt x="16691" y="14759"/>
                      </a:cubicBezTo>
                      <a:cubicBezTo>
                        <a:pt x="16615" y="14572"/>
                        <a:pt x="16615" y="14384"/>
                        <a:pt x="16766" y="14244"/>
                      </a:cubicBezTo>
                      <a:cubicBezTo>
                        <a:pt x="16842" y="14103"/>
                        <a:pt x="16993" y="14010"/>
                        <a:pt x="17144" y="13963"/>
                      </a:cubicBezTo>
                      <a:cubicBezTo>
                        <a:pt x="17371" y="13822"/>
                        <a:pt x="17597" y="13728"/>
                        <a:pt x="17673" y="13541"/>
                      </a:cubicBezTo>
                      <a:cubicBezTo>
                        <a:pt x="17824" y="13354"/>
                        <a:pt x="17748" y="13213"/>
                        <a:pt x="17748" y="13072"/>
                      </a:cubicBezTo>
                      <a:cubicBezTo>
                        <a:pt x="17748" y="13072"/>
                        <a:pt x="17673" y="12979"/>
                        <a:pt x="17673" y="12979"/>
                      </a:cubicBezTo>
                      <a:cubicBezTo>
                        <a:pt x="17673" y="12744"/>
                        <a:pt x="17673" y="12510"/>
                        <a:pt x="17673" y="12323"/>
                      </a:cubicBezTo>
                      <a:cubicBezTo>
                        <a:pt x="17748" y="12229"/>
                        <a:pt x="17748" y="12229"/>
                        <a:pt x="17748" y="12229"/>
                      </a:cubicBezTo>
                      <a:cubicBezTo>
                        <a:pt x="17748" y="12182"/>
                        <a:pt x="17748" y="12135"/>
                        <a:pt x="17748" y="12089"/>
                      </a:cubicBezTo>
                      <a:cubicBezTo>
                        <a:pt x="17824" y="11854"/>
                        <a:pt x="17824" y="11714"/>
                        <a:pt x="17748" y="11573"/>
                      </a:cubicBezTo>
                      <a:cubicBezTo>
                        <a:pt x="17673" y="11526"/>
                        <a:pt x="17597" y="11479"/>
                        <a:pt x="17597" y="11433"/>
                      </a:cubicBezTo>
                      <a:cubicBezTo>
                        <a:pt x="17446" y="11292"/>
                        <a:pt x="17371" y="11198"/>
                        <a:pt x="17295" y="11011"/>
                      </a:cubicBezTo>
                      <a:cubicBezTo>
                        <a:pt x="17295" y="10917"/>
                        <a:pt x="17295" y="10917"/>
                        <a:pt x="17295" y="10917"/>
                      </a:cubicBezTo>
                      <a:cubicBezTo>
                        <a:pt x="17295" y="10542"/>
                        <a:pt x="17220" y="10167"/>
                        <a:pt x="17824" y="9933"/>
                      </a:cubicBezTo>
                      <a:cubicBezTo>
                        <a:pt x="17975" y="9839"/>
                        <a:pt x="17975" y="9839"/>
                        <a:pt x="17975" y="9839"/>
                      </a:cubicBezTo>
                      <a:cubicBezTo>
                        <a:pt x="18428" y="9652"/>
                        <a:pt x="18957" y="9418"/>
                        <a:pt x="19183" y="9137"/>
                      </a:cubicBezTo>
                      <a:cubicBezTo>
                        <a:pt x="19410" y="8856"/>
                        <a:pt x="19108" y="8762"/>
                        <a:pt x="18806" y="8621"/>
                      </a:cubicBezTo>
                      <a:cubicBezTo>
                        <a:pt x="18655" y="8528"/>
                        <a:pt x="18503" y="8434"/>
                        <a:pt x="18352" y="8340"/>
                      </a:cubicBezTo>
                      <a:cubicBezTo>
                        <a:pt x="18201" y="8106"/>
                        <a:pt x="18579" y="7825"/>
                        <a:pt x="19183" y="7497"/>
                      </a:cubicBezTo>
                      <a:cubicBezTo>
                        <a:pt x="19485" y="7356"/>
                        <a:pt x="19787" y="7216"/>
                        <a:pt x="19863" y="7075"/>
                      </a:cubicBezTo>
                      <a:cubicBezTo>
                        <a:pt x="20014" y="6888"/>
                        <a:pt x="20014" y="6747"/>
                        <a:pt x="19938" y="6607"/>
                      </a:cubicBezTo>
                      <a:cubicBezTo>
                        <a:pt x="19863" y="6466"/>
                        <a:pt x="19485" y="6372"/>
                        <a:pt x="19183" y="6325"/>
                      </a:cubicBezTo>
                      <a:cubicBezTo>
                        <a:pt x="18881" y="6279"/>
                        <a:pt x="18579" y="6185"/>
                        <a:pt x="18428" y="6091"/>
                      </a:cubicBezTo>
                      <a:cubicBezTo>
                        <a:pt x="18201" y="5997"/>
                        <a:pt x="18126" y="5857"/>
                        <a:pt x="18126" y="5763"/>
                      </a:cubicBezTo>
                      <a:cubicBezTo>
                        <a:pt x="18126" y="5669"/>
                        <a:pt x="18201" y="5529"/>
                        <a:pt x="18352" y="5482"/>
                      </a:cubicBezTo>
                      <a:cubicBezTo>
                        <a:pt x="18428" y="5435"/>
                        <a:pt x="18428" y="5435"/>
                        <a:pt x="18428" y="5435"/>
                      </a:cubicBezTo>
                      <a:cubicBezTo>
                        <a:pt x="18730" y="5248"/>
                        <a:pt x="19032" y="5107"/>
                        <a:pt x="19259" y="4873"/>
                      </a:cubicBezTo>
                      <a:cubicBezTo>
                        <a:pt x="19334" y="4779"/>
                        <a:pt x="19410" y="4685"/>
                        <a:pt x="19410" y="4592"/>
                      </a:cubicBezTo>
                      <a:cubicBezTo>
                        <a:pt x="19485" y="4451"/>
                        <a:pt x="19485" y="4357"/>
                        <a:pt x="19561" y="4264"/>
                      </a:cubicBezTo>
                      <a:cubicBezTo>
                        <a:pt x="19712" y="4123"/>
                        <a:pt x="19938" y="4076"/>
                        <a:pt x="20165" y="3983"/>
                      </a:cubicBezTo>
                      <a:cubicBezTo>
                        <a:pt x="20316" y="3936"/>
                        <a:pt x="20467" y="3889"/>
                        <a:pt x="20543" y="3842"/>
                      </a:cubicBezTo>
                      <a:cubicBezTo>
                        <a:pt x="20769" y="3748"/>
                        <a:pt x="20845" y="3608"/>
                        <a:pt x="20996" y="3420"/>
                      </a:cubicBezTo>
                      <a:cubicBezTo>
                        <a:pt x="21147" y="3374"/>
                        <a:pt x="21222" y="3280"/>
                        <a:pt x="21298" y="3186"/>
                      </a:cubicBezTo>
                      <a:cubicBezTo>
                        <a:pt x="21373" y="3139"/>
                        <a:pt x="21449" y="3046"/>
                        <a:pt x="21524" y="2999"/>
                      </a:cubicBezTo>
                      <a:cubicBezTo>
                        <a:pt x="21600" y="2905"/>
                        <a:pt x="21600" y="2905"/>
                        <a:pt x="21600" y="2905"/>
                      </a:cubicBezTo>
                      <a:lnTo>
                        <a:pt x="21373" y="2764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75" name="Shape">
                  <a:extLst>
                    <a:ext uri="{FF2B5EF4-FFF2-40B4-BE49-F238E27FC236}">
                      <a16:creationId xmlns:a16="http://schemas.microsoft.com/office/drawing/2014/main" id="{4BC64BD4-F78E-4715-807B-A7F4734E3D9A}"/>
                    </a:ext>
                  </a:extLst>
                </p:cNvPr>
                <p:cNvSpPr/>
                <p:nvPr/>
              </p:nvSpPr>
              <p:spPr>
                <a:xfrm>
                  <a:off x="1864867" y="2627748"/>
                  <a:ext cx="1281108" cy="18981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2" y="1683"/>
                      </a:moveTo>
                      <a:cubicBezTo>
                        <a:pt x="20307" y="1590"/>
                        <a:pt x="16276" y="1169"/>
                        <a:pt x="10648" y="47"/>
                      </a:cubicBezTo>
                      <a:cubicBezTo>
                        <a:pt x="10420" y="0"/>
                        <a:pt x="10420" y="0"/>
                        <a:pt x="10420" y="0"/>
                      </a:cubicBezTo>
                      <a:cubicBezTo>
                        <a:pt x="9735" y="1262"/>
                        <a:pt x="9735" y="1262"/>
                        <a:pt x="9735" y="1262"/>
                      </a:cubicBezTo>
                      <a:cubicBezTo>
                        <a:pt x="10344" y="982"/>
                        <a:pt x="10344" y="982"/>
                        <a:pt x="10344" y="982"/>
                      </a:cubicBezTo>
                      <a:cubicBezTo>
                        <a:pt x="10420" y="935"/>
                        <a:pt x="10572" y="888"/>
                        <a:pt x="10648" y="888"/>
                      </a:cubicBezTo>
                      <a:cubicBezTo>
                        <a:pt x="10648" y="888"/>
                        <a:pt x="10724" y="888"/>
                        <a:pt x="10724" y="888"/>
                      </a:cubicBezTo>
                      <a:cubicBezTo>
                        <a:pt x="10876" y="935"/>
                        <a:pt x="10952" y="1029"/>
                        <a:pt x="11028" y="1122"/>
                      </a:cubicBezTo>
                      <a:cubicBezTo>
                        <a:pt x="11180" y="1216"/>
                        <a:pt x="11332" y="1356"/>
                        <a:pt x="11561" y="1449"/>
                      </a:cubicBezTo>
                      <a:cubicBezTo>
                        <a:pt x="11713" y="1496"/>
                        <a:pt x="11865" y="1496"/>
                        <a:pt x="12017" y="1496"/>
                      </a:cubicBezTo>
                      <a:cubicBezTo>
                        <a:pt x="12397" y="1496"/>
                        <a:pt x="12549" y="1543"/>
                        <a:pt x="12625" y="1590"/>
                      </a:cubicBezTo>
                      <a:cubicBezTo>
                        <a:pt x="12625" y="1590"/>
                        <a:pt x="12625" y="1590"/>
                        <a:pt x="12549" y="1590"/>
                      </a:cubicBezTo>
                      <a:cubicBezTo>
                        <a:pt x="12549" y="1636"/>
                        <a:pt x="12321" y="1683"/>
                        <a:pt x="12017" y="1683"/>
                      </a:cubicBezTo>
                      <a:cubicBezTo>
                        <a:pt x="11865" y="1683"/>
                        <a:pt x="11789" y="1683"/>
                        <a:pt x="11789" y="1683"/>
                      </a:cubicBezTo>
                      <a:cubicBezTo>
                        <a:pt x="11561" y="1683"/>
                        <a:pt x="11256" y="1636"/>
                        <a:pt x="11028" y="1590"/>
                      </a:cubicBezTo>
                      <a:cubicBezTo>
                        <a:pt x="10648" y="1496"/>
                        <a:pt x="10268" y="1449"/>
                        <a:pt x="9887" y="1449"/>
                      </a:cubicBezTo>
                      <a:cubicBezTo>
                        <a:pt x="9811" y="1449"/>
                        <a:pt x="9811" y="1449"/>
                        <a:pt x="9811" y="1449"/>
                      </a:cubicBezTo>
                      <a:cubicBezTo>
                        <a:pt x="9659" y="1449"/>
                        <a:pt x="9659" y="1449"/>
                        <a:pt x="9659" y="1449"/>
                      </a:cubicBezTo>
                      <a:cubicBezTo>
                        <a:pt x="0" y="18935"/>
                        <a:pt x="0" y="18935"/>
                        <a:pt x="0" y="18935"/>
                      </a:cubicBezTo>
                      <a:cubicBezTo>
                        <a:pt x="228" y="18982"/>
                        <a:pt x="228" y="18982"/>
                        <a:pt x="228" y="18982"/>
                      </a:cubicBezTo>
                      <a:cubicBezTo>
                        <a:pt x="3194" y="19543"/>
                        <a:pt x="6313" y="20104"/>
                        <a:pt x="9659" y="20665"/>
                      </a:cubicBezTo>
                      <a:cubicBezTo>
                        <a:pt x="10876" y="20899"/>
                        <a:pt x="12169" y="21039"/>
                        <a:pt x="13462" y="21226"/>
                      </a:cubicBezTo>
                      <a:cubicBezTo>
                        <a:pt x="13994" y="21273"/>
                        <a:pt x="13994" y="21273"/>
                        <a:pt x="13994" y="21273"/>
                      </a:cubicBezTo>
                      <a:cubicBezTo>
                        <a:pt x="14755" y="21366"/>
                        <a:pt x="15592" y="21460"/>
                        <a:pt x="16504" y="21553"/>
                      </a:cubicBezTo>
                      <a:cubicBezTo>
                        <a:pt x="16732" y="21600"/>
                        <a:pt x="16732" y="21600"/>
                        <a:pt x="16732" y="21600"/>
                      </a:cubicBezTo>
                      <a:cubicBezTo>
                        <a:pt x="16808" y="21460"/>
                        <a:pt x="16808" y="21460"/>
                        <a:pt x="16808" y="21460"/>
                      </a:cubicBezTo>
                      <a:cubicBezTo>
                        <a:pt x="17189" y="19590"/>
                        <a:pt x="18786" y="12951"/>
                        <a:pt x="20307" y="6732"/>
                      </a:cubicBezTo>
                      <a:cubicBezTo>
                        <a:pt x="19851" y="6686"/>
                        <a:pt x="19851" y="6686"/>
                        <a:pt x="19851" y="6686"/>
                      </a:cubicBezTo>
                      <a:cubicBezTo>
                        <a:pt x="19851" y="6686"/>
                        <a:pt x="19851" y="6732"/>
                        <a:pt x="19851" y="6779"/>
                      </a:cubicBezTo>
                      <a:cubicBezTo>
                        <a:pt x="19775" y="6873"/>
                        <a:pt x="19623" y="6919"/>
                        <a:pt x="19546" y="7013"/>
                      </a:cubicBezTo>
                      <a:cubicBezTo>
                        <a:pt x="19470" y="7013"/>
                        <a:pt x="19470" y="7060"/>
                        <a:pt x="19394" y="7060"/>
                      </a:cubicBezTo>
                      <a:cubicBezTo>
                        <a:pt x="19318" y="7106"/>
                        <a:pt x="19242" y="7153"/>
                        <a:pt x="19242" y="7200"/>
                      </a:cubicBezTo>
                      <a:cubicBezTo>
                        <a:pt x="19242" y="7106"/>
                        <a:pt x="19242" y="7013"/>
                        <a:pt x="19242" y="6919"/>
                      </a:cubicBezTo>
                      <a:cubicBezTo>
                        <a:pt x="19242" y="6873"/>
                        <a:pt x="19166" y="6826"/>
                        <a:pt x="19166" y="6779"/>
                      </a:cubicBezTo>
                      <a:cubicBezTo>
                        <a:pt x="19166" y="6732"/>
                        <a:pt x="19166" y="6732"/>
                        <a:pt x="19166" y="6732"/>
                      </a:cubicBezTo>
                      <a:cubicBezTo>
                        <a:pt x="19090" y="6686"/>
                        <a:pt x="19090" y="6686"/>
                        <a:pt x="19090" y="6686"/>
                      </a:cubicBezTo>
                      <a:cubicBezTo>
                        <a:pt x="19090" y="6639"/>
                        <a:pt x="19090" y="6639"/>
                        <a:pt x="19090" y="6639"/>
                      </a:cubicBezTo>
                      <a:cubicBezTo>
                        <a:pt x="19090" y="6592"/>
                        <a:pt x="19090" y="6592"/>
                        <a:pt x="19090" y="6545"/>
                      </a:cubicBezTo>
                      <a:cubicBezTo>
                        <a:pt x="19090" y="6452"/>
                        <a:pt x="19014" y="6405"/>
                        <a:pt x="19014" y="6358"/>
                      </a:cubicBezTo>
                      <a:cubicBezTo>
                        <a:pt x="19014" y="6358"/>
                        <a:pt x="19014" y="6312"/>
                        <a:pt x="18938" y="6312"/>
                      </a:cubicBezTo>
                      <a:cubicBezTo>
                        <a:pt x="18862" y="6171"/>
                        <a:pt x="19318" y="5938"/>
                        <a:pt x="19546" y="5844"/>
                      </a:cubicBezTo>
                      <a:cubicBezTo>
                        <a:pt x="19623" y="5751"/>
                        <a:pt x="19623" y="5751"/>
                        <a:pt x="19623" y="5751"/>
                      </a:cubicBezTo>
                      <a:cubicBezTo>
                        <a:pt x="19623" y="5751"/>
                        <a:pt x="19699" y="5704"/>
                        <a:pt x="19775" y="5657"/>
                      </a:cubicBezTo>
                      <a:cubicBezTo>
                        <a:pt x="19927" y="5564"/>
                        <a:pt x="20307" y="5330"/>
                        <a:pt x="20459" y="5330"/>
                      </a:cubicBezTo>
                      <a:cubicBezTo>
                        <a:pt x="20687" y="5283"/>
                        <a:pt x="20687" y="5283"/>
                        <a:pt x="20687" y="5283"/>
                      </a:cubicBezTo>
                      <a:cubicBezTo>
                        <a:pt x="20687" y="5190"/>
                        <a:pt x="20687" y="5190"/>
                        <a:pt x="20687" y="5190"/>
                      </a:cubicBezTo>
                      <a:cubicBezTo>
                        <a:pt x="20992" y="4021"/>
                        <a:pt x="21296" y="2899"/>
                        <a:pt x="21600" y="1823"/>
                      </a:cubicBezTo>
                      <a:cubicBezTo>
                        <a:pt x="21600" y="1683"/>
                        <a:pt x="21600" y="1683"/>
                        <a:pt x="21600" y="1683"/>
                      </a:cubicBezTo>
                      <a:lnTo>
                        <a:pt x="21372" y="1683"/>
                      </a:lnTo>
                      <a:close/>
                      <a:moveTo>
                        <a:pt x="17721" y="7761"/>
                      </a:moveTo>
                      <a:cubicBezTo>
                        <a:pt x="17721" y="7668"/>
                        <a:pt x="17873" y="7527"/>
                        <a:pt x="18025" y="7481"/>
                      </a:cubicBezTo>
                      <a:cubicBezTo>
                        <a:pt x="18025" y="7527"/>
                        <a:pt x="18025" y="7621"/>
                        <a:pt x="18177" y="7668"/>
                      </a:cubicBezTo>
                      <a:cubicBezTo>
                        <a:pt x="18101" y="7668"/>
                        <a:pt x="18101" y="7714"/>
                        <a:pt x="18101" y="7714"/>
                      </a:cubicBezTo>
                      <a:cubicBezTo>
                        <a:pt x="17949" y="7761"/>
                        <a:pt x="17873" y="7808"/>
                        <a:pt x="17721" y="7808"/>
                      </a:cubicBezTo>
                      <a:cubicBezTo>
                        <a:pt x="17721" y="7808"/>
                        <a:pt x="17721" y="7808"/>
                        <a:pt x="17721" y="7808"/>
                      </a:cubicBezTo>
                      <a:cubicBezTo>
                        <a:pt x="17721" y="7808"/>
                        <a:pt x="17721" y="7808"/>
                        <a:pt x="17721" y="776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76" name="Shape">
                  <a:extLst>
                    <a:ext uri="{FF2B5EF4-FFF2-40B4-BE49-F238E27FC236}">
                      <a16:creationId xmlns:a16="http://schemas.microsoft.com/office/drawing/2014/main" id="{E87620BF-3AEB-45A0-9266-A0C8C85AD9A7}"/>
                    </a:ext>
                  </a:extLst>
                </p:cNvPr>
                <p:cNvSpPr/>
                <p:nvPr/>
              </p:nvSpPr>
              <p:spPr>
                <a:xfrm>
                  <a:off x="111832" y="1420529"/>
                  <a:ext cx="1562735" cy="27266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47" h="21600" extrusionOk="0">
                      <a:moveTo>
                        <a:pt x="21423" y="7027"/>
                      </a:moveTo>
                      <a:cubicBezTo>
                        <a:pt x="20115" y="6669"/>
                        <a:pt x="18808" y="6278"/>
                        <a:pt x="17501" y="5888"/>
                      </a:cubicBezTo>
                      <a:cubicBezTo>
                        <a:pt x="17501" y="5888"/>
                        <a:pt x="17501" y="5888"/>
                        <a:pt x="17501" y="5888"/>
                      </a:cubicBezTo>
                      <a:cubicBezTo>
                        <a:pt x="17501" y="5888"/>
                        <a:pt x="17501" y="5888"/>
                        <a:pt x="17501" y="5888"/>
                      </a:cubicBezTo>
                      <a:cubicBezTo>
                        <a:pt x="17439" y="5855"/>
                        <a:pt x="17439" y="5855"/>
                        <a:pt x="17439" y="5855"/>
                      </a:cubicBezTo>
                      <a:cubicBezTo>
                        <a:pt x="17439" y="5855"/>
                        <a:pt x="17439" y="5855"/>
                        <a:pt x="17439" y="5855"/>
                      </a:cubicBezTo>
                      <a:cubicBezTo>
                        <a:pt x="9907" y="3481"/>
                        <a:pt x="4616" y="878"/>
                        <a:pt x="3184" y="130"/>
                      </a:cubicBezTo>
                      <a:cubicBezTo>
                        <a:pt x="2935" y="0"/>
                        <a:pt x="2935" y="0"/>
                        <a:pt x="2935" y="0"/>
                      </a:cubicBezTo>
                      <a:cubicBezTo>
                        <a:pt x="2873" y="195"/>
                        <a:pt x="2873" y="195"/>
                        <a:pt x="2873" y="195"/>
                      </a:cubicBezTo>
                      <a:cubicBezTo>
                        <a:pt x="2810" y="358"/>
                        <a:pt x="2873" y="553"/>
                        <a:pt x="2873" y="748"/>
                      </a:cubicBezTo>
                      <a:cubicBezTo>
                        <a:pt x="2935" y="846"/>
                        <a:pt x="2935" y="976"/>
                        <a:pt x="2935" y="1041"/>
                      </a:cubicBezTo>
                      <a:cubicBezTo>
                        <a:pt x="2935" y="1106"/>
                        <a:pt x="2935" y="1139"/>
                        <a:pt x="2935" y="1204"/>
                      </a:cubicBezTo>
                      <a:cubicBezTo>
                        <a:pt x="2935" y="1301"/>
                        <a:pt x="2935" y="1399"/>
                        <a:pt x="2935" y="1464"/>
                      </a:cubicBezTo>
                      <a:cubicBezTo>
                        <a:pt x="2935" y="1496"/>
                        <a:pt x="2873" y="1529"/>
                        <a:pt x="2873" y="1561"/>
                      </a:cubicBezTo>
                      <a:cubicBezTo>
                        <a:pt x="2810" y="1659"/>
                        <a:pt x="2624" y="1854"/>
                        <a:pt x="2935" y="1952"/>
                      </a:cubicBezTo>
                      <a:cubicBezTo>
                        <a:pt x="2997" y="1984"/>
                        <a:pt x="3059" y="1984"/>
                        <a:pt x="3122" y="1984"/>
                      </a:cubicBezTo>
                      <a:cubicBezTo>
                        <a:pt x="3184" y="1984"/>
                        <a:pt x="3308" y="1984"/>
                        <a:pt x="3371" y="1984"/>
                      </a:cubicBezTo>
                      <a:cubicBezTo>
                        <a:pt x="3371" y="1952"/>
                        <a:pt x="3433" y="1952"/>
                        <a:pt x="3433" y="1952"/>
                      </a:cubicBezTo>
                      <a:cubicBezTo>
                        <a:pt x="3557" y="1952"/>
                        <a:pt x="3682" y="1984"/>
                        <a:pt x="3806" y="2017"/>
                      </a:cubicBezTo>
                      <a:cubicBezTo>
                        <a:pt x="3931" y="2017"/>
                        <a:pt x="4055" y="2049"/>
                        <a:pt x="4118" y="2049"/>
                      </a:cubicBezTo>
                      <a:cubicBezTo>
                        <a:pt x="4304" y="2049"/>
                        <a:pt x="4429" y="1984"/>
                        <a:pt x="4616" y="1919"/>
                      </a:cubicBezTo>
                      <a:cubicBezTo>
                        <a:pt x="4678" y="1887"/>
                        <a:pt x="4678" y="1887"/>
                        <a:pt x="4678" y="1887"/>
                      </a:cubicBezTo>
                      <a:cubicBezTo>
                        <a:pt x="4802" y="1854"/>
                        <a:pt x="4989" y="1822"/>
                        <a:pt x="5238" y="1822"/>
                      </a:cubicBezTo>
                      <a:cubicBezTo>
                        <a:pt x="5363" y="1822"/>
                        <a:pt x="5736" y="1822"/>
                        <a:pt x="5798" y="1984"/>
                      </a:cubicBezTo>
                      <a:cubicBezTo>
                        <a:pt x="5861" y="2082"/>
                        <a:pt x="5736" y="2212"/>
                        <a:pt x="5612" y="2342"/>
                      </a:cubicBezTo>
                      <a:cubicBezTo>
                        <a:pt x="5612" y="2342"/>
                        <a:pt x="5612" y="2375"/>
                        <a:pt x="5612" y="2375"/>
                      </a:cubicBezTo>
                      <a:cubicBezTo>
                        <a:pt x="5549" y="2407"/>
                        <a:pt x="5487" y="2440"/>
                        <a:pt x="5487" y="2505"/>
                      </a:cubicBezTo>
                      <a:cubicBezTo>
                        <a:pt x="5487" y="2570"/>
                        <a:pt x="5487" y="2602"/>
                        <a:pt x="5487" y="2667"/>
                      </a:cubicBezTo>
                      <a:cubicBezTo>
                        <a:pt x="5487" y="2667"/>
                        <a:pt x="5487" y="2700"/>
                        <a:pt x="5487" y="2700"/>
                      </a:cubicBezTo>
                      <a:cubicBezTo>
                        <a:pt x="5549" y="2798"/>
                        <a:pt x="5549" y="2798"/>
                        <a:pt x="5549" y="2798"/>
                      </a:cubicBezTo>
                      <a:cubicBezTo>
                        <a:pt x="5549" y="2830"/>
                        <a:pt x="5549" y="2895"/>
                        <a:pt x="5549" y="2928"/>
                      </a:cubicBezTo>
                      <a:cubicBezTo>
                        <a:pt x="5549" y="2993"/>
                        <a:pt x="5549" y="3058"/>
                        <a:pt x="5549" y="3155"/>
                      </a:cubicBezTo>
                      <a:cubicBezTo>
                        <a:pt x="5487" y="3253"/>
                        <a:pt x="5487" y="3351"/>
                        <a:pt x="5487" y="3448"/>
                      </a:cubicBezTo>
                      <a:cubicBezTo>
                        <a:pt x="5549" y="3611"/>
                        <a:pt x="5549" y="3806"/>
                        <a:pt x="5549" y="3969"/>
                      </a:cubicBezTo>
                      <a:cubicBezTo>
                        <a:pt x="5549" y="4261"/>
                        <a:pt x="5425" y="4619"/>
                        <a:pt x="5238" y="4945"/>
                      </a:cubicBezTo>
                      <a:cubicBezTo>
                        <a:pt x="5176" y="5042"/>
                        <a:pt x="5114" y="5140"/>
                        <a:pt x="5114" y="5237"/>
                      </a:cubicBezTo>
                      <a:cubicBezTo>
                        <a:pt x="5051" y="5335"/>
                        <a:pt x="4989" y="5433"/>
                        <a:pt x="4989" y="5530"/>
                      </a:cubicBezTo>
                      <a:cubicBezTo>
                        <a:pt x="4927" y="5563"/>
                        <a:pt x="4927" y="5595"/>
                        <a:pt x="4927" y="5628"/>
                      </a:cubicBezTo>
                      <a:cubicBezTo>
                        <a:pt x="4927" y="5660"/>
                        <a:pt x="4865" y="5725"/>
                        <a:pt x="4865" y="5790"/>
                      </a:cubicBezTo>
                      <a:cubicBezTo>
                        <a:pt x="4802" y="5823"/>
                        <a:pt x="4802" y="5823"/>
                        <a:pt x="4802" y="5823"/>
                      </a:cubicBezTo>
                      <a:cubicBezTo>
                        <a:pt x="4802" y="5855"/>
                        <a:pt x="4740" y="5920"/>
                        <a:pt x="4740" y="5986"/>
                      </a:cubicBezTo>
                      <a:cubicBezTo>
                        <a:pt x="4678" y="6083"/>
                        <a:pt x="4678" y="6148"/>
                        <a:pt x="4678" y="6278"/>
                      </a:cubicBezTo>
                      <a:cubicBezTo>
                        <a:pt x="4678" y="6311"/>
                        <a:pt x="4678" y="6343"/>
                        <a:pt x="4678" y="6376"/>
                      </a:cubicBezTo>
                      <a:cubicBezTo>
                        <a:pt x="4678" y="6376"/>
                        <a:pt x="4678" y="6408"/>
                        <a:pt x="4678" y="6408"/>
                      </a:cubicBezTo>
                      <a:cubicBezTo>
                        <a:pt x="4678" y="6441"/>
                        <a:pt x="4678" y="6441"/>
                        <a:pt x="4678" y="6473"/>
                      </a:cubicBezTo>
                      <a:cubicBezTo>
                        <a:pt x="4678" y="6506"/>
                        <a:pt x="4678" y="6539"/>
                        <a:pt x="4740" y="6571"/>
                      </a:cubicBezTo>
                      <a:cubicBezTo>
                        <a:pt x="4740" y="6636"/>
                        <a:pt x="4740" y="6669"/>
                        <a:pt x="4802" y="6669"/>
                      </a:cubicBezTo>
                      <a:cubicBezTo>
                        <a:pt x="4802" y="6701"/>
                        <a:pt x="4802" y="6701"/>
                        <a:pt x="4865" y="6734"/>
                      </a:cubicBezTo>
                      <a:cubicBezTo>
                        <a:pt x="4927" y="6864"/>
                        <a:pt x="5114" y="6994"/>
                        <a:pt x="5238" y="7092"/>
                      </a:cubicBezTo>
                      <a:cubicBezTo>
                        <a:pt x="5300" y="7124"/>
                        <a:pt x="5363" y="7189"/>
                        <a:pt x="5363" y="7222"/>
                      </a:cubicBezTo>
                      <a:cubicBezTo>
                        <a:pt x="5363" y="7254"/>
                        <a:pt x="5363" y="7254"/>
                        <a:pt x="5363" y="7287"/>
                      </a:cubicBezTo>
                      <a:cubicBezTo>
                        <a:pt x="5363" y="7352"/>
                        <a:pt x="5363" y="7384"/>
                        <a:pt x="5425" y="7449"/>
                      </a:cubicBezTo>
                      <a:cubicBezTo>
                        <a:pt x="5487" y="7482"/>
                        <a:pt x="5487" y="7482"/>
                        <a:pt x="5487" y="7514"/>
                      </a:cubicBezTo>
                      <a:cubicBezTo>
                        <a:pt x="5549" y="7547"/>
                        <a:pt x="5612" y="7612"/>
                        <a:pt x="5612" y="7645"/>
                      </a:cubicBezTo>
                      <a:cubicBezTo>
                        <a:pt x="5674" y="7807"/>
                        <a:pt x="5674" y="8035"/>
                        <a:pt x="5425" y="8100"/>
                      </a:cubicBezTo>
                      <a:cubicBezTo>
                        <a:pt x="5425" y="8133"/>
                        <a:pt x="5363" y="8133"/>
                        <a:pt x="5363" y="8133"/>
                      </a:cubicBezTo>
                      <a:cubicBezTo>
                        <a:pt x="5176" y="8198"/>
                        <a:pt x="4989" y="8263"/>
                        <a:pt x="4989" y="8425"/>
                      </a:cubicBezTo>
                      <a:cubicBezTo>
                        <a:pt x="4989" y="8458"/>
                        <a:pt x="4989" y="8490"/>
                        <a:pt x="4989" y="8523"/>
                      </a:cubicBezTo>
                      <a:cubicBezTo>
                        <a:pt x="4989" y="8555"/>
                        <a:pt x="4989" y="8620"/>
                        <a:pt x="4989" y="8653"/>
                      </a:cubicBezTo>
                      <a:cubicBezTo>
                        <a:pt x="4927" y="8686"/>
                        <a:pt x="4865" y="8686"/>
                        <a:pt x="4740" y="8718"/>
                      </a:cubicBezTo>
                      <a:cubicBezTo>
                        <a:pt x="4740" y="8751"/>
                        <a:pt x="4678" y="8751"/>
                        <a:pt x="4616" y="8783"/>
                      </a:cubicBezTo>
                      <a:cubicBezTo>
                        <a:pt x="4553" y="8816"/>
                        <a:pt x="4491" y="8816"/>
                        <a:pt x="4491" y="8848"/>
                      </a:cubicBezTo>
                      <a:cubicBezTo>
                        <a:pt x="4429" y="8881"/>
                        <a:pt x="4429" y="8881"/>
                        <a:pt x="4429" y="8881"/>
                      </a:cubicBezTo>
                      <a:cubicBezTo>
                        <a:pt x="4367" y="8881"/>
                        <a:pt x="4304" y="8881"/>
                        <a:pt x="4242" y="8913"/>
                      </a:cubicBezTo>
                      <a:cubicBezTo>
                        <a:pt x="4242" y="8913"/>
                        <a:pt x="4242" y="8913"/>
                        <a:pt x="4242" y="8913"/>
                      </a:cubicBezTo>
                      <a:cubicBezTo>
                        <a:pt x="4055" y="8913"/>
                        <a:pt x="3931" y="8946"/>
                        <a:pt x="3869" y="8978"/>
                      </a:cubicBezTo>
                      <a:cubicBezTo>
                        <a:pt x="3744" y="8978"/>
                        <a:pt x="3682" y="9011"/>
                        <a:pt x="3620" y="9076"/>
                      </a:cubicBezTo>
                      <a:cubicBezTo>
                        <a:pt x="3620" y="9108"/>
                        <a:pt x="3620" y="9108"/>
                        <a:pt x="3620" y="9141"/>
                      </a:cubicBezTo>
                      <a:cubicBezTo>
                        <a:pt x="3620" y="9141"/>
                        <a:pt x="3557" y="9173"/>
                        <a:pt x="3557" y="9173"/>
                      </a:cubicBezTo>
                      <a:cubicBezTo>
                        <a:pt x="3557" y="9173"/>
                        <a:pt x="3557" y="9173"/>
                        <a:pt x="3557" y="9173"/>
                      </a:cubicBezTo>
                      <a:cubicBezTo>
                        <a:pt x="3557" y="9173"/>
                        <a:pt x="3557" y="9173"/>
                        <a:pt x="3557" y="9173"/>
                      </a:cubicBezTo>
                      <a:cubicBezTo>
                        <a:pt x="3495" y="9173"/>
                        <a:pt x="3495" y="9173"/>
                        <a:pt x="3433" y="9173"/>
                      </a:cubicBezTo>
                      <a:cubicBezTo>
                        <a:pt x="3371" y="9141"/>
                        <a:pt x="3246" y="9108"/>
                        <a:pt x="3122" y="9108"/>
                      </a:cubicBezTo>
                      <a:cubicBezTo>
                        <a:pt x="3059" y="9108"/>
                        <a:pt x="2997" y="9108"/>
                        <a:pt x="2935" y="9141"/>
                      </a:cubicBezTo>
                      <a:cubicBezTo>
                        <a:pt x="2624" y="9239"/>
                        <a:pt x="2686" y="9434"/>
                        <a:pt x="2748" y="9596"/>
                      </a:cubicBezTo>
                      <a:cubicBezTo>
                        <a:pt x="2748" y="9596"/>
                        <a:pt x="2748" y="9629"/>
                        <a:pt x="2748" y="9629"/>
                      </a:cubicBezTo>
                      <a:cubicBezTo>
                        <a:pt x="2748" y="9629"/>
                        <a:pt x="2748" y="9596"/>
                        <a:pt x="2748" y="9596"/>
                      </a:cubicBezTo>
                      <a:cubicBezTo>
                        <a:pt x="2624" y="9531"/>
                        <a:pt x="2499" y="9531"/>
                        <a:pt x="2437" y="9531"/>
                      </a:cubicBezTo>
                      <a:cubicBezTo>
                        <a:pt x="2437" y="9531"/>
                        <a:pt x="2437" y="9531"/>
                        <a:pt x="2375" y="9531"/>
                      </a:cubicBezTo>
                      <a:cubicBezTo>
                        <a:pt x="2375" y="9531"/>
                        <a:pt x="2375" y="9531"/>
                        <a:pt x="2375" y="9499"/>
                      </a:cubicBezTo>
                      <a:cubicBezTo>
                        <a:pt x="2312" y="9499"/>
                        <a:pt x="2250" y="9499"/>
                        <a:pt x="2126" y="9499"/>
                      </a:cubicBezTo>
                      <a:cubicBezTo>
                        <a:pt x="2126" y="9499"/>
                        <a:pt x="2126" y="9499"/>
                        <a:pt x="2126" y="9499"/>
                      </a:cubicBezTo>
                      <a:cubicBezTo>
                        <a:pt x="2063" y="9499"/>
                        <a:pt x="2063" y="9499"/>
                        <a:pt x="2063" y="9499"/>
                      </a:cubicBezTo>
                      <a:cubicBezTo>
                        <a:pt x="2001" y="9499"/>
                        <a:pt x="1877" y="9531"/>
                        <a:pt x="1877" y="9596"/>
                      </a:cubicBezTo>
                      <a:cubicBezTo>
                        <a:pt x="1814" y="9629"/>
                        <a:pt x="1752" y="9694"/>
                        <a:pt x="1814" y="9759"/>
                      </a:cubicBezTo>
                      <a:cubicBezTo>
                        <a:pt x="1877" y="9824"/>
                        <a:pt x="1939" y="9857"/>
                        <a:pt x="2001" y="9857"/>
                      </a:cubicBezTo>
                      <a:cubicBezTo>
                        <a:pt x="2063" y="9857"/>
                        <a:pt x="2063" y="9857"/>
                        <a:pt x="2063" y="9857"/>
                      </a:cubicBezTo>
                      <a:cubicBezTo>
                        <a:pt x="2063" y="9889"/>
                        <a:pt x="2063" y="9954"/>
                        <a:pt x="2188" y="9987"/>
                      </a:cubicBezTo>
                      <a:cubicBezTo>
                        <a:pt x="2188" y="9987"/>
                        <a:pt x="2250" y="9987"/>
                        <a:pt x="2250" y="9987"/>
                      </a:cubicBezTo>
                      <a:cubicBezTo>
                        <a:pt x="2250" y="10052"/>
                        <a:pt x="2250" y="10084"/>
                        <a:pt x="2188" y="10117"/>
                      </a:cubicBezTo>
                      <a:cubicBezTo>
                        <a:pt x="2188" y="10117"/>
                        <a:pt x="2188" y="10117"/>
                        <a:pt x="2188" y="10117"/>
                      </a:cubicBezTo>
                      <a:cubicBezTo>
                        <a:pt x="2126" y="10019"/>
                        <a:pt x="1939" y="10019"/>
                        <a:pt x="1877" y="10019"/>
                      </a:cubicBezTo>
                      <a:cubicBezTo>
                        <a:pt x="1690" y="10019"/>
                        <a:pt x="1565" y="10117"/>
                        <a:pt x="1503" y="10214"/>
                      </a:cubicBezTo>
                      <a:cubicBezTo>
                        <a:pt x="1503" y="10312"/>
                        <a:pt x="1565" y="10377"/>
                        <a:pt x="1628" y="10475"/>
                      </a:cubicBezTo>
                      <a:cubicBezTo>
                        <a:pt x="1628" y="10507"/>
                        <a:pt x="1690" y="10540"/>
                        <a:pt x="1690" y="10572"/>
                      </a:cubicBezTo>
                      <a:cubicBezTo>
                        <a:pt x="1690" y="10605"/>
                        <a:pt x="1690" y="10605"/>
                        <a:pt x="1690" y="10637"/>
                      </a:cubicBezTo>
                      <a:cubicBezTo>
                        <a:pt x="1628" y="10735"/>
                        <a:pt x="1628" y="10865"/>
                        <a:pt x="1752" y="10930"/>
                      </a:cubicBezTo>
                      <a:cubicBezTo>
                        <a:pt x="1814" y="10963"/>
                        <a:pt x="1877" y="10963"/>
                        <a:pt x="2001" y="10963"/>
                      </a:cubicBezTo>
                      <a:cubicBezTo>
                        <a:pt x="2001" y="10963"/>
                        <a:pt x="2001" y="10963"/>
                        <a:pt x="2001" y="10963"/>
                      </a:cubicBezTo>
                      <a:cubicBezTo>
                        <a:pt x="2001" y="10963"/>
                        <a:pt x="2001" y="10963"/>
                        <a:pt x="2063" y="10963"/>
                      </a:cubicBezTo>
                      <a:cubicBezTo>
                        <a:pt x="2126" y="10963"/>
                        <a:pt x="2188" y="10930"/>
                        <a:pt x="2250" y="10930"/>
                      </a:cubicBezTo>
                      <a:cubicBezTo>
                        <a:pt x="2312" y="10963"/>
                        <a:pt x="2375" y="10963"/>
                        <a:pt x="2437" y="10963"/>
                      </a:cubicBezTo>
                      <a:cubicBezTo>
                        <a:pt x="2437" y="10963"/>
                        <a:pt x="2437" y="10963"/>
                        <a:pt x="2437" y="10963"/>
                      </a:cubicBezTo>
                      <a:cubicBezTo>
                        <a:pt x="2561" y="10963"/>
                        <a:pt x="2686" y="10898"/>
                        <a:pt x="2748" y="10833"/>
                      </a:cubicBezTo>
                      <a:cubicBezTo>
                        <a:pt x="2748" y="10865"/>
                        <a:pt x="2748" y="10865"/>
                        <a:pt x="2810" y="10865"/>
                      </a:cubicBezTo>
                      <a:cubicBezTo>
                        <a:pt x="2873" y="10898"/>
                        <a:pt x="2935" y="10898"/>
                        <a:pt x="2997" y="10898"/>
                      </a:cubicBezTo>
                      <a:cubicBezTo>
                        <a:pt x="3246" y="10898"/>
                        <a:pt x="3371" y="10833"/>
                        <a:pt x="3495" y="10767"/>
                      </a:cubicBezTo>
                      <a:cubicBezTo>
                        <a:pt x="3557" y="10767"/>
                        <a:pt x="3620" y="10735"/>
                        <a:pt x="3682" y="10735"/>
                      </a:cubicBezTo>
                      <a:cubicBezTo>
                        <a:pt x="3806" y="10670"/>
                        <a:pt x="3993" y="10637"/>
                        <a:pt x="4118" y="10637"/>
                      </a:cubicBezTo>
                      <a:cubicBezTo>
                        <a:pt x="4118" y="10670"/>
                        <a:pt x="3993" y="10702"/>
                        <a:pt x="3869" y="10767"/>
                      </a:cubicBezTo>
                      <a:cubicBezTo>
                        <a:pt x="3806" y="10767"/>
                        <a:pt x="3806" y="10767"/>
                        <a:pt x="3806" y="10767"/>
                      </a:cubicBezTo>
                      <a:cubicBezTo>
                        <a:pt x="3744" y="10800"/>
                        <a:pt x="3682" y="10800"/>
                        <a:pt x="3620" y="10800"/>
                      </a:cubicBezTo>
                      <a:cubicBezTo>
                        <a:pt x="3495" y="10833"/>
                        <a:pt x="3371" y="10865"/>
                        <a:pt x="3308" y="10930"/>
                      </a:cubicBezTo>
                      <a:cubicBezTo>
                        <a:pt x="3246" y="10930"/>
                        <a:pt x="3246" y="10963"/>
                        <a:pt x="3184" y="10995"/>
                      </a:cubicBezTo>
                      <a:cubicBezTo>
                        <a:pt x="3184" y="10995"/>
                        <a:pt x="3122" y="10995"/>
                        <a:pt x="3122" y="10995"/>
                      </a:cubicBezTo>
                      <a:cubicBezTo>
                        <a:pt x="2935" y="10995"/>
                        <a:pt x="2810" y="11028"/>
                        <a:pt x="2686" y="11125"/>
                      </a:cubicBezTo>
                      <a:cubicBezTo>
                        <a:pt x="2686" y="11125"/>
                        <a:pt x="2624" y="11158"/>
                        <a:pt x="2499" y="11158"/>
                      </a:cubicBezTo>
                      <a:cubicBezTo>
                        <a:pt x="2375" y="11190"/>
                        <a:pt x="2188" y="11255"/>
                        <a:pt x="2126" y="11386"/>
                      </a:cubicBezTo>
                      <a:cubicBezTo>
                        <a:pt x="2126" y="11386"/>
                        <a:pt x="2126" y="11386"/>
                        <a:pt x="2126" y="11386"/>
                      </a:cubicBezTo>
                      <a:cubicBezTo>
                        <a:pt x="2001" y="11386"/>
                        <a:pt x="1939" y="11418"/>
                        <a:pt x="1877" y="11451"/>
                      </a:cubicBezTo>
                      <a:cubicBezTo>
                        <a:pt x="1752" y="11516"/>
                        <a:pt x="1690" y="11613"/>
                        <a:pt x="1690" y="11678"/>
                      </a:cubicBezTo>
                      <a:cubicBezTo>
                        <a:pt x="1690" y="11743"/>
                        <a:pt x="1690" y="11743"/>
                        <a:pt x="1690" y="11743"/>
                      </a:cubicBezTo>
                      <a:cubicBezTo>
                        <a:pt x="1690" y="11808"/>
                        <a:pt x="1690" y="11939"/>
                        <a:pt x="1814" y="12004"/>
                      </a:cubicBezTo>
                      <a:cubicBezTo>
                        <a:pt x="1877" y="12004"/>
                        <a:pt x="1939" y="12036"/>
                        <a:pt x="2001" y="12036"/>
                      </a:cubicBezTo>
                      <a:cubicBezTo>
                        <a:pt x="2001" y="12036"/>
                        <a:pt x="2001" y="12036"/>
                        <a:pt x="2001" y="12036"/>
                      </a:cubicBezTo>
                      <a:cubicBezTo>
                        <a:pt x="2188" y="12036"/>
                        <a:pt x="2312" y="11939"/>
                        <a:pt x="2375" y="11873"/>
                      </a:cubicBezTo>
                      <a:cubicBezTo>
                        <a:pt x="2375" y="11873"/>
                        <a:pt x="2375" y="11873"/>
                        <a:pt x="2437" y="11873"/>
                      </a:cubicBezTo>
                      <a:cubicBezTo>
                        <a:pt x="2437" y="11873"/>
                        <a:pt x="2499" y="11873"/>
                        <a:pt x="2561" y="11873"/>
                      </a:cubicBezTo>
                      <a:cubicBezTo>
                        <a:pt x="2561" y="11873"/>
                        <a:pt x="2561" y="11873"/>
                        <a:pt x="2624" y="11873"/>
                      </a:cubicBezTo>
                      <a:cubicBezTo>
                        <a:pt x="2624" y="11873"/>
                        <a:pt x="2624" y="11873"/>
                        <a:pt x="2624" y="11873"/>
                      </a:cubicBezTo>
                      <a:cubicBezTo>
                        <a:pt x="2624" y="11971"/>
                        <a:pt x="2686" y="12004"/>
                        <a:pt x="2810" y="12004"/>
                      </a:cubicBezTo>
                      <a:cubicBezTo>
                        <a:pt x="2810" y="12004"/>
                        <a:pt x="2810" y="12004"/>
                        <a:pt x="2810" y="12004"/>
                      </a:cubicBezTo>
                      <a:cubicBezTo>
                        <a:pt x="2810" y="12004"/>
                        <a:pt x="2748" y="12036"/>
                        <a:pt x="2748" y="12036"/>
                      </a:cubicBezTo>
                      <a:cubicBezTo>
                        <a:pt x="2748" y="12069"/>
                        <a:pt x="2686" y="12101"/>
                        <a:pt x="2686" y="12134"/>
                      </a:cubicBezTo>
                      <a:cubicBezTo>
                        <a:pt x="2686" y="12134"/>
                        <a:pt x="2686" y="12134"/>
                        <a:pt x="2686" y="12166"/>
                      </a:cubicBezTo>
                      <a:cubicBezTo>
                        <a:pt x="2686" y="12166"/>
                        <a:pt x="2686" y="12166"/>
                        <a:pt x="2686" y="12166"/>
                      </a:cubicBezTo>
                      <a:cubicBezTo>
                        <a:pt x="2686" y="12199"/>
                        <a:pt x="2624" y="12231"/>
                        <a:pt x="2624" y="12264"/>
                      </a:cubicBezTo>
                      <a:cubicBezTo>
                        <a:pt x="2624" y="12329"/>
                        <a:pt x="2686" y="12394"/>
                        <a:pt x="2748" y="12427"/>
                      </a:cubicBezTo>
                      <a:cubicBezTo>
                        <a:pt x="2748" y="12427"/>
                        <a:pt x="2748" y="12427"/>
                        <a:pt x="2810" y="12459"/>
                      </a:cubicBezTo>
                      <a:cubicBezTo>
                        <a:pt x="2810" y="12524"/>
                        <a:pt x="2935" y="12622"/>
                        <a:pt x="2873" y="12654"/>
                      </a:cubicBezTo>
                      <a:cubicBezTo>
                        <a:pt x="2873" y="12687"/>
                        <a:pt x="2873" y="12719"/>
                        <a:pt x="2810" y="12719"/>
                      </a:cubicBezTo>
                      <a:cubicBezTo>
                        <a:pt x="2810" y="12687"/>
                        <a:pt x="2810" y="12687"/>
                        <a:pt x="2810" y="12687"/>
                      </a:cubicBezTo>
                      <a:cubicBezTo>
                        <a:pt x="2624" y="12687"/>
                        <a:pt x="2624" y="12687"/>
                        <a:pt x="2624" y="12687"/>
                      </a:cubicBezTo>
                      <a:cubicBezTo>
                        <a:pt x="2561" y="12687"/>
                        <a:pt x="2561" y="12687"/>
                        <a:pt x="2499" y="12687"/>
                      </a:cubicBezTo>
                      <a:cubicBezTo>
                        <a:pt x="2499" y="12687"/>
                        <a:pt x="2437" y="12687"/>
                        <a:pt x="2375" y="12687"/>
                      </a:cubicBezTo>
                      <a:cubicBezTo>
                        <a:pt x="2312" y="12687"/>
                        <a:pt x="2250" y="12687"/>
                        <a:pt x="2250" y="12687"/>
                      </a:cubicBezTo>
                      <a:cubicBezTo>
                        <a:pt x="2126" y="12719"/>
                        <a:pt x="2001" y="12784"/>
                        <a:pt x="1939" y="12849"/>
                      </a:cubicBezTo>
                      <a:cubicBezTo>
                        <a:pt x="1814" y="12914"/>
                        <a:pt x="1814" y="12980"/>
                        <a:pt x="1814" y="13012"/>
                      </a:cubicBezTo>
                      <a:cubicBezTo>
                        <a:pt x="1814" y="13012"/>
                        <a:pt x="1877" y="13045"/>
                        <a:pt x="1877" y="13077"/>
                      </a:cubicBezTo>
                      <a:cubicBezTo>
                        <a:pt x="1814" y="13077"/>
                        <a:pt x="1690" y="13110"/>
                        <a:pt x="1565" y="13175"/>
                      </a:cubicBezTo>
                      <a:cubicBezTo>
                        <a:pt x="1503" y="13240"/>
                        <a:pt x="1503" y="13272"/>
                        <a:pt x="1503" y="13305"/>
                      </a:cubicBezTo>
                      <a:cubicBezTo>
                        <a:pt x="1503" y="13337"/>
                        <a:pt x="1503" y="13337"/>
                        <a:pt x="1503" y="13337"/>
                      </a:cubicBezTo>
                      <a:cubicBezTo>
                        <a:pt x="1503" y="13402"/>
                        <a:pt x="1503" y="13467"/>
                        <a:pt x="1565" y="13565"/>
                      </a:cubicBezTo>
                      <a:cubicBezTo>
                        <a:pt x="1628" y="13598"/>
                        <a:pt x="1752" y="13630"/>
                        <a:pt x="1877" y="13630"/>
                      </a:cubicBezTo>
                      <a:cubicBezTo>
                        <a:pt x="1877" y="13630"/>
                        <a:pt x="1939" y="13630"/>
                        <a:pt x="1939" y="13598"/>
                      </a:cubicBezTo>
                      <a:cubicBezTo>
                        <a:pt x="2001" y="13598"/>
                        <a:pt x="2001" y="13598"/>
                        <a:pt x="2063" y="13598"/>
                      </a:cubicBezTo>
                      <a:cubicBezTo>
                        <a:pt x="2063" y="13630"/>
                        <a:pt x="2001" y="13630"/>
                        <a:pt x="1877" y="13663"/>
                      </a:cubicBezTo>
                      <a:cubicBezTo>
                        <a:pt x="1814" y="13663"/>
                        <a:pt x="1814" y="13663"/>
                        <a:pt x="1814" y="13663"/>
                      </a:cubicBezTo>
                      <a:cubicBezTo>
                        <a:pt x="1752" y="13695"/>
                        <a:pt x="1628" y="13695"/>
                        <a:pt x="1565" y="13760"/>
                      </a:cubicBezTo>
                      <a:cubicBezTo>
                        <a:pt x="1379" y="13858"/>
                        <a:pt x="1503" y="13955"/>
                        <a:pt x="1565" y="14020"/>
                      </a:cubicBezTo>
                      <a:cubicBezTo>
                        <a:pt x="1565" y="14020"/>
                        <a:pt x="1628" y="14053"/>
                        <a:pt x="1628" y="14053"/>
                      </a:cubicBezTo>
                      <a:cubicBezTo>
                        <a:pt x="1628" y="14053"/>
                        <a:pt x="1628" y="14053"/>
                        <a:pt x="1565" y="14086"/>
                      </a:cubicBezTo>
                      <a:cubicBezTo>
                        <a:pt x="1565" y="14086"/>
                        <a:pt x="1503" y="14151"/>
                        <a:pt x="1503" y="14216"/>
                      </a:cubicBezTo>
                      <a:cubicBezTo>
                        <a:pt x="1565" y="14281"/>
                        <a:pt x="1628" y="14313"/>
                        <a:pt x="1628" y="14378"/>
                      </a:cubicBezTo>
                      <a:cubicBezTo>
                        <a:pt x="1690" y="14411"/>
                        <a:pt x="1690" y="14411"/>
                        <a:pt x="1690" y="14411"/>
                      </a:cubicBezTo>
                      <a:cubicBezTo>
                        <a:pt x="1752" y="14476"/>
                        <a:pt x="1939" y="14508"/>
                        <a:pt x="2063" y="14541"/>
                      </a:cubicBezTo>
                      <a:cubicBezTo>
                        <a:pt x="2126" y="14541"/>
                        <a:pt x="2126" y="14541"/>
                        <a:pt x="2126" y="14541"/>
                      </a:cubicBezTo>
                      <a:cubicBezTo>
                        <a:pt x="2188" y="14573"/>
                        <a:pt x="2250" y="14606"/>
                        <a:pt x="2312" y="14639"/>
                      </a:cubicBezTo>
                      <a:cubicBezTo>
                        <a:pt x="2375" y="14671"/>
                        <a:pt x="2437" y="14704"/>
                        <a:pt x="2561" y="14736"/>
                      </a:cubicBezTo>
                      <a:cubicBezTo>
                        <a:pt x="2624" y="14736"/>
                        <a:pt x="2686" y="14736"/>
                        <a:pt x="2748" y="14769"/>
                      </a:cubicBezTo>
                      <a:cubicBezTo>
                        <a:pt x="2624" y="14769"/>
                        <a:pt x="2437" y="14801"/>
                        <a:pt x="2375" y="14931"/>
                      </a:cubicBezTo>
                      <a:cubicBezTo>
                        <a:pt x="2375" y="14964"/>
                        <a:pt x="2375" y="14964"/>
                        <a:pt x="2375" y="14964"/>
                      </a:cubicBezTo>
                      <a:cubicBezTo>
                        <a:pt x="2375" y="14964"/>
                        <a:pt x="2375" y="14964"/>
                        <a:pt x="2375" y="14964"/>
                      </a:cubicBezTo>
                      <a:cubicBezTo>
                        <a:pt x="2250" y="14899"/>
                        <a:pt x="2126" y="14834"/>
                        <a:pt x="2001" y="14769"/>
                      </a:cubicBezTo>
                      <a:cubicBezTo>
                        <a:pt x="1939" y="14704"/>
                        <a:pt x="1877" y="14639"/>
                        <a:pt x="1814" y="14573"/>
                      </a:cubicBezTo>
                      <a:cubicBezTo>
                        <a:pt x="1814" y="14508"/>
                        <a:pt x="1752" y="14443"/>
                        <a:pt x="1628" y="14378"/>
                      </a:cubicBezTo>
                      <a:cubicBezTo>
                        <a:pt x="1628" y="14346"/>
                        <a:pt x="1628" y="14346"/>
                        <a:pt x="1565" y="14313"/>
                      </a:cubicBezTo>
                      <a:cubicBezTo>
                        <a:pt x="1503" y="14216"/>
                        <a:pt x="1316" y="14118"/>
                        <a:pt x="1130" y="14053"/>
                      </a:cubicBezTo>
                      <a:cubicBezTo>
                        <a:pt x="1130" y="14053"/>
                        <a:pt x="1067" y="14020"/>
                        <a:pt x="1067" y="14020"/>
                      </a:cubicBezTo>
                      <a:cubicBezTo>
                        <a:pt x="881" y="13955"/>
                        <a:pt x="756" y="13890"/>
                        <a:pt x="507" y="13890"/>
                      </a:cubicBezTo>
                      <a:cubicBezTo>
                        <a:pt x="445" y="13890"/>
                        <a:pt x="445" y="13890"/>
                        <a:pt x="383" y="13890"/>
                      </a:cubicBezTo>
                      <a:cubicBezTo>
                        <a:pt x="320" y="13923"/>
                        <a:pt x="196" y="13955"/>
                        <a:pt x="71" y="14020"/>
                      </a:cubicBezTo>
                      <a:cubicBezTo>
                        <a:pt x="-53" y="14183"/>
                        <a:pt x="9" y="14378"/>
                        <a:pt x="71" y="14476"/>
                      </a:cubicBezTo>
                      <a:cubicBezTo>
                        <a:pt x="134" y="14508"/>
                        <a:pt x="196" y="14541"/>
                        <a:pt x="258" y="14573"/>
                      </a:cubicBezTo>
                      <a:cubicBezTo>
                        <a:pt x="258" y="14573"/>
                        <a:pt x="320" y="14573"/>
                        <a:pt x="320" y="14573"/>
                      </a:cubicBezTo>
                      <a:cubicBezTo>
                        <a:pt x="320" y="14573"/>
                        <a:pt x="320" y="14573"/>
                        <a:pt x="320" y="14573"/>
                      </a:cubicBezTo>
                      <a:cubicBezTo>
                        <a:pt x="320" y="14573"/>
                        <a:pt x="258" y="14639"/>
                        <a:pt x="196" y="14639"/>
                      </a:cubicBezTo>
                      <a:cubicBezTo>
                        <a:pt x="196" y="14704"/>
                        <a:pt x="134" y="14736"/>
                        <a:pt x="71" y="14769"/>
                      </a:cubicBezTo>
                      <a:cubicBezTo>
                        <a:pt x="71" y="14769"/>
                        <a:pt x="71" y="14769"/>
                        <a:pt x="71" y="14769"/>
                      </a:cubicBezTo>
                      <a:cubicBezTo>
                        <a:pt x="71" y="14866"/>
                        <a:pt x="-53" y="14964"/>
                        <a:pt x="134" y="15061"/>
                      </a:cubicBezTo>
                      <a:cubicBezTo>
                        <a:pt x="134" y="15094"/>
                        <a:pt x="258" y="15127"/>
                        <a:pt x="383" y="15127"/>
                      </a:cubicBezTo>
                      <a:cubicBezTo>
                        <a:pt x="383" y="15127"/>
                        <a:pt x="445" y="15127"/>
                        <a:pt x="445" y="15127"/>
                      </a:cubicBezTo>
                      <a:cubicBezTo>
                        <a:pt x="445" y="15127"/>
                        <a:pt x="445" y="15127"/>
                        <a:pt x="445" y="15127"/>
                      </a:cubicBezTo>
                      <a:cubicBezTo>
                        <a:pt x="445" y="15127"/>
                        <a:pt x="445" y="15127"/>
                        <a:pt x="507" y="15159"/>
                      </a:cubicBezTo>
                      <a:cubicBezTo>
                        <a:pt x="507" y="15192"/>
                        <a:pt x="569" y="15192"/>
                        <a:pt x="569" y="15224"/>
                      </a:cubicBezTo>
                      <a:cubicBezTo>
                        <a:pt x="569" y="15257"/>
                        <a:pt x="632" y="15257"/>
                        <a:pt x="632" y="15289"/>
                      </a:cubicBezTo>
                      <a:cubicBezTo>
                        <a:pt x="632" y="15322"/>
                        <a:pt x="632" y="15322"/>
                        <a:pt x="569" y="15354"/>
                      </a:cubicBezTo>
                      <a:cubicBezTo>
                        <a:pt x="445" y="15419"/>
                        <a:pt x="445" y="15517"/>
                        <a:pt x="569" y="15582"/>
                      </a:cubicBezTo>
                      <a:cubicBezTo>
                        <a:pt x="569" y="15614"/>
                        <a:pt x="632" y="15614"/>
                        <a:pt x="694" y="15647"/>
                      </a:cubicBezTo>
                      <a:cubicBezTo>
                        <a:pt x="694" y="15647"/>
                        <a:pt x="694" y="15680"/>
                        <a:pt x="694" y="15680"/>
                      </a:cubicBezTo>
                      <a:cubicBezTo>
                        <a:pt x="694" y="15680"/>
                        <a:pt x="694" y="15680"/>
                        <a:pt x="694" y="15680"/>
                      </a:cubicBezTo>
                      <a:cubicBezTo>
                        <a:pt x="694" y="15680"/>
                        <a:pt x="694" y="15712"/>
                        <a:pt x="632" y="15712"/>
                      </a:cubicBezTo>
                      <a:cubicBezTo>
                        <a:pt x="569" y="15777"/>
                        <a:pt x="445" y="15875"/>
                        <a:pt x="569" y="15972"/>
                      </a:cubicBezTo>
                      <a:cubicBezTo>
                        <a:pt x="632" y="16005"/>
                        <a:pt x="694" y="16037"/>
                        <a:pt x="818" y="16070"/>
                      </a:cubicBezTo>
                      <a:cubicBezTo>
                        <a:pt x="694" y="16135"/>
                        <a:pt x="694" y="16265"/>
                        <a:pt x="756" y="16298"/>
                      </a:cubicBezTo>
                      <a:cubicBezTo>
                        <a:pt x="818" y="16428"/>
                        <a:pt x="1005" y="16493"/>
                        <a:pt x="1192" y="16558"/>
                      </a:cubicBezTo>
                      <a:cubicBezTo>
                        <a:pt x="1254" y="16590"/>
                        <a:pt x="1254" y="16590"/>
                        <a:pt x="1254" y="16590"/>
                      </a:cubicBezTo>
                      <a:cubicBezTo>
                        <a:pt x="1316" y="16623"/>
                        <a:pt x="1379" y="16623"/>
                        <a:pt x="1441" y="16688"/>
                      </a:cubicBezTo>
                      <a:cubicBezTo>
                        <a:pt x="1441" y="16688"/>
                        <a:pt x="1503" y="16720"/>
                        <a:pt x="1503" y="16753"/>
                      </a:cubicBezTo>
                      <a:cubicBezTo>
                        <a:pt x="1565" y="16753"/>
                        <a:pt x="1565" y="16786"/>
                        <a:pt x="1565" y="16786"/>
                      </a:cubicBezTo>
                      <a:cubicBezTo>
                        <a:pt x="1628" y="16786"/>
                        <a:pt x="1565" y="16818"/>
                        <a:pt x="1565" y="16851"/>
                      </a:cubicBezTo>
                      <a:cubicBezTo>
                        <a:pt x="1503" y="16883"/>
                        <a:pt x="1503" y="16883"/>
                        <a:pt x="1441" y="16916"/>
                      </a:cubicBezTo>
                      <a:cubicBezTo>
                        <a:pt x="1441" y="16948"/>
                        <a:pt x="1441" y="16948"/>
                        <a:pt x="1441" y="16981"/>
                      </a:cubicBezTo>
                      <a:cubicBezTo>
                        <a:pt x="1379" y="17013"/>
                        <a:pt x="1316" y="17078"/>
                        <a:pt x="1316" y="17143"/>
                      </a:cubicBezTo>
                      <a:cubicBezTo>
                        <a:pt x="1316" y="17241"/>
                        <a:pt x="1503" y="17339"/>
                        <a:pt x="1628" y="17404"/>
                      </a:cubicBezTo>
                      <a:cubicBezTo>
                        <a:pt x="1690" y="17404"/>
                        <a:pt x="1752" y="17404"/>
                        <a:pt x="1814" y="17436"/>
                      </a:cubicBezTo>
                      <a:cubicBezTo>
                        <a:pt x="1877" y="17436"/>
                        <a:pt x="1877" y="17436"/>
                        <a:pt x="1877" y="17436"/>
                      </a:cubicBezTo>
                      <a:cubicBezTo>
                        <a:pt x="1877" y="17436"/>
                        <a:pt x="1939" y="17436"/>
                        <a:pt x="1939" y="17436"/>
                      </a:cubicBezTo>
                      <a:cubicBezTo>
                        <a:pt x="2001" y="17469"/>
                        <a:pt x="2001" y="17469"/>
                        <a:pt x="2063" y="17469"/>
                      </a:cubicBezTo>
                      <a:cubicBezTo>
                        <a:pt x="2126" y="17469"/>
                        <a:pt x="2188" y="17501"/>
                        <a:pt x="2188" y="17501"/>
                      </a:cubicBezTo>
                      <a:cubicBezTo>
                        <a:pt x="2250" y="17501"/>
                        <a:pt x="2250" y="17501"/>
                        <a:pt x="2250" y="17501"/>
                      </a:cubicBezTo>
                      <a:cubicBezTo>
                        <a:pt x="2188" y="17501"/>
                        <a:pt x="2126" y="17501"/>
                        <a:pt x="2001" y="17534"/>
                      </a:cubicBezTo>
                      <a:cubicBezTo>
                        <a:pt x="2001" y="17534"/>
                        <a:pt x="2001" y="17534"/>
                        <a:pt x="2001" y="17534"/>
                      </a:cubicBezTo>
                      <a:cubicBezTo>
                        <a:pt x="1877" y="17566"/>
                        <a:pt x="1690" y="17599"/>
                        <a:pt x="1752" y="17761"/>
                      </a:cubicBezTo>
                      <a:cubicBezTo>
                        <a:pt x="1752" y="17794"/>
                        <a:pt x="1814" y="17827"/>
                        <a:pt x="1877" y="17859"/>
                      </a:cubicBezTo>
                      <a:cubicBezTo>
                        <a:pt x="1877" y="17892"/>
                        <a:pt x="1939" y="17892"/>
                        <a:pt x="2001" y="17892"/>
                      </a:cubicBezTo>
                      <a:cubicBezTo>
                        <a:pt x="2063" y="18184"/>
                        <a:pt x="2375" y="18412"/>
                        <a:pt x="2686" y="18607"/>
                      </a:cubicBezTo>
                      <a:cubicBezTo>
                        <a:pt x="2810" y="18705"/>
                        <a:pt x="2810" y="18705"/>
                        <a:pt x="2810" y="18705"/>
                      </a:cubicBezTo>
                      <a:cubicBezTo>
                        <a:pt x="2997" y="18835"/>
                        <a:pt x="3308" y="18965"/>
                        <a:pt x="3744" y="18965"/>
                      </a:cubicBezTo>
                      <a:cubicBezTo>
                        <a:pt x="3744" y="18965"/>
                        <a:pt x="3806" y="18965"/>
                        <a:pt x="3806" y="18965"/>
                      </a:cubicBezTo>
                      <a:cubicBezTo>
                        <a:pt x="3993" y="18965"/>
                        <a:pt x="4118" y="18933"/>
                        <a:pt x="4242" y="18867"/>
                      </a:cubicBezTo>
                      <a:cubicBezTo>
                        <a:pt x="4429" y="18705"/>
                        <a:pt x="4367" y="18542"/>
                        <a:pt x="4367" y="18380"/>
                      </a:cubicBezTo>
                      <a:cubicBezTo>
                        <a:pt x="4367" y="18347"/>
                        <a:pt x="4367" y="18347"/>
                        <a:pt x="4367" y="18347"/>
                      </a:cubicBezTo>
                      <a:cubicBezTo>
                        <a:pt x="4304" y="18217"/>
                        <a:pt x="4304" y="18217"/>
                        <a:pt x="4304" y="18217"/>
                      </a:cubicBezTo>
                      <a:cubicBezTo>
                        <a:pt x="4242" y="17924"/>
                        <a:pt x="4180" y="17631"/>
                        <a:pt x="3869" y="17339"/>
                      </a:cubicBezTo>
                      <a:cubicBezTo>
                        <a:pt x="3557" y="17013"/>
                        <a:pt x="3557" y="16818"/>
                        <a:pt x="3557" y="16460"/>
                      </a:cubicBezTo>
                      <a:cubicBezTo>
                        <a:pt x="3557" y="16395"/>
                        <a:pt x="3557" y="16330"/>
                        <a:pt x="3557" y="16298"/>
                      </a:cubicBezTo>
                      <a:cubicBezTo>
                        <a:pt x="3557" y="16200"/>
                        <a:pt x="3557" y="16135"/>
                        <a:pt x="3557" y="16102"/>
                      </a:cubicBezTo>
                      <a:cubicBezTo>
                        <a:pt x="3620" y="16037"/>
                        <a:pt x="3620" y="16037"/>
                        <a:pt x="3620" y="16037"/>
                      </a:cubicBezTo>
                      <a:cubicBezTo>
                        <a:pt x="3620" y="15972"/>
                        <a:pt x="3620" y="15907"/>
                        <a:pt x="3620" y="15810"/>
                      </a:cubicBezTo>
                      <a:cubicBezTo>
                        <a:pt x="3620" y="15745"/>
                        <a:pt x="3495" y="15680"/>
                        <a:pt x="3433" y="15647"/>
                      </a:cubicBezTo>
                      <a:cubicBezTo>
                        <a:pt x="3433" y="15647"/>
                        <a:pt x="3433" y="15647"/>
                        <a:pt x="3433" y="15614"/>
                      </a:cubicBezTo>
                      <a:cubicBezTo>
                        <a:pt x="3495" y="15647"/>
                        <a:pt x="3557" y="15647"/>
                        <a:pt x="3620" y="15647"/>
                      </a:cubicBezTo>
                      <a:cubicBezTo>
                        <a:pt x="3620" y="15647"/>
                        <a:pt x="3682" y="15647"/>
                        <a:pt x="3682" y="15647"/>
                      </a:cubicBezTo>
                      <a:cubicBezTo>
                        <a:pt x="3744" y="15647"/>
                        <a:pt x="3744" y="15647"/>
                        <a:pt x="3806" y="15647"/>
                      </a:cubicBezTo>
                      <a:cubicBezTo>
                        <a:pt x="3806" y="15712"/>
                        <a:pt x="3869" y="15777"/>
                        <a:pt x="3931" y="15842"/>
                      </a:cubicBezTo>
                      <a:cubicBezTo>
                        <a:pt x="3931" y="15842"/>
                        <a:pt x="3931" y="15842"/>
                        <a:pt x="3931" y="15842"/>
                      </a:cubicBezTo>
                      <a:cubicBezTo>
                        <a:pt x="3806" y="15842"/>
                        <a:pt x="3744" y="15875"/>
                        <a:pt x="3682" y="15907"/>
                      </a:cubicBezTo>
                      <a:cubicBezTo>
                        <a:pt x="3557" y="15972"/>
                        <a:pt x="3620" y="16037"/>
                        <a:pt x="3682" y="16070"/>
                      </a:cubicBezTo>
                      <a:cubicBezTo>
                        <a:pt x="3682" y="16102"/>
                        <a:pt x="3682" y="16102"/>
                        <a:pt x="3682" y="16102"/>
                      </a:cubicBezTo>
                      <a:cubicBezTo>
                        <a:pt x="3682" y="16135"/>
                        <a:pt x="3682" y="16135"/>
                        <a:pt x="3682" y="16167"/>
                      </a:cubicBezTo>
                      <a:cubicBezTo>
                        <a:pt x="3620" y="16200"/>
                        <a:pt x="3557" y="16265"/>
                        <a:pt x="3620" y="16330"/>
                      </a:cubicBezTo>
                      <a:cubicBezTo>
                        <a:pt x="3620" y="16395"/>
                        <a:pt x="3682" y="16395"/>
                        <a:pt x="3806" y="16428"/>
                      </a:cubicBezTo>
                      <a:cubicBezTo>
                        <a:pt x="3806" y="16428"/>
                        <a:pt x="3806" y="16428"/>
                        <a:pt x="3869" y="16428"/>
                      </a:cubicBezTo>
                      <a:cubicBezTo>
                        <a:pt x="3869" y="16428"/>
                        <a:pt x="3869" y="16428"/>
                        <a:pt x="3869" y="16428"/>
                      </a:cubicBezTo>
                      <a:cubicBezTo>
                        <a:pt x="3806" y="16493"/>
                        <a:pt x="3806" y="16558"/>
                        <a:pt x="3806" y="16590"/>
                      </a:cubicBezTo>
                      <a:cubicBezTo>
                        <a:pt x="3806" y="16623"/>
                        <a:pt x="3806" y="16623"/>
                        <a:pt x="3806" y="16655"/>
                      </a:cubicBezTo>
                      <a:cubicBezTo>
                        <a:pt x="3806" y="16655"/>
                        <a:pt x="3806" y="16655"/>
                        <a:pt x="3806" y="16655"/>
                      </a:cubicBezTo>
                      <a:cubicBezTo>
                        <a:pt x="3806" y="16753"/>
                        <a:pt x="3806" y="16786"/>
                        <a:pt x="3931" y="16883"/>
                      </a:cubicBezTo>
                      <a:cubicBezTo>
                        <a:pt x="3931" y="16883"/>
                        <a:pt x="3931" y="16883"/>
                        <a:pt x="3931" y="16916"/>
                      </a:cubicBezTo>
                      <a:cubicBezTo>
                        <a:pt x="3993" y="16948"/>
                        <a:pt x="3993" y="16981"/>
                        <a:pt x="4055" y="16981"/>
                      </a:cubicBezTo>
                      <a:cubicBezTo>
                        <a:pt x="4180" y="17046"/>
                        <a:pt x="4304" y="17046"/>
                        <a:pt x="4367" y="17046"/>
                      </a:cubicBezTo>
                      <a:cubicBezTo>
                        <a:pt x="4367" y="17046"/>
                        <a:pt x="4367" y="17046"/>
                        <a:pt x="4429" y="17046"/>
                      </a:cubicBezTo>
                      <a:cubicBezTo>
                        <a:pt x="4304" y="17111"/>
                        <a:pt x="4242" y="17241"/>
                        <a:pt x="4304" y="17371"/>
                      </a:cubicBezTo>
                      <a:cubicBezTo>
                        <a:pt x="4367" y="17436"/>
                        <a:pt x="4429" y="17469"/>
                        <a:pt x="4491" y="17501"/>
                      </a:cubicBezTo>
                      <a:cubicBezTo>
                        <a:pt x="4553" y="17534"/>
                        <a:pt x="4553" y="17534"/>
                        <a:pt x="4553" y="17534"/>
                      </a:cubicBezTo>
                      <a:cubicBezTo>
                        <a:pt x="4553" y="17534"/>
                        <a:pt x="4553" y="17566"/>
                        <a:pt x="4616" y="17566"/>
                      </a:cubicBezTo>
                      <a:cubicBezTo>
                        <a:pt x="4616" y="17599"/>
                        <a:pt x="4678" y="17631"/>
                        <a:pt x="4740" y="17664"/>
                      </a:cubicBezTo>
                      <a:cubicBezTo>
                        <a:pt x="4740" y="17664"/>
                        <a:pt x="4927" y="17729"/>
                        <a:pt x="5051" y="17729"/>
                      </a:cubicBezTo>
                      <a:cubicBezTo>
                        <a:pt x="5114" y="17729"/>
                        <a:pt x="5114" y="17729"/>
                        <a:pt x="5114" y="17729"/>
                      </a:cubicBezTo>
                      <a:cubicBezTo>
                        <a:pt x="5114" y="17729"/>
                        <a:pt x="5114" y="17761"/>
                        <a:pt x="5114" y="17761"/>
                      </a:cubicBezTo>
                      <a:cubicBezTo>
                        <a:pt x="5051" y="17859"/>
                        <a:pt x="5051" y="17924"/>
                        <a:pt x="5051" y="17989"/>
                      </a:cubicBezTo>
                      <a:cubicBezTo>
                        <a:pt x="5051" y="18087"/>
                        <a:pt x="5051" y="18087"/>
                        <a:pt x="5051" y="18087"/>
                      </a:cubicBezTo>
                      <a:cubicBezTo>
                        <a:pt x="5114" y="18184"/>
                        <a:pt x="5114" y="18184"/>
                        <a:pt x="5114" y="18184"/>
                      </a:cubicBezTo>
                      <a:cubicBezTo>
                        <a:pt x="5176" y="18184"/>
                        <a:pt x="5176" y="18184"/>
                        <a:pt x="5176" y="18184"/>
                      </a:cubicBezTo>
                      <a:cubicBezTo>
                        <a:pt x="5238" y="18249"/>
                        <a:pt x="7728" y="19583"/>
                        <a:pt x="17625" y="21535"/>
                      </a:cubicBezTo>
                      <a:cubicBezTo>
                        <a:pt x="17999" y="21600"/>
                        <a:pt x="17999" y="21600"/>
                        <a:pt x="17999" y="21600"/>
                      </a:cubicBezTo>
                      <a:cubicBezTo>
                        <a:pt x="17874" y="21405"/>
                        <a:pt x="17874" y="21405"/>
                        <a:pt x="17874" y="21405"/>
                      </a:cubicBezTo>
                      <a:cubicBezTo>
                        <a:pt x="17874" y="21372"/>
                        <a:pt x="17812" y="21340"/>
                        <a:pt x="17812" y="21307"/>
                      </a:cubicBezTo>
                      <a:cubicBezTo>
                        <a:pt x="17688" y="20982"/>
                        <a:pt x="17812" y="20754"/>
                        <a:pt x="17999" y="20461"/>
                      </a:cubicBezTo>
                      <a:cubicBezTo>
                        <a:pt x="18061" y="20396"/>
                        <a:pt x="18123" y="20331"/>
                        <a:pt x="18123" y="20266"/>
                      </a:cubicBezTo>
                      <a:cubicBezTo>
                        <a:pt x="18248" y="20039"/>
                        <a:pt x="18497" y="19713"/>
                        <a:pt x="18310" y="19486"/>
                      </a:cubicBezTo>
                      <a:cubicBezTo>
                        <a:pt x="18186" y="19355"/>
                        <a:pt x="18123" y="19290"/>
                        <a:pt x="17999" y="19193"/>
                      </a:cubicBezTo>
                      <a:cubicBezTo>
                        <a:pt x="17812" y="19063"/>
                        <a:pt x="17688" y="18933"/>
                        <a:pt x="17625" y="18737"/>
                      </a:cubicBezTo>
                      <a:cubicBezTo>
                        <a:pt x="17625" y="18672"/>
                        <a:pt x="17563" y="18640"/>
                        <a:pt x="17563" y="18575"/>
                      </a:cubicBezTo>
                      <a:cubicBezTo>
                        <a:pt x="17501" y="18347"/>
                        <a:pt x="17376" y="18087"/>
                        <a:pt x="17190" y="17924"/>
                      </a:cubicBezTo>
                      <a:cubicBezTo>
                        <a:pt x="17065" y="17794"/>
                        <a:pt x="16941" y="17729"/>
                        <a:pt x="16878" y="17664"/>
                      </a:cubicBezTo>
                      <a:cubicBezTo>
                        <a:pt x="16692" y="17566"/>
                        <a:pt x="16567" y="17501"/>
                        <a:pt x="16629" y="17241"/>
                      </a:cubicBezTo>
                      <a:cubicBezTo>
                        <a:pt x="16629" y="17176"/>
                        <a:pt x="16629" y="17176"/>
                        <a:pt x="16629" y="17176"/>
                      </a:cubicBezTo>
                      <a:cubicBezTo>
                        <a:pt x="16629" y="16916"/>
                        <a:pt x="16692" y="16558"/>
                        <a:pt x="16256" y="16428"/>
                      </a:cubicBezTo>
                      <a:cubicBezTo>
                        <a:pt x="16131" y="16395"/>
                        <a:pt x="16069" y="16363"/>
                        <a:pt x="16007" y="16363"/>
                      </a:cubicBezTo>
                      <a:cubicBezTo>
                        <a:pt x="15820" y="16363"/>
                        <a:pt x="15758" y="16363"/>
                        <a:pt x="15696" y="16200"/>
                      </a:cubicBezTo>
                      <a:cubicBezTo>
                        <a:pt x="15696" y="16102"/>
                        <a:pt x="15696" y="16037"/>
                        <a:pt x="15696" y="15940"/>
                      </a:cubicBezTo>
                      <a:cubicBezTo>
                        <a:pt x="15696" y="15875"/>
                        <a:pt x="15696" y="15810"/>
                        <a:pt x="15633" y="15745"/>
                      </a:cubicBezTo>
                      <a:cubicBezTo>
                        <a:pt x="15633" y="15647"/>
                        <a:pt x="15633" y="15647"/>
                        <a:pt x="15633" y="15647"/>
                      </a:cubicBezTo>
                      <a:cubicBezTo>
                        <a:pt x="15571" y="15387"/>
                        <a:pt x="15509" y="15094"/>
                        <a:pt x="15135" y="14964"/>
                      </a:cubicBezTo>
                      <a:cubicBezTo>
                        <a:pt x="15011" y="14899"/>
                        <a:pt x="14949" y="14899"/>
                        <a:pt x="14886" y="14866"/>
                      </a:cubicBezTo>
                      <a:cubicBezTo>
                        <a:pt x="14762" y="14834"/>
                        <a:pt x="14637" y="14834"/>
                        <a:pt x="14575" y="14736"/>
                      </a:cubicBezTo>
                      <a:cubicBezTo>
                        <a:pt x="14264" y="14443"/>
                        <a:pt x="14886" y="13825"/>
                        <a:pt x="15509" y="13272"/>
                      </a:cubicBezTo>
                      <a:cubicBezTo>
                        <a:pt x="15633" y="13207"/>
                        <a:pt x="15696" y="13142"/>
                        <a:pt x="15758" y="13077"/>
                      </a:cubicBezTo>
                      <a:cubicBezTo>
                        <a:pt x="16567" y="12296"/>
                        <a:pt x="17376" y="11483"/>
                        <a:pt x="18061" y="10702"/>
                      </a:cubicBezTo>
                      <a:cubicBezTo>
                        <a:pt x="18123" y="10670"/>
                        <a:pt x="18123" y="10670"/>
                        <a:pt x="18123" y="10670"/>
                      </a:cubicBezTo>
                      <a:cubicBezTo>
                        <a:pt x="18559" y="10182"/>
                        <a:pt x="18995" y="9759"/>
                        <a:pt x="19368" y="9336"/>
                      </a:cubicBezTo>
                      <a:cubicBezTo>
                        <a:pt x="19742" y="9011"/>
                        <a:pt x="19991" y="8686"/>
                        <a:pt x="20302" y="8360"/>
                      </a:cubicBezTo>
                      <a:cubicBezTo>
                        <a:pt x="20364" y="8295"/>
                        <a:pt x="20364" y="8295"/>
                        <a:pt x="20364" y="8295"/>
                      </a:cubicBezTo>
                      <a:cubicBezTo>
                        <a:pt x="20738" y="7937"/>
                        <a:pt x="21111" y="7547"/>
                        <a:pt x="21485" y="7157"/>
                      </a:cubicBezTo>
                      <a:cubicBezTo>
                        <a:pt x="21547" y="7092"/>
                        <a:pt x="21547" y="7092"/>
                        <a:pt x="21547" y="7092"/>
                      </a:cubicBezTo>
                      <a:lnTo>
                        <a:pt x="21423" y="7027"/>
                      </a:lnTo>
                      <a:close/>
                      <a:moveTo>
                        <a:pt x="4242" y="16200"/>
                      </a:moveTo>
                      <a:cubicBezTo>
                        <a:pt x="4242" y="16167"/>
                        <a:pt x="4242" y="16135"/>
                        <a:pt x="4304" y="16102"/>
                      </a:cubicBezTo>
                      <a:cubicBezTo>
                        <a:pt x="4367" y="16135"/>
                        <a:pt x="4367" y="16135"/>
                        <a:pt x="4367" y="16167"/>
                      </a:cubicBezTo>
                      <a:cubicBezTo>
                        <a:pt x="4367" y="16233"/>
                        <a:pt x="4367" y="16233"/>
                        <a:pt x="4304" y="16265"/>
                      </a:cubicBezTo>
                      <a:cubicBezTo>
                        <a:pt x="4304" y="16265"/>
                        <a:pt x="4242" y="16265"/>
                        <a:pt x="4180" y="16298"/>
                      </a:cubicBezTo>
                      <a:cubicBezTo>
                        <a:pt x="4180" y="16298"/>
                        <a:pt x="4180" y="16298"/>
                        <a:pt x="4180" y="16298"/>
                      </a:cubicBezTo>
                      <a:cubicBezTo>
                        <a:pt x="4242" y="16265"/>
                        <a:pt x="4242" y="16233"/>
                        <a:pt x="4242" y="16200"/>
                      </a:cubicBezTo>
                      <a:close/>
                      <a:moveTo>
                        <a:pt x="2748" y="15127"/>
                      </a:moveTo>
                      <a:cubicBezTo>
                        <a:pt x="2810" y="15127"/>
                        <a:pt x="2810" y="15127"/>
                        <a:pt x="2873" y="15127"/>
                      </a:cubicBezTo>
                      <a:cubicBezTo>
                        <a:pt x="2873" y="15127"/>
                        <a:pt x="2873" y="15127"/>
                        <a:pt x="2873" y="15127"/>
                      </a:cubicBezTo>
                      <a:cubicBezTo>
                        <a:pt x="2935" y="15127"/>
                        <a:pt x="2935" y="15127"/>
                        <a:pt x="2935" y="15127"/>
                      </a:cubicBezTo>
                      <a:cubicBezTo>
                        <a:pt x="2935" y="15127"/>
                        <a:pt x="2997" y="15127"/>
                        <a:pt x="2997" y="15127"/>
                      </a:cubicBezTo>
                      <a:cubicBezTo>
                        <a:pt x="2997" y="15159"/>
                        <a:pt x="2935" y="15192"/>
                        <a:pt x="2935" y="15257"/>
                      </a:cubicBezTo>
                      <a:cubicBezTo>
                        <a:pt x="2935" y="15257"/>
                        <a:pt x="2935" y="15257"/>
                        <a:pt x="2935" y="15257"/>
                      </a:cubicBezTo>
                      <a:cubicBezTo>
                        <a:pt x="2810" y="15224"/>
                        <a:pt x="2748" y="15192"/>
                        <a:pt x="2686" y="15127"/>
                      </a:cubicBezTo>
                      <a:cubicBezTo>
                        <a:pt x="2686" y="15127"/>
                        <a:pt x="2686" y="15127"/>
                        <a:pt x="2748" y="15127"/>
                      </a:cubicBezTo>
                      <a:cubicBezTo>
                        <a:pt x="2748" y="15127"/>
                        <a:pt x="2748" y="15127"/>
                        <a:pt x="2748" y="1512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77" name="Shape">
                  <a:extLst>
                    <a:ext uri="{FF2B5EF4-FFF2-40B4-BE49-F238E27FC236}">
                      <a16:creationId xmlns:a16="http://schemas.microsoft.com/office/drawing/2014/main" id="{CF20FB45-6291-44C6-B141-BD457EC85F2C}"/>
                    </a:ext>
                  </a:extLst>
                </p:cNvPr>
                <p:cNvSpPr/>
                <p:nvPr/>
              </p:nvSpPr>
              <p:spPr>
                <a:xfrm>
                  <a:off x="0" y="2476263"/>
                  <a:ext cx="199768" cy="38643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63" h="21600" extrusionOk="0">
                      <a:moveTo>
                        <a:pt x="13003" y="8962"/>
                      </a:moveTo>
                      <a:cubicBezTo>
                        <a:pt x="14443" y="8962"/>
                        <a:pt x="14923" y="8272"/>
                        <a:pt x="15403" y="8043"/>
                      </a:cubicBezTo>
                      <a:cubicBezTo>
                        <a:pt x="15403" y="8043"/>
                        <a:pt x="15883" y="7813"/>
                        <a:pt x="15883" y="7813"/>
                      </a:cubicBezTo>
                      <a:cubicBezTo>
                        <a:pt x="16363" y="7583"/>
                        <a:pt x="16843" y="7583"/>
                        <a:pt x="16843" y="7123"/>
                      </a:cubicBezTo>
                      <a:cubicBezTo>
                        <a:pt x="18283" y="7123"/>
                        <a:pt x="20683" y="6664"/>
                        <a:pt x="21163" y="5974"/>
                      </a:cubicBezTo>
                      <a:cubicBezTo>
                        <a:pt x="21163" y="5285"/>
                        <a:pt x="21163" y="4826"/>
                        <a:pt x="20203" y="4366"/>
                      </a:cubicBezTo>
                      <a:cubicBezTo>
                        <a:pt x="19723" y="4136"/>
                        <a:pt x="18763" y="3906"/>
                        <a:pt x="17803" y="3677"/>
                      </a:cubicBezTo>
                      <a:cubicBezTo>
                        <a:pt x="17323" y="3217"/>
                        <a:pt x="16843" y="2757"/>
                        <a:pt x="15403" y="2528"/>
                      </a:cubicBezTo>
                      <a:cubicBezTo>
                        <a:pt x="14443" y="2298"/>
                        <a:pt x="14443" y="2298"/>
                        <a:pt x="14443" y="2068"/>
                      </a:cubicBezTo>
                      <a:cubicBezTo>
                        <a:pt x="13963" y="1149"/>
                        <a:pt x="12043" y="0"/>
                        <a:pt x="9643" y="0"/>
                      </a:cubicBezTo>
                      <a:cubicBezTo>
                        <a:pt x="9163" y="0"/>
                        <a:pt x="8683" y="230"/>
                        <a:pt x="8203" y="230"/>
                      </a:cubicBezTo>
                      <a:cubicBezTo>
                        <a:pt x="7243" y="460"/>
                        <a:pt x="6763" y="919"/>
                        <a:pt x="6283" y="1149"/>
                      </a:cubicBezTo>
                      <a:cubicBezTo>
                        <a:pt x="5803" y="1149"/>
                        <a:pt x="5803" y="1379"/>
                        <a:pt x="5323" y="1379"/>
                      </a:cubicBezTo>
                      <a:cubicBezTo>
                        <a:pt x="5323" y="1609"/>
                        <a:pt x="5323" y="1609"/>
                        <a:pt x="5323" y="1609"/>
                      </a:cubicBezTo>
                      <a:cubicBezTo>
                        <a:pt x="4843" y="1838"/>
                        <a:pt x="3883" y="2298"/>
                        <a:pt x="3403" y="2757"/>
                      </a:cubicBezTo>
                      <a:cubicBezTo>
                        <a:pt x="2923" y="3447"/>
                        <a:pt x="2923" y="4136"/>
                        <a:pt x="2923" y="4596"/>
                      </a:cubicBezTo>
                      <a:cubicBezTo>
                        <a:pt x="2923" y="5285"/>
                        <a:pt x="2923" y="5745"/>
                        <a:pt x="2923" y="6204"/>
                      </a:cubicBezTo>
                      <a:cubicBezTo>
                        <a:pt x="2443" y="6204"/>
                        <a:pt x="2443" y="6204"/>
                        <a:pt x="2443" y="6204"/>
                      </a:cubicBezTo>
                      <a:cubicBezTo>
                        <a:pt x="2443" y="6894"/>
                        <a:pt x="1963" y="7353"/>
                        <a:pt x="1963" y="8043"/>
                      </a:cubicBezTo>
                      <a:cubicBezTo>
                        <a:pt x="2443" y="8502"/>
                        <a:pt x="2443" y="8962"/>
                        <a:pt x="2443" y="9191"/>
                      </a:cubicBezTo>
                      <a:cubicBezTo>
                        <a:pt x="2443" y="9191"/>
                        <a:pt x="1963" y="9191"/>
                        <a:pt x="1963" y="9191"/>
                      </a:cubicBezTo>
                      <a:cubicBezTo>
                        <a:pt x="1003" y="9191"/>
                        <a:pt x="1003" y="9191"/>
                        <a:pt x="1003" y="9191"/>
                      </a:cubicBezTo>
                      <a:cubicBezTo>
                        <a:pt x="523" y="9651"/>
                        <a:pt x="523" y="9651"/>
                        <a:pt x="523" y="9651"/>
                      </a:cubicBezTo>
                      <a:cubicBezTo>
                        <a:pt x="523" y="9651"/>
                        <a:pt x="523" y="9881"/>
                        <a:pt x="523" y="9881"/>
                      </a:cubicBezTo>
                      <a:cubicBezTo>
                        <a:pt x="523" y="9881"/>
                        <a:pt x="523" y="10340"/>
                        <a:pt x="523" y="10570"/>
                      </a:cubicBezTo>
                      <a:cubicBezTo>
                        <a:pt x="523" y="10570"/>
                        <a:pt x="523" y="10570"/>
                        <a:pt x="523" y="10570"/>
                      </a:cubicBezTo>
                      <a:cubicBezTo>
                        <a:pt x="523" y="10570"/>
                        <a:pt x="523" y="10570"/>
                        <a:pt x="523" y="10570"/>
                      </a:cubicBezTo>
                      <a:cubicBezTo>
                        <a:pt x="43" y="11719"/>
                        <a:pt x="43" y="11719"/>
                        <a:pt x="43" y="11719"/>
                      </a:cubicBezTo>
                      <a:cubicBezTo>
                        <a:pt x="43" y="11949"/>
                        <a:pt x="43" y="12179"/>
                        <a:pt x="43" y="12409"/>
                      </a:cubicBezTo>
                      <a:cubicBezTo>
                        <a:pt x="523" y="12868"/>
                        <a:pt x="1003" y="13098"/>
                        <a:pt x="1003" y="13098"/>
                      </a:cubicBezTo>
                      <a:cubicBezTo>
                        <a:pt x="1003" y="13328"/>
                        <a:pt x="1003" y="13328"/>
                        <a:pt x="1003" y="13328"/>
                      </a:cubicBezTo>
                      <a:cubicBezTo>
                        <a:pt x="1003" y="13557"/>
                        <a:pt x="1003" y="13557"/>
                        <a:pt x="1003" y="13557"/>
                      </a:cubicBezTo>
                      <a:cubicBezTo>
                        <a:pt x="523" y="13557"/>
                        <a:pt x="523" y="13787"/>
                        <a:pt x="523" y="14017"/>
                      </a:cubicBezTo>
                      <a:cubicBezTo>
                        <a:pt x="-437" y="14936"/>
                        <a:pt x="43" y="16545"/>
                        <a:pt x="1003" y="17234"/>
                      </a:cubicBezTo>
                      <a:cubicBezTo>
                        <a:pt x="1003" y="17464"/>
                        <a:pt x="1003" y="17464"/>
                        <a:pt x="1003" y="17464"/>
                      </a:cubicBezTo>
                      <a:cubicBezTo>
                        <a:pt x="1003" y="17464"/>
                        <a:pt x="1003" y="17464"/>
                        <a:pt x="1003" y="17464"/>
                      </a:cubicBezTo>
                      <a:cubicBezTo>
                        <a:pt x="523" y="17923"/>
                        <a:pt x="523" y="17923"/>
                        <a:pt x="523" y="17923"/>
                      </a:cubicBezTo>
                      <a:cubicBezTo>
                        <a:pt x="43" y="18613"/>
                        <a:pt x="43" y="19072"/>
                        <a:pt x="523" y="19302"/>
                      </a:cubicBezTo>
                      <a:cubicBezTo>
                        <a:pt x="523" y="19532"/>
                        <a:pt x="523" y="19532"/>
                        <a:pt x="523" y="19532"/>
                      </a:cubicBezTo>
                      <a:cubicBezTo>
                        <a:pt x="523" y="19762"/>
                        <a:pt x="523" y="19762"/>
                        <a:pt x="523" y="19762"/>
                      </a:cubicBezTo>
                      <a:cubicBezTo>
                        <a:pt x="1003" y="20221"/>
                        <a:pt x="1003" y="20681"/>
                        <a:pt x="2443" y="20911"/>
                      </a:cubicBezTo>
                      <a:cubicBezTo>
                        <a:pt x="2923" y="21600"/>
                        <a:pt x="3403" y="21600"/>
                        <a:pt x="4363" y="21600"/>
                      </a:cubicBezTo>
                      <a:cubicBezTo>
                        <a:pt x="4363" y="21600"/>
                        <a:pt x="4363" y="21600"/>
                        <a:pt x="4363" y="21600"/>
                      </a:cubicBezTo>
                      <a:cubicBezTo>
                        <a:pt x="5323" y="21600"/>
                        <a:pt x="5803" y="21370"/>
                        <a:pt x="6283" y="21140"/>
                      </a:cubicBezTo>
                      <a:cubicBezTo>
                        <a:pt x="7243" y="20451"/>
                        <a:pt x="6283" y="19532"/>
                        <a:pt x="5803" y="19072"/>
                      </a:cubicBezTo>
                      <a:cubicBezTo>
                        <a:pt x="5803" y="19072"/>
                        <a:pt x="5803" y="19072"/>
                        <a:pt x="5803" y="18843"/>
                      </a:cubicBezTo>
                      <a:cubicBezTo>
                        <a:pt x="5323" y="18843"/>
                        <a:pt x="5323" y="18843"/>
                        <a:pt x="5323" y="18843"/>
                      </a:cubicBezTo>
                      <a:cubicBezTo>
                        <a:pt x="5323" y="18843"/>
                        <a:pt x="5803" y="18843"/>
                        <a:pt x="5803" y="18843"/>
                      </a:cubicBezTo>
                      <a:cubicBezTo>
                        <a:pt x="6763" y="17923"/>
                        <a:pt x="5803" y="17234"/>
                        <a:pt x="5803" y="16545"/>
                      </a:cubicBezTo>
                      <a:cubicBezTo>
                        <a:pt x="5323" y="16315"/>
                        <a:pt x="5323" y="16085"/>
                        <a:pt x="5323" y="15855"/>
                      </a:cubicBezTo>
                      <a:cubicBezTo>
                        <a:pt x="5323" y="15626"/>
                        <a:pt x="5323" y="15626"/>
                        <a:pt x="5803" y="15396"/>
                      </a:cubicBezTo>
                      <a:cubicBezTo>
                        <a:pt x="5803" y="15166"/>
                        <a:pt x="6283" y="14936"/>
                        <a:pt x="6283" y="14706"/>
                      </a:cubicBezTo>
                      <a:cubicBezTo>
                        <a:pt x="6763" y="14477"/>
                        <a:pt x="7243" y="14477"/>
                        <a:pt x="7723" y="14247"/>
                      </a:cubicBezTo>
                      <a:cubicBezTo>
                        <a:pt x="7723" y="14247"/>
                        <a:pt x="8203" y="14017"/>
                        <a:pt x="8203" y="14017"/>
                      </a:cubicBezTo>
                      <a:cubicBezTo>
                        <a:pt x="8203" y="14017"/>
                        <a:pt x="8203" y="14017"/>
                        <a:pt x="8683" y="13787"/>
                      </a:cubicBezTo>
                      <a:cubicBezTo>
                        <a:pt x="9163" y="13787"/>
                        <a:pt x="9643" y="13557"/>
                        <a:pt x="9643" y="13328"/>
                      </a:cubicBezTo>
                      <a:cubicBezTo>
                        <a:pt x="10603" y="13098"/>
                        <a:pt x="10123" y="12638"/>
                        <a:pt x="10123" y="12409"/>
                      </a:cubicBezTo>
                      <a:cubicBezTo>
                        <a:pt x="10603" y="12409"/>
                        <a:pt x="10603" y="12179"/>
                        <a:pt x="11083" y="11949"/>
                      </a:cubicBezTo>
                      <a:cubicBezTo>
                        <a:pt x="11083" y="11719"/>
                        <a:pt x="11083" y="11260"/>
                        <a:pt x="11083" y="11030"/>
                      </a:cubicBezTo>
                      <a:cubicBezTo>
                        <a:pt x="11083" y="10570"/>
                        <a:pt x="11083" y="10340"/>
                        <a:pt x="10603" y="10111"/>
                      </a:cubicBezTo>
                      <a:cubicBezTo>
                        <a:pt x="11083" y="10111"/>
                        <a:pt x="11563" y="9881"/>
                        <a:pt x="11563" y="9651"/>
                      </a:cubicBezTo>
                      <a:cubicBezTo>
                        <a:pt x="12043" y="9651"/>
                        <a:pt x="12043" y="9651"/>
                        <a:pt x="12043" y="9421"/>
                      </a:cubicBezTo>
                      <a:cubicBezTo>
                        <a:pt x="12043" y="9421"/>
                        <a:pt x="12043" y="9421"/>
                        <a:pt x="12043" y="9421"/>
                      </a:cubicBezTo>
                      <a:cubicBezTo>
                        <a:pt x="12523" y="9421"/>
                        <a:pt x="12523" y="9191"/>
                        <a:pt x="13003" y="896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78" name="Shape">
                  <a:extLst>
                    <a:ext uri="{FF2B5EF4-FFF2-40B4-BE49-F238E27FC236}">
                      <a16:creationId xmlns:a16="http://schemas.microsoft.com/office/drawing/2014/main" id="{667270C1-FF7A-4E9A-AD13-E8EDE5E09C58}"/>
                    </a:ext>
                  </a:extLst>
                </p:cNvPr>
                <p:cNvSpPr/>
                <p:nvPr/>
              </p:nvSpPr>
              <p:spPr>
                <a:xfrm>
                  <a:off x="6680060" y="4290949"/>
                  <a:ext cx="676233" cy="53018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9544"/>
                      </a:moveTo>
                      <a:cubicBezTo>
                        <a:pt x="21456" y="9377"/>
                        <a:pt x="21456" y="9042"/>
                        <a:pt x="21168" y="9042"/>
                      </a:cubicBezTo>
                      <a:cubicBezTo>
                        <a:pt x="21024" y="8874"/>
                        <a:pt x="20880" y="8874"/>
                        <a:pt x="20736" y="8874"/>
                      </a:cubicBezTo>
                      <a:cubicBezTo>
                        <a:pt x="20736" y="8874"/>
                        <a:pt x="20592" y="8874"/>
                        <a:pt x="20448" y="8874"/>
                      </a:cubicBezTo>
                      <a:cubicBezTo>
                        <a:pt x="20448" y="8874"/>
                        <a:pt x="20448" y="8874"/>
                        <a:pt x="20448" y="8874"/>
                      </a:cubicBezTo>
                      <a:cubicBezTo>
                        <a:pt x="20160" y="8874"/>
                        <a:pt x="20160" y="8874"/>
                        <a:pt x="20160" y="8874"/>
                      </a:cubicBezTo>
                      <a:cubicBezTo>
                        <a:pt x="20016" y="8874"/>
                        <a:pt x="19728" y="8874"/>
                        <a:pt x="19584" y="8874"/>
                      </a:cubicBezTo>
                      <a:cubicBezTo>
                        <a:pt x="19440" y="8874"/>
                        <a:pt x="19440" y="8874"/>
                        <a:pt x="19440" y="8874"/>
                      </a:cubicBezTo>
                      <a:cubicBezTo>
                        <a:pt x="19296" y="8874"/>
                        <a:pt x="19152" y="8874"/>
                        <a:pt x="19008" y="8707"/>
                      </a:cubicBezTo>
                      <a:cubicBezTo>
                        <a:pt x="19008" y="8540"/>
                        <a:pt x="18864" y="8540"/>
                        <a:pt x="18720" y="8372"/>
                      </a:cubicBezTo>
                      <a:cubicBezTo>
                        <a:pt x="18720" y="8205"/>
                        <a:pt x="18576" y="8205"/>
                        <a:pt x="18432" y="8037"/>
                      </a:cubicBezTo>
                      <a:cubicBezTo>
                        <a:pt x="18432" y="8037"/>
                        <a:pt x="18288" y="8037"/>
                        <a:pt x="18288" y="8037"/>
                      </a:cubicBezTo>
                      <a:cubicBezTo>
                        <a:pt x="18288" y="7870"/>
                        <a:pt x="18144" y="7870"/>
                        <a:pt x="18144" y="7702"/>
                      </a:cubicBezTo>
                      <a:cubicBezTo>
                        <a:pt x="18144" y="7535"/>
                        <a:pt x="18000" y="7367"/>
                        <a:pt x="17712" y="7033"/>
                      </a:cubicBezTo>
                      <a:cubicBezTo>
                        <a:pt x="17568" y="6865"/>
                        <a:pt x="17424" y="6865"/>
                        <a:pt x="17280" y="6698"/>
                      </a:cubicBezTo>
                      <a:cubicBezTo>
                        <a:pt x="16992" y="6530"/>
                        <a:pt x="16848" y="6363"/>
                        <a:pt x="16704" y="6195"/>
                      </a:cubicBezTo>
                      <a:cubicBezTo>
                        <a:pt x="16704" y="6195"/>
                        <a:pt x="16704" y="6028"/>
                        <a:pt x="16704" y="6028"/>
                      </a:cubicBezTo>
                      <a:cubicBezTo>
                        <a:pt x="16704" y="5693"/>
                        <a:pt x="16704" y="5526"/>
                        <a:pt x="16704" y="5191"/>
                      </a:cubicBezTo>
                      <a:cubicBezTo>
                        <a:pt x="16560" y="4856"/>
                        <a:pt x="16272" y="4521"/>
                        <a:pt x="15840" y="4521"/>
                      </a:cubicBezTo>
                      <a:cubicBezTo>
                        <a:pt x="15552" y="4521"/>
                        <a:pt x="15120" y="4688"/>
                        <a:pt x="14688" y="5023"/>
                      </a:cubicBezTo>
                      <a:cubicBezTo>
                        <a:pt x="14688" y="5023"/>
                        <a:pt x="14688" y="5023"/>
                        <a:pt x="14688" y="5023"/>
                      </a:cubicBezTo>
                      <a:cubicBezTo>
                        <a:pt x="14832" y="4856"/>
                        <a:pt x="14832" y="4856"/>
                        <a:pt x="14832" y="4856"/>
                      </a:cubicBezTo>
                      <a:cubicBezTo>
                        <a:pt x="15264" y="4019"/>
                        <a:pt x="15408" y="1842"/>
                        <a:pt x="14976" y="670"/>
                      </a:cubicBezTo>
                      <a:cubicBezTo>
                        <a:pt x="14688" y="167"/>
                        <a:pt x="14400" y="0"/>
                        <a:pt x="13824" y="0"/>
                      </a:cubicBezTo>
                      <a:cubicBezTo>
                        <a:pt x="12960" y="0"/>
                        <a:pt x="12384" y="1005"/>
                        <a:pt x="12096" y="1507"/>
                      </a:cubicBezTo>
                      <a:cubicBezTo>
                        <a:pt x="12096" y="1507"/>
                        <a:pt x="11952" y="1674"/>
                        <a:pt x="11952" y="1674"/>
                      </a:cubicBezTo>
                      <a:cubicBezTo>
                        <a:pt x="11952" y="1674"/>
                        <a:pt x="11952" y="1842"/>
                        <a:pt x="11952" y="1842"/>
                      </a:cubicBezTo>
                      <a:cubicBezTo>
                        <a:pt x="11808" y="1842"/>
                        <a:pt x="11808" y="1842"/>
                        <a:pt x="11808" y="1674"/>
                      </a:cubicBezTo>
                      <a:cubicBezTo>
                        <a:pt x="11664" y="1507"/>
                        <a:pt x="11520" y="1340"/>
                        <a:pt x="11376" y="1172"/>
                      </a:cubicBezTo>
                      <a:cubicBezTo>
                        <a:pt x="11088" y="1005"/>
                        <a:pt x="10800" y="837"/>
                        <a:pt x="10512" y="837"/>
                      </a:cubicBezTo>
                      <a:cubicBezTo>
                        <a:pt x="10368" y="837"/>
                        <a:pt x="10224" y="837"/>
                        <a:pt x="10224" y="837"/>
                      </a:cubicBezTo>
                      <a:cubicBezTo>
                        <a:pt x="10080" y="837"/>
                        <a:pt x="9936" y="1005"/>
                        <a:pt x="9936" y="1005"/>
                      </a:cubicBezTo>
                      <a:cubicBezTo>
                        <a:pt x="9792" y="1005"/>
                        <a:pt x="9792" y="1005"/>
                        <a:pt x="9792" y="1005"/>
                      </a:cubicBezTo>
                      <a:cubicBezTo>
                        <a:pt x="9792" y="1005"/>
                        <a:pt x="9792" y="1005"/>
                        <a:pt x="9792" y="1005"/>
                      </a:cubicBezTo>
                      <a:cubicBezTo>
                        <a:pt x="8784" y="1340"/>
                        <a:pt x="7920" y="2009"/>
                        <a:pt x="7344" y="2512"/>
                      </a:cubicBezTo>
                      <a:cubicBezTo>
                        <a:pt x="7200" y="2512"/>
                        <a:pt x="7056" y="2679"/>
                        <a:pt x="7056" y="2847"/>
                      </a:cubicBezTo>
                      <a:cubicBezTo>
                        <a:pt x="6912" y="2847"/>
                        <a:pt x="6912" y="2847"/>
                        <a:pt x="6912" y="2847"/>
                      </a:cubicBezTo>
                      <a:cubicBezTo>
                        <a:pt x="6624" y="3181"/>
                        <a:pt x="6480" y="3516"/>
                        <a:pt x="6192" y="3516"/>
                      </a:cubicBezTo>
                      <a:cubicBezTo>
                        <a:pt x="6048" y="3684"/>
                        <a:pt x="5904" y="3684"/>
                        <a:pt x="5760" y="3684"/>
                      </a:cubicBezTo>
                      <a:cubicBezTo>
                        <a:pt x="5616" y="3684"/>
                        <a:pt x="5472" y="3684"/>
                        <a:pt x="5472" y="3684"/>
                      </a:cubicBezTo>
                      <a:cubicBezTo>
                        <a:pt x="5328" y="3516"/>
                        <a:pt x="5184" y="3516"/>
                        <a:pt x="5040" y="3516"/>
                      </a:cubicBezTo>
                      <a:cubicBezTo>
                        <a:pt x="4896" y="3516"/>
                        <a:pt x="4896" y="3516"/>
                        <a:pt x="4752" y="3516"/>
                      </a:cubicBezTo>
                      <a:cubicBezTo>
                        <a:pt x="4320" y="3684"/>
                        <a:pt x="2304" y="4688"/>
                        <a:pt x="1872" y="5023"/>
                      </a:cubicBezTo>
                      <a:cubicBezTo>
                        <a:pt x="1872" y="5191"/>
                        <a:pt x="1872" y="5191"/>
                        <a:pt x="1872" y="5191"/>
                      </a:cubicBezTo>
                      <a:cubicBezTo>
                        <a:pt x="1872" y="5191"/>
                        <a:pt x="1872" y="5191"/>
                        <a:pt x="1872" y="5191"/>
                      </a:cubicBezTo>
                      <a:cubicBezTo>
                        <a:pt x="1728" y="5526"/>
                        <a:pt x="1728" y="6028"/>
                        <a:pt x="1872" y="6530"/>
                      </a:cubicBezTo>
                      <a:cubicBezTo>
                        <a:pt x="2016" y="7033"/>
                        <a:pt x="2160" y="7702"/>
                        <a:pt x="1728" y="8540"/>
                      </a:cubicBezTo>
                      <a:cubicBezTo>
                        <a:pt x="1584" y="8874"/>
                        <a:pt x="1296" y="9042"/>
                        <a:pt x="1152" y="9377"/>
                      </a:cubicBezTo>
                      <a:cubicBezTo>
                        <a:pt x="1008" y="9377"/>
                        <a:pt x="1008" y="9544"/>
                        <a:pt x="864" y="9712"/>
                      </a:cubicBezTo>
                      <a:cubicBezTo>
                        <a:pt x="0" y="10716"/>
                        <a:pt x="0" y="10716"/>
                        <a:pt x="0" y="10716"/>
                      </a:cubicBezTo>
                      <a:cubicBezTo>
                        <a:pt x="1296" y="10549"/>
                        <a:pt x="1296" y="10549"/>
                        <a:pt x="1296" y="10549"/>
                      </a:cubicBezTo>
                      <a:cubicBezTo>
                        <a:pt x="1584" y="10381"/>
                        <a:pt x="1872" y="10214"/>
                        <a:pt x="2160" y="10047"/>
                      </a:cubicBezTo>
                      <a:cubicBezTo>
                        <a:pt x="2448" y="9879"/>
                        <a:pt x="2592" y="9879"/>
                        <a:pt x="2880" y="9712"/>
                      </a:cubicBezTo>
                      <a:cubicBezTo>
                        <a:pt x="2880" y="9712"/>
                        <a:pt x="3024" y="9712"/>
                        <a:pt x="3024" y="9712"/>
                      </a:cubicBezTo>
                      <a:cubicBezTo>
                        <a:pt x="3456" y="9712"/>
                        <a:pt x="3744" y="9879"/>
                        <a:pt x="4176" y="10214"/>
                      </a:cubicBezTo>
                      <a:cubicBezTo>
                        <a:pt x="5184" y="11219"/>
                        <a:pt x="5904" y="12558"/>
                        <a:pt x="6192" y="13563"/>
                      </a:cubicBezTo>
                      <a:cubicBezTo>
                        <a:pt x="6336" y="13730"/>
                        <a:pt x="6480" y="14065"/>
                        <a:pt x="6480" y="14233"/>
                      </a:cubicBezTo>
                      <a:cubicBezTo>
                        <a:pt x="6624" y="14567"/>
                        <a:pt x="6912" y="14902"/>
                        <a:pt x="6912" y="15237"/>
                      </a:cubicBezTo>
                      <a:cubicBezTo>
                        <a:pt x="6912" y="15405"/>
                        <a:pt x="6912" y="15572"/>
                        <a:pt x="6912" y="15740"/>
                      </a:cubicBezTo>
                      <a:cubicBezTo>
                        <a:pt x="7056" y="16074"/>
                        <a:pt x="7056" y="16242"/>
                        <a:pt x="7056" y="16577"/>
                      </a:cubicBezTo>
                      <a:cubicBezTo>
                        <a:pt x="7200" y="17079"/>
                        <a:pt x="7488" y="17916"/>
                        <a:pt x="7920" y="18419"/>
                      </a:cubicBezTo>
                      <a:cubicBezTo>
                        <a:pt x="8208" y="18586"/>
                        <a:pt x="8352" y="18586"/>
                        <a:pt x="8640" y="18586"/>
                      </a:cubicBezTo>
                      <a:cubicBezTo>
                        <a:pt x="8784" y="18586"/>
                        <a:pt x="8784" y="18586"/>
                        <a:pt x="8928" y="18586"/>
                      </a:cubicBezTo>
                      <a:cubicBezTo>
                        <a:pt x="9072" y="18586"/>
                        <a:pt x="9216" y="18586"/>
                        <a:pt x="9216" y="18586"/>
                      </a:cubicBezTo>
                      <a:cubicBezTo>
                        <a:pt x="9360" y="18586"/>
                        <a:pt x="9360" y="18586"/>
                        <a:pt x="9360" y="18586"/>
                      </a:cubicBezTo>
                      <a:cubicBezTo>
                        <a:pt x="9360" y="18586"/>
                        <a:pt x="9504" y="18586"/>
                        <a:pt x="9360" y="18921"/>
                      </a:cubicBezTo>
                      <a:cubicBezTo>
                        <a:pt x="9360" y="19256"/>
                        <a:pt x="9504" y="19591"/>
                        <a:pt x="9504" y="19926"/>
                      </a:cubicBezTo>
                      <a:cubicBezTo>
                        <a:pt x="9648" y="20428"/>
                        <a:pt x="9792" y="21433"/>
                        <a:pt x="10656" y="21600"/>
                      </a:cubicBezTo>
                      <a:cubicBezTo>
                        <a:pt x="10800" y="21600"/>
                        <a:pt x="10800" y="21600"/>
                        <a:pt x="10944" y="21600"/>
                      </a:cubicBezTo>
                      <a:cubicBezTo>
                        <a:pt x="11376" y="21600"/>
                        <a:pt x="11664" y="21433"/>
                        <a:pt x="11952" y="21098"/>
                      </a:cubicBezTo>
                      <a:cubicBezTo>
                        <a:pt x="12096" y="21098"/>
                        <a:pt x="12240" y="21098"/>
                        <a:pt x="12240" y="20930"/>
                      </a:cubicBezTo>
                      <a:cubicBezTo>
                        <a:pt x="12384" y="20930"/>
                        <a:pt x="12528" y="20763"/>
                        <a:pt x="12672" y="20763"/>
                      </a:cubicBezTo>
                      <a:cubicBezTo>
                        <a:pt x="12960" y="20763"/>
                        <a:pt x="12960" y="20763"/>
                        <a:pt x="12960" y="20763"/>
                      </a:cubicBezTo>
                      <a:cubicBezTo>
                        <a:pt x="12960" y="20763"/>
                        <a:pt x="13104" y="20763"/>
                        <a:pt x="13248" y="20763"/>
                      </a:cubicBezTo>
                      <a:cubicBezTo>
                        <a:pt x="13248" y="20763"/>
                        <a:pt x="13392" y="20763"/>
                        <a:pt x="13392" y="20763"/>
                      </a:cubicBezTo>
                      <a:cubicBezTo>
                        <a:pt x="13536" y="20763"/>
                        <a:pt x="13824" y="20763"/>
                        <a:pt x="13968" y="20428"/>
                      </a:cubicBezTo>
                      <a:cubicBezTo>
                        <a:pt x="14112" y="20428"/>
                        <a:pt x="14256" y="20260"/>
                        <a:pt x="14256" y="20260"/>
                      </a:cubicBezTo>
                      <a:cubicBezTo>
                        <a:pt x="14400" y="20093"/>
                        <a:pt x="14400" y="20093"/>
                        <a:pt x="14544" y="19926"/>
                      </a:cubicBezTo>
                      <a:cubicBezTo>
                        <a:pt x="15552" y="19088"/>
                        <a:pt x="16560" y="18084"/>
                        <a:pt x="17568" y="16744"/>
                      </a:cubicBezTo>
                      <a:cubicBezTo>
                        <a:pt x="17856" y="16409"/>
                        <a:pt x="17856" y="16409"/>
                        <a:pt x="17856" y="16409"/>
                      </a:cubicBezTo>
                      <a:cubicBezTo>
                        <a:pt x="18000" y="16242"/>
                        <a:pt x="18288" y="15907"/>
                        <a:pt x="18432" y="15740"/>
                      </a:cubicBezTo>
                      <a:cubicBezTo>
                        <a:pt x="18576" y="15572"/>
                        <a:pt x="18576" y="15572"/>
                        <a:pt x="18576" y="15572"/>
                      </a:cubicBezTo>
                      <a:cubicBezTo>
                        <a:pt x="18720" y="15572"/>
                        <a:pt x="18864" y="15237"/>
                        <a:pt x="18864" y="15237"/>
                      </a:cubicBezTo>
                      <a:cubicBezTo>
                        <a:pt x="19008" y="15237"/>
                        <a:pt x="19008" y="15405"/>
                        <a:pt x="19152" y="15405"/>
                      </a:cubicBezTo>
                      <a:cubicBezTo>
                        <a:pt x="19296" y="15740"/>
                        <a:pt x="19440" y="15907"/>
                        <a:pt x="19872" y="16074"/>
                      </a:cubicBezTo>
                      <a:cubicBezTo>
                        <a:pt x="20736" y="16074"/>
                        <a:pt x="20736" y="16074"/>
                        <a:pt x="20736" y="16074"/>
                      </a:cubicBezTo>
                      <a:cubicBezTo>
                        <a:pt x="20304" y="15237"/>
                        <a:pt x="20304" y="15237"/>
                        <a:pt x="20304" y="15237"/>
                      </a:cubicBezTo>
                      <a:cubicBezTo>
                        <a:pt x="20448" y="14567"/>
                        <a:pt x="20736" y="13730"/>
                        <a:pt x="20736" y="13060"/>
                      </a:cubicBezTo>
                      <a:cubicBezTo>
                        <a:pt x="21024" y="12056"/>
                        <a:pt x="21312" y="11051"/>
                        <a:pt x="21600" y="10047"/>
                      </a:cubicBezTo>
                      <a:cubicBezTo>
                        <a:pt x="21600" y="9879"/>
                        <a:pt x="21600" y="9879"/>
                        <a:pt x="21600" y="9879"/>
                      </a:cubicBezTo>
                      <a:lnTo>
                        <a:pt x="21600" y="9544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79" name="Shape">
                  <a:extLst>
                    <a:ext uri="{FF2B5EF4-FFF2-40B4-BE49-F238E27FC236}">
                      <a16:creationId xmlns:a16="http://schemas.microsoft.com/office/drawing/2014/main" id="{A5D8633F-2660-4420-9371-B850CA50C602}"/>
                    </a:ext>
                  </a:extLst>
                </p:cNvPr>
                <p:cNvSpPr/>
                <p:nvPr/>
              </p:nvSpPr>
              <p:spPr>
                <a:xfrm>
                  <a:off x="7201218" y="4456343"/>
                  <a:ext cx="544172" cy="5410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56" h="21600" extrusionOk="0">
                      <a:moveTo>
                        <a:pt x="20454" y="1473"/>
                      </a:moveTo>
                      <a:cubicBezTo>
                        <a:pt x="20278" y="1309"/>
                        <a:pt x="20102" y="1309"/>
                        <a:pt x="20102" y="1309"/>
                      </a:cubicBezTo>
                      <a:cubicBezTo>
                        <a:pt x="19927" y="1145"/>
                        <a:pt x="19927" y="982"/>
                        <a:pt x="19927" y="818"/>
                      </a:cubicBezTo>
                      <a:cubicBezTo>
                        <a:pt x="19751" y="491"/>
                        <a:pt x="19576" y="0"/>
                        <a:pt x="18873" y="0"/>
                      </a:cubicBezTo>
                      <a:cubicBezTo>
                        <a:pt x="18697" y="0"/>
                        <a:pt x="18697" y="0"/>
                        <a:pt x="18522" y="0"/>
                      </a:cubicBezTo>
                      <a:cubicBezTo>
                        <a:pt x="17995" y="0"/>
                        <a:pt x="17819" y="327"/>
                        <a:pt x="17468" y="491"/>
                      </a:cubicBezTo>
                      <a:cubicBezTo>
                        <a:pt x="17117" y="655"/>
                        <a:pt x="16941" y="818"/>
                        <a:pt x="16590" y="818"/>
                      </a:cubicBezTo>
                      <a:cubicBezTo>
                        <a:pt x="16590" y="818"/>
                        <a:pt x="16415" y="818"/>
                        <a:pt x="16415" y="818"/>
                      </a:cubicBezTo>
                      <a:cubicBezTo>
                        <a:pt x="16063" y="655"/>
                        <a:pt x="16063" y="655"/>
                        <a:pt x="16063" y="655"/>
                      </a:cubicBezTo>
                      <a:cubicBezTo>
                        <a:pt x="15888" y="655"/>
                        <a:pt x="15712" y="655"/>
                        <a:pt x="15536" y="655"/>
                      </a:cubicBezTo>
                      <a:cubicBezTo>
                        <a:pt x="15010" y="655"/>
                        <a:pt x="14483" y="818"/>
                        <a:pt x="14132" y="1309"/>
                      </a:cubicBezTo>
                      <a:cubicBezTo>
                        <a:pt x="13605" y="1800"/>
                        <a:pt x="13605" y="1800"/>
                        <a:pt x="13429" y="1800"/>
                      </a:cubicBezTo>
                      <a:cubicBezTo>
                        <a:pt x="13254" y="1800"/>
                        <a:pt x="13078" y="1800"/>
                        <a:pt x="12902" y="1636"/>
                      </a:cubicBezTo>
                      <a:cubicBezTo>
                        <a:pt x="12551" y="1636"/>
                        <a:pt x="12376" y="1636"/>
                        <a:pt x="12200" y="1636"/>
                      </a:cubicBezTo>
                      <a:cubicBezTo>
                        <a:pt x="11673" y="1636"/>
                        <a:pt x="11322" y="1636"/>
                        <a:pt x="11146" y="1964"/>
                      </a:cubicBezTo>
                      <a:cubicBezTo>
                        <a:pt x="10971" y="2127"/>
                        <a:pt x="10795" y="2291"/>
                        <a:pt x="10795" y="2291"/>
                      </a:cubicBezTo>
                      <a:cubicBezTo>
                        <a:pt x="10795" y="2455"/>
                        <a:pt x="10795" y="2455"/>
                        <a:pt x="10619" y="2455"/>
                      </a:cubicBezTo>
                      <a:cubicBezTo>
                        <a:pt x="10619" y="2618"/>
                        <a:pt x="10444" y="2782"/>
                        <a:pt x="10268" y="2782"/>
                      </a:cubicBezTo>
                      <a:cubicBezTo>
                        <a:pt x="10093" y="2782"/>
                        <a:pt x="10093" y="2782"/>
                        <a:pt x="10093" y="2782"/>
                      </a:cubicBezTo>
                      <a:cubicBezTo>
                        <a:pt x="9917" y="2782"/>
                        <a:pt x="9917" y="2782"/>
                        <a:pt x="9917" y="2782"/>
                      </a:cubicBezTo>
                      <a:cubicBezTo>
                        <a:pt x="9741" y="2782"/>
                        <a:pt x="9566" y="2782"/>
                        <a:pt x="9566" y="2945"/>
                      </a:cubicBezTo>
                      <a:cubicBezTo>
                        <a:pt x="9390" y="2945"/>
                        <a:pt x="9215" y="2945"/>
                        <a:pt x="9039" y="2945"/>
                      </a:cubicBezTo>
                      <a:cubicBezTo>
                        <a:pt x="8863" y="3109"/>
                        <a:pt x="8688" y="3109"/>
                        <a:pt x="8688" y="3109"/>
                      </a:cubicBezTo>
                      <a:cubicBezTo>
                        <a:pt x="8336" y="3109"/>
                        <a:pt x="7985" y="3109"/>
                        <a:pt x="7810" y="3109"/>
                      </a:cubicBezTo>
                      <a:cubicBezTo>
                        <a:pt x="7458" y="3109"/>
                        <a:pt x="7107" y="3109"/>
                        <a:pt x="6932" y="3109"/>
                      </a:cubicBezTo>
                      <a:cubicBezTo>
                        <a:pt x="6756" y="3109"/>
                        <a:pt x="6580" y="3109"/>
                        <a:pt x="6580" y="3109"/>
                      </a:cubicBezTo>
                      <a:cubicBezTo>
                        <a:pt x="6229" y="3109"/>
                        <a:pt x="6229" y="3109"/>
                        <a:pt x="6229" y="3109"/>
                      </a:cubicBezTo>
                      <a:cubicBezTo>
                        <a:pt x="6054" y="3436"/>
                        <a:pt x="6054" y="3436"/>
                        <a:pt x="6054" y="3436"/>
                      </a:cubicBezTo>
                      <a:cubicBezTo>
                        <a:pt x="5527" y="4418"/>
                        <a:pt x="5351" y="5400"/>
                        <a:pt x="5176" y="6218"/>
                      </a:cubicBezTo>
                      <a:cubicBezTo>
                        <a:pt x="5000" y="6709"/>
                        <a:pt x="4824" y="7200"/>
                        <a:pt x="4649" y="7691"/>
                      </a:cubicBezTo>
                      <a:cubicBezTo>
                        <a:pt x="4297" y="8836"/>
                        <a:pt x="4297" y="8836"/>
                        <a:pt x="4297" y="8836"/>
                      </a:cubicBezTo>
                      <a:cubicBezTo>
                        <a:pt x="5527" y="8182"/>
                        <a:pt x="5527" y="8182"/>
                        <a:pt x="5527" y="8182"/>
                      </a:cubicBezTo>
                      <a:cubicBezTo>
                        <a:pt x="5702" y="8018"/>
                        <a:pt x="6054" y="8018"/>
                        <a:pt x="6229" y="8018"/>
                      </a:cubicBezTo>
                      <a:cubicBezTo>
                        <a:pt x="6580" y="7855"/>
                        <a:pt x="6756" y="7855"/>
                        <a:pt x="7107" y="7855"/>
                      </a:cubicBezTo>
                      <a:cubicBezTo>
                        <a:pt x="7283" y="7691"/>
                        <a:pt x="7283" y="7691"/>
                        <a:pt x="7458" y="7527"/>
                      </a:cubicBezTo>
                      <a:cubicBezTo>
                        <a:pt x="7458" y="7691"/>
                        <a:pt x="7283" y="7855"/>
                        <a:pt x="7283" y="8018"/>
                      </a:cubicBezTo>
                      <a:cubicBezTo>
                        <a:pt x="7107" y="8182"/>
                        <a:pt x="7107" y="8345"/>
                        <a:pt x="6932" y="8509"/>
                      </a:cubicBezTo>
                      <a:cubicBezTo>
                        <a:pt x="6932" y="8509"/>
                        <a:pt x="6756" y="8509"/>
                        <a:pt x="6580" y="8345"/>
                      </a:cubicBezTo>
                      <a:cubicBezTo>
                        <a:pt x="6405" y="8345"/>
                        <a:pt x="6054" y="8182"/>
                        <a:pt x="5878" y="8182"/>
                      </a:cubicBezTo>
                      <a:cubicBezTo>
                        <a:pt x="5702" y="8182"/>
                        <a:pt x="5702" y="8182"/>
                        <a:pt x="5702" y="8182"/>
                      </a:cubicBezTo>
                      <a:cubicBezTo>
                        <a:pt x="4824" y="8345"/>
                        <a:pt x="4473" y="9000"/>
                        <a:pt x="4122" y="9327"/>
                      </a:cubicBezTo>
                      <a:cubicBezTo>
                        <a:pt x="3946" y="9491"/>
                        <a:pt x="3946" y="9655"/>
                        <a:pt x="3771" y="9655"/>
                      </a:cubicBezTo>
                      <a:cubicBezTo>
                        <a:pt x="3595" y="9818"/>
                        <a:pt x="3419" y="10145"/>
                        <a:pt x="3244" y="10309"/>
                      </a:cubicBezTo>
                      <a:cubicBezTo>
                        <a:pt x="1663" y="12109"/>
                        <a:pt x="-444" y="14400"/>
                        <a:pt x="83" y="16855"/>
                      </a:cubicBezTo>
                      <a:cubicBezTo>
                        <a:pt x="258" y="17509"/>
                        <a:pt x="610" y="18164"/>
                        <a:pt x="1136" y="18982"/>
                      </a:cubicBezTo>
                      <a:cubicBezTo>
                        <a:pt x="1312" y="19145"/>
                        <a:pt x="1488" y="19309"/>
                        <a:pt x="1663" y="19473"/>
                      </a:cubicBezTo>
                      <a:cubicBezTo>
                        <a:pt x="1663" y="19636"/>
                        <a:pt x="1839" y="19636"/>
                        <a:pt x="1839" y="19800"/>
                      </a:cubicBezTo>
                      <a:cubicBezTo>
                        <a:pt x="1839" y="19800"/>
                        <a:pt x="2015" y="19800"/>
                        <a:pt x="2015" y="19964"/>
                      </a:cubicBezTo>
                      <a:cubicBezTo>
                        <a:pt x="2015" y="20127"/>
                        <a:pt x="2015" y="20291"/>
                        <a:pt x="2190" y="20455"/>
                      </a:cubicBezTo>
                      <a:cubicBezTo>
                        <a:pt x="2541" y="20945"/>
                        <a:pt x="3244" y="21273"/>
                        <a:pt x="3595" y="21436"/>
                      </a:cubicBezTo>
                      <a:cubicBezTo>
                        <a:pt x="3946" y="21600"/>
                        <a:pt x="4122" y="21600"/>
                        <a:pt x="4473" y="21600"/>
                      </a:cubicBezTo>
                      <a:cubicBezTo>
                        <a:pt x="5000" y="21600"/>
                        <a:pt x="5527" y="21436"/>
                        <a:pt x="5878" y="20945"/>
                      </a:cubicBezTo>
                      <a:cubicBezTo>
                        <a:pt x="6054" y="20782"/>
                        <a:pt x="6229" y="20618"/>
                        <a:pt x="6405" y="20455"/>
                      </a:cubicBezTo>
                      <a:cubicBezTo>
                        <a:pt x="6405" y="20291"/>
                        <a:pt x="6405" y="20127"/>
                        <a:pt x="6580" y="20127"/>
                      </a:cubicBezTo>
                      <a:cubicBezTo>
                        <a:pt x="6580" y="19964"/>
                        <a:pt x="6756" y="19964"/>
                        <a:pt x="6756" y="19800"/>
                      </a:cubicBezTo>
                      <a:cubicBezTo>
                        <a:pt x="6932" y="19636"/>
                        <a:pt x="7107" y="19473"/>
                        <a:pt x="7107" y="19309"/>
                      </a:cubicBezTo>
                      <a:cubicBezTo>
                        <a:pt x="7458" y="18818"/>
                        <a:pt x="7810" y="18164"/>
                        <a:pt x="8161" y="17345"/>
                      </a:cubicBezTo>
                      <a:cubicBezTo>
                        <a:pt x="8161" y="17182"/>
                        <a:pt x="8161" y="17182"/>
                        <a:pt x="8161" y="17018"/>
                      </a:cubicBezTo>
                      <a:cubicBezTo>
                        <a:pt x="8336" y="16691"/>
                        <a:pt x="8336" y="16364"/>
                        <a:pt x="8512" y="16036"/>
                      </a:cubicBezTo>
                      <a:cubicBezTo>
                        <a:pt x="8688" y="15873"/>
                        <a:pt x="8688" y="15873"/>
                        <a:pt x="8688" y="15709"/>
                      </a:cubicBezTo>
                      <a:cubicBezTo>
                        <a:pt x="9039" y="15382"/>
                        <a:pt x="9215" y="14891"/>
                        <a:pt x="9215" y="14400"/>
                      </a:cubicBezTo>
                      <a:cubicBezTo>
                        <a:pt x="9215" y="14073"/>
                        <a:pt x="9215" y="13745"/>
                        <a:pt x="9215" y="13582"/>
                      </a:cubicBezTo>
                      <a:cubicBezTo>
                        <a:pt x="9039" y="13418"/>
                        <a:pt x="9039" y="13418"/>
                        <a:pt x="9039" y="13255"/>
                      </a:cubicBezTo>
                      <a:cubicBezTo>
                        <a:pt x="9039" y="12600"/>
                        <a:pt x="9039" y="12273"/>
                        <a:pt x="9390" y="12109"/>
                      </a:cubicBezTo>
                      <a:cubicBezTo>
                        <a:pt x="10093" y="11782"/>
                        <a:pt x="10619" y="11455"/>
                        <a:pt x="11146" y="11127"/>
                      </a:cubicBezTo>
                      <a:cubicBezTo>
                        <a:pt x="11673" y="10964"/>
                        <a:pt x="11673" y="10964"/>
                        <a:pt x="11673" y="10964"/>
                      </a:cubicBezTo>
                      <a:cubicBezTo>
                        <a:pt x="11849" y="10800"/>
                        <a:pt x="12024" y="10800"/>
                        <a:pt x="12200" y="10636"/>
                      </a:cubicBezTo>
                      <a:cubicBezTo>
                        <a:pt x="12551" y="10636"/>
                        <a:pt x="12727" y="10636"/>
                        <a:pt x="12902" y="10473"/>
                      </a:cubicBezTo>
                      <a:cubicBezTo>
                        <a:pt x="13429" y="10309"/>
                        <a:pt x="13956" y="9818"/>
                        <a:pt x="14307" y="9491"/>
                      </a:cubicBezTo>
                      <a:cubicBezTo>
                        <a:pt x="14483" y="9164"/>
                        <a:pt x="14834" y="9000"/>
                        <a:pt x="15010" y="8836"/>
                      </a:cubicBezTo>
                      <a:cubicBezTo>
                        <a:pt x="15712" y="8345"/>
                        <a:pt x="16063" y="7855"/>
                        <a:pt x="16590" y="7200"/>
                      </a:cubicBezTo>
                      <a:cubicBezTo>
                        <a:pt x="16766" y="7036"/>
                        <a:pt x="16941" y="6873"/>
                        <a:pt x="17117" y="6709"/>
                      </a:cubicBezTo>
                      <a:cubicBezTo>
                        <a:pt x="17819" y="5891"/>
                        <a:pt x="18522" y="5073"/>
                        <a:pt x="19400" y="4418"/>
                      </a:cubicBezTo>
                      <a:cubicBezTo>
                        <a:pt x="19400" y="4418"/>
                        <a:pt x="19576" y="4255"/>
                        <a:pt x="19576" y="4255"/>
                      </a:cubicBezTo>
                      <a:cubicBezTo>
                        <a:pt x="20454" y="3436"/>
                        <a:pt x="21156" y="2945"/>
                        <a:pt x="21156" y="2291"/>
                      </a:cubicBezTo>
                      <a:cubicBezTo>
                        <a:pt x="21156" y="1800"/>
                        <a:pt x="20629" y="1636"/>
                        <a:pt x="20454" y="147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80" name="Shape">
                  <a:extLst>
                    <a:ext uri="{FF2B5EF4-FFF2-40B4-BE49-F238E27FC236}">
                      <a16:creationId xmlns:a16="http://schemas.microsoft.com/office/drawing/2014/main" id="{7D7A5698-4F88-4B9B-A342-9712C330E1B7}"/>
                    </a:ext>
                  </a:extLst>
                </p:cNvPr>
                <p:cNvSpPr/>
                <p:nvPr/>
              </p:nvSpPr>
              <p:spPr>
                <a:xfrm>
                  <a:off x="7465037" y="4164199"/>
                  <a:ext cx="64668" cy="10665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52" h="21600" extrusionOk="0">
                      <a:moveTo>
                        <a:pt x="20160" y="1662"/>
                      </a:moveTo>
                      <a:cubicBezTo>
                        <a:pt x="20160" y="1662"/>
                        <a:pt x="18720" y="0"/>
                        <a:pt x="14400" y="0"/>
                      </a:cubicBezTo>
                      <a:cubicBezTo>
                        <a:pt x="12960" y="0"/>
                        <a:pt x="12960" y="0"/>
                        <a:pt x="12960" y="0"/>
                      </a:cubicBezTo>
                      <a:cubicBezTo>
                        <a:pt x="4320" y="831"/>
                        <a:pt x="0" y="12462"/>
                        <a:pt x="0" y="16615"/>
                      </a:cubicBezTo>
                      <a:cubicBezTo>
                        <a:pt x="1440" y="21600"/>
                        <a:pt x="5760" y="21600"/>
                        <a:pt x="7200" y="21600"/>
                      </a:cubicBezTo>
                      <a:cubicBezTo>
                        <a:pt x="8640" y="21600"/>
                        <a:pt x="8640" y="21600"/>
                        <a:pt x="8640" y="21600"/>
                      </a:cubicBezTo>
                      <a:cubicBezTo>
                        <a:pt x="8640" y="21600"/>
                        <a:pt x="8640" y="21600"/>
                        <a:pt x="8640" y="21600"/>
                      </a:cubicBezTo>
                      <a:cubicBezTo>
                        <a:pt x="14400" y="21600"/>
                        <a:pt x="14400" y="18277"/>
                        <a:pt x="12960" y="16615"/>
                      </a:cubicBezTo>
                      <a:cubicBezTo>
                        <a:pt x="12960" y="16615"/>
                        <a:pt x="12960" y="16615"/>
                        <a:pt x="12960" y="16615"/>
                      </a:cubicBezTo>
                      <a:cubicBezTo>
                        <a:pt x="14400" y="13292"/>
                        <a:pt x="14400" y="11631"/>
                        <a:pt x="17280" y="9138"/>
                      </a:cubicBezTo>
                      <a:cubicBezTo>
                        <a:pt x="17280" y="9138"/>
                        <a:pt x="17280" y="9138"/>
                        <a:pt x="17280" y="8308"/>
                      </a:cubicBezTo>
                      <a:cubicBezTo>
                        <a:pt x="18720" y="6646"/>
                        <a:pt x="21600" y="4154"/>
                        <a:pt x="20160" y="166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81" name="Shape">
                  <a:extLst>
                    <a:ext uri="{FF2B5EF4-FFF2-40B4-BE49-F238E27FC236}">
                      <a16:creationId xmlns:a16="http://schemas.microsoft.com/office/drawing/2014/main" id="{306B2F35-8AA5-46F9-A153-3959F0398B26}"/>
                    </a:ext>
                  </a:extLst>
                </p:cNvPr>
                <p:cNvSpPr/>
                <p:nvPr/>
              </p:nvSpPr>
              <p:spPr>
                <a:xfrm>
                  <a:off x="7680821" y="3306319"/>
                  <a:ext cx="824459" cy="7790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34" h="21600" extrusionOk="0">
                      <a:moveTo>
                        <a:pt x="21248" y="14552"/>
                      </a:moveTo>
                      <a:cubicBezTo>
                        <a:pt x="21248" y="14438"/>
                        <a:pt x="21130" y="14324"/>
                        <a:pt x="21130" y="14324"/>
                      </a:cubicBezTo>
                      <a:cubicBezTo>
                        <a:pt x="20778" y="13528"/>
                        <a:pt x="20778" y="12960"/>
                        <a:pt x="20778" y="12051"/>
                      </a:cubicBezTo>
                      <a:cubicBezTo>
                        <a:pt x="20778" y="11823"/>
                        <a:pt x="20778" y="11823"/>
                        <a:pt x="20778" y="11823"/>
                      </a:cubicBezTo>
                      <a:cubicBezTo>
                        <a:pt x="20896" y="11482"/>
                        <a:pt x="20896" y="11141"/>
                        <a:pt x="20896" y="10914"/>
                      </a:cubicBezTo>
                      <a:cubicBezTo>
                        <a:pt x="20896" y="10800"/>
                        <a:pt x="20778" y="10459"/>
                        <a:pt x="20191" y="10459"/>
                      </a:cubicBezTo>
                      <a:cubicBezTo>
                        <a:pt x="20191" y="10459"/>
                        <a:pt x="19722" y="10459"/>
                        <a:pt x="19604" y="10686"/>
                      </a:cubicBezTo>
                      <a:cubicBezTo>
                        <a:pt x="19370" y="10800"/>
                        <a:pt x="19370" y="11141"/>
                        <a:pt x="19370" y="11368"/>
                      </a:cubicBezTo>
                      <a:cubicBezTo>
                        <a:pt x="19370" y="11368"/>
                        <a:pt x="19370" y="11368"/>
                        <a:pt x="19252" y="11482"/>
                      </a:cubicBezTo>
                      <a:cubicBezTo>
                        <a:pt x="19252" y="11596"/>
                        <a:pt x="19252" y="11596"/>
                        <a:pt x="19252" y="11596"/>
                      </a:cubicBezTo>
                      <a:cubicBezTo>
                        <a:pt x="19252" y="12051"/>
                        <a:pt x="19135" y="12164"/>
                        <a:pt x="19017" y="12164"/>
                      </a:cubicBezTo>
                      <a:cubicBezTo>
                        <a:pt x="18900" y="12164"/>
                        <a:pt x="18900" y="12164"/>
                        <a:pt x="18900" y="12164"/>
                      </a:cubicBezTo>
                      <a:cubicBezTo>
                        <a:pt x="18665" y="11937"/>
                        <a:pt x="18665" y="11255"/>
                        <a:pt x="18665" y="11027"/>
                      </a:cubicBezTo>
                      <a:cubicBezTo>
                        <a:pt x="18665" y="10345"/>
                        <a:pt x="18665" y="10345"/>
                        <a:pt x="18665" y="10345"/>
                      </a:cubicBezTo>
                      <a:cubicBezTo>
                        <a:pt x="18665" y="10345"/>
                        <a:pt x="18665" y="10232"/>
                        <a:pt x="18665" y="10232"/>
                      </a:cubicBezTo>
                      <a:cubicBezTo>
                        <a:pt x="18783" y="9891"/>
                        <a:pt x="18783" y="9436"/>
                        <a:pt x="18430" y="9208"/>
                      </a:cubicBezTo>
                      <a:cubicBezTo>
                        <a:pt x="18313" y="9208"/>
                        <a:pt x="18196" y="9095"/>
                        <a:pt x="18078" y="9095"/>
                      </a:cubicBezTo>
                      <a:cubicBezTo>
                        <a:pt x="17843" y="9095"/>
                        <a:pt x="17609" y="9208"/>
                        <a:pt x="17491" y="9322"/>
                      </a:cubicBezTo>
                      <a:cubicBezTo>
                        <a:pt x="17257" y="9436"/>
                        <a:pt x="17257" y="9777"/>
                        <a:pt x="17139" y="9891"/>
                      </a:cubicBezTo>
                      <a:cubicBezTo>
                        <a:pt x="17139" y="10004"/>
                        <a:pt x="17139" y="10118"/>
                        <a:pt x="17139" y="10118"/>
                      </a:cubicBezTo>
                      <a:cubicBezTo>
                        <a:pt x="17139" y="10232"/>
                        <a:pt x="17139" y="10232"/>
                        <a:pt x="17139" y="10232"/>
                      </a:cubicBezTo>
                      <a:cubicBezTo>
                        <a:pt x="17139" y="10232"/>
                        <a:pt x="17022" y="10232"/>
                        <a:pt x="17022" y="10345"/>
                      </a:cubicBezTo>
                      <a:cubicBezTo>
                        <a:pt x="17022" y="10345"/>
                        <a:pt x="16904" y="10459"/>
                        <a:pt x="16904" y="10573"/>
                      </a:cubicBezTo>
                      <a:cubicBezTo>
                        <a:pt x="16787" y="10686"/>
                        <a:pt x="16787" y="10914"/>
                        <a:pt x="16787" y="11027"/>
                      </a:cubicBezTo>
                      <a:cubicBezTo>
                        <a:pt x="16787" y="11368"/>
                        <a:pt x="16904" y="11596"/>
                        <a:pt x="17022" y="11937"/>
                      </a:cubicBezTo>
                      <a:cubicBezTo>
                        <a:pt x="17022" y="11823"/>
                        <a:pt x="17022" y="11823"/>
                        <a:pt x="16904" y="11823"/>
                      </a:cubicBezTo>
                      <a:cubicBezTo>
                        <a:pt x="16787" y="11596"/>
                        <a:pt x="16670" y="11368"/>
                        <a:pt x="16552" y="11141"/>
                      </a:cubicBezTo>
                      <a:cubicBezTo>
                        <a:pt x="16552" y="11141"/>
                        <a:pt x="16552" y="11141"/>
                        <a:pt x="16552" y="11027"/>
                      </a:cubicBezTo>
                      <a:cubicBezTo>
                        <a:pt x="16552" y="11027"/>
                        <a:pt x="16552" y="10914"/>
                        <a:pt x="16552" y="10914"/>
                      </a:cubicBezTo>
                      <a:cubicBezTo>
                        <a:pt x="16552" y="10800"/>
                        <a:pt x="16552" y="10686"/>
                        <a:pt x="16552" y="10686"/>
                      </a:cubicBezTo>
                      <a:cubicBezTo>
                        <a:pt x="16552" y="10573"/>
                        <a:pt x="16435" y="10573"/>
                        <a:pt x="16435" y="10459"/>
                      </a:cubicBezTo>
                      <a:cubicBezTo>
                        <a:pt x="16435" y="10232"/>
                        <a:pt x="16552" y="9891"/>
                        <a:pt x="16670" y="9549"/>
                      </a:cubicBezTo>
                      <a:cubicBezTo>
                        <a:pt x="16787" y="9436"/>
                        <a:pt x="16787" y="9436"/>
                        <a:pt x="16787" y="9436"/>
                      </a:cubicBezTo>
                      <a:cubicBezTo>
                        <a:pt x="17022" y="8754"/>
                        <a:pt x="17257" y="8185"/>
                        <a:pt x="17022" y="7731"/>
                      </a:cubicBezTo>
                      <a:cubicBezTo>
                        <a:pt x="16904" y="7617"/>
                        <a:pt x="16787" y="7503"/>
                        <a:pt x="16435" y="7503"/>
                      </a:cubicBezTo>
                      <a:cubicBezTo>
                        <a:pt x="16083" y="7503"/>
                        <a:pt x="15613" y="7731"/>
                        <a:pt x="15378" y="8072"/>
                      </a:cubicBezTo>
                      <a:cubicBezTo>
                        <a:pt x="15261" y="8299"/>
                        <a:pt x="15261" y="8526"/>
                        <a:pt x="15261" y="8640"/>
                      </a:cubicBezTo>
                      <a:cubicBezTo>
                        <a:pt x="15143" y="8754"/>
                        <a:pt x="15143" y="8867"/>
                        <a:pt x="15143" y="8867"/>
                      </a:cubicBezTo>
                      <a:cubicBezTo>
                        <a:pt x="15143" y="8981"/>
                        <a:pt x="15143" y="8981"/>
                        <a:pt x="15143" y="8981"/>
                      </a:cubicBezTo>
                      <a:cubicBezTo>
                        <a:pt x="15143" y="9095"/>
                        <a:pt x="15026" y="9095"/>
                        <a:pt x="15026" y="9208"/>
                      </a:cubicBezTo>
                      <a:cubicBezTo>
                        <a:pt x="15026" y="9322"/>
                        <a:pt x="15026" y="9436"/>
                        <a:pt x="15026" y="9549"/>
                      </a:cubicBezTo>
                      <a:cubicBezTo>
                        <a:pt x="15026" y="9549"/>
                        <a:pt x="15026" y="9549"/>
                        <a:pt x="15026" y="9549"/>
                      </a:cubicBezTo>
                      <a:cubicBezTo>
                        <a:pt x="15026" y="9549"/>
                        <a:pt x="15026" y="9549"/>
                        <a:pt x="15026" y="9549"/>
                      </a:cubicBezTo>
                      <a:cubicBezTo>
                        <a:pt x="15026" y="9663"/>
                        <a:pt x="15026" y="9663"/>
                        <a:pt x="15026" y="9663"/>
                      </a:cubicBezTo>
                      <a:cubicBezTo>
                        <a:pt x="15026" y="9549"/>
                        <a:pt x="15026" y="9436"/>
                        <a:pt x="15026" y="9436"/>
                      </a:cubicBezTo>
                      <a:cubicBezTo>
                        <a:pt x="14909" y="9095"/>
                        <a:pt x="14909" y="8867"/>
                        <a:pt x="14674" y="8640"/>
                      </a:cubicBezTo>
                      <a:cubicBezTo>
                        <a:pt x="14557" y="8413"/>
                        <a:pt x="14322" y="8413"/>
                        <a:pt x="14204" y="8413"/>
                      </a:cubicBezTo>
                      <a:cubicBezTo>
                        <a:pt x="14087" y="8413"/>
                        <a:pt x="14087" y="8413"/>
                        <a:pt x="14087" y="8413"/>
                      </a:cubicBezTo>
                      <a:cubicBezTo>
                        <a:pt x="13735" y="8299"/>
                        <a:pt x="13735" y="8185"/>
                        <a:pt x="13617" y="7617"/>
                      </a:cubicBezTo>
                      <a:cubicBezTo>
                        <a:pt x="13617" y="7617"/>
                        <a:pt x="13617" y="7617"/>
                        <a:pt x="13617" y="7617"/>
                      </a:cubicBezTo>
                      <a:cubicBezTo>
                        <a:pt x="13617" y="7389"/>
                        <a:pt x="13617" y="7276"/>
                        <a:pt x="13617" y="7162"/>
                      </a:cubicBezTo>
                      <a:cubicBezTo>
                        <a:pt x="13617" y="6935"/>
                        <a:pt x="13735" y="6707"/>
                        <a:pt x="13617" y="6366"/>
                      </a:cubicBezTo>
                      <a:cubicBezTo>
                        <a:pt x="13265" y="5798"/>
                        <a:pt x="12678" y="5684"/>
                        <a:pt x="12209" y="5684"/>
                      </a:cubicBezTo>
                      <a:cubicBezTo>
                        <a:pt x="12209" y="5684"/>
                        <a:pt x="12209" y="5684"/>
                        <a:pt x="12091" y="5684"/>
                      </a:cubicBezTo>
                      <a:cubicBezTo>
                        <a:pt x="11504" y="5684"/>
                        <a:pt x="11152" y="5912"/>
                        <a:pt x="10917" y="6366"/>
                      </a:cubicBezTo>
                      <a:cubicBezTo>
                        <a:pt x="10800" y="6594"/>
                        <a:pt x="10800" y="6707"/>
                        <a:pt x="10683" y="6707"/>
                      </a:cubicBezTo>
                      <a:cubicBezTo>
                        <a:pt x="10565" y="6707"/>
                        <a:pt x="10565" y="6707"/>
                        <a:pt x="10565" y="6821"/>
                      </a:cubicBezTo>
                      <a:cubicBezTo>
                        <a:pt x="10330" y="6821"/>
                        <a:pt x="10096" y="6821"/>
                        <a:pt x="9861" y="7048"/>
                      </a:cubicBezTo>
                      <a:cubicBezTo>
                        <a:pt x="9626" y="7276"/>
                        <a:pt x="9626" y="7617"/>
                        <a:pt x="9509" y="7844"/>
                      </a:cubicBezTo>
                      <a:cubicBezTo>
                        <a:pt x="9509" y="7958"/>
                        <a:pt x="9509" y="8072"/>
                        <a:pt x="9509" y="8072"/>
                      </a:cubicBezTo>
                      <a:cubicBezTo>
                        <a:pt x="9391" y="8185"/>
                        <a:pt x="9391" y="8299"/>
                        <a:pt x="9391" y="8299"/>
                      </a:cubicBezTo>
                      <a:cubicBezTo>
                        <a:pt x="9391" y="8299"/>
                        <a:pt x="9274" y="8299"/>
                        <a:pt x="9274" y="8185"/>
                      </a:cubicBezTo>
                      <a:cubicBezTo>
                        <a:pt x="9157" y="8072"/>
                        <a:pt x="8922" y="7958"/>
                        <a:pt x="8687" y="7844"/>
                      </a:cubicBezTo>
                      <a:cubicBezTo>
                        <a:pt x="8570" y="7844"/>
                        <a:pt x="8570" y="7844"/>
                        <a:pt x="8570" y="7844"/>
                      </a:cubicBezTo>
                      <a:cubicBezTo>
                        <a:pt x="8452" y="7844"/>
                        <a:pt x="8217" y="7958"/>
                        <a:pt x="8100" y="8072"/>
                      </a:cubicBezTo>
                      <a:cubicBezTo>
                        <a:pt x="8100" y="8072"/>
                        <a:pt x="8100" y="8072"/>
                        <a:pt x="8100" y="8072"/>
                      </a:cubicBezTo>
                      <a:cubicBezTo>
                        <a:pt x="7983" y="8072"/>
                        <a:pt x="7865" y="8185"/>
                        <a:pt x="7865" y="8185"/>
                      </a:cubicBezTo>
                      <a:cubicBezTo>
                        <a:pt x="7630" y="8185"/>
                        <a:pt x="7513" y="8299"/>
                        <a:pt x="7396" y="8299"/>
                      </a:cubicBezTo>
                      <a:cubicBezTo>
                        <a:pt x="7278" y="8413"/>
                        <a:pt x="7161" y="8413"/>
                        <a:pt x="7043" y="8413"/>
                      </a:cubicBezTo>
                      <a:cubicBezTo>
                        <a:pt x="7043" y="8413"/>
                        <a:pt x="6926" y="8413"/>
                        <a:pt x="6926" y="8413"/>
                      </a:cubicBezTo>
                      <a:cubicBezTo>
                        <a:pt x="6809" y="8413"/>
                        <a:pt x="6691" y="8413"/>
                        <a:pt x="6574" y="8299"/>
                      </a:cubicBezTo>
                      <a:cubicBezTo>
                        <a:pt x="6574" y="8299"/>
                        <a:pt x="6574" y="8299"/>
                        <a:pt x="6574" y="8299"/>
                      </a:cubicBezTo>
                      <a:cubicBezTo>
                        <a:pt x="6574" y="8299"/>
                        <a:pt x="6574" y="8299"/>
                        <a:pt x="6574" y="8299"/>
                      </a:cubicBezTo>
                      <a:cubicBezTo>
                        <a:pt x="6574" y="8185"/>
                        <a:pt x="6574" y="8072"/>
                        <a:pt x="6574" y="7958"/>
                      </a:cubicBezTo>
                      <a:cubicBezTo>
                        <a:pt x="6691" y="7958"/>
                        <a:pt x="6691" y="7844"/>
                        <a:pt x="6691" y="7844"/>
                      </a:cubicBezTo>
                      <a:cubicBezTo>
                        <a:pt x="6691" y="7731"/>
                        <a:pt x="6691" y="7731"/>
                        <a:pt x="6809" y="7617"/>
                      </a:cubicBezTo>
                      <a:cubicBezTo>
                        <a:pt x="6926" y="7389"/>
                        <a:pt x="7161" y="6821"/>
                        <a:pt x="6691" y="6480"/>
                      </a:cubicBezTo>
                      <a:cubicBezTo>
                        <a:pt x="6457" y="6366"/>
                        <a:pt x="6222" y="6366"/>
                        <a:pt x="6104" y="6366"/>
                      </a:cubicBezTo>
                      <a:cubicBezTo>
                        <a:pt x="5870" y="6366"/>
                        <a:pt x="5870" y="6366"/>
                        <a:pt x="5870" y="6366"/>
                      </a:cubicBezTo>
                      <a:cubicBezTo>
                        <a:pt x="5752" y="6366"/>
                        <a:pt x="5635" y="6366"/>
                        <a:pt x="5635" y="6366"/>
                      </a:cubicBezTo>
                      <a:cubicBezTo>
                        <a:pt x="5517" y="6366"/>
                        <a:pt x="5165" y="6366"/>
                        <a:pt x="5048" y="6594"/>
                      </a:cubicBezTo>
                      <a:cubicBezTo>
                        <a:pt x="4930" y="6707"/>
                        <a:pt x="4930" y="6821"/>
                        <a:pt x="4930" y="6821"/>
                      </a:cubicBezTo>
                      <a:cubicBezTo>
                        <a:pt x="4930" y="6935"/>
                        <a:pt x="4813" y="6935"/>
                        <a:pt x="4813" y="6935"/>
                      </a:cubicBezTo>
                      <a:cubicBezTo>
                        <a:pt x="4813" y="6935"/>
                        <a:pt x="4813" y="6935"/>
                        <a:pt x="4696" y="7048"/>
                      </a:cubicBezTo>
                      <a:cubicBezTo>
                        <a:pt x="4461" y="7048"/>
                        <a:pt x="4109" y="7162"/>
                        <a:pt x="4109" y="7617"/>
                      </a:cubicBezTo>
                      <a:cubicBezTo>
                        <a:pt x="3991" y="7731"/>
                        <a:pt x="3991" y="7844"/>
                        <a:pt x="3991" y="7958"/>
                      </a:cubicBezTo>
                      <a:cubicBezTo>
                        <a:pt x="3991" y="8185"/>
                        <a:pt x="3991" y="8413"/>
                        <a:pt x="3991" y="8640"/>
                      </a:cubicBezTo>
                      <a:cubicBezTo>
                        <a:pt x="3991" y="8640"/>
                        <a:pt x="3991" y="8640"/>
                        <a:pt x="3991" y="8640"/>
                      </a:cubicBezTo>
                      <a:cubicBezTo>
                        <a:pt x="3991" y="8754"/>
                        <a:pt x="3991" y="8867"/>
                        <a:pt x="3874" y="8981"/>
                      </a:cubicBezTo>
                      <a:cubicBezTo>
                        <a:pt x="3874" y="8867"/>
                        <a:pt x="3757" y="8640"/>
                        <a:pt x="3757" y="8413"/>
                      </a:cubicBezTo>
                      <a:cubicBezTo>
                        <a:pt x="3639" y="7958"/>
                        <a:pt x="3639" y="7503"/>
                        <a:pt x="3639" y="7048"/>
                      </a:cubicBezTo>
                      <a:cubicBezTo>
                        <a:pt x="3639" y="6821"/>
                        <a:pt x="3639" y="6707"/>
                        <a:pt x="3639" y="6480"/>
                      </a:cubicBezTo>
                      <a:cubicBezTo>
                        <a:pt x="3639" y="6366"/>
                        <a:pt x="3757" y="6139"/>
                        <a:pt x="3757" y="6025"/>
                      </a:cubicBezTo>
                      <a:cubicBezTo>
                        <a:pt x="3757" y="5684"/>
                        <a:pt x="3757" y="5343"/>
                        <a:pt x="3757" y="5002"/>
                      </a:cubicBezTo>
                      <a:cubicBezTo>
                        <a:pt x="3639" y="4775"/>
                        <a:pt x="3639" y="4434"/>
                        <a:pt x="3522" y="4206"/>
                      </a:cubicBezTo>
                      <a:cubicBezTo>
                        <a:pt x="3404" y="4206"/>
                        <a:pt x="3404" y="4093"/>
                        <a:pt x="3522" y="3979"/>
                      </a:cubicBezTo>
                      <a:cubicBezTo>
                        <a:pt x="3874" y="3638"/>
                        <a:pt x="3874" y="3069"/>
                        <a:pt x="3757" y="2615"/>
                      </a:cubicBezTo>
                      <a:cubicBezTo>
                        <a:pt x="3757" y="2160"/>
                        <a:pt x="3404" y="1933"/>
                        <a:pt x="2935" y="1933"/>
                      </a:cubicBezTo>
                      <a:cubicBezTo>
                        <a:pt x="3052" y="1819"/>
                        <a:pt x="3170" y="1819"/>
                        <a:pt x="3170" y="1819"/>
                      </a:cubicBezTo>
                      <a:cubicBezTo>
                        <a:pt x="3404" y="1705"/>
                        <a:pt x="3639" y="1592"/>
                        <a:pt x="3639" y="1364"/>
                      </a:cubicBezTo>
                      <a:cubicBezTo>
                        <a:pt x="3757" y="1251"/>
                        <a:pt x="3757" y="1023"/>
                        <a:pt x="3757" y="909"/>
                      </a:cubicBezTo>
                      <a:cubicBezTo>
                        <a:pt x="3757" y="909"/>
                        <a:pt x="3639" y="796"/>
                        <a:pt x="3639" y="796"/>
                      </a:cubicBezTo>
                      <a:cubicBezTo>
                        <a:pt x="3639" y="796"/>
                        <a:pt x="3757" y="796"/>
                        <a:pt x="3757" y="682"/>
                      </a:cubicBezTo>
                      <a:cubicBezTo>
                        <a:pt x="3757" y="682"/>
                        <a:pt x="3757" y="341"/>
                        <a:pt x="3522" y="114"/>
                      </a:cubicBezTo>
                      <a:cubicBezTo>
                        <a:pt x="3287" y="0"/>
                        <a:pt x="3170" y="0"/>
                        <a:pt x="3052" y="0"/>
                      </a:cubicBezTo>
                      <a:cubicBezTo>
                        <a:pt x="2700" y="0"/>
                        <a:pt x="2465" y="114"/>
                        <a:pt x="2230" y="227"/>
                      </a:cubicBezTo>
                      <a:cubicBezTo>
                        <a:pt x="2113" y="341"/>
                        <a:pt x="2113" y="455"/>
                        <a:pt x="1996" y="568"/>
                      </a:cubicBezTo>
                      <a:cubicBezTo>
                        <a:pt x="1996" y="568"/>
                        <a:pt x="1996" y="568"/>
                        <a:pt x="1996" y="568"/>
                      </a:cubicBezTo>
                      <a:cubicBezTo>
                        <a:pt x="1996" y="568"/>
                        <a:pt x="1996" y="568"/>
                        <a:pt x="1996" y="568"/>
                      </a:cubicBezTo>
                      <a:cubicBezTo>
                        <a:pt x="1996" y="568"/>
                        <a:pt x="1996" y="568"/>
                        <a:pt x="1878" y="568"/>
                      </a:cubicBezTo>
                      <a:cubicBezTo>
                        <a:pt x="1761" y="568"/>
                        <a:pt x="1643" y="568"/>
                        <a:pt x="1526" y="682"/>
                      </a:cubicBezTo>
                      <a:cubicBezTo>
                        <a:pt x="1526" y="682"/>
                        <a:pt x="1409" y="796"/>
                        <a:pt x="1409" y="796"/>
                      </a:cubicBezTo>
                      <a:cubicBezTo>
                        <a:pt x="1291" y="909"/>
                        <a:pt x="1174" y="1023"/>
                        <a:pt x="1174" y="1137"/>
                      </a:cubicBezTo>
                      <a:cubicBezTo>
                        <a:pt x="1057" y="1251"/>
                        <a:pt x="1057" y="1251"/>
                        <a:pt x="1057" y="1251"/>
                      </a:cubicBezTo>
                      <a:cubicBezTo>
                        <a:pt x="939" y="1478"/>
                        <a:pt x="822" y="1705"/>
                        <a:pt x="704" y="1819"/>
                      </a:cubicBezTo>
                      <a:cubicBezTo>
                        <a:pt x="704" y="1819"/>
                        <a:pt x="587" y="1933"/>
                        <a:pt x="587" y="2046"/>
                      </a:cubicBezTo>
                      <a:cubicBezTo>
                        <a:pt x="352" y="2160"/>
                        <a:pt x="235" y="2274"/>
                        <a:pt x="117" y="2387"/>
                      </a:cubicBezTo>
                      <a:cubicBezTo>
                        <a:pt x="0" y="2615"/>
                        <a:pt x="0" y="2956"/>
                        <a:pt x="0" y="3069"/>
                      </a:cubicBezTo>
                      <a:cubicBezTo>
                        <a:pt x="0" y="3183"/>
                        <a:pt x="0" y="3411"/>
                        <a:pt x="0" y="3411"/>
                      </a:cubicBezTo>
                      <a:cubicBezTo>
                        <a:pt x="0" y="3638"/>
                        <a:pt x="0" y="3865"/>
                        <a:pt x="0" y="3979"/>
                      </a:cubicBezTo>
                      <a:cubicBezTo>
                        <a:pt x="0" y="4093"/>
                        <a:pt x="0" y="4206"/>
                        <a:pt x="0" y="4206"/>
                      </a:cubicBezTo>
                      <a:cubicBezTo>
                        <a:pt x="0" y="4320"/>
                        <a:pt x="0" y="4320"/>
                        <a:pt x="0" y="4320"/>
                      </a:cubicBezTo>
                      <a:cubicBezTo>
                        <a:pt x="0" y="4434"/>
                        <a:pt x="0" y="4661"/>
                        <a:pt x="117" y="4888"/>
                      </a:cubicBezTo>
                      <a:cubicBezTo>
                        <a:pt x="235" y="5002"/>
                        <a:pt x="352" y="5116"/>
                        <a:pt x="352" y="5343"/>
                      </a:cubicBezTo>
                      <a:cubicBezTo>
                        <a:pt x="352" y="5457"/>
                        <a:pt x="352" y="5571"/>
                        <a:pt x="235" y="5684"/>
                      </a:cubicBezTo>
                      <a:cubicBezTo>
                        <a:pt x="117" y="5912"/>
                        <a:pt x="117" y="6139"/>
                        <a:pt x="117" y="6366"/>
                      </a:cubicBezTo>
                      <a:cubicBezTo>
                        <a:pt x="0" y="6707"/>
                        <a:pt x="117" y="6935"/>
                        <a:pt x="117" y="7048"/>
                      </a:cubicBezTo>
                      <a:cubicBezTo>
                        <a:pt x="117" y="7162"/>
                        <a:pt x="117" y="7276"/>
                        <a:pt x="235" y="7276"/>
                      </a:cubicBezTo>
                      <a:cubicBezTo>
                        <a:pt x="235" y="7503"/>
                        <a:pt x="235" y="7731"/>
                        <a:pt x="235" y="7958"/>
                      </a:cubicBezTo>
                      <a:cubicBezTo>
                        <a:pt x="235" y="8072"/>
                        <a:pt x="235" y="8072"/>
                        <a:pt x="235" y="8072"/>
                      </a:cubicBezTo>
                      <a:cubicBezTo>
                        <a:pt x="235" y="8299"/>
                        <a:pt x="352" y="8526"/>
                        <a:pt x="352" y="8754"/>
                      </a:cubicBezTo>
                      <a:cubicBezTo>
                        <a:pt x="352" y="8754"/>
                        <a:pt x="352" y="8867"/>
                        <a:pt x="352" y="8981"/>
                      </a:cubicBezTo>
                      <a:cubicBezTo>
                        <a:pt x="470" y="9322"/>
                        <a:pt x="470" y="9663"/>
                        <a:pt x="470" y="10004"/>
                      </a:cubicBezTo>
                      <a:cubicBezTo>
                        <a:pt x="470" y="10118"/>
                        <a:pt x="470" y="10232"/>
                        <a:pt x="470" y="10345"/>
                      </a:cubicBezTo>
                      <a:cubicBezTo>
                        <a:pt x="470" y="10686"/>
                        <a:pt x="587" y="11027"/>
                        <a:pt x="704" y="11368"/>
                      </a:cubicBezTo>
                      <a:cubicBezTo>
                        <a:pt x="704" y="11482"/>
                        <a:pt x="822" y="11482"/>
                        <a:pt x="822" y="11596"/>
                      </a:cubicBezTo>
                      <a:cubicBezTo>
                        <a:pt x="704" y="11596"/>
                        <a:pt x="704" y="11709"/>
                        <a:pt x="587" y="11823"/>
                      </a:cubicBezTo>
                      <a:cubicBezTo>
                        <a:pt x="352" y="12164"/>
                        <a:pt x="352" y="12846"/>
                        <a:pt x="704" y="13187"/>
                      </a:cubicBezTo>
                      <a:cubicBezTo>
                        <a:pt x="939" y="13415"/>
                        <a:pt x="1291" y="13415"/>
                        <a:pt x="1526" y="13415"/>
                      </a:cubicBezTo>
                      <a:cubicBezTo>
                        <a:pt x="1643" y="13415"/>
                        <a:pt x="1761" y="13415"/>
                        <a:pt x="1761" y="13528"/>
                      </a:cubicBezTo>
                      <a:cubicBezTo>
                        <a:pt x="1878" y="13528"/>
                        <a:pt x="1878" y="13642"/>
                        <a:pt x="1878" y="13756"/>
                      </a:cubicBezTo>
                      <a:cubicBezTo>
                        <a:pt x="1878" y="13756"/>
                        <a:pt x="1878" y="13756"/>
                        <a:pt x="1761" y="13756"/>
                      </a:cubicBezTo>
                      <a:cubicBezTo>
                        <a:pt x="1761" y="13756"/>
                        <a:pt x="1643" y="13756"/>
                        <a:pt x="1643" y="13756"/>
                      </a:cubicBezTo>
                      <a:cubicBezTo>
                        <a:pt x="1291" y="13756"/>
                        <a:pt x="1174" y="13869"/>
                        <a:pt x="939" y="13983"/>
                      </a:cubicBezTo>
                      <a:cubicBezTo>
                        <a:pt x="470" y="14438"/>
                        <a:pt x="470" y="15006"/>
                        <a:pt x="470" y="15347"/>
                      </a:cubicBezTo>
                      <a:cubicBezTo>
                        <a:pt x="470" y="15347"/>
                        <a:pt x="470" y="15347"/>
                        <a:pt x="470" y="15461"/>
                      </a:cubicBezTo>
                      <a:cubicBezTo>
                        <a:pt x="470" y="15575"/>
                        <a:pt x="470" y="15688"/>
                        <a:pt x="470" y="15916"/>
                      </a:cubicBezTo>
                      <a:cubicBezTo>
                        <a:pt x="587" y="16257"/>
                        <a:pt x="1174" y="16712"/>
                        <a:pt x="1526" y="16712"/>
                      </a:cubicBezTo>
                      <a:cubicBezTo>
                        <a:pt x="1526" y="16712"/>
                        <a:pt x="1643" y="16712"/>
                        <a:pt x="1643" y="16712"/>
                      </a:cubicBezTo>
                      <a:cubicBezTo>
                        <a:pt x="1643" y="16712"/>
                        <a:pt x="1643" y="16712"/>
                        <a:pt x="1761" y="16712"/>
                      </a:cubicBezTo>
                      <a:cubicBezTo>
                        <a:pt x="1761" y="16712"/>
                        <a:pt x="1761" y="16825"/>
                        <a:pt x="1761" y="16825"/>
                      </a:cubicBezTo>
                      <a:cubicBezTo>
                        <a:pt x="1761" y="17280"/>
                        <a:pt x="1526" y="17848"/>
                        <a:pt x="1291" y="18303"/>
                      </a:cubicBezTo>
                      <a:cubicBezTo>
                        <a:pt x="1174" y="18417"/>
                        <a:pt x="1057" y="18531"/>
                        <a:pt x="1057" y="18644"/>
                      </a:cubicBezTo>
                      <a:cubicBezTo>
                        <a:pt x="704" y="19326"/>
                        <a:pt x="587" y="20349"/>
                        <a:pt x="1057" y="21032"/>
                      </a:cubicBezTo>
                      <a:cubicBezTo>
                        <a:pt x="1174" y="21259"/>
                        <a:pt x="1526" y="21600"/>
                        <a:pt x="2230" y="21600"/>
                      </a:cubicBezTo>
                      <a:cubicBezTo>
                        <a:pt x="2230" y="21600"/>
                        <a:pt x="2348" y="21600"/>
                        <a:pt x="2465" y="21600"/>
                      </a:cubicBezTo>
                      <a:cubicBezTo>
                        <a:pt x="3052" y="21600"/>
                        <a:pt x="3404" y="21145"/>
                        <a:pt x="3757" y="20691"/>
                      </a:cubicBezTo>
                      <a:cubicBezTo>
                        <a:pt x="3757" y="20691"/>
                        <a:pt x="3874" y="20577"/>
                        <a:pt x="3874" y="20577"/>
                      </a:cubicBezTo>
                      <a:cubicBezTo>
                        <a:pt x="4226" y="20122"/>
                        <a:pt x="4578" y="19895"/>
                        <a:pt x="5048" y="19667"/>
                      </a:cubicBezTo>
                      <a:cubicBezTo>
                        <a:pt x="5400" y="19554"/>
                        <a:pt x="5635" y="19440"/>
                        <a:pt x="6104" y="19213"/>
                      </a:cubicBezTo>
                      <a:cubicBezTo>
                        <a:pt x="6339" y="19213"/>
                        <a:pt x="6691" y="19099"/>
                        <a:pt x="6926" y="18985"/>
                      </a:cubicBezTo>
                      <a:cubicBezTo>
                        <a:pt x="7278" y="18872"/>
                        <a:pt x="7630" y="18758"/>
                        <a:pt x="7983" y="18644"/>
                      </a:cubicBezTo>
                      <a:cubicBezTo>
                        <a:pt x="8570" y="18531"/>
                        <a:pt x="9157" y="18303"/>
                        <a:pt x="9509" y="17735"/>
                      </a:cubicBezTo>
                      <a:cubicBezTo>
                        <a:pt x="9626" y="17621"/>
                        <a:pt x="9626" y="17394"/>
                        <a:pt x="9743" y="17280"/>
                      </a:cubicBezTo>
                      <a:cubicBezTo>
                        <a:pt x="9743" y="17280"/>
                        <a:pt x="9743" y="17166"/>
                        <a:pt x="9861" y="17166"/>
                      </a:cubicBezTo>
                      <a:cubicBezTo>
                        <a:pt x="9861" y="17053"/>
                        <a:pt x="9861" y="17053"/>
                        <a:pt x="9861" y="17053"/>
                      </a:cubicBezTo>
                      <a:cubicBezTo>
                        <a:pt x="9978" y="16825"/>
                        <a:pt x="9978" y="16825"/>
                        <a:pt x="10096" y="16825"/>
                      </a:cubicBezTo>
                      <a:cubicBezTo>
                        <a:pt x="10096" y="16712"/>
                        <a:pt x="10213" y="16712"/>
                        <a:pt x="10213" y="16712"/>
                      </a:cubicBezTo>
                      <a:cubicBezTo>
                        <a:pt x="10330" y="16712"/>
                        <a:pt x="10448" y="16712"/>
                        <a:pt x="10448" y="16598"/>
                      </a:cubicBezTo>
                      <a:cubicBezTo>
                        <a:pt x="10683" y="16484"/>
                        <a:pt x="10800" y="16371"/>
                        <a:pt x="10800" y="16371"/>
                      </a:cubicBezTo>
                      <a:cubicBezTo>
                        <a:pt x="10800" y="16257"/>
                        <a:pt x="10917" y="16257"/>
                        <a:pt x="10917" y="16257"/>
                      </a:cubicBezTo>
                      <a:cubicBezTo>
                        <a:pt x="10917" y="16257"/>
                        <a:pt x="10917" y="16371"/>
                        <a:pt x="10917" y="16371"/>
                      </a:cubicBezTo>
                      <a:cubicBezTo>
                        <a:pt x="10917" y="16484"/>
                        <a:pt x="10917" y="16484"/>
                        <a:pt x="10917" y="16484"/>
                      </a:cubicBezTo>
                      <a:cubicBezTo>
                        <a:pt x="10917" y="16598"/>
                        <a:pt x="10917" y="16939"/>
                        <a:pt x="11270" y="17053"/>
                      </a:cubicBezTo>
                      <a:cubicBezTo>
                        <a:pt x="11270" y="17166"/>
                        <a:pt x="11387" y="17166"/>
                        <a:pt x="11504" y="17166"/>
                      </a:cubicBezTo>
                      <a:cubicBezTo>
                        <a:pt x="11622" y="17166"/>
                        <a:pt x="11622" y="17166"/>
                        <a:pt x="11739" y="17166"/>
                      </a:cubicBezTo>
                      <a:cubicBezTo>
                        <a:pt x="11739" y="17166"/>
                        <a:pt x="11739" y="17166"/>
                        <a:pt x="11739" y="17166"/>
                      </a:cubicBezTo>
                      <a:cubicBezTo>
                        <a:pt x="12209" y="17166"/>
                        <a:pt x="12678" y="16939"/>
                        <a:pt x="12913" y="16598"/>
                      </a:cubicBezTo>
                      <a:cubicBezTo>
                        <a:pt x="12913" y="16484"/>
                        <a:pt x="12913" y="16484"/>
                        <a:pt x="12913" y="16484"/>
                      </a:cubicBezTo>
                      <a:cubicBezTo>
                        <a:pt x="13030" y="16598"/>
                        <a:pt x="13030" y="16598"/>
                        <a:pt x="13030" y="16598"/>
                      </a:cubicBezTo>
                      <a:cubicBezTo>
                        <a:pt x="13148" y="16712"/>
                        <a:pt x="13265" y="16712"/>
                        <a:pt x="13265" y="16712"/>
                      </a:cubicBezTo>
                      <a:cubicBezTo>
                        <a:pt x="13265" y="16825"/>
                        <a:pt x="13265" y="16939"/>
                        <a:pt x="13030" y="17166"/>
                      </a:cubicBezTo>
                      <a:cubicBezTo>
                        <a:pt x="12913" y="17394"/>
                        <a:pt x="12796" y="17621"/>
                        <a:pt x="12561" y="17848"/>
                      </a:cubicBezTo>
                      <a:cubicBezTo>
                        <a:pt x="12561" y="17962"/>
                        <a:pt x="12443" y="17962"/>
                        <a:pt x="12326" y="18076"/>
                      </a:cubicBezTo>
                      <a:cubicBezTo>
                        <a:pt x="12209" y="18417"/>
                        <a:pt x="12209" y="18531"/>
                        <a:pt x="12209" y="18758"/>
                      </a:cubicBezTo>
                      <a:cubicBezTo>
                        <a:pt x="12326" y="18872"/>
                        <a:pt x="12326" y="18872"/>
                        <a:pt x="12326" y="18872"/>
                      </a:cubicBezTo>
                      <a:cubicBezTo>
                        <a:pt x="12326" y="18872"/>
                        <a:pt x="12326" y="18872"/>
                        <a:pt x="12326" y="18985"/>
                      </a:cubicBezTo>
                      <a:cubicBezTo>
                        <a:pt x="12326" y="18985"/>
                        <a:pt x="12326" y="19099"/>
                        <a:pt x="12326" y="19213"/>
                      </a:cubicBezTo>
                      <a:cubicBezTo>
                        <a:pt x="12326" y="19440"/>
                        <a:pt x="12561" y="19554"/>
                        <a:pt x="12913" y="19554"/>
                      </a:cubicBezTo>
                      <a:cubicBezTo>
                        <a:pt x="13148" y="19554"/>
                        <a:pt x="13383" y="19554"/>
                        <a:pt x="13500" y="19440"/>
                      </a:cubicBezTo>
                      <a:cubicBezTo>
                        <a:pt x="13617" y="19326"/>
                        <a:pt x="13735" y="19213"/>
                        <a:pt x="13852" y="19099"/>
                      </a:cubicBezTo>
                      <a:cubicBezTo>
                        <a:pt x="13852" y="18985"/>
                        <a:pt x="13970" y="18985"/>
                        <a:pt x="13970" y="18872"/>
                      </a:cubicBezTo>
                      <a:cubicBezTo>
                        <a:pt x="14087" y="18872"/>
                        <a:pt x="14204" y="18872"/>
                        <a:pt x="14204" y="18872"/>
                      </a:cubicBezTo>
                      <a:cubicBezTo>
                        <a:pt x="14439" y="18872"/>
                        <a:pt x="14674" y="18758"/>
                        <a:pt x="14791" y="18644"/>
                      </a:cubicBezTo>
                      <a:cubicBezTo>
                        <a:pt x="14909" y="18417"/>
                        <a:pt x="15026" y="18303"/>
                        <a:pt x="15026" y="18189"/>
                      </a:cubicBezTo>
                      <a:cubicBezTo>
                        <a:pt x="15026" y="18076"/>
                        <a:pt x="15026" y="18076"/>
                        <a:pt x="15026" y="18076"/>
                      </a:cubicBezTo>
                      <a:cubicBezTo>
                        <a:pt x="15026" y="17962"/>
                        <a:pt x="15143" y="17848"/>
                        <a:pt x="15143" y="17735"/>
                      </a:cubicBezTo>
                      <a:cubicBezTo>
                        <a:pt x="15143" y="17621"/>
                        <a:pt x="15143" y="17621"/>
                        <a:pt x="15143" y="17621"/>
                      </a:cubicBezTo>
                      <a:cubicBezTo>
                        <a:pt x="15143" y="17507"/>
                        <a:pt x="15143" y="17394"/>
                        <a:pt x="15261" y="17280"/>
                      </a:cubicBezTo>
                      <a:cubicBezTo>
                        <a:pt x="15261" y="17053"/>
                        <a:pt x="15143" y="16939"/>
                        <a:pt x="15143" y="16712"/>
                      </a:cubicBezTo>
                      <a:cubicBezTo>
                        <a:pt x="15143" y="16712"/>
                        <a:pt x="15026" y="16712"/>
                        <a:pt x="15026" y="16598"/>
                      </a:cubicBezTo>
                      <a:cubicBezTo>
                        <a:pt x="14909" y="16143"/>
                        <a:pt x="14909" y="15688"/>
                        <a:pt x="15143" y="15347"/>
                      </a:cubicBezTo>
                      <a:cubicBezTo>
                        <a:pt x="15261" y="15234"/>
                        <a:pt x="15378" y="15120"/>
                        <a:pt x="15378" y="15006"/>
                      </a:cubicBezTo>
                      <a:cubicBezTo>
                        <a:pt x="15613" y="14779"/>
                        <a:pt x="15848" y="14438"/>
                        <a:pt x="15848" y="13869"/>
                      </a:cubicBezTo>
                      <a:cubicBezTo>
                        <a:pt x="15848" y="13756"/>
                        <a:pt x="15848" y="13642"/>
                        <a:pt x="15848" y="13415"/>
                      </a:cubicBezTo>
                      <a:cubicBezTo>
                        <a:pt x="15730" y="13301"/>
                        <a:pt x="15730" y="13187"/>
                        <a:pt x="15730" y="13074"/>
                      </a:cubicBezTo>
                      <a:cubicBezTo>
                        <a:pt x="15730" y="13074"/>
                        <a:pt x="15730" y="13074"/>
                        <a:pt x="15730" y="13074"/>
                      </a:cubicBezTo>
                      <a:cubicBezTo>
                        <a:pt x="16670" y="13187"/>
                        <a:pt x="17022" y="14779"/>
                        <a:pt x="17022" y="15575"/>
                      </a:cubicBezTo>
                      <a:cubicBezTo>
                        <a:pt x="17022" y="16029"/>
                        <a:pt x="17257" y="16825"/>
                        <a:pt x="17843" y="16825"/>
                      </a:cubicBezTo>
                      <a:cubicBezTo>
                        <a:pt x="18078" y="16825"/>
                        <a:pt x="18313" y="16598"/>
                        <a:pt x="18548" y="16257"/>
                      </a:cubicBezTo>
                      <a:cubicBezTo>
                        <a:pt x="18665" y="16029"/>
                        <a:pt x="18665" y="15916"/>
                        <a:pt x="18783" y="15688"/>
                      </a:cubicBezTo>
                      <a:cubicBezTo>
                        <a:pt x="18783" y="15688"/>
                        <a:pt x="18783" y="15688"/>
                        <a:pt x="18783" y="15688"/>
                      </a:cubicBezTo>
                      <a:cubicBezTo>
                        <a:pt x="18783" y="15802"/>
                        <a:pt x="18900" y="15916"/>
                        <a:pt x="18900" y="15916"/>
                      </a:cubicBezTo>
                      <a:cubicBezTo>
                        <a:pt x="19017" y="15916"/>
                        <a:pt x="19017" y="16029"/>
                        <a:pt x="19017" y="16029"/>
                      </a:cubicBezTo>
                      <a:cubicBezTo>
                        <a:pt x="19017" y="16143"/>
                        <a:pt x="19017" y="16143"/>
                        <a:pt x="19017" y="16257"/>
                      </a:cubicBezTo>
                      <a:cubicBezTo>
                        <a:pt x="19135" y="16484"/>
                        <a:pt x="19487" y="16712"/>
                        <a:pt x="19722" y="16712"/>
                      </a:cubicBezTo>
                      <a:cubicBezTo>
                        <a:pt x="19957" y="16712"/>
                        <a:pt x="20191" y="16712"/>
                        <a:pt x="20191" y="16484"/>
                      </a:cubicBezTo>
                      <a:cubicBezTo>
                        <a:pt x="20309" y="16371"/>
                        <a:pt x="20309" y="16257"/>
                        <a:pt x="20309" y="16143"/>
                      </a:cubicBezTo>
                      <a:cubicBezTo>
                        <a:pt x="20426" y="16029"/>
                        <a:pt x="20426" y="16029"/>
                        <a:pt x="20426" y="15916"/>
                      </a:cubicBezTo>
                      <a:cubicBezTo>
                        <a:pt x="20543" y="15916"/>
                        <a:pt x="20661" y="15916"/>
                        <a:pt x="20661" y="15916"/>
                      </a:cubicBezTo>
                      <a:cubicBezTo>
                        <a:pt x="20896" y="15802"/>
                        <a:pt x="21130" y="15688"/>
                        <a:pt x="21248" y="15575"/>
                      </a:cubicBezTo>
                      <a:cubicBezTo>
                        <a:pt x="21600" y="15120"/>
                        <a:pt x="21365" y="14779"/>
                        <a:pt x="21248" y="1455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82" name="Shape">
                  <a:extLst>
                    <a:ext uri="{FF2B5EF4-FFF2-40B4-BE49-F238E27FC236}">
                      <a16:creationId xmlns:a16="http://schemas.microsoft.com/office/drawing/2014/main" id="{BA0D50D1-A665-4566-A386-77BA8F8E6345}"/>
                    </a:ext>
                  </a:extLst>
                </p:cNvPr>
                <p:cNvSpPr/>
                <p:nvPr/>
              </p:nvSpPr>
              <p:spPr>
                <a:xfrm>
                  <a:off x="2857129" y="2776133"/>
                  <a:ext cx="1430630" cy="18394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27" y="6846"/>
                      </a:moveTo>
                      <a:cubicBezTo>
                        <a:pt x="21327" y="6798"/>
                        <a:pt x="21327" y="6798"/>
                        <a:pt x="21259" y="6798"/>
                      </a:cubicBezTo>
                      <a:cubicBezTo>
                        <a:pt x="21191" y="6798"/>
                        <a:pt x="21123" y="6798"/>
                        <a:pt x="21055" y="6798"/>
                      </a:cubicBezTo>
                      <a:cubicBezTo>
                        <a:pt x="21055" y="6798"/>
                        <a:pt x="20987" y="6798"/>
                        <a:pt x="20987" y="6750"/>
                      </a:cubicBezTo>
                      <a:cubicBezTo>
                        <a:pt x="20850" y="6750"/>
                        <a:pt x="20782" y="6702"/>
                        <a:pt x="20714" y="6702"/>
                      </a:cubicBezTo>
                      <a:cubicBezTo>
                        <a:pt x="20646" y="6654"/>
                        <a:pt x="20646" y="6654"/>
                        <a:pt x="20646" y="6654"/>
                      </a:cubicBezTo>
                      <a:cubicBezTo>
                        <a:pt x="20510" y="6605"/>
                        <a:pt x="20374" y="6557"/>
                        <a:pt x="20237" y="6557"/>
                      </a:cubicBezTo>
                      <a:cubicBezTo>
                        <a:pt x="20169" y="6557"/>
                        <a:pt x="20101" y="6557"/>
                        <a:pt x="20033" y="6557"/>
                      </a:cubicBezTo>
                      <a:cubicBezTo>
                        <a:pt x="19897" y="6557"/>
                        <a:pt x="19897" y="6557"/>
                        <a:pt x="19828" y="6509"/>
                      </a:cubicBezTo>
                      <a:cubicBezTo>
                        <a:pt x="19828" y="6509"/>
                        <a:pt x="19760" y="6461"/>
                        <a:pt x="19760" y="6461"/>
                      </a:cubicBezTo>
                      <a:cubicBezTo>
                        <a:pt x="19692" y="6412"/>
                        <a:pt x="19624" y="6364"/>
                        <a:pt x="19488" y="6316"/>
                      </a:cubicBezTo>
                      <a:cubicBezTo>
                        <a:pt x="19420" y="6268"/>
                        <a:pt x="19351" y="6268"/>
                        <a:pt x="19215" y="6220"/>
                      </a:cubicBezTo>
                      <a:cubicBezTo>
                        <a:pt x="19147" y="6220"/>
                        <a:pt x="19079" y="6171"/>
                        <a:pt x="19011" y="6171"/>
                      </a:cubicBezTo>
                      <a:cubicBezTo>
                        <a:pt x="18874" y="6123"/>
                        <a:pt x="18670" y="6123"/>
                        <a:pt x="18534" y="6123"/>
                      </a:cubicBezTo>
                      <a:cubicBezTo>
                        <a:pt x="18261" y="6123"/>
                        <a:pt x="18057" y="6123"/>
                        <a:pt x="17784" y="6220"/>
                      </a:cubicBezTo>
                      <a:cubicBezTo>
                        <a:pt x="17716" y="6220"/>
                        <a:pt x="17580" y="6268"/>
                        <a:pt x="17444" y="6316"/>
                      </a:cubicBezTo>
                      <a:cubicBezTo>
                        <a:pt x="17103" y="6461"/>
                        <a:pt x="16694" y="6605"/>
                        <a:pt x="16490" y="6605"/>
                      </a:cubicBezTo>
                      <a:cubicBezTo>
                        <a:pt x="16421" y="6605"/>
                        <a:pt x="16353" y="6605"/>
                        <a:pt x="16353" y="6557"/>
                      </a:cubicBezTo>
                      <a:cubicBezTo>
                        <a:pt x="16285" y="6557"/>
                        <a:pt x="16285" y="6557"/>
                        <a:pt x="16285" y="6557"/>
                      </a:cubicBezTo>
                      <a:cubicBezTo>
                        <a:pt x="16285" y="6557"/>
                        <a:pt x="16353" y="6461"/>
                        <a:pt x="16353" y="6412"/>
                      </a:cubicBezTo>
                      <a:cubicBezTo>
                        <a:pt x="16421" y="6364"/>
                        <a:pt x="16421" y="6364"/>
                        <a:pt x="16421" y="6316"/>
                      </a:cubicBezTo>
                      <a:cubicBezTo>
                        <a:pt x="16626" y="6075"/>
                        <a:pt x="16626" y="5882"/>
                        <a:pt x="16558" y="5641"/>
                      </a:cubicBezTo>
                      <a:cubicBezTo>
                        <a:pt x="16558" y="5496"/>
                        <a:pt x="16490" y="5352"/>
                        <a:pt x="16353" y="5207"/>
                      </a:cubicBezTo>
                      <a:cubicBezTo>
                        <a:pt x="16353" y="5207"/>
                        <a:pt x="16353" y="5207"/>
                        <a:pt x="16353" y="5159"/>
                      </a:cubicBezTo>
                      <a:cubicBezTo>
                        <a:pt x="16285" y="5159"/>
                        <a:pt x="16285" y="5159"/>
                        <a:pt x="16285" y="5159"/>
                      </a:cubicBezTo>
                      <a:cubicBezTo>
                        <a:pt x="16285" y="5159"/>
                        <a:pt x="16285" y="5111"/>
                        <a:pt x="16285" y="5062"/>
                      </a:cubicBezTo>
                      <a:cubicBezTo>
                        <a:pt x="16285" y="5062"/>
                        <a:pt x="16285" y="5014"/>
                        <a:pt x="16285" y="5014"/>
                      </a:cubicBezTo>
                      <a:cubicBezTo>
                        <a:pt x="16285" y="4966"/>
                        <a:pt x="16285" y="4918"/>
                        <a:pt x="16285" y="4918"/>
                      </a:cubicBezTo>
                      <a:cubicBezTo>
                        <a:pt x="16217" y="4821"/>
                        <a:pt x="16217" y="4773"/>
                        <a:pt x="16217" y="4677"/>
                      </a:cubicBezTo>
                      <a:cubicBezTo>
                        <a:pt x="16149" y="4629"/>
                        <a:pt x="16149" y="4580"/>
                        <a:pt x="16149" y="4484"/>
                      </a:cubicBezTo>
                      <a:cubicBezTo>
                        <a:pt x="16149" y="4436"/>
                        <a:pt x="16081" y="4387"/>
                        <a:pt x="16081" y="4339"/>
                      </a:cubicBezTo>
                      <a:cubicBezTo>
                        <a:pt x="16081" y="4291"/>
                        <a:pt x="16081" y="4243"/>
                        <a:pt x="16013" y="4195"/>
                      </a:cubicBezTo>
                      <a:cubicBezTo>
                        <a:pt x="16013" y="4146"/>
                        <a:pt x="15944" y="4098"/>
                        <a:pt x="15944" y="4050"/>
                      </a:cubicBezTo>
                      <a:cubicBezTo>
                        <a:pt x="15944" y="4002"/>
                        <a:pt x="15944" y="3905"/>
                        <a:pt x="15944" y="3857"/>
                      </a:cubicBezTo>
                      <a:cubicBezTo>
                        <a:pt x="15944" y="3809"/>
                        <a:pt x="15944" y="3761"/>
                        <a:pt x="15944" y="3712"/>
                      </a:cubicBezTo>
                      <a:cubicBezTo>
                        <a:pt x="15944" y="3664"/>
                        <a:pt x="15944" y="3664"/>
                        <a:pt x="15944" y="3664"/>
                      </a:cubicBezTo>
                      <a:cubicBezTo>
                        <a:pt x="15944" y="3568"/>
                        <a:pt x="15944" y="3471"/>
                        <a:pt x="15876" y="3375"/>
                      </a:cubicBezTo>
                      <a:cubicBezTo>
                        <a:pt x="15740" y="3279"/>
                        <a:pt x="15604" y="3182"/>
                        <a:pt x="15399" y="3182"/>
                      </a:cubicBezTo>
                      <a:cubicBezTo>
                        <a:pt x="15331" y="3182"/>
                        <a:pt x="15331" y="3182"/>
                        <a:pt x="15331" y="3182"/>
                      </a:cubicBezTo>
                      <a:cubicBezTo>
                        <a:pt x="15263" y="3182"/>
                        <a:pt x="15195" y="3182"/>
                        <a:pt x="15127" y="3182"/>
                      </a:cubicBezTo>
                      <a:cubicBezTo>
                        <a:pt x="15127" y="3182"/>
                        <a:pt x="15059" y="3182"/>
                        <a:pt x="14991" y="3182"/>
                      </a:cubicBezTo>
                      <a:cubicBezTo>
                        <a:pt x="14922" y="3182"/>
                        <a:pt x="14786" y="3182"/>
                        <a:pt x="14718" y="3230"/>
                      </a:cubicBezTo>
                      <a:cubicBezTo>
                        <a:pt x="14582" y="3230"/>
                        <a:pt x="14445" y="3230"/>
                        <a:pt x="14377" y="3230"/>
                      </a:cubicBezTo>
                      <a:cubicBezTo>
                        <a:pt x="14309" y="3230"/>
                        <a:pt x="14241" y="3230"/>
                        <a:pt x="14173" y="3230"/>
                      </a:cubicBezTo>
                      <a:cubicBezTo>
                        <a:pt x="14037" y="3182"/>
                        <a:pt x="13900" y="3134"/>
                        <a:pt x="13832" y="3037"/>
                      </a:cubicBezTo>
                      <a:cubicBezTo>
                        <a:pt x="13764" y="3037"/>
                        <a:pt x="13764" y="2989"/>
                        <a:pt x="13764" y="2941"/>
                      </a:cubicBezTo>
                      <a:cubicBezTo>
                        <a:pt x="13764" y="2893"/>
                        <a:pt x="13764" y="2893"/>
                        <a:pt x="13764" y="2845"/>
                      </a:cubicBezTo>
                      <a:cubicBezTo>
                        <a:pt x="13696" y="2748"/>
                        <a:pt x="13696" y="2604"/>
                        <a:pt x="13696" y="2507"/>
                      </a:cubicBezTo>
                      <a:cubicBezTo>
                        <a:pt x="13764" y="2459"/>
                        <a:pt x="13764" y="2411"/>
                        <a:pt x="13764" y="2362"/>
                      </a:cubicBezTo>
                      <a:cubicBezTo>
                        <a:pt x="13832" y="2266"/>
                        <a:pt x="13832" y="2170"/>
                        <a:pt x="13832" y="2073"/>
                      </a:cubicBezTo>
                      <a:cubicBezTo>
                        <a:pt x="13900" y="1832"/>
                        <a:pt x="13900" y="1591"/>
                        <a:pt x="13900" y="1350"/>
                      </a:cubicBezTo>
                      <a:cubicBezTo>
                        <a:pt x="13900" y="1254"/>
                        <a:pt x="13900" y="1109"/>
                        <a:pt x="13900" y="1012"/>
                      </a:cubicBezTo>
                      <a:cubicBezTo>
                        <a:pt x="13900" y="916"/>
                        <a:pt x="13900" y="916"/>
                        <a:pt x="13900" y="916"/>
                      </a:cubicBezTo>
                      <a:cubicBezTo>
                        <a:pt x="4361" y="0"/>
                        <a:pt x="4361" y="0"/>
                        <a:pt x="4361" y="0"/>
                      </a:cubicBezTo>
                      <a:cubicBezTo>
                        <a:pt x="4361" y="145"/>
                        <a:pt x="4361" y="145"/>
                        <a:pt x="4361" y="145"/>
                      </a:cubicBezTo>
                      <a:cubicBezTo>
                        <a:pt x="4088" y="1350"/>
                        <a:pt x="3816" y="2652"/>
                        <a:pt x="3475" y="3954"/>
                      </a:cubicBezTo>
                      <a:cubicBezTo>
                        <a:pt x="3475" y="4146"/>
                        <a:pt x="3475" y="4146"/>
                        <a:pt x="3475" y="4146"/>
                      </a:cubicBezTo>
                      <a:cubicBezTo>
                        <a:pt x="3611" y="4146"/>
                        <a:pt x="3611" y="4146"/>
                        <a:pt x="3611" y="4146"/>
                      </a:cubicBezTo>
                      <a:cubicBezTo>
                        <a:pt x="3543" y="4195"/>
                        <a:pt x="3543" y="4195"/>
                        <a:pt x="3475" y="4243"/>
                      </a:cubicBezTo>
                      <a:cubicBezTo>
                        <a:pt x="3407" y="4291"/>
                        <a:pt x="3407" y="4291"/>
                        <a:pt x="3407" y="4291"/>
                      </a:cubicBezTo>
                      <a:cubicBezTo>
                        <a:pt x="3407" y="4339"/>
                        <a:pt x="3407" y="4339"/>
                        <a:pt x="3407" y="4339"/>
                      </a:cubicBezTo>
                      <a:cubicBezTo>
                        <a:pt x="2112" y="10270"/>
                        <a:pt x="681" y="17212"/>
                        <a:pt x="68" y="20395"/>
                      </a:cubicBezTo>
                      <a:cubicBezTo>
                        <a:pt x="0" y="20539"/>
                        <a:pt x="0" y="20539"/>
                        <a:pt x="0" y="20539"/>
                      </a:cubicBezTo>
                      <a:cubicBezTo>
                        <a:pt x="204" y="20539"/>
                        <a:pt x="204" y="20539"/>
                        <a:pt x="204" y="20539"/>
                      </a:cubicBezTo>
                      <a:cubicBezTo>
                        <a:pt x="2453" y="20829"/>
                        <a:pt x="4633" y="21070"/>
                        <a:pt x="6814" y="21311"/>
                      </a:cubicBezTo>
                      <a:cubicBezTo>
                        <a:pt x="6882" y="21311"/>
                        <a:pt x="6882" y="21311"/>
                        <a:pt x="6882" y="21311"/>
                      </a:cubicBezTo>
                      <a:cubicBezTo>
                        <a:pt x="7086" y="21311"/>
                        <a:pt x="7291" y="21359"/>
                        <a:pt x="7563" y="21359"/>
                      </a:cubicBezTo>
                      <a:cubicBezTo>
                        <a:pt x="8040" y="21455"/>
                        <a:pt x="8517" y="21504"/>
                        <a:pt x="9062" y="21552"/>
                      </a:cubicBezTo>
                      <a:cubicBezTo>
                        <a:pt x="9131" y="21552"/>
                        <a:pt x="9199" y="21552"/>
                        <a:pt x="9267" y="21552"/>
                      </a:cubicBezTo>
                      <a:cubicBezTo>
                        <a:pt x="9471" y="21552"/>
                        <a:pt x="9812" y="21600"/>
                        <a:pt x="10085" y="21600"/>
                      </a:cubicBezTo>
                      <a:cubicBezTo>
                        <a:pt x="10085" y="21600"/>
                        <a:pt x="10085" y="21600"/>
                        <a:pt x="10085" y="21600"/>
                      </a:cubicBezTo>
                      <a:cubicBezTo>
                        <a:pt x="10289" y="21600"/>
                        <a:pt x="10493" y="21552"/>
                        <a:pt x="10630" y="21552"/>
                      </a:cubicBezTo>
                      <a:cubicBezTo>
                        <a:pt x="10766" y="21504"/>
                        <a:pt x="10766" y="21504"/>
                        <a:pt x="10766" y="21504"/>
                      </a:cubicBezTo>
                      <a:cubicBezTo>
                        <a:pt x="11584" y="14271"/>
                        <a:pt x="11584" y="14271"/>
                        <a:pt x="11584" y="14271"/>
                      </a:cubicBezTo>
                      <a:cubicBezTo>
                        <a:pt x="13083" y="13596"/>
                        <a:pt x="19488" y="8582"/>
                        <a:pt x="21464" y="7087"/>
                      </a:cubicBezTo>
                      <a:cubicBezTo>
                        <a:pt x="21600" y="6895"/>
                        <a:pt x="21600" y="6895"/>
                        <a:pt x="21600" y="6895"/>
                      </a:cubicBezTo>
                      <a:lnTo>
                        <a:pt x="21327" y="6846"/>
                      </a:lnTo>
                      <a:close/>
                      <a:moveTo>
                        <a:pt x="8994" y="17791"/>
                      </a:moveTo>
                      <a:cubicBezTo>
                        <a:pt x="8994" y="17887"/>
                        <a:pt x="8994" y="17984"/>
                        <a:pt x="8926" y="18080"/>
                      </a:cubicBezTo>
                      <a:cubicBezTo>
                        <a:pt x="8790" y="18273"/>
                        <a:pt x="8517" y="18466"/>
                        <a:pt x="8381" y="18466"/>
                      </a:cubicBezTo>
                      <a:cubicBezTo>
                        <a:pt x="8381" y="18466"/>
                        <a:pt x="8313" y="18466"/>
                        <a:pt x="8245" y="18418"/>
                      </a:cubicBezTo>
                      <a:cubicBezTo>
                        <a:pt x="8177" y="18321"/>
                        <a:pt x="8245" y="18225"/>
                        <a:pt x="8313" y="18080"/>
                      </a:cubicBezTo>
                      <a:cubicBezTo>
                        <a:pt x="8381" y="17936"/>
                        <a:pt x="8381" y="17839"/>
                        <a:pt x="8381" y="17743"/>
                      </a:cubicBezTo>
                      <a:cubicBezTo>
                        <a:pt x="8381" y="17646"/>
                        <a:pt x="8381" y="17598"/>
                        <a:pt x="8381" y="17550"/>
                      </a:cubicBezTo>
                      <a:cubicBezTo>
                        <a:pt x="8381" y="17550"/>
                        <a:pt x="8449" y="17550"/>
                        <a:pt x="8449" y="17502"/>
                      </a:cubicBezTo>
                      <a:cubicBezTo>
                        <a:pt x="8449" y="17454"/>
                        <a:pt x="8517" y="17405"/>
                        <a:pt x="8517" y="17309"/>
                      </a:cubicBezTo>
                      <a:cubicBezTo>
                        <a:pt x="8517" y="17261"/>
                        <a:pt x="8517" y="17164"/>
                        <a:pt x="8449" y="17116"/>
                      </a:cubicBezTo>
                      <a:cubicBezTo>
                        <a:pt x="8449" y="17116"/>
                        <a:pt x="8449" y="17068"/>
                        <a:pt x="8381" y="17020"/>
                      </a:cubicBezTo>
                      <a:cubicBezTo>
                        <a:pt x="8381" y="17020"/>
                        <a:pt x="8449" y="16971"/>
                        <a:pt x="8517" y="16875"/>
                      </a:cubicBezTo>
                      <a:cubicBezTo>
                        <a:pt x="8585" y="16827"/>
                        <a:pt x="8585" y="16827"/>
                        <a:pt x="8585" y="16827"/>
                      </a:cubicBezTo>
                      <a:cubicBezTo>
                        <a:pt x="8654" y="16730"/>
                        <a:pt x="8722" y="16682"/>
                        <a:pt x="8790" y="16634"/>
                      </a:cubicBezTo>
                      <a:cubicBezTo>
                        <a:pt x="8858" y="16682"/>
                        <a:pt x="8858" y="16730"/>
                        <a:pt x="8858" y="16730"/>
                      </a:cubicBezTo>
                      <a:cubicBezTo>
                        <a:pt x="8858" y="16779"/>
                        <a:pt x="8926" y="16875"/>
                        <a:pt x="8926" y="16923"/>
                      </a:cubicBezTo>
                      <a:cubicBezTo>
                        <a:pt x="8994" y="16923"/>
                        <a:pt x="8994" y="16971"/>
                        <a:pt x="8994" y="17020"/>
                      </a:cubicBezTo>
                      <a:cubicBezTo>
                        <a:pt x="9131" y="17116"/>
                        <a:pt x="9131" y="17164"/>
                        <a:pt x="9131" y="17212"/>
                      </a:cubicBezTo>
                      <a:cubicBezTo>
                        <a:pt x="9131" y="17261"/>
                        <a:pt x="9062" y="17309"/>
                        <a:pt x="9062" y="17357"/>
                      </a:cubicBezTo>
                      <a:cubicBezTo>
                        <a:pt x="9062" y="17454"/>
                        <a:pt x="8994" y="17550"/>
                        <a:pt x="8994" y="17695"/>
                      </a:cubicBezTo>
                      <a:cubicBezTo>
                        <a:pt x="8994" y="17695"/>
                        <a:pt x="8994" y="17743"/>
                        <a:pt x="8994" y="17791"/>
                      </a:cubicBezTo>
                      <a:close/>
                      <a:moveTo>
                        <a:pt x="4225" y="11813"/>
                      </a:moveTo>
                      <a:cubicBezTo>
                        <a:pt x="4156" y="11861"/>
                        <a:pt x="4020" y="11861"/>
                        <a:pt x="3952" y="11957"/>
                      </a:cubicBezTo>
                      <a:cubicBezTo>
                        <a:pt x="3884" y="11957"/>
                        <a:pt x="3884" y="12005"/>
                        <a:pt x="3884" y="12005"/>
                      </a:cubicBezTo>
                      <a:cubicBezTo>
                        <a:pt x="3884" y="11957"/>
                        <a:pt x="3952" y="11957"/>
                        <a:pt x="3952" y="11909"/>
                      </a:cubicBezTo>
                      <a:cubicBezTo>
                        <a:pt x="4020" y="11813"/>
                        <a:pt x="3952" y="11668"/>
                        <a:pt x="3952" y="11620"/>
                      </a:cubicBezTo>
                      <a:cubicBezTo>
                        <a:pt x="3884" y="11571"/>
                        <a:pt x="3884" y="11523"/>
                        <a:pt x="3884" y="11523"/>
                      </a:cubicBezTo>
                      <a:cubicBezTo>
                        <a:pt x="3952" y="11523"/>
                        <a:pt x="3952" y="11475"/>
                        <a:pt x="3952" y="11475"/>
                      </a:cubicBezTo>
                      <a:cubicBezTo>
                        <a:pt x="3952" y="11523"/>
                        <a:pt x="3952" y="11620"/>
                        <a:pt x="4020" y="11668"/>
                      </a:cubicBezTo>
                      <a:cubicBezTo>
                        <a:pt x="4088" y="11764"/>
                        <a:pt x="4225" y="11764"/>
                        <a:pt x="4361" y="11764"/>
                      </a:cubicBezTo>
                      <a:cubicBezTo>
                        <a:pt x="4361" y="11764"/>
                        <a:pt x="4361" y="11764"/>
                        <a:pt x="4361" y="11764"/>
                      </a:cubicBezTo>
                      <a:cubicBezTo>
                        <a:pt x="4361" y="11764"/>
                        <a:pt x="4293" y="11813"/>
                        <a:pt x="4225" y="11813"/>
                      </a:cubicBezTo>
                      <a:close/>
                      <a:moveTo>
                        <a:pt x="3884" y="12005"/>
                      </a:moveTo>
                      <a:cubicBezTo>
                        <a:pt x="3748" y="12198"/>
                        <a:pt x="3884" y="12295"/>
                        <a:pt x="3952" y="12391"/>
                      </a:cubicBezTo>
                      <a:cubicBezTo>
                        <a:pt x="3952" y="12391"/>
                        <a:pt x="4020" y="12439"/>
                        <a:pt x="4020" y="12439"/>
                      </a:cubicBezTo>
                      <a:cubicBezTo>
                        <a:pt x="4020" y="12439"/>
                        <a:pt x="4020" y="12487"/>
                        <a:pt x="4020" y="12536"/>
                      </a:cubicBezTo>
                      <a:cubicBezTo>
                        <a:pt x="4020" y="12632"/>
                        <a:pt x="3952" y="12777"/>
                        <a:pt x="4088" y="12873"/>
                      </a:cubicBezTo>
                      <a:cubicBezTo>
                        <a:pt x="4225" y="12970"/>
                        <a:pt x="4429" y="12970"/>
                        <a:pt x="4497" y="12970"/>
                      </a:cubicBezTo>
                      <a:cubicBezTo>
                        <a:pt x="4497" y="12970"/>
                        <a:pt x="4565" y="12970"/>
                        <a:pt x="4565" y="12970"/>
                      </a:cubicBezTo>
                      <a:cubicBezTo>
                        <a:pt x="4497" y="12970"/>
                        <a:pt x="4429" y="13018"/>
                        <a:pt x="4361" y="13018"/>
                      </a:cubicBezTo>
                      <a:cubicBezTo>
                        <a:pt x="4293" y="13018"/>
                        <a:pt x="4293" y="13018"/>
                        <a:pt x="4225" y="12970"/>
                      </a:cubicBezTo>
                      <a:cubicBezTo>
                        <a:pt x="4020" y="12921"/>
                        <a:pt x="3748" y="12777"/>
                        <a:pt x="3543" y="12632"/>
                      </a:cubicBezTo>
                      <a:cubicBezTo>
                        <a:pt x="3543" y="12632"/>
                        <a:pt x="3475" y="12584"/>
                        <a:pt x="3407" y="12584"/>
                      </a:cubicBezTo>
                      <a:cubicBezTo>
                        <a:pt x="3271" y="12487"/>
                        <a:pt x="3134" y="12391"/>
                        <a:pt x="2998" y="12246"/>
                      </a:cubicBezTo>
                      <a:cubicBezTo>
                        <a:pt x="3134" y="12295"/>
                        <a:pt x="3203" y="12295"/>
                        <a:pt x="3271" y="12295"/>
                      </a:cubicBezTo>
                      <a:cubicBezTo>
                        <a:pt x="3339" y="12295"/>
                        <a:pt x="3339" y="12295"/>
                        <a:pt x="3339" y="12295"/>
                      </a:cubicBezTo>
                      <a:cubicBezTo>
                        <a:pt x="3339" y="12295"/>
                        <a:pt x="3339" y="12295"/>
                        <a:pt x="3339" y="12295"/>
                      </a:cubicBezTo>
                      <a:cubicBezTo>
                        <a:pt x="3543" y="12246"/>
                        <a:pt x="3748" y="12150"/>
                        <a:pt x="3884" y="12005"/>
                      </a:cubicBezTo>
                      <a:close/>
                      <a:moveTo>
                        <a:pt x="6678" y="14754"/>
                      </a:moveTo>
                      <a:cubicBezTo>
                        <a:pt x="6609" y="14657"/>
                        <a:pt x="6541" y="14609"/>
                        <a:pt x="6473" y="14512"/>
                      </a:cubicBezTo>
                      <a:cubicBezTo>
                        <a:pt x="6337" y="14320"/>
                        <a:pt x="6201" y="14127"/>
                        <a:pt x="5996" y="13934"/>
                      </a:cubicBezTo>
                      <a:cubicBezTo>
                        <a:pt x="5860" y="13789"/>
                        <a:pt x="5860" y="13693"/>
                        <a:pt x="5860" y="13693"/>
                      </a:cubicBezTo>
                      <a:cubicBezTo>
                        <a:pt x="5860" y="13693"/>
                        <a:pt x="5928" y="13645"/>
                        <a:pt x="5928" y="13645"/>
                      </a:cubicBezTo>
                      <a:cubicBezTo>
                        <a:pt x="5996" y="13645"/>
                        <a:pt x="5996" y="13693"/>
                        <a:pt x="6064" y="13693"/>
                      </a:cubicBezTo>
                      <a:cubicBezTo>
                        <a:pt x="6064" y="13693"/>
                        <a:pt x="6132" y="13693"/>
                        <a:pt x="6132" y="13693"/>
                      </a:cubicBezTo>
                      <a:cubicBezTo>
                        <a:pt x="6201" y="13693"/>
                        <a:pt x="6337" y="13693"/>
                        <a:pt x="6405" y="13596"/>
                      </a:cubicBezTo>
                      <a:cubicBezTo>
                        <a:pt x="6541" y="13500"/>
                        <a:pt x="6541" y="13404"/>
                        <a:pt x="6541" y="13355"/>
                      </a:cubicBezTo>
                      <a:cubicBezTo>
                        <a:pt x="6541" y="13211"/>
                        <a:pt x="6541" y="13211"/>
                        <a:pt x="6541" y="13211"/>
                      </a:cubicBezTo>
                      <a:cubicBezTo>
                        <a:pt x="6337" y="13211"/>
                        <a:pt x="6337" y="13211"/>
                        <a:pt x="6337" y="13211"/>
                      </a:cubicBezTo>
                      <a:cubicBezTo>
                        <a:pt x="6269" y="13211"/>
                        <a:pt x="6201" y="13211"/>
                        <a:pt x="6132" y="13211"/>
                      </a:cubicBezTo>
                      <a:cubicBezTo>
                        <a:pt x="5996" y="13211"/>
                        <a:pt x="5860" y="13211"/>
                        <a:pt x="5792" y="13162"/>
                      </a:cubicBezTo>
                      <a:cubicBezTo>
                        <a:pt x="5724" y="13162"/>
                        <a:pt x="5656" y="13114"/>
                        <a:pt x="5587" y="13066"/>
                      </a:cubicBezTo>
                      <a:cubicBezTo>
                        <a:pt x="5519" y="13066"/>
                        <a:pt x="5519" y="13018"/>
                        <a:pt x="5451" y="12970"/>
                      </a:cubicBezTo>
                      <a:cubicBezTo>
                        <a:pt x="5519" y="12970"/>
                        <a:pt x="5587" y="12921"/>
                        <a:pt x="5587" y="12873"/>
                      </a:cubicBezTo>
                      <a:cubicBezTo>
                        <a:pt x="5792" y="12729"/>
                        <a:pt x="5860" y="12536"/>
                        <a:pt x="5996" y="12343"/>
                      </a:cubicBezTo>
                      <a:cubicBezTo>
                        <a:pt x="5996" y="12246"/>
                        <a:pt x="5996" y="12246"/>
                        <a:pt x="5996" y="12246"/>
                      </a:cubicBezTo>
                      <a:cubicBezTo>
                        <a:pt x="6132" y="12102"/>
                        <a:pt x="6201" y="12005"/>
                        <a:pt x="6337" y="12005"/>
                      </a:cubicBezTo>
                      <a:cubicBezTo>
                        <a:pt x="6337" y="12005"/>
                        <a:pt x="6337" y="12005"/>
                        <a:pt x="6405" y="12005"/>
                      </a:cubicBezTo>
                      <a:cubicBezTo>
                        <a:pt x="6746" y="12005"/>
                        <a:pt x="7291" y="12295"/>
                        <a:pt x="7427" y="12487"/>
                      </a:cubicBezTo>
                      <a:cubicBezTo>
                        <a:pt x="7836" y="13162"/>
                        <a:pt x="8040" y="13982"/>
                        <a:pt x="8109" y="14705"/>
                      </a:cubicBezTo>
                      <a:cubicBezTo>
                        <a:pt x="8177" y="14898"/>
                        <a:pt x="8177" y="14898"/>
                        <a:pt x="8177" y="14898"/>
                      </a:cubicBezTo>
                      <a:cubicBezTo>
                        <a:pt x="8245" y="15139"/>
                        <a:pt x="8313" y="15332"/>
                        <a:pt x="8381" y="15477"/>
                      </a:cubicBezTo>
                      <a:cubicBezTo>
                        <a:pt x="8381" y="15525"/>
                        <a:pt x="8381" y="15573"/>
                        <a:pt x="8449" y="15670"/>
                      </a:cubicBezTo>
                      <a:cubicBezTo>
                        <a:pt x="8449" y="15718"/>
                        <a:pt x="8517" y="15911"/>
                        <a:pt x="8517" y="15959"/>
                      </a:cubicBezTo>
                      <a:cubicBezTo>
                        <a:pt x="8517" y="15959"/>
                        <a:pt x="8449" y="15959"/>
                        <a:pt x="8449" y="16007"/>
                      </a:cubicBezTo>
                      <a:cubicBezTo>
                        <a:pt x="8381" y="16007"/>
                        <a:pt x="8313" y="16007"/>
                        <a:pt x="8245" y="16055"/>
                      </a:cubicBezTo>
                      <a:cubicBezTo>
                        <a:pt x="8245" y="15911"/>
                        <a:pt x="8177" y="15621"/>
                        <a:pt x="8109" y="15477"/>
                      </a:cubicBezTo>
                      <a:cubicBezTo>
                        <a:pt x="7972" y="15284"/>
                        <a:pt x="7768" y="15187"/>
                        <a:pt x="7495" y="15139"/>
                      </a:cubicBezTo>
                      <a:cubicBezTo>
                        <a:pt x="7427" y="15139"/>
                        <a:pt x="7359" y="15139"/>
                        <a:pt x="7359" y="15139"/>
                      </a:cubicBezTo>
                      <a:cubicBezTo>
                        <a:pt x="7018" y="15139"/>
                        <a:pt x="6950" y="15284"/>
                        <a:pt x="6950" y="15380"/>
                      </a:cubicBezTo>
                      <a:cubicBezTo>
                        <a:pt x="6882" y="15236"/>
                        <a:pt x="6814" y="15091"/>
                        <a:pt x="6814" y="14995"/>
                      </a:cubicBezTo>
                      <a:cubicBezTo>
                        <a:pt x="6746" y="14850"/>
                        <a:pt x="6678" y="14802"/>
                        <a:pt x="6678" y="14754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83" name="Shape">
                  <a:extLst>
                    <a:ext uri="{FF2B5EF4-FFF2-40B4-BE49-F238E27FC236}">
                      <a16:creationId xmlns:a16="http://schemas.microsoft.com/office/drawing/2014/main" id="{F95FFA9B-50C9-4C80-874B-DCCDF8395854}"/>
                    </a:ext>
                  </a:extLst>
                </p:cNvPr>
                <p:cNvSpPr/>
                <p:nvPr/>
              </p:nvSpPr>
              <p:spPr>
                <a:xfrm>
                  <a:off x="7620118" y="4204392"/>
                  <a:ext cx="211940" cy="25968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726" h="21600" extrusionOk="0">
                      <a:moveTo>
                        <a:pt x="20174" y="9257"/>
                      </a:moveTo>
                      <a:cubicBezTo>
                        <a:pt x="19734" y="8571"/>
                        <a:pt x="18852" y="8229"/>
                        <a:pt x="17970" y="8229"/>
                      </a:cubicBezTo>
                      <a:cubicBezTo>
                        <a:pt x="17970" y="8229"/>
                        <a:pt x="17529" y="8229"/>
                        <a:pt x="17529" y="8229"/>
                      </a:cubicBezTo>
                      <a:cubicBezTo>
                        <a:pt x="17529" y="8229"/>
                        <a:pt x="17089" y="7886"/>
                        <a:pt x="17089" y="7886"/>
                      </a:cubicBezTo>
                      <a:cubicBezTo>
                        <a:pt x="16648" y="7886"/>
                        <a:pt x="16207" y="7543"/>
                        <a:pt x="15766" y="7543"/>
                      </a:cubicBezTo>
                      <a:cubicBezTo>
                        <a:pt x="15325" y="7543"/>
                        <a:pt x="14885" y="7200"/>
                        <a:pt x="14444" y="7200"/>
                      </a:cubicBezTo>
                      <a:cubicBezTo>
                        <a:pt x="13121" y="7200"/>
                        <a:pt x="11799" y="7543"/>
                        <a:pt x="10917" y="7886"/>
                      </a:cubicBezTo>
                      <a:cubicBezTo>
                        <a:pt x="10917" y="7543"/>
                        <a:pt x="10917" y="6857"/>
                        <a:pt x="10917" y="6514"/>
                      </a:cubicBezTo>
                      <a:cubicBezTo>
                        <a:pt x="10476" y="5829"/>
                        <a:pt x="10476" y="5486"/>
                        <a:pt x="10476" y="5143"/>
                      </a:cubicBezTo>
                      <a:cubicBezTo>
                        <a:pt x="10476" y="4457"/>
                        <a:pt x="10036" y="3429"/>
                        <a:pt x="9595" y="2743"/>
                      </a:cubicBezTo>
                      <a:cubicBezTo>
                        <a:pt x="8713" y="2057"/>
                        <a:pt x="7832" y="2057"/>
                        <a:pt x="7391" y="2057"/>
                      </a:cubicBezTo>
                      <a:cubicBezTo>
                        <a:pt x="7391" y="2057"/>
                        <a:pt x="7391" y="1714"/>
                        <a:pt x="7391" y="1714"/>
                      </a:cubicBezTo>
                      <a:cubicBezTo>
                        <a:pt x="7391" y="1714"/>
                        <a:pt x="7391" y="2057"/>
                        <a:pt x="7391" y="2057"/>
                      </a:cubicBezTo>
                      <a:cubicBezTo>
                        <a:pt x="7391" y="1714"/>
                        <a:pt x="7391" y="1714"/>
                        <a:pt x="7391" y="1714"/>
                      </a:cubicBezTo>
                      <a:cubicBezTo>
                        <a:pt x="7391" y="1714"/>
                        <a:pt x="6950" y="1371"/>
                        <a:pt x="6950" y="1371"/>
                      </a:cubicBezTo>
                      <a:cubicBezTo>
                        <a:pt x="6509" y="686"/>
                        <a:pt x="6068" y="0"/>
                        <a:pt x="4746" y="0"/>
                      </a:cubicBezTo>
                      <a:cubicBezTo>
                        <a:pt x="3864" y="0"/>
                        <a:pt x="3423" y="343"/>
                        <a:pt x="2983" y="686"/>
                      </a:cubicBezTo>
                      <a:cubicBezTo>
                        <a:pt x="1219" y="1371"/>
                        <a:pt x="1660" y="3086"/>
                        <a:pt x="1660" y="4114"/>
                      </a:cubicBezTo>
                      <a:cubicBezTo>
                        <a:pt x="1660" y="4457"/>
                        <a:pt x="1660" y="4800"/>
                        <a:pt x="1660" y="5143"/>
                      </a:cubicBezTo>
                      <a:cubicBezTo>
                        <a:pt x="778" y="6857"/>
                        <a:pt x="778" y="8571"/>
                        <a:pt x="778" y="10286"/>
                      </a:cubicBezTo>
                      <a:cubicBezTo>
                        <a:pt x="1219" y="12000"/>
                        <a:pt x="778" y="13371"/>
                        <a:pt x="338" y="15086"/>
                      </a:cubicBezTo>
                      <a:cubicBezTo>
                        <a:pt x="-544" y="17486"/>
                        <a:pt x="338" y="19543"/>
                        <a:pt x="2542" y="20571"/>
                      </a:cubicBezTo>
                      <a:cubicBezTo>
                        <a:pt x="3423" y="21257"/>
                        <a:pt x="4746" y="21600"/>
                        <a:pt x="5627" y="21600"/>
                      </a:cubicBezTo>
                      <a:cubicBezTo>
                        <a:pt x="6509" y="21600"/>
                        <a:pt x="7391" y="21257"/>
                        <a:pt x="8272" y="20914"/>
                      </a:cubicBezTo>
                      <a:cubicBezTo>
                        <a:pt x="9154" y="20229"/>
                        <a:pt x="9595" y="19543"/>
                        <a:pt x="9595" y="18857"/>
                      </a:cubicBezTo>
                      <a:cubicBezTo>
                        <a:pt x="9595" y="18857"/>
                        <a:pt x="9595" y="18857"/>
                        <a:pt x="10036" y="18514"/>
                      </a:cubicBezTo>
                      <a:cubicBezTo>
                        <a:pt x="9595" y="19543"/>
                        <a:pt x="10036" y="20229"/>
                        <a:pt x="11358" y="20914"/>
                      </a:cubicBezTo>
                      <a:cubicBezTo>
                        <a:pt x="11799" y="20914"/>
                        <a:pt x="12240" y="21257"/>
                        <a:pt x="12680" y="21257"/>
                      </a:cubicBezTo>
                      <a:cubicBezTo>
                        <a:pt x="12680" y="21257"/>
                        <a:pt x="12680" y="21257"/>
                        <a:pt x="12680" y="21257"/>
                      </a:cubicBezTo>
                      <a:cubicBezTo>
                        <a:pt x="14444" y="21257"/>
                        <a:pt x="16207" y="19543"/>
                        <a:pt x="17529" y="18171"/>
                      </a:cubicBezTo>
                      <a:cubicBezTo>
                        <a:pt x="17529" y="18171"/>
                        <a:pt x="17529" y="18171"/>
                        <a:pt x="17529" y="18171"/>
                      </a:cubicBezTo>
                      <a:cubicBezTo>
                        <a:pt x="18852" y="16800"/>
                        <a:pt x="20174" y="15429"/>
                        <a:pt x="20174" y="13371"/>
                      </a:cubicBezTo>
                      <a:cubicBezTo>
                        <a:pt x="20174" y="13371"/>
                        <a:pt x="20174" y="13029"/>
                        <a:pt x="20615" y="12686"/>
                      </a:cubicBezTo>
                      <a:cubicBezTo>
                        <a:pt x="20615" y="11657"/>
                        <a:pt x="21056" y="10286"/>
                        <a:pt x="20174" y="925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84" name="Shape">
                  <a:extLst>
                    <a:ext uri="{FF2B5EF4-FFF2-40B4-BE49-F238E27FC236}">
                      <a16:creationId xmlns:a16="http://schemas.microsoft.com/office/drawing/2014/main" id="{2927FC49-1323-453C-A8D4-59721E510F45}"/>
                    </a:ext>
                  </a:extLst>
                </p:cNvPr>
                <p:cNvSpPr/>
                <p:nvPr/>
              </p:nvSpPr>
              <p:spPr>
                <a:xfrm>
                  <a:off x="7020819" y="3916886"/>
                  <a:ext cx="367368" cy="1082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28" h="21600" extrusionOk="0">
                      <a:moveTo>
                        <a:pt x="21188" y="8308"/>
                      </a:moveTo>
                      <a:cubicBezTo>
                        <a:pt x="20928" y="4154"/>
                        <a:pt x="19106" y="2492"/>
                        <a:pt x="18325" y="2492"/>
                      </a:cubicBezTo>
                      <a:cubicBezTo>
                        <a:pt x="17805" y="2492"/>
                        <a:pt x="17284" y="2492"/>
                        <a:pt x="17024" y="2492"/>
                      </a:cubicBezTo>
                      <a:cubicBezTo>
                        <a:pt x="16503" y="3323"/>
                        <a:pt x="16243" y="3323"/>
                        <a:pt x="15723" y="3323"/>
                      </a:cubicBezTo>
                      <a:cubicBezTo>
                        <a:pt x="15462" y="3323"/>
                        <a:pt x="15202" y="3323"/>
                        <a:pt x="15202" y="2492"/>
                      </a:cubicBezTo>
                      <a:cubicBezTo>
                        <a:pt x="14421" y="2492"/>
                        <a:pt x="13901" y="2492"/>
                        <a:pt x="13381" y="1662"/>
                      </a:cubicBezTo>
                      <a:cubicBezTo>
                        <a:pt x="12340" y="831"/>
                        <a:pt x="11038" y="0"/>
                        <a:pt x="9997" y="0"/>
                      </a:cubicBezTo>
                      <a:cubicBezTo>
                        <a:pt x="9477" y="0"/>
                        <a:pt x="8956" y="0"/>
                        <a:pt x="8436" y="831"/>
                      </a:cubicBezTo>
                      <a:cubicBezTo>
                        <a:pt x="7655" y="831"/>
                        <a:pt x="7655" y="831"/>
                        <a:pt x="7655" y="831"/>
                      </a:cubicBezTo>
                      <a:cubicBezTo>
                        <a:pt x="6354" y="2492"/>
                        <a:pt x="5053" y="3323"/>
                        <a:pt x="3752" y="3323"/>
                      </a:cubicBezTo>
                      <a:cubicBezTo>
                        <a:pt x="2711" y="4154"/>
                        <a:pt x="629" y="4154"/>
                        <a:pt x="108" y="9138"/>
                      </a:cubicBezTo>
                      <a:cubicBezTo>
                        <a:pt x="-152" y="10800"/>
                        <a:pt x="108" y="12462"/>
                        <a:pt x="368" y="13292"/>
                      </a:cubicBezTo>
                      <a:cubicBezTo>
                        <a:pt x="889" y="15785"/>
                        <a:pt x="1930" y="15785"/>
                        <a:pt x="2711" y="15785"/>
                      </a:cubicBezTo>
                      <a:cubicBezTo>
                        <a:pt x="2971" y="15785"/>
                        <a:pt x="2971" y="15785"/>
                        <a:pt x="3231" y="15785"/>
                      </a:cubicBezTo>
                      <a:cubicBezTo>
                        <a:pt x="3231" y="15785"/>
                        <a:pt x="3752" y="15785"/>
                        <a:pt x="4012" y="15785"/>
                      </a:cubicBezTo>
                      <a:cubicBezTo>
                        <a:pt x="4532" y="15785"/>
                        <a:pt x="5313" y="15785"/>
                        <a:pt x="5834" y="16615"/>
                      </a:cubicBezTo>
                      <a:cubicBezTo>
                        <a:pt x="5834" y="16615"/>
                        <a:pt x="5834" y="17446"/>
                        <a:pt x="6094" y="18277"/>
                      </a:cubicBezTo>
                      <a:cubicBezTo>
                        <a:pt x="6354" y="19108"/>
                        <a:pt x="6875" y="19938"/>
                        <a:pt x="7135" y="19938"/>
                      </a:cubicBezTo>
                      <a:cubicBezTo>
                        <a:pt x="7655" y="20769"/>
                        <a:pt x="8436" y="20769"/>
                        <a:pt x="8956" y="20769"/>
                      </a:cubicBezTo>
                      <a:cubicBezTo>
                        <a:pt x="9477" y="20769"/>
                        <a:pt x="9477" y="20769"/>
                        <a:pt x="9477" y="20769"/>
                      </a:cubicBezTo>
                      <a:cubicBezTo>
                        <a:pt x="9737" y="20769"/>
                        <a:pt x="9997" y="20769"/>
                        <a:pt x="10258" y="20769"/>
                      </a:cubicBezTo>
                      <a:cubicBezTo>
                        <a:pt x="10258" y="20769"/>
                        <a:pt x="10518" y="21600"/>
                        <a:pt x="10778" y="21600"/>
                      </a:cubicBezTo>
                      <a:cubicBezTo>
                        <a:pt x="11038" y="21600"/>
                        <a:pt x="11559" y="21600"/>
                        <a:pt x="11819" y="21600"/>
                      </a:cubicBezTo>
                      <a:cubicBezTo>
                        <a:pt x="12079" y="21600"/>
                        <a:pt x="12079" y="21600"/>
                        <a:pt x="12340" y="21600"/>
                      </a:cubicBezTo>
                      <a:cubicBezTo>
                        <a:pt x="12860" y="21600"/>
                        <a:pt x="13641" y="21600"/>
                        <a:pt x="14161" y="20769"/>
                      </a:cubicBezTo>
                      <a:cubicBezTo>
                        <a:pt x="14942" y="20769"/>
                        <a:pt x="15723" y="19938"/>
                        <a:pt x="16503" y="19938"/>
                      </a:cubicBezTo>
                      <a:cubicBezTo>
                        <a:pt x="17544" y="19938"/>
                        <a:pt x="18585" y="19108"/>
                        <a:pt x="19626" y="16615"/>
                      </a:cubicBezTo>
                      <a:cubicBezTo>
                        <a:pt x="19626" y="15785"/>
                        <a:pt x="19887" y="15785"/>
                        <a:pt x="19887" y="15785"/>
                      </a:cubicBezTo>
                      <a:cubicBezTo>
                        <a:pt x="20407" y="14123"/>
                        <a:pt x="21448" y="11631"/>
                        <a:pt x="21188" y="830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85" name="Shape">
                  <a:extLst>
                    <a:ext uri="{FF2B5EF4-FFF2-40B4-BE49-F238E27FC236}">
                      <a16:creationId xmlns:a16="http://schemas.microsoft.com/office/drawing/2014/main" id="{F401228A-A435-4E99-AD42-AF162C4652C3}"/>
                    </a:ext>
                  </a:extLst>
                </p:cNvPr>
                <p:cNvSpPr/>
                <p:nvPr/>
              </p:nvSpPr>
              <p:spPr>
                <a:xfrm>
                  <a:off x="1213131" y="493089"/>
                  <a:ext cx="2063676" cy="228304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57" h="21600" extrusionOk="0">
                      <a:moveTo>
                        <a:pt x="16228" y="13442"/>
                      </a:moveTo>
                      <a:cubicBezTo>
                        <a:pt x="15615" y="12237"/>
                        <a:pt x="15615" y="12237"/>
                        <a:pt x="15615" y="12237"/>
                      </a:cubicBezTo>
                      <a:cubicBezTo>
                        <a:pt x="15567" y="12237"/>
                        <a:pt x="15567" y="12237"/>
                        <a:pt x="15567" y="12237"/>
                      </a:cubicBezTo>
                      <a:cubicBezTo>
                        <a:pt x="15237" y="12199"/>
                        <a:pt x="14247" y="12043"/>
                        <a:pt x="13775" y="11033"/>
                      </a:cubicBezTo>
                      <a:cubicBezTo>
                        <a:pt x="13775" y="11033"/>
                        <a:pt x="13775" y="11033"/>
                        <a:pt x="13775" y="11033"/>
                      </a:cubicBezTo>
                      <a:cubicBezTo>
                        <a:pt x="10804" y="6565"/>
                        <a:pt x="10804" y="6565"/>
                        <a:pt x="10804" y="6565"/>
                      </a:cubicBezTo>
                      <a:cubicBezTo>
                        <a:pt x="12266" y="4196"/>
                        <a:pt x="12266" y="4196"/>
                        <a:pt x="12266" y="4196"/>
                      </a:cubicBezTo>
                      <a:cubicBezTo>
                        <a:pt x="12313" y="4118"/>
                        <a:pt x="12313" y="4118"/>
                        <a:pt x="12313" y="4118"/>
                      </a:cubicBezTo>
                      <a:cubicBezTo>
                        <a:pt x="12313" y="4079"/>
                        <a:pt x="12313" y="4079"/>
                        <a:pt x="12313" y="4079"/>
                      </a:cubicBezTo>
                      <a:cubicBezTo>
                        <a:pt x="12313" y="4040"/>
                        <a:pt x="12266" y="4001"/>
                        <a:pt x="12266" y="3924"/>
                      </a:cubicBezTo>
                      <a:cubicBezTo>
                        <a:pt x="12172" y="3768"/>
                        <a:pt x="12030" y="3691"/>
                        <a:pt x="11889" y="3613"/>
                      </a:cubicBezTo>
                      <a:cubicBezTo>
                        <a:pt x="11795" y="3574"/>
                        <a:pt x="11747" y="3535"/>
                        <a:pt x="11653" y="3496"/>
                      </a:cubicBezTo>
                      <a:cubicBezTo>
                        <a:pt x="11606" y="3419"/>
                        <a:pt x="11464" y="3341"/>
                        <a:pt x="11323" y="3341"/>
                      </a:cubicBezTo>
                      <a:cubicBezTo>
                        <a:pt x="11181" y="3341"/>
                        <a:pt x="11087" y="3458"/>
                        <a:pt x="10993" y="3496"/>
                      </a:cubicBezTo>
                      <a:cubicBezTo>
                        <a:pt x="10993" y="3496"/>
                        <a:pt x="10993" y="3535"/>
                        <a:pt x="10946" y="3535"/>
                      </a:cubicBezTo>
                      <a:cubicBezTo>
                        <a:pt x="10946" y="3574"/>
                        <a:pt x="10898" y="3574"/>
                        <a:pt x="10851" y="3613"/>
                      </a:cubicBezTo>
                      <a:cubicBezTo>
                        <a:pt x="10757" y="3652"/>
                        <a:pt x="10757" y="3652"/>
                        <a:pt x="10757" y="3652"/>
                      </a:cubicBezTo>
                      <a:cubicBezTo>
                        <a:pt x="10710" y="3691"/>
                        <a:pt x="10568" y="3768"/>
                        <a:pt x="10474" y="3768"/>
                      </a:cubicBezTo>
                      <a:cubicBezTo>
                        <a:pt x="10474" y="3691"/>
                        <a:pt x="10521" y="3496"/>
                        <a:pt x="10521" y="3419"/>
                      </a:cubicBezTo>
                      <a:cubicBezTo>
                        <a:pt x="10568" y="3341"/>
                        <a:pt x="10568" y="3302"/>
                        <a:pt x="10568" y="3263"/>
                      </a:cubicBezTo>
                      <a:cubicBezTo>
                        <a:pt x="10568" y="3186"/>
                        <a:pt x="10616" y="3108"/>
                        <a:pt x="10663" y="3030"/>
                      </a:cubicBezTo>
                      <a:cubicBezTo>
                        <a:pt x="10663" y="2991"/>
                        <a:pt x="10663" y="2991"/>
                        <a:pt x="10663" y="2953"/>
                      </a:cubicBezTo>
                      <a:cubicBezTo>
                        <a:pt x="10663" y="2953"/>
                        <a:pt x="10710" y="2914"/>
                        <a:pt x="10710" y="2914"/>
                      </a:cubicBezTo>
                      <a:cubicBezTo>
                        <a:pt x="10804" y="2836"/>
                        <a:pt x="10898" y="2719"/>
                        <a:pt x="10804" y="2603"/>
                      </a:cubicBezTo>
                      <a:cubicBezTo>
                        <a:pt x="10757" y="2525"/>
                        <a:pt x="10710" y="2486"/>
                        <a:pt x="10616" y="2486"/>
                      </a:cubicBezTo>
                      <a:cubicBezTo>
                        <a:pt x="10521" y="2486"/>
                        <a:pt x="10427" y="2525"/>
                        <a:pt x="10380" y="2564"/>
                      </a:cubicBezTo>
                      <a:cubicBezTo>
                        <a:pt x="10380" y="2603"/>
                        <a:pt x="10380" y="2603"/>
                        <a:pt x="10380" y="2603"/>
                      </a:cubicBezTo>
                      <a:cubicBezTo>
                        <a:pt x="10333" y="2603"/>
                        <a:pt x="10285" y="2642"/>
                        <a:pt x="10285" y="2642"/>
                      </a:cubicBezTo>
                      <a:cubicBezTo>
                        <a:pt x="10238" y="2681"/>
                        <a:pt x="10191" y="2681"/>
                        <a:pt x="10097" y="2719"/>
                      </a:cubicBezTo>
                      <a:cubicBezTo>
                        <a:pt x="10050" y="2758"/>
                        <a:pt x="10002" y="2797"/>
                        <a:pt x="9955" y="2875"/>
                      </a:cubicBezTo>
                      <a:cubicBezTo>
                        <a:pt x="9908" y="2914"/>
                        <a:pt x="9908" y="2914"/>
                        <a:pt x="9908" y="2914"/>
                      </a:cubicBezTo>
                      <a:cubicBezTo>
                        <a:pt x="9767" y="2991"/>
                        <a:pt x="9625" y="3108"/>
                        <a:pt x="9436" y="3108"/>
                      </a:cubicBezTo>
                      <a:cubicBezTo>
                        <a:pt x="9436" y="3108"/>
                        <a:pt x="9436" y="3108"/>
                        <a:pt x="9436" y="3108"/>
                      </a:cubicBezTo>
                      <a:cubicBezTo>
                        <a:pt x="9436" y="3108"/>
                        <a:pt x="9389" y="3030"/>
                        <a:pt x="9389" y="3030"/>
                      </a:cubicBezTo>
                      <a:cubicBezTo>
                        <a:pt x="9389" y="2991"/>
                        <a:pt x="9389" y="2953"/>
                        <a:pt x="9389" y="2914"/>
                      </a:cubicBezTo>
                      <a:cubicBezTo>
                        <a:pt x="9389" y="2875"/>
                        <a:pt x="9389" y="2836"/>
                        <a:pt x="9389" y="2758"/>
                      </a:cubicBezTo>
                      <a:cubicBezTo>
                        <a:pt x="9389" y="2719"/>
                        <a:pt x="9389" y="2681"/>
                        <a:pt x="9389" y="2603"/>
                      </a:cubicBezTo>
                      <a:cubicBezTo>
                        <a:pt x="9389" y="2564"/>
                        <a:pt x="9389" y="2525"/>
                        <a:pt x="9389" y="2486"/>
                      </a:cubicBezTo>
                      <a:cubicBezTo>
                        <a:pt x="9389" y="2486"/>
                        <a:pt x="9389" y="2486"/>
                        <a:pt x="9389" y="2486"/>
                      </a:cubicBezTo>
                      <a:cubicBezTo>
                        <a:pt x="9389" y="2486"/>
                        <a:pt x="9389" y="2486"/>
                        <a:pt x="9389" y="2486"/>
                      </a:cubicBezTo>
                      <a:cubicBezTo>
                        <a:pt x="9389" y="2447"/>
                        <a:pt x="9436" y="2447"/>
                        <a:pt x="9436" y="2409"/>
                      </a:cubicBezTo>
                      <a:cubicBezTo>
                        <a:pt x="9436" y="2370"/>
                        <a:pt x="9484" y="2331"/>
                        <a:pt x="9484" y="2292"/>
                      </a:cubicBezTo>
                      <a:cubicBezTo>
                        <a:pt x="9484" y="2253"/>
                        <a:pt x="9484" y="2253"/>
                        <a:pt x="9531" y="2214"/>
                      </a:cubicBezTo>
                      <a:cubicBezTo>
                        <a:pt x="9531" y="2176"/>
                        <a:pt x="9531" y="2098"/>
                        <a:pt x="9531" y="2059"/>
                      </a:cubicBezTo>
                      <a:cubicBezTo>
                        <a:pt x="9531" y="2059"/>
                        <a:pt x="9578" y="2020"/>
                        <a:pt x="9578" y="2020"/>
                      </a:cubicBezTo>
                      <a:cubicBezTo>
                        <a:pt x="9578" y="1942"/>
                        <a:pt x="9578" y="1904"/>
                        <a:pt x="9625" y="1865"/>
                      </a:cubicBezTo>
                      <a:cubicBezTo>
                        <a:pt x="9672" y="1709"/>
                        <a:pt x="9719" y="1593"/>
                        <a:pt x="9672" y="1437"/>
                      </a:cubicBezTo>
                      <a:cubicBezTo>
                        <a:pt x="9672" y="1321"/>
                        <a:pt x="9625" y="1204"/>
                        <a:pt x="9531" y="1127"/>
                      </a:cubicBezTo>
                      <a:cubicBezTo>
                        <a:pt x="9436" y="1049"/>
                        <a:pt x="9389" y="1010"/>
                        <a:pt x="9295" y="1010"/>
                      </a:cubicBezTo>
                      <a:cubicBezTo>
                        <a:pt x="9248" y="1010"/>
                        <a:pt x="9154" y="1010"/>
                        <a:pt x="9059" y="1127"/>
                      </a:cubicBezTo>
                      <a:cubicBezTo>
                        <a:pt x="9012" y="1204"/>
                        <a:pt x="8965" y="1360"/>
                        <a:pt x="8965" y="1515"/>
                      </a:cubicBezTo>
                      <a:cubicBezTo>
                        <a:pt x="8965" y="1515"/>
                        <a:pt x="8965" y="1515"/>
                        <a:pt x="8965" y="1515"/>
                      </a:cubicBezTo>
                      <a:cubicBezTo>
                        <a:pt x="8918" y="1515"/>
                        <a:pt x="8871" y="1515"/>
                        <a:pt x="8823" y="1515"/>
                      </a:cubicBezTo>
                      <a:cubicBezTo>
                        <a:pt x="8776" y="1515"/>
                        <a:pt x="8682" y="1554"/>
                        <a:pt x="8588" y="1632"/>
                      </a:cubicBezTo>
                      <a:cubicBezTo>
                        <a:pt x="8540" y="1632"/>
                        <a:pt x="8540" y="1671"/>
                        <a:pt x="8493" y="1671"/>
                      </a:cubicBezTo>
                      <a:cubicBezTo>
                        <a:pt x="8399" y="1709"/>
                        <a:pt x="8399" y="1709"/>
                        <a:pt x="8399" y="1709"/>
                      </a:cubicBezTo>
                      <a:cubicBezTo>
                        <a:pt x="8399" y="1709"/>
                        <a:pt x="8399" y="1709"/>
                        <a:pt x="8352" y="1748"/>
                      </a:cubicBezTo>
                      <a:cubicBezTo>
                        <a:pt x="8305" y="1748"/>
                        <a:pt x="8210" y="1787"/>
                        <a:pt x="8210" y="1787"/>
                      </a:cubicBezTo>
                      <a:cubicBezTo>
                        <a:pt x="8163" y="1787"/>
                        <a:pt x="8163" y="1787"/>
                        <a:pt x="8163" y="1748"/>
                      </a:cubicBezTo>
                      <a:cubicBezTo>
                        <a:pt x="8116" y="1748"/>
                        <a:pt x="8116" y="1709"/>
                        <a:pt x="8116" y="1709"/>
                      </a:cubicBezTo>
                      <a:cubicBezTo>
                        <a:pt x="8116" y="1671"/>
                        <a:pt x="8069" y="1593"/>
                        <a:pt x="8022" y="1554"/>
                      </a:cubicBezTo>
                      <a:cubicBezTo>
                        <a:pt x="7927" y="1515"/>
                        <a:pt x="7833" y="1476"/>
                        <a:pt x="7739" y="1476"/>
                      </a:cubicBezTo>
                      <a:cubicBezTo>
                        <a:pt x="7786" y="1476"/>
                        <a:pt x="7833" y="1476"/>
                        <a:pt x="7880" y="1437"/>
                      </a:cubicBezTo>
                      <a:cubicBezTo>
                        <a:pt x="7880" y="1437"/>
                        <a:pt x="7927" y="1437"/>
                        <a:pt x="7927" y="1437"/>
                      </a:cubicBezTo>
                      <a:cubicBezTo>
                        <a:pt x="7974" y="1437"/>
                        <a:pt x="8022" y="1437"/>
                        <a:pt x="8069" y="1437"/>
                      </a:cubicBezTo>
                      <a:cubicBezTo>
                        <a:pt x="8257" y="1399"/>
                        <a:pt x="8257" y="1204"/>
                        <a:pt x="8257" y="1165"/>
                      </a:cubicBezTo>
                      <a:cubicBezTo>
                        <a:pt x="8257" y="1088"/>
                        <a:pt x="8210" y="971"/>
                        <a:pt x="7974" y="971"/>
                      </a:cubicBezTo>
                      <a:cubicBezTo>
                        <a:pt x="7974" y="971"/>
                        <a:pt x="7974" y="971"/>
                        <a:pt x="7974" y="971"/>
                      </a:cubicBezTo>
                      <a:cubicBezTo>
                        <a:pt x="7927" y="971"/>
                        <a:pt x="7927" y="971"/>
                        <a:pt x="7880" y="1010"/>
                      </a:cubicBezTo>
                      <a:cubicBezTo>
                        <a:pt x="7880" y="1010"/>
                        <a:pt x="7880" y="1010"/>
                        <a:pt x="7880" y="1010"/>
                      </a:cubicBezTo>
                      <a:cubicBezTo>
                        <a:pt x="7880" y="1010"/>
                        <a:pt x="7880" y="1010"/>
                        <a:pt x="7880" y="1010"/>
                      </a:cubicBezTo>
                      <a:cubicBezTo>
                        <a:pt x="7880" y="971"/>
                        <a:pt x="7833" y="932"/>
                        <a:pt x="7833" y="894"/>
                      </a:cubicBezTo>
                      <a:cubicBezTo>
                        <a:pt x="7739" y="816"/>
                        <a:pt x="7597" y="777"/>
                        <a:pt x="7409" y="777"/>
                      </a:cubicBezTo>
                      <a:cubicBezTo>
                        <a:pt x="7361" y="777"/>
                        <a:pt x="7314" y="777"/>
                        <a:pt x="7267" y="816"/>
                      </a:cubicBezTo>
                      <a:cubicBezTo>
                        <a:pt x="7173" y="816"/>
                        <a:pt x="7173" y="855"/>
                        <a:pt x="7126" y="855"/>
                      </a:cubicBezTo>
                      <a:cubicBezTo>
                        <a:pt x="7078" y="894"/>
                        <a:pt x="7078" y="894"/>
                        <a:pt x="7078" y="894"/>
                      </a:cubicBezTo>
                      <a:cubicBezTo>
                        <a:pt x="7078" y="894"/>
                        <a:pt x="7078" y="894"/>
                        <a:pt x="7031" y="894"/>
                      </a:cubicBezTo>
                      <a:cubicBezTo>
                        <a:pt x="7031" y="855"/>
                        <a:pt x="6984" y="816"/>
                        <a:pt x="6890" y="816"/>
                      </a:cubicBezTo>
                      <a:cubicBezTo>
                        <a:pt x="6843" y="777"/>
                        <a:pt x="6748" y="777"/>
                        <a:pt x="6701" y="777"/>
                      </a:cubicBezTo>
                      <a:cubicBezTo>
                        <a:pt x="6607" y="777"/>
                        <a:pt x="6560" y="777"/>
                        <a:pt x="6512" y="777"/>
                      </a:cubicBezTo>
                      <a:cubicBezTo>
                        <a:pt x="6465" y="777"/>
                        <a:pt x="6418" y="777"/>
                        <a:pt x="6418" y="777"/>
                      </a:cubicBezTo>
                      <a:cubicBezTo>
                        <a:pt x="6324" y="777"/>
                        <a:pt x="6277" y="777"/>
                        <a:pt x="6229" y="777"/>
                      </a:cubicBezTo>
                      <a:cubicBezTo>
                        <a:pt x="5899" y="777"/>
                        <a:pt x="5899" y="777"/>
                        <a:pt x="5899" y="777"/>
                      </a:cubicBezTo>
                      <a:cubicBezTo>
                        <a:pt x="5852" y="777"/>
                        <a:pt x="5852" y="777"/>
                        <a:pt x="5805" y="777"/>
                      </a:cubicBezTo>
                      <a:cubicBezTo>
                        <a:pt x="5758" y="777"/>
                        <a:pt x="5711" y="816"/>
                        <a:pt x="5664" y="816"/>
                      </a:cubicBezTo>
                      <a:cubicBezTo>
                        <a:pt x="5475" y="816"/>
                        <a:pt x="5381" y="777"/>
                        <a:pt x="5333" y="738"/>
                      </a:cubicBezTo>
                      <a:cubicBezTo>
                        <a:pt x="5333" y="699"/>
                        <a:pt x="5333" y="699"/>
                        <a:pt x="5381" y="660"/>
                      </a:cubicBezTo>
                      <a:cubicBezTo>
                        <a:pt x="5381" y="622"/>
                        <a:pt x="5428" y="544"/>
                        <a:pt x="5428" y="466"/>
                      </a:cubicBezTo>
                      <a:cubicBezTo>
                        <a:pt x="5428" y="311"/>
                        <a:pt x="5286" y="194"/>
                        <a:pt x="5050" y="194"/>
                      </a:cubicBezTo>
                      <a:cubicBezTo>
                        <a:pt x="5050" y="194"/>
                        <a:pt x="5050" y="194"/>
                        <a:pt x="5003" y="194"/>
                      </a:cubicBezTo>
                      <a:cubicBezTo>
                        <a:pt x="5003" y="194"/>
                        <a:pt x="4956" y="194"/>
                        <a:pt x="4956" y="233"/>
                      </a:cubicBezTo>
                      <a:cubicBezTo>
                        <a:pt x="4956" y="194"/>
                        <a:pt x="4956" y="194"/>
                        <a:pt x="4909" y="194"/>
                      </a:cubicBezTo>
                      <a:cubicBezTo>
                        <a:pt x="4909" y="194"/>
                        <a:pt x="4909" y="194"/>
                        <a:pt x="4862" y="155"/>
                      </a:cubicBezTo>
                      <a:cubicBezTo>
                        <a:pt x="4815" y="117"/>
                        <a:pt x="4767" y="78"/>
                        <a:pt x="4626" y="78"/>
                      </a:cubicBezTo>
                      <a:cubicBezTo>
                        <a:pt x="4626" y="78"/>
                        <a:pt x="4579" y="78"/>
                        <a:pt x="4532" y="78"/>
                      </a:cubicBezTo>
                      <a:cubicBezTo>
                        <a:pt x="4437" y="117"/>
                        <a:pt x="4390" y="155"/>
                        <a:pt x="4343" y="194"/>
                      </a:cubicBezTo>
                      <a:cubicBezTo>
                        <a:pt x="4343" y="194"/>
                        <a:pt x="4343" y="194"/>
                        <a:pt x="4343" y="194"/>
                      </a:cubicBezTo>
                      <a:cubicBezTo>
                        <a:pt x="4343" y="194"/>
                        <a:pt x="4343" y="194"/>
                        <a:pt x="4343" y="194"/>
                      </a:cubicBezTo>
                      <a:cubicBezTo>
                        <a:pt x="4296" y="117"/>
                        <a:pt x="4249" y="0"/>
                        <a:pt x="4060" y="0"/>
                      </a:cubicBezTo>
                      <a:cubicBezTo>
                        <a:pt x="4060" y="0"/>
                        <a:pt x="4013" y="39"/>
                        <a:pt x="3966" y="39"/>
                      </a:cubicBezTo>
                      <a:cubicBezTo>
                        <a:pt x="3824" y="78"/>
                        <a:pt x="3777" y="155"/>
                        <a:pt x="3777" y="233"/>
                      </a:cubicBezTo>
                      <a:cubicBezTo>
                        <a:pt x="3730" y="233"/>
                        <a:pt x="3730" y="272"/>
                        <a:pt x="3730" y="272"/>
                      </a:cubicBezTo>
                      <a:cubicBezTo>
                        <a:pt x="3730" y="311"/>
                        <a:pt x="3730" y="311"/>
                        <a:pt x="3683" y="311"/>
                      </a:cubicBezTo>
                      <a:cubicBezTo>
                        <a:pt x="3636" y="350"/>
                        <a:pt x="3588" y="427"/>
                        <a:pt x="3588" y="544"/>
                      </a:cubicBezTo>
                      <a:cubicBezTo>
                        <a:pt x="3588" y="544"/>
                        <a:pt x="3588" y="544"/>
                        <a:pt x="3588" y="544"/>
                      </a:cubicBezTo>
                      <a:cubicBezTo>
                        <a:pt x="3541" y="544"/>
                        <a:pt x="3400" y="272"/>
                        <a:pt x="3400" y="272"/>
                      </a:cubicBezTo>
                      <a:cubicBezTo>
                        <a:pt x="3258" y="427"/>
                        <a:pt x="3258" y="427"/>
                        <a:pt x="3258" y="427"/>
                      </a:cubicBezTo>
                      <a:cubicBezTo>
                        <a:pt x="3258" y="466"/>
                        <a:pt x="3258" y="505"/>
                        <a:pt x="3211" y="505"/>
                      </a:cubicBezTo>
                      <a:cubicBezTo>
                        <a:pt x="3164" y="583"/>
                        <a:pt x="3117" y="660"/>
                        <a:pt x="3023" y="738"/>
                      </a:cubicBezTo>
                      <a:cubicBezTo>
                        <a:pt x="2975" y="855"/>
                        <a:pt x="2881" y="971"/>
                        <a:pt x="2740" y="1049"/>
                      </a:cubicBezTo>
                      <a:cubicBezTo>
                        <a:pt x="2692" y="1088"/>
                        <a:pt x="2598" y="1127"/>
                        <a:pt x="2504" y="1165"/>
                      </a:cubicBezTo>
                      <a:cubicBezTo>
                        <a:pt x="2362" y="1243"/>
                        <a:pt x="2221" y="1282"/>
                        <a:pt x="2174" y="1399"/>
                      </a:cubicBezTo>
                      <a:cubicBezTo>
                        <a:pt x="2079" y="1476"/>
                        <a:pt x="2079" y="1554"/>
                        <a:pt x="2032" y="1671"/>
                      </a:cubicBezTo>
                      <a:cubicBezTo>
                        <a:pt x="2032" y="1748"/>
                        <a:pt x="1985" y="1826"/>
                        <a:pt x="1938" y="1904"/>
                      </a:cubicBezTo>
                      <a:cubicBezTo>
                        <a:pt x="1796" y="2098"/>
                        <a:pt x="1655" y="2214"/>
                        <a:pt x="1419" y="2370"/>
                      </a:cubicBezTo>
                      <a:cubicBezTo>
                        <a:pt x="1372" y="2409"/>
                        <a:pt x="1372" y="2409"/>
                        <a:pt x="1372" y="2409"/>
                      </a:cubicBezTo>
                      <a:cubicBezTo>
                        <a:pt x="1325" y="2447"/>
                        <a:pt x="1230" y="2564"/>
                        <a:pt x="1230" y="2642"/>
                      </a:cubicBezTo>
                      <a:cubicBezTo>
                        <a:pt x="1230" y="2719"/>
                        <a:pt x="1278" y="2836"/>
                        <a:pt x="1419" y="2914"/>
                      </a:cubicBezTo>
                      <a:cubicBezTo>
                        <a:pt x="1513" y="2991"/>
                        <a:pt x="1702" y="3030"/>
                        <a:pt x="1891" y="3108"/>
                      </a:cubicBezTo>
                      <a:cubicBezTo>
                        <a:pt x="2079" y="3147"/>
                        <a:pt x="2315" y="3224"/>
                        <a:pt x="2362" y="3341"/>
                      </a:cubicBezTo>
                      <a:cubicBezTo>
                        <a:pt x="2409" y="3458"/>
                        <a:pt x="2409" y="3574"/>
                        <a:pt x="2315" y="3729"/>
                      </a:cubicBezTo>
                      <a:cubicBezTo>
                        <a:pt x="2268" y="3846"/>
                        <a:pt x="2079" y="3963"/>
                        <a:pt x="1891" y="4079"/>
                      </a:cubicBezTo>
                      <a:cubicBezTo>
                        <a:pt x="1608" y="4312"/>
                        <a:pt x="1278" y="4545"/>
                        <a:pt x="1419" y="4778"/>
                      </a:cubicBezTo>
                      <a:cubicBezTo>
                        <a:pt x="1466" y="4856"/>
                        <a:pt x="1560" y="4934"/>
                        <a:pt x="1655" y="5012"/>
                      </a:cubicBezTo>
                      <a:cubicBezTo>
                        <a:pt x="1891" y="5128"/>
                        <a:pt x="2032" y="5245"/>
                        <a:pt x="1891" y="5439"/>
                      </a:cubicBezTo>
                      <a:cubicBezTo>
                        <a:pt x="1749" y="5672"/>
                        <a:pt x="1419" y="5866"/>
                        <a:pt x="1136" y="6022"/>
                      </a:cubicBezTo>
                      <a:cubicBezTo>
                        <a:pt x="1042" y="6099"/>
                        <a:pt x="1042" y="6099"/>
                        <a:pt x="1042" y="6099"/>
                      </a:cubicBezTo>
                      <a:cubicBezTo>
                        <a:pt x="664" y="6294"/>
                        <a:pt x="712" y="6604"/>
                        <a:pt x="712" y="6915"/>
                      </a:cubicBezTo>
                      <a:cubicBezTo>
                        <a:pt x="759" y="6993"/>
                        <a:pt x="759" y="6993"/>
                        <a:pt x="759" y="6993"/>
                      </a:cubicBezTo>
                      <a:cubicBezTo>
                        <a:pt x="759" y="7148"/>
                        <a:pt x="806" y="7226"/>
                        <a:pt x="900" y="7342"/>
                      </a:cubicBezTo>
                      <a:cubicBezTo>
                        <a:pt x="900" y="7381"/>
                        <a:pt x="947" y="7420"/>
                        <a:pt x="995" y="7459"/>
                      </a:cubicBezTo>
                      <a:cubicBezTo>
                        <a:pt x="1042" y="7576"/>
                        <a:pt x="1042" y="7731"/>
                        <a:pt x="995" y="7886"/>
                      </a:cubicBezTo>
                      <a:cubicBezTo>
                        <a:pt x="995" y="7925"/>
                        <a:pt x="995" y="7964"/>
                        <a:pt x="995" y="8003"/>
                      </a:cubicBezTo>
                      <a:cubicBezTo>
                        <a:pt x="995" y="8081"/>
                        <a:pt x="995" y="8081"/>
                        <a:pt x="995" y="8081"/>
                      </a:cubicBezTo>
                      <a:cubicBezTo>
                        <a:pt x="947" y="8236"/>
                        <a:pt x="947" y="8430"/>
                        <a:pt x="947" y="8624"/>
                      </a:cubicBezTo>
                      <a:cubicBezTo>
                        <a:pt x="947" y="8624"/>
                        <a:pt x="995" y="8663"/>
                        <a:pt x="995" y="8702"/>
                      </a:cubicBezTo>
                      <a:cubicBezTo>
                        <a:pt x="995" y="8819"/>
                        <a:pt x="1042" y="8935"/>
                        <a:pt x="947" y="9091"/>
                      </a:cubicBezTo>
                      <a:cubicBezTo>
                        <a:pt x="900" y="9246"/>
                        <a:pt x="759" y="9324"/>
                        <a:pt x="617" y="9440"/>
                      </a:cubicBezTo>
                      <a:cubicBezTo>
                        <a:pt x="523" y="9518"/>
                        <a:pt x="429" y="9557"/>
                        <a:pt x="381" y="9673"/>
                      </a:cubicBezTo>
                      <a:cubicBezTo>
                        <a:pt x="287" y="9790"/>
                        <a:pt x="287" y="9945"/>
                        <a:pt x="334" y="10140"/>
                      </a:cubicBezTo>
                      <a:cubicBezTo>
                        <a:pt x="334" y="10178"/>
                        <a:pt x="334" y="10256"/>
                        <a:pt x="334" y="10295"/>
                      </a:cubicBezTo>
                      <a:cubicBezTo>
                        <a:pt x="381" y="10489"/>
                        <a:pt x="287" y="10606"/>
                        <a:pt x="146" y="10722"/>
                      </a:cubicBezTo>
                      <a:cubicBezTo>
                        <a:pt x="146" y="10761"/>
                        <a:pt x="98" y="10800"/>
                        <a:pt x="51" y="10878"/>
                      </a:cubicBezTo>
                      <a:cubicBezTo>
                        <a:pt x="-43" y="11033"/>
                        <a:pt x="4" y="11072"/>
                        <a:pt x="98" y="11188"/>
                      </a:cubicBezTo>
                      <a:cubicBezTo>
                        <a:pt x="146" y="11227"/>
                        <a:pt x="193" y="11266"/>
                        <a:pt x="240" y="11305"/>
                      </a:cubicBezTo>
                      <a:cubicBezTo>
                        <a:pt x="334" y="11499"/>
                        <a:pt x="334" y="11694"/>
                        <a:pt x="334" y="11927"/>
                      </a:cubicBezTo>
                      <a:cubicBezTo>
                        <a:pt x="334" y="12082"/>
                        <a:pt x="334" y="12237"/>
                        <a:pt x="381" y="12393"/>
                      </a:cubicBezTo>
                      <a:cubicBezTo>
                        <a:pt x="429" y="12471"/>
                        <a:pt x="476" y="12509"/>
                        <a:pt x="523" y="12587"/>
                      </a:cubicBezTo>
                      <a:cubicBezTo>
                        <a:pt x="617" y="12665"/>
                        <a:pt x="664" y="12742"/>
                        <a:pt x="664" y="12820"/>
                      </a:cubicBezTo>
                      <a:cubicBezTo>
                        <a:pt x="712" y="13014"/>
                        <a:pt x="617" y="13131"/>
                        <a:pt x="570" y="13247"/>
                      </a:cubicBezTo>
                      <a:cubicBezTo>
                        <a:pt x="476" y="13325"/>
                        <a:pt x="429" y="13403"/>
                        <a:pt x="429" y="13519"/>
                      </a:cubicBezTo>
                      <a:cubicBezTo>
                        <a:pt x="381" y="13675"/>
                        <a:pt x="476" y="13830"/>
                        <a:pt x="617" y="13908"/>
                      </a:cubicBezTo>
                      <a:cubicBezTo>
                        <a:pt x="712" y="13947"/>
                        <a:pt x="806" y="13986"/>
                        <a:pt x="900" y="13986"/>
                      </a:cubicBezTo>
                      <a:cubicBezTo>
                        <a:pt x="995" y="13986"/>
                        <a:pt x="1089" y="14024"/>
                        <a:pt x="1183" y="14063"/>
                      </a:cubicBezTo>
                      <a:cubicBezTo>
                        <a:pt x="1230" y="14102"/>
                        <a:pt x="1230" y="14102"/>
                        <a:pt x="1278" y="14141"/>
                      </a:cubicBezTo>
                      <a:cubicBezTo>
                        <a:pt x="1325" y="14180"/>
                        <a:pt x="1325" y="14219"/>
                        <a:pt x="1372" y="14258"/>
                      </a:cubicBezTo>
                      <a:cubicBezTo>
                        <a:pt x="1466" y="14296"/>
                        <a:pt x="1513" y="14296"/>
                        <a:pt x="1608" y="14296"/>
                      </a:cubicBezTo>
                      <a:cubicBezTo>
                        <a:pt x="1608" y="14296"/>
                        <a:pt x="1655" y="14296"/>
                        <a:pt x="1702" y="14296"/>
                      </a:cubicBezTo>
                      <a:cubicBezTo>
                        <a:pt x="1749" y="14296"/>
                        <a:pt x="1749" y="14296"/>
                        <a:pt x="1796" y="14296"/>
                      </a:cubicBezTo>
                      <a:cubicBezTo>
                        <a:pt x="1938" y="14296"/>
                        <a:pt x="2032" y="14296"/>
                        <a:pt x="2079" y="14374"/>
                      </a:cubicBezTo>
                      <a:cubicBezTo>
                        <a:pt x="2174" y="14491"/>
                        <a:pt x="2126" y="14568"/>
                        <a:pt x="1938" y="14724"/>
                      </a:cubicBezTo>
                      <a:cubicBezTo>
                        <a:pt x="1891" y="14763"/>
                        <a:pt x="1891" y="14801"/>
                        <a:pt x="1843" y="14840"/>
                      </a:cubicBezTo>
                      <a:cubicBezTo>
                        <a:pt x="1749" y="14957"/>
                        <a:pt x="1796" y="15073"/>
                        <a:pt x="1796" y="15229"/>
                      </a:cubicBezTo>
                      <a:cubicBezTo>
                        <a:pt x="1843" y="15306"/>
                        <a:pt x="1843" y="15384"/>
                        <a:pt x="1843" y="15501"/>
                      </a:cubicBezTo>
                      <a:cubicBezTo>
                        <a:pt x="1796" y="15578"/>
                        <a:pt x="1796" y="15617"/>
                        <a:pt x="1796" y="15617"/>
                      </a:cubicBezTo>
                      <a:cubicBezTo>
                        <a:pt x="1749" y="15656"/>
                        <a:pt x="1749" y="15656"/>
                        <a:pt x="1749" y="15695"/>
                      </a:cubicBezTo>
                      <a:cubicBezTo>
                        <a:pt x="1702" y="15773"/>
                        <a:pt x="1702" y="15773"/>
                        <a:pt x="1702" y="15773"/>
                      </a:cubicBezTo>
                      <a:cubicBezTo>
                        <a:pt x="1796" y="15812"/>
                        <a:pt x="1796" y="15812"/>
                        <a:pt x="1796" y="15812"/>
                      </a:cubicBezTo>
                      <a:cubicBezTo>
                        <a:pt x="2787" y="16317"/>
                        <a:pt x="3824" y="16783"/>
                        <a:pt x="4815" y="17249"/>
                      </a:cubicBezTo>
                      <a:cubicBezTo>
                        <a:pt x="4815" y="17249"/>
                        <a:pt x="4815" y="17249"/>
                        <a:pt x="4815" y="17249"/>
                      </a:cubicBezTo>
                      <a:cubicBezTo>
                        <a:pt x="12596" y="20590"/>
                        <a:pt x="18869" y="21445"/>
                        <a:pt x="20048" y="21600"/>
                      </a:cubicBezTo>
                      <a:cubicBezTo>
                        <a:pt x="20189" y="21600"/>
                        <a:pt x="20189" y="21600"/>
                        <a:pt x="20189" y="21600"/>
                      </a:cubicBezTo>
                      <a:cubicBezTo>
                        <a:pt x="20236" y="21483"/>
                        <a:pt x="20236" y="21483"/>
                        <a:pt x="20236" y="21483"/>
                      </a:cubicBezTo>
                      <a:cubicBezTo>
                        <a:pt x="20850" y="18181"/>
                        <a:pt x="21321" y="16239"/>
                        <a:pt x="21510" y="15656"/>
                      </a:cubicBezTo>
                      <a:cubicBezTo>
                        <a:pt x="21557" y="15578"/>
                        <a:pt x="21557" y="15578"/>
                        <a:pt x="21557" y="15578"/>
                      </a:cubicBezTo>
                      <a:lnTo>
                        <a:pt x="16228" y="13442"/>
                      </a:lnTo>
                      <a:close/>
                      <a:moveTo>
                        <a:pt x="4956" y="1709"/>
                      </a:moveTo>
                      <a:cubicBezTo>
                        <a:pt x="4956" y="1709"/>
                        <a:pt x="4909" y="1709"/>
                        <a:pt x="4909" y="1671"/>
                      </a:cubicBezTo>
                      <a:cubicBezTo>
                        <a:pt x="4862" y="1671"/>
                        <a:pt x="4862" y="1632"/>
                        <a:pt x="4862" y="1593"/>
                      </a:cubicBezTo>
                      <a:cubicBezTo>
                        <a:pt x="4862" y="1515"/>
                        <a:pt x="4956" y="1476"/>
                        <a:pt x="5192" y="1437"/>
                      </a:cubicBezTo>
                      <a:cubicBezTo>
                        <a:pt x="5192" y="1437"/>
                        <a:pt x="5239" y="1437"/>
                        <a:pt x="5239" y="1437"/>
                      </a:cubicBezTo>
                      <a:cubicBezTo>
                        <a:pt x="5239" y="1476"/>
                        <a:pt x="5192" y="1476"/>
                        <a:pt x="5192" y="1515"/>
                      </a:cubicBezTo>
                      <a:cubicBezTo>
                        <a:pt x="5192" y="1554"/>
                        <a:pt x="5145" y="1554"/>
                        <a:pt x="5145" y="1554"/>
                      </a:cubicBezTo>
                      <a:cubicBezTo>
                        <a:pt x="5098" y="1632"/>
                        <a:pt x="5098" y="1671"/>
                        <a:pt x="5003" y="1709"/>
                      </a:cubicBezTo>
                      <a:cubicBezTo>
                        <a:pt x="5003" y="1709"/>
                        <a:pt x="5003" y="1709"/>
                        <a:pt x="4956" y="1709"/>
                      </a:cubicBezTo>
                      <a:close/>
                      <a:moveTo>
                        <a:pt x="10898" y="8236"/>
                      </a:moveTo>
                      <a:cubicBezTo>
                        <a:pt x="10851" y="8236"/>
                        <a:pt x="10804" y="8236"/>
                        <a:pt x="10757" y="8236"/>
                      </a:cubicBezTo>
                      <a:cubicBezTo>
                        <a:pt x="10757" y="8236"/>
                        <a:pt x="10757" y="8236"/>
                        <a:pt x="10757" y="8236"/>
                      </a:cubicBezTo>
                      <a:cubicBezTo>
                        <a:pt x="10710" y="8236"/>
                        <a:pt x="10663" y="8236"/>
                        <a:pt x="10616" y="8236"/>
                      </a:cubicBezTo>
                      <a:cubicBezTo>
                        <a:pt x="10568" y="8236"/>
                        <a:pt x="10521" y="8236"/>
                        <a:pt x="10427" y="8236"/>
                      </a:cubicBezTo>
                      <a:cubicBezTo>
                        <a:pt x="10333" y="8236"/>
                        <a:pt x="10191" y="8236"/>
                        <a:pt x="10050" y="8314"/>
                      </a:cubicBezTo>
                      <a:cubicBezTo>
                        <a:pt x="9955" y="8391"/>
                        <a:pt x="9767" y="8469"/>
                        <a:pt x="9767" y="8624"/>
                      </a:cubicBezTo>
                      <a:cubicBezTo>
                        <a:pt x="9767" y="8741"/>
                        <a:pt x="9908" y="8819"/>
                        <a:pt x="10002" y="8858"/>
                      </a:cubicBezTo>
                      <a:cubicBezTo>
                        <a:pt x="10002" y="8858"/>
                        <a:pt x="10002" y="8858"/>
                        <a:pt x="10002" y="8858"/>
                      </a:cubicBezTo>
                      <a:cubicBezTo>
                        <a:pt x="10191" y="8935"/>
                        <a:pt x="10333" y="9013"/>
                        <a:pt x="10427" y="9129"/>
                      </a:cubicBezTo>
                      <a:cubicBezTo>
                        <a:pt x="10427" y="9168"/>
                        <a:pt x="10427" y="9168"/>
                        <a:pt x="10427" y="9168"/>
                      </a:cubicBezTo>
                      <a:cubicBezTo>
                        <a:pt x="10474" y="9168"/>
                        <a:pt x="10474" y="9168"/>
                        <a:pt x="10474" y="9168"/>
                      </a:cubicBezTo>
                      <a:cubicBezTo>
                        <a:pt x="10521" y="9207"/>
                        <a:pt x="10568" y="9207"/>
                        <a:pt x="10616" y="9246"/>
                      </a:cubicBezTo>
                      <a:cubicBezTo>
                        <a:pt x="10710" y="9285"/>
                        <a:pt x="10804" y="9324"/>
                        <a:pt x="10946" y="9324"/>
                      </a:cubicBezTo>
                      <a:cubicBezTo>
                        <a:pt x="10946" y="9324"/>
                        <a:pt x="10993" y="9324"/>
                        <a:pt x="10993" y="9324"/>
                      </a:cubicBezTo>
                      <a:cubicBezTo>
                        <a:pt x="11134" y="9324"/>
                        <a:pt x="11229" y="9285"/>
                        <a:pt x="11323" y="9246"/>
                      </a:cubicBezTo>
                      <a:cubicBezTo>
                        <a:pt x="11370" y="9207"/>
                        <a:pt x="11417" y="9207"/>
                        <a:pt x="11464" y="9168"/>
                      </a:cubicBezTo>
                      <a:cubicBezTo>
                        <a:pt x="11464" y="9168"/>
                        <a:pt x="11512" y="9168"/>
                        <a:pt x="11464" y="9168"/>
                      </a:cubicBezTo>
                      <a:cubicBezTo>
                        <a:pt x="11512" y="9207"/>
                        <a:pt x="11464" y="9363"/>
                        <a:pt x="11417" y="9440"/>
                      </a:cubicBezTo>
                      <a:cubicBezTo>
                        <a:pt x="11370" y="9479"/>
                        <a:pt x="11276" y="9518"/>
                        <a:pt x="11181" y="9557"/>
                      </a:cubicBezTo>
                      <a:cubicBezTo>
                        <a:pt x="11040" y="9635"/>
                        <a:pt x="10851" y="9712"/>
                        <a:pt x="10804" y="9906"/>
                      </a:cubicBezTo>
                      <a:cubicBezTo>
                        <a:pt x="10804" y="9906"/>
                        <a:pt x="10804" y="9945"/>
                        <a:pt x="10804" y="9984"/>
                      </a:cubicBezTo>
                      <a:cubicBezTo>
                        <a:pt x="10804" y="10023"/>
                        <a:pt x="10804" y="10062"/>
                        <a:pt x="10804" y="10062"/>
                      </a:cubicBezTo>
                      <a:cubicBezTo>
                        <a:pt x="10804" y="10062"/>
                        <a:pt x="10757" y="10062"/>
                        <a:pt x="10757" y="10062"/>
                      </a:cubicBezTo>
                      <a:cubicBezTo>
                        <a:pt x="10710" y="10062"/>
                        <a:pt x="10616" y="10062"/>
                        <a:pt x="10616" y="10023"/>
                      </a:cubicBezTo>
                      <a:cubicBezTo>
                        <a:pt x="10568" y="10023"/>
                        <a:pt x="10568" y="9984"/>
                        <a:pt x="10521" y="9945"/>
                      </a:cubicBezTo>
                      <a:cubicBezTo>
                        <a:pt x="10474" y="9868"/>
                        <a:pt x="10474" y="9829"/>
                        <a:pt x="10380" y="9790"/>
                      </a:cubicBezTo>
                      <a:cubicBezTo>
                        <a:pt x="10285" y="9673"/>
                        <a:pt x="10050" y="9635"/>
                        <a:pt x="9955" y="9596"/>
                      </a:cubicBezTo>
                      <a:cubicBezTo>
                        <a:pt x="9908" y="9596"/>
                        <a:pt x="9908" y="9596"/>
                        <a:pt x="9861" y="9596"/>
                      </a:cubicBezTo>
                      <a:cubicBezTo>
                        <a:pt x="9719" y="9596"/>
                        <a:pt x="9484" y="9673"/>
                        <a:pt x="9389" y="9790"/>
                      </a:cubicBezTo>
                      <a:cubicBezTo>
                        <a:pt x="9342" y="9868"/>
                        <a:pt x="9342" y="9984"/>
                        <a:pt x="9389" y="10062"/>
                      </a:cubicBezTo>
                      <a:cubicBezTo>
                        <a:pt x="9389" y="10101"/>
                        <a:pt x="9436" y="10140"/>
                        <a:pt x="9436" y="10140"/>
                      </a:cubicBezTo>
                      <a:cubicBezTo>
                        <a:pt x="9436" y="10140"/>
                        <a:pt x="9389" y="10140"/>
                        <a:pt x="9342" y="10140"/>
                      </a:cubicBezTo>
                      <a:cubicBezTo>
                        <a:pt x="9295" y="10140"/>
                        <a:pt x="9248" y="10140"/>
                        <a:pt x="9201" y="10178"/>
                      </a:cubicBezTo>
                      <a:cubicBezTo>
                        <a:pt x="9154" y="10178"/>
                        <a:pt x="9106" y="10178"/>
                        <a:pt x="9059" y="10217"/>
                      </a:cubicBezTo>
                      <a:cubicBezTo>
                        <a:pt x="9012" y="10217"/>
                        <a:pt x="8965" y="10217"/>
                        <a:pt x="8918" y="10217"/>
                      </a:cubicBezTo>
                      <a:cubicBezTo>
                        <a:pt x="8871" y="10256"/>
                        <a:pt x="8776" y="10256"/>
                        <a:pt x="8682" y="10295"/>
                      </a:cubicBezTo>
                      <a:cubicBezTo>
                        <a:pt x="8729" y="10256"/>
                        <a:pt x="8776" y="10256"/>
                        <a:pt x="8823" y="10256"/>
                      </a:cubicBezTo>
                      <a:cubicBezTo>
                        <a:pt x="9012" y="10178"/>
                        <a:pt x="9154" y="10062"/>
                        <a:pt x="9248" y="9945"/>
                      </a:cubicBezTo>
                      <a:cubicBezTo>
                        <a:pt x="9295" y="9790"/>
                        <a:pt x="9295" y="9673"/>
                        <a:pt x="9201" y="9518"/>
                      </a:cubicBezTo>
                      <a:cubicBezTo>
                        <a:pt x="9154" y="9440"/>
                        <a:pt x="9154" y="9440"/>
                        <a:pt x="9154" y="9440"/>
                      </a:cubicBezTo>
                      <a:cubicBezTo>
                        <a:pt x="9059" y="9440"/>
                        <a:pt x="9059" y="9440"/>
                        <a:pt x="9059" y="9440"/>
                      </a:cubicBezTo>
                      <a:cubicBezTo>
                        <a:pt x="8871" y="9440"/>
                        <a:pt x="8635" y="9479"/>
                        <a:pt x="8399" y="9518"/>
                      </a:cubicBezTo>
                      <a:cubicBezTo>
                        <a:pt x="8210" y="9557"/>
                        <a:pt x="8116" y="9673"/>
                        <a:pt x="7974" y="9751"/>
                      </a:cubicBezTo>
                      <a:cubicBezTo>
                        <a:pt x="7927" y="9790"/>
                        <a:pt x="7833" y="9829"/>
                        <a:pt x="7786" y="9868"/>
                      </a:cubicBezTo>
                      <a:cubicBezTo>
                        <a:pt x="7739" y="9906"/>
                        <a:pt x="7691" y="9906"/>
                        <a:pt x="7644" y="9906"/>
                      </a:cubicBezTo>
                      <a:cubicBezTo>
                        <a:pt x="7550" y="9906"/>
                        <a:pt x="7456" y="9790"/>
                        <a:pt x="7314" y="9712"/>
                      </a:cubicBezTo>
                      <a:cubicBezTo>
                        <a:pt x="7267" y="9673"/>
                        <a:pt x="7220" y="9635"/>
                        <a:pt x="7220" y="9596"/>
                      </a:cubicBezTo>
                      <a:cubicBezTo>
                        <a:pt x="7173" y="9596"/>
                        <a:pt x="7126" y="9557"/>
                        <a:pt x="7126" y="9557"/>
                      </a:cubicBezTo>
                      <a:cubicBezTo>
                        <a:pt x="7078" y="9557"/>
                        <a:pt x="7078" y="9518"/>
                        <a:pt x="7078" y="9518"/>
                      </a:cubicBezTo>
                      <a:cubicBezTo>
                        <a:pt x="7126" y="9518"/>
                        <a:pt x="7173" y="9557"/>
                        <a:pt x="7220" y="9557"/>
                      </a:cubicBezTo>
                      <a:cubicBezTo>
                        <a:pt x="7267" y="9557"/>
                        <a:pt x="7314" y="9518"/>
                        <a:pt x="7361" y="9518"/>
                      </a:cubicBezTo>
                      <a:cubicBezTo>
                        <a:pt x="7550" y="9440"/>
                        <a:pt x="7644" y="9285"/>
                        <a:pt x="7691" y="9168"/>
                      </a:cubicBezTo>
                      <a:cubicBezTo>
                        <a:pt x="7739" y="9168"/>
                        <a:pt x="7739" y="9168"/>
                        <a:pt x="7786" y="9168"/>
                      </a:cubicBezTo>
                      <a:cubicBezTo>
                        <a:pt x="7833" y="9168"/>
                        <a:pt x="7880" y="9168"/>
                        <a:pt x="7927" y="9168"/>
                      </a:cubicBezTo>
                      <a:cubicBezTo>
                        <a:pt x="7974" y="9168"/>
                        <a:pt x="8116" y="9168"/>
                        <a:pt x="8257" y="9052"/>
                      </a:cubicBezTo>
                      <a:cubicBezTo>
                        <a:pt x="8305" y="8974"/>
                        <a:pt x="8352" y="8935"/>
                        <a:pt x="8352" y="8858"/>
                      </a:cubicBezTo>
                      <a:cubicBezTo>
                        <a:pt x="8352" y="8858"/>
                        <a:pt x="8352" y="8896"/>
                        <a:pt x="8352" y="8896"/>
                      </a:cubicBezTo>
                      <a:cubicBezTo>
                        <a:pt x="8540" y="9013"/>
                        <a:pt x="8635" y="9091"/>
                        <a:pt x="8871" y="9091"/>
                      </a:cubicBezTo>
                      <a:cubicBezTo>
                        <a:pt x="8871" y="9091"/>
                        <a:pt x="8918" y="9091"/>
                        <a:pt x="8965" y="9091"/>
                      </a:cubicBezTo>
                      <a:cubicBezTo>
                        <a:pt x="9106" y="9052"/>
                        <a:pt x="9106" y="9052"/>
                        <a:pt x="9106" y="9052"/>
                      </a:cubicBezTo>
                      <a:cubicBezTo>
                        <a:pt x="9106" y="8974"/>
                        <a:pt x="9106" y="8974"/>
                        <a:pt x="9106" y="8974"/>
                      </a:cubicBezTo>
                      <a:cubicBezTo>
                        <a:pt x="9106" y="8586"/>
                        <a:pt x="8918" y="8430"/>
                        <a:pt x="8635" y="8197"/>
                      </a:cubicBezTo>
                      <a:cubicBezTo>
                        <a:pt x="8588" y="8197"/>
                        <a:pt x="8588" y="8197"/>
                        <a:pt x="8540" y="8158"/>
                      </a:cubicBezTo>
                      <a:cubicBezTo>
                        <a:pt x="8493" y="8119"/>
                        <a:pt x="8352" y="8042"/>
                        <a:pt x="8210" y="8003"/>
                      </a:cubicBezTo>
                      <a:cubicBezTo>
                        <a:pt x="8163" y="8003"/>
                        <a:pt x="8163" y="8003"/>
                        <a:pt x="8163" y="8003"/>
                      </a:cubicBezTo>
                      <a:cubicBezTo>
                        <a:pt x="8116" y="8003"/>
                        <a:pt x="8069" y="8042"/>
                        <a:pt x="8022" y="8042"/>
                      </a:cubicBezTo>
                      <a:cubicBezTo>
                        <a:pt x="8022" y="8042"/>
                        <a:pt x="8022" y="8042"/>
                        <a:pt x="8022" y="8042"/>
                      </a:cubicBezTo>
                      <a:cubicBezTo>
                        <a:pt x="7974" y="8042"/>
                        <a:pt x="7927" y="8003"/>
                        <a:pt x="7880" y="7964"/>
                      </a:cubicBezTo>
                      <a:cubicBezTo>
                        <a:pt x="7880" y="7964"/>
                        <a:pt x="7880" y="7964"/>
                        <a:pt x="7880" y="7964"/>
                      </a:cubicBezTo>
                      <a:cubicBezTo>
                        <a:pt x="7786" y="7886"/>
                        <a:pt x="7739" y="7886"/>
                        <a:pt x="7597" y="7847"/>
                      </a:cubicBezTo>
                      <a:cubicBezTo>
                        <a:pt x="7550" y="7809"/>
                        <a:pt x="7550" y="7809"/>
                        <a:pt x="7503" y="7770"/>
                      </a:cubicBezTo>
                      <a:cubicBezTo>
                        <a:pt x="7456" y="7770"/>
                        <a:pt x="7409" y="7731"/>
                        <a:pt x="7361" y="7731"/>
                      </a:cubicBezTo>
                      <a:cubicBezTo>
                        <a:pt x="7361" y="7731"/>
                        <a:pt x="7361" y="7731"/>
                        <a:pt x="7314" y="7692"/>
                      </a:cubicBezTo>
                      <a:cubicBezTo>
                        <a:pt x="7361" y="7731"/>
                        <a:pt x="7361" y="7731"/>
                        <a:pt x="7409" y="7731"/>
                      </a:cubicBezTo>
                      <a:cubicBezTo>
                        <a:pt x="7456" y="7770"/>
                        <a:pt x="7550" y="7770"/>
                        <a:pt x="7644" y="7770"/>
                      </a:cubicBezTo>
                      <a:cubicBezTo>
                        <a:pt x="7644" y="7770"/>
                        <a:pt x="7644" y="7770"/>
                        <a:pt x="7691" y="7770"/>
                      </a:cubicBezTo>
                      <a:cubicBezTo>
                        <a:pt x="7739" y="7770"/>
                        <a:pt x="7786" y="7770"/>
                        <a:pt x="7833" y="7731"/>
                      </a:cubicBezTo>
                      <a:cubicBezTo>
                        <a:pt x="7833" y="7731"/>
                        <a:pt x="7880" y="7731"/>
                        <a:pt x="7927" y="7731"/>
                      </a:cubicBezTo>
                      <a:cubicBezTo>
                        <a:pt x="7927" y="7731"/>
                        <a:pt x="7927" y="7731"/>
                        <a:pt x="7974" y="7731"/>
                      </a:cubicBezTo>
                      <a:cubicBezTo>
                        <a:pt x="8022" y="7731"/>
                        <a:pt x="8022" y="7770"/>
                        <a:pt x="8069" y="7770"/>
                      </a:cubicBezTo>
                      <a:cubicBezTo>
                        <a:pt x="8163" y="7809"/>
                        <a:pt x="8210" y="7809"/>
                        <a:pt x="8257" y="7809"/>
                      </a:cubicBezTo>
                      <a:cubicBezTo>
                        <a:pt x="8399" y="7847"/>
                        <a:pt x="8540" y="7886"/>
                        <a:pt x="8682" y="7925"/>
                      </a:cubicBezTo>
                      <a:cubicBezTo>
                        <a:pt x="8918" y="8003"/>
                        <a:pt x="9106" y="8081"/>
                        <a:pt x="9389" y="8081"/>
                      </a:cubicBezTo>
                      <a:cubicBezTo>
                        <a:pt x="9436" y="8081"/>
                        <a:pt x="9436" y="8081"/>
                        <a:pt x="9484" y="8081"/>
                      </a:cubicBezTo>
                      <a:cubicBezTo>
                        <a:pt x="9625" y="8042"/>
                        <a:pt x="9719" y="8042"/>
                        <a:pt x="9814" y="8003"/>
                      </a:cubicBezTo>
                      <a:cubicBezTo>
                        <a:pt x="9955" y="8003"/>
                        <a:pt x="10050" y="7964"/>
                        <a:pt x="10191" y="7964"/>
                      </a:cubicBezTo>
                      <a:cubicBezTo>
                        <a:pt x="10191" y="7964"/>
                        <a:pt x="10238" y="7964"/>
                        <a:pt x="10238" y="7964"/>
                      </a:cubicBezTo>
                      <a:cubicBezTo>
                        <a:pt x="10427" y="7964"/>
                        <a:pt x="10663" y="8081"/>
                        <a:pt x="10851" y="8197"/>
                      </a:cubicBezTo>
                      <a:cubicBezTo>
                        <a:pt x="10851" y="8197"/>
                        <a:pt x="10898" y="8236"/>
                        <a:pt x="10898" y="8236"/>
                      </a:cubicBezTo>
                      <a:close/>
                      <a:moveTo>
                        <a:pt x="6748" y="7576"/>
                      </a:moveTo>
                      <a:cubicBezTo>
                        <a:pt x="6748" y="7576"/>
                        <a:pt x="6795" y="7576"/>
                        <a:pt x="6843" y="7576"/>
                      </a:cubicBezTo>
                      <a:cubicBezTo>
                        <a:pt x="6843" y="7576"/>
                        <a:pt x="6843" y="7576"/>
                        <a:pt x="6843" y="7576"/>
                      </a:cubicBezTo>
                      <a:cubicBezTo>
                        <a:pt x="6890" y="7576"/>
                        <a:pt x="6890" y="7576"/>
                        <a:pt x="6937" y="7614"/>
                      </a:cubicBezTo>
                      <a:cubicBezTo>
                        <a:pt x="6984" y="7614"/>
                        <a:pt x="6984" y="7614"/>
                        <a:pt x="7031" y="7653"/>
                      </a:cubicBezTo>
                      <a:cubicBezTo>
                        <a:pt x="7031" y="7653"/>
                        <a:pt x="7078" y="7653"/>
                        <a:pt x="7126" y="7653"/>
                      </a:cubicBezTo>
                      <a:cubicBezTo>
                        <a:pt x="7126" y="7653"/>
                        <a:pt x="7078" y="7653"/>
                        <a:pt x="7078" y="7653"/>
                      </a:cubicBezTo>
                      <a:cubicBezTo>
                        <a:pt x="6984" y="7653"/>
                        <a:pt x="6890" y="7692"/>
                        <a:pt x="6795" y="7731"/>
                      </a:cubicBezTo>
                      <a:cubicBezTo>
                        <a:pt x="6748" y="7731"/>
                        <a:pt x="6701" y="7731"/>
                        <a:pt x="6701" y="7731"/>
                      </a:cubicBezTo>
                      <a:cubicBezTo>
                        <a:pt x="6701" y="7731"/>
                        <a:pt x="6701" y="7731"/>
                        <a:pt x="6701" y="7692"/>
                      </a:cubicBezTo>
                      <a:cubicBezTo>
                        <a:pt x="6701" y="7653"/>
                        <a:pt x="6701" y="7614"/>
                        <a:pt x="6748" y="7576"/>
                      </a:cubicBezTo>
                      <a:close/>
                      <a:moveTo>
                        <a:pt x="7220" y="1476"/>
                      </a:moveTo>
                      <a:cubicBezTo>
                        <a:pt x="7078" y="1476"/>
                        <a:pt x="6937" y="1593"/>
                        <a:pt x="6843" y="1632"/>
                      </a:cubicBezTo>
                      <a:cubicBezTo>
                        <a:pt x="6843" y="1671"/>
                        <a:pt x="6795" y="1671"/>
                        <a:pt x="6748" y="1709"/>
                      </a:cubicBezTo>
                      <a:cubicBezTo>
                        <a:pt x="6748" y="1709"/>
                        <a:pt x="6748" y="1709"/>
                        <a:pt x="6748" y="1709"/>
                      </a:cubicBezTo>
                      <a:cubicBezTo>
                        <a:pt x="6701" y="1593"/>
                        <a:pt x="6607" y="1554"/>
                        <a:pt x="6465" y="1476"/>
                      </a:cubicBezTo>
                      <a:cubicBezTo>
                        <a:pt x="6324" y="1399"/>
                        <a:pt x="6135" y="1321"/>
                        <a:pt x="5899" y="1321"/>
                      </a:cubicBezTo>
                      <a:cubicBezTo>
                        <a:pt x="5994" y="1282"/>
                        <a:pt x="6041" y="1282"/>
                        <a:pt x="6135" y="1282"/>
                      </a:cubicBezTo>
                      <a:cubicBezTo>
                        <a:pt x="6324" y="1282"/>
                        <a:pt x="6560" y="1321"/>
                        <a:pt x="6748" y="1399"/>
                      </a:cubicBezTo>
                      <a:cubicBezTo>
                        <a:pt x="6890" y="1399"/>
                        <a:pt x="7031" y="1437"/>
                        <a:pt x="7173" y="1476"/>
                      </a:cubicBezTo>
                      <a:cubicBezTo>
                        <a:pt x="7220" y="1476"/>
                        <a:pt x="7220" y="1476"/>
                        <a:pt x="7267" y="1476"/>
                      </a:cubicBezTo>
                      <a:cubicBezTo>
                        <a:pt x="7267" y="1476"/>
                        <a:pt x="7267" y="1476"/>
                        <a:pt x="7220" y="1476"/>
                      </a:cubicBezTo>
                      <a:close/>
                      <a:moveTo>
                        <a:pt x="14624" y="16122"/>
                      </a:moveTo>
                      <a:cubicBezTo>
                        <a:pt x="14624" y="16122"/>
                        <a:pt x="14624" y="16122"/>
                        <a:pt x="14624" y="16122"/>
                      </a:cubicBezTo>
                      <a:cubicBezTo>
                        <a:pt x="14577" y="16200"/>
                        <a:pt x="14577" y="16200"/>
                        <a:pt x="14577" y="16200"/>
                      </a:cubicBezTo>
                      <a:cubicBezTo>
                        <a:pt x="14530" y="16200"/>
                        <a:pt x="14530" y="16200"/>
                        <a:pt x="14530" y="16200"/>
                      </a:cubicBezTo>
                      <a:cubicBezTo>
                        <a:pt x="14577" y="16239"/>
                        <a:pt x="14577" y="16394"/>
                        <a:pt x="14577" y="16433"/>
                      </a:cubicBezTo>
                      <a:cubicBezTo>
                        <a:pt x="14577" y="16472"/>
                        <a:pt x="14530" y="16550"/>
                        <a:pt x="14341" y="16550"/>
                      </a:cubicBezTo>
                      <a:cubicBezTo>
                        <a:pt x="14200" y="16550"/>
                        <a:pt x="14058" y="16511"/>
                        <a:pt x="13964" y="16472"/>
                      </a:cubicBezTo>
                      <a:cubicBezTo>
                        <a:pt x="13917" y="16472"/>
                        <a:pt x="13917" y="16472"/>
                        <a:pt x="13917" y="16472"/>
                      </a:cubicBezTo>
                      <a:cubicBezTo>
                        <a:pt x="13823" y="16433"/>
                        <a:pt x="13728" y="16433"/>
                        <a:pt x="13681" y="16433"/>
                      </a:cubicBezTo>
                      <a:cubicBezTo>
                        <a:pt x="13398" y="16433"/>
                        <a:pt x="13209" y="16550"/>
                        <a:pt x="13021" y="16705"/>
                      </a:cubicBezTo>
                      <a:cubicBezTo>
                        <a:pt x="12974" y="16744"/>
                        <a:pt x="12974" y="16744"/>
                        <a:pt x="12974" y="16744"/>
                      </a:cubicBezTo>
                      <a:cubicBezTo>
                        <a:pt x="12691" y="16977"/>
                        <a:pt x="12266" y="17288"/>
                        <a:pt x="11889" y="17288"/>
                      </a:cubicBezTo>
                      <a:cubicBezTo>
                        <a:pt x="11842" y="17288"/>
                        <a:pt x="11747" y="17288"/>
                        <a:pt x="11653" y="17249"/>
                      </a:cubicBezTo>
                      <a:cubicBezTo>
                        <a:pt x="11606" y="17210"/>
                        <a:pt x="11512" y="17171"/>
                        <a:pt x="11417" y="17171"/>
                      </a:cubicBezTo>
                      <a:cubicBezTo>
                        <a:pt x="11370" y="17171"/>
                        <a:pt x="11323" y="17171"/>
                        <a:pt x="11276" y="17171"/>
                      </a:cubicBezTo>
                      <a:cubicBezTo>
                        <a:pt x="11181" y="17210"/>
                        <a:pt x="11134" y="17210"/>
                        <a:pt x="11087" y="17249"/>
                      </a:cubicBezTo>
                      <a:cubicBezTo>
                        <a:pt x="11040" y="17249"/>
                        <a:pt x="11040" y="17288"/>
                        <a:pt x="10993" y="17288"/>
                      </a:cubicBezTo>
                      <a:cubicBezTo>
                        <a:pt x="10946" y="17288"/>
                        <a:pt x="10946" y="17327"/>
                        <a:pt x="10898" y="17327"/>
                      </a:cubicBezTo>
                      <a:cubicBezTo>
                        <a:pt x="10804" y="17327"/>
                        <a:pt x="10757" y="17365"/>
                        <a:pt x="10663" y="17443"/>
                      </a:cubicBezTo>
                      <a:cubicBezTo>
                        <a:pt x="10616" y="17443"/>
                        <a:pt x="10616" y="17482"/>
                        <a:pt x="10568" y="17482"/>
                      </a:cubicBezTo>
                      <a:cubicBezTo>
                        <a:pt x="10521" y="17521"/>
                        <a:pt x="10474" y="17560"/>
                        <a:pt x="10474" y="17560"/>
                      </a:cubicBezTo>
                      <a:cubicBezTo>
                        <a:pt x="10427" y="17599"/>
                        <a:pt x="10333" y="17599"/>
                        <a:pt x="10285" y="17599"/>
                      </a:cubicBezTo>
                      <a:cubicBezTo>
                        <a:pt x="10191" y="17599"/>
                        <a:pt x="10097" y="17599"/>
                        <a:pt x="10050" y="17599"/>
                      </a:cubicBezTo>
                      <a:cubicBezTo>
                        <a:pt x="10002" y="17599"/>
                        <a:pt x="9908" y="17599"/>
                        <a:pt x="9861" y="17560"/>
                      </a:cubicBezTo>
                      <a:cubicBezTo>
                        <a:pt x="9767" y="17560"/>
                        <a:pt x="9672" y="17560"/>
                        <a:pt x="9578" y="17482"/>
                      </a:cubicBezTo>
                      <a:cubicBezTo>
                        <a:pt x="9531" y="17482"/>
                        <a:pt x="9484" y="17443"/>
                        <a:pt x="9389" y="17443"/>
                      </a:cubicBezTo>
                      <a:cubicBezTo>
                        <a:pt x="9342" y="17404"/>
                        <a:pt x="9248" y="17404"/>
                        <a:pt x="9201" y="17404"/>
                      </a:cubicBezTo>
                      <a:cubicBezTo>
                        <a:pt x="9106" y="17365"/>
                        <a:pt x="9012" y="17365"/>
                        <a:pt x="8965" y="17327"/>
                      </a:cubicBezTo>
                      <a:cubicBezTo>
                        <a:pt x="8729" y="17210"/>
                        <a:pt x="8446" y="16977"/>
                        <a:pt x="8399" y="16783"/>
                      </a:cubicBezTo>
                      <a:cubicBezTo>
                        <a:pt x="8399" y="16744"/>
                        <a:pt x="8399" y="16744"/>
                        <a:pt x="8399" y="16705"/>
                      </a:cubicBezTo>
                      <a:cubicBezTo>
                        <a:pt x="8446" y="16705"/>
                        <a:pt x="8540" y="16744"/>
                        <a:pt x="8588" y="16783"/>
                      </a:cubicBezTo>
                      <a:cubicBezTo>
                        <a:pt x="8635" y="16783"/>
                        <a:pt x="8682" y="16822"/>
                        <a:pt x="8729" y="16822"/>
                      </a:cubicBezTo>
                      <a:cubicBezTo>
                        <a:pt x="8823" y="16860"/>
                        <a:pt x="8918" y="16899"/>
                        <a:pt x="9012" y="16899"/>
                      </a:cubicBezTo>
                      <a:cubicBezTo>
                        <a:pt x="9248" y="16899"/>
                        <a:pt x="9389" y="16744"/>
                        <a:pt x="9436" y="16666"/>
                      </a:cubicBezTo>
                      <a:cubicBezTo>
                        <a:pt x="9531" y="16588"/>
                        <a:pt x="9578" y="16511"/>
                        <a:pt x="9672" y="16433"/>
                      </a:cubicBezTo>
                      <a:cubicBezTo>
                        <a:pt x="9719" y="16433"/>
                        <a:pt x="9719" y="16433"/>
                        <a:pt x="9767" y="16433"/>
                      </a:cubicBezTo>
                      <a:cubicBezTo>
                        <a:pt x="9767" y="16433"/>
                        <a:pt x="9861" y="16472"/>
                        <a:pt x="9908" y="16472"/>
                      </a:cubicBezTo>
                      <a:cubicBezTo>
                        <a:pt x="10002" y="16511"/>
                        <a:pt x="10097" y="16550"/>
                        <a:pt x="10191" y="16550"/>
                      </a:cubicBezTo>
                      <a:cubicBezTo>
                        <a:pt x="10285" y="16550"/>
                        <a:pt x="10333" y="16550"/>
                        <a:pt x="10380" y="16511"/>
                      </a:cubicBezTo>
                      <a:cubicBezTo>
                        <a:pt x="10757" y="16355"/>
                        <a:pt x="10568" y="16083"/>
                        <a:pt x="10474" y="15889"/>
                      </a:cubicBezTo>
                      <a:cubicBezTo>
                        <a:pt x="10474" y="15812"/>
                        <a:pt x="10427" y="15773"/>
                        <a:pt x="10427" y="15734"/>
                      </a:cubicBezTo>
                      <a:cubicBezTo>
                        <a:pt x="10427" y="15656"/>
                        <a:pt x="10427" y="15578"/>
                        <a:pt x="10427" y="15540"/>
                      </a:cubicBezTo>
                      <a:cubicBezTo>
                        <a:pt x="10427" y="15384"/>
                        <a:pt x="10474" y="15190"/>
                        <a:pt x="10191" y="15073"/>
                      </a:cubicBezTo>
                      <a:cubicBezTo>
                        <a:pt x="10191" y="14996"/>
                        <a:pt x="10191" y="14879"/>
                        <a:pt x="10191" y="14840"/>
                      </a:cubicBezTo>
                      <a:cubicBezTo>
                        <a:pt x="10191" y="14840"/>
                        <a:pt x="10191" y="14840"/>
                        <a:pt x="10238" y="14879"/>
                      </a:cubicBezTo>
                      <a:cubicBezTo>
                        <a:pt x="10285" y="14879"/>
                        <a:pt x="10333" y="14957"/>
                        <a:pt x="10380" y="15035"/>
                      </a:cubicBezTo>
                      <a:cubicBezTo>
                        <a:pt x="10427" y="15112"/>
                        <a:pt x="10474" y="15190"/>
                        <a:pt x="10568" y="15268"/>
                      </a:cubicBezTo>
                      <a:cubicBezTo>
                        <a:pt x="10851" y="15462"/>
                        <a:pt x="10946" y="15695"/>
                        <a:pt x="11087" y="16006"/>
                      </a:cubicBezTo>
                      <a:cubicBezTo>
                        <a:pt x="11087" y="16006"/>
                        <a:pt x="11087" y="16006"/>
                        <a:pt x="11087" y="16006"/>
                      </a:cubicBezTo>
                      <a:cubicBezTo>
                        <a:pt x="11229" y="16394"/>
                        <a:pt x="11606" y="16666"/>
                        <a:pt x="12030" y="16705"/>
                      </a:cubicBezTo>
                      <a:cubicBezTo>
                        <a:pt x="12125" y="16744"/>
                        <a:pt x="12172" y="16744"/>
                        <a:pt x="12219" y="16744"/>
                      </a:cubicBezTo>
                      <a:cubicBezTo>
                        <a:pt x="12360" y="16744"/>
                        <a:pt x="12549" y="16705"/>
                        <a:pt x="12643" y="16627"/>
                      </a:cubicBezTo>
                      <a:cubicBezTo>
                        <a:pt x="12691" y="16627"/>
                        <a:pt x="12738" y="16588"/>
                        <a:pt x="12738" y="16588"/>
                      </a:cubicBezTo>
                      <a:cubicBezTo>
                        <a:pt x="12785" y="16550"/>
                        <a:pt x="12785" y="16550"/>
                        <a:pt x="12832" y="16550"/>
                      </a:cubicBezTo>
                      <a:cubicBezTo>
                        <a:pt x="12832" y="16550"/>
                        <a:pt x="12879" y="16550"/>
                        <a:pt x="12926" y="16511"/>
                      </a:cubicBezTo>
                      <a:cubicBezTo>
                        <a:pt x="12974" y="16511"/>
                        <a:pt x="13021" y="16511"/>
                        <a:pt x="13115" y="16472"/>
                      </a:cubicBezTo>
                      <a:cubicBezTo>
                        <a:pt x="13162" y="16433"/>
                        <a:pt x="13257" y="16394"/>
                        <a:pt x="13304" y="16355"/>
                      </a:cubicBezTo>
                      <a:cubicBezTo>
                        <a:pt x="13351" y="16355"/>
                        <a:pt x="13398" y="16317"/>
                        <a:pt x="13445" y="16278"/>
                      </a:cubicBezTo>
                      <a:cubicBezTo>
                        <a:pt x="13540" y="16239"/>
                        <a:pt x="13634" y="16161"/>
                        <a:pt x="13681" y="16122"/>
                      </a:cubicBezTo>
                      <a:cubicBezTo>
                        <a:pt x="13775" y="16045"/>
                        <a:pt x="13870" y="15967"/>
                        <a:pt x="13917" y="15967"/>
                      </a:cubicBezTo>
                      <a:cubicBezTo>
                        <a:pt x="14058" y="15928"/>
                        <a:pt x="14153" y="15928"/>
                        <a:pt x="14294" y="15928"/>
                      </a:cubicBezTo>
                      <a:cubicBezTo>
                        <a:pt x="14436" y="15928"/>
                        <a:pt x="14577" y="15967"/>
                        <a:pt x="14719" y="16006"/>
                      </a:cubicBezTo>
                      <a:cubicBezTo>
                        <a:pt x="14719" y="16006"/>
                        <a:pt x="14719" y="16006"/>
                        <a:pt x="14719" y="16006"/>
                      </a:cubicBezTo>
                      <a:cubicBezTo>
                        <a:pt x="14719" y="16006"/>
                        <a:pt x="14719" y="16006"/>
                        <a:pt x="14671" y="16006"/>
                      </a:cubicBezTo>
                      <a:cubicBezTo>
                        <a:pt x="14671" y="16006"/>
                        <a:pt x="14671" y="16006"/>
                        <a:pt x="14671" y="16006"/>
                      </a:cubicBezTo>
                      <a:cubicBezTo>
                        <a:pt x="14577" y="16006"/>
                        <a:pt x="14577" y="16006"/>
                        <a:pt x="14577" y="16006"/>
                      </a:cubicBezTo>
                      <a:cubicBezTo>
                        <a:pt x="14577" y="16006"/>
                        <a:pt x="14577" y="16006"/>
                        <a:pt x="14577" y="16006"/>
                      </a:cubicBezTo>
                      <a:cubicBezTo>
                        <a:pt x="14624" y="16122"/>
                        <a:pt x="14624" y="16122"/>
                        <a:pt x="14624" y="16122"/>
                      </a:cubicBezTo>
                      <a:cubicBezTo>
                        <a:pt x="14624" y="16122"/>
                        <a:pt x="14624" y="16122"/>
                        <a:pt x="14624" y="16122"/>
                      </a:cubicBezTo>
                      <a:close/>
                      <a:moveTo>
                        <a:pt x="15049" y="16161"/>
                      </a:moveTo>
                      <a:cubicBezTo>
                        <a:pt x="15002" y="16161"/>
                        <a:pt x="15002" y="16161"/>
                        <a:pt x="15002" y="16161"/>
                      </a:cubicBezTo>
                      <a:cubicBezTo>
                        <a:pt x="14954" y="16161"/>
                        <a:pt x="14954" y="16122"/>
                        <a:pt x="14907" y="16122"/>
                      </a:cubicBezTo>
                      <a:cubicBezTo>
                        <a:pt x="14860" y="16083"/>
                        <a:pt x="14766" y="16045"/>
                        <a:pt x="14719" y="16006"/>
                      </a:cubicBezTo>
                      <a:cubicBezTo>
                        <a:pt x="14813" y="16045"/>
                        <a:pt x="14954" y="16122"/>
                        <a:pt x="15049" y="1616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86" name="Shape">
                  <a:extLst>
                    <a:ext uri="{FF2B5EF4-FFF2-40B4-BE49-F238E27FC236}">
                      <a16:creationId xmlns:a16="http://schemas.microsoft.com/office/drawing/2014/main" id="{9CF054BA-E42E-4A2C-B6C3-73756233F469}"/>
                    </a:ext>
                  </a:extLst>
                </p:cNvPr>
                <p:cNvSpPr/>
                <p:nvPr/>
              </p:nvSpPr>
              <p:spPr>
                <a:xfrm>
                  <a:off x="5018359" y="5059183"/>
                  <a:ext cx="220880" cy="942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073" y="3757"/>
                      </a:moveTo>
                      <a:cubicBezTo>
                        <a:pt x="18073" y="3757"/>
                        <a:pt x="18073" y="3757"/>
                        <a:pt x="18073" y="3757"/>
                      </a:cubicBezTo>
                      <a:cubicBezTo>
                        <a:pt x="18073" y="1878"/>
                        <a:pt x="17633" y="0"/>
                        <a:pt x="15869" y="0"/>
                      </a:cubicBezTo>
                      <a:cubicBezTo>
                        <a:pt x="15869" y="0"/>
                        <a:pt x="15429" y="0"/>
                        <a:pt x="15429" y="0"/>
                      </a:cubicBezTo>
                      <a:cubicBezTo>
                        <a:pt x="14106" y="0"/>
                        <a:pt x="13665" y="939"/>
                        <a:pt x="13224" y="1878"/>
                      </a:cubicBezTo>
                      <a:cubicBezTo>
                        <a:pt x="13224" y="1878"/>
                        <a:pt x="13224" y="1878"/>
                        <a:pt x="13224" y="1878"/>
                      </a:cubicBezTo>
                      <a:cubicBezTo>
                        <a:pt x="12343" y="939"/>
                        <a:pt x="11902" y="0"/>
                        <a:pt x="11020" y="0"/>
                      </a:cubicBezTo>
                      <a:cubicBezTo>
                        <a:pt x="10139" y="0"/>
                        <a:pt x="9257" y="939"/>
                        <a:pt x="8376" y="2817"/>
                      </a:cubicBezTo>
                      <a:cubicBezTo>
                        <a:pt x="7935" y="3757"/>
                        <a:pt x="7935" y="4696"/>
                        <a:pt x="7935" y="5635"/>
                      </a:cubicBezTo>
                      <a:cubicBezTo>
                        <a:pt x="7935" y="5635"/>
                        <a:pt x="7935" y="6574"/>
                        <a:pt x="7935" y="6574"/>
                      </a:cubicBezTo>
                      <a:cubicBezTo>
                        <a:pt x="7935" y="6574"/>
                        <a:pt x="7935" y="6574"/>
                        <a:pt x="7935" y="6574"/>
                      </a:cubicBezTo>
                      <a:cubicBezTo>
                        <a:pt x="7935" y="6574"/>
                        <a:pt x="7494" y="6574"/>
                        <a:pt x="7494" y="6574"/>
                      </a:cubicBezTo>
                      <a:cubicBezTo>
                        <a:pt x="7494" y="6574"/>
                        <a:pt x="7494" y="6574"/>
                        <a:pt x="7494" y="6574"/>
                      </a:cubicBezTo>
                      <a:cubicBezTo>
                        <a:pt x="7053" y="5635"/>
                        <a:pt x="6612" y="3757"/>
                        <a:pt x="6171" y="2817"/>
                      </a:cubicBezTo>
                      <a:cubicBezTo>
                        <a:pt x="5290" y="1878"/>
                        <a:pt x="4849" y="1878"/>
                        <a:pt x="3967" y="1878"/>
                      </a:cubicBezTo>
                      <a:cubicBezTo>
                        <a:pt x="3527" y="1878"/>
                        <a:pt x="3086" y="1878"/>
                        <a:pt x="2204" y="2817"/>
                      </a:cubicBezTo>
                      <a:cubicBezTo>
                        <a:pt x="1322" y="2817"/>
                        <a:pt x="441" y="4696"/>
                        <a:pt x="0" y="7513"/>
                      </a:cubicBezTo>
                      <a:cubicBezTo>
                        <a:pt x="0" y="9391"/>
                        <a:pt x="441" y="10330"/>
                        <a:pt x="882" y="12209"/>
                      </a:cubicBezTo>
                      <a:cubicBezTo>
                        <a:pt x="1763" y="13148"/>
                        <a:pt x="3527" y="14087"/>
                        <a:pt x="4408" y="14087"/>
                      </a:cubicBezTo>
                      <a:cubicBezTo>
                        <a:pt x="5290" y="14087"/>
                        <a:pt x="6171" y="13148"/>
                        <a:pt x="6612" y="13148"/>
                      </a:cubicBezTo>
                      <a:cubicBezTo>
                        <a:pt x="6612" y="13148"/>
                        <a:pt x="6612" y="13148"/>
                        <a:pt x="6612" y="13148"/>
                      </a:cubicBezTo>
                      <a:cubicBezTo>
                        <a:pt x="7053" y="15965"/>
                        <a:pt x="8376" y="16904"/>
                        <a:pt x="9257" y="16904"/>
                      </a:cubicBezTo>
                      <a:cubicBezTo>
                        <a:pt x="10580" y="17843"/>
                        <a:pt x="11461" y="18783"/>
                        <a:pt x="12784" y="19722"/>
                      </a:cubicBezTo>
                      <a:cubicBezTo>
                        <a:pt x="14106" y="20661"/>
                        <a:pt x="14988" y="21600"/>
                        <a:pt x="15869" y="21600"/>
                      </a:cubicBezTo>
                      <a:cubicBezTo>
                        <a:pt x="16751" y="21600"/>
                        <a:pt x="17633" y="20661"/>
                        <a:pt x="18514" y="19722"/>
                      </a:cubicBezTo>
                      <a:cubicBezTo>
                        <a:pt x="19837" y="17843"/>
                        <a:pt x="21600" y="14087"/>
                        <a:pt x="21600" y="9391"/>
                      </a:cubicBezTo>
                      <a:cubicBezTo>
                        <a:pt x="21600" y="8452"/>
                        <a:pt x="21159" y="3757"/>
                        <a:pt x="18073" y="375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87" name="Shape">
                  <a:extLst>
                    <a:ext uri="{FF2B5EF4-FFF2-40B4-BE49-F238E27FC236}">
                      <a16:creationId xmlns:a16="http://schemas.microsoft.com/office/drawing/2014/main" id="{402D015E-9F72-46D1-BA31-C55CEBA7824E}"/>
                    </a:ext>
                  </a:extLst>
                </p:cNvPr>
                <p:cNvSpPr/>
                <p:nvPr/>
              </p:nvSpPr>
              <p:spPr>
                <a:xfrm>
                  <a:off x="7240055" y="4365147"/>
                  <a:ext cx="315037" cy="1313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90" h="21600" extrusionOk="0">
                      <a:moveTo>
                        <a:pt x="21190" y="4050"/>
                      </a:moveTo>
                      <a:cubicBezTo>
                        <a:pt x="21190" y="2700"/>
                        <a:pt x="21190" y="1350"/>
                        <a:pt x="20886" y="675"/>
                      </a:cubicBezTo>
                      <a:cubicBezTo>
                        <a:pt x="20582" y="0"/>
                        <a:pt x="20277" y="0"/>
                        <a:pt x="19669" y="0"/>
                      </a:cubicBezTo>
                      <a:cubicBezTo>
                        <a:pt x="18452" y="0"/>
                        <a:pt x="16627" y="3375"/>
                        <a:pt x="16627" y="3375"/>
                      </a:cubicBezTo>
                      <a:cubicBezTo>
                        <a:pt x="15714" y="5400"/>
                        <a:pt x="14801" y="7425"/>
                        <a:pt x="13584" y="8775"/>
                      </a:cubicBezTo>
                      <a:cubicBezTo>
                        <a:pt x="12976" y="8775"/>
                        <a:pt x="12367" y="9450"/>
                        <a:pt x="12063" y="10125"/>
                      </a:cubicBezTo>
                      <a:cubicBezTo>
                        <a:pt x="11455" y="10800"/>
                        <a:pt x="10846" y="11475"/>
                        <a:pt x="10542" y="11475"/>
                      </a:cubicBezTo>
                      <a:cubicBezTo>
                        <a:pt x="10238" y="11475"/>
                        <a:pt x="10238" y="11475"/>
                        <a:pt x="9934" y="10800"/>
                      </a:cubicBezTo>
                      <a:cubicBezTo>
                        <a:pt x="9934" y="10800"/>
                        <a:pt x="9629" y="10800"/>
                        <a:pt x="9629" y="10800"/>
                      </a:cubicBezTo>
                      <a:cubicBezTo>
                        <a:pt x="9325" y="10125"/>
                        <a:pt x="8717" y="9450"/>
                        <a:pt x="8413" y="9450"/>
                      </a:cubicBezTo>
                      <a:cubicBezTo>
                        <a:pt x="7804" y="9450"/>
                        <a:pt x="7500" y="10125"/>
                        <a:pt x="6891" y="10800"/>
                      </a:cubicBezTo>
                      <a:cubicBezTo>
                        <a:pt x="6891" y="11475"/>
                        <a:pt x="6587" y="11475"/>
                        <a:pt x="6587" y="12150"/>
                      </a:cubicBezTo>
                      <a:cubicBezTo>
                        <a:pt x="6587" y="12150"/>
                        <a:pt x="6587" y="12150"/>
                        <a:pt x="6587" y="12150"/>
                      </a:cubicBezTo>
                      <a:cubicBezTo>
                        <a:pt x="6283" y="10800"/>
                        <a:pt x="5979" y="10125"/>
                        <a:pt x="5370" y="9450"/>
                      </a:cubicBezTo>
                      <a:cubicBezTo>
                        <a:pt x="5066" y="8775"/>
                        <a:pt x="4762" y="8775"/>
                        <a:pt x="4458" y="8100"/>
                      </a:cubicBezTo>
                      <a:cubicBezTo>
                        <a:pt x="4458" y="8100"/>
                        <a:pt x="4153" y="7425"/>
                        <a:pt x="3849" y="7425"/>
                      </a:cubicBezTo>
                      <a:cubicBezTo>
                        <a:pt x="3849" y="7425"/>
                        <a:pt x="3849" y="6750"/>
                        <a:pt x="4153" y="6750"/>
                      </a:cubicBezTo>
                      <a:cubicBezTo>
                        <a:pt x="4153" y="6075"/>
                        <a:pt x="4153" y="4725"/>
                        <a:pt x="3849" y="3375"/>
                      </a:cubicBezTo>
                      <a:cubicBezTo>
                        <a:pt x="3849" y="2025"/>
                        <a:pt x="3241" y="1350"/>
                        <a:pt x="2632" y="1350"/>
                      </a:cubicBezTo>
                      <a:cubicBezTo>
                        <a:pt x="2024" y="1350"/>
                        <a:pt x="1720" y="2025"/>
                        <a:pt x="1111" y="3375"/>
                      </a:cubicBezTo>
                      <a:cubicBezTo>
                        <a:pt x="807" y="4725"/>
                        <a:pt x="503" y="6075"/>
                        <a:pt x="198" y="8100"/>
                      </a:cubicBezTo>
                      <a:cubicBezTo>
                        <a:pt x="198" y="8775"/>
                        <a:pt x="-410" y="12150"/>
                        <a:pt x="503" y="14850"/>
                      </a:cubicBezTo>
                      <a:cubicBezTo>
                        <a:pt x="807" y="16200"/>
                        <a:pt x="1415" y="16875"/>
                        <a:pt x="2024" y="16875"/>
                      </a:cubicBezTo>
                      <a:cubicBezTo>
                        <a:pt x="2024" y="16875"/>
                        <a:pt x="2328" y="16875"/>
                        <a:pt x="2632" y="16875"/>
                      </a:cubicBezTo>
                      <a:cubicBezTo>
                        <a:pt x="2632" y="16875"/>
                        <a:pt x="2632" y="16875"/>
                        <a:pt x="2936" y="16875"/>
                      </a:cubicBezTo>
                      <a:cubicBezTo>
                        <a:pt x="2936" y="16875"/>
                        <a:pt x="2936" y="16875"/>
                        <a:pt x="2936" y="16875"/>
                      </a:cubicBezTo>
                      <a:cubicBezTo>
                        <a:pt x="2936" y="16875"/>
                        <a:pt x="3241" y="16875"/>
                        <a:pt x="3241" y="17550"/>
                      </a:cubicBezTo>
                      <a:cubicBezTo>
                        <a:pt x="3241" y="18225"/>
                        <a:pt x="3545" y="19575"/>
                        <a:pt x="4153" y="20250"/>
                      </a:cubicBezTo>
                      <a:cubicBezTo>
                        <a:pt x="4458" y="20250"/>
                        <a:pt x="4762" y="20250"/>
                        <a:pt x="5066" y="20250"/>
                      </a:cubicBezTo>
                      <a:cubicBezTo>
                        <a:pt x="5370" y="20250"/>
                        <a:pt x="5979" y="19575"/>
                        <a:pt x="6283" y="18900"/>
                      </a:cubicBezTo>
                      <a:cubicBezTo>
                        <a:pt x="6587" y="18900"/>
                        <a:pt x="6891" y="18900"/>
                        <a:pt x="7196" y="18900"/>
                      </a:cubicBezTo>
                      <a:cubicBezTo>
                        <a:pt x="7196" y="18900"/>
                        <a:pt x="7500" y="18900"/>
                        <a:pt x="7804" y="18900"/>
                      </a:cubicBezTo>
                      <a:cubicBezTo>
                        <a:pt x="8108" y="18900"/>
                        <a:pt x="8413" y="19575"/>
                        <a:pt x="9021" y="19575"/>
                      </a:cubicBezTo>
                      <a:cubicBezTo>
                        <a:pt x="9325" y="19575"/>
                        <a:pt x="9325" y="19575"/>
                        <a:pt x="9629" y="18900"/>
                      </a:cubicBezTo>
                      <a:cubicBezTo>
                        <a:pt x="9934" y="18900"/>
                        <a:pt x="9934" y="18900"/>
                        <a:pt x="9934" y="18900"/>
                      </a:cubicBezTo>
                      <a:cubicBezTo>
                        <a:pt x="10238" y="18900"/>
                        <a:pt x="10542" y="18900"/>
                        <a:pt x="10846" y="18900"/>
                      </a:cubicBezTo>
                      <a:cubicBezTo>
                        <a:pt x="10846" y="18900"/>
                        <a:pt x="11151" y="18900"/>
                        <a:pt x="11151" y="18900"/>
                      </a:cubicBezTo>
                      <a:cubicBezTo>
                        <a:pt x="11455" y="18900"/>
                        <a:pt x="11759" y="18900"/>
                        <a:pt x="11759" y="18900"/>
                      </a:cubicBezTo>
                      <a:cubicBezTo>
                        <a:pt x="12367" y="18900"/>
                        <a:pt x="12672" y="18900"/>
                        <a:pt x="12976" y="18900"/>
                      </a:cubicBezTo>
                      <a:cubicBezTo>
                        <a:pt x="13280" y="18900"/>
                        <a:pt x="13584" y="18225"/>
                        <a:pt x="13889" y="18225"/>
                      </a:cubicBezTo>
                      <a:cubicBezTo>
                        <a:pt x="14193" y="18225"/>
                        <a:pt x="14801" y="18900"/>
                        <a:pt x="15105" y="19575"/>
                      </a:cubicBezTo>
                      <a:cubicBezTo>
                        <a:pt x="15714" y="20250"/>
                        <a:pt x="16627" y="21600"/>
                        <a:pt x="17235" y="21600"/>
                      </a:cubicBezTo>
                      <a:cubicBezTo>
                        <a:pt x="17539" y="21600"/>
                        <a:pt x="18452" y="20925"/>
                        <a:pt x="18756" y="18225"/>
                      </a:cubicBezTo>
                      <a:cubicBezTo>
                        <a:pt x="19060" y="18225"/>
                        <a:pt x="19365" y="17550"/>
                        <a:pt x="19669" y="16875"/>
                      </a:cubicBezTo>
                      <a:cubicBezTo>
                        <a:pt x="19973" y="15525"/>
                        <a:pt x="19973" y="14175"/>
                        <a:pt x="19669" y="12825"/>
                      </a:cubicBezTo>
                      <a:cubicBezTo>
                        <a:pt x="19365" y="12150"/>
                        <a:pt x="19060" y="11475"/>
                        <a:pt x="18756" y="10800"/>
                      </a:cubicBezTo>
                      <a:cubicBezTo>
                        <a:pt x="19973" y="8775"/>
                        <a:pt x="21190" y="6075"/>
                        <a:pt x="21190" y="405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88" name="Shape">
                  <a:extLst>
                    <a:ext uri="{FF2B5EF4-FFF2-40B4-BE49-F238E27FC236}">
                      <a16:creationId xmlns:a16="http://schemas.microsoft.com/office/drawing/2014/main" id="{E17CA5C6-6237-4C36-ABEF-981DFC59FD34}"/>
                    </a:ext>
                  </a:extLst>
                </p:cNvPr>
                <p:cNvSpPr/>
                <p:nvPr/>
              </p:nvSpPr>
              <p:spPr>
                <a:xfrm>
                  <a:off x="3574140" y="3366603"/>
                  <a:ext cx="2572408" cy="23866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562" y="15354"/>
                      </a:moveTo>
                      <a:cubicBezTo>
                        <a:pt x="21524" y="15280"/>
                        <a:pt x="21524" y="15243"/>
                        <a:pt x="21486" y="15168"/>
                      </a:cubicBezTo>
                      <a:cubicBezTo>
                        <a:pt x="21486" y="15168"/>
                        <a:pt x="21448" y="15057"/>
                        <a:pt x="21448" y="15020"/>
                      </a:cubicBezTo>
                      <a:cubicBezTo>
                        <a:pt x="21411" y="14834"/>
                        <a:pt x="21335" y="14722"/>
                        <a:pt x="21259" y="14685"/>
                      </a:cubicBezTo>
                      <a:cubicBezTo>
                        <a:pt x="21221" y="14648"/>
                        <a:pt x="21221" y="14648"/>
                        <a:pt x="21183" y="14648"/>
                      </a:cubicBezTo>
                      <a:cubicBezTo>
                        <a:pt x="21069" y="14648"/>
                        <a:pt x="20956" y="14685"/>
                        <a:pt x="20842" y="14759"/>
                      </a:cubicBezTo>
                      <a:cubicBezTo>
                        <a:pt x="20728" y="14759"/>
                        <a:pt x="20615" y="14797"/>
                        <a:pt x="20539" y="14834"/>
                      </a:cubicBezTo>
                      <a:cubicBezTo>
                        <a:pt x="20349" y="14871"/>
                        <a:pt x="20198" y="14908"/>
                        <a:pt x="20046" y="14982"/>
                      </a:cubicBezTo>
                      <a:cubicBezTo>
                        <a:pt x="20008" y="15020"/>
                        <a:pt x="19971" y="15057"/>
                        <a:pt x="19933" y="15057"/>
                      </a:cubicBezTo>
                      <a:cubicBezTo>
                        <a:pt x="19933" y="15057"/>
                        <a:pt x="19933" y="15057"/>
                        <a:pt x="19933" y="15057"/>
                      </a:cubicBezTo>
                      <a:cubicBezTo>
                        <a:pt x="19819" y="15131"/>
                        <a:pt x="19743" y="15168"/>
                        <a:pt x="19629" y="15168"/>
                      </a:cubicBezTo>
                      <a:cubicBezTo>
                        <a:pt x="19554" y="15168"/>
                        <a:pt x="19478" y="15131"/>
                        <a:pt x="19364" y="15094"/>
                      </a:cubicBezTo>
                      <a:cubicBezTo>
                        <a:pt x="19251" y="15057"/>
                        <a:pt x="19175" y="14982"/>
                        <a:pt x="19099" y="14908"/>
                      </a:cubicBezTo>
                      <a:cubicBezTo>
                        <a:pt x="18947" y="14797"/>
                        <a:pt x="18796" y="14685"/>
                        <a:pt x="18644" y="14685"/>
                      </a:cubicBezTo>
                      <a:cubicBezTo>
                        <a:pt x="18606" y="14685"/>
                        <a:pt x="18606" y="14685"/>
                        <a:pt x="18606" y="14685"/>
                      </a:cubicBezTo>
                      <a:cubicBezTo>
                        <a:pt x="18455" y="14685"/>
                        <a:pt x="18227" y="14759"/>
                        <a:pt x="18038" y="14797"/>
                      </a:cubicBezTo>
                      <a:cubicBezTo>
                        <a:pt x="17924" y="14797"/>
                        <a:pt x="17811" y="14834"/>
                        <a:pt x="17735" y="14834"/>
                      </a:cubicBezTo>
                      <a:cubicBezTo>
                        <a:pt x="17659" y="14871"/>
                        <a:pt x="17583" y="14871"/>
                        <a:pt x="17507" y="14871"/>
                      </a:cubicBezTo>
                      <a:cubicBezTo>
                        <a:pt x="17091" y="14871"/>
                        <a:pt x="16939" y="14648"/>
                        <a:pt x="16712" y="14350"/>
                      </a:cubicBezTo>
                      <a:cubicBezTo>
                        <a:pt x="16674" y="14313"/>
                        <a:pt x="16674" y="14313"/>
                        <a:pt x="16674" y="14313"/>
                      </a:cubicBezTo>
                      <a:cubicBezTo>
                        <a:pt x="16636" y="14239"/>
                        <a:pt x="16598" y="14202"/>
                        <a:pt x="16522" y="14127"/>
                      </a:cubicBezTo>
                      <a:cubicBezTo>
                        <a:pt x="16446" y="14016"/>
                        <a:pt x="16371" y="13941"/>
                        <a:pt x="16295" y="13867"/>
                      </a:cubicBezTo>
                      <a:cubicBezTo>
                        <a:pt x="16181" y="13793"/>
                        <a:pt x="16105" y="13718"/>
                        <a:pt x="16029" y="13607"/>
                      </a:cubicBezTo>
                      <a:cubicBezTo>
                        <a:pt x="15992" y="13570"/>
                        <a:pt x="15954" y="13533"/>
                        <a:pt x="15916" y="13495"/>
                      </a:cubicBezTo>
                      <a:cubicBezTo>
                        <a:pt x="15726" y="13198"/>
                        <a:pt x="15575" y="13049"/>
                        <a:pt x="15537" y="12640"/>
                      </a:cubicBezTo>
                      <a:cubicBezTo>
                        <a:pt x="15537" y="12492"/>
                        <a:pt x="15537" y="12343"/>
                        <a:pt x="15499" y="12194"/>
                      </a:cubicBezTo>
                      <a:cubicBezTo>
                        <a:pt x="15499" y="12157"/>
                        <a:pt x="15461" y="12083"/>
                        <a:pt x="15461" y="12045"/>
                      </a:cubicBezTo>
                      <a:cubicBezTo>
                        <a:pt x="15196" y="10335"/>
                        <a:pt x="14968" y="8625"/>
                        <a:pt x="14779" y="7212"/>
                      </a:cubicBezTo>
                      <a:cubicBezTo>
                        <a:pt x="14552" y="7212"/>
                        <a:pt x="14552" y="7212"/>
                        <a:pt x="14552" y="7212"/>
                      </a:cubicBezTo>
                      <a:cubicBezTo>
                        <a:pt x="14552" y="7212"/>
                        <a:pt x="14552" y="7212"/>
                        <a:pt x="14552" y="7212"/>
                      </a:cubicBezTo>
                      <a:cubicBezTo>
                        <a:pt x="14552" y="7250"/>
                        <a:pt x="14552" y="7250"/>
                        <a:pt x="14552" y="7287"/>
                      </a:cubicBezTo>
                      <a:cubicBezTo>
                        <a:pt x="14552" y="7324"/>
                        <a:pt x="14552" y="7324"/>
                        <a:pt x="14552" y="7324"/>
                      </a:cubicBezTo>
                      <a:cubicBezTo>
                        <a:pt x="14552" y="7361"/>
                        <a:pt x="14514" y="7435"/>
                        <a:pt x="14514" y="7473"/>
                      </a:cubicBezTo>
                      <a:cubicBezTo>
                        <a:pt x="14476" y="7435"/>
                        <a:pt x="14476" y="7435"/>
                        <a:pt x="14438" y="7398"/>
                      </a:cubicBezTo>
                      <a:cubicBezTo>
                        <a:pt x="14400" y="7398"/>
                        <a:pt x="14400" y="7361"/>
                        <a:pt x="14400" y="7361"/>
                      </a:cubicBezTo>
                      <a:cubicBezTo>
                        <a:pt x="14286" y="7287"/>
                        <a:pt x="14173" y="7250"/>
                        <a:pt x="14059" y="7250"/>
                      </a:cubicBezTo>
                      <a:cubicBezTo>
                        <a:pt x="13983" y="7250"/>
                        <a:pt x="13945" y="7250"/>
                        <a:pt x="13869" y="7287"/>
                      </a:cubicBezTo>
                      <a:cubicBezTo>
                        <a:pt x="13869" y="7250"/>
                        <a:pt x="13869" y="7250"/>
                        <a:pt x="13869" y="7250"/>
                      </a:cubicBezTo>
                      <a:cubicBezTo>
                        <a:pt x="13907" y="7138"/>
                        <a:pt x="13907" y="7027"/>
                        <a:pt x="13794" y="6878"/>
                      </a:cubicBezTo>
                      <a:cubicBezTo>
                        <a:pt x="13718" y="6729"/>
                        <a:pt x="13566" y="6618"/>
                        <a:pt x="13415" y="6543"/>
                      </a:cubicBezTo>
                      <a:cubicBezTo>
                        <a:pt x="13263" y="6432"/>
                        <a:pt x="13074" y="6320"/>
                        <a:pt x="12922" y="6246"/>
                      </a:cubicBezTo>
                      <a:cubicBezTo>
                        <a:pt x="12884" y="6209"/>
                        <a:pt x="12884" y="6209"/>
                        <a:pt x="12884" y="6209"/>
                      </a:cubicBezTo>
                      <a:cubicBezTo>
                        <a:pt x="12846" y="6209"/>
                        <a:pt x="12808" y="6171"/>
                        <a:pt x="12771" y="6171"/>
                      </a:cubicBezTo>
                      <a:cubicBezTo>
                        <a:pt x="12771" y="6171"/>
                        <a:pt x="12733" y="6171"/>
                        <a:pt x="12733" y="6171"/>
                      </a:cubicBezTo>
                      <a:cubicBezTo>
                        <a:pt x="12733" y="6171"/>
                        <a:pt x="12771" y="6134"/>
                        <a:pt x="12771" y="6134"/>
                      </a:cubicBezTo>
                      <a:cubicBezTo>
                        <a:pt x="12846" y="5874"/>
                        <a:pt x="12581" y="5688"/>
                        <a:pt x="12392" y="5539"/>
                      </a:cubicBezTo>
                      <a:cubicBezTo>
                        <a:pt x="12354" y="5502"/>
                        <a:pt x="12316" y="5502"/>
                        <a:pt x="12316" y="5465"/>
                      </a:cubicBezTo>
                      <a:cubicBezTo>
                        <a:pt x="12278" y="5428"/>
                        <a:pt x="12202" y="5391"/>
                        <a:pt x="12164" y="5354"/>
                      </a:cubicBezTo>
                      <a:cubicBezTo>
                        <a:pt x="12126" y="5354"/>
                        <a:pt x="12126" y="5354"/>
                        <a:pt x="12126" y="5354"/>
                      </a:cubicBezTo>
                      <a:cubicBezTo>
                        <a:pt x="12126" y="5316"/>
                        <a:pt x="12088" y="5316"/>
                        <a:pt x="12051" y="5279"/>
                      </a:cubicBezTo>
                      <a:cubicBezTo>
                        <a:pt x="12051" y="5279"/>
                        <a:pt x="12013" y="5279"/>
                        <a:pt x="12013" y="5242"/>
                      </a:cubicBezTo>
                      <a:cubicBezTo>
                        <a:pt x="12013" y="5242"/>
                        <a:pt x="12013" y="5205"/>
                        <a:pt x="11975" y="5205"/>
                      </a:cubicBezTo>
                      <a:cubicBezTo>
                        <a:pt x="11975" y="5130"/>
                        <a:pt x="11975" y="5130"/>
                        <a:pt x="11975" y="5130"/>
                      </a:cubicBezTo>
                      <a:cubicBezTo>
                        <a:pt x="11975" y="5056"/>
                        <a:pt x="11975" y="5019"/>
                        <a:pt x="11975" y="4945"/>
                      </a:cubicBezTo>
                      <a:cubicBezTo>
                        <a:pt x="11975" y="4945"/>
                        <a:pt x="11975" y="4945"/>
                        <a:pt x="11975" y="4907"/>
                      </a:cubicBezTo>
                      <a:cubicBezTo>
                        <a:pt x="11975" y="4870"/>
                        <a:pt x="12013" y="4870"/>
                        <a:pt x="12013" y="4833"/>
                      </a:cubicBezTo>
                      <a:cubicBezTo>
                        <a:pt x="12051" y="4722"/>
                        <a:pt x="12051" y="4573"/>
                        <a:pt x="12013" y="4461"/>
                      </a:cubicBezTo>
                      <a:cubicBezTo>
                        <a:pt x="12013" y="4461"/>
                        <a:pt x="11975" y="4424"/>
                        <a:pt x="11975" y="4424"/>
                      </a:cubicBezTo>
                      <a:cubicBezTo>
                        <a:pt x="11975" y="4387"/>
                        <a:pt x="11975" y="4387"/>
                        <a:pt x="11975" y="4387"/>
                      </a:cubicBezTo>
                      <a:cubicBezTo>
                        <a:pt x="11937" y="4350"/>
                        <a:pt x="11937" y="4313"/>
                        <a:pt x="11937" y="4275"/>
                      </a:cubicBezTo>
                      <a:cubicBezTo>
                        <a:pt x="11937" y="4275"/>
                        <a:pt x="11937" y="4275"/>
                        <a:pt x="11937" y="4275"/>
                      </a:cubicBezTo>
                      <a:cubicBezTo>
                        <a:pt x="11937" y="4201"/>
                        <a:pt x="11937" y="4127"/>
                        <a:pt x="11937" y="4052"/>
                      </a:cubicBezTo>
                      <a:cubicBezTo>
                        <a:pt x="11937" y="4015"/>
                        <a:pt x="11937" y="3941"/>
                        <a:pt x="11937" y="3866"/>
                      </a:cubicBezTo>
                      <a:cubicBezTo>
                        <a:pt x="11937" y="3792"/>
                        <a:pt x="11937" y="3718"/>
                        <a:pt x="11899" y="3643"/>
                      </a:cubicBezTo>
                      <a:cubicBezTo>
                        <a:pt x="11861" y="3569"/>
                        <a:pt x="11785" y="3532"/>
                        <a:pt x="11747" y="3532"/>
                      </a:cubicBezTo>
                      <a:cubicBezTo>
                        <a:pt x="11709" y="3532"/>
                        <a:pt x="11709" y="3532"/>
                        <a:pt x="11709" y="3532"/>
                      </a:cubicBezTo>
                      <a:cubicBezTo>
                        <a:pt x="11634" y="3495"/>
                        <a:pt x="11634" y="3309"/>
                        <a:pt x="11634" y="3234"/>
                      </a:cubicBezTo>
                      <a:cubicBezTo>
                        <a:pt x="11634" y="3160"/>
                        <a:pt x="11634" y="3123"/>
                        <a:pt x="11634" y="3123"/>
                      </a:cubicBezTo>
                      <a:cubicBezTo>
                        <a:pt x="11634" y="3049"/>
                        <a:pt x="11672" y="2937"/>
                        <a:pt x="11672" y="2863"/>
                      </a:cubicBezTo>
                      <a:cubicBezTo>
                        <a:pt x="11709" y="2825"/>
                        <a:pt x="11709" y="2751"/>
                        <a:pt x="11709" y="2714"/>
                      </a:cubicBezTo>
                      <a:cubicBezTo>
                        <a:pt x="11747" y="2602"/>
                        <a:pt x="11709" y="2528"/>
                        <a:pt x="11709" y="2491"/>
                      </a:cubicBezTo>
                      <a:cubicBezTo>
                        <a:pt x="11672" y="2454"/>
                        <a:pt x="11672" y="2417"/>
                        <a:pt x="11672" y="2379"/>
                      </a:cubicBezTo>
                      <a:cubicBezTo>
                        <a:pt x="11672" y="2379"/>
                        <a:pt x="11672" y="2379"/>
                        <a:pt x="11672" y="2379"/>
                      </a:cubicBezTo>
                      <a:cubicBezTo>
                        <a:pt x="11672" y="2305"/>
                        <a:pt x="11634" y="2193"/>
                        <a:pt x="11558" y="2119"/>
                      </a:cubicBezTo>
                      <a:cubicBezTo>
                        <a:pt x="11444" y="2045"/>
                        <a:pt x="11331" y="2008"/>
                        <a:pt x="11217" y="2008"/>
                      </a:cubicBezTo>
                      <a:cubicBezTo>
                        <a:pt x="11179" y="2008"/>
                        <a:pt x="11141" y="2008"/>
                        <a:pt x="11065" y="2045"/>
                      </a:cubicBezTo>
                      <a:cubicBezTo>
                        <a:pt x="11065" y="2045"/>
                        <a:pt x="11027" y="2045"/>
                        <a:pt x="11027" y="2045"/>
                      </a:cubicBezTo>
                      <a:cubicBezTo>
                        <a:pt x="10952" y="2045"/>
                        <a:pt x="10914" y="2045"/>
                        <a:pt x="10876" y="2008"/>
                      </a:cubicBezTo>
                      <a:cubicBezTo>
                        <a:pt x="10838" y="2008"/>
                        <a:pt x="10838" y="2008"/>
                        <a:pt x="10800" y="2008"/>
                      </a:cubicBezTo>
                      <a:cubicBezTo>
                        <a:pt x="10762" y="2008"/>
                        <a:pt x="10724" y="2008"/>
                        <a:pt x="10686" y="2008"/>
                      </a:cubicBezTo>
                      <a:cubicBezTo>
                        <a:pt x="10648" y="2008"/>
                        <a:pt x="10611" y="2008"/>
                        <a:pt x="10573" y="2008"/>
                      </a:cubicBezTo>
                      <a:cubicBezTo>
                        <a:pt x="10535" y="2008"/>
                        <a:pt x="10459" y="2008"/>
                        <a:pt x="10459" y="2008"/>
                      </a:cubicBezTo>
                      <a:cubicBezTo>
                        <a:pt x="10421" y="2008"/>
                        <a:pt x="10421" y="2008"/>
                        <a:pt x="10421" y="1970"/>
                      </a:cubicBezTo>
                      <a:cubicBezTo>
                        <a:pt x="10383" y="1970"/>
                        <a:pt x="10345" y="1933"/>
                        <a:pt x="10307" y="1933"/>
                      </a:cubicBezTo>
                      <a:cubicBezTo>
                        <a:pt x="10269" y="1896"/>
                        <a:pt x="10232" y="1896"/>
                        <a:pt x="10194" y="1896"/>
                      </a:cubicBezTo>
                      <a:cubicBezTo>
                        <a:pt x="10118" y="1896"/>
                        <a:pt x="10080" y="1896"/>
                        <a:pt x="10042" y="1933"/>
                      </a:cubicBezTo>
                      <a:cubicBezTo>
                        <a:pt x="9928" y="1933"/>
                        <a:pt x="9815" y="1970"/>
                        <a:pt x="9701" y="2008"/>
                      </a:cubicBezTo>
                      <a:cubicBezTo>
                        <a:pt x="9625" y="2045"/>
                        <a:pt x="9549" y="2045"/>
                        <a:pt x="9474" y="2082"/>
                      </a:cubicBezTo>
                      <a:cubicBezTo>
                        <a:pt x="9436" y="2082"/>
                        <a:pt x="9360" y="2082"/>
                        <a:pt x="9322" y="2082"/>
                      </a:cubicBezTo>
                      <a:cubicBezTo>
                        <a:pt x="9322" y="2082"/>
                        <a:pt x="9322" y="2082"/>
                        <a:pt x="9322" y="2082"/>
                      </a:cubicBezTo>
                      <a:cubicBezTo>
                        <a:pt x="9322" y="2082"/>
                        <a:pt x="9322" y="2082"/>
                        <a:pt x="9322" y="2082"/>
                      </a:cubicBezTo>
                      <a:cubicBezTo>
                        <a:pt x="9284" y="2082"/>
                        <a:pt x="9284" y="2082"/>
                        <a:pt x="9284" y="2082"/>
                      </a:cubicBezTo>
                      <a:cubicBezTo>
                        <a:pt x="9284" y="2045"/>
                        <a:pt x="9246" y="2008"/>
                        <a:pt x="9208" y="1970"/>
                      </a:cubicBezTo>
                      <a:cubicBezTo>
                        <a:pt x="9171" y="1970"/>
                        <a:pt x="9133" y="1933"/>
                        <a:pt x="9057" y="1933"/>
                      </a:cubicBezTo>
                      <a:cubicBezTo>
                        <a:pt x="9057" y="1896"/>
                        <a:pt x="9057" y="1896"/>
                        <a:pt x="9019" y="1896"/>
                      </a:cubicBezTo>
                      <a:cubicBezTo>
                        <a:pt x="9019" y="1896"/>
                        <a:pt x="9019" y="1896"/>
                        <a:pt x="8981" y="1896"/>
                      </a:cubicBezTo>
                      <a:cubicBezTo>
                        <a:pt x="8981" y="1896"/>
                        <a:pt x="8981" y="1896"/>
                        <a:pt x="8981" y="1896"/>
                      </a:cubicBezTo>
                      <a:cubicBezTo>
                        <a:pt x="8981" y="1859"/>
                        <a:pt x="8981" y="1785"/>
                        <a:pt x="8905" y="1710"/>
                      </a:cubicBezTo>
                      <a:cubicBezTo>
                        <a:pt x="8829" y="1673"/>
                        <a:pt x="8716" y="1599"/>
                        <a:pt x="8602" y="1561"/>
                      </a:cubicBezTo>
                      <a:cubicBezTo>
                        <a:pt x="8602" y="1561"/>
                        <a:pt x="8564" y="1561"/>
                        <a:pt x="8564" y="1561"/>
                      </a:cubicBezTo>
                      <a:cubicBezTo>
                        <a:pt x="8526" y="1524"/>
                        <a:pt x="8526" y="1524"/>
                        <a:pt x="8488" y="1524"/>
                      </a:cubicBezTo>
                      <a:cubicBezTo>
                        <a:pt x="8488" y="1524"/>
                        <a:pt x="8488" y="1524"/>
                        <a:pt x="8488" y="1524"/>
                      </a:cubicBezTo>
                      <a:cubicBezTo>
                        <a:pt x="8451" y="1487"/>
                        <a:pt x="8413" y="1450"/>
                        <a:pt x="8375" y="1450"/>
                      </a:cubicBezTo>
                      <a:cubicBezTo>
                        <a:pt x="8223" y="1413"/>
                        <a:pt x="8072" y="1376"/>
                        <a:pt x="7920" y="1338"/>
                      </a:cubicBezTo>
                      <a:cubicBezTo>
                        <a:pt x="7882" y="1338"/>
                        <a:pt x="7882" y="1338"/>
                        <a:pt x="7882" y="1338"/>
                      </a:cubicBezTo>
                      <a:cubicBezTo>
                        <a:pt x="7844" y="1301"/>
                        <a:pt x="7844" y="1301"/>
                        <a:pt x="7844" y="1301"/>
                      </a:cubicBezTo>
                      <a:cubicBezTo>
                        <a:pt x="7768" y="1264"/>
                        <a:pt x="7731" y="1227"/>
                        <a:pt x="7617" y="1190"/>
                      </a:cubicBezTo>
                      <a:cubicBezTo>
                        <a:pt x="7579" y="1152"/>
                        <a:pt x="7541" y="1152"/>
                        <a:pt x="7503" y="1152"/>
                      </a:cubicBezTo>
                      <a:cubicBezTo>
                        <a:pt x="7465" y="1152"/>
                        <a:pt x="7427" y="1152"/>
                        <a:pt x="7427" y="1152"/>
                      </a:cubicBezTo>
                      <a:cubicBezTo>
                        <a:pt x="7389" y="1152"/>
                        <a:pt x="7352" y="1152"/>
                        <a:pt x="7314" y="1115"/>
                      </a:cubicBezTo>
                      <a:cubicBezTo>
                        <a:pt x="7276" y="1115"/>
                        <a:pt x="7276" y="1078"/>
                        <a:pt x="7238" y="1078"/>
                      </a:cubicBezTo>
                      <a:cubicBezTo>
                        <a:pt x="7200" y="1078"/>
                        <a:pt x="7200" y="1078"/>
                        <a:pt x="7200" y="1078"/>
                      </a:cubicBezTo>
                      <a:cubicBezTo>
                        <a:pt x="7200" y="1041"/>
                        <a:pt x="7086" y="1004"/>
                        <a:pt x="7086" y="967"/>
                      </a:cubicBezTo>
                      <a:cubicBezTo>
                        <a:pt x="7048" y="892"/>
                        <a:pt x="7011" y="818"/>
                        <a:pt x="6973" y="706"/>
                      </a:cubicBezTo>
                      <a:cubicBezTo>
                        <a:pt x="6897" y="632"/>
                        <a:pt x="6821" y="558"/>
                        <a:pt x="6707" y="483"/>
                      </a:cubicBezTo>
                      <a:cubicBezTo>
                        <a:pt x="6707" y="483"/>
                        <a:pt x="6669" y="446"/>
                        <a:pt x="6632" y="446"/>
                      </a:cubicBezTo>
                      <a:cubicBezTo>
                        <a:pt x="6594" y="446"/>
                        <a:pt x="6556" y="409"/>
                        <a:pt x="6518" y="409"/>
                      </a:cubicBezTo>
                      <a:cubicBezTo>
                        <a:pt x="6518" y="372"/>
                        <a:pt x="6480" y="335"/>
                        <a:pt x="6442" y="297"/>
                      </a:cubicBezTo>
                      <a:cubicBezTo>
                        <a:pt x="6404" y="260"/>
                        <a:pt x="6328" y="223"/>
                        <a:pt x="6291" y="186"/>
                      </a:cubicBezTo>
                      <a:cubicBezTo>
                        <a:pt x="6253" y="149"/>
                        <a:pt x="6177" y="74"/>
                        <a:pt x="6101" y="37"/>
                      </a:cubicBezTo>
                      <a:cubicBezTo>
                        <a:pt x="6025" y="0"/>
                        <a:pt x="6025" y="0"/>
                        <a:pt x="6025" y="0"/>
                      </a:cubicBezTo>
                      <a:cubicBezTo>
                        <a:pt x="5949" y="74"/>
                        <a:pt x="5949" y="74"/>
                        <a:pt x="5949" y="74"/>
                      </a:cubicBezTo>
                      <a:cubicBezTo>
                        <a:pt x="5192" y="855"/>
                        <a:pt x="1402" y="4945"/>
                        <a:pt x="455" y="5614"/>
                      </a:cubicBezTo>
                      <a:cubicBezTo>
                        <a:pt x="417" y="5651"/>
                        <a:pt x="417" y="5651"/>
                        <a:pt x="417" y="5651"/>
                      </a:cubicBezTo>
                      <a:cubicBezTo>
                        <a:pt x="0" y="10707"/>
                        <a:pt x="0" y="10707"/>
                        <a:pt x="0" y="10707"/>
                      </a:cubicBezTo>
                      <a:cubicBezTo>
                        <a:pt x="114" y="10744"/>
                        <a:pt x="114" y="10744"/>
                        <a:pt x="114" y="10744"/>
                      </a:cubicBezTo>
                      <a:cubicBezTo>
                        <a:pt x="152" y="10744"/>
                        <a:pt x="152" y="10744"/>
                        <a:pt x="189" y="10744"/>
                      </a:cubicBezTo>
                      <a:cubicBezTo>
                        <a:pt x="189" y="10744"/>
                        <a:pt x="227" y="10744"/>
                        <a:pt x="227" y="10856"/>
                      </a:cubicBezTo>
                      <a:cubicBezTo>
                        <a:pt x="227" y="10856"/>
                        <a:pt x="227" y="10893"/>
                        <a:pt x="227" y="10893"/>
                      </a:cubicBezTo>
                      <a:cubicBezTo>
                        <a:pt x="227" y="10967"/>
                        <a:pt x="227" y="11004"/>
                        <a:pt x="227" y="11042"/>
                      </a:cubicBezTo>
                      <a:cubicBezTo>
                        <a:pt x="265" y="11079"/>
                        <a:pt x="265" y="11153"/>
                        <a:pt x="265" y="11190"/>
                      </a:cubicBezTo>
                      <a:cubicBezTo>
                        <a:pt x="265" y="11413"/>
                        <a:pt x="265" y="11711"/>
                        <a:pt x="568" y="11860"/>
                      </a:cubicBezTo>
                      <a:cubicBezTo>
                        <a:pt x="834" y="11971"/>
                        <a:pt x="1137" y="12045"/>
                        <a:pt x="1440" y="12045"/>
                      </a:cubicBezTo>
                      <a:cubicBezTo>
                        <a:pt x="1440" y="12045"/>
                        <a:pt x="1478" y="12045"/>
                        <a:pt x="1516" y="12045"/>
                      </a:cubicBezTo>
                      <a:cubicBezTo>
                        <a:pt x="1592" y="12045"/>
                        <a:pt x="1705" y="12008"/>
                        <a:pt x="1781" y="11971"/>
                      </a:cubicBezTo>
                      <a:cubicBezTo>
                        <a:pt x="1857" y="11934"/>
                        <a:pt x="1895" y="11897"/>
                        <a:pt x="1971" y="11897"/>
                      </a:cubicBezTo>
                      <a:cubicBezTo>
                        <a:pt x="2008" y="11897"/>
                        <a:pt x="2046" y="11897"/>
                        <a:pt x="2046" y="11934"/>
                      </a:cubicBezTo>
                      <a:cubicBezTo>
                        <a:pt x="2160" y="11971"/>
                        <a:pt x="2349" y="12157"/>
                        <a:pt x="2425" y="12306"/>
                      </a:cubicBezTo>
                      <a:cubicBezTo>
                        <a:pt x="2425" y="12306"/>
                        <a:pt x="2425" y="12306"/>
                        <a:pt x="2425" y="12306"/>
                      </a:cubicBezTo>
                      <a:cubicBezTo>
                        <a:pt x="2425" y="12380"/>
                        <a:pt x="2463" y="12454"/>
                        <a:pt x="2615" y="12529"/>
                      </a:cubicBezTo>
                      <a:cubicBezTo>
                        <a:pt x="2615" y="12529"/>
                        <a:pt x="2653" y="12529"/>
                        <a:pt x="2653" y="12529"/>
                      </a:cubicBezTo>
                      <a:cubicBezTo>
                        <a:pt x="2728" y="12529"/>
                        <a:pt x="2766" y="12529"/>
                        <a:pt x="2804" y="12492"/>
                      </a:cubicBezTo>
                      <a:cubicBezTo>
                        <a:pt x="2842" y="12492"/>
                        <a:pt x="2880" y="12454"/>
                        <a:pt x="2918" y="12454"/>
                      </a:cubicBezTo>
                      <a:cubicBezTo>
                        <a:pt x="2956" y="12492"/>
                        <a:pt x="3032" y="12529"/>
                        <a:pt x="3107" y="12640"/>
                      </a:cubicBezTo>
                      <a:cubicBezTo>
                        <a:pt x="3145" y="12715"/>
                        <a:pt x="3221" y="12789"/>
                        <a:pt x="3297" y="12863"/>
                      </a:cubicBezTo>
                      <a:cubicBezTo>
                        <a:pt x="3373" y="12901"/>
                        <a:pt x="3448" y="12938"/>
                        <a:pt x="3524" y="12938"/>
                      </a:cubicBezTo>
                      <a:cubicBezTo>
                        <a:pt x="3714" y="12938"/>
                        <a:pt x="3827" y="12826"/>
                        <a:pt x="3941" y="12752"/>
                      </a:cubicBezTo>
                      <a:cubicBezTo>
                        <a:pt x="4055" y="12715"/>
                        <a:pt x="4093" y="12677"/>
                        <a:pt x="4168" y="12677"/>
                      </a:cubicBezTo>
                      <a:cubicBezTo>
                        <a:pt x="4206" y="12677"/>
                        <a:pt x="4282" y="12715"/>
                        <a:pt x="4358" y="12715"/>
                      </a:cubicBezTo>
                      <a:cubicBezTo>
                        <a:pt x="4396" y="12752"/>
                        <a:pt x="4472" y="12789"/>
                        <a:pt x="4585" y="12826"/>
                      </a:cubicBezTo>
                      <a:cubicBezTo>
                        <a:pt x="4813" y="12938"/>
                        <a:pt x="5154" y="13086"/>
                        <a:pt x="5381" y="13086"/>
                      </a:cubicBezTo>
                      <a:cubicBezTo>
                        <a:pt x="5608" y="13086"/>
                        <a:pt x="5684" y="12975"/>
                        <a:pt x="5760" y="12901"/>
                      </a:cubicBezTo>
                      <a:cubicBezTo>
                        <a:pt x="5798" y="12826"/>
                        <a:pt x="5836" y="12715"/>
                        <a:pt x="5836" y="12603"/>
                      </a:cubicBezTo>
                      <a:cubicBezTo>
                        <a:pt x="5874" y="12492"/>
                        <a:pt x="5874" y="12417"/>
                        <a:pt x="5949" y="12380"/>
                      </a:cubicBezTo>
                      <a:cubicBezTo>
                        <a:pt x="5987" y="12380"/>
                        <a:pt x="6025" y="12343"/>
                        <a:pt x="6063" y="12343"/>
                      </a:cubicBezTo>
                      <a:cubicBezTo>
                        <a:pt x="6101" y="12306"/>
                        <a:pt x="6177" y="12269"/>
                        <a:pt x="6253" y="12231"/>
                      </a:cubicBezTo>
                      <a:cubicBezTo>
                        <a:pt x="6291" y="12194"/>
                        <a:pt x="6291" y="12194"/>
                        <a:pt x="6291" y="12194"/>
                      </a:cubicBezTo>
                      <a:cubicBezTo>
                        <a:pt x="6366" y="12120"/>
                        <a:pt x="6442" y="12045"/>
                        <a:pt x="6518" y="11971"/>
                      </a:cubicBezTo>
                      <a:cubicBezTo>
                        <a:pt x="6556" y="11934"/>
                        <a:pt x="6556" y="11860"/>
                        <a:pt x="6594" y="11822"/>
                      </a:cubicBezTo>
                      <a:cubicBezTo>
                        <a:pt x="6707" y="11636"/>
                        <a:pt x="6783" y="11525"/>
                        <a:pt x="6897" y="11525"/>
                      </a:cubicBezTo>
                      <a:cubicBezTo>
                        <a:pt x="6935" y="11525"/>
                        <a:pt x="6973" y="11562"/>
                        <a:pt x="7048" y="11562"/>
                      </a:cubicBezTo>
                      <a:cubicBezTo>
                        <a:pt x="7086" y="11599"/>
                        <a:pt x="7124" y="11636"/>
                        <a:pt x="7162" y="11636"/>
                      </a:cubicBezTo>
                      <a:cubicBezTo>
                        <a:pt x="7314" y="11674"/>
                        <a:pt x="7465" y="11711"/>
                        <a:pt x="7617" y="11748"/>
                      </a:cubicBezTo>
                      <a:cubicBezTo>
                        <a:pt x="7655" y="11748"/>
                        <a:pt x="7655" y="11748"/>
                        <a:pt x="7655" y="11748"/>
                      </a:cubicBezTo>
                      <a:cubicBezTo>
                        <a:pt x="7731" y="11748"/>
                        <a:pt x="7806" y="11748"/>
                        <a:pt x="7882" y="11748"/>
                      </a:cubicBezTo>
                      <a:cubicBezTo>
                        <a:pt x="7920" y="11748"/>
                        <a:pt x="7958" y="11748"/>
                        <a:pt x="8034" y="11748"/>
                      </a:cubicBezTo>
                      <a:cubicBezTo>
                        <a:pt x="8072" y="11748"/>
                        <a:pt x="8109" y="11748"/>
                        <a:pt x="8147" y="11748"/>
                      </a:cubicBezTo>
                      <a:cubicBezTo>
                        <a:pt x="8185" y="11748"/>
                        <a:pt x="8261" y="11748"/>
                        <a:pt x="8299" y="11748"/>
                      </a:cubicBezTo>
                      <a:cubicBezTo>
                        <a:pt x="8451" y="11785"/>
                        <a:pt x="8488" y="11860"/>
                        <a:pt x="8602" y="12083"/>
                      </a:cubicBezTo>
                      <a:cubicBezTo>
                        <a:pt x="8602" y="12083"/>
                        <a:pt x="8602" y="12083"/>
                        <a:pt x="8602" y="12083"/>
                      </a:cubicBezTo>
                      <a:cubicBezTo>
                        <a:pt x="8602" y="12120"/>
                        <a:pt x="8602" y="12157"/>
                        <a:pt x="8602" y="12194"/>
                      </a:cubicBezTo>
                      <a:cubicBezTo>
                        <a:pt x="8640" y="12231"/>
                        <a:pt x="8640" y="12269"/>
                        <a:pt x="8640" y="12343"/>
                      </a:cubicBezTo>
                      <a:cubicBezTo>
                        <a:pt x="8678" y="12380"/>
                        <a:pt x="8716" y="12417"/>
                        <a:pt x="8754" y="12492"/>
                      </a:cubicBezTo>
                      <a:cubicBezTo>
                        <a:pt x="8754" y="12492"/>
                        <a:pt x="8792" y="12529"/>
                        <a:pt x="8792" y="12529"/>
                      </a:cubicBezTo>
                      <a:cubicBezTo>
                        <a:pt x="8905" y="12677"/>
                        <a:pt x="9019" y="12863"/>
                        <a:pt x="9208" y="12938"/>
                      </a:cubicBezTo>
                      <a:cubicBezTo>
                        <a:pt x="9284" y="12975"/>
                        <a:pt x="9360" y="12975"/>
                        <a:pt x="9474" y="12975"/>
                      </a:cubicBezTo>
                      <a:cubicBezTo>
                        <a:pt x="9549" y="12975"/>
                        <a:pt x="9625" y="12975"/>
                        <a:pt x="9739" y="12938"/>
                      </a:cubicBezTo>
                      <a:cubicBezTo>
                        <a:pt x="9777" y="12938"/>
                        <a:pt x="9777" y="12938"/>
                        <a:pt x="9815" y="12901"/>
                      </a:cubicBezTo>
                      <a:cubicBezTo>
                        <a:pt x="9891" y="12863"/>
                        <a:pt x="10004" y="12826"/>
                        <a:pt x="10042" y="12826"/>
                      </a:cubicBezTo>
                      <a:cubicBezTo>
                        <a:pt x="10042" y="12826"/>
                        <a:pt x="10080" y="12826"/>
                        <a:pt x="10080" y="12863"/>
                      </a:cubicBezTo>
                      <a:cubicBezTo>
                        <a:pt x="10080" y="12863"/>
                        <a:pt x="10080" y="12863"/>
                        <a:pt x="10080" y="12863"/>
                      </a:cubicBezTo>
                      <a:cubicBezTo>
                        <a:pt x="10042" y="12901"/>
                        <a:pt x="10042" y="12901"/>
                        <a:pt x="10042" y="12938"/>
                      </a:cubicBezTo>
                      <a:cubicBezTo>
                        <a:pt x="9966" y="13124"/>
                        <a:pt x="10004" y="13309"/>
                        <a:pt x="10080" y="13495"/>
                      </a:cubicBezTo>
                      <a:cubicBezTo>
                        <a:pt x="10118" y="13607"/>
                        <a:pt x="10232" y="13644"/>
                        <a:pt x="10307" y="13681"/>
                      </a:cubicBezTo>
                      <a:cubicBezTo>
                        <a:pt x="10383" y="13718"/>
                        <a:pt x="10421" y="13718"/>
                        <a:pt x="10421" y="13756"/>
                      </a:cubicBezTo>
                      <a:cubicBezTo>
                        <a:pt x="10421" y="13793"/>
                        <a:pt x="10421" y="13793"/>
                        <a:pt x="10383" y="13867"/>
                      </a:cubicBezTo>
                      <a:cubicBezTo>
                        <a:pt x="10307" y="13941"/>
                        <a:pt x="10232" y="14053"/>
                        <a:pt x="10307" y="14202"/>
                      </a:cubicBezTo>
                      <a:cubicBezTo>
                        <a:pt x="10345" y="14350"/>
                        <a:pt x="10497" y="14350"/>
                        <a:pt x="10573" y="14388"/>
                      </a:cubicBezTo>
                      <a:cubicBezTo>
                        <a:pt x="10611" y="14388"/>
                        <a:pt x="10686" y="14388"/>
                        <a:pt x="10686" y="14388"/>
                      </a:cubicBezTo>
                      <a:cubicBezTo>
                        <a:pt x="10686" y="14388"/>
                        <a:pt x="10686" y="14425"/>
                        <a:pt x="10686" y="14462"/>
                      </a:cubicBezTo>
                      <a:cubicBezTo>
                        <a:pt x="10686" y="14499"/>
                        <a:pt x="10648" y="14536"/>
                        <a:pt x="10648" y="14573"/>
                      </a:cubicBezTo>
                      <a:cubicBezTo>
                        <a:pt x="10686" y="14797"/>
                        <a:pt x="10800" y="14982"/>
                        <a:pt x="11065" y="15094"/>
                      </a:cubicBezTo>
                      <a:cubicBezTo>
                        <a:pt x="11444" y="15243"/>
                        <a:pt x="11823" y="15280"/>
                        <a:pt x="12202" y="15354"/>
                      </a:cubicBezTo>
                      <a:cubicBezTo>
                        <a:pt x="12316" y="15354"/>
                        <a:pt x="12316" y="15354"/>
                        <a:pt x="12316" y="15354"/>
                      </a:cubicBezTo>
                      <a:cubicBezTo>
                        <a:pt x="12316" y="15354"/>
                        <a:pt x="12354" y="15354"/>
                        <a:pt x="12392" y="15354"/>
                      </a:cubicBezTo>
                      <a:cubicBezTo>
                        <a:pt x="12543" y="15354"/>
                        <a:pt x="12695" y="15317"/>
                        <a:pt x="12846" y="15280"/>
                      </a:cubicBezTo>
                      <a:cubicBezTo>
                        <a:pt x="12960" y="15206"/>
                        <a:pt x="13074" y="15168"/>
                        <a:pt x="13187" y="15168"/>
                      </a:cubicBezTo>
                      <a:cubicBezTo>
                        <a:pt x="13225" y="15168"/>
                        <a:pt x="13225" y="15168"/>
                        <a:pt x="13263" y="15168"/>
                      </a:cubicBezTo>
                      <a:cubicBezTo>
                        <a:pt x="13453" y="15206"/>
                        <a:pt x="13680" y="15280"/>
                        <a:pt x="13869" y="15354"/>
                      </a:cubicBezTo>
                      <a:cubicBezTo>
                        <a:pt x="14097" y="15466"/>
                        <a:pt x="14324" y="15540"/>
                        <a:pt x="14589" y="15540"/>
                      </a:cubicBezTo>
                      <a:cubicBezTo>
                        <a:pt x="14589" y="15540"/>
                        <a:pt x="14627" y="15540"/>
                        <a:pt x="14665" y="15540"/>
                      </a:cubicBezTo>
                      <a:cubicBezTo>
                        <a:pt x="14703" y="15540"/>
                        <a:pt x="14741" y="15503"/>
                        <a:pt x="14779" y="15503"/>
                      </a:cubicBezTo>
                      <a:cubicBezTo>
                        <a:pt x="14817" y="15503"/>
                        <a:pt x="14817" y="15503"/>
                        <a:pt x="14817" y="15503"/>
                      </a:cubicBezTo>
                      <a:cubicBezTo>
                        <a:pt x="14817" y="15503"/>
                        <a:pt x="14817" y="15503"/>
                        <a:pt x="14855" y="15503"/>
                      </a:cubicBezTo>
                      <a:cubicBezTo>
                        <a:pt x="14855" y="15540"/>
                        <a:pt x="14893" y="15577"/>
                        <a:pt x="14893" y="15652"/>
                      </a:cubicBezTo>
                      <a:cubicBezTo>
                        <a:pt x="14893" y="15689"/>
                        <a:pt x="14893" y="15800"/>
                        <a:pt x="14931" y="15838"/>
                      </a:cubicBezTo>
                      <a:cubicBezTo>
                        <a:pt x="15006" y="15912"/>
                        <a:pt x="15120" y="16098"/>
                        <a:pt x="15272" y="16172"/>
                      </a:cubicBezTo>
                      <a:cubicBezTo>
                        <a:pt x="15347" y="16209"/>
                        <a:pt x="15385" y="16246"/>
                        <a:pt x="15461" y="16246"/>
                      </a:cubicBezTo>
                      <a:cubicBezTo>
                        <a:pt x="15537" y="16246"/>
                        <a:pt x="15575" y="16284"/>
                        <a:pt x="15613" y="16321"/>
                      </a:cubicBezTo>
                      <a:cubicBezTo>
                        <a:pt x="15688" y="16395"/>
                        <a:pt x="15764" y="16544"/>
                        <a:pt x="15726" y="16655"/>
                      </a:cubicBezTo>
                      <a:cubicBezTo>
                        <a:pt x="15726" y="16655"/>
                        <a:pt x="15726" y="16655"/>
                        <a:pt x="15726" y="16655"/>
                      </a:cubicBezTo>
                      <a:cubicBezTo>
                        <a:pt x="15688" y="16655"/>
                        <a:pt x="15575" y="16693"/>
                        <a:pt x="15537" y="16804"/>
                      </a:cubicBezTo>
                      <a:cubicBezTo>
                        <a:pt x="15499" y="16916"/>
                        <a:pt x="15575" y="16990"/>
                        <a:pt x="15651" y="17027"/>
                      </a:cubicBezTo>
                      <a:cubicBezTo>
                        <a:pt x="15651" y="17027"/>
                        <a:pt x="15651" y="17064"/>
                        <a:pt x="15651" y="17064"/>
                      </a:cubicBezTo>
                      <a:cubicBezTo>
                        <a:pt x="15651" y="17064"/>
                        <a:pt x="15688" y="17102"/>
                        <a:pt x="15688" y="17102"/>
                      </a:cubicBezTo>
                      <a:cubicBezTo>
                        <a:pt x="15688" y="17102"/>
                        <a:pt x="15688" y="17139"/>
                        <a:pt x="15688" y="17139"/>
                      </a:cubicBezTo>
                      <a:cubicBezTo>
                        <a:pt x="15688" y="17139"/>
                        <a:pt x="15688" y="17139"/>
                        <a:pt x="15688" y="17176"/>
                      </a:cubicBezTo>
                      <a:cubicBezTo>
                        <a:pt x="15688" y="17250"/>
                        <a:pt x="15688" y="17250"/>
                        <a:pt x="15651" y="17250"/>
                      </a:cubicBezTo>
                      <a:cubicBezTo>
                        <a:pt x="15613" y="17250"/>
                        <a:pt x="15499" y="17176"/>
                        <a:pt x="15423" y="17139"/>
                      </a:cubicBezTo>
                      <a:cubicBezTo>
                        <a:pt x="15309" y="17102"/>
                        <a:pt x="15196" y="17027"/>
                        <a:pt x="15082" y="17027"/>
                      </a:cubicBezTo>
                      <a:cubicBezTo>
                        <a:pt x="15006" y="17027"/>
                        <a:pt x="15006" y="17027"/>
                        <a:pt x="15006" y="17027"/>
                      </a:cubicBezTo>
                      <a:cubicBezTo>
                        <a:pt x="14931" y="17027"/>
                        <a:pt x="14893" y="17027"/>
                        <a:pt x="14893" y="16990"/>
                      </a:cubicBezTo>
                      <a:cubicBezTo>
                        <a:pt x="14855" y="16953"/>
                        <a:pt x="14817" y="16916"/>
                        <a:pt x="14817" y="16878"/>
                      </a:cubicBezTo>
                      <a:cubicBezTo>
                        <a:pt x="14779" y="16804"/>
                        <a:pt x="14703" y="16730"/>
                        <a:pt x="14627" y="16655"/>
                      </a:cubicBezTo>
                      <a:cubicBezTo>
                        <a:pt x="14589" y="16655"/>
                        <a:pt x="14589" y="16618"/>
                        <a:pt x="14552" y="16618"/>
                      </a:cubicBezTo>
                      <a:cubicBezTo>
                        <a:pt x="14514" y="16581"/>
                        <a:pt x="14514" y="16581"/>
                        <a:pt x="14514" y="16544"/>
                      </a:cubicBezTo>
                      <a:cubicBezTo>
                        <a:pt x="14476" y="16544"/>
                        <a:pt x="14476" y="16544"/>
                        <a:pt x="14476" y="16507"/>
                      </a:cubicBezTo>
                      <a:cubicBezTo>
                        <a:pt x="14476" y="16470"/>
                        <a:pt x="14476" y="16432"/>
                        <a:pt x="14438" y="16358"/>
                      </a:cubicBezTo>
                      <a:cubicBezTo>
                        <a:pt x="14400" y="16284"/>
                        <a:pt x="14286" y="16246"/>
                        <a:pt x="14173" y="16246"/>
                      </a:cubicBezTo>
                      <a:cubicBezTo>
                        <a:pt x="14059" y="16246"/>
                        <a:pt x="13907" y="16284"/>
                        <a:pt x="13832" y="16395"/>
                      </a:cubicBezTo>
                      <a:cubicBezTo>
                        <a:pt x="13794" y="16470"/>
                        <a:pt x="13794" y="16544"/>
                        <a:pt x="13794" y="16618"/>
                      </a:cubicBezTo>
                      <a:cubicBezTo>
                        <a:pt x="13832" y="16730"/>
                        <a:pt x="13945" y="16767"/>
                        <a:pt x="14021" y="16804"/>
                      </a:cubicBezTo>
                      <a:cubicBezTo>
                        <a:pt x="14059" y="16841"/>
                        <a:pt x="14097" y="16878"/>
                        <a:pt x="14097" y="16878"/>
                      </a:cubicBezTo>
                      <a:cubicBezTo>
                        <a:pt x="14211" y="16990"/>
                        <a:pt x="14400" y="17250"/>
                        <a:pt x="14248" y="17399"/>
                      </a:cubicBezTo>
                      <a:cubicBezTo>
                        <a:pt x="14248" y="17436"/>
                        <a:pt x="14211" y="17473"/>
                        <a:pt x="14173" y="17510"/>
                      </a:cubicBezTo>
                      <a:cubicBezTo>
                        <a:pt x="14059" y="17585"/>
                        <a:pt x="13945" y="17659"/>
                        <a:pt x="13945" y="17808"/>
                      </a:cubicBezTo>
                      <a:cubicBezTo>
                        <a:pt x="13907" y="17882"/>
                        <a:pt x="13945" y="17957"/>
                        <a:pt x="13945" y="18031"/>
                      </a:cubicBezTo>
                      <a:cubicBezTo>
                        <a:pt x="13945" y="18031"/>
                        <a:pt x="13983" y="18068"/>
                        <a:pt x="13983" y="18068"/>
                      </a:cubicBezTo>
                      <a:cubicBezTo>
                        <a:pt x="13983" y="18143"/>
                        <a:pt x="13983" y="18217"/>
                        <a:pt x="14021" y="18254"/>
                      </a:cubicBezTo>
                      <a:cubicBezTo>
                        <a:pt x="14021" y="18291"/>
                        <a:pt x="14021" y="18366"/>
                        <a:pt x="14021" y="18403"/>
                      </a:cubicBezTo>
                      <a:cubicBezTo>
                        <a:pt x="14059" y="18514"/>
                        <a:pt x="14059" y="18663"/>
                        <a:pt x="14059" y="18812"/>
                      </a:cubicBezTo>
                      <a:cubicBezTo>
                        <a:pt x="14059" y="18886"/>
                        <a:pt x="14059" y="18886"/>
                        <a:pt x="14059" y="18886"/>
                      </a:cubicBezTo>
                      <a:cubicBezTo>
                        <a:pt x="14097" y="19072"/>
                        <a:pt x="14021" y="19295"/>
                        <a:pt x="13907" y="19481"/>
                      </a:cubicBezTo>
                      <a:cubicBezTo>
                        <a:pt x="13869" y="19518"/>
                        <a:pt x="13832" y="19630"/>
                        <a:pt x="13794" y="19667"/>
                      </a:cubicBezTo>
                      <a:cubicBezTo>
                        <a:pt x="13718" y="19667"/>
                        <a:pt x="13680" y="19704"/>
                        <a:pt x="13642" y="19704"/>
                      </a:cubicBezTo>
                      <a:cubicBezTo>
                        <a:pt x="13528" y="19741"/>
                        <a:pt x="13415" y="19778"/>
                        <a:pt x="13301" y="19927"/>
                      </a:cubicBezTo>
                      <a:cubicBezTo>
                        <a:pt x="13225" y="20076"/>
                        <a:pt x="13074" y="20373"/>
                        <a:pt x="13225" y="20559"/>
                      </a:cubicBezTo>
                      <a:cubicBezTo>
                        <a:pt x="13301" y="20596"/>
                        <a:pt x="13339" y="20633"/>
                        <a:pt x="13415" y="20633"/>
                      </a:cubicBezTo>
                      <a:cubicBezTo>
                        <a:pt x="13491" y="20633"/>
                        <a:pt x="13566" y="20596"/>
                        <a:pt x="13642" y="20559"/>
                      </a:cubicBezTo>
                      <a:cubicBezTo>
                        <a:pt x="13680" y="20522"/>
                        <a:pt x="13756" y="20485"/>
                        <a:pt x="13756" y="20485"/>
                      </a:cubicBezTo>
                      <a:cubicBezTo>
                        <a:pt x="13756" y="20485"/>
                        <a:pt x="13756" y="20485"/>
                        <a:pt x="13756" y="20485"/>
                      </a:cubicBezTo>
                      <a:cubicBezTo>
                        <a:pt x="13756" y="20596"/>
                        <a:pt x="13491" y="20819"/>
                        <a:pt x="13415" y="20856"/>
                      </a:cubicBezTo>
                      <a:cubicBezTo>
                        <a:pt x="13377" y="20856"/>
                        <a:pt x="13339" y="20856"/>
                        <a:pt x="13301" y="20856"/>
                      </a:cubicBezTo>
                      <a:cubicBezTo>
                        <a:pt x="13225" y="20894"/>
                        <a:pt x="13112" y="20894"/>
                        <a:pt x="13036" y="20968"/>
                      </a:cubicBezTo>
                      <a:cubicBezTo>
                        <a:pt x="12884" y="21080"/>
                        <a:pt x="12808" y="21303"/>
                        <a:pt x="12884" y="21451"/>
                      </a:cubicBezTo>
                      <a:cubicBezTo>
                        <a:pt x="12922" y="21563"/>
                        <a:pt x="12998" y="21600"/>
                        <a:pt x="13149" y="21600"/>
                      </a:cubicBezTo>
                      <a:cubicBezTo>
                        <a:pt x="13187" y="21600"/>
                        <a:pt x="13225" y="21600"/>
                        <a:pt x="13263" y="21600"/>
                      </a:cubicBezTo>
                      <a:cubicBezTo>
                        <a:pt x="13528" y="21526"/>
                        <a:pt x="13869" y="21340"/>
                        <a:pt x="14135" y="21117"/>
                      </a:cubicBezTo>
                      <a:cubicBezTo>
                        <a:pt x="14173" y="21042"/>
                        <a:pt x="14248" y="20968"/>
                        <a:pt x="14324" y="20931"/>
                      </a:cubicBezTo>
                      <a:cubicBezTo>
                        <a:pt x="14438" y="20819"/>
                        <a:pt x="14514" y="20708"/>
                        <a:pt x="14627" y="20633"/>
                      </a:cubicBezTo>
                      <a:cubicBezTo>
                        <a:pt x="14665" y="20559"/>
                        <a:pt x="14741" y="20522"/>
                        <a:pt x="14779" y="20448"/>
                      </a:cubicBezTo>
                      <a:cubicBezTo>
                        <a:pt x="14893" y="20336"/>
                        <a:pt x="14968" y="20262"/>
                        <a:pt x="15120" y="20224"/>
                      </a:cubicBezTo>
                      <a:cubicBezTo>
                        <a:pt x="15120" y="20187"/>
                        <a:pt x="15158" y="20187"/>
                        <a:pt x="15196" y="20187"/>
                      </a:cubicBezTo>
                      <a:cubicBezTo>
                        <a:pt x="15234" y="20187"/>
                        <a:pt x="15272" y="20224"/>
                        <a:pt x="15347" y="20262"/>
                      </a:cubicBezTo>
                      <a:cubicBezTo>
                        <a:pt x="15385" y="20299"/>
                        <a:pt x="15423" y="20336"/>
                        <a:pt x="15499" y="20336"/>
                      </a:cubicBezTo>
                      <a:cubicBezTo>
                        <a:pt x="15537" y="20373"/>
                        <a:pt x="15575" y="20373"/>
                        <a:pt x="15613" y="20373"/>
                      </a:cubicBezTo>
                      <a:cubicBezTo>
                        <a:pt x="15764" y="20373"/>
                        <a:pt x="15878" y="20262"/>
                        <a:pt x="15954" y="20187"/>
                      </a:cubicBezTo>
                      <a:cubicBezTo>
                        <a:pt x="15992" y="20150"/>
                        <a:pt x="16029" y="20113"/>
                        <a:pt x="16029" y="20113"/>
                      </a:cubicBezTo>
                      <a:cubicBezTo>
                        <a:pt x="16105" y="20039"/>
                        <a:pt x="16219" y="20001"/>
                        <a:pt x="16333" y="20001"/>
                      </a:cubicBezTo>
                      <a:cubicBezTo>
                        <a:pt x="16408" y="19964"/>
                        <a:pt x="16522" y="19927"/>
                        <a:pt x="16636" y="19890"/>
                      </a:cubicBezTo>
                      <a:cubicBezTo>
                        <a:pt x="16674" y="19853"/>
                        <a:pt x="16749" y="19815"/>
                        <a:pt x="16825" y="19815"/>
                      </a:cubicBezTo>
                      <a:cubicBezTo>
                        <a:pt x="16977" y="19741"/>
                        <a:pt x="17166" y="19704"/>
                        <a:pt x="17280" y="19555"/>
                      </a:cubicBezTo>
                      <a:cubicBezTo>
                        <a:pt x="17318" y="19481"/>
                        <a:pt x="17356" y="19444"/>
                        <a:pt x="17356" y="19407"/>
                      </a:cubicBezTo>
                      <a:cubicBezTo>
                        <a:pt x="17356" y="19407"/>
                        <a:pt x="17356" y="19369"/>
                        <a:pt x="17356" y="19369"/>
                      </a:cubicBezTo>
                      <a:cubicBezTo>
                        <a:pt x="17356" y="19258"/>
                        <a:pt x="17394" y="19146"/>
                        <a:pt x="17318" y="19035"/>
                      </a:cubicBezTo>
                      <a:cubicBezTo>
                        <a:pt x="17280" y="18998"/>
                        <a:pt x="17204" y="18960"/>
                        <a:pt x="17128" y="18960"/>
                      </a:cubicBezTo>
                      <a:cubicBezTo>
                        <a:pt x="17053" y="18960"/>
                        <a:pt x="16977" y="18960"/>
                        <a:pt x="16901" y="18998"/>
                      </a:cubicBezTo>
                      <a:cubicBezTo>
                        <a:pt x="16825" y="18998"/>
                        <a:pt x="16749" y="18998"/>
                        <a:pt x="16674" y="18998"/>
                      </a:cubicBezTo>
                      <a:cubicBezTo>
                        <a:pt x="16598" y="18998"/>
                        <a:pt x="16560" y="18998"/>
                        <a:pt x="16560" y="18960"/>
                      </a:cubicBezTo>
                      <a:cubicBezTo>
                        <a:pt x="16484" y="18886"/>
                        <a:pt x="16560" y="18812"/>
                        <a:pt x="16712" y="18663"/>
                      </a:cubicBezTo>
                      <a:cubicBezTo>
                        <a:pt x="16749" y="18626"/>
                        <a:pt x="16749" y="18589"/>
                        <a:pt x="16787" y="18589"/>
                      </a:cubicBezTo>
                      <a:cubicBezTo>
                        <a:pt x="17053" y="18291"/>
                        <a:pt x="17242" y="18143"/>
                        <a:pt x="17583" y="18031"/>
                      </a:cubicBezTo>
                      <a:cubicBezTo>
                        <a:pt x="17659" y="17994"/>
                        <a:pt x="17773" y="17919"/>
                        <a:pt x="17886" y="17882"/>
                      </a:cubicBezTo>
                      <a:cubicBezTo>
                        <a:pt x="18038" y="17771"/>
                        <a:pt x="18227" y="17659"/>
                        <a:pt x="18379" y="17659"/>
                      </a:cubicBezTo>
                      <a:cubicBezTo>
                        <a:pt x="18455" y="17659"/>
                        <a:pt x="18568" y="17696"/>
                        <a:pt x="18644" y="17734"/>
                      </a:cubicBezTo>
                      <a:cubicBezTo>
                        <a:pt x="18758" y="17808"/>
                        <a:pt x="18909" y="17845"/>
                        <a:pt x="19023" y="17845"/>
                      </a:cubicBezTo>
                      <a:cubicBezTo>
                        <a:pt x="19137" y="17845"/>
                        <a:pt x="19213" y="17808"/>
                        <a:pt x="19288" y="17734"/>
                      </a:cubicBezTo>
                      <a:cubicBezTo>
                        <a:pt x="19440" y="17659"/>
                        <a:pt x="19440" y="17548"/>
                        <a:pt x="19440" y="17436"/>
                      </a:cubicBezTo>
                      <a:cubicBezTo>
                        <a:pt x="19478" y="17399"/>
                        <a:pt x="19478" y="17325"/>
                        <a:pt x="19516" y="17287"/>
                      </a:cubicBezTo>
                      <a:cubicBezTo>
                        <a:pt x="19554" y="17213"/>
                        <a:pt x="19667" y="17139"/>
                        <a:pt x="19743" y="17102"/>
                      </a:cubicBezTo>
                      <a:cubicBezTo>
                        <a:pt x="19857" y="17027"/>
                        <a:pt x="19971" y="16953"/>
                        <a:pt x="20046" y="16878"/>
                      </a:cubicBezTo>
                      <a:cubicBezTo>
                        <a:pt x="20122" y="16767"/>
                        <a:pt x="20236" y="16655"/>
                        <a:pt x="20312" y="16544"/>
                      </a:cubicBezTo>
                      <a:cubicBezTo>
                        <a:pt x="20349" y="16470"/>
                        <a:pt x="20425" y="16395"/>
                        <a:pt x="20463" y="16321"/>
                      </a:cubicBezTo>
                      <a:cubicBezTo>
                        <a:pt x="20766" y="15949"/>
                        <a:pt x="21069" y="15614"/>
                        <a:pt x="21486" y="15503"/>
                      </a:cubicBezTo>
                      <a:cubicBezTo>
                        <a:pt x="21600" y="15466"/>
                        <a:pt x="21600" y="15466"/>
                        <a:pt x="21600" y="15466"/>
                      </a:cubicBezTo>
                      <a:lnTo>
                        <a:pt x="21562" y="15354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89" name="Shape">
                  <a:extLst>
                    <a:ext uri="{FF2B5EF4-FFF2-40B4-BE49-F238E27FC236}">
                      <a16:creationId xmlns:a16="http://schemas.microsoft.com/office/drawing/2014/main" id="{DE11FD00-47F4-4107-9B4C-75E48ACDE77C}"/>
                    </a:ext>
                  </a:extLst>
                </p:cNvPr>
                <p:cNvSpPr/>
                <p:nvPr/>
              </p:nvSpPr>
              <p:spPr>
                <a:xfrm>
                  <a:off x="5118610" y="2327872"/>
                  <a:ext cx="2535028" cy="274830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177" y="7943"/>
                      </a:moveTo>
                      <a:cubicBezTo>
                        <a:pt x="21100" y="8007"/>
                        <a:pt x="21100" y="8007"/>
                        <a:pt x="21100" y="8007"/>
                      </a:cubicBezTo>
                      <a:cubicBezTo>
                        <a:pt x="20678" y="8169"/>
                        <a:pt x="20216" y="8362"/>
                        <a:pt x="19794" y="8556"/>
                      </a:cubicBezTo>
                      <a:cubicBezTo>
                        <a:pt x="19717" y="8588"/>
                        <a:pt x="19717" y="8588"/>
                        <a:pt x="19717" y="8588"/>
                      </a:cubicBezTo>
                      <a:cubicBezTo>
                        <a:pt x="18756" y="9008"/>
                        <a:pt x="17718" y="9428"/>
                        <a:pt x="16719" y="9880"/>
                      </a:cubicBezTo>
                      <a:cubicBezTo>
                        <a:pt x="16527" y="9944"/>
                        <a:pt x="16335" y="10009"/>
                        <a:pt x="16181" y="10106"/>
                      </a:cubicBezTo>
                      <a:cubicBezTo>
                        <a:pt x="16065" y="10138"/>
                        <a:pt x="15989" y="10138"/>
                        <a:pt x="15912" y="10138"/>
                      </a:cubicBezTo>
                      <a:cubicBezTo>
                        <a:pt x="15720" y="10138"/>
                        <a:pt x="15604" y="10074"/>
                        <a:pt x="15412" y="9944"/>
                      </a:cubicBezTo>
                      <a:cubicBezTo>
                        <a:pt x="15258" y="9783"/>
                        <a:pt x="15297" y="9654"/>
                        <a:pt x="15335" y="9525"/>
                      </a:cubicBezTo>
                      <a:cubicBezTo>
                        <a:pt x="15335" y="9396"/>
                        <a:pt x="15374" y="9299"/>
                        <a:pt x="15258" y="9170"/>
                      </a:cubicBezTo>
                      <a:cubicBezTo>
                        <a:pt x="15181" y="9073"/>
                        <a:pt x="15105" y="9040"/>
                        <a:pt x="15028" y="9040"/>
                      </a:cubicBezTo>
                      <a:cubicBezTo>
                        <a:pt x="14989" y="9040"/>
                        <a:pt x="14989" y="9040"/>
                        <a:pt x="14951" y="9040"/>
                      </a:cubicBezTo>
                      <a:cubicBezTo>
                        <a:pt x="14836" y="9073"/>
                        <a:pt x="14720" y="9266"/>
                        <a:pt x="14720" y="9428"/>
                      </a:cubicBezTo>
                      <a:cubicBezTo>
                        <a:pt x="14720" y="9589"/>
                        <a:pt x="14836" y="9686"/>
                        <a:pt x="14951" y="9783"/>
                      </a:cubicBezTo>
                      <a:cubicBezTo>
                        <a:pt x="15028" y="9880"/>
                        <a:pt x="15066" y="9944"/>
                        <a:pt x="15143" y="10041"/>
                      </a:cubicBezTo>
                      <a:cubicBezTo>
                        <a:pt x="15220" y="10235"/>
                        <a:pt x="15220" y="10493"/>
                        <a:pt x="15181" y="10752"/>
                      </a:cubicBezTo>
                      <a:cubicBezTo>
                        <a:pt x="15181" y="10784"/>
                        <a:pt x="15181" y="10848"/>
                        <a:pt x="15181" y="10881"/>
                      </a:cubicBezTo>
                      <a:cubicBezTo>
                        <a:pt x="15181" y="10913"/>
                        <a:pt x="15181" y="10913"/>
                        <a:pt x="15143" y="10913"/>
                      </a:cubicBezTo>
                      <a:cubicBezTo>
                        <a:pt x="15143" y="10913"/>
                        <a:pt x="15143" y="10913"/>
                        <a:pt x="15143" y="10913"/>
                      </a:cubicBezTo>
                      <a:cubicBezTo>
                        <a:pt x="15066" y="10913"/>
                        <a:pt x="14874" y="10816"/>
                        <a:pt x="14567" y="10622"/>
                      </a:cubicBezTo>
                      <a:cubicBezTo>
                        <a:pt x="14528" y="10590"/>
                        <a:pt x="14528" y="10590"/>
                        <a:pt x="14528" y="10590"/>
                      </a:cubicBezTo>
                      <a:cubicBezTo>
                        <a:pt x="14451" y="10558"/>
                        <a:pt x="14413" y="10526"/>
                        <a:pt x="14336" y="10526"/>
                      </a:cubicBezTo>
                      <a:cubicBezTo>
                        <a:pt x="14259" y="10526"/>
                        <a:pt x="14182" y="10558"/>
                        <a:pt x="14105" y="10622"/>
                      </a:cubicBezTo>
                      <a:cubicBezTo>
                        <a:pt x="14028" y="10655"/>
                        <a:pt x="14028" y="10655"/>
                        <a:pt x="14028" y="10655"/>
                      </a:cubicBezTo>
                      <a:cubicBezTo>
                        <a:pt x="13836" y="10752"/>
                        <a:pt x="13759" y="10752"/>
                        <a:pt x="13644" y="10752"/>
                      </a:cubicBezTo>
                      <a:cubicBezTo>
                        <a:pt x="13606" y="10752"/>
                        <a:pt x="13567" y="10752"/>
                        <a:pt x="13529" y="10752"/>
                      </a:cubicBezTo>
                      <a:cubicBezTo>
                        <a:pt x="13452" y="10752"/>
                        <a:pt x="13452" y="10752"/>
                        <a:pt x="13452" y="10752"/>
                      </a:cubicBezTo>
                      <a:cubicBezTo>
                        <a:pt x="13221" y="10752"/>
                        <a:pt x="13221" y="10752"/>
                        <a:pt x="13106" y="10590"/>
                      </a:cubicBezTo>
                      <a:cubicBezTo>
                        <a:pt x="13106" y="10558"/>
                        <a:pt x="13106" y="10558"/>
                        <a:pt x="13106" y="10558"/>
                      </a:cubicBezTo>
                      <a:cubicBezTo>
                        <a:pt x="13068" y="10493"/>
                        <a:pt x="13029" y="10429"/>
                        <a:pt x="13029" y="10332"/>
                      </a:cubicBezTo>
                      <a:cubicBezTo>
                        <a:pt x="12991" y="10170"/>
                        <a:pt x="12952" y="10106"/>
                        <a:pt x="12914" y="10041"/>
                      </a:cubicBezTo>
                      <a:cubicBezTo>
                        <a:pt x="12875" y="10041"/>
                        <a:pt x="12875" y="10009"/>
                        <a:pt x="12875" y="10009"/>
                      </a:cubicBezTo>
                      <a:cubicBezTo>
                        <a:pt x="12760" y="9944"/>
                        <a:pt x="12760" y="9944"/>
                        <a:pt x="12760" y="9944"/>
                      </a:cubicBezTo>
                      <a:cubicBezTo>
                        <a:pt x="12683" y="10074"/>
                        <a:pt x="12683" y="10074"/>
                        <a:pt x="12683" y="10074"/>
                      </a:cubicBezTo>
                      <a:cubicBezTo>
                        <a:pt x="12683" y="10074"/>
                        <a:pt x="12683" y="10106"/>
                        <a:pt x="12683" y="10106"/>
                      </a:cubicBezTo>
                      <a:cubicBezTo>
                        <a:pt x="12645" y="10138"/>
                        <a:pt x="12645" y="10138"/>
                        <a:pt x="12645" y="10138"/>
                      </a:cubicBezTo>
                      <a:cubicBezTo>
                        <a:pt x="12645" y="10203"/>
                        <a:pt x="12606" y="10267"/>
                        <a:pt x="12568" y="10267"/>
                      </a:cubicBezTo>
                      <a:cubicBezTo>
                        <a:pt x="12568" y="10267"/>
                        <a:pt x="12530" y="10267"/>
                        <a:pt x="12530" y="10267"/>
                      </a:cubicBezTo>
                      <a:cubicBezTo>
                        <a:pt x="12491" y="10267"/>
                        <a:pt x="12491" y="10267"/>
                        <a:pt x="12453" y="10267"/>
                      </a:cubicBezTo>
                      <a:cubicBezTo>
                        <a:pt x="12337" y="10203"/>
                        <a:pt x="12299" y="10009"/>
                        <a:pt x="12260" y="9912"/>
                      </a:cubicBezTo>
                      <a:cubicBezTo>
                        <a:pt x="12260" y="9912"/>
                        <a:pt x="12260" y="9912"/>
                        <a:pt x="12260" y="9912"/>
                      </a:cubicBezTo>
                      <a:cubicBezTo>
                        <a:pt x="12260" y="9848"/>
                        <a:pt x="12222" y="9815"/>
                        <a:pt x="12222" y="9783"/>
                      </a:cubicBezTo>
                      <a:cubicBezTo>
                        <a:pt x="12184" y="9654"/>
                        <a:pt x="12184" y="9557"/>
                        <a:pt x="12030" y="9492"/>
                      </a:cubicBezTo>
                      <a:cubicBezTo>
                        <a:pt x="11953" y="9460"/>
                        <a:pt x="11876" y="9460"/>
                        <a:pt x="11799" y="9428"/>
                      </a:cubicBezTo>
                      <a:cubicBezTo>
                        <a:pt x="11684" y="9428"/>
                        <a:pt x="11569" y="9428"/>
                        <a:pt x="11453" y="9331"/>
                      </a:cubicBezTo>
                      <a:cubicBezTo>
                        <a:pt x="11415" y="9299"/>
                        <a:pt x="11415" y="9234"/>
                        <a:pt x="11415" y="9202"/>
                      </a:cubicBezTo>
                      <a:cubicBezTo>
                        <a:pt x="11415" y="9137"/>
                        <a:pt x="11415" y="9105"/>
                        <a:pt x="11377" y="9073"/>
                      </a:cubicBezTo>
                      <a:cubicBezTo>
                        <a:pt x="11338" y="9008"/>
                        <a:pt x="11300" y="9008"/>
                        <a:pt x="11223" y="8976"/>
                      </a:cubicBezTo>
                      <a:cubicBezTo>
                        <a:pt x="11184" y="8976"/>
                        <a:pt x="11107" y="8943"/>
                        <a:pt x="11069" y="8911"/>
                      </a:cubicBezTo>
                      <a:cubicBezTo>
                        <a:pt x="11031" y="8847"/>
                        <a:pt x="10954" y="8588"/>
                        <a:pt x="10915" y="8330"/>
                      </a:cubicBezTo>
                      <a:cubicBezTo>
                        <a:pt x="10915" y="8330"/>
                        <a:pt x="10915" y="8330"/>
                        <a:pt x="10915" y="8330"/>
                      </a:cubicBezTo>
                      <a:cubicBezTo>
                        <a:pt x="10992" y="8233"/>
                        <a:pt x="11069" y="8169"/>
                        <a:pt x="11223" y="8136"/>
                      </a:cubicBezTo>
                      <a:cubicBezTo>
                        <a:pt x="11300" y="8104"/>
                        <a:pt x="11300" y="8104"/>
                        <a:pt x="11300" y="8104"/>
                      </a:cubicBezTo>
                      <a:cubicBezTo>
                        <a:pt x="11261" y="8007"/>
                        <a:pt x="11261" y="8007"/>
                        <a:pt x="11261" y="8007"/>
                      </a:cubicBezTo>
                      <a:cubicBezTo>
                        <a:pt x="11261" y="7975"/>
                        <a:pt x="11223" y="7943"/>
                        <a:pt x="11146" y="7878"/>
                      </a:cubicBezTo>
                      <a:cubicBezTo>
                        <a:pt x="11031" y="7813"/>
                        <a:pt x="10954" y="7749"/>
                        <a:pt x="10992" y="7652"/>
                      </a:cubicBezTo>
                      <a:cubicBezTo>
                        <a:pt x="10992" y="7652"/>
                        <a:pt x="11031" y="7652"/>
                        <a:pt x="11031" y="7652"/>
                      </a:cubicBezTo>
                      <a:cubicBezTo>
                        <a:pt x="11107" y="7652"/>
                        <a:pt x="11146" y="7684"/>
                        <a:pt x="11223" y="7717"/>
                      </a:cubicBezTo>
                      <a:cubicBezTo>
                        <a:pt x="11300" y="7749"/>
                        <a:pt x="11338" y="7749"/>
                        <a:pt x="11377" y="7749"/>
                      </a:cubicBezTo>
                      <a:cubicBezTo>
                        <a:pt x="11415" y="7749"/>
                        <a:pt x="11415" y="7749"/>
                        <a:pt x="11415" y="7749"/>
                      </a:cubicBezTo>
                      <a:cubicBezTo>
                        <a:pt x="11492" y="7749"/>
                        <a:pt x="11492" y="7749"/>
                        <a:pt x="11492" y="7749"/>
                      </a:cubicBezTo>
                      <a:cubicBezTo>
                        <a:pt x="11492" y="7684"/>
                        <a:pt x="11492" y="7684"/>
                        <a:pt x="11492" y="7684"/>
                      </a:cubicBezTo>
                      <a:cubicBezTo>
                        <a:pt x="11530" y="7620"/>
                        <a:pt x="11492" y="7523"/>
                        <a:pt x="11453" y="7361"/>
                      </a:cubicBezTo>
                      <a:cubicBezTo>
                        <a:pt x="11453" y="7329"/>
                        <a:pt x="11453" y="7297"/>
                        <a:pt x="11453" y="7265"/>
                      </a:cubicBezTo>
                      <a:cubicBezTo>
                        <a:pt x="11569" y="7297"/>
                        <a:pt x="11684" y="7329"/>
                        <a:pt x="11799" y="7361"/>
                      </a:cubicBezTo>
                      <a:cubicBezTo>
                        <a:pt x="11991" y="7426"/>
                        <a:pt x="12145" y="7523"/>
                        <a:pt x="12376" y="7523"/>
                      </a:cubicBezTo>
                      <a:cubicBezTo>
                        <a:pt x="12606" y="7523"/>
                        <a:pt x="12799" y="7426"/>
                        <a:pt x="12991" y="7361"/>
                      </a:cubicBezTo>
                      <a:cubicBezTo>
                        <a:pt x="13144" y="7329"/>
                        <a:pt x="13260" y="7265"/>
                        <a:pt x="13375" y="7265"/>
                      </a:cubicBezTo>
                      <a:cubicBezTo>
                        <a:pt x="13452" y="7232"/>
                        <a:pt x="13529" y="7232"/>
                        <a:pt x="13606" y="7232"/>
                      </a:cubicBezTo>
                      <a:cubicBezTo>
                        <a:pt x="13759" y="7232"/>
                        <a:pt x="13759" y="7232"/>
                        <a:pt x="13759" y="7232"/>
                      </a:cubicBezTo>
                      <a:cubicBezTo>
                        <a:pt x="13952" y="7232"/>
                        <a:pt x="14182" y="7232"/>
                        <a:pt x="14221" y="6974"/>
                      </a:cubicBezTo>
                      <a:cubicBezTo>
                        <a:pt x="14221" y="6877"/>
                        <a:pt x="14144" y="6813"/>
                        <a:pt x="14105" y="6748"/>
                      </a:cubicBezTo>
                      <a:cubicBezTo>
                        <a:pt x="14067" y="6716"/>
                        <a:pt x="14028" y="6683"/>
                        <a:pt x="13990" y="6619"/>
                      </a:cubicBezTo>
                      <a:cubicBezTo>
                        <a:pt x="13952" y="6522"/>
                        <a:pt x="13952" y="6457"/>
                        <a:pt x="13990" y="6393"/>
                      </a:cubicBezTo>
                      <a:cubicBezTo>
                        <a:pt x="13990" y="6328"/>
                        <a:pt x="13990" y="6296"/>
                        <a:pt x="13990" y="6231"/>
                      </a:cubicBezTo>
                      <a:cubicBezTo>
                        <a:pt x="13990" y="6038"/>
                        <a:pt x="13836" y="6005"/>
                        <a:pt x="13683" y="5941"/>
                      </a:cubicBezTo>
                      <a:cubicBezTo>
                        <a:pt x="13606" y="5909"/>
                        <a:pt x="13529" y="5876"/>
                        <a:pt x="13452" y="5844"/>
                      </a:cubicBezTo>
                      <a:cubicBezTo>
                        <a:pt x="13414" y="5779"/>
                        <a:pt x="13375" y="5747"/>
                        <a:pt x="13337" y="5715"/>
                      </a:cubicBezTo>
                      <a:cubicBezTo>
                        <a:pt x="13298" y="5650"/>
                        <a:pt x="13260" y="5618"/>
                        <a:pt x="13183" y="5586"/>
                      </a:cubicBezTo>
                      <a:cubicBezTo>
                        <a:pt x="13106" y="5553"/>
                        <a:pt x="13029" y="5553"/>
                        <a:pt x="12991" y="5553"/>
                      </a:cubicBezTo>
                      <a:cubicBezTo>
                        <a:pt x="12875" y="5521"/>
                        <a:pt x="12760" y="5521"/>
                        <a:pt x="12645" y="5392"/>
                      </a:cubicBezTo>
                      <a:cubicBezTo>
                        <a:pt x="12606" y="5263"/>
                        <a:pt x="12568" y="5101"/>
                        <a:pt x="12568" y="4940"/>
                      </a:cubicBezTo>
                      <a:cubicBezTo>
                        <a:pt x="12568" y="4811"/>
                        <a:pt x="12568" y="4714"/>
                        <a:pt x="12530" y="4649"/>
                      </a:cubicBezTo>
                      <a:cubicBezTo>
                        <a:pt x="12491" y="4488"/>
                        <a:pt x="12491" y="4359"/>
                        <a:pt x="12491" y="4230"/>
                      </a:cubicBezTo>
                      <a:cubicBezTo>
                        <a:pt x="12491" y="4133"/>
                        <a:pt x="12491" y="4036"/>
                        <a:pt x="12453" y="3939"/>
                      </a:cubicBezTo>
                      <a:cubicBezTo>
                        <a:pt x="12414" y="3713"/>
                        <a:pt x="12376" y="3681"/>
                        <a:pt x="12145" y="3648"/>
                      </a:cubicBezTo>
                      <a:cubicBezTo>
                        <a:pt x="12068" y="3616"/>
                        <a:pt x="11991" y="3616"/>
                        <a:pt x="11876" y="3552"/>
                      </a:cubicBezTo>
                      <a:cubicBezTo>
                        <a:pt x="11646" y="3455"/>
                        <a:pt x="11646" y="3261"/>
                        <a:pt x="11684" y="3003"/>
                      </a:cubicBezTo>
                      <a:cubicBezTo>
                        <a:pt x="11722" y="2744"/>
                        <a:pt x="11761" y="2518"/>
                        <a:pt x="11453" y="2454"/>
                      </a:cubicBezTo>
                      <a:cubicBezTo>
                        <a:pt x="11415" y="2422"/>
                        <a:pt x="11377" y="2422"/>
                        <a:pt x="11338" y="2422"/>
                      </a:cubicBezTo>
                      <a:cubicBezTo>
                        <a:pt x="11261" y="2422"/>
                        <a:pt x="11184" y="2454"/>
                        <a:pt x="11107" y="2454"/>
                      </a:cubicBezTo>
                      <a:cubicBezTo>
                        <a:pt x="11069" y="2454"/>
                        <a:pt x="11031" y="2486"/>
                        <a:pt x="10954" y="2486"/>
                      </a:cubicBezTo>
                      <a:cubicBezTo>
                        <a:pt x="10915" y="2486"/>
                        <a:pt x="10838" y="2454"/>
                        <a:pt x="10762" y="2325"/>
                      </a:cubicBezTo>
                      <a:cubicBezTo>
                        <a:pt x="10762" y="2292"/>
                        <a:pt x="10762" y="2228"/>
                        <a:pt x="10800" y="2163"/>
                      </a:cubicBezTo>
                      <a:cubicBezTo>
                        <a:pt x="10838" y="2099"/>
                        <a:pt x="10838" y="2066"/>
                        <a:pt x="10838" y="2034"/>
                      </a:cubicBezTo>
                      <a:cubicBezTo>
                        <a:pt x="10800" y="2034"/>
                        <a:pt x="10800" y="2034"/>
                        <a:pt x="10800" y="2034"/>
                      </a:cubicBezTo>
                      <a:cubicBezTo>
                        <a:pt x="10800" y="2002"/>
                        <a:pt x="10800" y="2002"/>
                        <a:pt x="10800" y="2002"/>
                      </a:cubicBezTo>
                      <a:cubicBezTo>
                        <a:pt x="10800" y="1970"/>
                        <a:pt x="10762" y="1937"/>
                        <a:pt x="10646" y="1937"/>
                      </a:cubicBezTo>
                      <a:cubicBezTo>
                        <a:pt x="10646" y="1937"/>
                        <a:pt x="10608" y="1937"/>
                        <a:pt x="10608" y="1937"/>
                      </a:cubicBezTo>
                      <a:cubicBezTo>
                        <a:pt x="10569" y="1937"/>
                        <a:pt x="10569" y="1937"/>
                        <a:pt x="10531" y="1937"/>
                      </a:cubicBezTo>
                      <a:cubicBezTo>
                        <a:pt x="10493" y="1937"/>
                        <a:pt x="10454" y="1937"/>
                        <a:pt x="10416" y="1905"/>
                      </a:cubicBezTo>
                      <a:cubicBezTo>
                        <a:pt x="10339" y="1840"/>
                        <a:pt x="10300" y="1614"/>
                        <a:pt x="10262" y="1453"/>
                      </a:cubicBezTo>
                      <a:cubicBezTo>
                        <a:pt x="10223" y="1356"/>
                        <a:pt x="10223" y="1259"/>
                        <a:pt x="10185" y="1195"/>
                      </a:cubicBezTo>
                      <a:cubicBezTo>
                        <a:pt x="10147" y="1098"/>
                        <a:pt x="10108" y="1001"/>
                        <a:pt x="10108" y="904"/>
                      </a:cubicBezTo>
                      <a:cubicBezTo>
                        <a:pt x="10070" y="775"/>
                        <a:pt x="10070" y="775"/>
                        <a:pt x="10070" y="775"/>
                      </a:cubicBezTo>
                      <a:cubicBezTo>
                        <a:pt x="9839" y="807"/>
                        <a:pt x="9839" y="807"/>
                        <a:pt x="9839" y="807"/>
                      </a:cubicBezTo>
                      <a:cubicBezTo>
                        <a:pt x="9839" y="807"/>
                        <a:pt x="9839" y="807"/>
                        <a:pt x="9839" y="839"/>
                      </a:cubicBezTo>
                      <a:cubicBezTo>
                        <a:pt x="9801" y="904"/>
                        <a:pt x="9839" y="969"/>
                        <a:pt x="9878" y="1065"/>
                      </a:cubicBezTo>
                      <a:cubicBezTo>
                        <a:pt x="9878" y="1065"/>
                        <a:pt x="9878" y="1098"/>
                        <a:pt x="9916" y="1162"/>
                      </a:cubicBezTo>
                      <a:cubicBezTo>
                        <a:pt x="9916" y="1162"/>
                        <a:pt x="9916" y="1195"/>
                        <a:pt x="9916" y="1227"/>
                      </a:cubicBezTo>
                      <a:cubicBezTo>
                        <a:pt x="9916" y="1259"/>
                        <a:pt x="9954" y="1291"/>
                        <a:pt x="9954" y="1324"/>
                      </a:cubicBezTo>
                      <a:cubicBezTo>
                        <a:pt x="9954" y="1388"/>
                        <a:pt x="9954" y="1421"/>
                        <a:pt x="9954" y="1485"/>
                      </a:cubicBezTo>
                      <a:cubicBezTo>
                        <a:pt x="9954" y="1517"/>
                        <a:pt x="9916" y="1517"/>
                        <a:pt x="9878" y="1550"/>
                      </a:cubicBezTo>
                      <a:cubicBezTo>
                        <a:pt x="9878" y="1582"/>
                        <a:pt x="9839" y="1582"/>
                        <a:pt x="9839" y="1614"/>
                      </a:cubicBezTo>
                      <a:cubicBezTo>
                        <a:pt x="9762" y="1679"/>
                        <a:pt x="9724" y="1776"/>
                        <a:pt x="9762" y="1905"/>
                      </a:cubicBezTo>
                      <a:cubicBezTo>
                        <a:pt x="9762" y="2002"/>
                        <a:pt x="9878" y="2034"/>
                        <a:pt x="9916" y="2099"/>
                      </a:cubicBezTo>
                      <a:cubicBezTo>
                        <a:pt x="9954" y="2099"/>
                        <a:pt x="9954" y="2099"/>
                        <a:pt x="9954" y="2099"/>
                      </a:cubicBezTo>
                      <a:cubicBezTo>
                        <a:pt x="9993" y="2131"/>
                        <a:pt x="9993" y="2163"/>
                        <a:pt x="9993" y="2260"/>
                      </a:cubicBezTo>
                      <a:cubicBezTo>
                        <a:pt x="9993" y="2292"/>
                        <a:pt x="9993" y="2325"/>
                        <a:pt x="9993" y="2357"/>
                      </a:cubicBezTo>
                      <a:cubicBezTo>
                        <a:pt x="9993" y="2389"/>
                        <a:pt x="9993" y="2389"/>
                        <a:pt x="9993" y="2389"/>
                      </a:cubicBezTo>
                      <a:cubicBezTo>
                        <a:pt x="9993" y="2454"/>
                        <a:pt x="9993" y="2518"/>
                        <a:pt x="10070" y="2583"/>
                      </a:cubicBezTo>
                      <a:cubicBezTo>
                        <a:pt x="10070" y="2583"/>
                        <a:pt x="10070" y="2583"/>
                        <a:pt x="10070" y="2583"/>
                      </a:cubicBezTo>
                      <a:cubicBezTo>
                        <a:pt x="10070" y="2615"/>
                        <a:pt x="10070" y="2648"/>
                        <a:pt x="10031" y="2680"/>
                      </a:cubicBezTo>
                      <a:cubicBezTo>
                        <a:pt x="9993" y="2712"/>
                        <a:pt x="9954" y="2744"/>
                        <a:pt x="9954" y="2777"/>
                      </a:cubicBezTo>
                      <a:cubicBezTo>
                        <a:pt x="9954" y="2777"/>
                        <a:pt x="9954" y="2809"/>
                        <a:pt x="9916" y="2809"/>
                      </a:cubicBezTo>
                      <a:cubicBezTo>
                        <a:pt x="9916" y="2841"/>
                        <a:pt x="9878" y="2874"/>
                        <a:pt x="9878" y="2906"/>
                      </a:cubicBezTo>
                      <a:cubicBezTo>
                        <a:pt x="9878" y="2906"/>
                        <a:pt x="9878" y="2938"/>
                        <a:pt x="9878" y="2938"/>
                      </a:cubicBezTo>
                      <a:cubicBezTo>
                        <a:pt x="9878" y="2938"/>
                        <a:pt x="9839" y="2938"/>
                        <a:pt x="9839" y="2938"/>
                      </a:cubicBezTo>
                      <a:cubicBezTo>
                        <a:pt x="9839" y="2938"/>
                        <a:pt x="9801" y="2938"/>
                        <a:pt x="9801" y="2938"/>
                      </a:cubicBezTo>
                      <a:cubicBezTo>
                        <a:pt x="9724" y="2938"/>
                        <a:pt x="9647" y="2938"/>
                        <a:pt x="9609" y="2970"/>
                      </a:cubicBezTo>
                      <a:cubicBezTo>
                        <a:pt x="9532" y="3067"/>
                        <a:pt x="9532" y="3229"/>
                        <a:pt x="9532" y="3326"/>
                      </a:cubicBezTo>
                      <a:cubicBezTo>
                        <a:pt x="9532" y="3358"/>
                        <a:pt x="9532" y="3358"/>
                        <a:pt x="9532" y="3358"/>
                      </a:cubicBezTo>
                      <a:cubicBezTo>
                        <a:pt x="9570" y="3390"/>
                        <a:pt x="9570" y="3422"/>
                        <a:pt x="9570" y="3487"/>
                      </a:cubicBezTo>
                      <a:cubicBezTo>
                        <a:pt x="9532" y="3487"/>
                        <a:pt x="9532" y="3487"/>
                        <a:pt x="9532" y="3487"/>
                      </a:cubicBezTo>
                      <a:cubicBezTo>
                        <a:pt x="9532" y="3487"/>
                        <a:pt x="9532" y="3519"/>
                        <a:pt x="9493" y="3519"/>
                      </a:cubicBezTo>
                      <a:cubicBezTo>
                        <a:pt x="9416" y="3519"/>
                        <a:pt x="9378" y="3552"/>
                        <a:pt x="9340" y="3584"/>
                      </a:cubicBezTo>
                      <a:cubicBezTo>
                        <a:pt x="9263" y="3648"/>
                        <a:pt x="9224" y="3713"/>
                        <a:pt x="9186" y="3778"/>
                      </a:cubicBezTo>
                      <a:cubicBezTo>
                        <a:pt x="9186" y="3810"/>
                        <a:pt x="9186" y="3810"/>
                        <a:pt x="9186" y="3842"/>
                      </a:cubicBezTo>
                      <a:cubicBezTo>
                        <a:pt x="9186" y="3842"/>
                        <a:pt x="9186" y="3874"/>
                        <a:pt x="9186" y="3874"/>
                      </a:cubicBezTo>
                      <a:cubicBezTo>
                        <a:pt x="9147" y="3874"/>
                        <a:pt x="9147" y="3874"/>
                        <a:pt x="9109" y="3874"/>
                      </a:cubicBezTo>
                      <a:cubicBezTo>
                        <a:pt x="9109" y="3874"/>
                        <a:pt x="9109" y="3874"/>
                        <a:pt x="9070" y="3874"/>
                      </a:cubicBezTo>
                      <a:cubicBezTo>
                        <a:pt x="9070" y="3874"/>
                        <a:pt x="9032" y="3842"/>
                        <a:pt x="8994" y="3810"/>
                      </a:cubicBezTo>
                      <a:cubicBezTo>
                        <a:pt x="8994" y="3778"/>
                        <a:pt x="8994" y="3778"/>
                        <a:pt x="8994" y="3778"/>
                      </a:cubicBezTo>
                      <a:cubicBezTo>
                        <a:pt x="8917" y="3713"/>
                        <a:pt x="8840" y="3648"/>
                        <a:pt x="8725" y="3648"/>
                      </a:cubicBezTo>
                      <a:cubicBezTo>
                        <a:pt x="8686" y="3616"/>
                        <a:pt x="8648" y="3616"/>
                        <a:pt x="8609" y="3616"/>
                      </a:cubicBezTo>
                      <a:cubicBezTo>
                        <a:pt x="8571" y="3616"/>
                        <a:pt x="8571" y="3616"/>
                        <a:pt x="8571" y="3616"/>
                      </a:cubicBezTo>
                      <a:cubicBezTo>
                        <a:pt x="8532" y="3616"/>
                        <a:pt x="8494" y="3616"/>
                        <a:pt x="8456" y="3584"/>
                      </a:cubicBezTo>
                      <a:cubicBezTo>
                        <a:pt x="8456" y="3584"/>
                        <a:pt x="8456" y="3552"/>
                        <a:pt x="8417" y="3552"/>
                      </a:cubicBezTo>
                      <a:cubicBezTo>
                        <a:pt x="8417" y="3487"/>
                        <a:pt x="8379" y="3455"/>
                        <a:pt x="8302" y="3422"/>
                      </a:cubicBezTo>
                      <a:cubicBezTo>
                        <a:pt x="8225" y="3358"/>
                        <a:pt x="8148" y="3358"/>
                        <a:pt x="8071" y="3358"/>
                      </a:cubicBezTo>
                      <a:cubicBezTo>
                        <a:pt x="8071" y="3358"/>
                        <a:pt x="8033" y="3358"/>
                        <a:pt x="7994" y="3358"/>
                      </a:cubicBezTo>
                      <a:cubicBezTo>
                        <a:pt x="7994" y="3358"/>
                        <a:pt x="7956" y="3358"/>
                        <a:pt x="7917" y="3358"/>
                      </a:cubicBezTo>
                      <a:cubicBezTo>
                        <a:pt x="7841" y="3358"/>
                        <a:pt x="7764" y="3358"/>
                        <a:pt x="7687" y="3422"/>
                      </a:cubicBezTo>
                      <a:cubicBezTo>
                        <a:pt x="7648" y="3422"/>
                        <a:pt x="7572" y="3455"/>
                        <a:pt x="7533" y="3487"/>
                      </a:cubicBezTo>
                      <a:cubicBezTo>
                        <a:pt x="7572" y="3422"/>
                        <a:pt x="7572" y="3390"/>
                        <a:pt x="7572" y="3326"/>
                      </a:cubicBezTo>
                      <a:cubicBezTo>
                        <a:pt x="7572" y="3326"/>
                        <a:pt x="7572" y="3293"/>
                        <a:pt x="7610" y="3261"/>
                      </a:cubicBezTo>
                      <a:cubicBezTo>
                        <a:pt x="7610" y="3261"/>
                        <a:pt x="7610" y="3261"/>
                        <a:pt x="7610" y="3261"/>
                      </a:cubicBezTo>
                      <a:cubicBezTo>
                        <a:pt x="7610" y="3196"/>
                        <a:pt x="7648" y="3067"/>
                        <a:pt x="7533" y="3003"/>
                      </a:cubicBezTo>
                      <a:cubicBezTo>
                        <a:pt x="7495" y="2970"/>
                        <a:pt x="7456" y="2938"/>
                        <a:pt x="7379" y="2938"/>
                      </a:cubicBezTo>
                      <a:cubicBezTo>
                        <a:pt x="7341" y="2938"/>
                        <a:pt x="7302" y="2970"/>
                        <a:pt x="7264" y="2970"/>
                      </a:cubicBezTo>
                      <a:cubicBezTo>
                        <a:pt x="7226" y="2970"/>
                        <a:pt x="7187" y="3003"/>
                        <a:pt x="7187" y="3003"/>
                      </a:cubicBezTo>
                      <a:cubicBezTo>
                        <a:pt x="7187" y="2970"/>
                        <a:pt x="7149" y="2938"/>
                        <a:pt x="7149" y="2809"/>
                      </a:cubicBezTo>
                      <a:cubicBezTo>
                        <a:pt x="7149" y="2615"/>
                        <a:pt x="7072" y="2551"/>
                        <a:pt x="6995" y="2422"/>
                      </a:cubicBezTo>
                      <a:cubicBezTo>
                        <a:pt x="6957" y="2357"/>
                        <a:pt x="6957" y="2325"/>
                        <a:pt x="6957" y="2260"/>
                      </a:cubicBezTo>
                      <a:cubicBezTo>
                        <a:pt x="6957" y="2131"/>
                        <a:pt x="6918" y="2034"/>
                        <a:pt x="6803" y="1970"/>
                      </a:cubicBezTo>
                      <a:cubicBezTo>
                        <a:pt x="6764" y="1905"/>
                        <a:pt x="6764" y="1905"/>
                        <a:pt x="6764" y="1905"/>
                      </a:cubicBezTo>
                      <a:cubicBezTo>
                        <a:pt x="6726" y="1905"/>
                        <a:pt x="6726" y="1873"/>
                        <a:pt x="6688" y="1840"/>
                      </a:cubicBezTo>
                      <a:cubicBezTo>
                        <a:pt x="6649" y="1840"/>
                        <a:pt x="6649" y="1840"/>
                        <a:pt x="6649" y="1840"/>
                      </a:cubicBezTo>
                      <a:cubicBezTo>
                        <a:pt x="6649" y="1808"/>
                        <a:pt x="6611" y="1808"/>
                        <a:pt x="6611" y="1808"/>
                      </a:cubicBezTo>
                      <a:cubicBezTo>
                        <a:pt x="6611" y="1776"/>
                        <a:pt x="6611" y="1776"/>
                        <a:pt x="6611" y="1776"/>
                      </a:cubicBezTo>
                      <a:cubicBezTo>
                        <a:pt x="6611" y="1743"/>
                        <a:pt x="6649" y="1743"/>
                        <a:pt x="6649" y="1711"/>
                      </a:cubicBezTo>
                      <a:cubicBezTo>
                        <a:pt x="6649" y="1711"/>
                        <a:pt x="6611" y="1679"/>
                        <a:pt x="6611" y="1647"/>
                      </a:cubicBezTo>
                      <a:cubicBezTo>
                        <a:pt x="6611" y="1582"/>
                        <a:pt x="6611" y="1550"/>
                        <a:pt x="6649" y="1485"/>
                      </a:cubicBezTo>
                      <a:cubicBezTo>
                        <a:pt x="6649" y="1453"/>
                        <a:pt x="6649" y="1453"/>
                        <a:pt x="6688" y="1421"/>
                      </a:cubicBezTo>
                      <a:cubicBezTo>
                        <a:pt x="6726" y="1324"/>
                        <a:pt x="6803" y="1130"/>
                        <a:pt x="6611" y="1065"/>
                      </a:cubicBezTo>
                      <a:cubicBezTo>
                        <a:pt x="6534" y="1033"/>
                        <a:pt x="6495" y="1033"/>
                        <a:pt x="6457" y="1033"/>
                      </a:cubicBezTo>
                      <a:cubicBezTo>
                        <a:pt x="6342" y="1033"/>
                        <a:pt x="6303" y="1130"/>
                        <a:pt x="6265" y="1162"/>
                      </a:cubicBezTo>
                      <a:cubicBezTo>
                        <a:pt x="6265" y="1195"/>
                        <a:pt x="6226" y="1227"/>
                        <a:pt x="6226" y="1227"/>
                      </a:cubicBezTo>
                      <a:cubicBezTo>
                        <a:pt x="6226" y="1227"/>
                        <a:pt x="6188" y="1195"/>
                        <a:pt x="6149" y="1162"/>
                      </a:cubicBezTo>
                      <a:cubicBezTo>
                        <a:pt x="6111" y="1098"/>
                        <a:pt x="6034" y="1033"/>
                        <a:pt x="5919" y="1033"/>
                      </a:cubicBezTo>
                      <a:cubicBezTo>
                        <a:pt x="5880" y="1033"/>
                        <a:pt x="5880" y="1033"/>
                        <a:pt x="5842" y="1033"/>
                      </a:cubicBezTo>
                      <a:cubicBezTo>
                        <a:pt x="5765" y="1033"/>
                        <a:pt x="5727" y="1098"/>
                        <a:pt x="5688" y="1098"/>
                      </a:cubicBezTo>
                      <a:cubicBezTo>
                        <a:pt x="5688" y="1130"/>
                        <a:pt x="5688" y="1130"/>
                        <a:pt x="5688" y="1130"/>
                      </a:cubicBezTo>
                      <a:cubicBezTo>
                        <a:pt x="5650" y="1130"/>
                        <a:pt x="5650" y="1130"/>
                        <a:pt x="5573" y="1130"/>
                      </a:cubicBezTo>
                      <a:cubicBezTo>
                        <a:pt x="5573" y="1130"/>
                        <a:pt x="5535" y="1130"/>
                        <a:pt x="5535" y="1130"/>
                      </a:cubicBezTo>
                      <a:cubicBezTo>
                        <a:pt x="5496" y="1130"/>
                        <a:pt x="5458" y="1130"/>
                        <a:pt x="5458" y="1130"/>
                      </a:cubicBezTo>
                      <a:cubicBezTo>
                        <a:pt x="5304" y="1130"/>
                        <a:pt x="5304" y="1130"/>
                        <a:pt x="5304" y="1130"/>
                      </a:cubicBezTo>
                      <a:cubicBezTo>
                        <a:pt x="5265" y="1130"/>
                        <a:pt x="5265" y="1130"/>
                        <a:pt x="5227" y="1130"/>
                      </a:cubicBezTo>
                      <a:cubicBezTo>
                        <a:pt x="5189" y="1130"/>
                        <a:pt x="5189" y="1130"/>
                        <a:pt x="5189" y="1130"/>
                      </a:cubicBezTo>
                      <a:cubicBezTo>
                        <a:pt x="5112" y="1130"/>
                        <a:pt x="5073" y="1130"/>
                        <a:pt x="5035" y="1098"/>
                      </a:cubicBezTo>
                      <a:cubicBezTo>
                        <a:pt x="4958" y="1098"/>
                        <a:pt x="4843" y="1001"/>
                        <a:pt x="4843" y="904"/>
                      </a:cubicBezTo>
                      <a:cubicBezTo>
                        <a:pt x="4843" y="872"/>
                        <a:pt x="4843" y="872"/>
                        <a:pt x="4843" y="872"/>
                      </a:cubicBezTo>
                      <a:cubicBezTo>
                        <a:pt x="4843" y="807"/>
                        <a:pt x="4843" y="743"/>
                        <a:pt x="4766" y="678"/>
                      </a:cubicBezTo>
                      <a:cubicBezTo>
                        <a:pt x="4689" y="613"/>
                        <a:pt x="4574" y="581"/>
                        <a:pt x="4458" y="581"/>
                      </a:cubicBezTo>
                      <a:cubicBezTo>
                        <a:pt x="4458" y="549"/>
                        <a:pt x="4458" y="549"/>
                        <a:pt x="4458" y="549"/>
                      </a:cubicBezTo>
                      <a:cubicBezTo>
                        <a:pt x="4420" y="549"/>
                        <a:pt x="4420" y="549"/>
                        <a:pt x="4381" y="549"/>
                      </a:cubicBezTo>
                      <a:cubicBezTo>
                        <a:pt x="4381" y="517"/>
                        <a:pt x="4381" y="517"/>
                        <a:pt x="4381" y="517"/>
                      </a:cubicBezTo>
                      <a:cubicBezTo>
                        <a:pt x="4305" y="452"/>
                        <a:pt x="4228" y="452"/>
                        <a:pt x="4151" y="452"/>
                      </a:cubicBezTo>
                      <a:cubicBezTo>
                        <a:pt x="4151" y="452"/>
                        <a:pt x="4112" y="452"/>
                        <a:pt x="4112" y="452"/>
                      </a:cubicBezTo>
                      <a:cubicBezTo>
                        <a:pt x="4112" y="452"/>
                        <a:pt x="4074" y="452"/>
                        <a:pt x="4074" y="420"/>
                      </a:cubicBezTo>
                      <a:cubicBezTo>
                        <a:pt x="4036" y="387"/>
                        <a:pt x="3997" y="355"/>
                        <a:pt x="3959" y="323"/>
                      </a:cubicBezTo>
                      <a:cubicBezTo>
                        <a:pt x="3882" y="291"/>
                        <a:pt x="3843" y="291"/>
                        <a:pt x="3767" y="258"/>
                      </a:cubicBezTo>
                      <a:cubicBezTo>
                        <a:pt x="3767" y="258"/>
                        <a:pt x="3728" y="258"/>
                        <a:pt x="3690" y="226"/>
                      </a:cubicBezTo>
                      <a:cubicBezTo>
                        <a:pt x="3690" y="226"/>
                        <a:pt x="3651" y="194"/>
                        <a:pt x="3613" y="194"/>
                      </a:cubicBezTo>
                      <a:cubicBezTo>
                        <a:pt x="3613" y="161"/>
                        <a:pt x="3574" y="161"/>
                        <a:pt x="3574" y="161"/>
                      </a:cubicBezTo>
                      <a:cubicBezTo>
                        <a:pt x="3382" y="65"/>
                        <a:pt x="3267" y="0"/>
                        <a:pt x="3113" y="0"/>
                      </a:cubicBezTo>
                      <a:cubicBezTo>
                        <a:pt x="3075" y="0"/>
                        <a:pt x="2998" y="32"/>
                        <a:pt x="2921" y="32"/>
                      </a:cubicBezTo>
                      <a:cubicBezTo>
                        <a:pt x="2844" y="97"/>
                        <a:pt x="2767" y="129"/>
                        <a:pt x="2690" y="194"/>
                      </a:cubicBezTo>
                      <a:cubicBezTo>
                        <a:pt x="2652" y="226"/>
                        <a:pt x="2614" y="258"/>
                        <a:pt x="2575" y="291"/>
                      </a:cubicBezTo>
                      <a:cubicBezTo>
                        <a:pt x="2537" y="291"/>
                        <a:pt x="2537" y="291"/>
                        <a:pt x="2537" y="291"/>
                      </a:cubicBezTo>
                      <a:cubicBezTo>
                        <a:pt x="2498" y="323"/>
                        <a:pt x="2460" y="323"/>
                        <a:pt x="2421" y="387"/>
                      </a:cubicBezTo>
                      <a:cubicBezTo>
                        <a:pt x="2421" y="387"/>
                        <a:pt x="2383" y="420"/>
                        <a:pt x="2383" y="420"/>
                      </a:cubicBezTo>
                      <a:cubicBezTo>
                        <a:pt x="2383" y="452"/>
                        <a:pt x="2344" y="484"/>
                        <a:pt x="2344" y="484"/>
                      </a:cubicBezTo>
                      <a:cubicBezTo>
                        <a:pt x="2344" y="484"/>
                        <a:pt x="2306" y="484"/>
                        <a:pt x="2306" y="484"/>
                      </a:cubicBezTo>
                      <a:cubicBezTo>
                        <a:pt x="2268" y="484"/>
                        <a:pt x="2268" y="484"/>
                        <a:pt x="2229" y="484"/>
                      </a:cubicBezTo>
                      <a:cubicBezTo>
                        <a:pt x="2229" y="484"/>
                        <a:pt x="2229" y="484"/>
                        <a:pt x="2229" y="484"/>
                      </a:cubicBezTo>
                      <a:cubicBezTo>
                        <a:pt x="2191" y="484"/>
                        <a:pt x="2191" y="484"/>
                        <a:pt x="2152" y="517"/>
                      </a:cubicBezTo>
                      <a:cubicBezTo>
                        <a:pt x="2152" y="484"/>
                        <a:pt x="2152" y="484"/>
                        <a:pt x="2152" y="484"/>
                      </a:cubicBezTo>
                      <a:cubicBezTo>
                        <a:pt x="2114" y="484"/>
                        <a:pt x="2114" y="484"/>
                        <a:pt x="2075" y="484"/>
                      </a:cubicBezTo>
                      <a:cubicBezTo>
                        <a:pt x="2037" y="452"/>
                        <a:pt x="1960" y="452"/>
                        <a:pt x="1883" y="452"/>
                      </a:cubicBezTo>
                      <a:cubicBezTo>
                        <a:pt x="1883" y="452"/>
                        <a:pt x="1883" y="452"/>
                        <a:pt x="1883" y="452"/>
                      </a:cubicBezTo>
                      <a:cubicBezTo>
                        <a:pt x="1845" y="452"/>
                        <a:pt x="1845" y="452"/>
                        <a:pt x="1806" y="452"/>
                      </a:cubicBezTo>
                      <a:cubicBezTo>
                        <a:pt x="1768" y="452"/>
                        <a:pt x="1730" y="452"/>
                        <a:pt x="1730" y="452"/>
                      </a:cubicBezTo>
                      <a:cubicBezTo>
                        <a:pt x="1691" y="452"/>
                        <a:pt x="1653" y="452"/>
                        <a:pt x="1614" y="452"/>
                      </a:cubicBezTo>
                      <a:cubicBezTo>
                        <a:pt x="1576" y="452"/>
                        <a:pt x="1537" y="420"/>
                        <a:pt x="1499" y="420"/>
                      </a:cubicBezTo>
                      <a:cubicBezTo>
                        <a:pt x="1460" y="387"/>
                        <a:pt x="1384" y="387"/>
                        <a:pt x="1345" y="355"/>
                      </a:cubicBezTo>
                      <a:cubicBezTo>
                        <a:pt x="1191" y="323"/>
                        <a:pt x="1038" y="291"/>
                        <a:pt x="846" y="291"/>
                      </a:cubicBezTo>
                      <a:cubicBezTo>
                        <a:pt x="769" y="291"/>
                        <a:pt x="730" y="291"/>
                        <a:pt x="653" y="291"/>
                      </a:cubicBezTo>
                      <a:cubicBezTo>
                        <a:pt x="461" y="323"/>
                        <a:pt x="307" y="387"/>
                        <a:pt x="192" y="517"/>
                      </a:cubicBezTo>
                      <a:cubicBezTo>
                        <a:pt x="115" y="581"/>
                        <a:pt x="77" y="646"/>
                        <a:pt x="77" y="743"/>
                      </a:cubicBezTo>
                      <a:cubicBezTo>
                        <a:pt x="77" y="743"/>
                        <a:pt x="38" y="775"/>
                        <a:pt x="38" y="775"/>
                      </a:cubicBezTo>
                      <a:cubicBezTo>
                        <a:pt x="38" y="839"/>
                        <a:pt x="0" y="904"/>
                        <a:pt x="0" y="969"/>
                      </a:cubicBezTo>
                      <a:cubicBezTo>
                        <a:pt x="38" y="1098"/>
                        <a:pt x="115" y="1259"/>
                        <a:pt x="154" y="1356"/>
                      </a:cubicBezTo>
                      <a:cubicBezTo>
                        <a:pt x="231" y="1453"/>
                        <a:pt x="346" y="1550"/>
                        <a:pt x="423" y="1582"/>
                      </a:cubicBezTo>
                      <a:cubicBezTo>
                        <a:pt x="461" y="1582"/>
                        <a:pt x="461" y="1582"/>
                        <a:pt x="461" y="1582"/>
                      </a:cubicBezTo>
                      <a:cubicBezTo>
                        <a:pt x="538" y="1647"/>
                        <a:pt x="577" y="1679"/>
                        <a:pt x="577" y="1711"/>
                      </a:cubicBezTo>
                      <a:cubicBezTo>
                        <a:pt x="577" y="1743"/>
                        <a:pt x="538" y="1743"/>
                        <a:pt x="538" y="1776"/>
                      </a:cubicBezTo>
                      <a:cubicBezTo>
                        <a:pt x="538" y="1808"/>
                        <a:pt x="500" y="1840"/>
                        <a:pt x="500" y="1873"/>
                      </a:cubicBezTo>
                      <a:cubicBezTo>
                        <a:pt x="500" y="1937"/>
                        <a:pt x="538" y="2034"/>
                        <a:pt x="577" y="2099"/>
                      </a:cubicBezTo>
                      <a:cubicBezTo>
                        <a:pt x="615" y="2099"/>
                        <a:pt x="615" y="2099"/>
                        <a:pt x="615" y="2099"/>
                      </a:cubicBezTo>
                      <a:cubicBezTo>
                        <a:pt x="615" y="2131"/>
                        <a:pt x="577" y="2131"/>
                        <a:pt x="577" y="2163"/>
                      </a:cubicBezTo>
                      <a:cubicBezTo>
                        <a:pt x="577" y="2163"/>
                        <a:pt x="538" y="2196"/>
                        <a:pt x="538" y="2228"/>
                      </a:cubicBezTo>
                      <a:cubicBezTo>
                        <a:pt x="461" y="2292"/>
                        <a:pt x="346" y="2422"/>
                        <a:pt x="461" y="2551"/>
                      </a:cubicBezTo>
                      <a:cubicBezTo>
                        <a:pt x="500" y="2615"/>
                        <a:pt x="538" y="2680"/>
                        <a:pt x="653" y="2712"/>
                      </a:cubicBezTo>
                      <a:cubicBezTo>
                        <a:pt x="692" y="2712"/>
                        <a:pt x="692" y="2712"/>
                        <a:pt x="730" y="2712"/>
                      </a:cubicBezTo>
                      <a:cubicBezTo>
                        <a:pt x="730" y="2712"/>
                        <a:pt x="730" y="2712"/>
                        <a:pt x="730" y="2712"/>
                      </a:cubicBezTo>
                      <a:cubicBezTo>
                        <a:pt x="730" y="2744"/>
                        <a:pt x="730" y="2744"/>
                        <a:pt x="730" y="2744"/>
                      </a:cubicBezTo>
                      <a:cubicBezTo>
                        <a:pt x="730" y="2777"/>
                        <a:pt x="730" y="2809"/>
                        <a:pt x="769" y="2841"/>
                      </a:cubicBezTo>
                      <a:cubicBezTo>
                        <a:pt x="769" y="2874"/>
                        <a:pt x="769" y="2906"/>
                        <a:pt x="769" y="2970"/>
                      </a:cubicBezTo>
                      <a:cubicBezTo>
                        <a:pt x="769" y="3003"/>
                        <a:pt x="769" y="3067"/>
                        <a:pt x="807" y="3132"/>
                      </a:cubicBezTo>
                      <a:cubicBezTo>
                        <a:pt x="846" y="3196"/>
                        <a:pt x="884" y="3229"/>
                        <a:pt x="961" y="3261"/>
                      </a:cubicBezTo>
                      <a:cubicBezTo>
                        <a:pt x="961" y="3261"/>
                        <a:pt x="999" y="3293"/>
                        <a:pt x="999" y="3293"/>
                      </a:cubicBezTo>
                      <a:cubicBezTo>
                        <a:pt x="999" y="3293"/>
                        <a:pt x="999" y="3326"/>
                        <a:pt x="999" y="3358"/>
                      </a:cubicBezTo>
                      <a:cubicBezTo>
                        <a:pt x="999" y="3390"/>
                        <a:pt x="999" y="3390"/>
                        <a:pt x="999" y="3390"/>
                      </a:cubicBezTo>
                      <a:cubicBezTo>
                        <a:pt x="999" y="3422"/>
                        <a:pt x="1038" y="3519"/>
                        <a:pt x="1115" y="3552"/>
                      </a:cubicBezTo>
                      <a:cubicBezTo>
                        <a:pt x="1115" y="3552"/>
                        <a:pt x="1153" y="3584"/>
                        <a:pt x="1153" y="3584"/>
                      </a:cubicBezTo>
                      <a:cubicBezTo>
                        <a:pt x="1153" y="3584"/>
                        <a:pt x="1191" y="3584"/>
                        <a:pt x="1191" y="3584"/>
                      </a:cubicBezTo>
                      <a:cubicBezTo>
                        <a:pt x="1191" y="3584"/>
                        <a:pt x="1191" y="3584"/>
                        <a:pt x="1191" y="3584"/>
                      </a:cubicBezTo>
                      <a:cubicBezTo>
                        <a:pt x="1191" y="3616"/>
                        <a:pt x="1191" y="3648"/>
                        <a:pt x="1191" y="3681"/>
                      </a:cubicBezTo>
                      <a:cubicBezTo>
                        <a:pt x="1191" y="3713"/>
                        <a:pt x="1191" y="3713"/>
                        <a:pt x="1191" y="3713"/>
                      </a:cubicBezTo>
                      <a:cubicBezTo>
                        <a:pt x="1230" y="3745"/>
                        <a:pt x="1191" y="3778"/>
                        <a:pt x="1153" y="3842"/>
                      </a:cubicBezTo>
                      <a:cubicBezTo>
                        <a:pt x="1076" y="3939"/>
                        <a:pt x="1038" y="4036"/>
                        <a:pt x="1038" y="4133"/>
                      </a:cubicBezTo>
                      <a:cubicBezTo>
                        <a:pt x="1038" y="4197"/>
                        <a:pt x="1038" y="4230"/>
                        <a:pt x="999" y="4262"/>
                      </a:cubicBezTo>
                      <a:cubicBezTo>
                        <a:pt x="999" y="4359"/>
                        <a:pt x="999" y="4359"/>
                        <a:pt x="999" y="4359"/>
                      </a:cubicBezTo>
                      <a:cubicBezTo>
                        <a:pt x="999" y="4391"/>
                        <a:pt x="961" y="4456"/>
                        <a:pt x="922" y="4488"/>
                      </a:cubicBezTo>
                      <a:cubicBezTo>
                        <a:pt x="922" y="4520"/>
                        <a:pt x="922" y="4520"/>
                        <a:pt x="922" y="4520"/>
                      </a:cubicBezTo>
                      <a:cubicBezTo>
                        <a:pt x="807" y="4714"/>
                        <a:pt x="461" y="5166"/>
                        <a:pt x="884" y="5424"/>
                      </a:cubicBezTo>
                      <a:cubicBezTo>
                        <a:pt x="1038" y="5521"/>
                        <a:pt x="1191" y="5586"/>
                        <a:pt x="1345" y="5683"/>
                      </a:cubicBezTo>
                      <a:cubicBezTo>
                        <a:pt x="1460" y="5747"/>
                        <a:pt x="1614" y="5812"/>
                        <a:pt x="1730" y="5876"/>
                      </a:cubicBezTo>
                      <a:cubicBezTo>
                        <a:pt x="1768" y="5909"/>
                        <a:pt x="1806" y="5941"/>
                        <a:pt x="1845" y="5941"/>
                      </a:cubicBezTo>
                      <a:cubicBezTo>
                        <a:pt x="1883" y="5973"/>
                        <a:pt x="1922" y="5973"/>
                        <a:pt x="1960" y="6005"/>
                      </a:cubicBezTo>
                      <a:cubicBezTo>
                        <a:pt x="2037" y="6038"/>
                        <a:pt x="2075" y="6102"/>
                        <a:pt x="2114" y="6135"/>
                      </a:cubicBezTo>
                      <a:cubicBezTo>
                        <a:pt x="2152" y="6167"/>
                        <a:pt x="2191" y="6199"/>
                        <a:pt x="2229" y="6264"/>
                      </a:cubicBezTo>
                      <a:cubicBezTo>
                        <a:pt x="2268" y="6296"/>
                        <a:pt x="2268" y="6296"/>
                        <a:pt x="2268" y="6296"/>
                      </a:cubicBezTo>
                      <a:cubicBezTo>
                        <a:pt x="2383" y="6425"/>
                        <a:pt x="2460" y="6522"/>
                        <a:pt x="2498" y="6651"/>
                      </a:cubicBezTo>
                      <a:cubicBezTo>
                        <a:pt x="2537" y="6813"/>
                        <a:pt x="2614" y="6909"/>
                        <a:pt x="2690" y="7006"/>
                      </a:cubicBezTo>
                      <a:cubicBezTo>
                        <a:pt x="2729" y="7071"/>
                        <a:pt x="2729" y="7071"/>
                        <a:pt x="2729" y="7071"/>
                      </a:cubicBezTo>
                      <a:cubicBezTo>
                        <a:pt x="2767" y="7135"/>
                        <a:pt x="2767" y="7232"/>
                        <a:pt x="2806" y="7329"/>
                      </a:cubicBezTo>
                      <a:cubicBezTo>
                        <a:pt x="2806" y="7394"/>
                        <a:pt x="2806" y="7426"/>
                        <a:pt x="2806" y="7458"/>
                      </a:cubicBezTo>
                      <a:cubicBezTo>
                        <a:pt x="2844" y="7523"/>
                        <a:pt x="2844" y="7587"/>
                        <a:pt x="2883" y="7652"/>
                      </a:cubicBezTo>
                      <a:cubicBezTo>
                        <a:pt x="2883" y="7684"/>
                        <a:pt x="2921" y="7717"/>
                        <a:pt x="2921" y="7749"/>
                      </a:cubicBezTo>
                      <a:cubicBezTo>
                        <a:pt x="2921" y="7781"/>
                        <a:pt x="2921" y="7781"/>
                        <a:pt x="2921" y="7813"/>
                      </a:cubicBezTo>
                      <a:cubicBezTo>
                        <a:pt x="2959" y="7846"/>
                        <a:pt x="2959" y="8007"/>
                        <a:pt x="3152" y="8007"/>
                      </a:cubicBezTo>
                      <a:cubicBezTo>
                        <a:pt x="3152" y="8007"/>
                        <a:pt x="3190" y="7975"/>
                        <a:pt x="3228" y="7975"/>
                      </a:cubicBezTo>
                      <a:cubicBezTo>
                        <a:pt x="3267" y="7975"/>
                        <a:pt x="3305" y="7943"/>
                        <a:pt x="3344" y="7943"/>
                      </a:cubicBezTo>
                      <a:cubicBezTo>
                        <a:pt x="3421" y="7943"/>
                        <a:pt x="3459" y="8007"/>
                        <a:pt x="3459" y="8007"/>
                      </a:cubicBezTo>
                      <a:cubicBezTo>
                        <a:pt x="3459" y="8039"/>
                        <a:pt x="3459" y="8039"/>
                        <a:pt x="3459" y="8039"/>
                      </a:cubicBezTo>
                      <a:cubicBezTo>
                        <a:pt x="3421" y="8072"/>
                        <a:pt x="3344" y="8072"/>
                        <a:pt x="3305" y="8072"/>
                      </a:cubicBezTo>
                      <a:cubicBezTo>
                        <a:pt x="3228" y="8072"/>
                        <a:pt x="3190" y="8072"/>
                        <a:pt x="3152" y="8072"/>
                      </a:cubicBezTo>
                      <a:cubicBezTo>
                        <a:pt x="2921" y="8104"/>
                        <a:pt x="2844" y="8265"/>
                        <a:pt x="2806" y="8395"/>
                      </a:cubicBezTo>
                      <a:cubicBezTo>
                        <a:pt x="2767" y="8427"/>
                        <a:pt x="2767" y="8427"/>
                        <a:pt x="2767" y="8427"/>
                      </a:cubicBezTo>
                      <a:cubicBezTo>
                        <a:pt x="2767" y="8459"/>
                        <a:pt x="2767" y="8459"/>
                        <a:pt x="2729" y="8491"/>
                      </a:cubicBezTo>
                      <a:cubicBezTo>
                        <a:pt x="2729" y="8524"/>
                        <a:pt x="2690" y="8556"/>
                        <a:pt x="2690" y="8588"/>
                      </a:cubicBezTo>
                      <a:cubicBezTo>
                        <a:pt x="2652" y="8685"/>
                        <a:pt x="2614" y="8750"/>
                        <a:pt x="2575" y="8814"/>
                      </a:cubicBezTo>
                      <a:cubicBezTo>
                        <a:pt x="2537" y="8847"/>
                        <a:pt x="2537" y="8847"/>
                        <a:pt x="2537" y="8847"/>
                      </a:cubicBezTo>
                      <a:cubicBezTo>
                        <a:pt x="2537" y="8911"/>
                        <a:pt x="2498" y="8976"/>
                        <a:pt x="2421" y="9040"/>
                      </a:cubicBezTo>
                      <a:cubicBezTo>
                        <a:pt x="2421" y="9105"/>
                        <a:pt x="2383" y="9105"/>
                        <a:pt x="2344" y="9137"/>
                      </a:cubicBezTo>
                      <a:cubicBezTo>
                        <a:pt x="2344" y="9170"/>
                        <a:pt x="2306" y="9170"/>
                        <a:pt x="2306" y="9202"/>
                      </a:cubicBezTo>
                      <a:cubicBezTo>
                        <a:pt x="2268" y="9234"/>
                        <a:pt x="2229" y="9266"/>
                        <a:pt x="2191" y="9299"/>
                      </a:cubicBezTo>
                      <a:cubicBezTo>
                        <a:pt x="2191" y="9331"/>
                        <a:pt x="2152" y="9363"/>
                        <a:pt x="2114" y="9396"/>
                      </a:cubicBezTo>
                      <a:cubicBezTo>
                        <a:pt x="1999" y="9492"/>
                        <a:pt x="1883" y="9622"/>
                        <a:pt x="1730" y="9718"/>
                      </a:cubicBezTo>
                      <a:cubicBezTo>
                        <a:pt x="1691" y="9751"/>
                        <a:pt x="1653" y="9783"/>
                        <a:pt x="1614" y="9815"/>
                      </a:cubicBezTo>
                      <a:cubicBezTo>
                        <a:pt x="1499" y="9912"/>
                        <a:pt x="1384" y="10009"/>
                        <a:pt x="1268" y="10041"/>
                      </a:cubicBezTo>
                      <a:cubicBezTo>
                        <a:pt x="1230" y="10074"/>
                        <a:pt x="1230" y="10074"/>
                        <a:pt x="1191" y="10074"/>
                      </a:cubicBezTo>
                      <a:cubicBezTo>
                        <a:pt x="1038" y="10138"/>
                        <a:pt x="807" y="10203"/>
                        <a:pt x="807" y="10396"/>
                      </a:cubicBezTo>
                      <a:cubicBezTo>
                        <a:pt x="846" y="10493"/>
                        <a:pt x="922" y="10558"/>
                        <a:pt x="961" y="10622"/>
                      </a:cubicBezTo>
                      <a:cubicBezTo>
                        <a:pt x="961" y="10622"/>
                        <a:pt x="999" y="10622"/>
                        <a:pt x="999" y="10655"/>
                      </a:cubicBezTo>
                      <a:cubicBezTo>
                        <a:pt x="1038" y="10655"/>
                        <a:pt x="1038" y="10687"/>
                        <a:pt x="1076" y="10719"/>
                      </a:cubicBezTo>
                      <a:cubicBezTo>
                        <a:pt x="1076" y="10752"/>
                        <a:pt x="1076" y="10752"/>
                        <a:pt x="1076" y="10752"/>
                      </a:cubicBezTo>
                      <a:cubicBezTo>
                        <a:pt x="1115" y="10816"/>
                        <a:pt x="1153" y="10848"/>
                        <a:pt x="1153" y="10881"/>
                      </a:cubicBezTo>
                      <a:cubicBezTo>
                        <a:pt x="1191" y="10881"/>
                        <a:pt x="1191" y="10881"/>
                        <a:pt x="1191" y="10881"/>
                      </a:cubicBezTo>
                      <a:cubicBezTo>
                        <a:pt x="1307" y="10978"/>
                        <a:pt x="1384" y="11042"/>
                        <a:pt x="1499" y="11107"/>
                      </a:cubicBezTo>
                      <a:cubicBezTo>
                        <a:pt x="1537" y="11139"/>
                        <a:pt x="1537" y="11139"/>
                        <a:pt x="1537" y="11139"/>
                      </a:cubicBezTo>
                      <a:cubicBezTo>
                        <a:pt x="1537" y="11139"/>
                        <a:pt x="1537" y="11171"/>
                        <a:pt x="1537" y="11171"/>
                      </a:cubicBezTo>
                      <a:cubicBezTo>
                        <a:pt x="1537" y="11204"/>
                        <a:pt x="1537" y="11204"/>
                        <a:pt x="1537" y="11204"/>
                      </a:cubicBezTo>
                      <a:cubicBezTo>
                        <a:pt x="1537" y="11236"/>
                        <a:pt x="1537" y="11236"/>
                        <a:pt x="1537" y="11268"/>
                      </a:cubicBezTo>
                      <a:cubicBezTo>
                        <a:pt x="1499" y="11333"/>
                        <a:pt x="1460" y="11365"/>
                        <a:pt x="1460" y="11430"/>
                      </a:cubicBezTo>
                      <a:cubicBezTo>
                        <a:pt x="1460" y="11591"/>
                        <a:pt x="1537" y="11688"/>
                        <a:pt x="1576" y="11817"/>
                      </a:cubicBezTo>
                      <a:cubicBezTo>
                        <a:pt x="1576" y="11849"/>
                        <a:pt x="1576" y="11849"/>
                        <a:pt x="1576" y="11849"/>
                      </a:cubicBezTo>
                      <a:cubicBezTo>
                        <a:pt x="1614" y="11914"/>
                        <a:pt x="1691" y="12011"/>
                        <a:pt x="1730" y="12075"/>
                      </a:cubicBezTo>
                      <a:cubicBezTo>
                        <a:pt x="1768" y="12172"/>
                        <a:pt x="1845" y="12301"/>
                        <a:pt x="1883" y="12398"/>
                      </a:cubicBezTo>
                      <a:cubicBezTo>
                        <a:pt x="1883" y="12430"/>
                        <a:pt x="1883" y="12463"/>
                        <a:pt x="1922" y="12495"/>
                      </a:cubicBezTo>
                      <a:cubicBezTo>
                        <a:pt x="1960" y="12657"/>
                        <a:pt x="1999" y="12786"/>
                        <a:pt x="2152" y="12947"/>
                      </a:cubicBezTo>
                      <a:cubicBezTo>
                        <a:pt x="2191" y="12947"/>
                        <a:pt x="2229" y="12979"/>
                        <a:pt x="2268" y="13012"/>
                      </a:cubicBezTo>
                      <a:cubicBezTo>
                        <a:pt x="2344" y="13076"/>
                        <a:pt x="2460" y="13173"/>
                        <a:pt x="2460" y="13238"/>
                      </a:cubicBezTo>
                      <a:cubicBezTo>
                        <a:pt x="2460" y="13302"/>
                        <a:pt x="2421" y="13335"/>
                        <a:pt x="2344" y="13431"/>
                      </a:cubicBezTo>
                      <a:cubicBezTo>
                        <a:pt x="2306" y="13431"/>
                        <a:pt x="2306" y="13464"/>
                        <a:pt x="2268" y="13464"/>
                      </a:cubicBezTo>
                      <a:cubicBezTo>
                        <a:pt x="2152" y="13593"/>
                        <a:pt x="2075" y="13819"/>
                        <a:pt x="2152" y="13980"/>
                      </a:cubicBezTo>
                      <a:cubicBezTo>
                        <a:pt x="2152" y="14045"/>
                        <a:pt x="2229" y="14109"/>
                        <a:pt x="2268" y="14142"/>
                      </a:cubicBezTo>
                      <a:cubicBezTo>
                        <a:pt x="2306" y="14142"/>
                        <a:pt x="2306" y="14174"/>
                        <a:pt x="2306" y="14174"/>
                      </a:cubicBezTo>
                      <a:cubicBezTo>
                        <a:pt x="2344" y="14206"/>
                        <a:pt x="2344" y="14271"/>
                        <a:pt x="2344" y="14303"/>
                      </a:cubicBezTo>
                      <a:cubicBezTo>
                        <a:pt x="2229" y="14142"/>
                        <a:pt x="2075" y="13980"/>
                        <a:pt x="1922" y="13980"/>
                      </a:cubicBezTo>
                      <a:cubicBezTo>
                        <a:pt x="1768" y="13948"/>
                        <a:pt x="1768" y="13948"/>
                        <a:pt x="1768" y="13948"/>
                      </a:cubicBezTo>
                      <a:cubicBezTo>
                        <a:pt x="1806" y="14077"/>
                        <a:pt x="1806" y="14077"/>
                        <a:pt x="1806" y="14077"/>
                      </a:cubicBezTo>
                      <a:cubicBezTo>
                        <a:pt x="1999" y="15433"/>
                        <a:pt x="2268" y="17048"/>
                        <a:pt x="2537" y="18630"/>
                      </a:cubicBezTo>
                      <a:cubicBezTo>
                        <a:pt x="2575" y="18662"/>
                        <a:pt x="2575" y="18726"/>
                        <a:pt x="2575" y="18759"/>
                      </a:cubicBezTo>
                      <a:cubicBezTo>
                        <a:pt x="2614" y="18888"/>
                        <a:pt x="2614" y="19017"/>
                        <a:pt x="2652" y="19146"/>
                      </a:cubicBezTo>
                      <a:cubicBezTo>
                        <a:pt x="2652" y="19501"/>
                        <a:pt x="2806" y="19630"/>
                        <a:pt x="2998" y="19889"/>
                      </a:cubicBezTo>
                      <a:cubicBezTo>
                        <a:pt x="3113" y="19986"/>
                        <a:pt x="3113" y="19986"/>
                        <a:pt x="3113" y="19986"/>
                      </a:cubicBezTo>
                      <a:cubicBezTo>
                        <a:pt x="3190" y="20083"/>
                        <a:pt x="3267" y="20147"/>
                        <a:pt x="3382" y="20212"/>
                      </a:cubicBezTo>
                      <a:cubicBezTo>
                        <a:pt x="3459" y="20276"/>
                        <a:pt x="3536" y="20341"/>
                        <a:pt x="3613" y="20438"/>
                      </a:cubicBezTo>
                      <a:cubicBezTo>
                        <a:pt x="3690" y="20502"/>
                        <a:pt x="3728" y="20567"/>
                        <a:pt x="3805" y="20631"/>
                      </a:cubicBezTo>
                      <a:cubicBezTo>
                        <a:pt x="4036" y="20890"/>
                        <a:pt x="4189" y="21083"/>
                        <a:pt x="4612" y="21083"/>
                      </a:cubicBezTo>
                      <a:cubicBezTo>
                        <a:pt x="4689" y="21083"/>
                        <a:pt x="4766" y="21083"/>
                        <a:pt x="4843" y="21051"/>
                      </a:cubicBezTo>
                      <a:cubicBezTo>
                        <a:pt x="4920" y="21051"/>
                        <a:pt x="5035" y="21019"/>
                        <a:pt x="5150" y="21019"/>
                      </a:cubicBezTo>
                      <a:cubicBezTo>
                        <a:pt x="5304" y="20987"/>
                        <a:pt x="5573" y="20922"/>
                        <a:pt x="5727" y="20922"/>
                      </a:cubicBezTo>
                      <a:cubicBezTo>
                        <a:pt x="5765" y="20922"/>
                        <a:pt x="5765" y="20922"/>
                        <a:pt x="5765" y="20922"/>
                      </a:cubicBezTo>
                      <a:cubicBezTo>
                        <a:pt x="5919" y="20922"/>
                        <a:pt x="6073" y="21019"/>
                        <a:pt x="6226" y="21116"/>
                      </a:cubicBezTo>
                      <a:cubicBezTo>
                        <a:pt x="6303" y="21180"/>
                        <a:pt x="6380" y="21245"/>
                        <a:pt x="6495" y="21277"/>
                      </a:cubicBezTo>
                      <a:cubicBezTo>
                        <a:pt x="6611" y="21309"/>
                        <a:pt x="6688" y="21342"/>
                        <a:pt x="6764" y="21342"/>
                      </a:cubicBezTo>
                      <a:cubicBezTo>
                        <a:pt x="6880" y="21342"/>
                        <a:pt x="6957" y="21309"/>
                        <a:pt x="7033" y="21245"/>
                      </a:cubicBezTo>
                      <a:cubicBezTo>
                        <a:pt x="7072" y="21245"/>
                        <a:pt x="7072" y="21245"/>
                        <a:pt x="7072" y="21245"/>
                      </a:cubicBezTo>
                      <a:cubicBezTo>
                        <a:pt x="7110" y="21213"/>
                        <a:pt x="7149" y="21213"/>
                        <a:pt x="7187" y="21180"/>
                      </a:cubicBezTo>
                      <a:cubicBezTo>
                        <a:pt x="7341" y="21116"/>
                        <a:pt x="7495" y="21083"/>
                        <a:pt x="7687" y="21051"/>
                      </a:cubicBezTo>
                      <a:cubicBezTo>
                        <a:pt x="7687" y="21051"/>
                        <a:pt x="7687" y="21051"/>
                        <a:pt x="7687" y="21051"/>
                      </a:cubicBezTo>
                      <a:cubicBezTo>
                        <a:pt x="7802" y="21019"/>
                        <a:pt x="7879" y="20987"/>
                        <a:pt x="7994" y="20954"/>
                      </a:cubicBezTo>
                      <a:cubicBezTo>
                        <a:pt x="8110" y="20922"/>
                        <a:pt x="8225" y="20890"/>
                        <a:pt x="8340" y="20890"/>
                      </a:cubicBezTo>
                      <a:cubicBezTo>
                        <a:pt x="8379" y="20890"/>
                        <a:pt x="8379" y="20890"/>
                        <a:pt x="8417" y="20922"/>
                      </a:cubicBezTo>
                      <a:cubicBezTo>
                        <a:pt x="8532" y="20954"/>
                        <a:pt x="8571" y="21051"/>
                        <a:pt x="8609" y="21213"/>
                      </a:cubicBezTo>
                      <a:cubicBezTo>
                        <a:pt x="8686" y="21342"/>
                        <a:pt x="8686" y="21342"/>
                        <a:pt x="8686" y="21342"/>
                      </a:cubicBezTo>
                      <a:cubicBezTo>
                        <a:pt x="8686" y="21406"/>
                        <a:pt x="8725" y="21439"/>
                        <a:pt x="8725" y="21503"/>
                      </a:cubicBezTo>
                      <a:cubicBezTo>
                        <a:pt x="8763" y="21600"/>
                        <a:pt x="8763" y="21600"/>
                        <a:pt x="8763" y="21600"/>
                      </a:cubicBezTo>
                      <a:cubicBezTo>
                        <a:pt x="8878" y="21568"/>
                        <a:pt x="8878" y="21568"/>
                        <a:pt x="8878" y="21568"/>
                      </a:cubicBezTo>
                      <a:cubicBezTo>
                        <a:pt x="8994" y="21568"/>
                        <a:pt x="9147" y="21535"/>
                        <a:pt x="9263" y="21535"/>
                      </a:cubicBezTo>
                      <a:cubicBezTo>
                        <a:pt x="9455" y="21503"/>
                        <a:pt x="9685" y="21471"/>
                        <a:pt x="9878" y="21439"/>
                      </a:cubicBezTo>
                      <a:cubicBezTo>
                        <a:pt x="9993" y="21406"/>
                        <a:pt x="10070" y="21374"/>
                        <a:pt x="10147" y="21342"/>
                      </a:cubicBezTo>
                      <a:cubicBezTo>
                        <a:pt x="10262" y="21309"/>
                        <a:pt x="10339" y="21277"/>
                        <a:pt x="10416" y="21245"/>
                      </a:cubicBezTo>
                      <a:cubicBezTo>
                        <a:pt x="10454" y="21245"/>
                        <a:pt x="10531" y="21213"/>
                        <a:pt x="10569" y="21213"/>
                      </a:cubicBezTo>
                      <a:cubicBezTo>
                        <a:pt x="10723" y="21180"/>
                        <a:pt x="10838" y="21148"/>
                        <a:pt x="10992" y="21148"/>
                      </a:cubicBezTo>
                      <a:cubicBezTo>
                        <a:pt x="11184" y="21148"/>
                        <a:pt x="11377" y="21083"/>
                        <a:pt x="11569" y="21019"/>
                      </a:cubicBezTo>
                      <a:cubicBezTo>
                        <a:pt x="11607" y="20987"/>
                        <a:pt x="11607" y="20987"/>
                        <a:pt x="11607" y="20987"/>
                      </a:cubicBezTo>
                      <a:cubicBezTo>
                        <a:pt x="11761" y="20922"/>
                        <a:pt x="11915" y="20857"/>
                        <a:pt x="11991" y="20664"/>
                      </a:cubicBezTo>
                      <a:cubicBezTo>
                        <a:pt x="11991" y="20664"/>
                        <a:pt x="11991" y="20631"/>
                        <a:pt x="12030" y="20599"/>
                      </a:cubicBezTo>
                      <a:cubicBezTo>
                        <a:pt x="12030" y="20567"/>
                        <a:pt x="12030" y="20535"/>
                        <a:pt x="12068" y="20502"/>
                      </a:cubicBezTo>
                      <a:cubicBezTo>
                        <a:pt x="12145" y="20438"/>
                        <a:pt x="12184" y="20405"/>
                        <a:pt x="12260" y="20373"/>
                      </a:cubicBezTo>
                      <a:cubicBezTo>
                        <a:pt x="12376" y="20373"/>
                        <a:pt x="12491" y="20309"/>
                        <a:pt x="12568" y="20212"/>
                      </a:cubicBezTo>
                      <a:cubicBezTo>
                        <a:pt x="12606" y="20115"/>
                        <a:pt x="12606" y="20050"/>
                        <a:pt x="12645" y="19986"/>
                      </a:cubicBezTo>
                      <a:cubicBezTo>
                        <a:pt x="12645" y="19921"/>
                        <a:pt x="12645" y="19857"/>
                        <a:pt x="12683" y="19792"/>
                      </a:cubicBezTo>
                      <a:cubicBezTo>
                        <a:pt x="12760" y="19663"/>
                        <a:pt x="12799" y="19534"/>
                        <a:pt x="12799" y="19340"/>
                      </a:cubicBezTo>
                      <a:cubicBezTo>
                        <a:pt x="12799" y="19243"/>
                        <a:pt x="12799" y="19146"/>
                        <a:pt x="12760" y="19082"/>
                      </a:cubicBezTo>
                      <a:cubicBezTo>
                        <a:pt x="12760" y="19017"/>
                        <a:pt x="12760" y="18952"/>
                        <a:pt x="12722" y="18888"/>
                      </a:cubicBezTo>
                      <a:cubicBezTo>
                        <a:pt x="12722" y="18791"/>
                        <a:pt x="12760" y="18694"/>
                        <a:pt x="12799" y="18565"/>
                      </a:cubicBezTo>
                      <a:cubicBezTo>
                        <a:pt x="12837" y="18533"/>
                        <a:pt x="12837" y="18436"/>
                        <a:pt x="12875" y="18371"/>
                      </a:cubicBezTo>
                      <a:cubicBezTo>
                        <a:pt x="12875" y="18307"/>
                        <a:pt x="12875" y="18242"/>
                        <a:pt x="12875" y="18145"/>
                      </a:cubicBezTo>
                      <a:cubicBezTo>
                        <a:pt x="12837" y="18081"/>
                        <a:pt x="12837" y="18016"/>
                        <a:pt x="12875" y="17952"/>
                      </a:cubicBezTo>
                      <a:cubicBezTo>
                        <a:pt x="12875" y="17887"/>
                        <a:pt x="12914" y="17855"/>
                        <a:pt x="12952" y="17822"/>
                      </a:cubicBezTo>
                      <a:cubicBezTo>
                        <a:pt x="12991" y="17758"/>
                        <a:pt x="12991" y="17693"/>
                        <a:pt x="13029" y="17629"/>
                      </a:cubicBezTo>
                      <a:cubicBezTo>
                        <a:pt x="13029" y="17596"/>
                        <a:pt x="13068" y="17564"/>
                        <a:pt x="13068" y="17532"/>
                      </a:cubicBezTo>
                      <a:cubicBezTo>
                        <a:pt x="13068" y="17500"/>
                        <a:pt x="13106" y="17338"/>
                        <a:pt x="13144" y="17338"/>
                      </a:cubicBezTo>
                      <a:cubicBezTo>
                        <a:pt x="13183" y="17338"/>
                        <a:pt x="13221" y="17370"/>
                        <a:pt x="13298" y="17370"/>
                      </a:cubicBezTo>
                      <a:cubicBezTo>
                        <a:pt x="13375" y="17435"/>
                        <a:pt x="13375" y="17435"/>
                        <a:pt x="13375" y="17435"/>
                      </a:cubicBezTo>
                      <a:cubicBezTo>
                        <a:pt x="13452" y="17370"/>
                        <a:pt x="13452" y="17370"/>
                        <a:pt x="13452" y="17370"/>
                      </a:cubicBezTo>
                      <a:cubicBezTo>
                        <a:pt x="13490" y="17306"/>
                        <a:pt x="13529" y="17274"/>
                        <a:pt x="13606" y="17241"/>
                      </a:cubicBezTo>
                      <a:cubicBezTo>
                        <a:pt x="13644" y="17177"/>
                        <a:pt x="13721" y="17112"/>
                        <a:pt x="13759" y="17048"/>
                      </a:cubicBezTo>
                      <a:cubicBezTo>
                        <a:pt x="13875" y="16918"/>
                        <a:pt x="13836" y="16789"/>
                        <a:pt x="13798" y="16692"/>
                      </a:cubicBezTo>
                      <a:cubicBezTo>
                        <a:pt x="13759" y="16596"/>
                        <a:pt x="13721" y="16499"/>
                        <a:pt x="13798" y="16434"/>
                      </a:cubicBezTo>
                      <a:cubicBezTo>
                        <a:pt x="13875" y="16337"/>
                        <a:pt x="14451" y="16111"/>
                        <a:pt x="14567" y="16111"/>
                      </a:cubicBezTo>
                      <a:cubicBezTo>
                        <a:pt x="14605" y="16111"/>
                        <a:pt x="14605" y="16111"/>
                        <a:pt x="14643" y="16111"/>
                      </a:cubicBezTo>
                      <a:cubicBezTo>
                        <a:pt x="14682" y="16111"/>
                        <a:pt x="14720" y="16111"/>
                        <a:pt x="14759" y="16143"/>
                      </a:cubicBezTo>
                      <a:cubicBezTo>
                        <a:pt x="14759" y="16143"/>
                        <a:pt x="14797" y="16143"/>
                        <a:pt x="14836" y="16143"/>
                      </a:cubicBezTo>
                      <a:cubicBezTo>
                        <a:pt x="14874" y="16143"/>
                        <a:pt x="14912" y="16143"/>
                        <a:pt x="14951" y="16111"/>
                      </a:cubicBezTo>
                      <a:cubicBezTo>
                        <a:pt x="14989" y="16111"/>
                        <a:pt x="15028" y="16079"/>
                        <a:pt x="15143" y="15982"/>
                      </a:cubicBezTo>
                      <a:cubicBezTo>
                        <a:pt x="15181" y="15950"/>
                        <a:pt x="15220" y="15917"/>
                        <a:pt x="15258" y="15917"/>
                      </a:cubicBezTo>
                      <a:cubicBezTo>
                        <a:pt x="15451" y="15788"/>
                        <a:pt x="15643" y="15691"/>
                        <a:pt x="15835" y="15627"/>
                      </a:cubicBezTo>
                      <a:cubicBezTo>
                        <a:pt x="15912" y="15627"/>
                        <a:pt x="15912" y="15627"/>
                        <a:pt x="15912" y="15627"/>
                      </a:cubicBezTo>
                      <a:cubicBezTo>
                        <a:pt x="15912" y="15562"/>
                        <a:pt x="15912" y="15562"/>
                        <a:pt x="15912" y="15562"/>
                      </a:cubicBezTo>
                      <a:cubicBezTo>
                        <a:pt x="15912" y="15562"/>
                        <a:pt x="15912" y="15530"/>
                        <a:pt x="15912" y="15530"/>
                      </a:cubicBezTo>
                      <a:cubicBezTo>
                        <a:pt x="15912" y="15530"/>
                        <a:pt x="15950" y="15530"/>
                        <a:pt x="15950" y="15530"/>
                      </a:cubicBezTo>
                      <a:cubicBezTo>
                        <a:pt x="15989" y="15530"/>
                        <a:pt x="16027" y="15530"/>
                        <a:pt x="16027" y="15562"/>
                      </a:cubicBezTo>
                      <a:cubicBezTo>
                        <a:pt x="16065" y="15562"/>
                        <a:pt x="16104" y="15562"/>
                        <a:pt x="16142" y="15562"/>
                      </a:cubicBezTo>
                      <a:cubicBezTo>
                        <a:pt x="16296" y="15562"/>
                        <a:pt x="16450" y="15530"/>
                        <a:pt x="16565" y="15498"/>
                      </a:cubicBezTo>
                      <a:cubicBezTo>
                        <a:pt x="16757" y="15433"/>
                        <a:pt x="16834" y="15304"/>
                        <a:pt x="16911" y="15207"/>
                      </a:cubicBezTo>
                      <a:cubicBezTo>
                        <a:pt x="16949" y="15175"/>
                        <a:pt x="16949" y="15175"/>
                        <a:pt x="16949" y="15175"/>
                      </a:cubicBezTo>
                      <a:cubicBezTo>
                        <a:pt x="16949" y="15143"/>
                        <a:pt x="16949" y="15143"/>
                        <a:pt x="16988" y="15110"/>
                      </a:cubicBezTo>
                      <a:cubicBezTo>
                        <a:pt x="16988" y="15078"/>
                        <a:pt x="17026" y="15046"/>
                        <a:pt x="17065" y="15013"/>
                      </a:cubicBezTo>
                      <a:cubicBezTo>
                        <a:pt x="17065" y="14981"/>
                        <a:pt x="17065" y="14981"/>
                        <a:pt x="17065" y="14981"/>
                      </a:cubicBezTo>
                      <a:cubicBezTo>
                        <a:pt x="17103" y="14949"/>
                        <a:pt x="17103" y="14917"/>
                        <a:pt x="17103" y="14884"/>
                      </a:cubicBezTo>
                      <a:cubicBezTo>
                        <a:pt x="17142" y="14884"/>
                        <a:pt x="17142" y="14852"/>
                        <a:pt x="17180" y="14820"/>
                      </a:cubicBezTo>
                      <a:cubicBezTo>
                        <a:pt x="17180" y="14820"/>
                        <a:pt x="17180" y="14787"/>
                        <a:pt x="17219" y="14755"/>
                      </a:cubicBezTo>
                      <a:cubicBezTo>
                        <a:pt x="17219" y="14755"/>
                        <a:pt x="17219" y="14755"/>
                        <a:pt x="17257" y="14723"/>
                      </a:cubicBezTo>
                      <a:cubicBezTo>
                        <a:pt x="17257" y="14723"/>
                        <a:pt x="17295" y="14691"/>
                        <a:pt x="17295" y="14658"/>
                      </a:cubicBezTo>
                      <a:cubicBezTo>
                        <a:pt x="17372" y="14594"/>
                        <a:pt x="17372" y="14497"/>
                        <a:pt x="17334" y="14368"/>
                      </a:cubicBezTo>
                      <a:cubicBezTo>
                        <a:pt x="17334" y="14271"/>
                        <a:pt x="17257" y="14174"/>
                        <a:pt x="17142" y="14077"/>
                      </a:cubicBezTo>
                      <a:cubicBezTo>
                        <a:pt x="16988" y="13883"/>
                        <a:pt x="16719" y="13787"/>
                        <a:pt x="16411" y="13787"/>
                      </a:cubicBezTo>
                      <a:cubicBezTo>
                        <a:pt x="15989" y="13787"/>
                        <a:pt x="15489" y="13980"/>
                        <a:pt x="15258" y="14109"/>
                      </a:cubicBezTo>
                      <a:cubicBezTo>
                        <a:pt x="14605" y="14400"/>
                        <a:pt x="14105" y="14852"/>
                        <a:pt x="13721" y="15207"/>
                      </a:cubicBezTo>
                      <a:cubicBezTo>
                        <a:pt x="13337" y="15562"/>
                        <a:pt x="13029" y="15917"/>
                        <a:pt x="12799" y="16273"/>
                      </a:cubicBezTo>
                      <a:cubicBezTo>
                        <a:pt x="12760" y="16337"/>
                        <a:pt x="12760" y="16337"/>
                        <a:pt x="12760" y="16337"/>
                      </a:cubicBezTo>
                      <a:cubicBezTo>
                        <a:pt x="12683" y="16466"/>
                        <a:pt x="12568" y="16628"/>
                        <a:pt x="12530" y="16789"/>
                      </a:cubicBezTo>
                      <a:cubicBezTo>
                        <a:pt x="12453" y="17015"/>
                        <a:pt x="12376" y="17209"/>
                        <a:pt x="12260" y="17435"/>
                      </a:cubicBezTo>
                      <a:cubicBezTo>
                        <a:pt x="12184" y="17532"/>
                        <a:pt x="12145" y="17629"/>
                        <a:pt x="12107" y="17726"/>
                      </a:cubicBezTo>
                      <a:cubicBezTo>
                        <a:pt x="12068" y="17887"/>
                        <a:pt x="11991" y="18016"/>
                        <a:pt x="11876" y="18145"/>
                      </a:cubicBezTo>
                      <a:cubicBezTo>
                        <a:pt x="11876" y="18145"/>
                        <a:pt x="11876" y="18145"/>
                        <a:pt x="11876" y="18145"/>
                      </a:cubicBezTo>
                      <a:cubicBezTo>
                        <a:pt x="11838" y="18178"/>
                        <a:pt x="11799" y="18242"/>
                        <a:pt x="11761" y="18242"/>
                      </a:cubicBezTo>
                      <a:cubicBezTo>
                        <a:pt x="11761" y="18274"/>
                        <a:pt x="11722" y="18274"/>
                        <a:pt x="11722" y="18274"/>
                      </a:cubicBezTo>
                      <a:cubicBezTo>
                        <a:pt x="11646" y="18307"/>
                        <a:pt x="11607" y="18307"/>
                        <a:pt x="11569" y="18339"/>
                      </a:cubicBezTo>
                      <a:cubicBezTo>
                        <a:pt x="11569" y="18339"/>
                        <a:pt x="11569" y="18339"/>
                        <a:pt x="11607" y="18307"/>
                      </a:cubicBezTo>
                      <a:cubicBezTo>
                        <a:pt x="11607" y="18307"/>
                        <a:pt x="11607" y="18274"/>
                        <a:pt x="11646" y="18274"/>
                      </a:cubicBezTo>
                      <a:cubicBezTo>
                        <a:pt x="11646" y="18242"/>
                        <a:pt x="11646" y="18210"/>
                        <a:pt x="11684" y="18210"/>
                      </a:cubicBezTo>
                      <a:cubicBezTo>
                        <a:pt x="11722" y="18178"/>
                        <a:pt x="11838" y="18145"/>
                        <a:pt x="11838" y="18016"/>
                      </a:cubicBezTo>
                      <a:cubicBezTo>
                        <a:pt x="11838" y="17984"/>
                        <a:pt x="11838" y="17952"/>
                        <a:pt x="11838" y="17887"/>
                      </a:cubicBezTo>
                      <a:cubicBezTo>
                        <a:pt x="11838" y="17855"/>
                        <a:pt x="11838" y="17790"/>
                        <a:pt x="11838" y="17758"/>
                      </a:cubicBezTo>
                      <a:cubicBezTo>
                        <a:pt x="11838" y="17726"/>
                        <a:pt x="11876" y="17693"/>
                        <a:pt x="11876" y="17661"/>
                      </a:cubicBezTo>
                      <a:cubicBezTo>
                        <a:pt x="11915" y="17596"/>
                        <a:pt x="11915" y="17532"/>
                        <a:pt x="11953" y="17467"/>
                      </a:cubicBezTo>
                      <a:cubicBezTo>
                        <a:pt x="11991" y="17435"/>
                        <a:pt x="11991" y="17403"/>
                        <a:pt x="11991" y="17403"/>
                      </a:cubicBezTo>
                      <a:cubicBezTo>
                        <a:pt x="12030" y="17370"/>
                        <a:pt x="12030" y="17338"/>
                        <a:pt x="12068" y="17306"/>
                      </a:cubicBezTo>
                      <a:cubicBezTo>
                        <a:pt x="12068" y="17306"/>
                        <a:pt x="12068" y="17306"/>
                        <a:pt x="12068" y="17306"/>
                      </a:cubicBezTo>
                      <a:cubicBezTo>
                        <a:pt x="12107" y="17306"/>
                        <a:pt x="12145" y="17274"/>
                        <a:pt x="12145" y="17274"/>
                      </a:cubicBezTo>
                      <a:cubicBezTo>
                        <a:pt x="12184" y="17241"/>
                        <a:pt x="12184" y="17209"/>
                        <a:pt x="12222" y="17177"/>
                      </a:cubicBezTo>
                      <a:cubicBezTo>
                        <a:pt x="12222" y="17177"/>
                        <a:pt x="12222" y="17177"/>
                        <a:pt x="12222" y="17177"/>
                      </a:cubicBezTo>
                      <a:cubicBezTo>
                        <a:pt x="12299" y="17015"/>
                        <a:pt x="12299" y="16886"/>
                        <a:pt x="12337" y="16757"/>
                      </a:cubicBezTo>
                      <a:cubicBezTo>
                        <a:pt x="12337" y="16692"/>
                        <a:pt x="12337" y="16596"/>
                        <a:pt x="12376" y="16531"/>
                      </a:cubicBezTo>
                      <a:cubicBezTo>
                        <a:pt x="12376" y="16466"/>
                        <a:pt x="12414" y="16434"/>
                        <a:pt x="12453" y="16370"/>
                      </a:cubicBezTo>
                      <a:cubicBezTo>
                        <a:pt x="12491" y="16370"/>
                        <a:pt x="12491" y="16337"/>
                        <a:pt x="12491" y="16305"/>
                      </a:cubicBezTo>
                      <a:cubicBezTo>
                        <a:pt x="12606" y="16208"/>
                        <a:pt x="12606" y="16047"/>
                        <a:pt x="12606" y="15917"/>
                      </a:cubicBezTo>
                      <a:cubicBezTo>
                        <a:pt x="12606" y="15853"/>
                        <a:pt x="12606" y="15788"/>
                        <a:pt x="12645" y="15691"/>
                      </a:cubicBezTo>
                      <a:cubicBezTo>
                        <a:pt x="12722" y="15465"/>
                        <a:pt x="12875" y="15272"/>
                        <a:pt x="13029" y="15110"/>
                      </a:cubicBezTo>
                      <a:cubicBezTo>
                        <a:pt x="13068" y="15046"/>
                        <a:pt x="13144" y="14981"/>
                        <a:pt x="13221" y="14917"/>
                      </a:cubicBezTo>
                      <a:cubicBezTo>
                        <a:pt x="13298" y="14852"/>
                        <a:pt x="13375" y="14787"/>
                        <a:pt x="13452" y="14755"/>
                      </a:cubicBezTo>
                      <a:cubicBezTo>
                        <a:pt x="13529" y="14691"/>
                        <a:pt x="13606" y="14626"/>
                        <a:pt x="13683" y="14594"/>
                      </a:cubicBezTo>
                      <a:cubicBezTo>
                        <a:pt x="13721" y="14561"/>
                        <a:pt x="13759" y="14529"/>
                        <a:pt x="13836" y="14497"/>
                      </a:cubicBezTo>
                      <a:cubicBezTo>
                        <a:pt x="13875" y="14497"/>
                        <a:pt x="13990" y="14432"/>
                        <a:pt x="14028" y="14335"/>
                      </a:cubicBezTo>
                      <a:cubicBezTo>
                        <a:pt x="14028" y="14303"/>
                        <a:pt x="14028" y="14271"/>
                        <a:pt x="14028" y="14239"/>
                      </a:cubicBezTo>
                      <a:cubicBezTo>
                        <a:pt x="14028" y="14239"/>
                        <a:pt x="14028" y="14239"/>
                        <a:pt x="14028" y="14206"/>
                      </a:cubicBezTo>
                      <a:cubicBezTo>
                        <a:pt x="14028" y="14174"/>
                        <a:pt x="14028" y="14109"/>
                        <a:pt x="14028" y="14045"/>
                      </a:cubicBezTo>
                      <a:cubicBezTo>
                        <a:pt x="14028" y="13980"/>
                        <a:pt x="14028" y="13916"/>
                        <a:pt x="14028" y="13851"/>
                      </a:cubicBezTo>
                      <a:cubicBezTo>
                        <a:pt x="14028" y="13754"/>
                        <a:pt x="14028" y="13657"/>
                        <a:pt x="14067" y="13561"/>
                      </a:cubicBezTo>
                      <a:cubicBezTo>
                        <a:pt x="14105" y="13431"/>
                        <a:pt x="14182" y="13335"/>
                        <a:pt x="14298" y="13270"/>
                      </a:cubicBezTo>
                      <a:cubicBezTo>
                        <a:pt x="14336" y="13238"/>
                        <a:pt x="14336" y="13238"/>
                        <a:pt x="14336" y="13238"/>
                      </a:cubicBezTo>
                      <a:cubicBezTo>
                        <a:pt x="14336" y="13205"/>
                        <a:pt x="14374" y="13173"/>
                        <a:pt x="14413" y="13173"/>
                      </a:cubicBezTo>
                      <a:cubicBezTo>
                        <a:pt x="14490" y="13141"/>
                        <a:pt x="14567" y="13141"/>
                        <a:pt x="14643" y="13109"/>
                      </a:cubicBezTo>
                      <a:cubicBezTo>
                        <a:pt x="14720" y="13044"/>
                        <a:pt x="14797" y="13012"/>
                        <a:pt x="14912" y="12947"/>
                      </a:cubicBezTo>
                      <a:cubicBezTo>
                        <a:pt x="14951" y="12915"/>
                        <a:pt x="14951" y="12915"/>
                        <a:pt x="14951" y="12915"/>
                      </a:cubicBezTo>
                      <a:cubicBezTo>
                        <a:pt x="15028" y="12883"/>
                        <a:pt x="15105" y="12850"/>
                        <a:pt x="15181" y="12818"/>
                      </a:cubicBezTo>
                      <a:cubicBezTo>
                        <a:pt x="15220" y="12753"/>
                        <a:pt x="15220" y="12753"/>
                        <a:pt x="15258" y="12753"/>
                      </a:cubicBezTo>
                      <a:cubicBezTo>
                        <a:pt x="15412" y="12721"/>
                        <a:pt x="15566" y="12689"/>
                        <a:pt x="15720" y="12657"/>
                      </a:cubicBezTo>
                      <a:cubicBezTo>
                        <a:pt x="15758" y="12624"/>
                        <a:pt x="15796" y="12624"/>
                        <a:pt x="15835" y="12592"/>
                      </a:cubicBezTo>
                      <a:cubicBezTo>
                        <a:pt x="15873" y="12592"/>
                        <a:pt x="15873" y="12592"/>
                        <a:pt x="15912" y="12560"/>
                      </a:cubicBezTo>
                      <a:cubicBezTo>
                        <a:pt x="15950" y="12560"/>
                        <a:pt x="15950" y="12560"/>
                        <a:pt x="15989" y="12527"/>
                      </a:cubicBezTo>
                      <a:cubicBezTo>
                        <a:pt x="16027" y="12527"/>
                        <a:pt x="16065" y="12527"/>
                        <a:pt x="16065" y="12495"/>
                      </a:cubicBezTo>
                      <a:cubicBezTo>
                        <a:pt x="16104" y="12495"/>
                        <a:pt x="16142" y="12495"/>
                        <a:pt x="16181" y="12495"/>
                      </a:cubicBezTo>
                      <a:cubicBezTo>
                        <a:pt x="16219" y="12495"/>
                        <a:pt x="16219" y="12495"/>
                        <a:pt x="16219" y="12495"/>
                      </a:cubicBezTo>
                      <a:cubicBezTo>
                        <a:pt x="16258" y="12463"/>
                        <a:pt x="16296" y="12463"/>
                        <a:pt x="16373" y="12463"/>
                      </a:cubicBezTo>
                      <a:cubicBezTo>
                        <a:pt x="16450" y="12430"/>
                        <a:pt x="16488" y="12398"/>
                        <a:pt x="16565" y="12366"/>
                      </a:cubicBezTo>
                      <a:cubicBezTo>
                        <a:pt x="16565" y="12366"/>
                        <a:pt x="16604" y="12366"/>
                        <a:pt x="16604" y="12334"/>
                      </a:cubicBezTo>
                      <a:cubicBezTo>
                        <a:pt x="16642" y="12334"/>
                        <a:pt x="16680" y="12366"/>
                        <a:pt x="16719" y="12366"/>
                      </a:cubicBezTo>
                      <a:cubicBezTo>
                        <a:pt x="16719" y="12366"/>
                        <a:pt x="16757" y="12366"/>
                        <a:pt x="16757" y="12366"/>
                      </a:cubicBezTo>
                      <a:cubicBezTo>
                        <a:pt x="16873" y="12366"/>
                        <a:pt x="16988" y="12301"/>
                        <a:pt x="17065" y="12269"/>
                      </a:cubicBezTo>
                      <a:cubicBezTo>
                        <a:pt x="17103" y="12269"/>
                        <a:pt x="17180" y="12237"/>
                        <a:pt x="17257" y="12172"/>
                      </a:cubicBezTo>
                      <a:cubicBezTo>
                        <a:pt x="17257" y="12172"/>
                        <a:pt x="17295" y="12140"/>
                        <a:pt x="17295" y="12140"/>
                      </a:cubicBezTo>
                      <a:cubicBezTo>
                        <a:pt x="17295" y="12140"/>
                        <a:pt x="17295" y="12108"/>
                        <a:pt x="17334" y="12108"/>
                      </a:cubicBezTo>
                      <a:cubicBezTo>
                        <a:pt x="17334" y="12108"/>
                        <a:pt x="17334" y="12108"/>
                        <a:pt x="17372" y="12108"/>
                      </a:cubicBezTo>
                      <a:cubicBezTo>
                        <a:pt x="17411" y="12108"/>
                        <a:pt x="17411" y="12108"/>
                        <a:pt x="17449" y="12108"/>
                      </a:cubicBezTo>
                      <a:cubicBezTo>
                        <a:pt x="17488" y="12075"/>
                        <a:pt x="17488" y="12075"/>
                        <a:pt x="17526" y="12075"/>
                      </a:cubicBezTo>
                      <a:cubicBezTo>
                        <a:pt x="17564" y="12043"/>
                        <a:pt x="17603" y="12043"/>
                        <a:pt x="17641" y="12043"/>
                      </a:cubicBezTo>
                      <a:cubicBezTo>
                        <a:pt x="17680" y="12011"/>
                        <a:pt x="17718" y="12011"/>
                        <a:pt x="17795" y="11978"/>
                      </a:cubicBezTo>
                      <a:cubicBezTo>
                        <a:pt x="17795" y="11978"/>
                        <a:pt x="17833" y="11978"/>
                        <a:pt x="17833" y="11946"/>
                      </a:cubicBezTo>
                      <a:cubicBezTo>
                        <a:pt x="17872" y="11946"/>
                        <a:pt x="17872" y="11946"/>
                        <a:pt x="17910" y="11946"/>
                      </a:cubicBezTo>
                      <a:cubicBezTo>
                        <a:pt x="17949" y="11946"/>
                        <a:pt x="17987" y="11914"/>
                        <a:pt x="18026" y="11914"/>
                      </a:cubicBezTo>
                      <a:cubicBezTo>
                        <a:pt x="18026" y="11914"/>
                        <a:pt x="18064" y="11882"/>
                        <a:pt x="18102" y="11882"/>
                      </a:cubicBezTo>
                      <a:cubicBezTo>
                        <a:pt x="18141" y="11882"/>
                        <a:pt x="18141" y="11882"/>
                        <a:pt x="18141" y="11882"/>
                      </a:cubicBezTo>
                      <a:cubicBezTo>
                        <a:pt x="18179" y="11849"/>
                        <a:pt x="18218" y="11849"/>
                        <a:pt x="18256" y="11817"/>
                      </a:cubicBezTo>
                      <a:cubicBezTo>
                        <a:pt x="18295" y="11817"/>
                        <a:pt x="18295" y="11785"/>
                        <a:pt x="18333" y="11785"/>
                      </a:cubicBezTo>
                      <a:cubicBezTo>
                        <a:pt x="18333" y="11785"/>
                        <a:pt x="18333" y="11785"/>
                        <a:pt x="18333" y="11785"/>
                      </a:cubicBezTo>
                      <a:cubicBezTo>
                        <a:pt x="18372" y="11785"/>
                        <a:pt x="18410" y="11785"/>
                        <a:pt x="18448" y="11817"/>
                      </a:cubicBezTo>
                      <a:cubicBezTo>
                        <a:pt x="18487" y="11817"/>
                        <a:pt x="18525" y="11817"/>
                        <a:pt x="18602" y="11817"/>
                      </a:cubicBezTo>
                      <a:cubicBezTo>
                        <a:pt x="18641" y="11817"/>
                        <a:pt x="18679" y="11817"/>
                        <a:pt x="18679" y="11817"/>
                      </a:cubicBezTo>
                      <a:cubicBezTo>
                        <a:pt x="18794" y="11785"/>
                        <a:pt x="18871" y="11720"/>
                        <a:pt x="18910" y="11656"/>
                      </a:cubicBezTo>
                      <a:cubicBezTo>
                        <a:pt x="18948" y="11656"/>
                        <a:pt x="18948" y="11656"/>
                        <a:pt x="18948" y="11656"/>
                      </a:cubicBezTo>
                      <a:cubicBezTo>
                        <a:pt x="19025" y="11591"/>
                        <a:pt x="19102" y="11526"/>
                        <a:pt x="19179" y="11494"/>
                      </a:cubicBezTo>
                      <a:cubicBezTo>
                        <a:pt x="19179" y="11494"/>
                        <a:pt x="19217" y="11494"/>
                        <a:pt x="19256" y="11462"/>
                      </a:cubicBezTo>
                      <a:cubicBezTo>
                        <a:pt x="19294" y="11462"/>
                        <a:pt x="19332" y="11462"/>
                        <a:pt x="19371" y="11430"/>
                      </a:cubicBezTo>
                      <a:cubicBezTo>
                        <a:pt x="19409" y="11397"/>
                        <a:pt x="19448" y="11365"/>
                        <a:pt x="19486" y="11333"/>
                      </a:cubicBezTo>
                      <a:cubicBezTo>
                        <a:pt x="19525" y="11300"/>
                        <a:pt x="19601" y="11268"/>
                        <a:pt x="19640" y="11268"/>
                      </a:cubicBezTo>
                      <a:cubicBezTo>
                        <a:pt x="19678" y="11236"/>
                        <a:pt x="19717" y="11236"/>
                        <a:pt x="19755" y="11236"/>
                      </a:cubicBezTo>
                      <a:cubicBezTo>
                        <a:pt x="19832" y="11236"/>
                        <a:pt x="19870" y="11236"/>
                        <a:pt x="19947" y="11236"/>
                      </a:cubicBezTo>
                      <a:cubicBezTo>
                        <a:pt x="20101" y="11171"/>
                        <a:pt x="20101" y="11074"/>
                        <a:pt x="20140" y="11010"/>
                      </a:cubicBezTo>
                      <a:cubicBezTo>
                        <a:pt x="20140" y="11010"/>
                        <a:pt x="20140" y="10945"/>
                        <a:pt x="20140" y="10913"/>
                      </a:cubicBezTo>
                      <a:cubicBezTo>
                        <a:pt x="20140" y="10881"/>
                        <a:pt x="20140" y="10848"/>
                        <a:pt x="20140" y="10816"/>
                      </a:cubicBezTo>
                      <a:cubicBezTo>
                        <a:pt x="20178" y="10719"/>
                        <a:pt x="20216" y="10622"/>
                        <a:pt x="20255" y="10526"/>
                      </a:cubicBezTo>
                      <a:cubicBezTo>
                        <a:pt x="20293" y="10429"/>
                        <a:pt x="20332" y="10364"/>
                        <a:pt x="20370" y="10267"/>
                      </a:cubicBezTo>
                      <a:cubicBezTo>
                        <a:pt x="20409" y="10170"/>
                        <a:pt x="20447" y="10106"/>
                        <a:pt x="20447" y="10041"/>
                      </a:cubicBezTo>
                      <a:cubicBezTo>
                        <a:pt x="20447" y="9977"/>
                        <a:pt x="20447" y="9977"/>
                        <a:pt x="20447" y="9977"/>
                      </a:cubicBezTo>
                      <a:cubicBezTo>
                        <a:pt x="20485" y="9944"/>
                        <a:pt x="20485" y="9912"/>
                        <a:pt x="20485" y="9880"/>
                      </a:cubicBezTo>
                      <a:cubicBezTo>
                        <a:pt x="20524" y="9848"/>
                        <a:pt x="20524" y="9815"/>
                        <a:pt x="20524" y="9783"/>
                      </a:cubicBezTo>
                      <a:cubicBezTo>
                        <a:pt x="20562" y="9718"/>
                        <a:pt x="20562" y="9686"/>
                        <a:pt x="20562" y="9622"/>
                      </a:cubicBezTo>
                      <a:cubicBezTo>
                        <a:pt x="20562" y="9589"/>
                        <a:pt x="20601" y="9557"/>
                        <a:pt x="20601" y="9525"/>
                      </a:cubicBezTo>
                      <a:cubicBezTo>
                        <a:pt x="20601" y="9525"/>
                        <a:pt x="20601" y="9492"/>
                        <a:pt x="20601" y="9460"/>
                      </a:cubicBezTo>
                      <a:cubicBezTo>
                        <a:pt x="20601" y="9396"/>
                        <a:pt x="20639" y="9363"/>
                        <a:pt x="20678" y="9331"/>
                      </a:cubicBezTo>
                      <a:cubicBezTo>
                        <a:pt x="20716" y="9299"/>
                        <a:pt x="20754" y="9266"/>
                        <a:pt x="20793" y="9266"/>
                      </a:cubicBezTo>
                      <a:cubicBezTo>
                        <a:pt x="20908" y="9234"/>
                        <a:pt x="20947" y="9137"/>
                        <a:pt x="21023" y="9073"/>
                      </a:cubicBezTo>
                      <a:cubicBezTo>
                        <a:pt x="21023" y="9073"/>
                        <a:pt x="21023" y="9040"/>
                        <a:pt x="21023" y="9040"/>
                      </a:cubicBezTo>
                      <a:cubicBezTo>
                        <a:pt x="21100" y="8943"/>
                        <a:pt x="21177" y="8847"/>
                        <a:pt x="21254" y="8782"/>
                      </a:cubicBezTo>
                      <a:cubicBezTo>
                        <a:pt x="21331" y="8717"/>
                        <a:pt x="21408" y="8685"/>
                        <a:pt x="21485" y="8621"/>
                      </a:cubicBezTo>
                      <a:cubicBezTo>
                        <a:pt x="21600" y="8588"/>
                        <a:pt x="21600" y="8588"/>
                        <a:pt x="21600" y="8588"/>
                      </a:cubicBezTo>
                      <a:lnTo>
                        <a:pt x="21177" y="7943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90" name="Shape">
                  <a:extLst>
                    <a:ext uri="{FF2B5EF4-FFF2-40B4-BE49-F238E27FC236}">
                      <a16:creationId xmlns:a16="http://schemas.microsoft.com/office/drawing/2014/main" id="{A8120E6E-3FE3-48A9-9EDE-245874861877}"/>
                    </a:ext>
                  </a:extLst>
                </p:cNvPr>
                <p:cNvSpPr/>
                <p:nvPr/>
              </p:nvSpPr>
              <p:spPr>
                <a:xfrm>
                  <a:off x="5280022" y="4037454"/>
                  <a:ext cx="67966" cy="649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720" y="2700"/>
                      </a:moveTo>
                      <a:cubicBezTo>
                        <a:pt x="17280" y="0"/>
                        <a:pt x="14400" y="0"/>
                        <a:pt x="12960" y="0"/>
                      </a:cubicBezTo>
                      <a:cubicBezTo>
                        <a:pt x="11520" y="0"/>
                        <a:pt x="10080" y="0"/>
                        <a:pt x="7200" y="0"/>
                      </a:cubicBezTo>
                      <a:cubicBezTo>
                        <a:pt x="2880" y="2700"/>
                        <a:pt x="0" y="6750"/>
                        <a:pt x="0" y="10800"/>
                      </a:cubicBezTo>
                      <a:cubicBezTo>
                        <a:pt x="0" y="14850"/>
                        <a:pt x="2880" y="18900"/>
                        <a:pt x="7200" y="20250"/>
                      </a:cubicBezTo>
                      <a:cubicBezTo>
                        <a:pt x="8640" y="21600"/>
                        <a:pt x="10080" y="21600"/>
                        <a:pt x="11520" y="21600"/>
                      </a:cubicBezTo>
                      <a:cubicBezTo>
                        <a:pt x="15840" y="21600"/>
                        <a:pt x="20160" y="18900"/>
                        <a:pt x="21600" y="10800"/>
                      </a:cubicBezTo>
                      <a:cubicBezTo>
                        <a:pt x="21600" y="8100"/>
                        <a:pt x="21600" y="4050"/>
                        <a:pt x="18720" y="27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91" name="Shape">
                  <a:extLst>
                    <a:ext uri="{FF2B5EF4-FFF2-40B4-BE49-F238E27FC236}">
                      <a16:creationId xmlns:a16="http://schemas.microsoft.com/office/drawing/2014/main" id="{E317C010-AD45-48D8-9439-E2CF3B619467}"/>
                    </a:ext>
                  </a:extLst>
                </p:cNvPr>
                <p:cNvSpPr/>
                <p:nvPr/>
              </p:nvSpPr>
              <p:spPr>
                <a:xfrm>
                  <a:off x="4692612" y="1256679"/>
                  <a:ext cx="60692" cy="494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304" h="21600" extrusionOk="0">
                      <a:moveTo>
                        <a:pt x="9504" y="0"/>
                      </a:moveTo>
                      <a:cubicBezTo>
                        <a:pt x="4875" y="0"/>
                        <a:pt x="1790" y="1800"/>
                        <a:pt x="247" y="5400"/>
                      </a:cubicBezTo>
                      <a:cubicBezTo>
                        <a:pt x="247" y="7200"/>
                        <a:pt x="-1296" y="10800"/>
                        <a:pt x="3333" y="16200"/>
                      </a:cubicBezTo>
                      <a:cubicBezTo>
                        <a:pt x="4875" y="18000"/>
                        <a:pt x="6418" y="18000"/>
                        <a:pt x="9504" y="19800"/>
                      </a:cubicBezTo>
                      <a:cubicBezTo>
                        <a:pt x="11047" y="19800"/>
                        <a:pt x="12590" y="21600"/>
                        <a:pt x="12590" y="21600"/>
                      </a:cubicBezTo>
                      <a:cubicBezTo>
                        <a:pt x="12590" y="21600"/>
                        <a:pt x="12590" y="21600"/>
                        <a:pt x="12590" y="21600"/>
                      </a:cubicBezTo>
                      <a:cubicBezTo>
                        <a:pt x="15675" y="21600"/>
                        <a:pt x="17218" y="19800"/>
                        <a:pt x="18761" y="18000"/>
                      </a:cubicBezTo>
                      <a:cubicBezTo>
                        <a:pt x="20304" y="16200"/>
                        <a:pt x="20304" y="14400"/>
                        <a:pt x="20304" y="10800"/>
                      </a:cubicBezTo>
                      <a:cubicBezTo>
                        <a:pt x="20304" y="3600"/>
                        <a:pt x="15675" y="0"/>
                        <a:pt x="9504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92" name="Shape">
                  <a:extLst>
                    <a:ext uri="{FF2B5EF4-FFF2-40B4-BE49-F238E27FC236}">
                      <a16:creationId xmlns:a16="http://schemas.microsoft.com/office/drawing/2014/main" id="{CAC759D5-22FD-4ADC-A0F5-A40A29DFA518}"/>
                    </a:ext>
                  </a:extLst>
                </p:cNvPr>
                <p:cNvSpPr/>
                <p:nvPr/>
              </p:nvSpPr>
              <p:spPr>
                <a:xfrm>
                  <a:off x="4369309" y="1544185"/>
                  <a:ext cx="67966" cy="1112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5600"/>
                      </a:moveTo>
                      <a:cubicBezTo>
                        <a:pt x="20160" y="3200"/>
                        <a:pt x="17280" y="0"/>
                        <a:pt x="11520" y="0"/>
                      </a:cubicBezTo>
                      <a:cubicBezTo>
                        <a:pt x="10080" y="0"/>
                        <a:pt x="10080" y="0"/>
                        <a:pt x="10080" y="0"/>
                      </a:cubicBezTo>
                      <a:cubicBezTo>
                        <a:pt x="4320" y="0"/>
                        <a:pt x="2880" y="3200"/>
                        <a:pt x="2880" y="4800"/>
                      </a:cubicBezTo>
                      <a:cubicBezTo>
                        <a:pt x="2880" y="4800"/>
                        <a:pt x="2880" y="5600"/>
                        <a:pt x="1440" y="5600"/>
                      </a:cubicBezTo>
                      <a:cubicBezTo>
                        <a:pt x="1440" y="5600"/>
                        <a:pt x="1440" y="6400"/>
                        <a:pt x="1440" y="6400"/>
                      </a:cubicBezTo>
                      <a:cubicBezTo>
                        <a:pt x="1440" y="7200"/>
                        <a:pt x="0" y="8800"/>
                        <a:pt x="0" y="10400"/>
                      </a:cubicBezTo>
                      <a:cubicBezTo>
                        <a:pt x="0" y="11200"/>
                        <a:pt x="0" y="11200"/>
                        <a:pt x="0" y="12000"/>
                      </a:cubicBezTo>
                      <a:cubicBezTo>
                        <a:pt x="1440" y="16000"/>
                        <a:pt x="1440" y="18400"/>
                        <a:pt x="4320" y="20000"/>
                      </a:cubicBezTo>
                      <a:cubicBezTo>
                        <a:pt x="5760" y="20800"/>
                        <a:pt x="7200" y="21600"/>
                        <a:pt x="10080" y="21600"/>
                      </a:cubicBezTo>
                      <a:cubicBezTo>
                        <a:pt x="11520" y="21600"/>
                        <a:pt x="12960" y="20800"/>
                        <a:pt x="14400" y="20000"/>
                      </a:cubicBezTo>
                      <a:cubicBezTo>
                        <a:pt x="20160" y="16800"/>
                        <a:pt x="21600" y="7200"/>
                        <a:pt x="21600" y="5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93" name="Shape">
                  <a:extLst>
                    <a:ext uri="{FF2B5EF4-FFF2-40B4-BE49-F238E27FC236}">
                      <a16:creationId xmlns:a16="http://schemas.microsoft.com/office/drawing/2014/main" id="{9B353BDF-4F96-474A-91E4-00F393C11764}"/>
                    </a:ext>
                  </a:extLst>
                </p:cNvPr>
                <p:cNvSpPr/>
                <p:nvPr/>
              </p:nvSpPr>
              <p:spPr>
                <a:xfrm>
                  <a:off x="2342308" y="176216"/>
                  <a:ext cx="633840" cy="5178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8" h="21600" extrusionOk="0">
                      <a:moveTo>
                        <a:pt x="20987" y="10971"/>
                      </a:moveTo>
                      <a:cubicBezTo>
                        <a:pt x="20987" y="10800"/>
                        <a:pt x="20834" y="10629"/>
                        <a:pt x="20834" y="10457"/>
                      </a:cubicBezTo>
                      <a:cubicBezTo>
                        <a:pt x="20681" y="10114"/>
                        <a:pt x="20681" y="9600"/>
                        <a:pt x="20681" y="9257"/>
                      </a:cubicBezTo>
                      <a:cubicBezTo>
                        <a:pt x="20528" y="8743"/>
                        <a:pt x="20528" y="8057"/>
                        <a:pt x="20221" y="7543"/>
                      </a:cubicBezTo>
                      <a:cubicBezTo>
                        <a:pt x="19762" y="6343"/>
                        <a:pt x="18689" y="6171"/>
                        <a:pt x="17923" y="6171"/>
                      </a:cubicBezTo>
                      <a:cubicBezTo>
                        <a:pt x="17770" y="6171"/>
                        <a:pt x="17770" y="6171"/>
                        <a:pt x="17617" y="6171"/>
                      </a:cubicBezTo>
                      <a:cubicBezTo>
                        <a:pt x="17464" y="6171"/>
                        <a:pt x="17464" y="6171"/>
                        <a:pt x="17311" y="6171"/>
                      </a:cubicBezTo>
                      <a:cubicBezTo>
                        <a:pt x="16851" y="6171"/>
                        <a:pt x="16545" y="6000"/>
                        <a:pt x="16238" y="5143"/>
                      </a:cubicBezTo>
                      <a:cubicBezTo>
                        <a:pt x="16085" y="4800"/>
                        <a:pt x="15932" y="4629"/>
                        <a:pt x="15779" y="4286"/>
                      </a:cubicBezTo>
                      <a:cubicBezTo>
                        <a:pt x="15626" y="3600"/>
                        <a:pt x="15319" y="3086"/>
                        <a:pt x="15166" y="2400"/>
                      </a:cubicBezTo>
                      <a:cubicBezTo>
                        <a:pt x="14860" y="1886"/>
                        <a:pt x="14094" y="1714"/>
                        <a:pt x="13481" y="1543"/>
                      </a:cubicBezTo>
                      <a:cubicBezTo>
                        <a:pt x="13328" y="1371"/>
                        <a:pt x="13021" y="1371"/>
                        <a:pt x="12868" y="1371"/>
                      </a:cubicBezTo>
                      <a:cubicBezTo>
                        <a:pt x="12562" y="1200"/>
                        <a:pt x="12255" y="1029"/>
                        <a:pt x="11949" y="857"/>
                      </a:cubicBezTo>
                      <a:cubicBezTo>
                        <a:pt x="11643" y="686"/>
                        <a:pt x="11183" y="514"/>
                        <a:pt x="10723" y="343"/>
                      </a:cubicBezTo>
                      <a:cubicBezTo>
                        <a:pt x="10417" y="171"/>
                        <a:pt x="10111" y="0"/>
                        <a:pt x="9651" y="0"/>
                      </a:cubicBezTo>
                      <a:cubicBezTo>
                        <a:pt x="9498" y="0"/>
                        <a:pt x="9345" y="171"/>
                        <a:pt x="9345" y="171"/>
                      </a:cubicBezTo>
                      <a:cubicBezTo>
                        <a:pt x="8732" y="343"/>
                        <a:pt x="8579" y="857"/>
                        <a:pt x="8579" y="1200"/>
                      </a:cubicBezTo>
                      <a:cubicBezTo>
                        <a:pt x="8579" y="1200"/>
                        <a:pt x="8579" y="1371"/>
                        <a:pt x="8579" y="1371"/>
                      </a:cubicBezTo>
                      <a:cubicBezTo>
                        <a:pt x="8426" y="1886"/>
                        <a:pt x="8426" y="2400"/>
                        <a:pt x="8579" y="2743"/>
                      </a:cubicBezTo>
                      <a:cubicBezTo>
                        <a:pt x="8579" y="3086"/>
                        <a:pt x="8426" y="3257"/>
                        <a:pt x="8426" y="3429"/>
                      </a:cubicBezTo>
                      <a:cubicBezTo>
                        <a:pt x="8426" y="3771"/>
                        <a:pt x="8426" y="3943"/>
                        <a:pt x="8272" y="4114"/>
                      </a:cubicBezTo>
                      <a:cubicBezTo>
                        <a:pt x="8272" y="4629"/>
                        <a:pt x="7813" y="5314"/>
                        <a:pt x="7506" y="5657"/>
                      </a:cubicBezTo>
                      <a:cubicBezTo>
                        <a:pt x="7200" y="5829"/>
                        <a:pt x="6894" y="6000"/>
                        <a:pt x="6740" y="6171"/>
                      </a:cubicBezTo>
                      <a:cubicBezTo>
                        <a:pt x="6434" y="6343"/>
                        <a:pt x="6128" y="6686"/>
                        <a:pt x="5821" y="6857"/>
                      </a:cubicBezTo>
                      <a:cubicBezTo>
                        <a:pt x="5821" y="6857"/>
                        <a:pt x="5821" y="6857"/>
                        <a:pt x="5821" y="6857"/>
                      </a:cubicBezTo>
                      <a:cubicBezTo>
                        <a:pt x="5515" y="7200"/>
                        <a:pt x="5209" y="7371"/>
                        <a:pt x="5055" y="7714"/>
                      </a:cubicBezTo>
                      <a:cubicBezTo>
                        <a:pt x="5055" y="7886"/>
                        <a:pt x="5055" y="7886"/>
                        <a:pt x="4902" y="8057"/>
                      </a:cubicBezTo>
                      <a:cubicBezTo>
                        <a:pt x="4902" y="8229"/>
                        <a:pt x="4902" y="8229"/>
                        <a:pt x="4902" y="8229"/>
                      </a:cubicBezTo>
                      <a:cubicBezTo>
                        <a:pt x="4902" y="8400"/>
                        <a:pt x="4749" y="8400"/>
                        <a:pt x="4596" y="8400"/>
                      </a:cubicBezTo>
                      <a:cubicBezTo>
                        <a:pt x="4443" y="8400"/>
                        <a:pt x="4136" y="8400"/>
                        <a:pt x="3830" y="8571"/>
                      </a:cubicBezTo>
                      <a:cubicBezTo>
                        <a:pt x="3677" y="8743"/>
                        <a:pt x="3523" y="9086"/>
                        <a:pt x="3370" y="9429"/>
                      </a:cubicBezTo>
                      <a:cubicBezTo>
                        <a:pt x="3217" y="9429"/>
                        <a:pt x="3217" y="9600"/>
                        <a:pt x="3217" y="9771"/>
                      </a:cubicBezTo>
                      <a:cubicBezTo>
                        <a:pt x="3064" y="9771"/>
                        <a:pt x="2911" y="9943"/>
                        <a:pt x="2757" y="9943"/>
                      </a:cubicBezTo>
                      <a:cubicBezTo>
                        <a:pt x="2604" y="10114"/>
                        <a:pt x="2451" y="10114"/>
                        <a:pt x="2145" y="10286"/>
                      </a:cubicBezTo>
                      <a:cubicBezTo>
                        <a:pt x="1991" y="10457"/>
                        <a:pt x="1838" y="10457"/>
                        <a:pt x="1685" y="10629"/>
                      </a:cubicBezTo>
                      <a:cubicBezTo>
                        <a:pt x="1532" y="10800"/>
                        <a:pt x="1379" y="10800"/>
                        <a:pt x="1379" y="10971"/>
                      </a:cubicBezTo>
                      <a:cubicBezTo>
                        <a:pt x="766" y="11314"/>
                        <a:pt x="153" y="11829"/>
                        <a:pt x="0" y="12857"/>
                      </a:cubicBezTo>
                      <a:cubicBezTo>
                        <a:pt x="0" y="13543"/>
                        <a:pt x="306" y="13886"/>
                        <a:pt x="613" y="13886"/>
                      </a:cubicBezTo>
                      <a:cubicBezTo>
                        <a:pt x="766" y="14057"/>
                        <a:pt x="766" y="14057"/>
                        <a:pt x="766" y="14229"/>
                      </a:cubicBezTo>
                      <a:cubicBezTo>
                        <a:pt x="919" y="14229"/>
                        <a:pt x="919" y="14400"/>
                        <a:pt x="919" y="14571"/>
                      </a:cubicBezTo>
                      <a:cubicBezTo>
                        <a:pt x="919" y="14743"/>
                        <a:pt x="919" y="14914"/>
                        <a:pt x="1072" y="15257"/>
                      </a:cubicBezTo>
                      <a:cubicBezTo>
                        <a:pt x="1226" y="15429"/>
                        <a:pt x="1379" y="15600"/>
                        <a:pt x="1532" y="15771"/>
                      </a:cubicBezTo>
                      <a:cubicBezTo>
                        <a:pt x="1532" y="15943"/>
                        <a:pt x="1532" y="15943"/>
                        <a:pt x="1685" y="15943"/>
                      </a:cubicBezTo>
                      <a:cubicBezTo>
                        <a:pt x="1991" y="16629"/>
                        <a:pt x="2145" y="17143"/>
                        <a:pt x="1991" y="17657"/>
                      </a:cubicBezTo>
                      <a:cubicBezTo>
                        <a:pt x="1991" y="18171"/>
                        <a:pt x="1838" y="18857"/>
                        <a:pt x="1532" y="19371"/>
                      </a:cubicBezTo>
                      <a:cubicBezTo>
                        <a:pt x="1379" y="19714"/>
                        <a:pt x="1072" y="20229"/>
                        <a:pt x="1226" y="20743"/>
                      </a:cubicBezTo>
                      <a:cubicBezTo>
                        <a:pt x="1379" y="20914"/>
                        <a:pt x="1532" y="21257"/>
                        <a:pt x="1838" y="21429"/>
                      </a:cubicBezTo>
                      <a:cubicBezTo>
                        <a:pt x="1991" y="21600"/>
                        <a:pt x="2298" y="21600"/>
                        <a:pt x="2604" y="21600"/>
                      </a:cubicBezTo>
                      <a:cubicBezTo>
                        <a:pt x="2604" y="21600"/>
                        <a:pt x="2604" y="21600"/>
                        <a:pt x="2604" y="21600"/>
                      </a:cubicBezTo>
                      <a:cubicBezTo>
                        <a:pt x="2911" y="21600"/>
                        <a:pt x="3217" y="21600"/>
                        <a:pt x="3523" y="21429"/>
                      </a:cubicBezTo>
                      <a:cubicBezTo>
                        <a:pt x="3677" y="21429"/>
                        <a:pt x="3983" y="21257"/>
                        <a:pt x="4136" y="21257"/>
                      </a:cubicBezTo>
                      <a:cubicBezTo>
                        <a:pt x="4289" y="21257"/>
                        <a:pt x="4289" y="21257"/>
                        <a:pt x="4289" y="21257"/>
                      </a:cubicBezTo>
                      <a:cubicBezTo>
                        <a:pt x="4596" y="21257"/>
                        <a:pt x="4902" y="21086"/>
                        <a:pt x="5209" y="21086"/>
                      </a:cubicBezTo>
                      <a:cubicBezTo>
                        <a:pt x="5209" y="21086"/>
                        <a:pt x="5362" y="21086"/>
                        <a:pt x="5515" y="21086"/>
                      </a:cubicBezTo>
                      <a:cubicBezTo>
                        <a:pt x="5515" y="21257"/>
                        <a:pt x="5668" y="21257"/>
                        <a:pt x="5821" y="21257"/>
                      </a:cubicBezTo>
                      <a:cubicBezTo>
                        <a:pt x="6128" y="21429"/>
                        <a:pt x="6434" y="21600"/>
                        <a:pt x="6740" y="21600"/>
                      </a:cubicBezTo>
                      <a:cubicBezTo>
                        <a:pt x="6740" y="21600"/>
                        <a:pt x="6894" y="21600"/>
                        <a:pt x="6894" y="21600"/>
                      </a:cubicBezTo>
                      <a:cubicBezTo>
                        <a:pt x="7660" y="21600"/>
                        <a:pt x="7966" y="20914"/>
                        <a:pt x="8272" y="20400"/>
                      </a:cubicBezTo>
                      <a:cubicBezTo>
                        <a:pt x="8426" y="20229"/>
                        <a:pt x="8579" y="20057"/>
                        <a:pt x="8579" y="19886"/>
                      </a:cubicBezTo>
                      <a:cubicBezTo>
                        <a:pt x="8732" y="19543"/>
                        <a:pt x="8885" y="19371"/>
                        <a:pt x="9038" y="19200"/>
                      </a:cubicBezTo>
                      <a:cubicBezTo>
                        <a:pt x="9345" y="18686"/>
                        <a:pt x="9651" y="18171"/>
                        <a:pt x="10111" y="17829"/>
                      </a:cubicBezTo>
                      <a:cubicBezTo>
                        <a:pt x="10111" y="17829"/>
                        <a:pt x="10264" y="17829"/>
                        <a:pt x="10264" y="17829"/>
                      </a:cubicBezTo>
                      <a:cubicBezTo>
                        <a:pt x="10417" y="18000"/>
                        <a:pt x="10723" y="18000"/>
                        <a:pt x="10877" y="18000"/>
                      </a:cubicBezTo>
                      <a:cubicBezTo>
                        <a:pt x="11030" y="18000"/>
                        <a:pt x="11030" y="18000"/>
                        <a:pt x="11183" y="18000"/>
                      </a:cubicBezTo>
                      <a:cubicBezTo>
                        <a:pt x="11796" y="17829"/>
                        <a:pt x="12255" y="17314"/>
                        <a:pt x="12562" y="16800"/>
                      </a:cubicBezTo>
                      <a:cubicBezTo>
                        <a:pt x="12715" y="16629"/>
                        <a:pt x="12868" y="16457"/>
                        <a:pt x="13021" y="16286"/>
                      </a:cubicBezTo>
                      <a:cubicBezTo>
                        <a:pt x="13174" y="16114"/>
                        <a:pt x="13328" y="16114"/>
                        <a:pt x="13634" y="16114"/>
                      </a:cubicBezTo>
                      <a:cubicBezTo>
                        <a:pt x="13940" y="15943"/>
                        <a:pt x="14094" y="15943"/>
                        <a:pt x="14400" y="15943"/>
                      </a:cubicBezTo>
                      <a:cubicBezTo>
                        <a:pt x="14400" y="15943"/>
                        <a:pt x="14553" y="15771"/>
                        <a:pt x="14706" y="15771"/>
                      </a:cubicBezTo>
                      <a:cubicBezTo>
                        <a:pt x="15013" y="15771"/>
                        <a:pt x="15319" y="15771"/>
                        <a:pt x="15626" y="15600"/>
                      </a:cubicBezTo>
                      <a:cubicBezTo>
                        <a:pt x="15779" y="15600"/>
                        <a:pt x="15779" y="15600"/>
                        <a:pt x="15779" y="15600"/>
                      </a:cubicBezTo>
                      <a:cubicBezTo>
                        <a:pt x="16238" y="15429"/>
                        <a:pt x="16698" y="15257"/>
                        <a:pt x="17004" y="15086"/>
                      </a:cubicBezTo>
                      <a:cubicBezTo>
                        <a:pt x="17311" y="14914"/>
                        <a:pt x="17464" y="14914"/>
                        <a:pt x="17617" y="14743"/>
                      </a:cubicBezTo>
                      <a:cubicBezTo>
                        <a:pt x="17770" y="14743"/>
                        <a:pt x="17923" y="14743"/>
                        <a:pt x="18077" y="14743"/>
                      </a:cubicBezTo>
                      <a:cubicBezTo>
                        <a:pt x="18077" y="14743"/>
                        <a:pt x="18230" y="14743"/>
                        <a:pt x="18383" y="14743"/>
                      </a:cubicBezTo>
                      <a:cubicBezTo>
                        <a:pt x="18536" y="14743"/>
                        <a:pt x="18689" y="14743"/>
                        <a:pt x="18843" y="14743"/>
                      </a:cubicBezTo>
                      <a:cubicBezTo>
                        <a:pt x="19149" y="14743"/>
                        <a:pt x="19149" y="14743"/>
                        <a:pt x="19149" y="14743"/>
                      </a:cubicBezTo>
                      <a:cubicBezTo>
                        <a:pt x="19915" y="14743"/>
                        <a:pt x="21140" y="14743"/>
                        <a:pt x="21447" y="13543"/>
                      </a:cubicBezTo>
                      <a:cubicBezTo>
                        <a:pt x="21600" y="12686"/>
                        <a:pt x="21294" y="11829"/>
                        <a:pt x="20987" y="1097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94" name="Shape">
                  <a:extLst>
                    <a:ext uri="{FF2B5EF4-FFF2-40B4-BE49-F238E27FC236}">
                      <a16:creationId xmlns:a16="http://schemas.microsoft.com/office/drawing/2014/main" id="{1FAF8FF0-80A3-49D9-9320-E7D4595F5CAD}"/>
                    </a:ext>
                  </a:extLst>
                </p:cNvPr>
                <p:cNvSpPr/>
                <p:nvPr/>
              </p:nvSpPr>
              <p:spPr>
                <a:xfrm>
                  <a:off x="4382903" y="1896613"/>
                  <a:ext cx="558996" cy="4807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903" y="13846"/>
                      </a:moveTo>
                      <a:cubicBezTo>
                        <a:pt x="20729" y="13662"/>
                        <a:pt x="20555" y="13477"/>
                        <a:pt x="20206" y="13292"/>
                      </a:cubicBezTo>
                      <a:cubicBezTo>
                        <a:pt x="20032" y="13108"/>
                        <a:pt x="19858" y="12923"/>
                        <a:pt x="19684" y="12738"/>
                      </a:cubicBezTo>
                      <a:cubicBezTo>
                        <a:pt x="19335" y="12369"/>
                        <a:pt x="19161" y="12369"/>
                        <a:pt x="18639" y="12369"/>
                      </a:cubicBezTo>
                      <a:cubicBezTo>
                        <a:pt x="18465" y="12369"/>
                        <a:pt x="18116" y="12369"/>
                        <a:pt x="17942" y="12369"/>
                      </a:cubicBezTo>
                      <a:cubicBezTo>
                        <a:pt x="17594" y="12554"/>
                        <a:pt x="17594" y="12554"/>
                        <a:pt x="17594" y="12554"/>
                      </a:cubicBezTo>
                      <a:cubicBezTo>
                        <a:pt x="17419" y="12554"/>
                        <a:pt x="17245" y="12554"/>
                        <a:pt x="17071" y="12554"/>
                      </a:cubicBezTo>
                      <a:cubicBezTo>
                        <a:pt x="17071" y="12554"/>
                        <a:pt x="17071" y="12369"/>
                        <a:pt x="17071" y="12185"/>
                      </a:cubicBezTo>
                      <a:cubicBezTo>
                        <a:pt x="16897" y="12000"/>
                        <a:pt x="16897" y="11631"/>
                        <a:pt x="16723" y="11446"/>
                      </a:cubicBezTo>
                      <a:cubicBezTo>
                        <a:pt x="16548" y="11262"/>
                        <a:pt x="16548" y="11077"/>
                        <a:pt x="16548" y="11077"/>
                      </a:cubicBezTo>
                      <a:cubicBezTo>
                        <a:pt x="16374" y="9600"/>
                        <a:pt x="15677" y="8677"/>
                        <a:pt x="14458" y="8492"/>
                      </a:cubicBezTo>
                      <a:cubicBezTo>
                        <a:pt x="14458" y="8492"/>
                        <a:pt x="14284" y="8492"/>
                        <a:pt x="14284" y="8492"/>
                      </a:cubicBezTo>
                      <a:cubicBezTo>
                        <a:pt x="14110" y="8492"/>
                        <a:pt x="13935" y="8492"/>
                        <a:pt x="13761" y="8492"/>
                      </a:cubicBezTo>
                      <a:cubicBezTo>
                        <a:pt x="13761" y="8492"/>
                        <a:pt x="13761" y="8492"/>
                        <a:pt x="13587" y="8308"/>
                      </a:cubicBezTo>
                      <a:cubicBezTo>
                        <a:pt x="13413" y="8308"/>
                        <a:pt x="13413" y="8308"/>
                        <a:pt x="13239" y="8123"/>
                      </a:cubicBezTo>
                      <a:cubicBezTo>
                        <a:pt x="13065" y="8123"/>
                        <a:pt x="13065" y="8123"/>
                        <a:pt x="13065" y="8123"/>
                      </a:cubicBezTo>
                      <a:cubicBezTo>
                        <a:pt x="12716" y="8123"/>
                        <a:pt x="12716" y="8123"/>
                        <a:pt x="12716" y="7938"/>
                      </a:cubicBezTo>
                      <a:cubicBezTo>
                        <a:pt x="12542" y="7938"/>
                        <a:pt x="12542" y="7754"/>
                        <a:pt x="12542" y="7569"/>
                      </a:cubicBezTo>
                      <a:cubicBezTo>
                        <a:pt x="12368" y="7385"/>
                        <a:pt x="12368" y="7015"/>
                        <a:pt x="12019" y="6831"/>
                      </a:cubicBezTo>
                      <a:cubicBezTo>
                        <a:pt x="11845" y="6646"/>
                        <a:pt x="11148" y="5908"/>
                        <a:pt x="10103" y="5723"/>
                      </a:cubicBezTo>
                      <a:cubicBezTo>
                        <a:pt x="9755" y="5723"/>
                        <a:pt x="9581" y="5723"/>
                        <a:pt x="9232" y="5354"/>
                      </a:cubicBezTo>
                      <a:cubicBezTo>
                        <a:pt x="9232" y="5169"/>
                        <a:pt x="9232" y="5169"/>
                        <a:pt x="9058" y="5169"/>
                      </a:cubicBezTo>
                      <a:cubicBezTo>
                        <a:pt x="8884" y="4615"/>
                        <a:pt x="8535" y="4062"/>
                        <a:pt x="7839" y="4062"/>
                      </a:cubicBezTo>
                      <a:cubicBezTo>
                        <a:pt x="7665" y="4062"/>
                        <a:pt x="7665" y="4062"/>
                        <a:pt x="7665" y="4062"/>
                      </a:cubicBezTo>
                      <a:cubicBezTo>
                        <a:pt x="7316" y="4062"/>
                        <a:pt x="6968" y="4431"/>
                        <a:pt x="6968" y="4431"/>
                      </a:cubicBezTo>
                      <a:cubicBezTo>
                        <a:pt x="6794" y="4615"/>
                        <a:pt x="6794" y="4615"/>
                        <a:pt x="6794" y="4615"/>
                      </a:cubicBezTo>
                      <a:cubicBezTo>
                        <a:pt x="6794" y="4615"/>
                        <a:pt x="6619" y="4615"/>
                        <a:pt x="6619" y="4615"/>
                      </a:cubicBezTo>
                      <a:cubicBezTo>
                        <a:pt x="6619" y="4615"/>
                        <a:pt x="6445" y="4062"/>
                        <a:pt x="6445" y="3692"/>
                      </a:cubicBezTo>
                      <a:cubicBezTo>
                        <a:pt x="6619" y="3692"/>
                        <a:pt x="6794" y="3877"/>
                        <a:pt x="6968" y="3877"/>
                      </a:cubicBezTo>
                      <a:cubicBezTo>
                        <a:pt x="6968" y="3877"/>
                        <a:pt x="6968" y="3877"/>
                        <a:pt x="6968" y="3877"/>
                      </a:cubicBezTo>
                      <a:cubicBezTo>
                        <a:pt x="7316" y="3877"/>
                        <a:pt x="7490" y="3692"/>
                        <a:pt x="7665" y="3508"/>
                      </a:cubicBezTo>
                      <a:cubicBezTo>
                        <a:pt x="8361" y="2769"/>
                        <a:pt x="7490" y="1846"/>
                        <a:pt x="7316" y="1477"/>
                      </a:cubicBezTo>
                      <a:cubicBezTo>
                        <a:pt x="7142" y="1292"/>
                        <a:pt x="7142" y="1292"/>
                        <a:pt x="7142" y="1292"/>
                      </a:cubicBezTo>
                      <a:cubicBezTo>
                        <a:pt x="7142" y="1292"/>
                        <a:pt x="7142" y="1108"/>
                        <a:pt x="7142" y="1108"/>
                      </a:cubicBezTo>
                      <a:cubicBezTo>
                        <a:pt x="6968" y="738"/>
                        <a:pt x="6794" y="0"/>
                        <a:pt x="6097" y="0"/>
                      </a:cubicBezTo>
                      <a:cubicBezTo>
                        <a:pt x="5400" y="0"/>
                        <a:pt x="5052" y="554"/>
                        <a:pt x="5052" y="1108"/>
                      </a:cubicBezTo>
                      <a:cubicBezTo>
                        <a:pt x="5052" y="1108"/>
                        <a:pt x="5052" y="1108"/>
                        <a:pt x="5052" y="1108"/>
                      </a:cubicBezTo>
                      <a:cubicBezTo>
                        <a:pt x="4877" y="1108"/>
                        <a:pt x="4877" y="1108"/>
                        <a:pt x="4703" y="1108"/>
                      </a:cubicBezTo>
                      <a:cubicBezTo>
                        <a:pt x="4529" y="1108"/>
                        <a:pt x="4181" y="1292"/>
                        <a:pt x="4006" y="1292"/>
                      </a:cubicBezTo>
                      <a:cubicBezTo>
                        <a:pt x="2787" y="2031"/>
                        <a:pt x="2787" y="3508"/>
                        <a:pt x="2787" y="4246"/>
                      </a:cubicBezTo>
                      <a:cubicBezTo>
                        <a:pt x="2787" y="4615"/>
                        <a:pt x="2787" y="5169"/>
                        <a:pt x="2787" y="5538"/>
                      </a:cubicBezTo>
                      <a:cubicBezTo>
                        <a:pt x="2787" y="6092"/>
                        <a:pt x="2787" y="6646"/>
                        <a:pt x="2613" y="7200"/>
                      </a:cubicBezTo>
                      <a:cubicBezTo>
                        <a:pt x="2613" y="8308"/>
                        <a:pt x="2613" y="9046"/>
                        <a:pt x="2439" y="9969"/>
                      </a:cubicBezTo>
                      <a:cubicBezTo>
                        <a:pt x="2265" y="11077"/>
                        <a:pt x="2265" y="12185"/>
                        <a:pt x="2613" y="13108"/>
                      </a:cubicBezTo>
                      <a:cubicBezTo>
                        <a:pt x="2787" y="14031"/>
                        <a:pt x="2787" y="14400"/>
                        <a:pt x="2265" y="14769"/>
                      </a:cubicBezTo>
                      <a:cubicBezTo>
                        <a:pt x="2090" y="14769"/>
                        <a:pt x="1916" y="14954"/>
                        <a:pt x="1742" y="14954"/>
                      </a:cubicBezTo>
                      <a:cubicBezTo>
                        <a:pt x="1045" y="15508"/>
                        <a:pt x="174" y="16062"/>
                        <a:pt x="0" y="17354"/>
                      </a:cubicBezTo>
                      <a:cubicBezTo>
                        <a:pt x="0" y="17723"/>
                        <a:pt x="174" y="18277"/>
                        <a:pt x="348" y="18462"/>
                      </a:cubicBezTo>
                      <a:cubicBezTo>
                        <a:pt x="523" y="18646"/>
                        <a:pt x="871" y="18831"/>
                        <a:pt x="1219" y="18831"/>
                      </a:cubicBezTo>
                      <a:cubicBezTo>
                        <a:pt x="2090" y="18831"/>
                        <a:pt x="2961" y="18462"/>
                        <a:pt x="3658" y="18092"/>
                      </a:cubicBezTo>
                      <a:cubicBezTo>
                        <a:pt x="4006" y="17908"/>
                        <a:pt x="4355" y="17723"/>
                        <a:pt x="4529" y="17538"/>
                      </a:cubicBezTo>
                      <a:cubicBezTo>
                        <a:pt x="4703" y="17538"/>
                        <a:pt x="4703" y="17538"/>
                        <a:pt x="4703" y="17538"/>
                      </a:cubicBezTo>
                      <a:cubicBezTo>
                        <a:pt x="4703" y="17538"/>
                        <a:pt x="4703" y="17538"/>
                        <a:pt x="4703" y="17723"/>
                      </a:cubicBezTo>
                      <a:cubicBezTo>
                        <a:pt x="5052" y="18092"/>
                        <a:pt x="5052" y="18646"/>
                        <a:pt x="5052" y="19015"/>
                      </a:cubicBezTo>
                      <a:cubicBezTo>
                        <a:pt x="5052" y="19200"/>
                        <a:pt x="5052" y="19385"/>
                        <a:pt x="5052" y="19385"/>
                      </a:cubicBezTo>
                      <a:cubicBezTo>
                        <a:pt x="5052" y="19938"/>
                        <a:pt x="5052" y="20308"/>
                        <a:pt x="5226" y="20862"/>
                      </a:cubicBezTo>
                      <a:cubicBezTo>
                        <a:pt x="5574" y="21600"/>
                        <a:pt x="6097" y="21600"/>
                        <a:pt x="6271" y="21600"/>
                      </a:cubicBezTo>
                      <a:cubicBezTo>
                        <a:pt x="6968" y="21600"/>
                        <a:pt x="7490" y="21046"/>
                        <a:pt x="8013" y="20677"/>
                      </a:cubicBezTo>
                      <a:cubicBezTo>
                        <a:pt x="8187" y="20492"/>
                        <a:pt x="8187" y="20492"/>
                        <a:pt x="8187" y="20492"/>
                      </a:cubicBezTo>
                      <a:cubicBezTo>
                        <a:pt x="8535" y="20123"/>
                        <a:pt x="8884" y="19938"/>
                        <a:pt x="9058" y="19569"/>
                      </a:cubicBezTo>
                      <a:cubicBezTo>
                        <a:pt x="9232" y="19200"/>
                        <a:pt x="9406" y="18831"/>
                        <a:pt x="9406" y="18646"/>
                      </a:cubicBezTo>
                      <a:cubicBezTo>
                        <a:pt x="9581" y="18462"/>
                        <a:pt x="9581" y="18277"/>
                        <a:pt x="9755" y="18092"/>
                      </a:cubicBezTo>
                      <a:cubicBezTo>
                        <a:pt x="9755" y="17723"/>
                        <a:pt x="10103" y="17538"/>
                        <a:pt x="10452" y="17169"/>
                      </a:cubicBezTo>
                      <a:cubicBezTo>
                        <a:pt x="10800" y="16800"/>
                        <a:pt x="11323" y="16246"/>
                        <a:pt x="11497" y="15323"/>
                      </a:cubicBezTo>
                      <a:cubicBezTo>
                        <a:pt x="11497" y="15138"/>
                        <a:pt x="11497" y="15138"/>
                        <a:pt x="11497" y="14954"/>
                      </a:cubicBezTo>
                      <a:cubicBezTo>
                        <a:pt x="11497" y="14585"/>
                        <a:pt x="11497" y="14400"/>
                        <a:pt x="11671" y="14215"/>
                      </a:cubicBezTo>
                      <a:cubicBezTo>
                        <a:pt x="11845" y="14031"/>
                        <a:pt x="12019" y="13846"/>
                        <a:pt x="12368" y="13846"/>
                      </a:cubicBezTo>
                      <a:cubicBezTo>
                        <a:pt x="12368" y="13846"/>
                        <a:pt x="12368" y="14031"/>
                        <a:pt x="12368" y="14031"/>
                      </a:cubicBezTo>
                      <a:cubicBezTo>
                        <a:pt x="12368" y="14215"/>
                        <a:pt x="12542" y="14400"/>
                        <a:pt x="12542" y="14400"/>
                      </a:cubicBezTo>
                      <a:cubicBezTo>
                        <a:pt x="12542" y="14400"/>
                        <a:pt x="12542" y="14585"/>
                        <a:pt x="12542" y="14585"/>
                      </a:cubicBezTo>
                      <a:cubicBezTo>
                        <a:pt x="12542" y="15138"/>
                        <a:pt x="12542" y="15138"/>
                        <a:pt x="12542" y="15138"/>
                      </a:cubicBezTo>
                      <a:cubicBezTo>
                        <a:pt x="13239" y="15138"/>
                        <a:pt x="13239" y="15138"/>
                        <a:pt x="13239" y="15138"/>
                      </a:cubicBezTo>
                      <a:cubicBezTo>
                        <a:pt x="13413" y="15138"/>
                        <a:pt x="13413" y="15138"/>
                        <a:pt x="13413" y="15138"/>
                      </a:cubicBezTo>
                      <a:cubicBezTo>
                        <a:pt x="13587" y="14954"/>
                        <a:pt x="13935" y="14954"/>
                        <a:pt x="14110" y="14954"/>
                      </a:cubicBezTo>
                      <a:cubicBezTo>
                        <a:pt x="14284" y="14954"/>
                        <a:pt x="14284" y="14954"/>
                        <a:pt x="14284" y="14954"/>
                      </a:cubicBezTo>
                      <a:cubicBezTo>
                        <a:pt x="14284" y="14954"/>
                        <a:pt x="14284" y="14954"/>
                        <a:pt x="14284" y="14954"/>
                      </a:cubicBezTo>
                      <a:cubicBezTo>
                        <a:pt x="14284" y="14954"/>
                        <a:pt x="14284" y="15138"/>
                        <a:pt x="14110" y="15323"/>
                      </a:cubicBezTo>
                      <a:cubicBezTo>
                        <a:pt x="14110" y="15508"/>
                        <a:pt x="13935" y="15877"/>
                        <a:pt x="13935" y="16246"/>
                      </a:cubicBezTo>
                      <a:cubicBezTo>
                        <a:pt x="14110" y="16615"/>
                        <a:pt x="14284" y="16985"/>
                        <a:pt x="14981" y="16985"/>
                      </a:cubicBezTo>
                      <a:cubicBezTo>
                        <a:pt x="15155" y="16985"/>
                        <a:pt x="15503" y="16985"/>
                        <a:pt x="15677" y="16800"/>
                      </a:cubicBezTo>
                      <a:cubicBezTo>
                        <a:pt x="15677" y="16800"/>
                        <a:pt x="15852" y="16800"/>
                        <a:pt x="15852" y="16800"/>
                      </a:cubicBezTo>
                      <a:cubicBezTo>
                        <a:pt x="16200" y="16800"/>
                        <a:pt x="16374" y="16985"/>
                        <a:pt x="16723" y="17169"/>
                      </a:cubicBezTo>
                      <a:cubicBezTo>
                        <a:pt x="16897" y="17169"/>
                        <a:pt x="17071" y="17354"/>
                        <a:pt x="17245" y="17354"/>
                      </a:cubicBezTo>
                      <a:cubicBezTo>
                        <a:pt x="17594" y="17538"/>
                        <a:pt x="17942" y="17723"/>
                        <a:pt x="18290" y="17723"/>
                      </a:cubicBezTo>
                      <a:cubicBezTo>
                        <a:pt x="19510" y="17723"/>
                        <a:pt x="20381" y="16615"/>
                        <a:pt x="21077" y="15877"/>
                      </a:cubicBezTo>
                      <a:cubicBezTo>
                        <a:pt x="21252" y="15508"/>
                        <a:pt x="21600" y="15138"/>
                        <a:pt x="21600" y="14769"/>
                      </a:cubicBezTo>
                      <a:cubicBezTo>
                        <a:pt x="21426" y="14400"/>
                        <a:pt x="21252" y="14031"/>
                        <a:pt x="20903" y="1384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95" name="Shape">
                  <a:extLst>
                    <a:ext uri="{FF2B5EF4-FFF2-40B4-BE49-F238E27FC236}">
                      <a16:creationId xmlns:a16="http://schemas.microsoft.com/office/drawing/2014/main" id="{19D9011D-13B3-4F07-85CD-8D25563D9AE1}"/>
                    </a:ext>
                  </a:extLst>
                </p:cNvPr>
                <p:cNvSpPr/>
                <p:nvPr/>
              </p:nvSpPr>
              <p:spPr>
                <a:xfrm>
                  <a:off x="4566640" y="1876522"/>
                  <a:ext cx="118704" cy="942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59" h="21600" extrusionOk="0">
                      <a:moveTo>
                        <a:pt x="4159" y="13148"/>
                      </a:moveTo>
                      <a:cubicBezTo>
                        <a:pt x="4159" y="13148"/>
                        <a:pt x="4159" y="14087"/>
                        <a:pt x="4159" y="14087"/>
                      </a:cubicBezTo>
                      <a:cubicBezTo>
                        <a:pt x="4159" y="15965"/>
                        <a:pt x="4959" y="17843"/>
                        <a:pt x="7359" y="18783"/>
                      </a:cubicBezTo>
                      <a:cubicBezTo>
                        <a:pt x="8159" y="19722"/>
                        <a:pt x="8159" y="19722"/>
                        <a:pt x="8159" y="19722"/>
                      </a:cubicBezTo>
                      <a:cubicBezTo>
                        <a:pt x="8959" y="20661"/>
                        <a:pt x="10559" y="21600"/>
                        <a:pt x="12959" y="21600"/>
                      </a:cubicBezTo>
                      <a:cubicBezTo>
                        <a:pt x="12959" y="21600"/>
                        <a:pt x="13759" y="21600"/>
                        <a:pt x="13759" y="21600"/>
                      </a:cubicBezTo>
                      <a:cubicBezTo>
                        <a:pt x="13759" y="21600"/>
                        <a:pt x="14559" y="21600"/>
                        <a:pt x="14559" y="21600"/>
                      </a:cubicBezTo>
                      <a:cubicBezTo>
                        <a:pt x="16159" y="21600"/>
                        <a:pt x="20959" y="20661"/>
                        <a:pt x="20959" y="16904"/>
                      </a:cubicBezTo>
                      <a:cubicBezTo>
                        <a:pt x="20959" y="14087"/>
                        <a:pt x="20959" y="14087"/>
                        <a:pt x="20959" y="14087"/>
                      </a:cubicBezTo>
                      <a:cubicBezTo>
                        <a:pt x="18559" y="14087"/>
                        <a:pt x="18559" y="14087"/>
                        <a:pt x="18559" y="14087"/>
                      </a:cubicBezTo>
                      <a:cubicBezTo>
                        <a:pt x="18559" y="14087"/>
                        <a:pt x="17759" y="13148"/>
                        <a:pt x="17759" y="13148"/>
                      </a:cubicBezTo>
                      <a:cubicBezTo>
                        <a:pt x="16959" y="13148"/>
                        <a:pt x="16959" y="12209"/>
                        <a:pt x="16159" y="12209"/>
                      </a:cubicBezTo>
                      <a:cubicBezTo>
                        <a:pt x="15359" y="12209"/>
                        <a:pt x="14559" y="12209"/>
                        <a:pt x="14559" y="12209"/>
                      </a:cubicBezTo>
                      <a:cubicBezTo>
                        <a:pt x="14559" y="12209"/>
                        <a:pt x="14559" y="12209"/>
                        <a:pt x="14559" y="12209"/>
                      </a:cubicBezTo>
                      <a:cubicBezTo>
                        <a:pt x="14559" y="11270"/>
                        <a:pt x="13759" y="11270"/>
                        <a:pt x="13759" y="11270"/>
                      </a:cubicBezTo>
                      <a:cubicBezTo>
                        <a:pt x="13759" y="10330"/>
                        <a:pt x="13759" y="9391"/>
                        <a:pt x="13759" y="9391"/>
                      </a:cubicBezTo>
                      <a:cubicBezTo>
                        <a:pt x="12959" y="7513"/>
                        <a:pt x="12159" y="6574"/>
                        <a:pt x="11359" y="5635"/>
                      </a:cubicBezTo>
                      <a:cubicBezTo>
                        <a:pt x="10559" y="5635"/>
                        <a:pt x="10559" y="5635"/>
                        <a:pt x="10559" y="5635"/>
                      </a:cubicBezTo>
                      <a:cubicBezTo>
                        <a:pt x="10559" y="5635"/>
                        <a:pt x="9759" y="4696"/>
                        <a:pt x="9759" y="3757"/>
                      </a:cubicBezTo>
                      <a:cubicBezTo>
                        <a:pt x="8159" y="1878"/>
                        <a:pt x="6559" y="0"/>
                        <a:pt x="4159" y="0"/>
                      </a:cubicBezTo>
                      <a:cubicBezTo>
                        <a:pt x="3359" y="0"/>
                        <a:pt x="3359" y="0"/>
                        <a:pt x="2559" y="0"/>
                      </a:cubicBezTo>
                      <a:cubicBezTo>
                        <a:pt x="1759" y="939"/>
                        <a:pt x="159" y="1878"/>
                        <a:pt x="159" y="2817"/>
                      </a:cubicBezTo>
                      <a:cubicBezTo>
                        <a:pt x="-641" y="6574"/>
                        <a:pt x="1759" y="9391"/>
                        <a:pt x="3359" y="12209"/>
                      </a:cubicBezTo>
                      <a:cubicBezTo>
                        <a:pt x="3359" y="12209"/>
                        <a:pt x="3359" y="12209"/>
                        <a:pt x="4159" y="1314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96" name="Shape">
                  <a:extLst>
                    <a:ext uri="{FF2B5EF4-FFF2-40B4-BE49-F238E27FC236}">
                      <a16:creationId xmlns:a16="http://schemas.microsoft.com/office/drawing/2014/main" id="{8A90B73F-E0C0-474B-8F2B-F8833B65E08E}"/>
                    </a:ext>
                  </a:extLst>
                </p:cNvPr>
                <p:cNvSpPr/>
                <p:nvPr/>
              </p:nvSpPr>
              <p:spPr>
                <a:xfrm>
                  <a:off x="4948529" y="1293778"/>
                  <a:ext cx="69830" cy="741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37" h="21600" extrusionOk="0">
                      <a:moveTo>
                        <a:pt x="21137" y="7200"/>
                      </a:moveTo>
                      <a:cubicBezTo>
                        <a:pt x="19787" y="4800"/>
                        <a:pt x="17087" y="2400"/>
                        <a:pt x="14387" y="1200"/>
                      </a:cubicBezTo>
                      <a:cubicBezTo>
                        <a:pt x="13037" y="1200"/>
                        <a:pt x="11687" y="0"/>
                        <a:pt x="8987" y="0"/>
                      </a:cubicBezTo>
                      <a:cubicBezTo>
                        <a:pt x="7637" y="0"/>
                        <a:pt x="3587" y="1200"/>
                        <a:pt x="887" y="6000"/>
                      </a:cubicBezTo>
                      <a:cubicBezTo>
                        <a:pt x="-463" y="9600"/>
                        <a:pt x="-463" y="12000"/>
                        <a:pt x="2237" y="15600"/>
                      </a:cubicBezTo>
                      <a:cubicBezTo>
                        <a:pt x="3587" y="15600"/>
                        <a:pt x="3587" y="16800"/>
                        <a:pt x="3587" y="16800"/>
                      </a:cubicBezTo>
                      <a:cubicBezTo>
                        <a:pt x="3587" y="18000"/>
                        <a:pt x="6287" y="21600"/>
                        <a:pt x="10337" y="21600"/>
                      </a:cubicBezTo>
                      <a:cubicBezTo>
                        <a:pt x="10337" y="21600"/>
                        <a:pt x="11687" y="21600"/>
                        <a:pt x="13037" y="21600"/>
                      </a:cubicBezTo>
                      <a:cubicBezTo>
                        <a:pt x="15737" y="20400"/>
                        <a:pt x="17087" y="16800"/>
                        <a:pt x="18437" y="14400"/>
                      </a:cubicBezTo>
                      <a:cubicBezTo>
                        <a:pt x="18437" y="14400"/>
                        <a:pt x="18437" y="13200"/>
                        <a:pt x="19787" y="13200"/>
                      </a:cubicBezTo>
                      <a:cubicBezTo>
                        <a:pt x="21137" y="10800"/>
                        <a:pt x="21137" y="9600"/>
                        <a:pt x="21137" y="72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97" name="Shape">
                  <a:extLst>
                    <a:ext uri="{FF2B5EF4-FFF2-40B4-BE49-F238E27FC236}">
                      <a16:creationId xmlns:a16="http://schemas.microsoft.com/office/drawing/2014/main" id="{D27D4385-DF43-49CF-9F64-E8ED39F9A791}"/>
                    </a:ext>
                  </a:extLst>
                </p:cNvPr>
                <p:cNvSpPr/>
                <p:nvPr/>
              </p:nvSpPr>
              <p:spPr>
                <a:xfrm>
                  <a:off x="4833161" y="1264411"/>
                  <a:ext cx="97576" cy="1684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25" h="21600" extrusionOk="0">
                      <a:moveTo>
                        <a:pt x="17673" y="13171"/>
                      </a:moveTo>
                      <a:cubicBezTo>
                        <a:pt x="18655" y="12644"/>
                        <a:pt x="18655" y="12644"/>
                        <a:pt x="18655" y="12644"/>
                      </a:cubicBezTo>
                      <a:cubicBezTo>
                        <a:pt x="19636" y="11063"/>
                        <a:pt x="19636" y="10010"/>
                        <a:pt x="18655" y="9483"/>
                      </a:cubicBezTo>
                      <a:cubicBezTo>
                        <a:pt x="17673" y="8429"/>
                        <a:pt x="15709" y="7902"/>
                        <a:pt x="13745" y="7902"/>
                      </a:cubicBezTo>
                      <a:cubicBezTo>
                        <a:pt x="13745" y="7376"/>
                        <a:pt x="14727" y="7376"/>
                        <a:pt x="14727" y="7376"/>
                      </a:cubicBezTo>
                      <a:cubicBezTo>
                        <a:pt x="14727" y="7376"/>
                        <a:pt x="15709" y="6849"/>
                        <a:pt x="15709" y="6849"/>
                      </a:cubicBezTo>
                      <a:cubicBezTo>
                        <a:pt x="17673" y="6322"/>
                        <a:pt x="18655" y="5795"/>
                        <a:pt x="19636" y="4741"/>
                      </a:cubicBezTo>
                      <a:cubicBezTo>
                        <a:pt x="20618" y="4215"/>
                        <a:pt x="21600" y="2634"/>
                        <a:pt x="20618" y="2107"/>
                      </a:cubicBezTo>
                      <a:cubicBezTo>
                        <a:pt x="19636" y="1054"/>
                        <a:pt x="17673" y="0"/>
                        <a:pt x="15709" y="0"/>
                      </a:cubicBezTo>
                      <a:cubicBezTo>
                        <a:pt x="15709" y="0"/>
                        <a:pt x="15709" y="0"/>
                        <a:pt x="14727" y="0"/>
                      </a:cubicBezTo>
                      <a:cubicBezTo>
                        <a:pt x="11782" y="0"/>
                        <a:pt x="8836" y="1580"/>
                        <a:pt x="7855" y="2634"/>
                      </a:cubicBezTo>
                      <a:cubicBezTo>
                        <a:pt x="7855" y="2634"/>
                        <a:pt x="7855" y="2634"/>
                        <a:pt x="7855" y="2634"/>
                      </a:cubicBezTo>
                      <a:cubicBezTo>
                        <a:pt x="5891" y="3688"/>
                        <a:pt x="3927" y="5268"/>
                        <a:pt x="5891" y="6849"/>
                      </a:cubicBezTo>
                      <a:cubicBezTo>
                        <a:pt x="5891" y="7902"/>
                        <a:pt x="7855" y="8429"/>
                        <a:pt x="8836" y="8429"/>
                      </a:cubicBezTo>
                      <a:cubicBezTo>
                        <a:pt x="7855" y="8956"/>
                        <a:pt x="6873" y="9483"/>
                        <a:pt x="6873" y="10537"/>
                      </a:cubicBezTo>
                      <a:cubicBezTo>
                        <a:pt x="6873" y="11063"/>
                        <a:pt x="6873" y="11063"/>
                        <a:pt x="6873" y="11590"/>
                      </a:cubicBezTo>
                      <a:cubicBezTo>
                        <a:pt x="6873" y="11590"/>
                        <a:pt x="6873" y="11590"/>
                        <a:pt x="6873" y="11590"/>
                      </a:cubicBezTo>
                      <a:cubicBezTo>
                        <a:pt x="6873" y="12644"/>
                        <a:pt x="6873" y="13171"/>
                        <a:pt x="4909" y="14224"/>
                      </a:cubicBezTo>
                      <a:cubicBezTo>
                        <a:pt x="4909" y="14224"/>
                        <a:pt x="4909" y="14224"/>
                        <a:pt x="4909" y="14224"/>
                      </a:cubicBezTo>
                      <a:cubicBezTo>
                        <a:pt x="1964" y="15805"/>
                        <a:pt x="0" y="17385"/>
                        <a:pt x="0" y="19493"/>
                      </a:cubicBezTo>
                      <a:cubicBezTo>
                        <a:pt x="982" y="20020"/>
                        <a:pt x="1964" y="21073"/>
                        <a:pt x="2945" y="21600"/>
                      </a:cubicBezTo>
                      <a:cubicBezTo>
                        <a:pt x="3927" y="21600"/>
                        <a:pt x="4909" y="21600"/>
                        <a:pt x="5891" y="21600"/>
                      </a:cubicBezTo>
                      <a:cubicBezTo>
                        <a:pt x="5891" y="21600"/>
                        <a:pt x="5891" y="21600"/>
                        <a:pt x="5891" y="21600"/>
                      </a:cubicBezTo>
                      <a:cubicBezTo>
                        <a:pt x="8836" y="21600"/>
                        <a:pt x="12764" y="19493"/>
                        <a:pt x="17673" y="1317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98" name="Shape">
                  <a:extLst>
                    <a:ext uri="{FF2B5EF4-FFF2-40B4-BE49-F238E27FC236}">
                      <a16:creationId xmlns:a16="http://schemas.microsoft.com/office/drawing/2014/main" id="{8B13A498-4254-44A2-ACEA-CB1D0E23413D}"/>
                    </a:ext>
                  </a:extLst>
                </p:cNvPr>
                <p:cNvSpPr/>
                <p:nvPr/>
              </p:nvSpPr>
              <p:spPr>
                <a:xfrm>
                  <a:off x="4865446" y="1432893"/>
                  <a:ext cx="67966" cy="1020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1520" y="0"/>
                      </a:moveTo>
                      <a:cubicBezTo>
                        <a:pt x="10080" y="0"/>
                        <a:pt x="8640" y="0"/>
                        <a:pt x="7200" y="864"/>
                      </a:cubicBezTo>
                      <a:cubicBezTo>
                        <a:pt x="2880" y="2592"/>
                        <a:pt x="5760" y="5184"/>
                        <a:pt x="5760" y="6048"/>
                      </a:cubicBezTo>
                      <a:cubicBezTo>
                        <a:pt x="5760" y="6048"/>
                        <a:pt x="5760" y="6048"/>
                        <a:pt x="5760" y="6048"/>
                      </a:cubicBezTo>
                      <a:cubicBezTo>
                        <a:pt x="5760" y="6048"/>
                        <a:pt x="5760" y="6048"/>
                        <a:pt x="5760" y="6048"/>
                      </a:cubicBezTo>
                      <a:cubicBezTo>
                        <a:pt x="4320" y="6912"/>
                        <a:pt x="2880" y="8640"/>
                        <a:pt x="4320" y="10368"/>
                      </a:cubicBezTo>
                      <a:cubicBezTo>
                        <a:pt x="4320" y="12096"/>
                        <a:pt x="4320" y="12096"/>
                        <a:pt x="4320" y="12096"/>
                      </a:cubicBezTo>
                      <a:cubicBezTo>
                        <a:pt x="2880" y="12096"/>
                        <a:pt x="2880" y="12096"/>
                        <a:pt x="1440" y="12960"/>
                      </a:cubicBezTo>
                      <a:cubicBezTo>
                        <a:pt x="1440" y="13824"/>
                        <a:pt x="0" y="14688"/>
                        <a:pt x="0" y="16416"/>
                      </a:cubicBezTo>
                      <a:cubicBezTo>
                        <a:pt x="1440" y="19008"/>
                        <a:pt x="4320" y="21600"/>
                        <a:pt x="8640" y="21600"/>
                      </a:cubicBezTo>
                      <a:cubicBezTo>
                        <a:pt x="11520" y="21600"/>
                        <a:pt x="15840" y="19872"/>
                        <a:pt x="15840" y="17280"/>
                      </a:cubicBezTo>
                      <a:cubicBezTo>
                        <a:pt x="15840" y="15552"/>
                        <a:pt x="15840" y="13824"/>
                        <a:pt x="12960" y="12960"/>
                      </a:cubicBezTo>
                      <a:cubicBezTo>
                        <a:pt x="12960" y="12960"/>
                        <a:pt x="12960" y="12960"/>
                        <a:pt x="12960" y="12960"/>
                      </a:cubicBezTo>
                      <a:cubicBezTo>
                        <a:pt x="14400" y="12096"/>
                        <a:pt x="15840" y="11232"/>
                        <a:pt x="15840" y="10368"/>
                      </a:cubicBezTo>
                      <a:cubicBezTo>
                        <a:pt x="17280" y="10368"/>
                        <a:pt x="17280" y="9504"/>
                        <a:pt x="17280" y="9504"/>
                      </a:cubicBezTo>
                      <a:cubicBezTo>
                        <a:pt x="17280" y="9504"/>
                        <a:pt x="17280" y="9504"/>
                        <a:pt x="17280" y="9504"/>
                      </a:cubicBezTo>
                      <a:cubicBezTo>
                        <a:pt x="18720" y="8640"/>
                        <a:pt x="21600" y="7776"/>
                        <a:pt x="21600" y="5184"/>
                      </a:cubicBezTo>
                      <a:cubicBezTo>
                        <a:pt x="21600" y="2592"/>
                        <a:pt x="15840" y="0"/>
                        <a:pt x="1152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599" name="Shape">
                  <a:extLst>
                    <a:ext uri="{FF2B5EF4-FFF2-40B4-BE49-F238E27FC236}">
                      <a16:creationId xmlns:a16="http://schemas.microsoft.com/office/drawing/2014/main" id="{05D89509-CA50-480D-B2B0-22FCAC99E023}"/>
                    </a:ext>
                  </a:extLst>
                </p:cNvPr>
                <p:cNvSpPr/>
                <p:nvPr/>
              </p:nvSpPr>
              <p:spPr>
                <a:xfrm>
                  <a:off x="4746417" y="1264411"/>
                  <a:ext cx="86750" cy="695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807" h="21600" extrusionOk="0">
                      <a:moveTo>
                        <a:pt x="14327" y="2541"/>
                      </a:moveTo>
                      <a:cubicBezTo>
                        <a:pt x="14327" y="2541"/>
                        <a:pt x="13247" y="2541"/>
                        <a:pt x="12167" y="1271"/>
                      </a:cubicBezTo>
                      <a:cubicBezTo>
                        <a:pt x="11087" y="1271"/>
                        <a:pt x="10007" y="0"/>
                        <a:pt x="7847" y="0"/>
                      </a:cubicBezTo>
                      <a:cubicBezTo>
                        <a:pt x="6767" y="0"/>
                        <a:pt x="4607" y="1271"/>
                        <a:pt x="3527" y="1271"/>
                      </a:cubicBezTo>
                      <a:cubicBezTo>
                        <a:pt x="2447" y="2541"/>
                        <a:pt x="287" y="3812"/>
                        <a:pt x="287" y="7624"/>
                      </a:cubicBezTo>
                      <a:cubicBezTo>
                        <a:pt x="-793" y="11435"/>
                        <a:pt x="1367" y="12706"/>
                        <a:pt x="3527" y="15247"/>
                      </a:cubicBezTo>
                      <a:cubicBezTo>
                        <a:pt x="3527" y="15247"/>
                        <a:pt x="3527" y="16518"/>
                        <a:pt x="4607" y="16518"/>
                      </a:cubicBezTo>
                      <a:cubicBezTo>
                        <a:pt x="4607" y="16518"/>
                        <a:pt x="4607" y="16518"/>
                        <a:pt x="4607" y="17788"/>
                      </a:cubicBezTo>
                      <a:cubicBezTo>
                        <a:pt x="5687" y="19059"/>
                        <a:pt x="6767" y="21600"/>
                        <a:pt x="10007" y="21600"/>
                      </a:cubicBezTo>
                      <a:cubicBezTo>
                        <a:pt x="10007" y="21600"/>
                        <a:pt x="11087" y="21600"/>
                        <a:pt x="12167" y="21600"/>
                      </a:cubicBezTo>
                      <a:cubicBezTo>
                        <a:pt x="14327" y="21600"/>
                        <a:pt x="14327" y="21600"/>
                        <a:pt x="14327" y="21600"/>
                      </a:cubicBezTo>
                      <a:cubicBezTo>
                        <a:pt x="14327" y="19059"/>
                        <a:pt x="14327" y="19059"/>
                        <a:pt x="14327" y="19059"/>
                      </a:cubicBezTo>
                      <a:cubicBezTo>
                        <a:pt x="14327" y="17788"/>
                        <a:pt x="14327" y="17788"/>
                        <a:pt x="14327" y="17788"/>
                      </a:cubicBezTo>
                      <a:cubicBezTo>
                        <a:pt x="14327" y="17788"/>
                        <a:pt x="14327" y="17788"/>
                        <a:pt x="14327" y="17788"/>
                      </a:cubicBezTo>
                      <a:cubicBezTo>
                        <a:pt x="15407" y="16518"/>
                        <a:pt x="16487" y="16518"/>
                        <a:pt x="18647" y="15247"/>
                      </a:cubicBezTo>
                      <a:cubicBezTo>
                        <a:pt x="20807" y="12706"/>
                        <a:pt x="20807" y="10165"/>
                        <a:pt x="20807" y="8894"/>
                      </a:cubicBezTo>
                      <a:cubicBezTo>
                        <a:pt x="19727" y="5082"/>
                        <a:pt x="17567" y="3812"/>
                        <a:pt x="14327" y="254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00" name="Shape">
                  <a:extLst>
                    <a:ext uri="{FF2B5EF4-FFF2-40B4-BE49-F238E27FC236}">
                      <a16:creationId xmlns:a16="http://schemas.microsoft.com/office/drawing/2014/main" id="{56D91FBD-9469-44C8-8A84-6B313CD7481A}"/>
                    </a:ext>
                  </a:extLst>
                </p:cNvPr>
                <p:cNvSpPr/>
                <p:nvPr/>
              </p:nvSpPr>
              <p:spPr>
                <a:xfrm>
                  <a:off x="2971918" y="52554"/>
                  <a:ext cx="345661" cy="3740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36" h="21600" extrusionOk="0">
                      <a:moveTo>
                        <a:pt x="20314" y="12105"/>
                      </a:moveTo>
                      <a:cubicBezTo>
                        <a:pt x="19753" y="12105"/>
                        <a:pt x="19472" y="11868"/>
                        <a:pt x="18911" y="11631"/>
                      </a:cubicBezTo>
                      <a:cubicBezTo>
                        <a:pt x="18911" y="11631"/>
                        <a:pt x="18911" y="11393"/>
                        <a:pt x="18911" y="10919"/>
                      </a:cubicBezTo>
                      <a:cubicBezTo>
                        <a:pt x="18911" y="10681"/>
                        <a:pt x="18911" y="10444"/>
                        <a:pt x="18631" y="10207"/>
                      </a:cubicBezTo>
                      <a:cubicBezTo>
                        <a:pt x="18631" y="9732"/>
                        <a:pt x="18631" y="9495"/>
                        <a:pt x="18631" y="9020"/>
                      </a:cubicBezTo>
                      <a:cubicBezTo>
                        <a:pt x="18631" y="8782"/>
                        <a:pt x="18631" y="8308"/>
                        <a:pt x="18631" y="8070"/>
                      </a:cubicBezTo>
                      <a:cubicBezTo>
                        <a:pt x="18631" y="7833"/>
                        <a:pt x="18631" y="7596"/>
                        <a:pt x="18631" y="7358"/>
                      </a:cubicBezTo>
                      <a:cubicBezTo>
                        <a:pt x="18350" y="6646"/>
                        <a:pt x="18350" y="5697"/>
                        <a:pt x="18070" y="4985"/>
                      </a:cubicBezTo>
                      <a:cubicBezTo>
                        <a:pt x="17509" y="4035"/>
                        <a:pt x="16387" y="3798"/>
                        <a:pt x="15545" y="3560"/>
                      </a:cubicBezTo>
                      <a:cubicBezTo>
                        <a:pt x="15545" y="3560"/>
                        <a:pt x="15265" y="3560"/>
                        <a:pt x="15265" y="3560"/>
                      </a:cubicBezTo>
                      <a:cubicBezTo>
                        <a:pt x="15265" y="3323"/>
                        <a:pt x="15265" y="3323"/>
                        <a:pt x="15265" y="3086"/>
                      </a:cubicBezTo>
                      <a:cubicBezTo>
                        <a:pt x="15265" y="2848"/>
                        <a:pt x="15265" y="2848"/>
                        <a:pt x="15265" y="2848"/>
                      </a:cubicBezTo>
                      <a:cubicBezTo>
                        <a:pt x="15545" y="1662"/>
                        <a:pt x="15265" y="1187"/>
                        <a:pt x="14984" y="949"/>
                      </a:cubicBezTo>
                      <a:cubicBezTo>
                        <a:pt x="14142" y="475"/>
                        <a:pt x="12740" y="0"/>
                        <a:pt x="11337" y="0"/>
                      </a:cubicBezTo>
                      <a:cubicBezTo>
                        <a:pt x="9654" y="0"/>
                        <a:pt x="9374" y="949"/>
                        <a:pt x="9093" y="1187"/>
                      </a:cubicBezTo>
                      <a:cubicBezTo>
                        <a:pt x="9093" y="1424"/>
                        <a:pt x="9093" y="1662"/>
                        <a:pt x="9093" y="1899"/>
                      </a:cubicBezTo>
                      <a:cubicBezTo>
                        <a:pt x="9093" y="1899"/>
                        <a:pt x="9093" y="1899"/>
                        <a:pt x="8813" y="1899"/>
                      </a:cubicBezTo>
                      <a:cubicBezTo>
                        <a:pt x="8532" y="1899"/>
                        <a:pt x="8252" y="1662"/>
                        <a:pt x="7691" y="1662"/>
                      </a:cubicBezTo>
                      <a:cubicBezTo>
                        <a:pt x="7130" y="1662"/>
                        <a:pt x="6849" y="1899"/>
                        <a:pt x="6288" y="2136"/>
                      </a:cubicBezTo>
                      <a:cubicBezTo>
                        <a:pt x="5727" y="2848"/>
                        <a:pt x="5446" y="3798"/>
                        <a:pt x="6007" y="4510"/>
                      </a:cubicBezTo>
                      <a:cubicBezTo>
                        <a:pt x="5727" y="4510"/>
                        <a:pt x="5727" y="4510"/>
                        <a:pt x="5727" y="4510"/>
                      </a:cubicBezTo>
                      <a:cubicBezTo>
                        <a:pt x="5446" y="4510"/>
                        <a:pt x="5166" y="4510"/>
                        <a:pt x="4885" y="4510"/>
                      </a:cubicBezTo>
                      <a:cubicBezTo>
                        <a:pt x="2922" y="4510"/>
                        <a:pt x="2922" y="5697"/>
                        <a:pt x="2641" y="6409"/>
                      </a:cubicBezTo>
                      <a:cubicBezTo>
                        <a:pt x="2641" y="7121"/>
                        <a:pt x="2361" y="7121"/>
                        <a:pt x="2361" y="7121"/>
                      </a:cubicBezTo>
                      <a:cubicBezTo>
                        <a:pt x="2080" y="7121"/>
                        <a:pt x="2080" y="7121"/>
                        <a:pt x="2080" y="7121"/>
                      </a:cubicBezTo>
                      <a:cubicBezTo>
                        <a:pt x="1519" y="7121"/>
                        <a:pt x="958" y="7121"/>
                        <a:pt x="397" y="7596"/>
                      </a:cubicBezTo>
                      <a:cubicBezTo>
                        <a:pt x="117" y="8070"/>
                        <a:pt x="-164" y="8545"/>
                        <a:pt x="117" y="9020"/>
                      </a:cubicBezTo>
                      <a:cubicBezTo>
                        <a:pt x="117" y="9732"/>
                        <a:pt x="397" y="10207"/>
                        <a:pt x="958" y="10444"/>
                      </a:cubicBezTo>
                      <a:cubicBezTo>
                        <a:pt x="1519" y="10681"/>
                        <a:pt x="1800" y="10681"/>
                        <a:pt x="2361" y="10919"/>
                      </a:cubicBezTo>
                      <a:cubicBezTo>
                        <a:pt x="2641" y="10919"/>
                        <a:pt x="2641" y="10919"/>
                        <a:pt x="2641" y="10919"/>
                      </a:cubicBezTo>
                      <a:cubicBezTo>
                        <a:pt x="2641" y="10919"/>
                        <a:pt x="2641" y="11156"/>
                        <a:pt x="2641" y="11156"/>
                      </a:cubicBezTo>
                      <a:cubicBezTo>
                        <a:pt x="2641" y="11631"/>
                        <a:pt x="2361" y="12105"/>
                        <a:pt x="2922" y="12818"/>
                      </a:cubicBezTo>
                      <a:cubicBezTo>
                        <a:pt x="3202" y="13292"/>
                        <a:pt x="3763" y="13292"/>
                        <a:pt x="4324" y="13292"/>
                      </a:cubicBezTo>
                      <a:cubicBezTo>
                        <a:pt x="4605" y="13292"/>
                        <a:pt x="4885" y="13292"/>
                        <a:pt x="5166" y="13292"/>
                      </a:cubicBezTo>
                      <a:cubicBezTo>
                        <a:pt x="5166" y="13292"/>
                        <a:pt x="5446" y="13292"/>
                        <a:pt x="5446" y="13292"/>
                      </a:cubicBezTo>
                      <a:cubicBezTo>
                        <a:pt x="5446" y="13292"/>
                        <a:pt x="5727" y="13530"/>
                        <a:pt x="5727" y="13530"/>
                      </a:cubicBezTo>
                      <a:cubicBezTo>
                        <a:pt x="6007" y="13767"/>
                        <a:pt x="6288" y="14242"/>
                        <a:pt x="7130" y="14479"/>
                      </a:cubicBezTo>
                      <a:cubicBezTo>
                        <a:pt x="7410" y="14479"/>
                        <a:pt x="7410" y="14479"/>
                        <a:pt x="7410" y="14479"/>
                      </a:cubicBezTo>
                      <a:cubicBezTo>
                        <a:pt x="7971" y="14479"/>
                        <a:pt x="8532" y="14242"/>
                        <a:pt x="8813" y="14004"/>
                      </a:cubicBezTo>
                      <a:cubicBezTo>
                        <a:pt x="8813" y="14479"/>
                        <a:pt x="8813" y="14479"/>
                        <a:pt x="8813" y="14479"/>
                      </a:cubicBezTo>
                      <a:cubicBezTo>
                        <a:pt x="9374" y="14716"/>
                        <a:pt x="9374" y="14716"/>
                        <a:pt x="9374" y="14716"/>
                      </a:cubicBezTo>
                      <a:cubicBezTo>
                        <a:pt x="9935" y="14954"/>
                        <a:pt x="10496" y="14954"/>
                        <a:pt x="11057" y="14954"/>
                      </a:cubicBezTo>
                      <a:cubicBezTo>
                        <a:pt x="11057" y="14954"/>
                        <a:pt x="11057" y="14954"/>
                        <a:pt x="11057" y="14954"/>
                      </a:cubicBezTo>
                      <a:cubicBezTo>
                        <a:pt x="10776" y="15191"/>
                        <a:pt x="10776" y="15429"/>
                        <a:pt x="10496" y="15666"/>
                      </a:cubicBezTo>
                      <a:cubicBezTo>
                        <a:pt x="10496" y="15666"/>
                        <a:pt x="10496" y="15666"/>
                        <a:pt x="10215" y="15666"/>
                      </a:cubicBezTo>
                      <a:cubicBezTo>
                        <a:pt x="9935" y="15903"/>
                        <a:pt x="9935" y="15903"/>
                        <a:pt x="9654" y="15903"/>
                      </a:cubicBezTo>
                      <a:cubicBezTo>
                        <a:pt x="9374" y="15903"/>
                        <a:pt x="8813" y="15903"/>
                        <a:pt x="8532" y="15666"/>
                      </a:cubicBezTo>
                      <a:cubicBezTo>
                        <a:pt x="8532" y="15666"/>
                        <a:pt x="8252" y="15666"/>
                        <a:pt x="8252" y="15666"/>
                      </a:cubicBezTo>
                      <a:cubicBezTo>
                        <a:pt x="7971" y="15666"/>
                        <a:pt x="7691" y="15429"/>
                        <a:pt x="7410" y="15429"/>
                      </a:cubicBezTo>
                      <a:cubicBezTo>
                        <a:pt x="6849" y="15429"/>
                        <a:pt x="6288" y="15666"/>
                        <a:pt x="6007" y="16141"/>
                      </a:cubicBezTo>
                      <a:cubicBezTo>
                        <a:pt x="5446" y="16853"/>
                        <a:pt x="6007" y="17802"/>
                        <a:pt x="6288" y="18277"/>
                      </a:cubicBezTo>
                      <a:cubicBezTo>
                        <a:pt x="6288" y="18514"/>
                        <a:pt x="6568" y="18514"/>
                        <a:pt x="6568" y="18514"/>
                      </a:cubicBezTo>
                      <a:cubicBezTo>
                        <a:pt x="7691" y="21363"/>
                        <a:pt x="9935" y="21600"/>
                        <a:pt x="11898" y="21600"/>
                      </a:cubicBezTo>
                      <a:cubicBezTo>
                        <a:pt x="11898" y="21600"/>
                        <a:pt x="11898" y="21600"/>
                        <a:pt x="11898" y="21600"/>
                      </a:cubicBezTo>
                      <a:cubicBezTo>
                        <a:pt x="12740" y="21600"/>
                        <a:pt x="13581" y="21600"/>
                        <a:pt x="14704" y="21363"/>
                      </a:cubicBezTo>
                      <a:cubicBezTo>
                        <a:pt x="15826" y="21363"/>
                        <a:pt x="16948" y="20888"/>
                        <a:pt x="18350" y="20176"/>
                      </a:cubicBezTo>
                      <a:cubicBezTo>
                        <a:pt x="18631" y="19938"/>
                        <a:pt x="18631" y="19938"/>
                        <a:pt x="18631" y="19938"/>
                      </a:cubicBezTo>
                      <a:cubicBezTo>
                        <a:pt x="21436" y="12580"/>
                        <a:pt x="21436" y="12580"/>
                        <a:pt x="21436" y="12580"/>
                      </a:cubicBezTo>
                      <a:lnTo>
                        <a:pt x="20314" y="12105"/>
                      </a:lnTo>
                      <a:close/>
                      <a:moveTo>
                        <a:pt x="13862" y="15429"/>
                      </a:moveTo>
                      <a:cubicBezTo>
                        <a:pt x="13581" y="15191"/>
                        <a:pt x="13301" y="14716"/>
                        <a:pt x="12740" y="14716"/>
                      </a:cubicBezTo>
                      <a:cubicBezTo>
                        <a:pt x="12740" y="14716"/>
                        <a:pt x="13020" y="14479"/>
                        <a:pt x="13020" y="14479"/>
                      </a:cubicBezTo>
                      <a:cubicBezTo>
                        <a:pt x="13020" y="14479"/>
                        <a:pt x="13301" y="14242"/>
                        <a:pt x="13301" y="14242"/>
                      </a:cubicBezTo>
                      <a:cubicBezTo>
                        <a:pt x="13581" y="14479"/>
                        <a:pt x="13581" y="14479"/>
                        <a:pt x="13581" y="14479"/>
                      </a:cubicBezTo>
                      <a:cubicBezTo>
                        <a:pt x="13862" y="14954"/>
                        <a:pt x="14142" y="15191"/>
                        <a:pt x="14984" y="15191"/>
                      </a:cubicBezTo>
                      <a:cubicBezTo>
                        <a:pt x="15265" y="15191"/>
                        <a:pt x="15545" y="15191"/>
                        <a:pt x="15545" y="15429"/>
                      </a:cubicBezTo>
                      <a:cubicBezTo>
                        <a:pt x="15826" y="15429"/>
                        <a:pt x="15826" y="15429"/>
                        <a:pt x="16106" y="15429"/>
                      </a:cubicBezTo>
                      <a:cubicBezTo>
                        <a:pt x="15545" y="15666"/>
                        <a:pt x="14984" y="15903"/>
                        <a:pt x="14423" y="15903"/>
                      </a:cubicBezTo>
                      <a:cubicBezTo>
                        <a:pt x="14423" y="15903"/>
                        <a:pt x="13862" y="15666"/>
                        <a:pt x="13862" y="15429"/>
                      </a:cubicBezTo>
                      <a:close/>
                      <a:moveTo>
                        <a:pt x="10776" y="11393"/>
                      </a:moveTo>
                      <a:cubicBezTo>
                        <a:pt x="10776" y="11631"/>
                        <a:pt x="10776" y="11631"/>
                        <a:pt x="10496" y="11631"/>
                      </a:cubicBezTo>
                      <a:cubicBezTo>
                        <a:pt x="10496" y="11631"/>
                        <a:pt x="10215" y="11868"/>
                        <a:pt x="10215" y="11868"/>
                      </a:cubicBezTo>
                      <a:cubicBezTo>
                        <a:pt x="10215" y="11631"/>
                        <a:pt x="10496" y="11631"/>
                        <a:pt x="10776" y="1139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01" name="Shape">
                  <a:extLst>
                    <a:ext uri="{FF2B5EF4-FFF2-40B4-BE49-F238E27FC236}">
                      <a16:creationId xmlns:a16="http://schemas.microsoft.com/office/drawing/2014/main" id="{34DEEDFE-AE89-4046-B726-AEF2E3F6365A}"/>
                    </a:ext>
                  </a:extLst>
                </p:cNvPr>
                <p:cNvSpPr/>
                <p:nvPr/>
              </p:nvSpPr>
              <p:spPr>
                <a:xfrm>
                  <a:off x="3190151" y="2"/>
                  <a:ext cx="77027" cy="571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400" h="21600" extrusionOk="0">
                      <a:moveTo>
                        <a:pt x="19500" y="9257"/>
                      </a:moveTo>
                      <a:cubicBezTo>
                        <a:pt x="17100" y="4629"/>
                        <a:pt x="9900" y="1543"/>
                        <a:pt x="7500" y="0"/>
                      </a:cubicBezTo>
                      <a:cubicBezTo>
                        <a:pt x="6300" y="0"/>
                        <a:pt x="6300" y="0"/>
                        <a:pt x="6300" y="0"/>
                      </a:cubicBezTo>
                      <a:cubicBezTo>
                        <a:pt x="2700" y="0"/>
                        <a:pt x="1500" y="3086"/>
                        <a:pt x="300" y="4629"/>
                      </a:cubicBezTo>
                      <a:cubicBezTo>
                        <a:pt x="300" y="6171"/>
                        <a:pt x="-900" y="9257"/>
                        <a:pt x="1500" y="12343"/>
                      </a:cubicBezTo>
                      <a:cubicBezTo>
                        <a:pt x="2700" y="16971"/>
                        <a:pt x="7500" y="21600"/>
                        <a:pt x="11100" y="21600"/>
                      </a:cubicBezTo>
                      <a:cubicBezTo>
                        <a:pt x="12300" y="21600"/>
                        <a:pt x="12300" y="21600"/>
                        <a:pt x="12300" y="21600"/>
                      </a:cubicBezTo>
                      <a:cubicBezTo>
                        <a:pt x="14700" y="21600"/>
                        <a:pt x="18300" y="20057"/>
                        <a:pt x="19500" y="16971"/>
                      </a:cubicBezTo>
                      <a:cubicBezTo>
                        <a:pt x="20700" y="13886"/>
                        <a:pt x="20700" y="10800"/>
                        <a:pt x="19500" y="925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02" name="Shape">
                  <a:extLst>
                    <a:ext uri="{FF2B5EF4-FFF2-40B4-BE49-F238E27FC236}">
                      <a16:creationId xmlns:a16="http://schemas.microsoft.com/office/drawing/2014/main" id="{5F0A76E0-2D5B-4A04-9E9D-01DFA54E129E}"/>
                    </a:ext>
                  </a:extLst>
                </p:cNvPr>
                <p:cNvSpPr/>
                <p:nvPr/>
              </p:nvSpPr>
              <p:spPr>
                <a:xfrm>
                  <a:off x="4333633" y="1252046"/>
                  <a:ext cx="78334" cy="571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88" h="21600" extrusionOk="0">
                      <a:moveTo>
                        <a:pt x="20400" y="10800"/>
                      </a:moveTo>
                      <a:cubicBezTo>
                        <a:pt x="19200" y="6171"/>
                        <a:pt x="13200" y="0"/>
                        <a:pt x="7200" y="0"/>
                      </a:cubicBezTo>
                      <a:cubicBezTo>
                        <a:pt x="6000" y="0"/>
                        <a:pt x="3600" y="1543"/>
                        <a:pt x="2400" y="3086"/>
                      </a:cubicBezTo>
                      <a:cubicBezTo>
                        <a:pt x="1200" y="4629"/>
                        <a:pt x="0" y="7714"/>
                        <a:pt x="0" y="10800"/>
                      </a:cubicBezTo>
                      <a:cubicBezTo>
                        <a:pt x="0" y="13886"/>
                        <a:pt x="1200" y="15429"/>
                        <a:pt x="3600" y="16971"/>
                      </a:cubicBezTo>
                      <a:cubicBezTo>
                        <a:pt x="4800" y="16971"/>
                        <a:pt x="4800" y="16971"/>
                        <a:pt x="6000" y="16971"/>
                      </a:cubicBezTo>
                      <a:cubicBezTo>
                        <a:pt x="7200" y="16971"/>
                        <a:pt x="8400" y="16971"/>
                        <a:pt x="8400" y="16971"/>
                      </a:cubicBezTo>
                      <a:cubicBezTo>
                        <a:pt x="9600" y="16971"/>
                        <a:pt x="9600" y="18514"/>
                        <a:pt x="9600" y="18514"/>
                      </a:cubicBezTo>
                      <a:cubicBezTo>
                        <a:pt x="10800" y="20057"/>
                        <a:pt x="13200" y="21600"/>
                        <a:pt x="15600" y="21600"/>
                      </a:cubicBezTo>
                      <a:cubicBezTo>
                        <a:pt x="16800" y="21600"/>
                        <a:pt x="18000" y="20057"/>
                        <a:pt x="19200" y="20057"/>
                      </a:cubicBezTo>
                      <a:cubicBezTo>
                        <a:pt x="21600" y="16971"/>
                        <a:pt x="21600" y="13886"/>
                        <a:pt x="20400" y="108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03" name="Shape">
                  <a:extLst>
                    <a:ext uri="{FF2B5EF4-FFF2-40B4-BE49-F238E27FC236}">
                      <a16:creationId xmlns:a16="http://schemas.microsoft.com/office/drawing/2014/main" id="{DE50CB1E-8726-49EA-9C75-5CB57A49E957}"/>
                    </a:ext>
                  </a:extLst>
                </p:cNvPr>
                <p:cNvSpPr/>
                <p:nvPr/>
              </p:nvSpPr>
              <p:spPr>
                <a:xfrm>
                  <a:off x="3509638" y="349336"/>
                  <a:ext cx="86717" cy="819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415" h="21600" extrusionOk="0">
                      <a:moveTo>
                        <a:pt x="19705" y="4320"/>
                      </a:moveTo>
                      <a:cubicBezTo>
                        <a:pt x="17545" y="0"/>
                        <a:pt x="14305" y="0"/>
                        <a:pt x="12145" y="0"/>
                      </a:cubicBezTo>
                      <a:cubicBezTo>
                        <a:pt x="6745" y="0"/>
                        <a:pt x="1345" y="6480"/>
                        <a:pt x="265" y="10800"/>
                      </a:cubicBezTo>
                      <a:cubicBezTo>
                        <a:pt x="-815" y="16200"/>
                        <a:pt x="1345" y="19440"/>
                        <a:pt x="7825" y="21600"/>
                      </a:cubicBezTo>
                      <a:cubicBezTo>
                        <a:pt x="8905" y="21600"/>
                        <a:pt x="9985" y="21600"/>
                        <a:pt x="11065" y="21600"/>
                      </a:cubicBezTo>
                      <a:cubicBezTo>
                        <a:pt x="11065" y="21600"/>
                        <a:pt x="11065" y="21600"/>
                        <a:pt x="11065" y="21600"/>
                      </a:cubicBezTo>
                      <a:cubicBezTo>
                        <a:pt x="14305" y="21600"/>
                        <a:pt x="16465" y="20520"/>
                        <a:pt x="18625" y="17280"/>
                      </a:cubicBezTo>
                      <a:cubicBezTo>
                        <a:pt x="20785" y="14040"/>
                        <a:pt x="20785" y="8640"/>
                        <a:pt x="19705" y="432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04" name="Shape">
                  <a:extLst>
                    <a:ext uri="{FF2B5EF4-FFF2-40B4-BE49-F238E27FC236}">
                      <a16:creationId xmlns:a16="http://schemas.microsoft.com/office/drawing/2014/main" id="{0B741BBA-05C1-48DD-8D41-AD6C73CA9D6F}"/>
                    </a:ext>
                  </a:extLst>
                </p:cNvPr>
                <p:cNvSpPr/>
                <p:nvPr/>
              </p:nvSpPr>
              <p:spPr>
                <a:xfrm>
                  <a:off x="3572288" y="146843"/>
                  <a:ext cx="314082" cy="3246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38" h="21600" extrusionOk="0">
                      <a:moveTo>
                        <a:pt x="20888" y="7109"/>
                      </a:moveTo>
                      <a:cubicBezTo>
                        <a:pt x="20888" y="6835"/>
                        <a:pt x="20888" y="6562"/>
                        <a:pt x="20888" y="6289"/>
                      </a:cubicBezTo>
                      <a:cubicBezTo>
                        <a:pt x="20583" y="5468"/>
                        <a:pt x="20583" y="4922"/>
                        <a:pt x="20279" y="4375"/>
                      </a:cubicBezTo>
                      <a:cubicBezTo>
                        <a:pt x="19975" y="3554"/>
                        <a:pt x="19062" y="3008"/>
                        <a:pt x="18150" y="3008"/>
                      </a:cubicBezTo>
                      <a:cubicBezTo>
                        <a:pt x="17541" y="3008"/>
                        <a:pt x="17237" y="3008"/>
                        <a:pt x="16628" y="3281"/>
                      </a:cubicBezTo>
                      <a:cubicBezTo>
                        <a:pt x="16628" y="3281"/>
                        <a:pt x="16324" y="3281"/>
                        <a:pt x="16324" y="3281"/>
                      </a:cubicBezTo>
                      <a:cubicBezTo>
                        <a:pt x="15716" y="2734"/>
                        <a:pt x="15411" y="2461"/>
                        <a:pt x="14195" y="2187"/>
                      </a:cubicBezTo>
                      <a:cubicBezTo>
                        <a:pt x="14195" y="2187"/>
                        <a:pt x="14195" y="2461"/>
                        <a:pt x="13890" y="2461"/>
                      </a:cubicBezTo>
                      <a:cubicBezTo>
                        <a:pt x="14195" y="1914"/>
                        <a:pt x="13890" y="1641"/>
                        <a:pt x="13890" y="1367"/>
                      </a:cubicBezTo>
                      <a:cubicBezTo>
                        <a:pt x="13586" y="820"/>
                        <a:pt x="12978" y="820"/>
                        <a:pt x="12369" y="820"/>
                      </a:cubicBezTo>
                      <a:cubicBezTo>
                        <a:pt x="11761" y="820"/>
                        <a:pt x="11457" y="820"/>
                        <a:pt x="10848" y="1094"/>
                      </a:cubicBezTo>
                      <a:cubicBezTo>
                        <a:pt x="10848" y="1094"/>
                        <a:pt x="10848" y="1367"/>
                        <a:pt x="10544" y="1367"/>
                      </a:cubicBezTo>
                      <a:cubicBezTo>
                        <a:pt x="10544" y="1367"/>
                        <a:pt x="10544" y="1367"/>
                        <a:pt x="10544" y="1641"/>
                      </a:cubicBezTo>
                      <a:cubicBezTo>
                        <a:pt x="10240" y="1641"/>
                        <a:pt x="10240" y="1641"/>
                        <a:pt x="10240" y="1641"/>
                      </a:cubicBezTo>
                      <a:cubicBezTo>
                        <a:pt x="9935" y="1641"/>
                        <a:pt x="9631" y="1914"/>
                        <a:pt x="9327" y="2187"/>
                      </a:cubicBezTo>
                      <a:cubicBezTo>
                        <a:pt x="9023" y="2461"/>
                        <a:pt x="9023" y="3008"/>
                        <a:pt x="9327" y="3554"/>
                      </a:cubicBezTo>
                      <a:cubicBezTo>
                        <a:pt x="9327" y="3554"/>
                        <a:pt x="9327" y="3554"/>
                        <a:pt x="9327" y="3554"/>
                      </a:cubicBezTo>
                      <a:cubicBezTo>
                        <a:pt x="9327" y="3554"/>
                        <a:pt x="9023" y="3554"/>
                        <a:pt x="8719" y="3554"/>
                      </a:cubicBezTo>
                      <a:cubicBezTo>
                        <a:pt x="8414" y="3554"/>
                        <a:pt x="7806" y="3828"/>
                        <a:pt x="7502" y="4101"/>
                      </a:cubicBezTo>
                      <a:cubicBezTo>
                        <a:pt x="7197" y="4375"/>
                        <a:pt x="6893" y="5195"/>
                        <a:pt x="6893" y="5742"/>
                      </a:cubicBezTo>
                      <a:cubicBezTo>
                        <a:pt x="6893" y="5468"/>
                        <a:pt x="6893" y="5195"/>
                        <a:pt x="6589" y="5195"/>
                      </a:cubicBezTo>
                      <a:cubicBezTo>
                        <a:pt x="6589" y="4922"/>
                        <a:pt x="5981" y="4648"/>
                        <a:pt x="5676" y="4648"/>
                      </a:cubicBezTo>
                      <a:cubicBezTo>
                        <a:pt x="5676" y="4648"/>
                        <a:pt x="5676" y="4375"/>
                        <a:pt x="5981" y="4375"/>
                      </a:cubicBezTo>
                      <a:cubicBezTo>
                        <a:pt x="5981" y="3828"/>
                        <a:pt x="5981" y="3008"/>
                        <a:pt x="5676" y="2461"/>
                      </a:cubicBezTo>
                      <a:cubicBezTo>
                        <a:pt x="5372" y="2187"/>
                        <a:pt x="5068" y="1914"/>
                        <a:pt x="4764" y="1914"/>
                      </a:cubicBezTo>
                      <a:cubicBezTo>
                        <a:pt x="4764" y="1641"/>
                        <a:pt x="4764" y="1641"/>
                        <a:pt x="4459" y="1367"/>
                      </a:cubicBezTo>
                      <a:cubicBezTo>
                        <a:pt x="4459" y="1367"/>
                        <a:pt x="4459" y="1367"/>
                        <a:pt x="4459" y="1367"/>
                      </a:cubicBezTo>
                      <a:cubicBezTo>
                        <a:pt x="4155" y="820"/>
                        <a:pt x="3851" y="547"/>
                        <a:pt x="3242" y="273"/>
                      </a:cubicBezTo>
                      <a:cubicBezTo>
                        <a:pt x="2938" y="273"/>
                        <a:pt x="2634" y="0"/>
                        <a:pt x="2330" y="0"/>
                      </a:cubicBezTo>
                      <a:cubicBezTo>
                        <a:pt x="1417" y="0"/>
                        <a:pt x="809" y="273"/>
                        <a:pt x="504" y="820"/>
                      </a:cubicBezTo>
                      <a:cubicBezTo>
                        <a:pt x="-104" y="1367"/>
                        <a:pt x="-104" y="2187"/>
                        <a:pt x="200" y="2734"/>
                      </a:cubicBezTo>
                      <a:cubicBezTo>
                        <a:pt x="200" y="3008"/>
                        <a:pt x="504" y="3008"/>
                        <a:pt x="504" y="3008"/>
                      </a:cubicBezTo>
                      <a:cubicBezTo>
                        <a:pt x="504" y="3281"/>
                        <a:pt x="504" y="3281"/>
                        <a:pt x="504" y="3281"/>
                      </a:cubicBezTo>
                      <a:cubicBezTo>
                        <a:pt x="504" y="3554"/>
                        <a:pt x="504" y="4101"/>
                        <a:pt x="504" y="4375"/>
                      </a:cubicBezTo>
                      <a:cubicBezTo>
                        <a:pt x="809" y="4648"/>
                        <a:pt x="1113" y="4922"/>
                        <a:pt x="1417" y="5195"/>
                      </a:cubicBezTo>
                      <a:cubicBezTo>
                        <a:pt x="809" y="5468"/>
                        <a:pt x="504" y="6015"/>
                        <a:pt x="504" y="6289"/>
                      </a:cubicBezTo>
                      <a:cubicBezTo>
                        <a:pt x="200" y="7109"/>
                        <a:pt x="504" y="7656"/>
                        <a:pt x="809" y="7929"/>
                      </a:cubicBezTo>
                      <a:cubicBezTo>
                        <a:pt x="1113" y="8203"/>
                        <a:pt x="1417" y="8476"/>
                        <a:pt x="1721" y="8476"/>
                      </a:cubicBezTo>
                      <a:cubicBezTo>
                        <a:pt x="1721" y="8749"/>
                        <a:pt x="1417" y="9023"/>
                        <a:pt x="1721" y="9570"/>
                      </a:cubicBezTo>
                      <a:cubicBezTo>
                        <a:pt x="1721" y="10116"/>
                        <a:pt x="2330" y="10663"/>
                        <a:pt x="2938" y="10937"/>
                      </a:cubicBezTo>
                      <a:cubicBezTo>
                        <a:pt x="3242" y="10937"/>
                        <a:pt x="3242" y="10937"/>
                        <a:pt x="3242" y="10937"/>
                      </a:cubicBezTo>
                      <a:cubicBezTo>
                        <a:pt x="3242" y="10937"/>
                        <a:pt x="3242" y="11210"/>
                        <a:pt x="3242" y="11210"/>
                      </a:cubicBezTo>
                      <a:cubicBezTo>
                        <a:pt x="3547" y="11484"/>
                        <a:pt x="3851" y="11484"/>
                        <a:pt x="4155" y="11757"/>
                      </a:cubicBezTo>
                      <a:cubicBezTo>
                        <a:pt x="3851" y="12030"/>
                        <a:pt x="3851" y="12304"/>
                        <a:pt x="3851" y="12851"/>
                      </a:cubicBezTo>
                      <a:cubicBezTo>
                        <a:pt x="4155" y="13124"/>
                        <a:pt x="4459" y="13944"/>
                        <a:pt x="5372" y="14218"/>
                      </a:cubicBezTo>
                      <a:cubicBezTo>
                        <a:pt x="5372" y="14218"/>
                        <a:pt x="5676" y="14218"/>
                        <a:pt x="5676" y="14218"/>
                      </a:cubicBezTo>
                      <a:cubicBezTo>
                        <a:pt x="5981" y="14218"/>
                        <a:pt x="6589" y="14218"/>
                        <a:pt x="6893" y="14218"/>
                      </a:cubicBezTo>
                      <a:cubicBezTo>
                        <a:pt x="7197" y="13944"/>
                        <a:pt x="7502" y="13944"/>
                        <a:pt x="7806" y="13944"/>
                      </a:cubicBezTo>
                      <a:cubicBezTo>
                        <a:pt x="8110" y="13944"/>
                        <a:pt x="8414" y="13944"/>
                        <a:pt x="8719" y="14218"/>
                      </a:cubicBezTo>
                      <a:cubicBezTo>
                        <a:pt x="9023" y="14218"/>
                        <a:pt x="9327" y="14218"/>
                        <a:pt x="9935" y="14218"/>
                      </a:cubicBezTo>
                      <a:cubicBezTo>
                        <a:pt x="10240" y="14218"/>
                        <a:pt x="10544" y="13944"/>
                        <a:pt x="11152" y="13944"/>
                      </a:cubicBezTo>
                      <a:cubicBezTo>
                        <a:pt x="11457" y="13944"/>
                        <a:pt x="11457" y="13944"/>
                        <a:pt x="11761" y="13944"/>
                      </a:cubicBezTo>
                      <a:cubicBezTo>
                        <a:pt x="11761" y="13944"/>
                        <a:pt x="11761" y="13944"/>
                        <a:pt x="11761" y="13944"/>
                      </a:cubicBezTo>
                      <a:cubicBezTo>
                        <a:pt x="12065" y="13944"/>
                        <a:pt x="12065" y="13944"/>
                        <a:pt x="12065" y="13944"/>
                      </a:cubicBezTo>
                      <a:cubicBezTo>
                        <a:pt x="12065" y="14218"/>
                        <a:pt x="11457" y="14218"/>
                        <a:pt x="11152" y="14491"/>
                      </a:cubicBezTo>
                      <a:cubicBezTo>
                        <a:pt x="10544" y="14765"/>
                        <a:pt x="9935" y="15038"/>
                        <a:pt x="9327" y="15858"/>
                      </a:cubicBezTo>
                      <a:cubicBezTo>
                        <a:pt x="9023" y="16405"/>
                        <a:pt x="9327" y="16952"/>
                        <a:pt x="9327" y="17225"/>
                      </a:cubicBezTo>
                      <a:cubicBezTo>
                        <a:pt x="9327" y="17499"/>
                        <a:pt x="9327" y="17499"/>
                        <a:pt x="9327" y="17772"/>
                      </a:cubicBezTo>
                      <a:cubicBezTo>
                        <a:pt x="9327" y="18046"/>
                        <a:pt x="9327" y="18319"/>
                        <a:pt x="9327" y="18592"/>
                      </a:cubicBezTo>
                      <a:cubicBezTo>
                        <a:pt x="9327" y="18866"/>
                        <a:pt x="9327" y="19139"/>
                        <a:pt x="9327" y="19413"/>
                      </a:cubicBezTo>
                      <a:cubicBezTo>
                        <a:pt x="9327" y="19959"/>
                        <a:pt x="9327" y="20506"/>
                        <a:pt x="9631" y="20780"/>
                      </a:cubicBezTo>
                      <a:cubicBezTo>
                        <a:pt x="9935" y="21053"/>
                        <a:pt x="10544" y="21327"/>
                        <a:pt x="11152" y="21327"/>
                      </a:cubicBezTo>
                      <a:cubicBezTo>
                        <a:pt x="11457" y="21327"/>
                        <a:pt x="11761" y="21053"/>
                        <a:pt x="12065" y="21053"/>
                      </a:cubicBezTo>
                      <a:cubicBezTo>
                        <a:pt x="12369" y="21053"/>
                        <a:pt x="12369" y="21053"/>
                        <a:pt x="12369" y="21053"/>
                      </a:cubicBezTo>
                      <a:cubicBezTo>
                        <a:pt x="12369" y="21053"/>
                        <a:pt x="12369" y="21053"/>
                        <a:pt x="12369" y="21053"/>
                      </a:cubicBezTo>
                      <a:cubicBezTo>
                        <a:pt x="12369" y="21053"/>
                        <a:pt x="12673" y="21053"/>
                        <a:pt x="12673" y="21053"/>
                      </a:cubicBezTo>
                      <a:cubicBezTo>
                        <a:pt x="12978" y="21327"/>
                        <a:pt x="13282" y="21600"/>
                        <a:pt x="13890" y="21600"/>
                      </a:cubicBezTo>
                      <a:cubicBezTo>
                        <a:pt x="14195" y="21600"/>
                        <a:pt x="14195" y="21600"/>
                        <a:pt x="14195" y="21600"/>
                      </a:cubicBezTo>
                      <a:cubicBezTo>
                        <a:pt x="14499" y="21600"/>
                        <a:pt x="14803" y="21600"/>
                        <a:pt x="15107" y="21600"/>
                      </a:cubicBezTo>
                      <a:cubicBezTo>
                        <a:pt x="15411" y="21600"/>
                        <a:pt x="15716" y="21600"/>
                        <a:pt x="16020" y="21600"/>
                      </a:cubicBezTo>
                      <a:cubicBezTo>
                        <a:pt x="16020" y="21600"/>
                        <a:pt x="16020" y="21600"/>
                        <a:pt x="16020" y="21600"/>
                      </a:cubicBezTo>
                      <a:cubicBezTo>
                        <a:pt x="16628" y="21600"/>
                        <a:pt x="17237" y="21600"/>
                        <a:pt x="17541" y="21327"/>
                      </a:cubicBezTo>
                      <a:cubicBezTo>
                        <a:pt x="18454" y="20780"/>
                        <a:pt x="18758" y="19686"/>
                        <a:pt x="18758" y="19139"/>
                      </a:cubicBezTo>
                      <a:cubicBezTo>
                        <a:pt x="18758" y="18866"/>
                        <a:pt x="18758" y="18592"/>
                        <a:pt x="18758" y="18319"/>
                      </a:cubicBezTo>
                      <a:cubicBezTo>
                        <a:pt x="18758" y="17772"/>
                        <a:pt x="18758" y="17499"/>
                        <a:pt x="18758" y="17499"/>
                      </a:cubicBezTo>
                      <a:cubicBezTo>
                        <a:pt x="18758" y="17225"/>
                        <a:pt x="19062" y="17225"/>
                        <a:pt x="19062" y="16952"/>
                      </a:cubicBezTo>
                      <a:cubicBezTo>
                        <a:pt x="19366" y="16952"/>
                        <a:pt x="19671" y="16678"/>
                        <a:pt x="19671" y="16405"/>
                      </a:cubicBezTo>
                      <a:cubicBezTo>
                        <a:pt x="20583" y="15585"/>
                        <a:pt x="20279" y="14765"/>
                        <a:pt x="20279" y="13944"/>
                      </a:cubicBezTo>
                      <a:cubicBezTo>
                        <a:pt x="20279" y="13944"/>
                        <a:pt x="20279" y="13671"/>
                        <a:pt x="20279" y="13671"/>
                      </a:cubicBezTo>
                      <a:cubicBezTo>
                        <a:pt x="19975" y="13124"/>
                        <a:pt x="19975" y="12851"/>
                        <a:pt x="19975" y="12577"/>
                      </a:cubicBezTo>
                      <a:cubicBezTo>
                        <a:pt x="20279" y="12304"/>
                        <a:pt x="20279" y="12030"/>
                        <a:pt x="20583" y="11484"/>
                      </a:cubicBezTo>
                      <a:cubicBezTo>
                        <a:pt x="20583" y="11210"/>
                        <a:pt x="20888" y="10937"/>
                        <a:pt x="20888" y="10663"/>
                      </a:cubicBezTo>
                      <a:cubicBezTo>
                        <a:pt x="21496" y="9296"/>
                        <a:pt x="21192" y="8203"/>
                        <a:pt x="20888" y="7109"/>
                      </a:cubicBezTo>
                      <a:close/>
                      <a:moveTo>
                        <a:pt x="6893" y="6835"/>
                      </a:moveTo>
                      <a:cubicBezTo>
                        <a:pt x="6893" y="7109"/>
                        <a:pt x="6893" y="7109"/>
                        <a:pt x="6893" y="7382"/>
                      </a:cubicBezTo>
                      <a:cubicBezTo>
                        <a:pt x="6893" y="7382"/>
                        <a:pt x="6893" y="7109"/>
                        <a:pt x="6893" y="7109"/>
                      </a:cubicBezTo>
                      <a:cubicBezTo>
                        <a:pt x="6893" y="7109"/>
                        <a:pt x="6893" y="6835"/>
                        <a:pt x="6893" y="6835"/>
                      </a:cubicBezTo>
                      <a:cubicBezTo>
                        <a:pt x="6893" y="6835"/>
                        <a:pt x="6893" y="6835"/>
                        <a:pt x="6893" y="6835"/>
                      </a:cubicBezTo>
                      <a:close/>
                      <a:moveTo>
                        <a:pt x="10544" y="4375"/>
                      </a:moveTo>
                      <a:cubicBezTo>
                        <a:pt x="10544" y="4375"/>
                        <a:pt x="10544" y="4375"/>
                        <a:pt x="10544" y="4375"/>
                      </a:cubicBezTo>
                      <a:cubicBezTo>
                        <a:pt x="10544" y="4375"/>
                        <a:pt x="10544" y="4648"/>
                        <a:pt x="10544" y="4648"/>
                      </a:cubicBezTo>
                      <a:cubicBezTo>
                        <a:pt x="10544" y="4648"/>
                        <a:pt x="10544" y="4375"/>
                        <a:pt x="10544" y="4375"/>
                      </a:cubicBezTo>
                      <a:close/>
                      <a:moveTo>
                        <a:pt x="12978" y="8203"/>
                      </a:moveTo>
                      <a:cubicBezTo>
                        <a:pt x="12673" y="7929"/>
                        <a:pt x="12369" y="7929"/>
                        <a:pt x="12065" y="7656"/>
                      </a:cubicBezTo>
                      <a:cubicBezTo>
                        <a:pt x="12065" y="7382"/>
                        <a:pt x="12065" y="7382"/>
                        <a:pt x="11761" y="7109"/>
                      </a:cubicBezTo>
                      <a:cubicBezTo>
                        <a:pt x="11457" y="6835"/>
                        <a:pt x="11152" y="6289"/>
                        <a:pt x="11152" y="6015"/>
                      </a:cubicBezTo>
                      <a:cubicBezTo>
                        <a:pt x="10848" y="5742"/>
                        <a:pt x="10848" y="5742"/>
                        <a:pt x="10848" y="5468"/>
                      </a:cubicBezTo>
                      <a:cubicBezTo>
                        <a:pt x="10848" y="5468"/>
                        <a:pt x="10848" y="5195"/>
                        <a:pt x="10848" y="4922"/>
                      </a:cubicBezTo>
                      <a:cubicBezTo>
                        <a:pt x="10848" y="5195"/>
                        <a:pt x="10848" y="5195"/>
                        <a:pt x="10848" y="5468"/>
                      </a:cubicBezTo>
                      <a:cubicBezTo>
                        <a:pt x="11152" y="5742"/>
                        <a:pt x="11761" y="6015"/>
                        <a:pt x="12065" y="6015"/>
                      </a:cubicBezTo>
                      <a:cubicBezTo>
                        <a:pt x="12065" y="6289"/>
                        <a:pt x="12065" y="6289"/>
                        <a:pt x="12065" y="6289"/>
                      </a:cubicBezTo>
                      <a:cubicBezTo>
                        <a:pt x="12978" y="6289"/>
                        <a:pt x="12978" y="7382"/>
                        <a:pt x="12978" y="820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05" name="Shape">
                  <a:extLst>
                    <a:ext uri="{FF2B5EF4-FFF2-40B4-BE49-F238E27FC236}">
                      <a16:creationId xmlns:a16="http://schemas.microsoft.com/office/drawing/2014/main" id="{03773875-DDE8-45AA-A734-9106125CB17B}"/>
                    </a:ext>
                  </a:extLst>
                </p:cNvPr>
                <p:cNvSpPr/>
                <p:nvPr/>
              </p:nvSpPr>
              <p:spPr>
                <a:xfrm>
                  <a:off x="900284" y="602836"/>
                  <a:ext cx="3894869" cy="224749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4" h="21600" extrusionOk="0">
                      <a:moveTo>
                        <a:pt x="21575" y="14176"/>
                      </a:moveTo>
                      <a:cubicBezTo>
                        <a:pt x="21600" y="14058"/>
                        <a:pt x="21600" y="13900"/>
                        <a:pt x="21575" y="13781"/>
                      </a:cubicBezTo>
                      <a:cubicBezTo>
                        <a:pt x="21525" y="13702"/>
                        <a:pt x="21500" y="13584"/>
                        <a:pt x="21425" y="13505"/>
                      </a:cubicBezTo>
                      <a:cubicBezTo>
                        <a:pt x="21425" y="13505"/>
                        <a:pt x="21400" y="13505"/>
                        <a:pt x="21400" y="13465"/>
                      </a:cubicBezTo>
                      <a:cubicBezTo>
                        <a:pt x="21400" y="13465"/>
                        <a:pt x="21375" y="13465"/>
                        <a:pt x="21375" y="13426"/>
                      </a:cubicBezTo>
                      <a:cubicBezTo>
                        <a:pt x="21375" y="13426"/>
                        <a:pt x="21400" y="13386"/>
                        <a:pt x="21425" y="13386"/>
                      </a:cubicBezTo>
                      <a:cubicBezTo>
                        <a:pt x="21475" y="13229"/>
                        <a:pt x="21475" y="13031"/>
                        <a:pt x="21375" y="12873"/>
                      </a:cubicBezTo>
                      <a:cubicBezTo>
                        <a:pt x="21350" y="12794"/>
                        <a:pt x="21300" y="12794"/>
                        <a:pt x="21250" y="12755"/>
                      </a:cubicBezTo>
                      <a:cubicBezTo>
                        <a:pt x="21225" y="12755"/>
                        <a:pt x="21200" y="12755"/>
                        <a:pt x="21200" y="12755"/>
                      </a:cubicBezTo>
                      <a:cubicBezTo>
                        <a:pt x="21200" y="12715"/>
                        <a:pt x="21200" y="12715"/>
                        <a:pt x="21200" y="12676"/>
                      </a:cubicBezTo>
                      <a:cubicBezTo>
                        <a:pt x="21200" y="12636"/>
                        <a:pt x="21200" y="12557"/>
                        <a:pt x="21175" y="12478"/>
                      </a:cubicBezTo>
                      <a:cubicBezTo>
                        <a:pt x="21149" y="12439"/>
                        <a:pt x="21074" y="12439"/>
                        <a:pt x="21049" y="12439"/>
                      </a:cubicBezTo>
                      <a:cubicBezTo>
                        <a:pt x="21049" y="12439"/>
                        <a:pt x="21049" y="12439"/>
                        <a:pt x="21049" y="12439"/>
                      </a:cubicBezTo>
                      <a:cubicBezTo>
                        <a:pt x="21024" y="12439"/>
                        <a:pt x="20999" y="12439"/>
                        <a:pt x="20999" y="12439"/>
                      </a:cubicBezTo>
                      <a:cubicBezTo>
                        <a:pt x="20974" y="12439"/>
                        <a:pt x="20974" y="12439"/>
                        <a:pt x="20974" y="12439"/>
                      </a:cubicBezTo>
                      <a:cubicBezTo>
                        <a:pt x="20974" y="12439"/>
                        <a:pt x="20974" y="12439"/>
                        <a:pt x="20974" y="12439"/>
                      </a:cubicBezTo>
                      <a:cubicBezTo>
                        <a:pt x="20949" y="12439"/>
                        <a:pt x="20949" y="12399"/>
                        <a:pt x="20949" y="12360"/>
                      </a:cubicBezTo>
                      <a:cubicBezTo>
                        <a:pt x="20924" y="12360"/>
                        <a:pt x="20899" y="12320"/>
                        <a:pt x="20874" y="12281"/>
                      </a:cubicBezTo>
                      <a:cubicBezTo>
                        <a:pt x="20874" y="12241"/>
                        <a:pt x="20849" y="12241"/>
                        <a:pt x="20849" y="12241"/>
                      </a:cubicBezTo>
                      <a:cubicBezTo>
                        <a:pt x="20849" y="12241"/>
                        <a:pt x="20849" y="12241"/>
                        <a:pt x="20849" y="12241"/>
                      </a:cubicBezTo>
                      <a:cubicBezTo>
                        <a:pt x="20849" y="12202"/>
                        <a:pt x="20874" y="12123"/>
                        <a:pt x="20874" y="12083"/>
                      </a:cubicBezTo>
                      <a:cubicBezTo>
                        <a:pt x="20924" y="11965"/>
                        <a:pt x="20924" y="11965"/>
                        <a:pt x="20924" y="11965"/>
                      </a:cubicBezTo>
                      <a:cubicBezTo>
                        <a:pt x="20849" y="11925"/>
                        <a:pt x="20849" y="11925"/>
                        <a:pt x="20849" y="11925"/>
                      </a:cubicBezTo>
                      <a:cubicBezTo>
                        <a:pt x="20799" y="11886"/>
                        <a:pt x="20774" y="11886"/>
                        <a:pt x="20749" y="11886"/>
                      </a:cubicBezTo>
                      <a:cubicBezTo>
                        <a:pt x="20724" y="11886"/>
                        <a:pt x="20674" y="11886"/>
                        <a:pt x="20674" y="11886"/>
                      </a:cubicBezTo>
                      <a:cubicBezTo>
                        <a:pt x="20649" y="11886"/>
                        <a:pt x="20624" y="11886"/>
                        <a:pt x="20624" y="11886"/>
                      </a:cubicBezTo>
                      <a:cubicBezTo>
                        <a:pt x="20624" y="11846"/>
                        <a:pt x="20624" y="11807"/>
                        <a:pt x="20624" y="11807"/>
                      </a:cubicBezTo>
                      <a:cubicBezTo>
                        <a:pt x="20624" y="11728"/>
                        <a:pt x="20599" y="11531"/>
                        <a:pt x="20449" y="11531"/>
                      </a:cubicBezTo>
                      <a:cubicBezTo>
                        <a:pt x="20399" y="11531"/>
                        <a:pt x="20349" y="11570"/>
                        <a:pt x="20324" y="11610"/>
                      </a:cubicBezTo>
                      <a:cubicBezTo>
                        <a:pt x="20298" y="11610"/>
                        <a:pt x="20273" y="11649"/>
                        <a:pt x="20273" y="11649"/>
                      </a:cubicBezTo>
                      <a:cubicBezTo>
                        <a:pt x="20273" y="11649"/>
                        <a:pt x="20248" y="11610"/>
                        <a:pt x="20223" y="11570"/>
                      </a:cubicBezTo>
                      <a:cubicBezTo>
                        <a:pt x="20198" y="11531"/>
                        <a:pt x="20198" y="11491"/>
                        <a:pt x="20173" y="11452"/>
                      </a:cubicBezTo>
                      <a:cubicBezTo>
                        <a:pt x="20123" y="11412"/>
                        <a:pt x="20048" y="11412"/>
                        <a:pt x="20023" y="11412"/>
                      </a:cubicBezTo>
                      <a:cubicBezTo>
                        <a:pt x="19973" y="11412"/>
                        <a:pt x="19973" y="11412"/>
                        <a:pt x="19973" y="11412"/>
                      </a:cubicBezTo>
                      <a:cubicBezTo>
                        <a:pt x="19948" y="11412"/>
                        <a:pt x="19923" y="11412"/>
                        <a:pt x="19923" y="11412"/>
                      </a:cubicBezTo>
                      <a:cubicBezTo>
                        <a:pt x="19873" y="11373"/>
                        <a:pt x="19848" y="11333"/>
                        <a:pt x="19823" y="11215"/>
                      </a:cubicBezTo>
                      <a:cubicBezTo>
                        <a:pt x="19798" y="11096"/>
                        <a:pt x="19773" y="10978"/>
                        <a:pt x="19698" y="10899"/>
                      </a:cubicBezTo>
                      <a:cubicBezTo>
                        <a:pt x="19673" y="10899"/>
                        <a:pt x="19673" y="10899"/>
                        <a:pt x="19648" y="10899"/>
                      </a:cubicBezTo>
                      <a:cubicBezTo>
                        <a:pt x="19648" y="10859"/>
                        <a:pt x="19648" y="10820"/>
                        <a:pt x="19648" y="10820"/>
                      </a:cubicBezTo>
                      <a:cubicBezTo>
                        <a:pt x="19623" y="10780"/>
                        <a:pt x="19598" y="10662"/>
                        <a:pt x="19498" y="10662"/>
                      </a:cubicBezTo>
                      <a:cubicBezTo>
                        <a:pt x="19498" y="10662"/>
                        <a:pt x="19473" y="10662"/>
                        <a:pt x="19448" y="10662"/>
                      </a:cubicBezTo>
                      <a:cubicBezTo>
                        <a:pt x="19422" y="10701"/>
                        <a:pt x="19397" y="10701"/>
                        <a:pt x="19397" y="10741"/>
                      </a:cubicBezTo>
                      <a:cubicBezTo>
                        <a:pt x="19397" y="10741"/>
                        <a:pt x="19397" y="10741"/>
                        <a:pt x="19397" y="10701"/>
                      </a:cubicBezTo>
                      <a:cubicBezTo>
                        <a:pt x="19372" y="10662"/>
                        <a:pt x="19322" y="10662"/>
                        <a:pt x="19297" y="10583"/>
                      </a:cubicBezTo>
                      <a:cubicBezTo>
                        <a:pt x="19297" y="10583"/>
                        <a:pt x="19297" y="10583"/>
                        <a:pt x="19272" y="10583"/>
                      </a:cubicBezTo>
                      <a:cubicBezTo>
                        <a:pt x="19297" y="10583"/>
                        <a:pt x="19322" y="10583"/>
                        <a:pt x="19322" y="10583"/>
                      </a:cubicBezTo>
                      <a:cubicBezTo>
                        <a:pt x="19347" y="10583"/>
                        <a:pt x="19372" y="10583"/>
                        <a:pt x="19397" y="10583"/>
                      </a:cubicBezTo>
                      <a:cubicBezTo>
                        <a:pt x="19448" y="10543"/>
                        <a:pt x="19498" y="10504"/>
                        <a:pt x="19523" y="10385"/>
                      </a:cubicBezTo>
                      <a:cubicBezTo>
                        <a:pt x="19548" y="10306"/>
                        <a:pt x="19523" y="10188"/>
                        <a:pt x="19498" y="10109"/>
                      </a:cubicBezTo>
                      <a:cubicBezTo>
                        <a:pt x="19448" y="9990"/>
                        <a:pt x="19372" y="9951"/>
                        <a:pt x="19297" y="9912"/>
                      </a:cubicBezTo>
                      <a:cubicBezTo>
                        <a:pt x="19222" y="9872"/>
                        <a:pt x="19172" y="9833"/>
                        <a:pt x="19147" y="9754"/>
                      </a:cubicBezTo>
                      <a:cubicBezTo>
                        <a:pt x="19147" y="9714"/>
                        <a:pt x="19147" y="9714"/>
                        <a:pt x="19147" y="9714"/>
                      </a:cubicBezTo>
                      <a:cubicBezTo>
                        <a:pt x="19147" y="9635"/>
                        <a:pt x="19222" y="9596"/>
                        <a:pt x="19272" y="9596"/>
                      </a:cubicBezTo>
                      <a:cubicBezTo>
                        <a:pt x="19322" y="9556"/>
                        <a:pt x="19347" y="9556"/>
                        <a:pt x="19372" y="9517"/>
                      </a:cubicBezTo>
                      <a:cubicBezTo>
                        <a:pt x="19422" y="9477"/>
                        <a:pt x="19422" y="9477"/>
                        <a:pt x="19422" y="9477"/>
                      </a:cubicBezTo>
                      <a:cubicBezTo>
                        <a:pt x="19422" y="9477"/>
                        <a:pt x="19448" y="9477"/>
                        <a:pt x="19448" y="9438"/>
                      </a:cubicBezTo>
                      <a:cubicBezTo>
                        <a:pt x="19448" y="9438"/>
                        <a:pt x="19448" y="9477"/>
                        <a:pt x="19498" y="9477"/>
                      </a:cubicBezTo>
                      <a:cubicBezTo>
                        <a:pt x="19498" y="9517"/>
                        <a:pt x="19498" y="9517"/>
                        <a:pt x="19498" y="9517"/>
                      </a:cubicBezTo>
                      <a:cubicBezTo>
                        <a:pt x="19573" y="9596"/>
                        <a:pt x="19623" y="9675"/>
                        <a:pt x="19723" y="9754"/>
                      </a:cubicBezTo>
                      <a:cubicBezTo>
                        <a:pt x="19748" y="9793"/>
                        <a:pt x="19748" y="9793"/>
                        <a:pt x="19773" y="9793"/>
                      </a:cubicBezTo>
                      <a:cubicBezTo>
                        <a:pt x="19823" y="9833"/>
                        <a:pt x="19848" y="9833"/>
                        <a:pt x="19873" y="9912"/>
                      </a:cubicBezTo>
                      <a:cubicBezTo>
                        <a:pt x="19898" y="9912"/>
                        <a:pt x="19898" y="9912"/>
                        <a:pt x="19898" y="9912"/>
                      </a:cubicBezTo>
                      <a:cubicBezTo>
                        <a:pt x="19948" y="9990"/>
                        <a:pt x="19998" y="10109"/>
                        <a:pt x="20073" y="10109"/>
                      </a:cubicBezTo>
                      <a:cubicBezTo>
                        <a:pt x="20098" y="10109"/>
                        <a:pt x="20123" y="10109"/>
                        <a:pt x="20148" y="10069"/>
                      </a:cubicBezTo>
                      <a:cubicBezTo>
                        <a:pt x="20148" y="10188"/>
                        <a:pt x="20148" y="10306"/>
                        <a:pt x="20198" y="10346"/>
                      </a:cubicBezTo>
                      <a:cubicBezTo>
                        <a:pt x="20248" y="10425"/>
                        <a:pt x="20324" y="10464"/>
                        <a:pt x="20374" y="10504"/>
                      </a:cubicBezTo>
                      <a:cubicBezTo>
                        <a:pt x="20399" y="10504"/>
                        <a:pt x="20424" y="10504"/>
                        <a:pt x="20424" y="10504"/>
                      </a:cubicBezTo>
                      <a:cubicBezTo>
                        <a:pt x="20474" y="10543"/>
                        <a:pt x="20524" y="10583"/>
                        <a:pt x="20574" y="10662"/>
                      </a:cubicBezTo>
                      <a:cubicBezTo>
                        <a:pt x="20674" y="10859"/>
                        <a:pt x="20774" y="10978"/>
                        <a:pt x="20974" y="10978"/>
                      </a:cubicBezTo>
                      <a:cubicBezTo>
                        <a:pt x="21099" y="10978"/>
                        <a:pt x="21200" y="10938"/>
                        <a:pt x="21250" y="10820"/>
                      </a:cubicBezTo>
                      <a:cubicBezTo>
                        <a:pt x="21275" y="10741"/>
                        <a:pt x="21300" y="10662"/>
                        <a:pt x="21250" y="10504"/>
                      </a:cubicBezTo>
                      <a:cubicBezTo>
                        <a:pt x="21225" y="10385"/>
                        <a:pt x="21225" y="10385"/>
                        <a:pt x="21225" y="10385"/>
                      </a:cubicBezTo>
                      <a:cubicBezTo>
                        <a:pt x="21200" y="10267"/>
                        <a:pt x="21149" y="10069"/>
                        <a:pt x="21099" y="9951"/>
                      </a:cubicBezTo>
                      <a:cubicBezTo>
                        <a:pt x="21124" y="9951"/>
                        <a:pt x="21124" y="9951"/>
                        <a:pt x="21149" y="9951"/>
                      </a:cubicBezTo>
                      <a:cubicBezTo>
                        <a:pt x="21175" y="9951"/>
                        <a:pt x="21175" y="9951"/>
                        <a:pt x="21200" y="9912"/>
                      </a:cubicBezTo>
                      <a:cubicBezTo>
                        <a:pt x="21275" y="9872"/>
                        <a:pt x="21300" y="9754"/>
                        <a:pt x="21325" y="9675"/>
                      </a:cubicBezTo>
                      <a:cubicBezTo>
                        <a:pt x="21325" y="9635"/>
                        <a:pt x="21325" y="9596"/>
                        <a:pt x="21350" y="9556"/>
                      </a:cubicBezTo>
                      <a:cubicBezTo>
                        <a:pt x="21400" y="9438"/>
                        <a:pt x="21400" y="9359"/>
                        <a:pt x="21350" y="9240"/>
                      </a:cubicBezTo>
                      <a:cubicBezTo>
                        <a:pt x="21350" y="9240"/>
                        <a:pt x="21325" y="9240"/>
                        <a:pt x="21325" y="9201"/>
                      </a:cubicBezTo>
                      <a:cubicBezTo>
                        <a:pt x="21325" y="9201"/>
                        <a:pt x="21350" y="9161"/>
                        <a:pt x="21350" y="9122"/>
                      </a:cubicBezTo>
                      <a:cubicBezTo>
                        <a:pt x="21375" y="9082"/>
                        <a:pt x="21400" y="9043"/>
                        <a:pt x="21375" y="8964"/>
                      </a:cubicBezTo>
                      <a:cubicBezTo>
                        <a:pt x="21350" y="8885"/>
                        <a:pt x="21300" y="8845"/>
                        <a:pt x="21275" y="8806"/>
                      </a:cubicBezTo>
                      <a:cubicBezTo>
                        <a:pt x="21250" y="8806"/>
                        <a:pt x="21250" y="8806"/>
                        <a:pt x="21250" y="8806"/>
                      </a:cubicBezTo>
                      <a:cubicBezTo>
                        <a:pt x="21225" y="8766"/>
                        <a:pt x="21225" y="8766"/>
                        <a:pt x="21200" y="8727"/>
                      </a:cubicBezTo>
                      <a:cubicBezTo>
                        <a:pt x="21300" y="8727"/>
                        <a:pt x="21350" y="8648"/>
                        <a:pt x="21375" y="8608"/>
                      </a:cubicBezTo>
                      <a:cubicBezTo>
                        <a:pt x="21400" y="8490"/>
                        <a:pt x="21400" y="8411"/>
                        <a:pt x="21375" y="8332"/>
                      </a:cubicBezTo>
                      <a:cubicBezTo>
                        <a:pt x="21375" y="8293"/>
                        <a:pt x="21375" y="8253"/>
                        <a:pt x="21375" y="8253"/>
                      </a:cubicBezTo>
                      <a:cubicBezTo>
                        <a:pt x="21375" y="8214"/>
                        <a:pt x="21400" y="8214"/>
                        <a:pt x="21400" y="8174"/>
                      </a:cubicBezTo>
                      <a:cubicBezTo>
                        <a:pt x="21425" y="8095"/>
                        <a:pt x="21475" y="7898"/>
                        <a:pt x="21325" y="7779"/>
                      </a:cubicBezTo>
                      <a:cubicBezTo>
                        <a:pt x="21275" y="7740"/>
                        <a:pt x="21225" y="7740"/>
                        <a:pt x="21200" y="7700"/>
                      </a:cubicBezTo>
                      <a:cubicBezTo>
                        <a:pt x="21149" y="7700"/>
                        <a:pt x="21124" y="7700"/>
                        <a:pt x="21099" y="7661"/>
                      </a:cubicBezTo>
                      <a:cubicBezTo>
                        <a:pt x="21074" y="7661"/>
                        <a:pt x="21074" y="7661"/>
                        <a:pt x="21074" y="7661"/>
                      </a:cubicBezTo>
                      <a:cubicBezTo>
                        <a:pt x="21024" y="7621"/>
                        <a:pt x="20999" y="7582"/>
                        <a:pt x="20949" y="7582"/>
                      </a:cubicBezTo>
                      <a:cubicBezTo>
                        <a:pt x="20899" y="7582"/>
                        <a:pt x="20849" y="7621"/>
                        <a:pt x="20799" y="7700"/>
                      </a:cubicBezTo>
                      <a:cubicBezTo>
                        <a:pt x="20774" y="7740"/>
                        <a:pt x="20749" y="7779"/>
                        <a:pt x="20749" y="7819"/>
                      </a:cubicBezTo>
                      <a:cubicBezTo>
                        <a:pt x="20699" y="7858"/>
                        <a:pt x="20674" y="7937"/>
                        <a:pt x="20649" y="7937"/>
                      </a:cubicBezTo>
                      <a:cubicBezTo>
                        <a:pt x="20649" y="7898"/>
                        <a:pt x="20649" y="7898"/>
                        <a:pt x="20649" y="7858"/>
                      </a:cubicBezTo>
                      <a:cubicBezTo>
                        <a:pt x="20649" y="7740"/>
                        <a:pt x="20649" y="7621"/>
                        <a:pt x="20599" y="7542"/>
                      </a:cubicBezTo>
                      <a:cubicBezTo>
                        <a:pt x="20574" y="7503"/>
                        <a:pt x="20549" y="7463"/>
                        <a:pt x="20499" y="7463"/>
                      </a:cubicBezTo>
                      <a:cubicBezTo>
                        <a:pt x="20499" y="7463"/>
                        <a:pt x="20474" y="7463"/>
                        <a:pt x="20474" y="7503"/>
                      </a:cubicBezTo>
                      <a:cubicBezTo>
                        <a:pt x="20424" y="7503"/>
                        <a:pt x="20374" y="7542"/>
                        <a:pt x="20324" y="7621"/>
                      </a:cubicBezTo>
                      <a:cubicBezTo>
                        <a:pt x="20298" y="7621"/>
                        <a:pt x="20273" y="7661"/>
                        <a:pt x="20273" y="7661"/>
                      </a:cubicBezTo>
                      <a:cubicBezTo>
                        <a:pt x="20273" y="7661"/>
                        <a:pt x="20273" y="7661"/>
                        <a:pt x="20273" y="7661"/>
                      </a:cubicBezTo>
                      <a:cubicBezTo>
                        <a:pt x="20248" y="7661"/>
                        <a:pt x="20223" y="7621"/>
                        <a:pt x="20198" y="7542"/>
                      </a:cubicBezTo>
                      <a:cubicBezTo>
                        <a:pt x="20173" y="7542"/>
                        <a:pt x="20173" y="7503"/>
                        <a:pt x="20148" y="7463"/>
                      </a:cubicBezTo>
                      <a:cubicBezTo>
                        <a:pt x="20073" y="7345"/>
                        <a:pt x="19998" y="7226"/>
                        <a:pt x="19923" y="7147"/>
                      </a:cubicBezTo>
                      <a:cubicBezTo>
                        <a:pt x="19923" y="7147"/>
                        <a:pt x="19923" y="7147"/>
                        <a:pt x="19923" y="7147"/>
                      </a:cubicBezTo>
                      <a:cubicBezTo>
                        <a:pt x="19898" y="7108"/>
                        <a:pt x="19848" y="7029"/>
                        <a:pt x="19773" y="7029"/>
                      </a:cubicBezTo>
                      <a:cubicBezTo>
                        <a:pt x="19773" y="7029"/>
                        <a:pt x="19748" y="7029"/>
                        <a:pt x="19748" y="7029"/>
                      </a:cubicBezTo>
                      <a:cubicBezTo>
                        <a:pt x="19723" y="7068"/>
                        <a:pt x="19698" y="7068"/>
                        <a:pt x="19673" y="7108"/>
                      </a:cubicBezTo>
                      <a:cubicBezTo>
                        <a:pt x="19648" y="6989"/>
                        <a:pt x="19648" y="6910"/>
                        <a:pt x="19598" y="6871"/>
                      </a:cubicBezTo>
                      <a:cubicBezTo>
                        <a:pt x="19573" y="6871"/>
                        <a:pt x="19573" y="6871"/>
                        <a:pt x="19573" y="6871"/>
                      </a:cubicBezTo>
                      <a:cubicBezTo>
                        <a:pt x="19573" y="6871"/>
                        <a:pt x="19573" y="6871"/>
                        <a:pt x="19573" y="6871"/>
                      </a:cubicBezTo>
                      <a:cubicBezTo>
                        <a:pt x="19523" y="6871"/>
                        <a:pt x="19473" y="6950"/>
                        <a:pt x="19422" y="6989"/>
                      </a:cubicBezTo>
                      <a:cubicBezTo>
                        <a:pt x="19422" y="7029"/>
                        <a:pt x="19397" y="7068"/>
                        <a:pt x="19372" y="7068"/>
                      </a:cubicBezTo>
                      <a:cubicBezTo>
                        <a:pt x="19372" y="7068"/>
                        <a:pt x="19372" y="7068"/>
                        <a:pt x="19372" y="7068"/>
                      </a:cubicBezTo>
                      <a:cubicBezTo>
                        <a:pt x="19347" y="7068"/>
                        <a:pt x="19347" y="7068"/>
                        <a:pt x="19322" y="7068"/>
                      </a:cubicBezTo>
                      <a:cubicBezTo>
                        <a:pt x="19322" y="7068"/>
                        <a:pt x="19297" y="7068"/>
                        <a:pt x="19297" y="7068"/>
                      </a:cubicBezTo>
                      <a:cubicBezTo>
                        <a:pt x="19272" y="7068"/>
                        <a:pt x="19247" y="7108"/>
                        <a:pt x="19222" y="7108"/>
                      </a:cubicBezTo>
                      <a:cubicBezTo>
                        <a:pt x="19197" y="7108"/>
                        <a:pt x="19197" y="7108"/>
                        <a:pt x="19172" y="7147"/>
                      </a:cubicBezTo>
                      <a:cubicBezTo>
                        <a:pt x="19172" y="7147"/>
                        <a:pt x="19147" y="7147"/>
                        <a:pt x="19147" y="7147"/>
                      </a:cubicBezTo>
                      <a:cubicBezTo>
                        <a:pt x="19122" y="7147"/>
                        <a:pt x="19097" y="7147"/>
                        <a:pt x="19072" y="7108"/>
                      </a:cubicBezTo>
                      <a:cubicBezTo>
                        <a:pt x="19072" y="7108"/>
                        <a:pt x="19047" y="7108"/>
                        <a:pt x="19022" y="7068"/>
                      </a:cubicBezTo>
                      <a:cubicBezTo>
                        <a:pt x="18897" y="7029"/>
                        <a:pt x="18797" y="6950"/>
                        <a:pt x="18697" y="6831"/>
                      </a:cubicBezTo>
                      <a:cubicBezTo>
                        <a:pt x="18672" y="6831"/>
                        <a:pt x="18672" y="6831"/>
                        <a:pt x="18672" y="6831"/>
                      </a:cubicBezTo>
                      <a:cubicBezTo>
                        <a:pt x="18571" y="6752"/>
                        <a:pt x="18471" y="6713"/>
                        <a:pt x="18396" y="6673"/>
                      </a:cubicBezTo>
                      <a:cubicBezTo>
                        <a:pt x="18346" y="6673"/>
                        <a:pt x="18296" y="6634"/>
                        <a:pt x="18246" y="6634"/>
                      </a:cubicBezTo>
                      <a:cubicBezTo>
                        <a:pt x="18196" y="6595"/>
                        <a:pt x="18171" y="6516"/>
                        <a:pt x="18196" y="6437"/>
                      </a:cubicBezTo>
                      <a:cubicBezTo>
                        <a:pt x="18196" y="6437"/>
                        <a:pt x="18221" y="6358"/>
                        <a:pt x="18221" y="6358"/>
                      </a:cubicBezTo>
                      <a:cubicBezTo>
                        <a:pt x="18271" y="6279"/>
                        <a:pt x="18346" y="6160"/>
                        <a:pt x="18296" y="6002"/>
                      </a:cubicBezTo>
                      <a:cubicBezTo>
                        <a:pt x="18296" y="5963"/>
                        <a:pt x="18271" y="5963"/>
                        <a:pt x="18271" y="5923"/>
                      </a:cubicBezTo>
                      <a:cubicBezTo>
                        <a:pt x="18296" y="5923"/>
                        <a:pt x="18346" y="5884"/>
                        <a:pt x="18371" y="5884"/>
                      </a:cubicBezTo>
                      <a:cubicBezTo>
                        <a:pt x="18421" y="5884"/>
                        <a:pt x="18446" y="5884"/>
                        <a:pt x="18471" y="5844"/>
                      </a:cubicBezTo>
                      <a:cubicBezTo>
                        <a:pt x="18571" y="5805"/>
                        <a:pt x="18647" y="5647"/>
                        <a:pt x="18647" y="5528"/>
                      </a:cubicBezTo>
                      <a:cubicBezTo>
                        <a:pt x="18647" y="5410"/>
                        <a:pt x="18597" y="5291"/>
                        <a:pt x="18521" y="5212"/>
                      </a:cubicBezTo>
                      <a:cubicBezTo>
                        <a:pt x="18471" y="5173"/>
                        <a:pt x="18446" y="5173"/>
                        <a:pt x="18396" y="5173"/>
                      </a:cubicBezTo>
                      <a:cubicBezTo>
                        <a:pt x="18321" y="5173"/>
                        <a:pt x="18271" y="5212"/>
                        <a:pt x="18196" y="5252"/>
                      </a:cubicBezTo>
                      <a:cubicBezTo>
                        <a:pt x="18146" y="5291"/>
                        <a:pt x="18121" y="5331"/>
                        <a:pt x="18071" y="5331"/>
                      </a:cubicBezTo>
                      <a:cubicBezTo>
                        <a:pt x="18046" y="5331"/>
                        <a:pt x="18021" y="5331"/>
                        <a:pt x="17996" y="5331"/>
                      </a:cubicBezTo>
                      <a:cubicBezTo>
                        <a:pt x="17971" y="5331"/>
                        <a:pt x="17971" y="5331"/>
                        <a:pt x="17946" y="5331"/>
                      </a:cubicBezTo>
                      <a:cubicBezTo>
                        <a:pt x="17946" y="5331"/>
                        <a:pt x="17946" y="5331"/>
                        <a:pt x="17946" y="5331"/>
                      </a:cubicBezTo>
                      <a:cubicBezTo>
                        <a:pt x="17946" y="5331"/>
                        <a:pt x="17946" y="5331"/>
                        <a:pt x="17971" y="5291"/>
                      </a:cubicBezTo>
                      <a:cubicBezTo>
                        <a:pt x="17971" y="5212"/>
                        <a:pt x="18046" y="5094"/>
                        <a:pt x="18121" y="5094"/>
                      </a:cubicBezTo>
                      <a:cubicBezTo>
                        <a:pt x="18121" y="5094"/>
                        <a:pt x="18146" y="5094"/>
                        <a:pt x="18146" y="5094"/>
                      </a:cubicBezTo>
                      <a:cubicBezTo>
                        <a:pt x="18196" y="5094"/>
                        <a:pt x="18321" y="5094"/>
                        <a:pt x="18346" y="4936"/>
                      </a:cubicBezTo>
                      <a:cubicBezTo>
                        <a:pt x="18371" y="4778"/>
                        <a:pt x="18321" y="4620"/>
                        <a:pt x="18196" y="4423"/>
                      </a:cubicBezTo>
                      <a:cubicBezTo>
                        <a:pt x="18146" y="4383"/>
                        <a:pt x="17946" y="4186"/>
                        <a:pt x="17821" y="4186"/>
                      </a:cubicBezTo>
                      <a:cubicBezTo>
                        <a:pt x="17721" y="4186"/>
                        <a:pt x="17670" y="4265"/>
                        <a:pt x="17670" y="4462"/>
                      </a:cubicBezTo>
                      <a:cubicBezTo>
                        <a:pt x="17670" y="4462"/>
                        <a:pt x="17670" y="4502"/>
                        <a:pt x="17670" y="4541"/>
                      </a:cubicBezTo>
                      <a:cubicBezTo>
                        <a:pt x="17670" y="4541"/>
                        <a:pt x="17645" y="4502"/>
                        <a:pt x="17645" y="4502"/>
                      </a:cubicBezTo>
                      <a:cubicBezTo>
                        <a:pt x="17620" y="4462"/>
                        <a:pt x="17620" y="4423"/>
                        <a:pt x="17595" y="4423"/>
                      </a:cubicBezTo>
                      <a:cubicBezTo>
                        <a:pt x="17595" y="4383"/>
                        <a:pt x="17620" y="4304"/>
                        <a:pt x="17645" y="4304"/>
                      </a:cubicBezTo>
                      <a:cubicBezTo>
                        <a:pt x="17645" y="4265"/>
                        <a:pt x="17670" y="4265"/>
                        <a:pt x="17670" y="4225"/>
                      </a:cubicBezTo>
                      <a:cubicBezTo>
                        <a:pt x="17670" y="4225"/>
                        <a:pt x="17670" y="4225"/>
                        <a:pt x="17670" y="4225"/>
                      </a:cubicBezTo>
                      <a:cubicBezTo>
                        <a:pt x="17695" y="4146"/>
                        <a:pt x="17771" y="3988"/>
                        <a:pt x="17695" y="3830"/>
                      </a:cubicBezTo>
                      <a:cubicBezTo>
                        <a:pt x="17645" y="3751"/>
                        <a:pt x="17570" y="3751"/>
                        <a:pt x="17545" y="3751"/>
                      </a:cubicBezTo>
                      <a:cubicBezTo>
                        <a:pt x="17545" y="3751"/>
                        <a:pt x="17520" y="3751"/>
                        <a:pt x="17495" y="3751"/>
                      </a:cubicBezTo>
                      <a:cubicBezTo>
                        <a:pt x="17495" y="3751"/>
                        <a:pt x="17470" y="3751"/>
                        <a:pt x="17470" y="3751"/>
                      </a:cubicBezTo>
                      <a:cubicBezTo>
                        <a:pt x="17445" y="3751"/>
                        <a:pt x="17445" y="3751"/>
                        <a:pt x="17445" y="3751"/>
                      </a:cubicBezTo>
                      <a:cubicBezTo>
                        <a:pt x="17445" y="3751"/>
                        <a:pt x="17420" y="3712"/>
                        <a:pt x="17395" y="3712"/>
                      </a:cubicBezTo>
                      <a:cubicBezTo>
                        <a:pt x="17370" y="3672"/>
                        <a:pt x="17345" y="3633"/>
                        <a:pt x="17295" y="3633"/>
                      </a:cubicBezTo>
                      <a:cubicBezTo>
                        <a:pt x="17270" y="3633"/>
                        <a:pt x="17270" y="3633"/>
                        <a:pt x="17245" y="3672"/>
                      </a:cubicBezTo>
                      <a:cubicBezTo>
                        <a:pt x="17245" y="3672"/>
                        <a:pt x="17220" y="3672"/>
                        <a:pt x="17195" y="3712"/>
                      </a:cubicBezTo>
                      <a:cubicBezTo>
                        <a:pt x="17195" y="3672"/>
                        <a:pt x="17195" y="3672"/>
                        <a:pt x="17195" y="3672"/>
                      </a:cubicBezTo>
                      <a:cubicBezTo>
                        <a:pt x="17145" y="3672"/>
                        <a:pt x="17145" y="3672"/>
                        <a:pt x="17145" y="3672"/>
                      </a:cubicBezTo>
                      <a:cubicBezTo>
                        <a:pt x="17095" y="3672"/>
                        <a:pt x="17045" y="3712"/>
                        <a:pt x="16995" y="3751"/>
                      </a:cubicBezTo>
                      <a:cubicBezTo>
                        <a:pt x="16995" y="3751"/>
                        <a:pt x="16995" y="3751"/>
                        <a:pt x="16995" y="3751"/>
                      </a:cubicBezTo>
                      <a:cubicBezTo>
                        <a:pt x="16970" y="3791"/>
                        <a:pt x="16945" y="3830"/>
                        <a:pt x="16920" y="3830"/>
                      </a:cubicBezTo>
                      <a:cubicBezTo>
                        <a:pt x="16920" y="3870"/>
                        <a:pt x="16895" y="3870"/>
                        <a:pt x="16895" y="3909"/>
                      </a:cubicBezTo>
                      <a:cubicBezTo>
                        <a:pt x="16895" y="3909"/>
                        <a:pt x="16895" y="3870"/>
                        <a:pt x="16895" y="3870"/>
                      </a:cubicBezTo>
                      <a:cubicBezTo>
                        <a:pt x="16895" y="3791"/>
                        <a:pt x="16895" y="3554"/>
                        <a:pt x="16769" y="3475"/>
                      </a:cubicBezTo>
                      <a:cubicBezTo>
                        <a:pt x="16769" y="3475"/>
                        <a:pt x="16744" y="3475"/>
                        <a:pt x="16719" y="3475"/>
                      </a:cubicBezTo>
                      <a:cubicBezTo>
                        <a:pt x="16619" y="3475"/>
                        <a:pt x="16594" y="3633"/>
                        <a:pt x="16544" y="3751"/>
                      </a:cubicBezTo>
                      <a:cubicBezTo>
                        <a:pt x="16544" y="3791"/>
                        <a:pt x="16544" y="3830"/>
                        <a:pt x="16544" y="3830"/>
                      </a:cubicBezTo>
                      <a:cubicBezTo>
                        <a:pt x="16519" y="3870"/>
                        <a:pt x="16519" y="3909"/>
                        <a:pt x="16494" y="3909"/>
                      </a:cubicBezTo>
                      <a:cubicBezTo>
                        <a:pt x="16469" y="3988"/>
                        <a:pt x="16419" y="4107"/>
                        <a:pt x="16394" y="4107"/>
                      </a:cubicBezTo>
                      <a:cubicBezTo>
                        <a:pt x="16369" y="4107"/>
                        <a:pt x="16369" y="4107"/>
                        <a:pt x="16369" y="4107"/>
                      </a:cubicBezTo>
                      <a:cubicBezTo>
                        <a:pt x="16369" y="4107"/>
                        <a:pt x="16344" y="4067"/>
                        <a:pt x="16369" y="3988"/>
                      </a:cubicBezTo>
                      <a:cubicBezTo>
                        <a:pt x="16394" y="3870"/>
                        <a:pt x="16419" y="3830"/>
                        <a:pt x="16419" y="3791"/>
                      </a:cubicBezTo>
                      <a:cubicBezTo>
                        <a:pt x="16494" y="3751"/>
                        <a:pt x="16594" y="3633"/>
                        <a:pt x="16644" y="3435"/>
                      </a:cubicBezTo>
                      <a:cubicBezTo>
                        <a:pt x="16669" y="3356"/>
                        <a:pt x="16644" y="3278"/>
                        <a:pt x="16619" y="3238"/>
                      </a:cubicBezTo>
                      <a:cubicBezTo>
                        <a:pt x="16594" y="3159"/>
                        <a:pt x="16544" y="3120"/>
                        <a:pt x="16494" y="3080"/>
                      </a:cubicBezTo>
                      <a:cubicBezTo>
                        <a:pt x="16494" y="3080"/>
                        <a:pt x="16469" y="3080"/>
                        <a:pt x="16469" y="3080"/>
                      </a:cubicBezTo>
                      <a:cubicBezTo>
                        <a:pt x="16444" y="3080"/>
                        <a:pt x="16444" y="3041"/>
                        <a:pt x="16419" y="3041"/>
                      </a:cubicBezTo>
                      <a:cubicBezTo>
                        <a:pt x="16369" y="3001"/>
                        <a:pt x="16294" y="2922"/>
                        <a:pt x="16219" y="2922"/>
                      </a:cubicBezTo>
                      <a:cubicBezTo>
                        <a:pt x="16194" y="2883"/>
                        <a:pt x="16169" y="2883"/>
                        <a:pt x="16144" y="2883"/>
                      </a:cubicBezTo>
                      <a:cubicBezTo>
                        <a:pt x="16069" y="2883"/>
                        <a:pt x="16019" y="2922"/>
                        <a:pt x="15968" y="3001"/>
                      </a:cubicBezTo>
                      <a:cubicBezTo>
                        <a:pt x="15943" y="3080"/>
                        <a:pt x="15943" y="3159"/>
                        <a:pt x="15943" y="3238"/>
                      </a:cubicBezTo>
                      <a:cubicBezTo>
                        <a:pt x="15943" y="3278"/>
                        <a:pt x="15943" y="3317"/>
                        <a:pt x="15943" y="3356"/>
                      </a:cubicBezTo>
                      <a:cubicBezTo>
                        <a:pt x="15943" y="3396"/>
                        <a:pt x="15918" y="3435"/>
                        <a:pt x="15918" y="3435"/>
                      </a:cubicBezTo>
                      <a:cubicBezTo>
                        <a:pt x="15918" y="3435"/>
                        <a:pt x="15918" y="3396"/>
                        <a:pt x="15893" y="3396"/>
                      </a:cubicBezTo>
                      <a:cubicBezTo>
                        <a:pt x="15868" y="3238"/>
                        <a:pt x="15818" y="3041"/>
                        <a:pt x="15693" y="3001"/>
                      </a:cubicBezTo>
                      <a:cubicBezTo>
                        <a:pt x="15668" y="3001"/>
                        <a:pt x="15668" y="3001"/>
                        <a:pt x="15643" y="3001"/>
                      </a:cubicBezTo>
                      <a:cubicBezTo>
                        <a:pt x="15593" y="3001"/>
                        <a:pt x="15543" y="3041"/>
                        <a:pt x="15493" y="3080"/>
                      </a:cubicBezTo>
                      <a:cubicBezTo>
                        <a:pt x="15493" y="3080"/>
                        <a:pt x="15468" y="3120"/>
                        <a:pt x="15443" y="3120"/>
                      </a:cubicBezTo>
                      <a:cubicBezTo>
                        <a:pt x="15468" y="3120"/>
                        <a:pt x="15468" y="3080"/>
                        <a:pt x="15468" y="3041"/>
                      </a:cubicBezTo>
                      <a:cubicBezTo>
                        <a:pt x="15518" y="2962"/>
                        <a:pt x="15568" y="2843"/>
                        <a:pt x="15543" y="2764"/>
                      </a:cubicBezTo>
                      <a:cubicBezTo>
                        <a:pt x="15543" y="2527"/>
                        <a:pt x="15418" y="2488"/>
                        <a:pt x="15368" y="2488"/>
                      </a:cubicBezTo>
                      <a:cubicBezTo>
                        <a:pt x="15293" y="2488"/>
                        <a:pt x="15268" y="2448"/>
                        <a:pt x="15243" y="2409"/>
                      </a:cubicBezTo>
                      <a:cubicBezTo>
                        <a:pt x="15243" y="2369"/>
                        <a:pt x="15218" y="2330"/>
                        <a:pt x="15218" y="2290"/>
                      </a:cubicBezTo>
                      <a:cubicBezTo>
                        <a:pt x="15218" y="2211"/>
                        <a:pt x="15193" y="2172"/>
                        <a:pt x="15193" y="2132"/>
                      </a:cubicBezTo>
                      <a:cubicBezTo>
                        <a:pt x="15143" y="1974"/>
                        <a:pt x="15017" y="1856"/>
                        <a:pt x="14917" y="1816"/>
                      </a:cubicBezTo>
                      <a:cubicBezTo>
                        <a:pt x="14917" y="1816"/>
                        <a:pt x="14892" y="1816"/>
                        <a:pt x="14892" y="1816"/>
                      </a:cubicBezTo>
                      <a:cubicBezTo>
                        <a:pt x="14867" y="1816"/>
                        <a:pt x="14842" y="1816"/>
                        <a:pt x="14842" y="1856"/>
                      </a:cubicBezTo>
                      <a:cubicBezTo>
                        <a:pt x="14817" y="1856"/>
                        <a:pt x="14792" y="1856"/>
                        <a:pt x="14792" y="1856"/>
                      </a:cubicBezTo>
                      <a:cubicBezTo>
                        <a:pt x="14767" y="1856"/>
                        <a:pt x="14767" y="1856"/>
                        <a:pt x="14742" y="1856"/>
                      </a:cubicBezTo>
                      <a:cubicBezTo>
                        <a:pt x="14717" y="1816"/>
                        <a:pt x="14692" y="1816"/>
                        <a:pt x="14667" y="1777"/>
                      </a:cubicBezTo>
                      <a:cubicBezTo>
                        <a:pt x="14617" y="1737"/>
                        <a:pt x="14542" y="1698"/>
                        <a:pt x="14467" y="1698"/>
                      </a:cubicBezTo>
                      <a:cubicBezTo>
                        <a:pt x="14467" y="1698"/>
                        <a:pt x="14442" y="1698"/>
                        <a:pt x="14417" y="1737"/>
                      </a:cubicBezTo>
                      <a:cubicBezTo>
                        <a:pt x="14317" y="1737"/>
                        <a:pt x="14216" y="1856"/>
                        <a:pt x="14116" y="2053"/>
                      </a:cubicBezTo>
                      <a:cubicBezTo>
                        <a:pt x="14041" y="2251"/>
                        <a:pt x="14016" y="2369"/>
                        <a:pt x="14116" y="2567"/>
                      </a:cubicBezTo>
                      <a:cubicBezTo>
                        <a:pt x="14116" y="2567"/>
                        <a:pt x="14116" y="2567"/>
                        <a:pt x="14116" y="2567"/>
                      </a:cubicBezTo>
                      <a:cubicBezTo>
                        <a:pt x="14091" y="2606"/>
                        <a:pt x="14066" y="2606"/>
                        <a:pt x="14041" y="2646"/>
                      </a:cubicBezTo>
                      <a:cubicBezTo>
                        <a:pt x="14016" y="2567"/>
                        <a:pt x="13941" y="2527"/>
                        <a:pt x="13891" y="2527"/>
                      </a:cubicBezTo>
                      <a:cubicBezTo>
                        <a:pt x="13891" y="2527"/>
                        <a:pt x="13866" y="2527"/>
                        <a:pt x="13866" y="2488"/>
                      </a:cubicBezTo>
                      <a:cubicBezTo>
                        <a:pt x="13841" y="2488"/>
                        <a:pt x="13791" y="2488"/>
                        <a:pt x="13766" y="2488"/>
                      </a:cubicBezTo>
                      <a:cubicBezTo>
                        <a:pt x="13741" y="2488"/>
                        <a:pt x="13741" y="2488"/>
                        <a:pt x="13741" y="2488"/>
                      </a:cubicBezTo>
                      <a:cubicBezTo>
                        <a:pt x="13741" y="2488"/>
                        <a:pt x="13741" y="2488"/>
                        <a:pt x="13741" y="2488"/>
                      </a:cubicBezTo>
                      <a:cubicBezTo>
                        <a:pt x="13641" y="2488"/>
                        <a:pt x="13616" y="2646"/>
                        <a:pt x="13616" y="2764"/>
                      </a:cubicBezTo>
                      <a:cubicBezTo>
                        <a:pt x="13591" y="2764"/>
                        <a:pt x="13591" y="2804"/>
                        <a:pt x="13591" y="2804"/>
                      </a:cubicBezTo>
                      <a:cubicBezTo>
                        <a:pt x="13566" y="2922"/>
                        <a:pt x="13541" y="3001"/>
                        <a:pt x="13541" y="3041"/>
                      </a:cubicBezTo>
                      <a:cubicBezTo>
                        <a:pt x="13516" y="3001"/>
                        <a:pt x="13516" y="2922"/>
                        <a:pt x="13516" y="2843"/>
                      </a:cubicBezTo>
                      <a:cubicBezTo>
                        <a:pt x="13516" y="2843"/>
                        <a:pt x="13516" y="2804"/>
                        <a:pt x="13516" y="2804"/>
                      </a:cubicBezTo>
                      <a:cubicBezTo>
                        <a:pt x="13516" y="2764"/>
                        <a:pt x="13516" y="2725"/>
                        <a:pt x="13516" y="2725"/>
                      </a:cubicBezTo>
                      <a:cubicBezTo>
                        <a:pt x="13516" y="2606"/>
                        <a:pt x="13491" y="2527"/>
                        <a:pt x="13516" y="2448"/>
                      </a:cubicBezTo>
                      <a:cubicBezTo>
                        <a:pt x="13516" y="2448"/>
                        <a:pt x="13516" y="2448"/>
                        <a:pt x="13541" y="2409"/>
                      </a:cubicBezTo>
                      <a:cubicBezTo>
                        <a:pt x="13566" y="2369"/>
                        <a:pt x="13591" y="2369"/>
                        <a:pt x="13591" y="2290"/>
                      </a:cubicBezTo>
                      <a:cubicBezTo>
                        <a:pt x="13691" y="2053"/>
                        <a:pt x="13591" y="1856"/>
                        <a:pt x="13541" y="1698"/>
                      </a:cubicBezTo>
                      <a:cubicBezTo>
                        <a:pt x="13516" y="1659"/>
                        <a:pt x="13491" y="1619"/>
                        <a:pt x="13491" y="1580"/>
                      </a:cubicBezTo>
                      <a:cubicBezTo>
                        <a:pt x="13466" y="1501"/>
                        <a:pt x="13441" y="1461"/>
                        <a:pt x="13416" y="1422"/>
                      </a:cubicBezTo>
                      <a:cubicBezTo>
                        <a:pt x="13390" y="1343"/>
                        <a:pt x="13365" y="1303"/>
                        <a:pt x="13340" y="1264"/>
                      </a:cubicBezTo>
                      <a:cubicBezTo>
                        <a:pt x="13340" y="1224"/>
                        <a:pt x="13340" y="1185"/>
                        <a:pt x="13340" y="1145"/>
                      </a:cubicBezTo>
                      <a:cubicBezTo>
                        <a:pt x="13315" y="1106"/>
                        <a:pt x="13315" y="1066"/>
                        <a:pt x="13315" y="1027"/>
                      </a:cubicBezTo>
                      <a:cubicBezTo>
                        <a:pt x="13290" y="829"/>
                        <a:pt x="13190" y="632"/>
                        <a:pt x="13090" y="553"/>
                      </a:cubicBezTo>
                      <a:cubicBezTo>
                        <a:pt x="13065" y="513"/>
                        <a:pt x="13040" y="513"/>
                        <a:pt x="12990" y="513"/>
                      </a:cubicBezTo>
                      <a:cubicBezTo>
                        <a:pt x="12940" y="513"/>
                        <a:pt x="12890" y="553"/>
                        <a:pt x="12840" y="592"/>
                      </a:cubicBezTo>
                      <a:cubicBezTo>
                        <a:pt x="12815" y="632"/>
                        <a:pt x="12790" y="632"/>
                        <a:pt x="12765" y="671"/>
                      </a:cubicBezTo>
                      <a:cubicBezTo>
                        <a:pt x="12740" y="671"/>
                        <a:pt x="12740" y="671"/>
                        <a:pt x="12715" y="671"/>
                      </a:cubicBezTo>
                      <a:cubicBezTo>
                        <a:pt x="12665" y="711"/>
                        <a:pt x="12615" y="711"/>
                        <a:pt x="12540" y="790"/>
                      </a:cubicBezTo>
                      <a:cubicBezTo>
                        <a:pt x="12414" y="908"/>
                        <a:pt x="12289" y="1106"/>
                        <a:pt x="12189" y="1303"/>
                      </a:cubicBezTo>
                      <a:cubicBezTo>
                        <a:pt x="11989" y="1698"/>
                        <a:pt x="11839" y="2251"/>
                        <a:pt x="11989" y="2646"/>
                      </a:cubicBezTo>
                      <a:cubicBezTo>
                        <a:pt x="12014" y="2685"/>
                        <a:pt x="12064" y="2764"/>
                        <a:pt x="12114" y="2804"/>
                      </a:cubicBezTo>
                      <a:cubicBezTo>
                        <a:pt x="12139" y="2843"/>
                        <a:pt x="12214" y="2922"/>
                        <a:pt x="12239" y="2962"/>
                      </a:cubicBezTo>
                      <a:cubicBezTo>
                        <a:pt x="12214" y="3001"/>
                        <a:pt x="12214" y="3001"/>
                        <a:pt x="12189" y="3001"/>
                      </a:cubicBezTo>
                      <a:cubicBezTo>
                        <a:pt x="12189" y="3001"/>
                        <a:pt x="12164" y="3041"/>
                        <a:pt x="12164" y="3041"/>
                      </a:cubicBezTo>
                      <a:cubicBezTo>
                        <a:pt x="12114" y="3120"/>
                        <a:pt x="12039" y="3199"/>
                        <a:pt x="11989" y="3356"/>
                      </a:cubicBezTo>
                      <a:cubicBezTo>
                        <a:pt x="11914" y="3712"/>
                        <a:pt x="12139" y="3949"/>
                        <a:pt x="12239" y="4028"/>
                      </a:cubicBezTo>
                      <a:cubicBezTo>
                        <a:pt x="12339" y="4146"/>
                        <a:pt x="12389" y="4186"/>
                        <a:pt x="12364" y="4344"/>
                      </a:cubicBezTo>
                      <a:cubicBezTo>
                        <a:pt x="12364" y="4383"/>
                        <a:pt x="12364" y="4383"/>
                        <a:pt x="12364" y="4423"/>
                      </a:cubicBezTo>
                      <a:cubicBezTo>
                        <a:pt x="12364" y="4265"/>
                        <a:pt x="12264" y="4186"/>
                        <a:pt x="12189" y="4107"/>
                      </a:cubicBezTo>
                      <a:cubicBezTo>
                        <a:pt x="12164" y="4067"/>
                        <a:pt x="12114" y="4028"/>
                        <a:pt x="12089" y="3988"/>
                      </a:cubicBezTo>
                      <a:cubicBezTo>
                        <a:pt x="12064" y="3949"/>
                        <a:pt x="12039" y="3830"/>
                        <a:pt x="12014" y="3751"/>
                      </a:cubicBezTo>
                      <a:cubicBezTo>
                        <a:pt x="12014" y="3712"/>
                        <a:pt x="11989" y="3672"/>
                        <a:pt x="11964" y="3593"/>
                      </a:cubicBezTo>
                      <a:cubicBezTo>
                        <a:pt x="11964" y="3554"/>
                        <a:pt x="11964" y="3554"/>
                        <a:pt x="11964" y="3554"/>
                      </a:cubicBezTo>
                      <a:cubicBezTo>
                        <a:pt x="11914" y="3435"/>
                        <a:pt x="11889" y="3396"/>
                        <a:pt x="11889" y="3278"/>
                      </a:cubicBezTo>
                      <a:cubicBezTo>
                        <a:pt x="11889" y="3199"/>
                        <a:pt x="11889" y="3159"/>
                        <a:pt x="11914" y="3080"/>
                      </a:cubicBezTo>
                      <a:cubicBezTo>
                        <a:pt x="11914" y="2883"/>
                        <a:pt x="11939" y="2685"/>
                        <a:pt x="11839" y="2448"/>
                      </a:cubicBezTo>
                      <a:cubicBezTo>
                        <a:pt x="11839" y="2448"/>
                        <a:pt x="11814" y="2409"/>
                        <a:pt x="11814" y="2409"/>
                      </a:cubicBezTo>
                      <a:cubicBezTo>
                        <a:pt x="11789" y="2369"/>
                        <a:pt x="11789" y="2330"/>
                        <a:pt x="11789" y="2290"/>
                      </a:cubicBezTo>
                      <a:cubicBezTo>
                        <a:pt x="11789" y="2172"/>
                        <a:pt x="11814" y="2014"/>
                        <a:pt x="11839" y="1935"/>
                      </a:cubicBezTo>
                      <a:cubicBezTo>
                        <a:pt x="11864" y="1816"/>
                        <a:pt x="11889" y="1698"/>
                        <a:pt x="11939" y="1619"/>
                      </a:cubicBezTo>
                      <a:cubicBezTo>
                        <a:pt x="11939" y="1580"/>
                        <a:pt x="11964" y="1540"/>
                        <a:pt x="11964" y="1501"/>
                      </a:cubicBezTo>
                      <a:cubicBezTo>
                        <a:pt x="11989" y="1422"/>
                        <a:pt x="12039" y="1303"/>
                        <a:pt x="12089" y="1224"/>
                      </a:cubicBezTo>
                      <a:cubicBezTo>
                        <a:pt x="12089" y="1185"/>
                        <a:pt x="12114" y="1185"/>
                        <a:pt x="12139" y="1145"/>
                      </a:cubicBezTo>
                      <a:cubicBezTo>
                        <a:pt x="12189" y="987"/>
                        <a:pt x="12239" y="869"/>
                        <a:pt x="12239" y="671"/>
                      </a:cubicBezTo>
                      <a:cubicBezTo>
                        <a:pt x="12214" y="553"/>
                        <a:pt x="12214" y="553"/>
                        <a:pt x="12214" y="553"/>
                      </a:cubicBezTo>
                      <a:cubicBezTo>
                        <a:pt x="12164" y="553"/>
                        <a:pt x="12164" y="553"/>
                        <a:pt x="12164" y="553"/>
                      </a:cubicBezTo>
                      <a:cubicBezTo>
                        <a:pt x="12039" y="553"/>
                        <a:pt x="11939" y="553"/>
                        <a:pt x="11839" y="513"/>
                      </a:cubicBezTo>
                      <a:cubicBezTo>
                        <a:pt x="11764" y="513"/>
                        <a:pt x="11764" y="513"/>
                        <a:pt x="11764" y="513"/>
                      </a:cubicBezTo>
                      <a:cubicBezTo>
                        <a:pt x="11739" y="513"/>
                        <a:pt x="11714" y="513"/>
                        <a:pt x="11689" y="513"/>
                      </a:cubicBezTo>
                      <a:cubicBezTo>
                        <a:pt x="11613" y="513"/>
                        <a:pt x="11563" y="513"/>
                        <a:pt x="11513" y="592"/>
                      </a:cubicBezTo>
                      <a:cubicBezTo>
                        <a:pt x="11488" y="632"/>
                        <a:pt x="11488" y="632"/>
                        <a:pt x="11463" y="671"/>
                      </a:cubicBezTo>
                      <a:cubicBezTo>
                        <a:pt x="11388" y="750"/>
                        <a:pt x="11288" y="869"/>
                        <a:pt x="11238" y="987"/>
                      </a:cubicBezTo>
                      <a:cubicBezTo>
                        <a:pt x="11213" y="1066"/>
                        <a:pt x="11213" y="1066"/>
                        <a:pt x="11213" y="1066"/>
                      </a:cubicBezTo>
                      <a:cubicBezTo>
                        <a:pt x="11088" y="1422"/>
                        <a:pt x="10938" y="1737"/>
                        <a:pt x="10863" y="2132"/>
                      </a:cubicBezTo>
                      <a:cubicBezTo>
                        <a:pt x="10762" y="2685"/>
                        <a:pt x="10662" y="3514"/>
                        <a:pt x="10712" y="4265"/>
                      </a:cubicBezTo>
                      <a:cubicBezTo>
                        <a:pt x="10762" y="4541"/>
                        <a:pt x="10863" y="4699"/>
                        <a:pt x="11038" y="4778"/>
                      </a:cubicBezTo>
                      <a:cubicBezTo>
                        <a:pt x="11113" y="4818"/>
                        <a:pt x="11163" y="4818"/>
                        <a:pt x="11238" y="4818"/>
                      </a:cubicBezTo>
                      <a:cubicBezTo>
                        <a:pt x="11263" y="4818"/>
                        <a:pt x="11263" y="4818"/>
                        <a:pt x="11263" y="4818"/>
                      </a:cubicBezTo>
                      <a:cubicBezTo>
                        <a:pt x="11363" y="4818"/>
                        <a:pt x="11538" y="4976"/>
                        <a:pt x="11538" y="5094"/>
                      </a:cubicBezTo>
                      <a:cubicBezTo>
                        <a:pt x="11538" y="5094"/>
                        <a:pt x="11538" y="5094"/>
                        <a:pt x="11513" y="5094"/>
                      </a:cubicBezTo>
                      <a:cubicBezTo>
                        <a:pt x="11463" y="5094"/>
                        <a:pt x="11338" y="5015"/>
                        <a:pt x="11313" y="4976"/>
                      </a:cubicBezTo>
                      <a:cubicBezTo>
                        <a:pt x="11313" y="4976"/>
                        <a:pt x="11263" y="4976"/>
                        <a:pt x="11238" y="4936"/>
                      </a:cubicBezTo>
                      <a:cubicBezTo>
                        <a:pt x="11188" y="4897"/>
                        <a:pt x="11088" y="4857"/>
                        <a:pt x="11013" y="4857"/>
                      </a:cubicBezTo>
                      <a:cubicBezTo>
                        <a:pt x="10963" y="4857"/>
                        <a:pt x="10938" y="4897"/>
                        <a:pt x="10913" y="4936"/>
                      </a:cubicBezTo>
                      <a:cubicBezTo>
                        <a:pt x="10787" y="5094"/>
                        <a:pt x="10863" y="5291"/>
                        <a:pt x="10913" y="5410"/>
                      </a:cubicBezTo>
                      <a:cubicBezTo>
                        <a:pt x="10938" y="5449"/>
                        <a:pt x="10938" y="5489"/>
                        <a:pt x="10938" y="5489"/>
                      </a:cubicBezTo>
                      <a:cubicBezTo>
                        <a:pt x="10988" y="5726"/>
                        <a:pt x="11063" y="5805"/>
                        <a:pt x="11163" y="5963"/>
                      </a:cubicBezTo>
                      <a:cubicBezTo>
                        <a:pt x="11313" y="6160"/>
                        <a:pt x="11513" y="6200"/>
                        <a:pt x="11588" y="6200"/>
                      </a:cubicBezTo>
                      <a:cubicBezTo>
                        <a:pt x="11588" y="6200"/>
                        <a:pt x="11613" y="6200"/>
                        <a:pt x="11613" y="6200"/>
                      </a:cubicBezTo>
                      <a:cubicBezTo>
                        <a:pt x="11663" y="6200"/>
                        <a:pt x="11714" y="6200"/>
                        <a:pt x="11739" y="6160"/>
                      </a:cubicBezTo>
                      <a:cubicBezTo>
                        <a:pt x="11764" y="6160"/>
                        <a:pt x="11789" y="6160"/>
                        <a:pt x="11814" y="6160"/>
                      </a:cubicBezTo>
                      <a:cubicBezTo>
                        <a:pt x="11814" y="6160"/>
                        <a:pt x="11839" y="6160"/>
                        <a:pt x="11864" y="6239"/>
                      </a:cubicBezTo>
                      <a:cubicBezTo>
                        <a:pt x="11889" y="6279"/>
                        <a:pt x="11889" y="6279"/>
                        <a:pt x="11889" y="6279"/>
                      </a:cubicBezTo>
                      <a:cubicBezTo>
                        <a:pt x="11939" y="6397"/>
                        <a:pt x="12014" y="6555"/>
                        <a:pt x="12114" y="6595"/>
                      </a:cubicBezTo>
                      <a:cubicBezTo>
                        <a:pt x="12139" y="6595"/>
                        <a:pt x="12139" y="6595"/>
                        <a:pt x="12164" y="6595"/>
                      </a:cubicBezTo>
                      <a:cubicBezTo>
                        <a:pt x="12214" y="6595"/>
                        <a:pt x="12239" y="6555"/>
                        <a:pt x="12289" y="6555"/>
                      </a:cubicBezTo>
                      <a:cubicBezTo>
                        <a:pt x="12314" y="6516"/>
                        <a:pt x="12339" y="6516"/>
                        <a:pt x="12364" y="6516"/>
                      </a:cubicBezTo>
                      <a:cubicBezTo>
                        <a:pt x="12364" y="6516"/>
                        <a:pt x="12389" y="6516"/>
                        <a:pt x="12389" y="6516"/>
                      </a:cubicBezTo>
                      <a:cubicBezTo>
                        <a:pt x="12464" y="6555"/>
                        <a:pt x="12464" y="6555"/>
                        <a:pt x="12464" y="6555"/>
                      </a:cubicBezTo>
                      <a:cubicBezTo>
                        <a:pt x="12514" y="6555"/>
                        <a:pt x="12565" y="6595"/>
                        <a:pt x="12640" y="6595"/>
                      </a:cubicBezTo>
                      <a:cubicBezTo>
                        <a:pt x="12590" y="6595"/>
                        <a:pt x="12540" y="6634"/>
                        <a:pt x="12514" y="6634"/>
                      </a:cubicBezTo>
                      <a:cubicBezTo>
                        <a:pt x="12489" y="6673"/>
                        <a:pt x="12489" y="6673"/>
                        <a:pt x="12464" y="6673"/>
                      </a:cubicBezTo>
                      <a:cubicBezTo>
                        <a:pt x="12439" y="6673"/>
                        <a:pt x="12414" y="6673"/>
                        <a:pt x="12389" y="6673"/>
                      </a:cubicBezTo>
                      <a:cubicBezTo>
                        <a:pt x="12389" y="6673"/>
                        <a:pt x="12389" y="6673"/>
                        <a:pt x="12389" y="6673"/>
                      </a:cubicBezTo>
                      <a:cubicBezTo>
                        <a:pt x="12389" y="6673"/>
                        <a:pt x="12364" y="6673"/>
                        <a:pt x="12364" y="6673"/>
                      </a:cubicBezTo>
                      <a:cubicBezTo>
                        <a:pt x="12364" y="6673"/>
                        <a:pt x="12339" y="6673"/>
                        <a:pt x="12314" y="6673"/>
                      </a:cubicBezTo>
                      <a:cubicBezTo>
                        <a:pt x="12314" y="6673"/>
                        <a:pt x="12289" y="6673"/>
                        <a:pt x="12289" y="6673"/>
                      </a:cubicBezTo>
                      <a:cubicBezTo>
                        <a:pt x="12189" y="6752"/>
                        <a:pt x="12189" y="6950"/>
                        <a:pt x="12214" y="7147"/>
                      </a:cubicBezTo>
                      <a:cubicBezTo>
                        <a:pt x="12214" y="7147"/>
                        <a:pt x="12214" y="7187"/>
                        <a:pt x="12214" y="7187"/>
                      </a:cubicBezTo>
                      <a:cubicBezTo>
                        <a:pt x="12214" y="7345"/>
                        <a:pt x="12214" y="7503"/>
                        <a:pt x="12239" y="7621"/>
                      </a:cubicBezTo>
                      <a:cubicBezTo>
                        <a:pt x="12264" y="7819"/>
                        <a:pt x="12364" y="7858"/>
                        <a:pt x="12439" y="7858"/>
                      </a:cubicBezTo>
                      <a:cubicBezTo>
                        <a:pt x="12439" y="7898"/>
                        <a:pt x="12439" y="7898"/>
                        <a:pt x="12439" y="7937"/>
                      </a:cubicBezTo>
                      <a:cubicBezTo>
                        <a:pt x="12439" y="7937"/>
                        <a:pt x="12439" y="7977"/>
                        <a:pt x="12439" y="8016"/>
                      </a:cubicBezTo>
                      <a:cubicBezTo>
                        <a:pt x="12439" y="8016"/>
                        <a:pt x="12439" y="8056"/>
                        <a:pt x="12439" y="8056"/>
                      </a:cubicBezTo>
                      <a:cubicBezTo>
                        <a:pt x="12439" y="8135"/>
                        <a:pt x="12439" y="8253"/>
                        <a:pt x="12414" y="8293"/>
                      </a:cubicBezTo>
                      <a:cubicBezTo>
                        <a:pt x="12389" y="8293"/>
                        <a:pt x="12364" y="8332"/>
                        <a:pt x="12364" y="8332"/>
                      </a:cubicBezTo>
                      <a:cubicBezTo>
                        <a:pt x="12314" y="8371"/>
                        <a:pt x="12239" y="8411"/>
                        <a:pt x="12214" y="8490"/>
                      </a:cubicBezTo>
                      <a:cubicBezTo>
                        <a:pt x="12189" y="8569"/>
                        <a:pt x="12189" y="8687"/>
                        <a:pt x="12189" y="8806"/>
                      </a:cubicBezTo>
                      <a:cubicBezTo>
                        <a:pt x="12189" y="8845"/>
                        <a:pt x="12189" y="8885"/>
                        <a:pt x="12164" y="8924"/>
                      </a:cubicBezTo>
                      <a:cubicBezTo>
                        <a:pt x="12164" y="9043"/>
                        <a:pt x="12164" y="9122"/>
                        <a:pt x="12164" y="9240"/>
                      </a:cubicBezTo>
                      <a:cubicBezTo>
                        <a:pt x="12164" y="9359"/>
                        <a:pt x="12164" y="9477"/>
                        <a:pt x="12139" y="9596"/>
                      </a:cubicBezTo>
                      <a:cubicBezTo>
                        <a:pt x="12139" y="9596"/>
                        <a:pt x="12139" y="9596"/>
                        <a:pt x="12114" y="9596"/>
                      </a:cubicBezTo>
                      <a:cubicBezTo>
                        <a:pt x="12114" y="9635"/>
                        <a:pt x="12114" y="9635"/>
                        <a:pt x="12089" y="9635"/>
                      </a:cubicBezTo>
                      <a:cubicBezTo>
                        <a:pt x="12039" y="9714"/>
                        <a:pt x="11989" y="9872"/>
                        <a:pt x="11964" y="10030"/>
                      </a:cubicBezTo>
                      <a:cubicBezTo>
                        <a:pt x="11964" y="10069"/>
                        <a:pt x="11964" y="10148"/>
                        <a:pt x="11964" y="10188"/>
                      </a:cubicBezTo>
                      <a:cubicBezTo>
                        <a:pt x="11964" y="10267"/>
                        <a:pt x="11964" y="10346"/>
                        <a:pt x="11964" y="10385"/>
                      </a:cubicBezTo>
                      <a:cubicBezTo>
                        <a:pt x="11939" y="10385"/>
                        <a:pt x="11939" y="10425"/>
                        <a:pt x="11914" y="10425"/>
                      </a:cubicBezTo>
                      <a:cubicBezTo>
                        <a:pt x="11889" y="10425"/>
                        <a:pt x="11864" y="10464"/>
                        <a:pt x="11839" y="10504"/>
                      </a:cubicBezTo>
                      <a:cubicBezTo>
                        <a:pt x="11814" y="10543"/>
                        <a:pt x="11789" y="10583"/>
                        <a:pt x="11789" y="10622"/>
                      </a:cubicBezTo>
                      <a:cubicBezTo>
                        <a:pt x="11764" y="10583"/>
                        <a:pt x="11739" y="10504"/>
                        <a:pt x="11714" y="10425"/>
                      </a:cubicBezTo>
                      <a:cubicBezTo>
                        <a:pt x="11689" y="10346"/>
                        <a:pt x="11638" y="10267"/>
                        <a:pt x="11588" y="10188"/>
                      </a:cubicBezTo>
                      <a:cubicBezTo>
                        <a:pt x="11588" y="10188"/>
                        <a:pt x="11588" y="10188"/>
                        <a:pt x="11588" y="10188"/>
                      </a:cubicBezTo>
                      <a:cubicBezTo>
                        <a:pt x="11538" y="10148"/>
                        <a:pt x="11513" y="10069"/>
                        <a:pt x="11488" y="9990"/>
                      </a:cubicBezTo>
                      <a:cubicBezTo>
                        <a:pt x="11463" y="9912"/>
                        <a:pt x="11438" y="9912"/>
                        <a:pt x="11438" y="9872"/>
                      </a:cubicBezTo>
                      <a:cubicBezTo>
                        <a:pt x="11438" y="9793"/>
                        <a:pt x="11438" y="9793"/>
                        <a:pt x="11438" y="9793"/>
                      </a:cubicBezTo>
                      <a:cubicBezTo>
                        <a:pt x="11463" y="9714"/>
                        <a:pt x="11463" y="9596"/>
                        <a:pt x="11438" y="9517"/>
                      </a:cubicBezTo>
                      <a:cubicBezTo>
                        <a:pt x="11438" y="9477"/>
                        <a:pt x="11438" y="9477"/>
                        <a:pt x="11438" y="9477"/>
                      </a:cubicBezTo>
                      <a:cubicBezTo>
                        <a:pt x="11438" y="9438"/>
                        <a:pt x="11413" y="9359"/>
                        <a:pt x="11413" y="9359"/>
                      </a:cubicBezTo>
                      <a:cubicBezTo>
                        <a:pt x="11438" y="9319"/>
                        <a:pt x="11463" y="9280"/>
                        <a:pt x="11463" y="9240"/>
                      </a:cubicBezTo>
                      <a:cubicBezTo>
                        <a:pt x="11488" y="9201"/>
                        <a:pt x="11488" y="9201"/>
                        <a:pt x="11488" y="9201"/>
                      </a:cubicBezTo>
                      <a:cubicBezTo>
                        <a:pt x="11538" y="9122"/>
                        <a:pt x="11563" y="9003"/>
                        <a:pt x="11563" y="8924"/>
                      </a:cubicBezTo>
                      <a:cubicBezTo>
                        <a:pt x="11563" y="8885"/>
                        <a:pt x="11563" y="8845"/>
                        <a:pt x="11563" y="8806"/>
                      </a:cubicBezTo>
                      <a:cubicBezTo>
                        <a:pt x="11563" y="8687"/>
                        <a:pt x="11588" y="8529"/>
                        <a:pt x="11538" y="8371"/>
                      </a:cubicBezTo>
                      <a:cubicBezTo>
                        <a:pt x="11513" y="8332"/>
                        <a:pt x="11488" y="8293"/>
                        <a:pt x="11488" y="8253"/>
                      </a:cubicBezTo>
                      <a:cubicBezTo>
                        <a:pt x="11463" y="8214"/>
                        <a:pt x="11463" y="8214"/>
                        <a:pt x="11438" y="8174"/>
                      </a:cubicBezTo>
                      <a:cubicBezTo>
                        <a:pt x="11413" y="8095"/>
                        <a:pt x="11363" y="8056"/>
                        <a:pt x="11313" y="7977"/>
                      </a:cubicBezTo>
                      <a:cubicBezTo>
                        <a:pt x="11313" y="7937"/>
                        <a:pt x="11288" y="7937"/>
                        <a:pt x="11263" y="7898"/>
                      </a:cubicBezTo>
                      <a:cubicBezTo>
                        <a:pt x="11238" y="7898"/>
                        <a:pt x="11213" y="7858"/>
                        <a:pt x="11213" y="7858"/>
                      </a:cubicBezTo>
                      <a:cubicBezTo>
                        <a:pt x="11213" y="7819"/>
                        <a:pt x="11213" y="7819"/>
                        <a:pt x="11188" y="7779"/>
                      </a:cubicBezTo>
                      <a:cubicBezTo>
                        <a:pt x="11163" y="7740"/>
                        <a:pt x="11113" y="7582"/>
                        <a:pt x="11038" y="7582"/>
                      </a:cubicBezTo>
                      <a:cubicBezTo>
                        <a:pt x="11013" y="7582"/>
                        <a:pt x="11013" y="7582"/>
                        <a:pt x="11013" y="7582"/>
                      </a:cubicBezTo>
                      <a:cubicBezTo>
                        <a:pt x="10888" y="7621"/>
                        <a:pt x="10888" y="7779"/>
                        <a:pt x="10888" y="7858"/>
                      </a:cubicBezTo>
                      <a:cubicBezTo>
                        <a:pt x="10888" y="7858"/>
                        <a:pt x="10863" y="7898"/>
                        <a:pt x="10863" y="7937"/>
                      </a:cubicBezTo>
                      <a:cubicBezTo>
                        <a:pt x="10838" y="7977"/>
                        <a:pt x="10838" y="8016"/>
                        <a:pt x="10813" y="8095"/>
                      </a:cubicBezTo>
                      <a:cubicBezTo>
                        <a:pt x="10813" y="8135"/>
                        <a:pt x="10813" y="8135"/>
                        <a:pt x="10813" y="8135"/>
                      </a:cubicBezTo>
                      <a:cubicBezTo>
                        <a:pt x="10813" y="8214"/>
                        <a:pt x="10813" y="8293"/>
                        <a:pt x="10813" y="8371"/>
                      </a:cubicBezTo>
                      <a:cubicBezTo>
                        <a:pt x="10813" y="8490"/>
                        <a:pt x="10787" y="8569"/>
                        <a:pt x="10737" y="8687"/>
                      </a:cubicBezTo>
                      <a:cubicBezTo>
                        <a:pt x="10737" y="8727"/>
                        <a:pt x="10737" y="8766"/>
                        <a:pt x="10712" y="8806"/>
                      </a:cubicBezTo>
                      <a:cubicBezTo>
                        <a:pt x="10712" y="8845"/>
                        <a:pt x="10712" y="8924"/>
                        <a:pt x="10712" y="8964"/>
                      </a:cubicBezTo>
                      <a:cubicBezTo>
                        <a:pt x="10712" y="9082"/>
                        <a:pt x="10687" y="9082"/>
                        <a:pt x="10687" y="9122"/>
                      </a:cubicBezTo>
                      <a:cubicBezTo>
                        <a:pt x="10687" y="9122"/>
                        <a:pt x="10662" y="9082"/>
                        <a:pt x="10637" y="8766"/>
                      </a:cubicBezTo>
                      <a:cubicBezTo>
                        <a:pt x="10637" y="8727"/>
                        <a:pt x="10637" y="8648"/>
                        <a:pt x="10662" y="8569"/>
                      </a:cubicBezTo>
                      <a:cubicBezTo>
                        <a:pt x="10662" y="8411"/>
                        <a:pt x="10662" y="8214"/>
                        <a:pt x="10612" y="8016"/>
                      </a:cubicBezTo>
                      <a:cubicBezTo>
                        <a:pt x="10587" y="7977"/>
                        <a:pt x="10562" y="7937"/>
                        <a:pt x="10562" y="7898"/>
                      </a:cubicBezTo>
                      <a:cubicBezTo>
                        <a:pt x="10537" y="7858"/>
                        <a:pt x="10512" y="7819"/>
                        <a:pt x="10487" y="7779"/>
                      </a:cubicBezTo>
                      <a:cubicBezTo>
                        <a:pt x="10487" y="7740"/>
                        <a:pt x="10512" y="7740"/>
                        <a:pt x="10537" y="7661"/>
                      </a:cubicBezTo>
                      <a:cubicBezTo>
                        <a:pt x="10587" y="7621"/>
                        <a:pt x="10637" y="7542"/>
                        <a:pt x="10637" y="7424"/>
                      </a:cubicBezTo>
                      <a:cubicBezTo>
                        <a:pt x="10637" y="7266"/>
                        <a:pt x="10537" y="7226"/>
                        <a:pt x="10462" y="7187"/>
                      </a:cubicBezTo>
                      <a:cubicBezTo>
                        <a:pt x="10462" y="7187"/>
                        <a:pt x="10437" y="7187"/>
                        <a:pt x="10437" y="7187"/>
                      </a:cubicBezTo>
                      <a:cubicBezTo>
                        <a:pt x="10412" y="7147"/>
                        <a:pt x="10387" y="7147"/>
                        <a:pt x="10387" y="7147"/>
                      </a:cubicBezTo>
                      <a:cubicBezTo>
                        <a:pt x="10362" y="7108"/>
                        <a:pt x="10312" y="7068"/>
                        <a:pt x="10287" y="7068"/>
                      </a:cubicBezTo>
                      <a:cubicBezTo>
                        <a:pt x="10237" y="7068"/>
                        <a:pt x="10187" y="7147"/>
                        <a:pt x="10137" y="7187"/>
                      </a:cubicBezTo>
                      <a:cubicBezTo>
                        <a:pt x="10137" y="7226"/>
                        <a:pt x="10112" y="7226"/>
                        <a:pt x="10112" y="7226"/>
                      </a:cubicBezTo>
                      <a:cubicBezTo>
                        <a:pt x="10112" y="7226"/>
                        <a:pt x="10087" y="7187"/>
                        <a:pt x="10087" y="7147"/>
                      </a:cubicBezTo>
                      <a:cubicBezTo>
                        <a:pt x="10062" y="7108"/>
                        <a:pt x="10062" y="7108"/>
                        <a:pt x="10062" y="7108"/>
                      </a:cubicBezTo>
                      <a:cubicBezTo>
                        <a:pt x="10037" y="7068"/>
                        <a:pt x="9987" y="7029"/>
                        <a:pt x="9962" y="6989"/>
                      </a:cubicBezTo>
                      <a:cubicBezTo>
                        <a:pt x="9962" y="6989"/>
                        <a:pt x="9936" y="6950"/>
                        <a:pt x="9936" y="6950"/>
                      </a:cubicBezTo>
                      <a:cubicBezTo>
                        <a:pt x="9936" y="6950"/>
                        <a:pt x="9936" y="6950"/>
                        <a:pt x="9936" y="6950"/>
                      </a:cubicBezTo>
                      <a:cubicBezTo>
                        <a:pt x="9936" y="6950"/>
                        <a:pt x="9936" y="6950"/>
                        <a:pt x="10012" y="6910"/>
                      </a:cubicBezTo>
                      <a:cubicBezTo>
                        <a:pt x="10037" y="6871"/>
                        <a:pt x="10087" y="6831"/>
                        <a:pt x="10137" y="6792"/>
                      </a:cubicBezTo>
                      <a:cubicBezTo>
                        <a:pt x="10162" y="6713"/>
                        <a:pt x="10162" y="6634"/>
                        <a:pt x="10162" y="6595"/>
                      </a:cubicBezTo>
                      <a:cubicBezTo>
                        <a:pt x="10162" y="6555"/>
                        <a:pt x="10162" y="6516"/>
                        <a:pt x="10162" y="6516"/>
                      </a:cubicBezTo>
                      <a:cubicBezTo>
                        <a:pt x="10162" y="6516"/>
                        <a:pt x="10187" y="6516"/>
                        <a:pt x="10212" y="6516"/>
                      </a:cubicBezTo>
                      <a:cubicBezTo>
                        <a:pt x="10237" y="6516"/>
                        <a:pt x="10287" y="6516"/>
                        <a:pt x="10312" y="6358"/>
                      </a:cubicBezTo>
                      <a:cubicBezTo>
                        <a:pt x="10362" y="6200"/>
                        <a:pt x="10262" y="6081"/>
                        <a:pt x="10237" y="6042"/>
                      </a:cubicBezTo>
                      <a:cubicBezTo>
                        <a:pt x="10187" y="6002"/>
                        <a:pt x="10187" y="6002"/>
                        <a:pt x="10162" y="5963"/>
                      </a:cubicBezTo>
                      <a:cubicBezTo>
                        <a:pt x="10162" y="5923"/>
                        <a:pt x="10137" y="5884"/>
                        <a:pt x="10137" y="5844"/>
                      </a:cubicBezTo>
                      <a:cubicBezTo>
                        <a:pt x="10112" y="5805"/>
                        <a:pt x="10112" y="5765"/>
                        <a:pt x="10087" y="5726"/>
                      </a:cubicBezTo>
                      <a:cubicBezTo>
                        <a:pt x="10087" y="5686"/>
                        <a:pt x="10087" y="5647"/>
                        <a:pt x="10087" y="5647"/>
                      </a:cubicBezTo>
                      <a:cubicBezTo>
                        <a:pt x="10062" y="5568"/>
                        <a:pt x="10062" y="5528"/>
                        <a:pt x="10037" y="5449"/>
                      </a:cubicBezTo>
                      <a:cubicBezTo>
                        <a:pt x="10012" y="5410"/>
                        <a:pt x="9987" y="5410"/>
                        <a:pt x="9987" y="5370"/>
                      </a:cubicBezTo>
                      <a:cubicBezTo>
                        <a:pt x="9962" y="5331"/>
                        <a:pt x="9936" y="5331"/>
                        <a:pt x="9936" y="5291"/>
                      </a:cubicBezTo>
                      <a:cubicBezTo>
                        <a:pt x="9911" y="5212"/>
                        <a:pt x="9911" y="5133"/>
                        <a:pt x="9936" y="5015"/>
                      </a:cubicBezTo>
                      <a:cubicBezTo>
                        <a:pt x="9936" y="4936"/>
                        <a:pt x="9936" y="4897"/>
                        <a:pt x="9936" y="4857"/>
                      </a:cubicBezTo>
                      <a:cubicBezTo>
                        <a:pt x="9936" y="4699"/>
                        <a:pt x="9911" y="4541"/>
                        <a:pt x="9861" y="4423"/>
                      </a:cubicBezTo>
                      <a:cubicBezTo>
                        <a:pt x="9861" y="4344"/>
                        <a:pt x="9811" y="4265"/>
                        <a:pt x="9786" y="4225"/>
                      </a:cubicBezTo>
                      <a:cubicBezTo>
                        <a:pt x="9786" y="4186"/>
                        <a:pt x="9761" y="4146"/>
                        <a:pt x="9736" y="4107"/>
                      </a:cubicBezTo>
                      <a:cubicBezTo>
                        <a:pt x="9736" y="4107"/>
                        <a:pt x="9736" y="4067"/>
                        <a:pt x="9711" y="4028"/>
                      </a:cubicBezTo>
                      <a:cubicBezTo>
                        <a:pt x="9711" y="3949"/>
                        <a:pt x="9686" y="3830"/>
                        <a:pt x="9636" y="3791"/>
                      </a:cubicBezTo>
                      <a:cubicBezTo>
                        <a:pt x="9586" y="3712"/>
                        <a:pt x="9536" y="3712"/>
                        <a:pt x="9486" y="3672"/>
                      </a:cubicBezTo>
                      <a:cubicBezTo>
                        <a:pt x="9486" y="3672"/>
                        <a:pt x="9486" y="3672"/>
                        <a:pt x="9461" y="3672"/>
                      </a:cubicBezTo>
                      <a:cubicBezTo>
                        <a:pt x="9511" y="3633"/>
                        <a:pt x="9536" y="3593"/>
                        <a:pt x="9561" y="3554"/>
                      </a:cubicBezTo>
                      <a:cubicBezTo>
                        <a:pt x="9586" y="3514"/>
                        <a:pt x="9611" y="3475"/>
                        <a:pt x="9636" y="3435"/>
                      </a:cubicBezTo>
                      <a:cubicBezTo>
                        <a:pt x="9661" y="3396"/>
                        <a:pt x="9686" y="3396"/>
                        <a:pt x="9711" y="3356"/>
                      </a:cubicBezTo>
                      <a:cubicBezTo>
                        <a:pt x="9836" y="3159"/>
                        <a:pt x="9811" y="2804"/>
                        <a:pt x="9786" y="2567"/>
                      </a:cubicBezTo>
                      <a:cubicBezTo>
                        <a:pt x="9786" y="2527"/>
                        <a:pt x="9786" y="2527"/>
                        <a:pt x="9786" y="2527"/>
                      </a:cubicBezTo>
                      <a:cubicBezTo>
                        <a:pt x="9786" y="2488"/>
                        <a:pt x="9786" y="2448"/>
                        <a:pt x="9786" y="2448"/>
                      </a:cubicBezTo>
                      <a:cubicBezTo>
                        <a:pt x="9786" y="2448"/>
                        <a:pt x="9811" y="2448"/>
                        <a:pt x="9836" y="2488"/>
                      </a:cubicBezTo>
                      <a:cubicBezTo>
                        <a:pt x="9911" y="2488"/>
                        <a:pt x="9962" y="2527"/>
                        <a:pt x="10012" y="2527"/>
                      </a:cubicBezTo>
                      <a:cubicBezTo>
                        <a:pt x="10137" y="2527"/>
                        <a:pt x="10237" y="2448"/>
                        <a:pt x="10312" y="2290"/>
                      </a:cubicBezTo>
                      <a:cubicBezTo>
                        <a:pt x="10362" y="2172"/>
                        <a:pt x="10412" y="2014"/>
                        <a:pt x="10437" y="1895"/>
                      </a:cubicBezTo>
                      <a:cubicBezTo>
                        <a:pt x="10462" y="1777"/>
                        <a:pt x="10462" y="1698"/>
                        <a:pt x="10512" y="1619"/>
                      </a:cubicBezTo>
                      <a:cubicBezTo>
                        <a:pt x="10537" y="1540"/>
                        <a:pt x="10562" y="1461"/>
                        <a:pt x="10612" y="1382"/>
                      </a:cubicBezTo>
                      <a:cubicBezTo>
                        <a:pt x="10662" y="1264"/>
                        <a:pt x="10737" y="1106"/>
                        <a:pt x="10762" y="948"/>
                      </a:cubicBezTo>
                      <a:cubicBezTo>
                        <a:pt x="10787" y="790"/>
                        <a:pt x="10787" y="671"/>
                        <a:pt x="10737" y="592"/>
                      </a:cubicBezTo>
                      <a:cubicBezTo>
                        <a:pt x="10662" y="395"/>
                        <a:pt x="10462" y="316"/>
                        <a:pt x="10287" y="237"/>
                      </a:cubicBezTo>
                      <a:cubicBezTo>
                        <a:pt x="10212" y="237"/>
                        <a:pt x="10137" y="197"/>
                        <a:pt x="10087" y="158"/>
                      </a:cubicBezTo>
                      <a:cubicBezTo>
                        <a:pt x="9962" y="39"/>
                        <a:pt x="9836" y="0"/>
                        <a:pt x="9736" y="0"/>
                      </a:cubicBezTo>
                      <a:cubicBezTo>
                        <a:pt x="9661" y="0"/>
                        <a:pt x="9611" y="39"/>
                        <a:pt x="9561" y="39"/>
                      </a:cubicBezTo>
                      <a:cubicBezTo>
                        <a:pt x="9486" y="79"/>
                        <a:pt x="9311" y="158"/>
                        <a:pt x="9261" y="355"/>
                      </a:cubicBezTo>
                      <a:cubicBezTo>
                        <a:pt x="9236" y="395"/>
                        <a:pt x="9236" y="513"/>
                        <a:pt x="9261" y="632"/>
                      </a:cubicBezTo>
                      <a:cubicBezTo>
                        <a:pt x="9236" y="632"/>
                        <a:pt x="9211" y="671"/>
                        <a:pt x="9211" y="671"/>
                      </a:cubicBezTo>
                      <a:cubicBezTo>
                        <a:pt x="9136" y="750"/>
                        <a:pt x="9136" y="869"/>
                        <a:pt x="9136" y="948"/>
                      </a:cubicBezTo>
                      <a:cubicBezTo>
                        <a:pt x="9136" y="987"/>
                        <a:pt x="9136" y="987"/>
                        <a:pt x="9136" y="987"/>
                      </a:cubicBezTo>
                      <a:cubicBezTo>
                        <a:pt x="9136" y="1027"/>
                        <a:pt x="9136" y="1066"/>
                        <a:pt x="9136" y="1106"/>
                      </a:cubicBezTo>
                      <a:cubicBezTo>
                        <a:pt x="9111" y="1185"/>
                        <a:pt x="9111" y="1264"/>
                        <a:pt x="9111" y="1343"/>
                      </a:cubicBezTo>
                      <a:cubicBezTo>
                        <a:pt x="9111" y="1422"/>
                        <a:pt x="9111" y="1461"/>
                        <a:pt x="9111" y="1540"/>
                      </a:cubicBezTo>
                      <a:cubicBezTo>
                        <a:pt x="9111" y="1659"/>
                        <a:pt x="9136" y="1777"/>
                        <a:pt x="9111" y="1856"/>
                      </a:cubicBezTo>
                      <a:cubicBezTo>
                        <a:pt x="9111" y="1856"/>
                        <a:pt x="9111" y="1895"/>
                        <a:pt x="9086" y="1895"/>
                      </a:cubicBezTo>
                      <a:cubicBezTo>
                        <a:pt x="9086" y="1974"/>
                        <a:pt x="9060" y="2053"/>
                        <a:pt x="9086" y="2172"/>
                      </a:cubicBezTo>
                      <a:cubicBezTo>
                        <a:pt x="9086" y="2211"/>
                        <a:pt x="9086" y="2251"/>
                        <a:pt x="9111" y="2290"/>
                      </a:cubicBezTo>
                      <a:cubicBezTo>
                        <a:pt x="9111" y="2330"/>
                        <a:pt x="9136" y="2330"/>
                        <a:pt x="9136" y="2369"/>
                      </a:cubicBezTo>
                      <a:cubicBezTo>
                        <a:pt x="9161" y="2527"/>
                        <a:pt x="9161" y="2685"/>
                        <a:pt x="9161" y="2883"/>
                      </a:cubicBezTo>
                      <a:cubicBezTo>
                        <a:pt x="9161" y="2922"/>
                        <a:pt x="9161" y="3001"/>
                        <a:pt x="9161" y="3041"/>
                      </a:cubicBezTo>
                      <a:cubicBezTo>
                        <a:pt x="9161" y="3120"/>
                        <a:pt x="9161" y="3199"/>
                        <a:pt x="9161" y="3238"/>
                      </a:cubicBezTo>
                      <a:cubicBezTo>
                        <a:pt x="9161" y="3278"/>
                        <a:pt x="9136" y="3278"/>
                        <a:pt x="9136" y="3317"/>
                      </a:cubicBezTo>
                      <a:cubicBezTo>
                        <a:pt x="9111" y="3396"/>
                        <a:pt x="9086" y="3475"/>
                        <a:pt x="9136" y="3593"/>
                      </a:cubicBezTo>
                      <a:cubicBezTo>
                        <a:pt x="9136" y="3593"/>
                        <a:pt x="9136" y="3593"/>
                        <a:pt x="9136" y="3593"/>
                      </a:cubicBezTo>
                      <a:cubicBezTo>
                        <a:pt x="9086" y="3633"/>
                        <a:pt x="9086" y="3712"/>
                        <a:pt x="9060" y="3751"/>
                      </a:cubicBezTo>
                      <a:cubicBezTo>
                        <a:pt x="9060" y="3791"/>
                        <a:pt x="9060" y="3791"/>
                        <a:pt x="9060" y="3791"/>
                      </a:cubicBezTo>
                      <a:cubicBezTo>
                        <a:pt x="9060" y="3791"/>
                        <a:pt x="9060" y="3791"/>
                        <a:pt x="9035" y="3830"/>
                      </a:cubicBezTo>
                      <a:cubicBezTo>
                        <a:pt x="8985" y="3830"/>
                        <a:pt x="8935" y="3870"/>
                        <a:pt x="8910" y="3949"/>
                      </a:cubicBezTo>
                      <a:cubicBezTo>
                        <a:pt x="8885" y="4028"/>
                        <a:pt x="8885" y="4146"/>
                        <a:pt x="8910" y="4186"/>
                      </a:cubicBezTo>
                      <a:cubicBezTo>
                        <a:pt x="8935" y="4225"/>
                        <a:pt x="8960" y="4265"/>
                        <a:pt x="9010" y="4265"/>
                      </a:cubicBezTo>
                      <a:cubicBezTo>
                        <a:pt x="9010" y="4265"/>
                        <a:pt x="9010" y="4265"/>
                        <a:pt x="8985" y="4265"/>
                      </a:cubicBezTo>
                      <a:cubicBezTo>
                        <a:pt x="8985" y="4265"/>
                        <a:pt x="8985" y="4265"/>
                        <a:pt x="8960" y="4265"/>
                      </a:cubicBezTo>
                      <a:cubicBezTo>
                        <a:pt x="8960" y="4265"/>
                        <a:pt x="8935" y="4265"/>
                        <a:pt x="8910" y="4265"/>
                      </a:cubicBezTo>
                      <a:cubicBezTo>
                        <a:pt x="8885" y="4265"/>
                        <a:pt x="8810" y="4265"/>
                        <a:pt x="8760" y="4344"/>
                      </a:cubicBezTo>
                      <a:cubicBezTo>
                        <a:pt x="8710" y="4462"/>
                        <a:pt x="8685" y="4660"/>
                        <a:pt x="8660" y="4778"/>
                      </a:cubicBezTo>
                      <a:cubicBezTo>
                        <a:pt x="8635" y="4818"/>
                        <a:pt x="8635" y="4857"/>
                        <a:pt x="8635" y="4897"/>
                      </a:cubicBezTo>
                      <a:cubicBezTo>
                        <a:pt x="8635" y="4897"/>
                        <a:pt x="8635" y="4936"/>
                        <a:pt x="8635" y="4936"/>
                      </a:cubicBezTo>
                      <a:cubicBezTo>
                        <a:pt x="8585" y="5054"/>
                        <a:pt x="8535" y="5370"/>
                        <a:pt x="8685" y="5489"/>
                      </a:cubicBezTo>
                      <a:cubicBezTo>
                        <a:pt x="8710" y="5489"/>
                        <a:pt x="8710" y="5489"/>
                        <a:pt x="8735" y="5489"/>
                      </a:cubicBezTo>
                      <a:cubicBezTo>
                        <a:pt x="8735" y="5489"/>
                        <a:pt x="8710" y="5528"/>
                        <a:pt x="8710" y="5528"/>
                      </a:cubicBezTo>
                      <a:cubicBezTo>
                        <a:pt x="8660" y="5568"/>
                        <a:pt x="8635" y="5647"/>
                        <a:pt x="8610" y="5686"/>
                      </a:cubicBezTo>
                      <a:cubicBezTo>
                        <a:pt x="8610" y="5686"/>
                        <a:pt x="8610" y="5726"/>
                        <a:pt x="8585" y="5726"/>
                      </a:cubicBezTo>
                      <a:cubicBezTo>
                        <a:pt x="8585" y="5765"/>
                        <a:pt x="8560" y="5765"/>
                        <a:pt x="8535" y="5844"/>
                      </a:cubicBezTo>
                      <a:cubicBezTo>
                        <a:pt x="8510" y="5963"/>
                        <a:pt x="8510" y="6160"/>
                        <a:pt x="8510" y="6239"/>
                      </a:cubicBezTo>
                      <a:cubicBezTo>
                        <a:pt x="8535" y="6358"/>
                        <a:pt x="8560" y="6397"/>
                        <a:pt x="8610" y="6437"/>
                      </a:cubicBezTo>
                      <a:cubicBezTo>
                        <a:pt x="8610" y="6476"/>
                        <a:pt x="8635" y="6476"/>
                        <a:pt x="8635" y="6516"/>
                      </a:cubicBezTo>
                      <a:cubicBezTo>
                        <a:pt x="8635" y="6516"/>
                        <a:pt x="8635" y="6555"/>
                        <a:pt x="8635" y="6555"/>
                      </a:cubicBezTo>
                      <a:cubicBezTo>
                        <a:pt x="8635" y="6595"/>
                        <a:pt x="8635" y="6634"/>
                        <a:pt x="8635" y="6713"/>
                      </a:cubicBezTo>
                      <a:cubicBezTo>
                        <a:pt x="8660" y="6792"/>
                        <a:pt x="8685" y="6831"/>
                        <a:pt x="8735" y="6871"/>
                      </a:cubicBezTo>
                      <a:cubicBezTo>
                        <a:pt x="8785" y="6910"/>
                        <a:pt x="8835" y="6950"/>
                        <a:pt x="8885" y="6989"/>
                      </a:cubicBezTo>
                      <a:cubicBezTo>
                        <a:pt x="8910" y="6989"/>
                        <a:pt x="8910" y="6989"/>
                        <a:pt x="8935" y="7029"/>
                      </a:cubicBezTo>
                      <a:cubicBezTo>
                        <a:pt x="9010" y="7068"/>
                        <a:pt x="9060" y="7147"/>
                        <a:pt x="9111" y="7187"/>
                      </a:cubicBezTo>
                      <a:cubicBezTo>
                        <a:pt x="9136" y="7266"/>
                        <a:pt x="9186" y="7305"/>
                        <a:pt x="9211" y="7345"/>
                      </a:cubicBezTo>
                      <a:cubicBezTo>
                        <a:pt x="9261" y="7384"/>
                        <a:pt x="9311" y="7424"/>
                        <a:pt x="9361" y="7424"/>
                      </a:cubicBezTo>
                      <a:cubicBezTo>
                        <a:pt x="9361" y="7424"/>
                        <a:pt x="9386" y="7424"/>
                        <a:pt x="9386" y="7424"/>
                      </a:cubicBezTo>
                      <a:cubicBezTo>
                        <a:pt x="9411" y="7424"/>
                        <a:pt x="9436" y="7424"/>
                        <a:pt x="9461" y="7424"/>
                      </a:cubicBezTo>
                      <a:cubicBezTo>
                        <a:pt x="9461" y="7424"/>
                        <a:pt x="9486" y="7424"/>
                        <a:pt x="9486" y="7424"/>
                      </a:cubicBezTo>
                      <a:cubicBezTo>
                        <a:pt x="9511" y="7424"/>
                        <a:pt x="9511" y="7424"/>
                        <a:pt x="9536" y="7424"/>
                      </a:cubicBezTo>
                      <a:cubicBezTo>
                        <a:pt x="9536" y="7463"/>
                        <a:pt x="9511" y="7463"/>
                        <a:pt x="9486" y="7503"/>
                      </a:cubicBezTo>
                      <a:cubicBezTo>
                        <a:pt x="9486" y="7503"/>
                        <a:pt x="9486" y="7503"/>
                        <a:pt x="9486" y="7503"/>
                      </a:cubicBezTo>
                      <a:cubicBezTo>
                        <a:pt x="9461" y="7503"/>
                        <a:pt x="9436" y="7463"/>
                        <a:pt x="9436" y="7463"/>
                      </a:cubicBezTo>
                      <a:cubicBezTo>
                        <a:pt x="9411" y="7463"/>
                        <a:pt x="9386" y="7463"/>
                        <a:pt x="9361" y="7463"/>
                      </a:cubicBezTo>
                      <a:cubicBezTo>
                        <a:pt x="9211" y="7463"/>
                        <a:pt x="9186" y="7621"/>
                        <a:pt x="9186" y="7700"/>
                      </a:cubicBezTo>
                      <a:cubicBezTo>
                        <a:pt x="9186" y="7740"/>
                        <a:pt x="9211" y="7779"/>
                        <a:pt x="9211" y="7819"/>
                      </a:cubicBezTo>
                      <a:cubicBezTo>
                        <a:pt x="9211" y="7858"/>
                        <a:pt x="9211" y="7937"/>
                        <a:pt x="9211" y="7937"/>
                      </a:cubicBezTo>
                      <a:cubicBezTo>
                        <a:pt x="9186" y="7977"/>
                        <a:pt x="9086" y="8016"/>
                        <a:pt x="9060" y="8214"/>
                      </a:cubicBezTo>
                      <a:cubicBezTo>
                        <a:pt x="9060" y="8332"/>
                        <a:pt x="9086" y="8450"/>
                        <a:pt x="9136" y="8529"/>
                      </a:cubicBezTo>
                      <a:cubicBezTo>
                        <a:pt x="9186" y="8569"/>
                        <a:pt x="9211" y="8608"/>
                        <a:pt x="9236" y="8608"/>
                      </a:cubicBezTo>
                      <a:cubicBezTo>
                        <a:pt x="9336" y="8608"/>
                        <a:pt x="9361" y="8490"/>
                        <a:pt x="9411" y="8371"/>
                      </a:cubicBezTo>
                      <a:cubicBezTo>
                        <a:pt x="9411" y="8411"/>
                        <a:pt x="9411" y="8450"/>
                        <a:pt x="9411" y="8450"/>
                      </a:cubicBezTo>
                      <a:cubicBezTo>
                        <a:pt x="9411" y="8529"/>
                        <a:pt x="9411" y="8569"/>
                        <a:pt x="9411" y="8648"/>
                      </a:cubicBezTo>
                      <a:cubicBezTo>
                        <a:pt x="9411" y="8648"/>
                        <a:pt x="9386" y="8648"/>
                        <a:pt x="9361" y="8687"/>
                      </a:cubicBezTo>
                      <a:cubicBezTo>
                        <a:pt x="9336" y="8727"/>
                        <a:pt x="9286" y="8806"/>
                        <a:pt x="9236" y="8885"/>
                      </a:cubicBezTo>
                      <a:cubicBezTo>
                        <a:pt x="9186" y="8924"/>
                        <a:pt x="9161" y="9003"/>
                        <a:pt x="9136" y="9082"/>
                      </a:cubicBezTo>
                      <a:cubicBezTo>
                        <a:pt x="9111" y="9161"/>
                        <a:pt x="9111" y="9161"/>
                        <a:pt x="9111" y="9161"/>
                      </a:cubicBezTo>
                      <a:cubicBezTo>
                        <a:pt x="9111" y="9161"/>
                        <a:pt x="9111" y="9161"/>
                        <a:pt x="9111" y="9201"/>
                      </a:cubicBezTo>
                      <a:cubicBezTo>
                        <a:pt x="9086" y="9201"/>
                        <a:pt x="9086" y="9240"/>
                        <a:pt x="9086" y="9240"/>
                      </a:cubicBezTo>
                      <a:cubicBezTo>
                        <a:pt x="9086" y="9240"/>
                        <a:pt x="9060" y="9240"/>
                        <a:pt x="9060" y="9240"/>
                      </a:cubicBezTo>
                      <a:cubicBezTo>
                        <a:pt x="9060" y="9240"/>
                        <a:pt x="9035" y="9240"/>
                        <a:pt x="9035" y="9240"/>
                      </a:cubicBezTo>
                      <a:cubicBezTo>
                        <a:pt x="9010" y="9240"/>
                        <a:pt x="9010" y="9240"/>
                        <a:pt x="8985" y="9240"/>
                      </a:cubicBezTo>
                      <a:cubicBezTo>
                        <a:pt x="8935" y="9240"/>
                        <a:pt x="8910" y="9240"/>
                        <a:pt x="8860" y="9280"/>
                      </a:cubicBezTo>
                      <a:cubicBezTo>
                        <a:pt x="8785" y="9359"/>
                        <a:pt x="8735" y="9438"/>
                        <a:pt x="8685" y="9556"/>
                      </a:cubicBezTo>
                      <a:cubicBezTo>
                        <a:pt x="8685" y="9556"/>
                        <a:pt x="8685" y="9556"/>
                        <a:pt x="8685" y="9556"/>
                      </a:cubicBezTo>
                      <a:cubicBezTo>
                        <a:pt x="8610" y="9754"/>
                        <a:pt x="8635" y="9912"/>
                        <a:pt x="8660" y="10030"/>
                      </a:cubicBezTo>
                      <a:cubicBezTo>
                        <a:pt x="8660" y="10069"/>
                        <a:pt x="8660" y="10069"/>
                        <a:pt x="8660" y="10069"/>
                      </a:cubicBezTo>
                      <a:cubicBezTo>
                        <a:pt x="8685" y="10109"/>
                        <a:pt x="8685" y="10148"/>
                        <a:pt x="8685" y="10227"/>
                      </a:cubicBezTo>
                      <a:cubicBezTo>
                        <a:pt x="8685" y="10227"/>
                        <a:pt x="8710" y="10267"/>
                        <a:pt x="8710" y="10267"/>
                      </a:cubicBezTo>
                      <a:cubicBezTo>
                        <a:pt x="8710" y="10346"/>
                        <a:pt x="8710" y="10385"/>
                        <a:pt x="8735" y="10464"/>
                      </a:cubicBezTo>
                      <a:cubicBezTo>
                        <a:pt x="8735" y="10543"/>
                        <a:pt x="8735" y="10583"/>
                        <a:pt x="8710" y="10622"/>
                      </a:cubicBezTo>
                      <a:cubicBezTo>
                        <a:pt x="8710" y="10662"/>
                        <a:pt x="8710" y="10662"/>
                        <a:pt x="8710" y="10662"/>
                      </a:cubicBezTo>
                      <a:cubicBezTo>
                        <a:pt x="8710" y="10662"/>
                        <a:pt x="8710" y="10662"/>
                        <a:pt x="8685" y="10662"/>
                      </a:cubicBezTo>
                      <a:cubicBezTo>
                        <a:pt x="8685" y="10662"/>
                        <a:pt x="8660" y="10622"/>
                        <a:pt x="8635" y="10622"/>
                      </a:cubicBezTo>
                      <a:cubicBezTo>
                        <a:pt x="8635" y="10583"/>
                        <a:pt x="8610" y="10583"/>
                        <a:pt x="8610" y="10583"/>
                      </a:cubicBezTo>
                      <a:cubicBezTo>
                        <a:pt x="8585" y="10583"/>
                        <a:pt x="8560" y="10583"/>
                        <a:pt x="8560" y="10543"/>
                      </a:cubicBezTo>
                      <a:cubicBezTo>
                        <a:pt x="8560" y="10543"/>
                        <a:pt x="8560" y="10504"/>
                        <a:pt x="8560" y="10464"/>
                      </a:cubicBezTo>
                      <a:cubicBezTo>
                        <a:pt x="8560" y="10425"/>
                        <a:pt x="8560" y="10425"/>
                        <a:pt x="8560" y="10385"/>
                      </a:cubicBezTo>
                      <a:cubicBezTo>
                        <a:pt x="8560" y="10346"/>
                        <a:pt x="8535" y="10267"/>
                        <a:pt x="8510" y="10227"/>
                      </a:cubicBezTo>
                      <a:cubicBezTo>
                        <a:pt x="8510" y="10188"/>
                        <a:pt x="8510" y="10148"/>
                        <a:pt x="8510" y="10148"/>
                      </a:cubicBezTo>
                      <a:cubicBezTo>
                        <a:pt x="8510" y="10069"/>
                        <a:pt x="8510" y="10030"/>
                        <a:pt x="8535" y="9951"/>
                      </a:cubicBezTo>
                      <a:cubicBezTo>
                        <a:pt x="8535" y="9912"/>
                        <a:pt x="8535" y="9872"/>
                        <a:pt x="8535" y="9833"/>
                      </a:cubicBezTo>
                      <a:cubicBezTo>
                        <a:pt x="8535" y="9833"/>
                        <a:pt x="8535" y="9793"/>
                        <a:pt x="8560" y="9754"/>
                      </a:cubicBezTo>
                      <a:cubicBezTo>
                        <a:pt x="8560" y="9714"/>
                        <a:pt x="8585" y="9675"/>
                        <a:pt x="8610" y="9635"/>
                      </a:cubicBezTo>
                      <a:cubicBezTo>
                        <a:pt x="8660" y="9556"/>
                        <a:pt x="8710" y="9477"/>
                        <a:pt x="8710" y="9319"/>
                      </a:cubicBezTo>
                      <a:cubicBezTo>
                        <a:pt x="8710" y="9240"/>
                        <a:pt x="8685" y="9201"/>
                        <a:pt x="8660" y="9122"/>
                      </a:cubicBezTo>
                      <a:cubicBezTo>
                        <a:pt x="8635" y="9082"/>
                        <a:pt x="8585" y="9043"/>
                        <a:pt x="8535" y="9043"/>
                      </a:cubicBezTo>
                      <a:cubicBezTo>
                        <a:pt x="8510" y="9043"/>
                        <a:pt x="8510" y="9043"/>
                        <a:pt x="8510" y="9043"/>
                      </a:cubicBezTo>
                      <a:cubicBezTo>
                        <a:pt x="8485" y="9003"/>
                        <a:pt x="8485" y="8964"/>
                        <a:pt x="8460" y="8924"/>
                      </a:cubicBezTo>
                      <a:cubicBezTo>
                        <a:pt x="8435" y="8924"/>
                        <a:pt x="8410" y="8924"/>
                        <a:pt x="8385" y="8924"/>
                      </a:cubicBezTo>
                      <a:cubicBezTo>
                        <a:pt x="8385" y="8924"/>
                        <a:pt x="8360" y="8924"/>
                        <a:pt x="8360" y="8924"/>
                      </a:cubicBezTo>
                      <a:cubicBezTo>
                        <a:pt x="8360" y="8885"/>
                        <a:pt x="8360" y="8845"/>
                        <a:pt x="8360" y="8845"/>
                      </a:cubicBezTo>
                      <a:cubicBezTo>
                        <a:pt x="8310" y="8766"/>
                        <a:pt x="8285" y="8727"/>
                        <a:pt x="8260" y="8687"/>
                      </a:cubicBezTo>
                      <a:cubicBezTo>
                        <a:pt x="8235" y="8687"/>
                        <a:pt x="8235" y="8687"/>
                        <a:pt x="8235" y="8687"/>
                      </a:cubicBezTo>
                      <a:cubicBezTo>
                        <a:pt x="8235" y="8687"/>
                        <a:pt x="8210" y="8648"/>
                        <a:pt x="8210" y="8648"/>
                      </a:cubicBezTo>
                      <a:cubicBezTo>
                        <a:pt x="8184" y="8648"/>
                        <a:pt x="8184" y="8608"/>
                        <a:pt x="8159" y="8569"/>
                      </a:cubicBezTo>
                      <a:cubicBezTo>
                        <a:pt x="8134" y="8569"/>
                        <a:pt x="8084" y="8569"/>
                        <a:pt x="8059" y="8569"/>
                      </a:cubicBezTo>
                      <a:cubicBezTo>
                        <a:pt x="8009" y="8569"/>
                        <a:pt x="7959" y="8608"/>
                        <a:pt x="7909" y="8648"/>
                      </a:cubicBezTo>
                      <a:cubicBezTo>
                        <a:pt x="7909" y="8648"/>
                        <a:pt x="7884" y="8648"/>
                        <a:pt x="7884" y="8687"/>
                      </a:cubicBezTo>
                      <a:cubicBezTo>
                        <a:pt x="7884" y="8687"/>
                        <a:pt x="7884" y="8687"/>
                        <a:pt x="7859" y="8687"/>
                      </a:cubicBezTo>
                      <a:cubicBezTo>
                        <a:pt x="7859" y="8687"/>
                        <a:pt x="7859" y="8687"/>
                        <a:pt x="7834" y="8687"/>
                      </a:cubicBezTo>
                      <a:cubicBezTo>
                        <a:pt x="7834" y="8687"/>
                        <a:pt x="7809" y="8687"/>
                        <a:pt x="7809" y="8687"/>
                      </a:cubicBezTo>
                      <a:cubicBezTo>
                        <a:pt x="7759" y="8687"/>
                        <a:pt x="7709" y="8687"/>
                        <a:pt x="7684" y="8727"/>
                      </a:cubicBezTo>
                      <a:cubicBezTo>
                        <a:pt x="7609" y="8845"/>
                        <a:pt x="7634" y="9003"/>
                        <a:pt x="7634" y="9082"/>
                      </a:cubicBezTo>
                      <a:cubicBezTo>
                        <a:pt x="7634" y="9122"/>
                        <a:pt x="7634" y="9122"/>
                        <a:pt x="7634" y="9122"/>
                      </a:cubicBezTo>
                      <a:cubicBezTo>
                        <a:pt x="7659" y="9201"/>
                        <a:pt x="7659" y="9398"/>
                        <a:pt x="7759" y="9477"/>
                      </a:cubicBezTo>
                      <a:cubicBezTo>
                        <a:pt x="7809" y="9517"/>
                        <a:pt x="7834" y="9556"/>
                        <a:pt x="7884" y="9556"/>
                      </a:cubicBezTo>
                      <a:cubicBezTo>
                        <a:pt x="7934" y="9556"/>
                        <a:pt x="7984" y="9517"/>
                        <a:pt x="8009" y="9517"/>
                      </a:cubicBezTo>
                      <a:cubicBezTo>
                        <a:pt x="8034" y="9517"/>
                        <a:pt x="8034" y="9517"/>
                        <a:pt x="8034" y="9517"/>
                      </a:cubicBezTo>
                      <a:cubicBezTo>
                        <a:pt x="8059" y="9517"/>
                        <a:pt x="8059" y="9517"/>
                        <a:pt x="8059" y="9517"/>
                      </a:cubicBezTo>
                      <a:cubicBezTo>
                        <a:pt x="8059" y="9517"/>
                        <a:pt x="8059" y="9517"/>
                        <a:pt x="8059" y="9517"/>
                      </a:cubicBezTo>
                      <a:cubicBezTo>
                        <a:pt x="8059" y="9517"/>
                        <a:pt x="8059" y="9556"/>
                        <a:pt x="8059" y="9556"/>
                      </a:cubicBezTo>
                      <a:cubicBezTo>
                        <a:pt x="8084" y="9596"/>
                        <a:pt x="8084" y="9635"/>
                        <a:pt x="8109" y="9714"/>
                      </a:cubicBezTo>
                      <a:cubicBezTo>
                        <a:pt x="8109" y="9754"/>
                        <a:pt x="8109" y="9754"/>
                        <a:pt x="8109" y="9793"/>
                      </a:cubicBezTo>
                      <a:cubicBezTo>
                        <a:pt x="8109" y="9833"/>
                        <a:pt x="8059" y="9872"/>
                        <a:pt x="8034" y="9872"/>
                      </a:cubicBezTo>
                      <a:cubicBezTo>
                        <a:pt x="8009" y="9872"/>
                        <a:pt x="8009" y="9872"/>
                        <a:pt x="8009" y="9872"/>
                      </a:cubicBezTo>
                      <a:cubicBezTo>
                        <a:pt x="7984" y="9833"/>
                        <a:pt x="7959" y="9793"/>
                        <a:pt x="7934" y="9754"/>
                      </a:cubicBezTo>
                      <a:cubicBezTo>
                        <a:pt x="7934" y="9714"/>
                        <a:pt x="7909" y="9635"/>
                        <a:pt x="7859" y="9596"/>
                      </a:cubicBezTo>
                      <a:cubicBezTo>
                        <a:pt x="7834" y="9556"/>
                        <a:pt x="7759" y="9517"/>
                        <a:pt x="7709" y="9517"/>
                      </a:cubicBezTo>
                      <a:cubicBezTo>
                        <a:pt x="7634" y="9517"/>
                        <a:pt x="7584" y="9556"/>
                        <a:pt x="7534" y="9596"/>
                      </a:cubicBezTo>
                      <a:cubicBezTo>
                        <a:pt x="7509" y="9596"/>
                        <a:pt x="7509" y="9596"/>
                        <a:pt x="7509" y="9596"/>
                      </a:cubicBezTo>
                      <a:cubicBezTo>
                        <a:pt x="7484" y="9596"/>
                        <a:pt x="7484" y="9635"/>
                        <a:pt x="7459" y="9635"/>
                      </a:cubicBezTo>
                      <a:cubicBezTo>
                        <a:pt x="7459" y="9635"/>
                        <a:pt x="7459" y="9635"/>
                        <a:pt x="7459" y="9635"/>
                      </a:cubicBezTo>
                      <a:cubicBezTo>
                        <a:pt x="7434" y="9596"/>
                        <a:pt x="7434" y="9556"/>
                        <a:pt x="7409" y="9556"/>
                      </a:cubicBezTo>
                      <a:cubicBezTo>
                        <a:pt x="7384" y="9517"/>
                        <a:pt x="7359" y="9477"/>
                        <a:pt x="7333" y="9438"/>
                      </a:cubicBezTo>
                      <a:cubicBezTo>
                        <a:pt x="7283" y="9398"/>
                        <a:pt x="7258" y="9398"/>
                        <a:pt x="7233" y="9398"/>
                      </a:cubicBezTo>
                      <a:cubicBezTo>
                        <a:pt x="7208" y="9398"/>
                        <a:pt x="7208" y="9398"/>
                        <a:pt x="7208" y="9398"/>
                      </a:cubicBezTo>
                      <a:cubicBezTo>
                        <a:pt x="7183" y="9398"/>
                        <a:pt x="7183" y="9398"/>
                        <a:pt x="7183" y="9398"/>
                      </a:cubicBezTo>
                      <a:cubicBezTo>
                        <a:pt x="7158" y="9398"/>
                        <a:pt x="7133" y="9359"/>
                        <a:pt x="7108" y="9359"/>
                      </a:cubicBezTo>
                      <a:cubicBezTo>
                        <a:pt x="7058" y="9319"/>
                        <a:pt x="7033" y="9319"/>
                        <a:pt x="6983" y="9319"/>
                      </a:cubicBezTo>
                      <a:cubicBezTo>
                        <a:pt x="6958" y="9319"/>
                        <a:pt x="6958" y="9319"/>
                        <a:pt x="6933" y="9319"/>
                      </a:cubicBezTo>
                      <a:cubicBezTo>
                        <a:pt x="6858" y="9319"/>
                        <a:pt x="6783" y="9319"/>
                        <a:pt x="6733" y="9359"/>
                      </a:cubicBezTo>
                      <a:cubicBezTo>
                        <a:pt x="6708" y="9359"/>
                        <a:pt x="6683" y="9359"/>
                        <a:pt x="6683" y="9359"/>
                      </a:cubicBezTo>
                      <a:cubicBezTo>
                        <a:pt x="6633" y="9398"/>
                        <a:pt x="6608" y="9398"/>
                        <a:pt x="6558" y="9398"/>
                      </a:cubicBezTo>
                      <a:cubicBezTo>
                        <a:pt x="6558" y="9398"/>
                        <a:pt x="6533" y="9398"/>
                        <a:pt x="6533" y="9359"/>
                      </a:cubicBezTo>
                      <a:cubicBezTo>
                        <a:pt x="6508" y="9319"/>
                        <a:pt x="6508" y="9319"/>
                        <a:pt x="6457" y="9280"/>
                      </a:cubicBezTo>
                      <a:cubicBezTo>
                        <a:pt x="6432" y="9240"/>
                        <a:pt x="6407" y="9240"/>
                        <a:pt x="6382" y="9240"/>
                      </a:cubicBezTo>
                      <a:cubicBezTo>
                        <a:pt x="6357" y="9240"/>
                        <a:pt x="6357" y="9240"/>
                        <a:pt x="6357" y="9240"/>
                      </a:cubicBezTo>
                      <a:cubicBezTo>
                        <a:pt x="6357" y="9359"/>
                        <a:pt x="6357" y="9359"/>
                        <a:pt x="6357" y="9359"/>
                      </a:cubicBezTo>
                      <a:cubicBezTo>
                        <a:pt x="6357" y="9240"/>
                        <a:pt x="6357" y="9240"/>
                        <a:pt x="6357" y="9240"/>
                      </a:cubicBezTo>
                      <a:cubicBezTo>
                        <a:pt x="6307" y="9240"/>
                        <a:pt x="6282" y="9240"/>
                        <a:pt x="6257" y="9161"/>
                      </a:cubicBezTo>
                      <a:cubicBezTo>
                        <a:pt x="6232" y="9122"/>
                        <a:pt x="6232" y="9122"/>
                        <a:pt x="6207" y="9082"/>
                      </a:cubicBezTo>
                      <a:cubicBezTo>
                        <a:pt x="6182" y="9082"/>
                        <a:pt x="6182" y="9043"/>
                        <a:pt x="6157" y="9043"/>
                      </a:cubicBezTo>
                      <a:cubicBezTo>
                        <a:pt x="6157" y="9043"/>
                        <a:pt x="6157" y="9043"/>
                        <a:pt x="6157" y="9043"/>
                      </a:cubicBezTo>
                      <a:cubicBezTo>
                        <a:pt x="6157" y="9003"/>
                        <a:pt x="6132" y="8964"/>
                        <a:pt x="6132" y="8964"/>
                      </a:cubicBezTo>
                      <a:cubicBezTo>
                        <a:pt x="6107" y="8924"/>
                        <a:pt x="6107" y="8924"/>
                        <a:pt x="6107" y="8924"/>
                      </a:cubicBezTo>
                      <a:cubicBezTo>
                        <a:pt x="6082" y="8766"/>
                        <a:pt x="6032" y="8608"/>
                        <a:pt x="5907" y="8608"/>
                      </a:cubicBezTo>
                      <a:cubicBezTo>
                        <a:pt x="5882" y="8608"/>
                        <a:pt x="5882" y="8608"/>
                        <a:pt x="5857" y="8608"/>
                      </a:cubicBezTo>
                      <a:cubicBezTo>
                        <a:pt x="5832" y="8608"/>
                        <a:pt x="5782" y="8648"/>
                        <a:pt x="5732" y="8648"/>
                      </a:cubicBezTo>
                      <a:cubicBezTo>
                        <a:pt x="5707" y="8648"/>
                        <a:pt x="5682" y="8608"/>
                        <a:pt x="5682" y="8608"/>
                      </a:cubicBezTo>
                      <a:cubicBezTo>
                        <a:pt x="5657" y="8608"/>
                        <a:pt x="5632" y="8490"/>
                        <a:pt x="5632" y="8450"/>
                      </a:cubicBezTo>
                      <a:cubicBezTo>
                        <a:pt x="5632" y="8411"/>
                        <a:pt x="5632" y="8411"/>
                        <a:pt x="5632" y="8411"/>
                      </a:cubicBezTo>
                      <a:cubicBezTo>
                        <a:pt x="5606" y="8332"/>
                        <a:pt x="5581" y="8253"/>
                        <a:pt x="5556" y="8174"/>
                      </a:cubicBezTo>
                      <a:cubicBezTo>
                        <a:pt x="5506" y="8095"/>
                        <a:pt x="5456" y="8095"/>
                        <a:pt x="5431" y="8095"/>
                      </a:cubicBezTo>
                      <a:cubicBezTo>
                        <a:pt x="5431" y="8095"/>
                        <a:pt x="5431" y="8056"/>
                        <a:pt x="5431" y="8056"/>
                      </a:cubicBezTo>
                      <a:cubicBezTo>
                        <a:pt x="5431" y="8056"/>
                        <a:pt x="5431" y="7977"/>
                        <a:pt x="5431" y="7937"/>
                      </a:cubicBezTo>
                      <a:cubicBezTo>
                        <a:pt x="5431" y="7937"/>
                        <a:pt x="5431" y="7937"/>
                        <a:pt x="5431" y="7937"/>
                      </a:cubicBezTo>
                      <a:cubicBezTo>
                        <a:pt x="5431" y="7858"/>
                        <a:pt x="5431" y="7819"/>
                        <a:pt x="5456" y="7779"/>
                      </a:cubicBezTo>
                      <a:cubicBezTo>
                        <a:pt x="5456" y="7661"/>
                        <a:pt x="5481" y="7503"/>
                        <a:pt x="5431" y="7305"/>
                      </a:cubicBezTo>
                      <a:cubicBezTo>
                        <a:pt x="5406" y="7266"/>
                        <a:pt x="5356" y="7068"/>
                        <a:pt x="5206" y="7068"/>
                      </a:cubicBezTo>
                      <a:cubicBezTo>
                        <a:pt x="5181" y="7068"/>
                        <a:pt x="5156" y="7068"/>
                        <a:pt x="5131" y="7068"/>
                      </a:cubicBezTo>
                      <a:cubicBezTo>
                        <a:pt x="5081" y="7068"/>
                        <a:pt x="5006" y="7068"/>
                        <a:pt x="4931" y="7068"/>
                      </a:cubicBezTo>
                      <a:cubicBezTo>
                        <a:pt x="4856" y="7108"/>
                        <a:pt x="4831" y="7108"/>
                        <a:pt x="4781" y="7187"/>
                      </a:cubicBezTo>
                      <a:cubicBezTo>
                        <a:pt x="4756" y="7187"/>
                        <a:pt x="4730" y="7187"/>
                        <a:pt x="4705" y="7187"/>
                      </a:cubicBezTo>
                      <a:cubicBezTo>
                        <a:pt x="4680" y="7187"/>
                        <a:pt x="4630" y="7187"/>
                        <a:pt x="4605" y="7187"/>
                      </a:cubicBezTo>
                      <a:cubicBezTo>
                        <a:pt x="4555" y="7147"/>
                        <a:pt x="4505" y="7147"/>
                        <a:pt x="4480" y="7147"/>
                      </a:cubicBezTo>
                      <a:cubicBezTo>
                        <a:pt x="4455" y="7147"/>
                        <a:pt x="4430" y="7147"/>
                        <a:pt x="4405" y="7147"/>
                      </a:cubicBezTo>
                      <a:cubicBezTo>
                        <a:pt x="4405" y="7147"/>
                        <a:pt x="4355" y="7187"/>
                        <a:pt x="4330" y="7226"/>
                      </a:cubicBezTo>
                      <a:cubicBezTo>
                        <a:pt x="4305" y="7266"/>
                        <a:pt x="4305" y="7266"/>
                        <a:pt x="4280" y="7305"/>
                      </a:cubicBezTo>
                      <a:cubicBezTo>
                        <a:pt x="4280" y="7305"/>
                        <a:pt x="4280" y="7305"/>
                        <a:pt x="4255" y="7305"/>
                      </a:cubicBezTo>
                      <a:cubicBezTo>
                        <a:pt x="4205" y="7345"/>
                        <a:pt x="4155" y="7384"/>
                        <a:pt x="4130" y="7503"/>
                      </a:cubicBezTo>
                      <a:cubicBezTo>
                        <a:pt x="4080" y="7661"/>
                        <a:pt x="4155" y="7858"/>
                        <a:pt x="4180" y="7898"/>
                      </a:cubicBezTo>
                      <a:cubicBezTo>
                        <a:pt x="4180" y="7937"/>
                        <a:pt x="4180" y="7937"/>
                        <a:pt x="4180" y="7937"/>
                      </a:cubicBezTo>
                      <a:cubicBezTo>
                        <a:pt x="4205" y="7977"/>
                        <a:pt x="4255" y="8056"/>
                        <a:pt x="4280" y="8095"/>
                      </a:cubicBezTo>
                      <a:cubicBezTo>
                        <a:pt x="4305" y="8095"/>
                        <a:pt x="4355" y="8095"/>
                        <a:pt x="4380" y="8095"/>
                      </a:cubicBezTo>
                      <a:cubicBezTo>
                        <a:pt x="4455" y="8095"/>
                        <a:pt x="4505" y="8056"/>
                        <a:pt x="4530" y="7937"/>
                      </a:cubicBezTo>
                      <a:cubicBezTo>
                        <a:pt x="4530" y="7937"/>
                        <a:pt x="4555" y="7858"/>
                        <a:pt x="4580" y="7858"/>
                      </a:cubicBezTo>
                      <a:cubicBezTo>
                        <a:pt x="4580" y="7858"/>
                        <a:pt x="4580" y="7858"/>
                        <a:pt x="4580" y="7858"/>
                      </a:cubicBezTo>
                      <a:cubicBezTo>
                        <a:pt x="4580" y="7898"/>
                        <a:pt x="4605" y="8016"/>
                        <a:pt x="4705" y="8056"/>
                      </a:cubicBezTo>
                      <a:cubicBezTo>
                        <a:pt x="4781" y="8056"/>
                        <a:pt x="4856" y="7977"/>
                        <a:pt x="4906" y="7898"/>
                      </a:cubicBezTo>
                      <a:cubicBezTo>
                        <a:pt x="4931" y="7898"/>
                        <a:pt x="4956" y="7858"/>
                        <a:pt x="4981" y="7858"/>
                      </a:cubicBezTo>
                      <a:cubicBezTo>
                        <a:pt x="5031" y="7819"/>
                        <a:pt x="5081" y="7779"/>
                        <a:pt x="5131" y="7779"/>
                      </a:cubicBezTo>
                      <a:cubicBezTo>
                        <a:pt x="5131" y="7740"/>
                        <a:pt x="5156" y="7740"/>
                        <a:pt x="5181" y="7740"/>
                      </a:cubicBezTo>
                      <a:cubicBezTo>
                        <a:pt x="5181" y="7740"/>
                        <a:pt x="5181" y="7740"/>
                        <a:pt x="5181" y="7740"/>
                      </a:cubicBezTo>
                      <a:cubicBezTo>
                        <a:pt x="5181" y="7819"/>
                        <a:pt x="5031" y="7898"/>
                        <a:pt x="4956" y="7977"/>
                      </a:cubicBezTo>
                      <a:cubicBezTo>
                        <a:pt x="4931" y="7977"/>
                        <a:pt x="4906" y="8016"/>
                        <a:pt x="4906" y="8016"/>
                      </a:cubicBezTo>
                      <a:cubicBezTo>
                        <a:pt x="4831" y="8056"/>
                        <a:pt x="4756" y="8095"/>
                        <a:pt x="4680" y="8095"/>
                      </a:cubicBezTo>
                      <a:cubicBezTo>
                        <a:pt x="4580" y="8095"/>
                        <a:pt x="4480" y="8135"/>
                        <a:pt x="4405" y="8214"/>
                      </a:cubicBezTo>
                      <a:cubicBezTo>
                        <a:pt x="4155" y="8411"/>
                        <a:pt x="4205" y="8648"/>
                        <a:pt x="4230" y="8845"/>
                      </a:cubicBezTo>
                      <a:cubicBezTo>
                        <a:pt x="4255" y="8924"/>
                        <a:pt x="4255" y="9003"/>
                        <a:pt x="4255" y="9082"/>
                      </a:cubicBezTo>
                      <a:cubicBezTo>
                        <a:pt x="4280" y="9122"/>
                        <a:pt x="4280" y="9201"/>
                        <a:pt x="4255" y="9280"/>
                      </a:cubicBezTo>
                      <a:cubicBezTo>
                        <a:pt x="4255" y="9319"/>
                        <a:pt x="4255" y="9398"/>
                        <a:pt x="4255" y="9517"/>
                      </a:cubicBezTo>
                      <a:cubicBezTo>
                        <a:pt x="4255" y="9556"/>
                        <a:pt x="4255" y="9596"/>
                        <a:pt x="4280" y="9635"/>
                      </a:cubicBezTo>
                      <a:cubicBezTo>
                        <a:pt x="4280" y="9714"/>
                        <a:pt x="4305" y="9793"/>
                        <a:pt x="4280" y="9833"/>
                      </a:cubicBezTo>
                      <a:cubicBezTo>
                        <a:pt x="4280" y="9872"/>
                        <a:pt x="4205" y="9872"/>
                        <a:pt x="4155" y="9872"/>
                      </a:cubicBezTo>
                      <a:cubicBezTo>
                        <a:pt x="4105" y="9872"/>
                        <a:pt x="4080" y="9872"/>
                        <a:pt x="4080" y="9872"/>
                      </a:cubicBezTo>
                      <a:cubicBezTo>
                        <a:pt x="4080" y="9872"/>
                        <a:pt x="4055" y="9833"/>
                        <a:pt x="4055" y="9754"/>
                      </a:cubicBezTo>
                      <a:cubicBezTo>
                        <a:pt x="4055" y="9714"/>
                        <a:pt x="4055" y="9675"/>
                        <a:pt x="4055" y="9635"/>
                      </a:cubicBezTo>
                      <a:cubicBezTo>
                        <a:pt x="4080" y="9635"/>
                        <a:pt x="4080" y="9635"/>
                        <a:pt x="4105" y="9596"/>
                      </a:cubicBezTo>
                      <a:cubicBezTo>
                        <a:pt x="4180" y="9556"/>
                        <a:pt x="4230" y="9359"/>
                        <a:pt x="4205" y="9201"/>
                      </a:cubicBezTo>
                      <a:cubicBezTo>
                        <a:pt x="4205" y="9082"/>
                        <a:pt x="4155" y="8964"/>
                        <a:pt x="4105" y="8924"/>
                      </a:cubicBezTo>
                      <a:cubicBezTo>
                        <a:pt x="4055" y="8885"/>
                        <a:pt x="4005" y="8885"/>
                        <a:pt x="3980" y="8885"/>
                      </a:cubicBezTo>
                      <a:cubicBezTo>
                        <a:pt x="3955" y="8845"/>
                        <a:pt x="3955" y="8845"/>
                        <a:pt x="3955" y="8845"/>
                      </a:cubicBezTo>
                      <a:cubicBezTo>
                        <a:pt x="3930" y="8845"/>
                        <a:pt x="3955" y="8727"/>
                        <a:pt x="3955" y="8687"/>
                      </a:cubicBezTo>
                      <a:cubicBezTo>
                        <a:pt x="3955" y="8608"/>
                        <a:pt x="3980" y="8529"/>
                        <a:pt x="3955" y="8450"/>
                      </a:cubicBezTo>
                      <a:cubicBezTo>
                        <a:pt x="3930" y="8293"/>
                        <a:pt x="3854" y="8253"/>
                        <a:pt x="3804" y="8253"/>
                      </a:cubicBezTo>
                      <a:cubicBezTo>
                        <a:pt x="3779" y="8253"/>
                        <a:pt x="3754" y="8174"/>
                        <a:pt x="3729" y="8174"/>
                      </a:cubicBezTo>
                      <a:cubicBezTo>
                        <a:pt x="3729" y="8135"/>
                        <a:pt x="3729" y="8095"/>
                        <a:pt x="3729" y="8056"/>
                      </a:cubicBezTo>
                      <a:cubicBezTo>
                        <a:pt x="3729" y="7977"/>
                        <a:pt x="3729" y="7819"/>
                        <a:pt x="3654" y="7740"/>
                      </a:cubicBezTo>
                      <a:cubicBezTo>
                        <a:pt x="3629" y="7740"/>
                        <a:pt x="3604" y="7740"/>
                        <a:pt x="3579" y="7740"/>
                      </a:cubicBezTo>
                      <a:cubicBezTo>
                        <a:pt x="3579" y="7740"/>
                        <a:pt x="3579" y="7740"/>
                        <a:pt x="3554" y="7740"/>
                      </a:cubicBezTo>
                      <a:cubicBezTo>
                        <a:pt x="3529" y="7740"/>
                        <a:pt x="3529" y="7740"/>
                        <a:pt x="3504" y="7740"/>
                      </a:cubicBezTo>
                      <a:cubicBezTo>
                        <a:pt x="3454" y="7740"/>
                        <a:pt x="3429" y="7740"/>
                        <a:pt x="3404" y="7740"/>
                      </a:cubicBezTo>
                      <a:cubicBezTo>
                        <a:pt x="3379" y="7779"/>
                        <a:pt x="3379" y="7779"/>
                        <a:pt x="3379" y="7779"/>
                      </a:cubicBezTo>
                      <a:cubicBezTo>
                        <a:pt x="3354" y="7819"/>
                        <a:pt x="3329" y="7819"/>
                        <a:pt x="3304" y="7819"/>
                      </a:cubicBezTo>
                      <a:cubicBezTo>
                        <a:pt x="3279" y="7819"/>
                        <a:pt x="3279" y="7819"/>
                        <a:pt x="3254" y="7819"/>
                      </a:cubicBezTo>
                      <a:cubicBezTo>
                        <a:pt x="3179" y="7819"/>
                        <a:pt x="3104" y="7779"/>
                        <a:pt x="3029" y="7779"/>
                      </a:cubicBezTo>
                      <a:cubicBezTo>
                        <a:pt x="3003" y="7779"/>
                        <a:pt x="3003" y="7740"/>
                        <a:pt x="2978" y="7740"/>
                      </a:cubicBezTo>
                      <a:cubicBezTo>
                        <a:pt x="2953" y="7740"/>
                        <a:pt x="2903" y="7740"/>
                        <a:pt x="2878" y="7700"/>
                      </a:cubicBezTo>
                      <a:cubicBezTo>
                        <a:pt x="2828" y="7700"/>
                        <a:pt x="2828" y="7700"/>
                        <a:pt x="2828" y="7700"/>
                      </a:cubicBezTo>
                      <a:cubicBezTo>
                        <a:pt x="2803" y="7700"/>
                        <a:pt x="2753" y="7700"/>
                        <a:pt x="2728" y="7661"/>
                      </a:cubicBezTo>
                      <a:cubicBezTo>
                        <a:pt x="2703" y="7661"/>
                        <a:pt x="2653" y="7661"/>
                        <a:pt x="2628" y="7621"/>
                      </a:cubicBezTo>
                      <a:cubicBezTo>
                        <a:pt x="2578" y="7621"/>
                        <a:pt x="2528" y="7582"/>
                        <a:pt x="2478" y="7542"/>
                      </a:cubicBezTo>
                      <a:cubicBezTo>
                        <a:pt x="2453" y="7542"/>
                        <a:pt x="2453" y="7542"/>
                        <a:pt x="2453" y="7542"/>
                      </a:cubicBezTo>
                      <a:cubicBezTo>
                        <a:pt x="2428" y="7542"/>
                        <a:pt x="2428" y="7542"/>
                        <a:pt x="2403" y="7542"/>
                      </a:cubicBezTo>
                      <a:cubicBezTo>
                        <a:pt x="2403" y="7503"/>
                        <a:pt x="2403" y="7503"/>
                        <a:pt x="2403" y="7503"/>
                      </a:cubicBezTo>
                      <a:cubicBezTo>
                        <a:pt x="2378" y="7463"/>
                        <a:pt x="2378" y="7424"/>
                        <a:pt x="2328" y="7384"/>
                      </a:cubicBezTo>
                      <a:cubicBezTo>
                        <a:pt x="2303" y="7345"/>
                        <a:pt x="2303" y="7345"/>
                        <a:pt x="2278" y="7345"/>
                      </a:cubicBezTo>
                      <a:cubicBezTo>
                        <a:pt x="2278" y="7345"/>
                        <a:pt x="2253" y="7345"/>
                        <a:pt x="2253" y="7305"/>
                      </a:cubicBezTo>
                      <a:cubicBezTo>
                        <a:pt x="2228" y="7305"/>
                        <a:pt x="2228" y="7305"/>
                        <a:pt x="2203" y="7266"/>
                      </a:cubicBezTo>
                      <a:cubicBezTo>
                        <a:pt x="2203" y="7266"/>
                        <a:pt x="2178" y="7226"/>
                        <a:pt x="2152" y="7187"/>
                      </a:cubicBezTo>
                      <a:cubicBezTo>
                        <a:pt x="2102" y="7187"/>
                        <a:pt x="2077" y="7147"/>
                        <a:pt x="2027" y="7147"/>
                      </a:cubicBezTo>
                      <a:cubicBezTo>
                        <a:pt x="2027" y="7108"/>
                        <a:pt x="2027" y="7108"/>
                        <a:pt x="2027" y="7108"/>
                      </a:cubicBezTo>
                      <a:cubicBezTo>
                        <a:pt x="1952" y="7068"/>
                        <a:pt x="1902" y="7029"/>
                        <a:pt x="1877" y="6989"/>
                      </a:cubicBezTo>
                      <a:cubicBezTo>
                        <a:pt x="1952" y="6950"/>
                        <a:pt x="1977" y="6831"/>
                        <a:pt x="1977" y="6792"/>
                      </a:cubicBezTo>
                      <a:cubicBezTo>
                        <a:pt x="2002" y="6752"/>
                        <a:pt x="2002" y="6752"/>
                        <a:pt x="2052" y="6713"/>
                      </a:cubicBezTo>
                      <a:cubicBezTo>
                        <a:pt x="2102" y="6713"/>
                        <a:pt x="2127" y="6713"/>
                        <a:pt x="2178" y="6713"/>
                      </a:cubicBezTo>
                      <a:cubicBezTo>
                        <a:pt x="2228" y="6713"/>
                        <a:pt x="2278" y="6713"/>
                        <a:pt x="2303" y="6752"/>
                      </a:cubicBezTo>
                      <a:cubicBezTo>
                        <a:pt x="2328" y="6752"/>
                        <a:pt x="2328" y="6752"/>
                        <a:pt x="2353" y="6752"/>
                      </a:cubicBezTo>
                      <a:cubicBezTo>
                        <a:pt x="2428" y="6752"/>
                        <a:pt x="2503" y="6673"/>
                        <a:pt x="2528" y="6555"/>
                      </a:cubicBezTo>
                      <a:cubicBezTo>
                        <a:pt x="2578" y="6476"/>
                        <a:pt x="2553" y="6358"/>
                        <a:pt x="2528" y="6279"/>
                      </a:cubicBezTo>
                      <a:cubicBezTo>
                        <a:pt x="2503" y="6279"/>
                        <a:pt x="2503" y="6239"/>
                        <a:pt x="2503" y="6239"/>
                      </a:cubicBezTo>
                      <a:cubicBezTo>
                        <a:pt x="2503" y="6081"/>
                        <a:pt x="2453" y="5923"/>
                        <a:pt x="2403" y="5844"/>
                      </a:cubicBezTo>
                      <a:cubicBezTo>
                        <a:pt x="2378" y="5805"/>
                        <a:pt x="2378" y="5726"/>
                        <a:pt x="2353" y="5686"/>
                      </a:cubicBezTo>
                      <a:cubicBezTo>
                        <a:pt x="2353" y="5647"/>
                        <a:pt x="2353" y="5647"/>
                        <a:pt x="2353" y="5647"/>
                      </a:cubicBezTo>
                      <a:cubicBezTo>
                        <a:pt x="2328" y="5568"/>
                        <a:pt x="2253" y="5291"/>
                        <a:pt x="2127" y="5212"/>
                      </a:cubicBezTo>
                      <a:cubicBezTo>
                        <a:pt x="2102" y="5173"/>
                        <a:pt x="2052" y="5173"/>
                        <a:pt x="2027" y="5173"/>
                      </a:cubicBezTo>
                      <a:cubicBezTo>
                        <a:pt x="1977" y="5173"/>
                        <a:pt x="1927" y="5173"/>
                        <a:pt x="1902" y="5173"/>
                      </a:cubicBezTo>
                      <a:cubicBezTo>
                        <a:pt x="1877" y="5212"/>
                        <a:pt x="1877" y="5212"/>
                        <a:pt x="1877" y="5212"/>
                      </a:cubicBezTo>
                      <a:cubicBezTo>
                        <a:pt x="1852" y="5212"/>
                        <a:pt x="1827" y="5173"/>
                        <a:pt x="1802" y="5133"/>
                      </a:cubicBezTo>
                      <a:cubicBezTo>
                        <a:pt x="1777" y="5094"/>
                        <a:pt x="1777" y="5094"/>
                        <a:pt x="1777" y="5094"/>
                      </a:cubicBezTo>
                      <a:cubicBezTo>
                        <a:pt x="1752" y="5054"/>
                        <a:pt x="1702" y="5015"/>
                        <a:pt x="1677" y="4976"/>
                      </a:cubicBezTo>
                      <a:cubicBezTo>
                        <a:pt x="1627" y="4897"/>
                        <a:pt x="1577" y="4857"/>
                        <a:pt x="1527" y="4778"/>
                      </a:cubicBezTo>
                      <a:cubicBezTo>
                        <a:pt x="1477" y="4660"/>
                        <a:pt x="1427" y="4581"/>
                        <a:pt x="1402" y="4462"/>
                      </a:cubicBezTo>
                      <a:cubicBezTo>
                        <a:pt x="1377" y="4344"/>
                        <a:pt x="1327" y="4186"/>
                        <a:pt x="1226" y="4028"/>
                      </a:cubicBezTo>
                      <a:cubicBezTo>
                        <a:pt x="1151" y="3949"/>
                        <a:pt x="1101" y="3909"/>
                        <a:pt x="1051" y="3870"/>
                      </a:cubicBezTo>
                      <a:cubicBezTo>
                        <a:pt x="1026" y="3830"/>
                        <a:pt x="1026" y="3830"/>
                        <a:pt x="1026" y="3830"/>
                      </a:cubicBezTo>
                      <a:cubicBezTo>
                        <a:pt x="1001" y="3830"/>
                        <a:pt x="1001" y="3791"/>
                        <a:pt x="976" y="3751"/>
                      </a:cubicBezTo>
                      <a:cubicBezTo>
                        <a:pt x="976" y="3712"/>
                        <a:pt x="976" y="3712"/>
                        <a:pt x="976" y="3712"/>
                      </a:cubicBezTo>
                      <a:cubicBezTo>
                        <a:pt x="926" y="3593"/>
                        <a:pt x="876" y="3514"/>
                        <a:pt x="851" y="3396"/>
                      </a:cubicBezTo>
                      <a:cubicBezTo>
                        <a:pt x="801" y="3159"/>
                        <a:pt x="801" y="3159"/>
                        <a:pt x="801" y="3159"/>
                      </a:cubicBezTo>
                      <a:cubicBezTo>
                        <a:pt x="0" y="5607"/>
                        <a:pt x="0" y="5607"/>
                        <a:pt x="0" y="5607"/>
                      </a:cubicBezTo>
                      <a:cubicBezTo>
                        <a:pt x="1577" y="10148"/>
                        <a:pt x="1577" y="10148"/>
                        <a:pt x="1577" y="10148"/>
                      </a:cubicBezTo>
                      <a:cubicBezTo>
                        <a:pt x="1852" y="11333"/>
                        <a:pt x="2528" y="11373"/>
                        <a:pt x="2578" y="11373"/>
                      </a:cubicBezTo>
                      <a:cubicBezTo>
                        <a:pt x="2878" y="12597"/>
                        <a:pt x="2878" y="12597"/>
                        <a:pt x="2878" y="12597"/>
                      </a:cubicBezTo>
                      <a:cubicBezTo>
                        <a:pt x="5707" y="14769"/>
                        <a:pt x="5707" y="14769"/>
                        <a:pt x="5707" y="14769"/>
                      </a:cubicBezTo>
                      <a:cubicBezTo>
                        <a:pt x="5606" y="15163"/>
                        <a:pt x="5381" y="17138"/>
                        <a:pt x="5006" y="20771"/>
                      </a:cubicBezTo>
                      <a:cubicBezTo>
                        <a:pt x="4981" y="20889"/>
                        <a:pt x="4981" y="20889"/>
                        <a:pt x="4981" y="20889"/>
                      </a:cubicBezTo>
                      <a:cubicBezTo>
                        <a:pt x="8485" y="21600"/>
                        <a:pt x="8485" y="21600"/>
                        <a:pt x="8485" y="21600"/>
                      </a:cubicBezTo>
                      <a:cubicBezTo>
                        <a:pt x="8485" y="21521"/>
                        <a:pt x="8485" y="21521"/>
                        <a:pt x="8485" y="21521"/>
                      </a:cubicBezTo>
                      <a:cubicBezTo>
                        <a:pt x="8510" y="21442"/>
                        <a:pt x="8510" y="21363"/>
                        <a:pt x="8535" y="21324"/>
                      </a:cubicBezTo>
                      <a:cubicBezTo>
                        <a:pt x="8535" y="21245"/>
                        <a:pt x="8560" y="21205"/>
                        <a:pt x="8560" y="21126"/>
                      </a:cubicBezTo>
                      <a:cubicBezTo>
                        <a:pt x="8560" y="21126"/>
                        <a:pt x="8585" y="21087"/>
                        <a:pt x="8585" y="21087"/>
                      </a:cubicBezTo>
                      <a:cubicBezTo>
                        <a:pt x="8585" y="21047"/>
                        <a:pt x="8585" y="21047"/>
                        <a:pt x="8585" y="21008"/>
                      </a:cubicBezTo>
                      <a:cubicBezTo>
                        <a:pt x="8585" y="20968"/>
                        <a:pt x="8610" y="20968"/>
                        <a:pt x="8610" y="20929"/>
                      </a:cubicBezTo>
                      <a:cubicBezTo>
                        <a:pt x="8635" y="20889"/>
                        <a:pt x="8660" y="20850"/>
                        <a:pt x="8660" y="20771"/>
                      </a:cubicBezTo>
                      <a:cubicBezTo>
                        <a:pt x="8685" y="20731"/>
                        <a:pt x="8710" y="20692"/>
                        <a:pt x="8710" y="20613"/>
                      </a:cubicBezTo>
                      <a:cubicBezTo>
                        <a:pt x="8735" y="20494"/>
                        <a:pt x="8785" y="20376"/>
                        <a:pt x="8835" y="20297"/>
                      </a:cubicBezTo>
                      <a:cubicBezTo>
                        <a:pt x="8835" y="20297"/>
                        <a:pt x="8835" y="20257"/>
                        <a:pt x="8860" y="20257"/>
                      </a:cubicBezTo>
                      <a:cubicBezTo>
                        <a:pt x="8860" y="20218"/>
                        <a:pt x="8885" y="20218"/>
                        <a:pt x="8910" y="20139"/>
                      </a:cubicBezTo>
                      <a:cubicBezTo>
                        <a:pt x="8935" y="20099"/>
                        <a:pt x="8935" y="20020"/>
                        <a:pt x="8935" y="19981"/>
                      </a:cubicBezTo>
                      <a:cubicBezTo>
                        <a:pt x="8935" y="19981"/>
                        <a:pt x="8935" y="19941"/>
                        <a:pt x="8935" y="19941"/>
                      </a:cubicBezTo>
                      <a:cubicBezTo>
                        <a:pt x="8935" y="19902"/>
                        <a:pt x="8935" y="19863"/>
                        <a:pt x="8935" y="19823"/>
                      </a:cubicBezTo>
                      <a:cubicBezTo>
                        <a:pt x="8935" y="19744"/>
                        <a:pt x="8935" y="19626"/>
                        <a:pt x="8960" y="19586"/>
                      </a:cubicBezTo>
                      <a:cubicBezTo>
                        <a:pt x="9010" y="19507"/>
                        <a:pt x="9060" y="19428"/>
                        <a:pt x="9111" y="19349"/>
                      </a:cubicBezTo>
                      <a:cubicBezTo>
                        <a:pt x="9161" y="19231"/>
                        <a:pt x="9161" y="19231"/>
                        <a:pt x="9161" y="19231"/>
                      </a:cubicBezTo>
                      <a:cubicBezTo>
                        <a:pt x="9211" y="19152"/>
                        <a:pt x="9261" y="19112"/>
                        <a:pt x="9261" y="18954"/>
                      </a:cubicBezTo>
                      <a:cubicBezTo>
                        <a:pt x="9261" y="18915"/>
                        <a:pt x="9261" y="18875"/>
                        <a:pt x="9261" y="18836"/>
                      </a:cubicBezTo>
                      <a:cubicBezTo>
                        <a:pt x="9261" y="18836"/>
                        <a:pt x="9261" y="18836"/>
                        <a:pt x="9261" y="18796"/>
                      </a:cubicBezTo>
                      <a:cubicBezTo>
                        <a:pt x="9261" y="18796"/>
                        <a:pt x="9261" y="18796"/>
                        <a:pt x="9286" y="18796"/>
                      </a:cubicBezTo>
                      <a:cubicBezTo>
                        <a:pt x="9311" y="18796"/>
                        <a:pt x="9361" y="18757"/>
                        <a:pt x="9386" y="18678"/>
                      </a:cubicBezTo>
                      <a:cubicBezTo>
                        <a:pt x="9411" y="18638"/>
                        <a:pt x="9411" y="18599"/>
                        <a:pt x="9411" y="18520"/>
                      </a:cubicBezTo>
                      <a:cubicBezTo>
                        <a:pt x="9411" y="18520"/>
                        <a:pt x="9436" y="18480"/>
                        <a:pt x="9436" y="18480"/>
                      </a:cubicBezTo>
                      <a:cubicBezTo>
                        <a:pt x="9436" y="18480"/>
                        <a:pt x="9461" y="18441"/>
                        <a:pt x="9461" y="18441"/>
                      </a:cubicBezTo>
                      <a:cubicBezTo>
                        <a:pt x="9486" y="18401"/>
                        <a:pt x="9511" y="18362"/>
                        <a:pt x="9536" y="18283"/>
                      </a:cubicBezTo>
                      <a:cubicBezTo>
                        <a:pt x="9561" y="18244"/>
                        <a:pt x="9561" y="18244"/>
                        <a:pt x="9561" y="18204"/>
                      </a:cubicBezTo>
                      <a:cubicBezTo>
                        <a:pt x="9586" y="18165"/>
                        <a:pt x="9586" y="18125"/>
                        <a:pt x="9636" y="18046"/>
                      </a:cubicBezTo>
                      <a:cubicBezTo>
                        <a:pt x="9636" y="18046"/>
                        <a:pt x="9636" y="18046"/>
                        <a:pt x="9661" y="18007"/>
                      </a:cubicBezTo>
                      <a:cubicBezTo>
                        <a:pt x="9686" y="18007"/>
                        <a:pt x="9711" y="17967"/>
                        <a:pt x="9711" y="17888"/>
                      </a:cubicBezTo>
                      <a:cubicBezTo>
                        <a:pt x="9736" y="17928"/>
                        <a:pt x="9786" y="17928"/>
                        <a:pt x="9811" y="17928"/>
                      </a:cubicBezTo>
                      <a:cubicBezTo>
                        <a:pt x="9861" y="17928"/>
                        <a:pt x="9911" y="17888"/>
                        <a:pt x="9911" y="17730"/>
                      </a:cubicBezTo>
                      <a:cubicBezTo>
                        <a:pt x="9911" y="17691"/>
                        <a:pt x="9911" y="17691"/>
                        <a:pt x="9911" y="17651"/>
                      </a:cubicBezTo>
                      <a:cubicBezTo>
                        <a:pt x="9936" y="17651"/>
                        <a:pt x="9936" y="17651"/>
                        <a:pt x="9962" y="17651"/>
                      </a:cubicBezTo>
                      <a:cubicBezTo>
                        <a:pt x="9962" y="17651"/>
                        <a:pt x="9987" y="17651"/>
                        <a:pt x="9987" y="17651"/>
                      </a:cubicBezTo>
                      <a:cubicBezTo>
                        <a:pt x="10037" y="17691"/>
                        <a:pt x="10062" y="17691"/>
                        <a:pt x="10087" y="17691"/>
                      </a:cubicBezTo>
                      <a:cubicBezTo>
                        <a:pt x="10137" y="17691"/>
                        <a:pt x="10187" y="17651"/>
                        <a:pt x="10212" y="17612"/>
                      </a:cubicBezTo>
                      <a:cubicBezTo>
                        <a:pt x="10237" y="17572"/>
                        <a:pt x="10237" y="17533"/>
                        <a:pt x="10262" y="17493"/>
                      </a:cubicBezTo>
                      <a:cubicBezTo>
                        <a:pt x="10262" y="17493"/>
                        <a:pt x="10262" y="17493"/>
                        <a:pt x="10262" y="17493"/>
                      </a:cubicBezTo>
                      <a:cubicBezTo>
                        <a:pt x="10287" y="17454"/>
                        <a:pt x="10287" y="17454"/>
                        <a:pt x="10312" y="17454"/>
                      </a:cubicBezTo>
                      <a:cubicBezTo>
                        <a:pt x="10337" y="17414"/>
                        <a:pt x="10337" y="17414"/>
                        <a:pt x="10337" y="17414"/>
                      </a:cubicBezTo>
                      <a:cubicBezTo>
                        <a:pt x="10387" y="17375"/>
                        <a:pt x="10462" y="17296"/>
                        <a:pt x="10462" y="17138"/>
                      </a:cubicBezTo>
                      <a:cubicBezTo>
                        <a:pt x="10487" y="17019"/>
                        <a:pt x="10487" y="16901"/>
                        <a:pt x="10462" y="16822"/>
                      </a:cubicBezTo>
                      <a:cubicBezTo>
                        <a:pt x="10437" y="16703"/>
                        <a:pt x="10412" y="16585"/>
                        <a:pt x="10362" y="16506"/>
                      </a:cubicBezTo>
                      <a:cubicBezTo>
                        <a:pt x="10362" y="16506"/>
                        <a:pt x="10362" y="16506"/>
                        <a:pt x="10387" y="16506"/>
                      </a:cubicBezTo>
                      <a:cubicBezTo>
                        <a:pt x="10387" y="16506"/>
                        <a:pt x="10387" y="16506"/>
                        <a:pt x="10387" y="16506"/>
                      </a:cubicBezTo>
                      <a:cubicBezTo>
                        <a:pt x="10487" y="16506"/>
                        <a:pt x="10612" y="16427"/>
                        <a:pt x="10687" y="16309"/>
                      </a:cubicBezTo>
                      <a:cubicBezTo>
                        <a:pt x="10712" y="16230"/>
                        <a:pt x="10737" y="16111"/>
                        <a:pt x="10762" y="15993"/>
                      </a:cubicBezTo>
                      <a:cubicBezTo>
                        <a:pt x="10787" y="15756"/>
                        <a:pt x="10813" y="15677"/>
                        <a:pt x="10863" y="15677"/>
                      </a:cubicBezTo>
                      <a:cubicBezTo>
                        <a:pt x="10888" y="15677"/>
                        <a:pt x="10888" y="15677"/>
                        <a:pt x="10888" y="15677"/>
                      </a:cubicBezTo>
                      <a:cubicBezTo>
                        <a:pt x="10938" y="15677"/>
                        <a:pt x="10963" y="15716"/>
                        <a:pt x="11038" y="15756"/>
                      </a:cubicBezTo>
                      <a:cubicBezTo>
                        <a:pt x="11088" y="15795"/>
                        <a:pt x="11163" y="15835"/>
                        <a:pt x="11238" y="15835"/>
                      </a:cubicBezTo>
                      <a:cubicBezTo>
                        <a:pt x="11288" y="15835"/>
                        <a:pt x="11313" y="15835"/>
                        <a:pt x="11338" y="15795"/>
                      </a:cubicBezTo>
                      <a:cubicBezTo>
                        <a:pt x="11538" y="15716"/>
                        <a:pt x="11613" y="15440"/>
                        <a:pt x="11663" y="15203"/>
                      </a:cubicBezTo>
                      <a:cubicBezTo>
                        <a:pt x="11714" y="15005"/>
                        <a:pt x="11789" y="14808"/>
                        <a:pt x="11864" y="14611"/>
                      </a:cubicBezTo>
                      <a:cubicBezTo>
                        <a:pt x="11864" y="14571"/>
                        <a:pt x="11864" y="14571"/>
                        <a:pt x="11864" y="14571"/>
                      </a:cubicBezTo>
                      <a:cubicBezTo>
                        <a:pt x="11914" y="14492"/>
                        <a:pt x="11964" y="14374"/>
                        <a:pt x="11989" y="14216"/>
                      </a:cubicBezTo>
                      <a:cubicBezTo>
                        <a:pt x="11989" y="14176"/>
                        <a:pt x="12014" y="14137"/>
                        <a:pt x="12014" y="14097"/>
                      </a:cubicBezTo>
                      <a:cubicBezTo>
                        <a:pt x="12014" y="14058"/>
                        <a:pt x="12014" y="14058"/>
                        <a:pt x="12014" y="14018"/>
                      </a:cubicBezTo>
                      <a:cubicBezTo>
                        <a:pt x="12014" y="14018"/>
                        <a:pt x="12014" y="14018"/>
                        <a:pt x="12014" y="14018"/>
                      </a:cubicBezTo>
                      <a:cubicBezTo>
                        <a:pt x="12014" y="13939"/>
                        <a:pt x="12039" y="13860"/>
                        <a:pt x="11989" y="13781"/>
                      </a:cubicBezTo>
                      <a:cubicBezTo>
                        <a:pt x="11964" y="13742"/>
                        <a:pt x="11964" y="13702"/>
                        <a:pt x="11939" y="13702"/>
                      </a:cubicBezTo>
                      <a:cubicBezTo>
                        <a:pt x="11964" y="13663"/>
                        <a:pt x="11964" y="13623"/>
                        <a:pt x="11989" y="13544"/>
                      </a:cubicBezTo>
                      <a:cubicBezTo>
                        <a:pt x="11989" y="13544"/>
                        <a:pt x="11989" y="13505"/>
                        <a:pt x="11989" y="13505"/>
                      </a:cubicBezTo>
                      <a:cubicBezTo>
                        <a:pt x="11989" y="13465"/>
                        <a:pt x="11989" y="13465"/>
                        <a:pt x="12014" y="13426"/>
                      </a:cubicBezTo>
                      <a:cubicBezTo>
                        <a:pt x="12064" y="13386"/>
                        <a:pt x="12114" y="13307"/>
                        <a:pt x="12164" y="13229"/>
                      </a:cubicBezTo>
                      <a:cubicBezTo>
                        <a:pt x="12189" y="13150"/>
                        <a:pt x="12214" y="13071"/>
                        <a:pt x="12214" y="12952"/>
                      </a:cubicBezTo>
                      <a:cubicBezTo>
                        <a:pt x="12214" y="12913"/>
                        <a:pt x="12214" y="12873"/>
                        <a:pt x="12239" y="12834"/>
                      </a:cubicBezTo>
                      <a:cubicBezTo>
                        <a:pt x="12239" y="12794"/>
                        <a:pt x="12264" y="12794"/>
                        <a:pt x="12289" y="12755"/>
                      </a:cubicBezTo>
                      <a:cubicBezTo>
                        <a:pt x="12339" y="12715"/>
                        <a:pt x="12389" y="12636"/>
                        <a:pt x="12414" y="12478"/>
                      </a:cubicBezTo>
                      <a:cubicBezTo>
                        <a:pt x="12414" y="12360"/>
                        <a:pt x="12389" y="12241"/>
                        <a:pt x="12314" y="12202"/>
                      </a:cubicBezTo>
                      <a:cubicBezTo>
                        <a:pt x="12289" y="12162"/>
                        <a:pt x="12264" y="12162"/>
                        <a:pt x="12239" y="12162"/>
                      </a:cubicBezTo>
                      <a:cubicBezTo>
                        <a:pt x="12214" y="12162"/>
                        <a:pt x="12214" y="12162"/>
                        <a:pt x="12189" y="12123"/>
                      </a:cubicBezTo>
                      <a:cubicBezTo>
                        <a:pt x="12164" y="12123"/>
                        <a:pt x="12139" y="12083"/>
                        <a:pt x="12114" y="12044"/>
                      </a:cubicBezTo>
                      <a:cubicBezTo>
                        <a:pt x="12064" y="11965"/>
                        <a:pt x="12064" y="11925"/>
                        <a:pt x="12064" y="11925"/>
                      </a:cubicBezTo>
                      <a:cubicBezTo>
                        <a:pt x="12089" y="11925"/>
                        <a:pt x="12139" y="11925"/>
                        <a:pt x="12164" y="11925"/>
                      </a:cubicBezTo>
                      <a:cubicBezTo>
                        <a:pt x="12189" y="11925"/>
                        <a:pt x="12189" y="11925"/>
                        <a:pt x="12189" y="11925"/>
                      </a:cubicBezTo>
                      <a:cubicBezTo>
                        <a:pt x="12214" y="11925"/>
                        <a:pt x="12239" y="11925"/>
                        <a:pt x="12264" y="11925"/>
                      </a:cubicBezTo>
                      <a:cubicBezTo>
                        <a:pt x="12289" y="11925"/>
                        <a:pt x="12314" y="11886"/>
                        <a:pt x="12339" y="11886"/>
                      </a:cubicBezTo>
                      <a:cubicBezTo>
                        <a:pt x="12389" y="11886"/>
                        <a:pt x="12414" y="11846"/>
                        <a:pt x="12464" y="11846"/>
                      </a:cubicBezTo>
                      <a:cubicBezTo>
                        <a:pt x="12489" y="12044"/>
                        <a:pt x="12565" y="12320"/>
                        <a:pt x="12740" y="12360"/>
                      </a:cubicBezTo>
                      <a:cubicBezTo>
                        <a:pt x="12765" y="12360"/>
                        <a:pt x="12765" y="12360"/>
                        <a:pt x="12765" y="12360"/>
                      </a:cubicBezTo>
                      <a:cubicBezTo>
                        <a:pt x="12765" y="12360"/>
                        <a:pt x="12790" y="12360"/>
                        <a:pt x="12790" y="12360"/>
                      </a:cubicBezTo>
                      <a:cubicBezTo>
                        <a:pt x="12840" y="12360"/>
                        <a:pt x="12865" y="12360"/>
                        <a:pt x="12915" y="12281"/>
                      </a:cubicBezTo>
                      <a:cubicBezTo>
                        <a:pt x="12940" y="12241"/>
                        <a:pt x="12940" y="12202"/>
                        <a:pt x="12940" y="12162"/>
                      </a:cubicBezTo>
                      <a:cubicBezTo>
                        <a:pt x="12940" y="12162"/>
                        <a:pt x="12940" y="12162"/>
                        <a:pt x="12940" y="12162"/>
                      </a:cubicBezTo>
                      <a:cubicBezTo>
                        <a:pt x="12965" y="12162"/>
                        <a:pt x="12990" y="12202"/>
                        <a:pt x="13015" y="12202"/>
                      </a:cubicBezTo>
                      <a:cubicBezTo>
                        <a:pt x="13040" y="12202"/>
                        <a:pt x="13040" y="12202"/>
                        <a:pt x="13065" y="12202"/>
                      </a:cubicBezTo>
                      <a:cubicBezTo>
                        <a:pt x="13090" y="12162"/>
                        <a:pt x="13140" y="12123"/>
                        <a:pt x="13165" y="12044"/>
                      </a:cubicBezTo>
                      <a:cubicBezTo>
                        <a:pt x="13165" y="12004"/>
                        <a:pt x="13165" y="12004"/>
                        <a:pt x="13165" y="11965"/>
                      </a:cubicBezTo>
                      <a:cubicBezTo>
                        <a:pt x="13190" y="12004"/>
                        <a:pt x="13215" y="12004"/>
                        <a:pt x="13215" y="12004"/>
                      </a:cubicBezTo>
                      <a:cubicBezTo>
                        <a:pt x="13240" y="12044"/>
                        <a:pt x="13265" y="12044"/>
                        <a:pt x="13290" y="12044"/>
                      </a:cubicBezTo>
                      <a:cubicBezTo>
                        <a:pt x="13390" y="12044"/>
                        <a:pt x="13441" y="11886"/>
                        <a:pt x="13466" y="11807"/>
                      </a:cubicBezTo>
                      <a:cubicBezTo>
                        <a:pt x="13491" y="11767"/>
                        <a:pt x="13491" y="11728"/>
                        <a:pt x="13516" y="11728"/>
                      </a:cubicBezTo>
                      <a:cubicBezTo>
                        <a:pt x="13541" y="11688"/>
                        <a:pt x="13541" y="11649"/>
                        <a:pt x="13566" y="11610"/>
                      </a:cubicBezTo>
                      <a:cubicBezTo>
                        <a:pt x="13566" y="11570"/>
                        <a:pt x="13591" y="11570"/>
                        <a:pt x="13591" y="11531"/>
                      </a:cubicBezTo>
                      <a:cubicBezTo>
                        <a:pt x="13616" y="11531"/>
                        <a:pt x="13641" y="11491"/>
                        <a:pt x="13641" y="11491"/>
                      </a:cubicBezTo>
                      <a:cubicBezTo>
                        <a:pt x="13691" y="11452"/>
                        <a:pt x="13741" y="11412"/>
                        <a:pt x="13766" y="11294"/>
                      </a:cubicBezTo>
                      <a:cubicBezTo>
                        <a:pt x="13791" y="11254"/>
                        <a:pt x="13791" y="11215"/>
                        <a:pt x="13816" y="11175"/>
                      </a:cubicBezTo>
                      <a:cubicBezTo>
                        <a:pt x="13816" y="11096"/>
                        <a:pt x="13816" y="11057"/>
                        <a:pt x="13841" y="11057"/>
                      </a:cubicBezTo>
                      <a:cubicBezTo>
                        <a:pt x="13841" y="11017"/>
                        <a:pt x="13866" y="11017"/>
                        <a:pt x="13891" y="10978"/>
                      </a:cubicBezTo>
                      <a:cubicBezTo>
                        <a:pt x="13916" y="10978"/>
                        <a:pt x="13966" y="10938"/>
                        <a:pt x="13991" y="10899"/>
                      </a:cubicBezTo>
                      <a:cubicBezTo>
                        <a:pt x="14066" y="10741"/>
                        <a:pt x="14066" y="10583"/>
                        <a:pt x="14041" y="10425"/>
                      </a:cubicBezTo>
                      <a:cubicBezTo>
                        <a:pt x="14041" y="10385"/>
                        <a:pt x="14041" y="10346"/>
                        <a:pt x="14041" y="10306"/>
                      </a:cubicBezTo>
                      <a:cubicBezTo>
                        <a:pt x="14041" y="10306"/>
                        <a:pt x="14041" y="10267"/>
                        <a:pt x="14041" y="10267"/>
                      </a:cubicBezTo>
                      <a:cubicBezTo>
                        <a:pt x="14066" y="10227"/>
                        <a:pt x="14066" y="10148"/>
                        <a:pt x="14041" y="10069"/>
                      </a:cubicBezTo>
                      <a:cubicBezTo>
                        <a:pt x="14016" y="9990"/>
                        <a:pt x="13966" y="9912"/>
                        <a:pt x="13916" y="9793"/>
                      </a:cubicBezTo>
                      <a:cubicBezTo>
                        <a:pt x="13891" y="9754"/>
                        <a:pt x="13866" y="9714"/>
                        <a:pt x="13816" y="9635"/>
                      </a:cubicBezTo>
                      <a:cubicBezTo>
                        <a:pt x="13791" y="9556"/>
                        <a:pt x="13766" y="9517"/>
                        <a:pt x="13741" y="9438"/>
                      </a:cubicBezTo>
                      <a:cubicBezTo>
                        <a:pt x="13716" y="9398"/>
                        <a:pt x="13691" y="9359"/>
                        <a:pt x="13691" y="9280"/>
                      </a:cubicBezTo>
                      <a:cubicBezTo>
                        <a:pt x="13691" y="9240"/>
                        <a:pt x="13666" y="9161"/>
                        <a:pt x="13641" y="9122"/>
                      </a:cubicBezTo>
                      <a:cubicBezTo>
                        <a:pt x="13641" y="9082"/>
                        <a:pt x="13616" y="9043"/>
                        <a:pt x="13591" y="9003"/>
                      </a:cubicBezTo>
                      <a:cubicBezTo>
                        <a:pt x="13566" y="8964"/>
                        <a:pt x="13516" y="8845"/>
                        <a:pt x="13516" y="8806"/>
                      </a:cubicBezTo>
                      <a:cubicBezTo>
                        <a:pt x="13516" y="8806"/>
                        <a:pt x="13516" y="8806"/>
                        <a:pt x="13516" y="8806"/>
                      </a:cubicBezTo>
                      <a:cubicBezTo>
                        <a:pt x="13516" y="8806"/>
                        <a:pt x="13541" y="8806"/>
                        <a:pt x="13541" y="8806"/>
                      </a:cubicBezTo>
                      <a:cubicBezTo>
                        <a:pt x="13566" y="8806"/>
                        <a:pt x="13591" y="8806"/>
                        <a:pt x="13616" y="8806"/>
                      </a:cubicBezTo>
                      <a:cubicBezTo>
                        <a:pt x="13666" y="8806"/>
                        <a:pt x="13691" y="8766"/>
                        <a:pt x="13741" y="8727"/>
                      </a:cubicBezTo>
                      <a:cubicBezTo>
                        <a:pt x="13766" y="8687"/>
                        <a:pt x="13791" y="8608"/>
                        <a:pt x="13841" y="8569"/>
                      </a:cubicBezTo>
                      <a:cubicBezTo>
                        <a:pt x="13891" y="8450"/>
                        <a:pt x="13916" y="8371"/>
                        <a:pt x="13916" y="8253"/>
                      </a:cubicBezTo>
                      <a:cubicBezTo>
                        <a:pt x="13916" y="8016"/>
                        <a:pt x="13816" y="8016"/>
                        <a:pt x="13766" y="8016"/>
                      </a:cubicBezTo>
                      <a:cubicBezTo>
                        <a:pt x="13741" y="8016"/>
                        <a:pt x="13741" y="8016"/>
                        <a:pt x="13716" y="7977"/>
                      </a:cubicBezTo>
                      <a:cubicBezTo>
                        <a:pt x="13716" y="7977"/>
                        <a:pt x="13716" y="7977"/>
                        <a:pt x="13716" y="7977"/>
                      </a:cubicBezTo>
                      <a:cubicBezTo>
                        <a:pt x="13741" y="7898"/>
                        <a:pt x="13816" y="7779"/>
                        <a:pt x="13791" y="7621"/>
                      </a:cubicBezTo>
                      <a:cubicBezTo>
                        <a:pt x="13791" y="7582"/>
                        <a:pt x="13766" y="7503"/>
                        <a:pt x="13716" y="7463"/>
                      </a:cubicBezTo>
                      <a:cubicBezTo>
                        <a:pt x="13666" y="7424"/>
                        <a:pt x="13616" y="7384"/>
                        <a:pt x="13566" y="7384"/>
                      </a:cubicBezTo>
                      <a:cubicBezTo>
                        <a:pt x="13516" y="7384"/>
                        <a:pt x="13491" y="7345"/>
                        <a:pt x="13466" y="7305"/>
                      </a:cubicBezTo>
                      <a:cubicBezTo>
                        <a:pt x="13441" y="7305"/>
                        <a:pt x="13416" y="7266"/>
                        <a:pt x="13416" y="7266"/>
                      </a:cubicBezTo>
                      <a:cubicBezTo>
                        <a:pt x="13390" y="7226"/>
                        <a:pt x="13365" y="7147"/>
                        <a:pt x="13340" y="7108"/>
                      </a:cubicBezTo>
                      <a:cubicBezTo>
                        <a:pt x="13315" y="7108"/>
                        <a:pt x="13315" y="7108"/>
                        <a:pt x="13315" y="7108"/>
                      </a:cubicBezTo>
                      <a:cubicBezTo>
                        <a:pt x="13315" y="7108"/>
                        <a:pt x="13315" y="7068"/>
                        <a:pt x="13315" y="7068"/>
                      </a:cubicBezTo>
                      <a:cubicBezTo>
                        <a:pt x="13340" y="6950"/>
                        <a:pt x="13340" y="6871"/>
                        <a:pt x="13315" y="6831"/>
                      </a:cubicBezTo>
                      <a:cubicBezTo>
                        <a:pt x="13290" y="6792"/>
                        <a:pt x="13265" y="6713"/>
                        <a:pt x="13165" y="6713"/>
                      </a:cubicBezTo>
                      <a:cubicBezTo>
                        <a:pt x="13090" y="6713"/>
                        <a:pt x="13015" y="6752"/>
                        <a:pt x="12990" y="6792"/>
                      </a:cubicBezTo>
                      <a:cubicBezTo>
                        <a:pt x="12965" y="6831"/>
                        <a:pt x="12940" y="6831"/>
                        <a:pt x="12915" y="6831"/>
                      </a:cubicBezTo>
                      <a:cubicBezTo>
                        <a:pt x="12890" y="6831"/>
                        <a:pt x="12890" y="6831"/>
                        <a:pt x="12865" y="6831"/>
                      </a:cubicBezTo>
                      <a:cubicBezTo>
                        <a:pt x="12840" y="6792"/>
                        <a:pt x="12840" y="6792"/>
                        <a:pt x="12815" y="6752"/>
                      </a:cubicBezTo>
                      <a:cubicBezTo>
                        <a:pt x="12790" y="6713"/>
                        <a:pt x="12765" y="6673"/>
                        <a:pt x="12715" y="6634"/>
                      </a:cubicBezTo>
                      <a:cubicBezTo>
                        <a:pt x="12715" y="6634"/>
                        <a:pt x="12715" y="6634"/>
                        <a:pt x="12690" y="6634"/>
                      </a:cubicBezTo>
                      <a:cubicBezTo>
                        <a:pt x="12740" y="6634"/>
                        <a:pt x="12765" y="6634"/>
                        <a:pt x="12790" y="6634"/>
                      </a:cubicBezTo>
                      <a:cubicBezTo>
                        <a:pt x="12840" y="6634"/>
                        <a:pt x="12915" y="6634"/>
                        <a:pt x="12965" y="6595"/>
                      </a:cubicBezTo>
                      <a:cubicBezTo>
                        <a:pt x="12990" y="6595"/>
                        <a:pt x="13015" y="6595"/>
                        <a:pt x="13015" y="6595"/>
                      </a:cubicBezTo>
                      <a:cubicBezTo>
                        <a:pt x="13040" y="6595"/>
                        <a:pt x="13065" y="6595"/>
                        <a:pt x="13115" y="6634"/>
                      </a:cubicBezTo>
                      <a:cubicBezTo>
                        <a:pt x="13140" y="6634"/>
                        <a:pt x="13165" y="6673"/>
                        <a:pt x="13165" y="6673"/>
                      </a:cubicBezTo>
                      <a:cubicBezTo>
                        <a:pt x="13215" y="6713"/>
                        <a:pt x="13265" y="6713"/>
                        <a:pt x="13290" y="6713"/>
                      </a:cubicBezTo>
                      <a:cubicBezTo>
                        <a:pt x="13390" y="6713"/>
                        <a:pt x="13466" y="6634"/>
                        <a:pt x="13516" y="6516"/>
                      </a:cubicBezTo>
                      <a:cubicBezTo>
                        <a:pt x="13591" y="6397"/>
                        <a:pt x="13691" y="6318"/>
                        <a:pt x="13791" y="6318"/>
                      </a:cubicBezTo>
                      <a:cubicBezTo>
                        <a:pt x="13816" y="6318"/>
                        <a:pt x="13866" y="6358"/>
                        <a:pt x="13891" y="6358"/>
                      </a:cubicBezTo>
                      <a:cubicBezTo>
                        <a:pt x="13941" y="6358"/>
                        <a:pt x="13966" y="6397"/>
                        <a:pt x="14016" y="6397"/>
                      </a:cubicBezTo>
                      <a:cubicBezTo>
                        <a:pt x="14091" y="6437"/>
                        <a:pt x="14191" y="6516"/>
                        <a:pt x="14292" y="6516"/>
                      </a:cubicBezTo>
                      <a:cubicBezTo>
                        <a:pt x="14342" y="6516"/>
                        <a:pt x="14392" y="6476"/>
                        <a:pt x="14442" y="6476"/>
                      </a:cubicBezTo>
                      <a:cubicBezTo>
                        <a:pt x="14542" y="6397"/>
                        <a:pt x="14567" y="6279"/>
                        <a:pt x="14567" y="6200"/>
                      </a:cubicBezTo>
                      <a:cubicBezTo>
                        <a:pt x="14592" y="6002"/>
                        <a:pt x="14492" y="5805"/>
                        <a:pt x="14467" y="5765"/>
                      </a:cubicBezTo>
                      <a:cubicBezTo>
                        <a:pt x="14492" y="5765"/>
                        <a:pt x="14492" y="5805"/>
                        <a:pt x="14517" y="5805"/>
                      </a:cubicBezTo>
                      <a:cubicBezTo>
                        <a:pt x="14567" y="5805"/>
                        <a:pt x="14592" y="5844"/>
                        <a:pt x="14642" y="5844"/>
                      </a:cubicBezTo>
                      <a:cubicBezTo>
                        <a:pt x="14642" y="5844"/>
                        <a:pt x="14667" y="5844"/>
                        <a:pt x="14667" y="5844"/>
                      </a:cubicBezTo>
                      <a:cubicBezTo>
                        <a:pt x="14692" y="5805"/>
                        <a:pt x="14692" y="5805"/>
                        <a:pt x="14717" y="5805"/>
                      </a:cubicBezTo>
                      <a:cubicBezTo>
                        <a:pt x="14717" y="5805"/>
                        <a:pt x="14742" y="5844"/>
                        <a:pt x="14742" y="5844"/>
                      </a:cubicBezTo>
                      <a:cubicBezTo>
                        <a:pt x="14742" y="5844"/>
                        <a:pt x="14742" y="5844"/>
                        <a:pt x="14742" y="5844"/>
                      </a:cubicBezTo>
                      <a:cubicBezTo>
                        <a:pt x="14742" y="5844"/>
                        <a:pt x="14742" y="5844"/>
                        <a:pt x="14742" y="5923"/>
                      </a:cubicBezTo>
                      <a:cubicBezTo>
                        <a:pt x="14742" y="5923"/>
                        <a:pt x="14742" y="5963"/>
                        <a:pt x="14742" y="5963"/>
                      </a:cubicBezTo>
                      <a:cubicBezTo>
                        <a:pt x="14742" y="6042"/>
                        <a:pt x="14717" y="6200"/>
                        <a:pt x="14792" y="6318"/>
                      </a:cubicBezTo>
                      <a:cubicBezTo>
                        <a:pt x="14817" y="6318"/>
                        <a:pt x="14867" y="6358"/>
                        <a:pt x="14892" y="6358"/>
                      </a:cubicBezTo>
                      <a:cubicBezTo>
                        <a:pt x="14917" y="6358"/>
                        <a:pt x="14942" y="6358"/>
                        <a:pt x="14967" y="6318"/>
                      </a:cubicBezTo>
                      <a:cubicBezTo>
                        <a:pt x="14992" y="6318"/>
                        <a:pt x="14992" y="6318"/>
                        <a:pt x="15017" y="6318"/>
                      </a:cubicBezTo>
                      <a:cubicBezTo>
                        <a:pt x="15017" y="6318"/>
                        <a:pt x="15017" y="6318"/>
                        <a:pt x="15017" y="6318"/>
                      </a:cubicBezTo>
                      <a:cubicBezTo>
                        <a:pt x="15017" y="6318"/>
                        <a:pt x="15017" y="6318"/>
                        <a:pt x="15017" y="6318"/>
                      </a:cubicBezTo>
                      <a:cubicBezTo>
                        <a:pt x="15017" y="6318"/>
                        <a:pt x="15017" y="6318"/>
                        <a:pt x="15017" y="6318"/>
                      </a:cubicBezTo>
                      <a:cubicBezTo>
                        <a:pt x="15017" y="6318"/>
                        <a:pt x="15042" y="6358"/>
                        <a:pt x="15042" y="6397"/>
                      </a:cubicBezTo>
                      <a:cubicBezTo>
                        <a:pt x="15042" y="6437"/>
                        <a:pt x="15042" y="6437"/>
                        <a:pt x="15042" y="6437"/>
                      </a:cubicBezTo>
                      <a:cubicBezTo>
                        <a:pt x="15042" y="6595"/>
                        <a:pt x="15092" y="6634"/>
                        <a:pt x="15168" y="6634"/>
                      </a:cubicBezTo>
                      <a:cubicBezTo>
                        <a:pt x="15168" y="6634"/>
                        <a:pt x="15193" y="6673"/>
                        <a:pt x="15193" y="6673"/>
                      </a:cubicBezTo>
                      <a:cubicBezTo>
                        <a:pt x="15218" y="6673"/>
                        <a:pt x="15218" y="6713"/>
                        <a:pt x="15243" y="6713"/>
                      </a:cubicBezTo>
                      <a:cubicBezTo>
                        <a:pt x="15268" y="6752"/>
                        <a:pt x="15293" y="6831"/>
                        <a:pt x="15343" y="6871"/>
                      </a:cubicBezTo>
                      <a:cubicBezTo>
                        <a:pt x="15393" y="6871"/>
                        <a:pt x="15443" y="6871"/>
                        <a:pt x="15468" y="6871"/>
                      </a:cubicBezTo>
                      <a:cubicBezTo>
                        <a:pt x="15518" y="6871"/>
                        <a:pt x="15543" y="6871"/>
                        <a:pt x="15568" y="6910"/>
                      </a:cubicBezTo>
                      <a:cubicBezTo>
                        <a:pt x="15593" y="6989"/>
                        <a:pt x="15593" y="7029"/>
                        <a:pt x="15593" y="7068"/>
                      </a:cubicBezTo>
                      <a:cubicBezTo>
                        <a:pt x="15593" y="7068"/>
                        <a:pt x="15568" y="7108"/>
                        <a:pt x="15568" y="7147"/>
                      </a:cubicBezTo>
                      <a:cubicBezTo>
                        <a:pt x="15543" y="7147"/>
                        <a:pt x="15518" y="7147"/>
                        <a:pt x="15493" y="7187"/>
                      </a:cubicBezTo>
                      <a:cubicBezTo>
                        <a:pt x="15443" y="7187"/>
                        <a:pt x="15368" y="7226"/>
                        <a:pt x="15318" y="7384"/>
                      </a:cubicBezTo>
                      <a:cubicBezTo>
                        <a:pt x="15293" y="7503"/>
                        <a:pt x="15293" y="7779"/>
                        <a:pt x="15343" y="7898"/>
                      </a:cubicBezTo>
                      <a:cubicBezTo>
                        <a:pt x="15368" y="7977"/>
                        <a:pt x="15418" y="8016"/>
                        <a:pt x="15468" y="8016"/>
                      </a:cubicBezTo>
                      <a:cubicBezTo>
                        <a:pt x="15493" y="8016"/>
                        <a:pt x="15543" y="8016"/>
                        <a:pt x="15568" y="7977"/>
                      </a:cubicBezTo>
                      <a:cubicBezTo>
                        <a:pt x="15668" y="7858"/>
                        <a:pt x="15718" y="7700"/>
                        <a:pt x="15768" y="7582"/>
                      </a:cubicBezTo>
                      <a:cubicBezTo>
                        <a:pt x="15793" y="7463"/>
                        <a:pt x="15843" y="7384"/>
                        <a:pt x="15893" y="7305"/>
                      </a:cubicBezTo>
                      <a:cubicBezTo>
                        <a:pt x="15918" y="7305"/>
                        <a:pt x="15968" y="7266"/>
                        <a:pt x="15968" y="7266"/>
                      </a:cubicBezTo>
                      <a:cubicBezTo>
                        <a:pt x="15968" y="7266"/>
                        <a:pt x="15968" y="7305"/>
                        <a:pt x="15968" y="7305"/>
                      </a:cubicBezTo>
                      <a:cubicBezTo>
                        <a:pt x="15968" y="7384"/>
                        <a:pt x="15968" y="7424"/>
                        <a:pt x="15968" y="7463"/>
                      </a:cubicBezTo>
                      <a:cubicBezTo>
                        <a:pt x="15968" y="7582"/>
                        <a:pt x="15994" y="7661"/>
                        <a:pt x="16044" y="7779"/>
                      </a:cubicBezTo>
                      <a:cubicBezTo>
                        <a:pt x="16094" y="7819"/>
                        <a:pt x="16169" y="7937"/>
                        <a:pt x="16244" y="7937"/>
                      </a:cubicBezTo>
                      <a:cubicBezTo>
                        <a:pt x="16269" y="7937"/>
                        <a:pt x="16269" y="7937"/>
                        <a:pt x="16269" y="7937"/>
                      </a:cubicBezTo>
                      <a:cubicBezTo>
                        <a:pt x="16269" y="7937"/>
                        <a:pt x="16269" y="7937"/>
                        <a:pt x="16269" y="7937"/>
                      </a:cubicBezTo>
                      <a:cubicBezTo>
                        <a:pt x="16319" y="7937"/>
                        <a:pt x="16319" y="7898"/>
                        <a:pt x="16344" y="7898"/>
                      </a:cubicBezTo>
                      <a:cubicBezTo>
                        <a:pt x="16344" y="8095"/>
                        <a:pt x="16419" y="8174"/>
                        <a:pt x="16444" y="8174"/>
                      </a:cubicBezTo>
                      <a:cubicBezTo>
                        <a:pt x="16469" y="8214"/>
                        <a:pt x="16494" y="8214"/>
                        <a:pt x="16519" y="8214"/>
                      </a:cubicBezTo>
                      <a:cubicBezTo>
                        <a:pt x="16544" y="8214"/>
                        <a:pt x="16569" y="8214"/>
                        <a:pt x="16594" y="8174"/>
                      </a:cubicBezTo>
                      <a:cubicBezTo>
                        <a:pt x="16619" y="8174"/>
                        <a:pt x="16619" y="8174"/>
                        <a:pt x="16644" y="8174"/>
                      </a:cubicBezTo>
                      <a:cubicBezTo>
                        <a:pt x="16644" y="8174"/>
                        <a:pt x="16644" y="8174"/>
                        <a:pt x="16644" y="8174"/>
                      </a:cubicBezTo>
                      <a:cubicBezTo>
                        <a:pt x="16694" y="8214"/>
                        <a:pt x="16744" y="8371"/>
                        <a:pt x="16794" y="8490"/>
                      </a:cubicBezTo>
                      <a:cubicBezTo>
                        <a:pt x="16819" y="8569"/>
                        <a:pt x="16844" y="8648"/>
                        <a:pt x="16895" y="8727"/>
                      </a:cubicBezTo>
                      <a:cubicBezTo>
                        <a:pt x="16945" y="8806"/>
                        <a:pt x="16945" y="8806"/>
                        <a:pt x="16945" y="8806"/>
                      </a:cubicBezTo>
                      <a:cubicBezTo>
                        <a:pt x="16995" y="8924"/>
                        <a:pt x="17070" y="9043"/>
                        <a:pt x="17120" y="9201"/>
                      </a:cubicBezTo>
                      <a:cubicBezTo>
                        <a:pt x="17145" y="9319"/>
                        <a:pt x="17195" y="9517"/>
                        <a:pt x="17170" y="9635"/>
                      </a:cubicBezTo>
                      <a:cubicBezTo>
                        <a:pt x="17170" y="9675"/>
                        <a:pt x="17145" y="9714"/>
                        <a:pt x="17120" y="9793"/>
                      </a:cubicBezTo>
                      <a:cubicBezTo>
                        <a:pt x="17070" y="9872"/>
                        <a:pt x="17020" y="9951"/>
                        <a:pt x="17020" y="10109"/>
                      </a:cubicBezTo>
                      <a:cubicBezTo>
                        <a:pt x="17020" y="10188"/>
                        <a:pt x="17020" y="10267"/>
                        <a:pt x="17070" y="10346"/>
                      </a:cubicBezTo>
                      <a:cubicBezTo>
                        <a:pt x="17020" y="10346"/>
                        <a:pt x="16970" y="10385"/>
                        <a:pt x="16945" y="10464"/>
                      </a:cubicBezTo>
                      <a:cubicBezTo>
                        <a:pt x="16920" y="10504"/>
                        <a:pt x="16895" y="10583"/>
                        <a:pt x="16895" y="10622"/>
                      </a:cubicBezTo>
                      <a:cubicBezTo>
                        <a:pt x="16895" y="10662"/>
                        <a:pt x="16870" y="10701"/>
                        <a:pt x="16870" y="10701"/>
                      </a:cubicBezTo>
                      <a:cubicBezTo>
                        <a:pt x="16844" y="10780"/>
                        <a:pt x="16819" y="10859"/>
                        <a:pt x="16794" y="10938"/>
                      </a:cubicBezTo>
                      <a:cubicBezTo>
                        <a:pt x="16744" y="11096"/>
                        <a:pt x="16669" y="11254"/>
                        <a:pt x="16694" y="11452"/>
                      </a:cubicBezTo>
                      <a:cubicBezTo>
                        <a:pt x="16744" y="11688"/>
                        <a:pt x="16870" y="11767"/>
                        <a:pt x="16970" y="11846"/>
                      </a:cubicBezTo>
                      <a:cubicBezTo>
                        <a:pt x="17045" y="11925"/>
                        <a:pt x="17120" y="11965"/>
                        <a:pt x="17170" y="12044"/>
                      </a:cubicBezTo>
                      <a:cubicBezTo>
                        <a:pt x="17170" y="12083"/>
                        <a:pt x="17170" y="12083"/>
                        <a:pt x="17170" y="12123"/>
                      </a:cubicBezTo>
                      <a:cubicBezTo>
                        <a:pt x="17170" y="12123"/>
                        <a:pt x="17120" y="12162"/>
                        <a:pt x="17045" y="12202"/>
                      </a:cubicBezTo>
                      <a:cubicBezTo>
                        <a:pt x="17020" y="12202"/>
                        <a:pt x="17020" y="12202"/>
                        <a:pt x="16995" y="12202"/>
                      </a:cubicBezTo>
                      <a:cubicBezTo>
                        <a:pt x="16970" y="12241"/>
                        <a:pt x="16920" y="12241"/>
                        <a:pt x="16895" y="12241"/>
                      </a:cubicBezTo>
                      <a:cubicBezTo>
                        <a:pt x="16819" y="12320"/>
                        <a:pt x="16794" y="12399"/>
                        <a:pt x="16744" y="12439"/>
                      </a:cubicBezTo>
                      <a:cubicBezTo>
                        <a:pt x="16744" y="12478"/>
                        <a:pt x="16719" y="12518"/>
                        <a:pt x="16719" y="12518"/>
                      </a:cubicBezTo>
                      <a:cubicBezTo>
                        <a:pt x="16694" y="12557"/>
                        <a:pt x="16669" y="12597"/>
                        <a:pt x="16644" y="12636"/>
                      </a:cubicBezTo>
                      <a:cubicBezTo>
                        <a:pt x="16619" y="12676"/>
                        <a:pt x="16619" y="12676"/>
                        <a:pt x="16619" y="12676"/>
                      </a:cubicBezTo>
                      <a:cubicBezTo>
                        <a:pt x="16569" y="12715"/>
                        <a:pt x="16494" y="12755"/>
                        <a:pt x="16394" y="12755"/>
                      </a:cubicBezTo>
                      <a:cubicBezTo>
                        <a:pt x="16394" y="12755"/>
                        <a:pt x="16394" y="12755"/>
                        <a:pt x="16394" y="12755"/>
                      </a:cubicBezTo>
                      <a:cubicBezTo>
                        <a:pt x="16319" y="12755"/>
                        <a:pt x="16244" y="12715"/>
                        <a:pt x="16144" y="12715"/>
                      </a:cubicBezTo>
                      <a:cubicBezTo>
                        <a:pt x="16069" y="12676"/>
                        <a:pt x="15968" y="12676"/>
                        <a:pt x="15868" y="12676"/>
                      </a:cubicBezTo>
                      <a:cubicBezTo>
                        <a:pt x="15818" y="12676"/>
                        <a:pt x="15768" y="12676"/>
                        <a:pt x="15718" y="12676"/>
                      </a:cubicBezTo>
                      <a:cubicBezTo>
                        <a:pt x="15668" y="12715"/>
                        <a:pt x="15668" y="12715"/>
                        <a:pt x="15668" y="12715"/>
                      </a:cubicBezTo>
                      <a:cubicBezTo>
                        <a:pt x="15668" y="12794"/>
                        <a:pt x="15668" y="12794"/>
                        <a:pt x="15668" y="12794"/>
                      </a:cubicBezTo>
                      <a:cubicBezTo>
                        <a:pt x="15643" y="12834"/>
                        <a:pt x="15643" y="12834"/>
                        <a:pt x="15643" y="12834"/>
                      </a:cubicBezTo>
                      <a:cubicBezTo>
                        <a:pt x="15643" y="12873"/>
                        <a:pt x="15643" y="12952"/>
                        <a:pt x="15668" y="12992"/>
                      </a:cubicBezTo>
                      <a:cubicBezTo>
                        <a:pt x="15668" y="13071"/>
                        <a:pt x="15693" y="13110"/>
                        <a:pt x="15718" y="13110"/>
                      </a:cubicBezTo>
                      <a:cubicBezTo>
                        <a:pt x="15718" y="13110"/>
                        <a:pt x="15718" y="13110"/>
                        <a:pt x="15718" y="13110"/>
                      </a:cubicBezTo>
                      <a:cubicBezTo>
                        <a:pt x="15743" y="13189"/>
                        <a:pt x="15743" y="13189"/>
                        <a:pt x="15718" y="13229"/>
                      </a:cubicBezTo>
                      <a:cubicBezTo>
                        <a:pt x="15693" y="13229"/>
                        <a:pt x="15693" y="13268"/>
                        <a:pt x="15668" y="13268"/>
                      </a:cubicBezTo>
                      <a:cubicBezTo>
                        <a:pt x="15643" y="13307"/>
                        <a:pt x="15593" y="13347"/>
                        <a:pt x="15543" y="13505"/>
                      </a:cubicBezTo>
                      <a:cubicBezTo>
                        <a:pt x="15543" y="13544"/>
                        <a:pt x="15543" y="13544"/>
                        <a:pt x="15543" y="13584"/>
                      </a:cubicBezTo>
                      <a:cubicBezTo>
                        <a:pt x="15543" y="13623"/>
                        <a:pt x="15543" y="13623"/>
                        <a:pt x="15518" y="13663"/>
                      </a:cubicBezTo>
                      <a:cubicBezTo>
                        <a:pt x="15518" y="13702"/>
                        <a:pt x="15518" y="13702"/>
                        <a:pt x="15518" y="13702"/>
                      </a:cubicBezTo>
                      <a:cubicBezTo>
                        <a:pt x="15493" y="13781"/>
                        <a:pt x="15493" y="13821"/>
                        <a:pt x="15493" y="13900"/>
                      </a:cubicBezTo>
                      <a:cubicBezTo>
                        <a:pt x="15493" y="13939"/>
                        <a:pt x="15518" y="13979"/>
                        <a:pt x="15518" y="14018"/>
                      </a:cubicBezTo>
                      <a:cubicBezTo>
                        <a:pt x="15518" y="14137"/>
                        <a:pt x="15518" y="14255"/>
                        <a:pt x="15618" y="14413"/>
                      </a:cubicBezTo>
                      <a:cubicBezTo>
                        <a:pt x="15693" y="14571"/>
                        <a:pt x="15818" y="14650"/>
                        <a:pt x="15943" y="14690"/>
                      </a:cubicBezTo>
                      <a:cubicBezTo>
                        <a:pt x="15968" y="14729"/>
                        <a:pt x="15994" y="14729"/>
                        <a:pt x="16019" y="14729"/>
                      </a:cubicBezTo>
                      <a:cubicBezTo>
                        <a:pt x="16119" y="14729"/>
                        <a:pt x="16194" y="14650"/>
                        <a:pt x="16244" y="14611"/>
                      </a:cubicBezTo>
                      <a:cubicBezTo>
                        <a:pt x="16269" y="14571"/>
                        <a:pt x="16294" y="14571"/>
                        <a:pt x="16319" y="14532"/>
                      </a:cubicBezTo>
                      <a:cubicBezTo>
                        <a:pt x="16394" y="14492"/>
                        <a:pt x="16469" y="14413"/>
                        <a:pt x="16569" y="14295"/>
                      </a:cubicBezTo>
                      <a:cubicBezTo>
                        <a:pt x="16619" y="14216"/>
                        <a:pt x="16644" y="14137"/>
                        <a:pt x="16644" y="14097"/>
                      </a:cubicBezTo>
                      <a:cubicBezTo>
                        <a:pt x="16669" y="14058"/>
                        <a:pt x="16669" y="14018"/>
                        <a:pt x="16669" y="14018"/>
                      </a:cubicBezTo>
                      <a:cubicBezTo>
                        <a:pt x="16694" y="14018"/>
                        <a:pt x="16694" y="14018"/>
                        <a:pt x="16694" y="14018"/>
                      </a:cubicBezTo>
                      <a:cubicBezTo>
                        <a:pt x="16719" y="14018"/>
                        <a:pt x="16744" y="14018"/>
                        <a:pt x="16769" y="14058"/>
                      </a:cubicBezTo>
                      <a:cubicBezTo>
                        <a:pt x="16794" y="14058"/>
                        <a:pt x="16794" y="14058"/>
                        <a:pt x="16794" y="14058"/>
                      </a:cubicBezTo>
                      <a:cubicBezTo>
                        <a:pt x="16844" y="14058"/>
                        <a:pt x="16895" y="14097"/>
                        <a:pt x="16920" y="14097"/>
                      </a:cubicBezTo>
                      <a:cubicBezTo>
                        <a:pt x="17020" y="14097"/>
                        <a:pt x="17120" y="14018"/>
                        <a:pt x="17145" y="13939"/>
                      </a:cubicBezTo>
                      <a:cubicBezTo>
                        <a:pt x="17170" y="13860"/>
                        <a:pt x="17170" y="13821"/>
                        <a:pt x="17145" y="13742"/>
                      </a:cubicBezTo>
                      <a:cubicBezTo>
                        <a:pt x="17170" y="13702"/>
                        <a:pt x="17170" y="13702"/>
                        <a:pt x="17170" y="13702"/>
                      </a:cubicBezTo>
                      <a:cubicBezTo>
                        <a:pt x="17195" y="13742"/>
                        <a:pt x="17220" y="13821"/>
                        <a:pt x="17295" y="13860"/>
                      </a:cubicBezTo>
                      <a:cubicBezTo>
                        <a:pt x="17295" y="13860"/>
                        <a:pt x="17295" y="13860"/>
                        <a:pt x="17295" y="13860"/>
                      </a:cubicBezTo>
                      <a:cubicBezTo>
                        <a:pt x="17320" y="13860"/>
                        <a:pt x="17320" y="13860"/>
                        <a:pt x="17320" y="13860"/>
                      </a:cubicBezTo>
                      <a:cubicBezTo>
                        <a:pt x="17395" y="13860"/>
                        <a:pt x="17420" y="13742"/>
                        <a:pt x="17445" y="13702"/>
                      </a:cubicBezTo>
                      <a:cubicBezTo>
                        <a:pt x="17445" y="13663"/>
                        <a:pt x="17445" y="13663"/>
                        <a:pt x="17445" y="13663"/>
                      </a:cubicBezTo>
                      <a:cubicBezTo>
                        <a:pt x="17470" y="13663"/>
                        <a:pt x="17470" y="13702"/>
                        <a:pt x="17470" y="13742"/>
                      </a:cubicBezTo>
                      <a:cubicBezTo>
                        <a:pt x="17495" y="13742"/>
                        <a:pt x="17495" y="13742"/>
                        <a:pt x="17495" y="13742"/>
                      </a:cubicBezTo>
                      <a:cubicBezTo>
                        <a:pt x="17520" y="13821"/>
                        <a:pt x="17570" y="13900"/>
                        <a:pt x="17595" y="13939"/>
                      </a:cubicBezTo>
                      <a:cubicBezTo>
                        <a:pt x="17620" y="13979"/>
                        <a:pt x="17620" y="13979"/>
                        <a:pt x="17645" y="14018"/>
                      </a:cubicBezTo>
                      <a:cubicBezTo>
                        <a:pt x="17695" y="14097"/>
                        <a:pt x="17746" y="14137"/>
                        <a:pt x="17796" y="14176"/>
                      </a:cubicBezTo>
                      <a:cubicBezTo>
                        <a:pt x="17846" y="14216"/>
                        <a:pt x="17846" y="14216"/>
                        <a:pt x="17846" y="14216"/>
                      </a:cubicBezTo>
                      <a:cubicBezTo>
                        <a:pt x="17896" y="14255"/>
                        <a:pt x="17921" y="14295"/>
                        <a:pt x="17946" y="14374"/>
                      </a:cubicBezTo>
                      <a:cubicBezTo>
                        <a:pt x="17946" y="14374"/>
                        <a:pt x="17946" y="14374"/>
                        <a:pt x="17946" y="14374"/>
                      </a:cubicBezTo>
                      <a:cubicBezTo>
                        <a:pt x="17996" y="14492"/>
                        <a:pt x="18046" y="14532"/>
                        <a:pt x="18121" y="14532"/>
                      </a:cubicBezTo>
                      <a:cubicBezTo>
                        <a:pt x="18121" y="14532"/>
                        <a:pt x="18146" y="14532"/>
                        <a:pt x="18171" y="14532"/>
                      </a:cubicBezTo>
                      <a:cubicBezTo>
                        <a:pt x="18196" y="14532"/>
                        <a:pt x="18196" y="14532"/>
                        <a:pt x="18221" y="14571"/>
                      </a:cubicBezTo>
                      <a:cubicBezTo>
                        <a:pt x="18246" y="14571"/>
                        <a:pt x="18296" y="14611"/>
                        <a:pt x="18346" y="14611"/>
                      </a:cubicBezTo>
                      <a:cubicBezTo>
                        <a:pt x="18346" y="14611"/>
                        <a:pt x="18346" y="14611"/>
                        <a:pt x="18346" y="14611"/>
                      </a:cubicBezTo>
                      <a:cubicBezTo>
                        <a:pt x="18371" y="14611"/>
                        <a:pt x="18396" y="14611"/>
                        <a:pt x="18446" y="14611"/>
                      </a:cubicBezTo>
                      <a:cubicBezTo>
                        <a:pt x="18496" y="14611"/>
                        <a:pt x="18521" y="14611"/>
                        <a:pt x="18571" y="14611"/>
                      </a:cubicBezTo>
                      <a:cubicBezTo>
                        <a:pt x="18546" y="14650"/>
                        <a:pt x="18546" y="14650"/>
                        <a:pt x="18521" y="14690"/>
                      </a:cubicBezTo>
                      <a:cubicBezTo>
                        <a:pt x="18471" y="14769"/>
                        <a:pt x="18421" y="14887"/>
                        <a:pt x="18421" y="15005"/>
                      </a:cubicBezTo>
                      <a:cubicBezTo>
                        <a:pt x="18421" y="15045"/>
                        <a:pt x="18446" y="15124"/>
                        <a:pt x="18496" y="15163"/>
                      </a:cubicBezTo>
                      <a:cubicBezTo>
                        <a:pt x="18546" y="15242"/>
                        <a:pt x="18571" y="15321"/>
                        <a:pt x="18622" y="15400"/>
                      </a:cubicBezTo>
                      <a:cubicBezTo>
                        <a:pt x="18672" y="15479"/>
                        <a:pt x="18722" y="15479"/>
                        <a:pt x="18797" y="15479"/>
                      </a:cubicBezTo>
                      <a:cubicBezTo>
                        <a:pt x="18822" y="15479"/>
                        <a:pt x="18847" y="15479"/>
                        <a:pt x="18872" y="15479"/>
                      </a:cubicBezTo>
                      <a:cubicBezTo>
                        <a:pt x="18897" y="15479"/>
                        <a:pt x="18922" y="15479"/>
                        <a:pt x="18947" y="15479"/>
                      </a:cubicBezTo>
                      <a:cubicBezTo>
                        <a:pt x="18947" y="15479"/>
                        <a:pt x="18972" y="15479"/>
                        <a:pt x="18972" y="15479"/>
                      </a:cubicBezTo>
                      <a:cubicBezTo>
                        <a:pt x="18997" y="15519"/>
                        <a:pt x="18997" y="15558"/>
                        <a:pt x="18972" y="15598"/>
                      </a:cubicBezTo>
                      <a:cubicBezTo>
                        <a:pt x="18972" y="15637"/>
                        <a:pt x="18972" y="15677"/>
                        <a:pt x="18997" y="15716"/>
                      </a:cubicBezTo>
                      <a:cubicBezTo>
                        <a:pt x="18997" y="15874"/>
                        <a:pt x="19097" y="16072"/>
                        <a:pt x="19247" y="16072"/>
                      </a:cubicBezTo>
                      <a:cubicBezTo>
                        <a:pt x="19272" y="16072"/>
                        <a:pt x="19272" y="16072"/>
                        <a:pt x="19297" y="16072"/>
                      </a:cubicBezTo>
                      <a:cubicBezTo>
                        <a:pt x="19422" y="15993"/>
                        <a:pt x="19422" y="15835"/>
                        <a:pt x="19422" y="15756"/>
                      </a:cubicBezTo>
                      <a:cubicBezTo>
                        <a:pt x="19397" y="15677"/>
                        <a:pt x="19422" y="15637"/>
                        <a:pt x="19422" y="15637"/>
                      </a:cubicBezTo>
                      <a:cubicBezTo>
                        <a:pt x="19448" y="15637"/>
                        <a:pt x="19498" y="15598"/>
                        <a:pt x="19548" y="15598"/>
                      </a:cubicBezTo>
                      <a:cubicBezTo>
                        <a:pt x="19598" y="15598"/>
                        <a:pt x="19623" y="15598"/>
                        <a:pt x="19648" y="15598"/>
                      </a:cubicBezTo>
                      <a:cubicBezTo>
                        <a:pt x="19673" y="15637"/>
                        <a:pt x="19723" y="15716"/>
                        <a:pt x="19748" y="15756"/>
                      </a:cubicBezTo>
                      <a:cubicBezTo>
                        <a:pt x="19823" y="15835"/>
                        <a:pt x="19898" y="15914"/>
                        <a:pt x="19973" y="15953"/>
                      </a:cubicBezTo>
                      <a:cubicBezTo>
                        <a:pt x="20048" y="15993"/>
                        <a:pt x="20098" y="15993"/>
                        <a:pt x="20173" y="15993"/>
                      </a:cubicBezTo>
                      <a:cubicBezTo>
                        <a:pt x="20223" y="15993"/>
                        <a:pt x="20248" y="15993"/>
                        <a:pt x="20298" y="15993"/>
                      </a:cubicBezTo>
                      <a:cubicBezTo>
                        <a:pt x="20324" y="15993"/>
                        <a:pt x="20349" y="15993"/>
                        <a:pt x="20374" y="15993"/>
                      </a:cubicBezTo>
                      <a:cubicBezTo>
                        <a:pt x="20374" y="15993"/>
                        <a:pt x="20374" y="15993"/>
                        <a:pt x="20399" y="15993"/>
                      </a:cubicBezTo>
                      <a:cubicBezTo>
                        <a:pt x="20449" y="15993"/>
                        <a:pt x="20499" y="15993"/>
                        <a:pt x="20574" y="15993"/>
                      </a:cubicBezTo>
                      <a:cubicBezTo>
                        <a:pt x="20599" y="15993"/>
                        <a:pt x="20599" y="15993"/>
                        <a:pt x="20599" y="15993"/>
                      </a:cubicBezTo>
                      <a:cubicBezTo>
                        <a:pt x="20599" y="15993"/>
                        <a:pt x="20624" y="15993"/>
                        <a:pt x="20624" y="15993"/>
                      </a:cubicBezTo>
                      <a:cubicBezTo>
                        <a:pt x="20674" y="15993"/>
                        <a:pt x="20699" y="15993"/>
                        <a:pt x="20724" y="15993"/>
                      </a:cubicBezTo>
                      <a:cubicBezTo>
                        <a:pt x="20749" y="15993"/>
                        <a:pt x="20774" y="15953"/>
                        <a:pt x="20799" y="15953"/>
                      </a:cubicBezTo>
                      <a:cubicBezTo>
                        <a:pt x="20824" y="15953"/>
                        <a:pt x="20899" y="15993"/>
                        <a:pt x="20924" y="15993"/>
                      </a:cubicBezTo>
                      <a:cubicBezTo>
                        <a:pt x="20999" y="16032"/>
                        <a:pt x="21074" y="16072"/>
                        <a:pt x="21149" y="16072"/>
                      </a:cubicBezTo>
                      <a:cubicBezTo>
                        <a:pt x="21225" y="16072"/>
                        <a:pt x="21275" y="16032"/>
                        <a:pt x="21300" y="15953"/>
                      </a:cubicBezTo>
                      <a:cubicBezTo>
                        <a:pt x="21350" y="15914"/>
                        <a:pt x="21350" y="15795"/>
                        <a:pt x="21350" y="15716"/>
                      </a:cubicBezTo>
                      <a:cubicBezTo>
                        <a:pt x="21350" y="15361"/>
                        <a:pt x="21124" y="15084"/>
                        <a:pt x="20949" y="14927"/>
                      </a:cubicBezTo>
                      <a:cubicBezTo>
                        <a:pt x="20874" y="14887"/>
                        <a:pt x="20824" y="14848"/>
                        <a:pt x="20749" y="14808"/>
                      </a:cubicBezTo>
                      <a:cubicBezTo>
                        <a:pt x="20624" y="14729"/>
                        <a:pt x="20524" y="14650"/>
                        <a:pt x="20424" y="14532"/>
                      </a:cubicBezTo>
                      <a:cubicBezTo>
                        <a:pt x="20374" y="14492"/>
                        <a:pt x="20324" y="14492"/>
                        <a:pt x="20273" y="14453"/>
                      </a:cubicBezTo>
                      <a:cubicBezTo>
                        <a:pt x="20248" y="14453"/>
                        <a:pt x="20223" y="14453"/>
                        <a:pt x="20198" y="14413"/>
                      </a:cubicBezTo>
                      <a:cubicBezTo>
                        <a:pt x="20098" y="14374"/>
                        <a:pt x="19973" y="14255"/>
                        <a:pt x="19873" y="14176"/>
                      </a:cubicBezTo>
                      <a:cubicBezTo>
                        <a:pt x="19848" y="14137"/>
                        <a:pt x="19798" y="14097"/>
                        <a:pt x="19773" y="14097"/>
                      </a:cubicBezTo>
                      <a:cubicBezTo>
                        <a:pt x="19723" y="14018"/>
                        <a:pt x="19673" y="13979"/>
                        <a:pt x="19648" y="13939"/>
                      </a:cubicBezTo>
                      <a:cubicBezTo>
                        <a:pt x="19648" y="13900"/>
                        <a:pt x="19648" y="13900"/>
                        <a:pt x="19648" y="13900"/>
                      </a:cubicBezTo>
                      <a:cubicBezTo>
                        <a:pt x="19673" y="13900"/>
                        <a:pt x="19723" y="13939"/>
                        <a:pt x="19748" y="13939"/>
                      </a:cubicBezTo>
                      <a:cubicBezTo>
                        <a:pt x="19798" y="13979"/>
                        <a:pt x="19823" y="13979"/>
                        <a:pt x="19848" y="13979"/>
                      </a:cubicBezTo>
                      <a:cubicBezTo>
                        <a:pt x="19873" y="13979"/>
                        <a:pt x="19898" y="13979"/>
                        <a:pt x="19923" y="13979"/>
                      </a:cubicBezTo>
                      <a:cubicBezTo>
                        <a:pt x="19948" y="13979"/>
                        <a:pt x="19948" y="13979"/>
                        <a:pt x="19973" y="13979"/>
                      </a:cubicBezTo>
                      <a:cubicBezTo>
                        <a:pt x="19998" y="13979"/>
                        <a:pt x="19998" y="13979"/>
                        <a:pt x="20023" y="13979"/>
                      </a:cubicBezTo>
                      <a:cubicBezTo>
                        <a:pt x="20048" y="13979"/>
                        <a:pt x="20073" y="13979"/>
                        <a:pt x="20073" y="14018"/>
                      </a:cubicBezTo>
                      <a:cubicBezTo>
                        <a:pt x="20173" y="14018"/>
                        <a:pt x="20248" y="14097"/>
                        <a:pt x="20324" y="14137"/>
                      </a:cubicBezTo>
                      <a:cubicBezTo>
                        <a:pt x="20399" y="14176"/>
                        <a:pt x="20449" y="14216"/>
                        <a:pt x="20499" y="14255"/>
                      </a:cubicBezTo>
                      <a:cubicBezTo>
                        <a:pt x="20524" y="14255"/>
                        <a:pt x="20549" y="14295"/>
                        <a:pt x="20574" y="14295"/>
                      </a:cubicBezTo>
                      <a:cubicBezTo>
                        <a:pt x="20599" y="14295"/>
                        <a:pt x="20624" y="14255"/>
                        <a:pt x="20649" y="14255"/>
                      </a:cubicBezTo>
                      <a:cubicBezTo>
                        <a:pt x="20674" y="14255"/>
                        <a:pt x="20699" y="14255"/>
                        <a:pt x="20699" y="14255"/>
                      </a:cubicBezTo>
                      <a:cubicBezTo>
                        <a:pt x="20699" y="14255"/>
                        <a:pt x="20724" y="14255"/>
                        <a:pt x="20724" y="14255"/>
                      </a:cubicBezTo>
                      <a:cubicBezTo>
                        <a:pt x="20724" y="14255"/>
                        <a:pt x="20749" y="14295"/>
                        <a:pt x="20774" y="14295"/>
                      </a:cubicBezTo>
                      <a:cubicBezTo>
                        <a:pt x="20799" y="14334"/>
                        <a:pt x="20824" y="14413"/>
                        <a:pt x="20874" y="14413"/>
                      </a:cubicBezTo>
                      <a:cubicBezTo>
                        <a:pt x="20899" y="14453"/>
                        <a:pt x="20924" y="14453"/>
                        <a:pt x="20974" y="14453"/>
                      </a:cubicBezTo>
                      <a:cubicBezTo>
                        <a:pt x="20974" y="14453"/>
                        <a:pt x="20999" y="14453"/>
                        <a:pt x="21024" y="14453"/>
                      </a:cubicBezTo>
                      <a:cubicBezTo>
                        <a:pt x="21049" y="14453"/>
                        <a:pt x="21074" y="14453"/>
                        <a:pt x="21074" y="14453"/>
                      </a:cubicBezTo>
                      <a:cubicBezTo>
                        <a:pt x="21099" y="14453"/>
                        <a:pt x="21099" y="14453"/>
                        <a:pt x="21099" y="14453"/>
                      </a:cubicBezTo>
                      <a:cubicBezTo>
                        <a:pt x="21124" y="14453"/>
                        <a:pt x="21149" y="14453"/>
                        <a:pt x="21175" y="14492"/>
                      </a:cubicBezTo>
                      <a:cubicBezTo>
                        <a:pt x="21200" y="14492"/>
                        <a:pt x="21200" y="14492"/>
                        <a:pt x="21200" y="14492"/>
                      </a:cubicBezTo>
                      <a:cubicBezTo>
                        <a:pt x="21225" y="14532"/>
                        <a:pt x="21225" y="14532"/>
                        <a:pt x="21250" y="14532"/>
                      </a:cubicBezTo>
                      <a:cubicBezTo>
                        <a:pt x="21275" y="14571"/>
                        <a:pt x="21300" y="14571"/>
                        <a:pt x="21325" y="14611"/>
                      </a:cubicBezTo>
                      <a:cubicBezTo>
                        <a:pt x="21375" y="14650"/>
                        <a:pt x="21400" y="14650"/>
                        <a:pt x="21450" y="14650"/>
                      </a:cubicBezTo>
                      <a:cubicBezTo>
                        <a:pt x="21500" y="14650"/>
                        <a:pt x="21550" y="14611"/>
                        <a:pt x="21575" y="14492"/>
                      </a:cubicBezTo>
                      <a:cubicBezTo>
                        <a:pt x="21600" y="14413"/>
                        <a:pt x="21575" y="14295"/>
                        <a:pt x="21550" y="14216"/>
                      </a:cubicBezTo>
                      <a:cubicBezTo>
                        <a:pt x="21550" y="14216"/>
                        <a:pt x="21550" y="14216"/>
                        <a:pt x="21575" y="14176"/>
                      </a:cubicBezTo>
                      <a:close/>
                      <a:moveTo>
                        <a:pt x="12339" y="4739"/>
                      </a:moveTo>
                      <a:cubicBezTo>
                        <a:pt x="12339" y="4739"/>
                        <a:pt x="12339" y="4778"/>
                        <a:pt x="12339" y="4778"/>
                      </a:cubicBezTo>
                      <a:cubicBezTo>
                        <a:pt x="12314" y="4739"/>
                        <a:pt x="12264" y="4739"/>
                        <a:pt x="12239" y="4739"/>
                      </a:cubicBezTo>
                      <a:cubicBezTo>
                        <a:pt x="12239" y="4739"/>
                        <a:pt x="12239" y="4739"/>
                        <a:pt x="12239" y="4739"/>
                      </a:cubicBezTo>
                      <a:cubicBezTo>
                        <a:pt x="12264" y="4739"/>
                        <a:pt x="12264" y="4739"/>
                        <a:pt x="12264" y="4739"/>
                      </a:cubicBezTo>
                      <a:cubicBezTo>
                        <a:pt x="12314" y="4660"/>
                        <a:pt x="12339" y="4581"/>
                        <a:pt x="12364" y="4541"/>
                      </a:cubicBezTo>
                      <a:cubicBezTo>
                        <a:pt x="12364" y="4581"/>
                        <a:pt x="12339" y="4739"/>
                        <a:pt x="12339" y="4739"/>
                      </a:cubicBezTo>
                      <a:close/>
                      <a:moveTo>
                        <a:pt x="11438" y="13663"/>
                      </a:moveTo>
                      <a:cubicBezTo>
                        <a:pt x="11313" y="13663"/>
                        <a:pt x="11213" y="13623"/>
                        <a:pt x="11138" y="13505"/>
                      </a:cubicBezTo>
                      <a:cubicBezTo>
                        <a:pt x="11113" y="13465"/>
                        <a:pt x="11113" y="13465"/>
                        <a:pt x="11113" y="13465"/>
                      </a:cubicBezTo>
                      <a:cubicBezTo>
                        <a:pt x="11088" y="13426"/>
                        <a:pt x="11063" y="13386"/>
                        <a:pt x="11038" y="13347"/>
                      </a:cubicBezTo>
                      <a:cubicBezTo>
                        <a:pt x="11013" y="13268"/>
                        <a:pt x="10988" y="13229"/>
                        <a:pt x="10963" y="13150"/>
                      </a:cubicBezTo>
                      <a:cubicBezTo>
                        <a:pt x="10938" y="13071"/>
                        <a:pt x="10888" y="13031"/>
                        <a:pt x="10838" y="12992"/>
                      </a:cubicBezTo>
                      <a:cubicBezTo>
                        <a:pt x="10787" y="12952"/>
                        <a:pt x="10762" y="12913"/>
                        <a:pt x="10712" y="12873"/>
                      </a:cubicBezTo>
                      <a:cubicBezTo>
                        <a:pt x="10762" y="12873"/>
                        <a:pt x="10838" y="12873"/>
                        <a:pt x="10888" y="12913"/>
                      </a:cubicBezTo>
                      <a:cubicBezTo>
                        <a:pt x="10938" y="12952"/>
                        <a:pt x="10988" y="12992"/>
                        <a:pt x="11013" y="13031"/>
                      </a:cubicBezTo>
                      <a:cubicBezTo>
                        <a:pt x="11088" y="13110"/>
                        <a:pt x="11138" y="13189"/>
                        <a:pt x="11188" y="13268"/>
                      </a:cubicBezTo>
                      <a:cubicBezTo>
                        <a:pt x="11213" y="13347"/>
                        <a:pt x="11263" y="13426"/>
                        <a:pt x="11338" y="13505"/>
                      </a:cubicBezTo>
                      <a:cubicBezTo>
                        <a:pt x="11338" y="13505"/>
                        <a:pt x="11363" y="13505"/>
                        <a:pt x="11363" y="13544"/>
                      </a:cubicBezTo>
                      <a:cubicBezTo>
                        <a:pt x="11388" y="13584"/>
                        <a:pt x="11413" y="13623"/>
                        <a:pt x="11438" y="13623"/>
                      </a:cubicBezTo>
                      <a:cubicBezTo>
                        <a:pt x="11463" y="13663"/>
                        <a:pt x="11463" y="13663"/>
                        <a:pt x="11463" y="13663"/>
                      </a:cubicBezTo>
                      <a:cubicBezTo>
                        <a:pt x="11463" y="13663"/>
                        <a:pt x="11463" y="13663"/>
                        <a:pt x="11463" y="13663"/>
                      </a:cubicBezTo>
                      <a:cubicBezTo>
                        <a:pt x="11463" y="13663"/>
                        <a:pt x="11463" y="13663"/>
                        <a:pt x="11438" y="13663"/>
                      </a:cubicBezTo>
                      <a:close/>
                      <a:moveTo>
                        <a:pt x="14191" y="3120"/>
                      </a:moveTo>
                      <a:cubicBezTo>
                        <a:pt x="14166" y="3080"/>
                        <a:pt x="14166" y="3080"/>
                        <a:pt x="14166" y="3080"/>
                      </a:cubicBezTo>
                      <a:cubicBezTo>
                        <a:pt x="14141" y="3041"/>
                        <a:pt x="14116" y="3001"/>
                        <a:pt x="14091" y="2962"/>
                      </a:cubicBezTo>
                      <a:cubicBezTo>
                        <a:pt x="14091" y="2962"/>
                        <a:pt x="14091" y="2962"/>
                        <a:pt x="14091" y="2922"/>
                      </a:cubicBezTo>
                      <a:cubicBezTo>
                        <a:pt x="14091" y="2922"/>
                        <a:pt x="14116" y="2922"/>
                        <a:pt x="14116" y="2922"/>
                      </a:cubicBezTo>
                      <a:cubicBezTo>
                        <a:pt x="14191" y="2962"/>
                        <a:pt x="14317" y="3120"/>
                        <a:pt x="14342" y="3199"/>
                      </a:cubicBezTo>
                      <a:cubicBezTo>
                        <a:pt x="14342" y="3238"/>
                        <a:pt x="14342" y="3238"/>
                        <a:pt x="14342" y="3238"/>
                      </a:cubicBezTo>
                      <a:cubicBezTo>
                        <a:pt x="14342" y="3238"/>
                        <a:pt x="14342" y="3238"/>
                        <a:pt x="14317" y="3238"/>
                      </a:cubicBezTo>
                      <a:cubicBezTo>
                        <a:pt x="14292" y="3238"/>
                        <a:pt x="14241" y="3199"/>
                        <a:pt x="14191" y="3120"/>
                      </a:cubicBezTo>
                      <a:close/>
                      <a:moveTo>
                        <a:pt x="14342" y="5528"/>
                      </a:moveTo>
                      <a:cubicBezTo>
                        <a:pt x="14342" y="5528"/>
                        <a:pt x="14367" y="5528"/>
                        <a:pt x="14367" y="5528"/>
                      </a:cubicBezTo>
                      <a:cubicBezTo>
                        <a:pt x="14367" y="5528"/>
                        <a:pt x="14367" y="5528"/>
                        <a:pt x="14367" y="5528"/>
                      </a:cubicBezTo>
                      <a:cubicBezTo>
                        <a:pt x="14392" y="5528"/>
                        <a:pt x="14392" y="5568"/>
                        <a:pt x="14392" y="5607"/>
                      </a:cubicBezTo>
                      <a:cubicBezTo>
                        <a:pt x="14392" y="5607"/>
                        <a:pt x="14417" y="5647"/>
                        <a:pt x="14417" y="5686"/>
                      </a:cubicBezTo>
                      <a:cubicBezTo>
                        <a:pt x="14392" y="5647"/>
                        <a:pt x="14367" y="5607"/>
                        <a:pt x="14342" y="5528"/>
                      </a:cubicBezTo>
                      <a:close/>
                      <a:moveTo>
                        <a:pt x="18496" y="10227"/>
                      </a:moveTo>
                      <a:cubicBezTo>
                        <a:pt x="18496" y="10267"/>
                        <a:pt x="18471" y="10306"/>
                        <a:pt x="18421" y="10306"/>
                      </a:cubicBezTo>
                      <a:cubicBezTo>
                        <a:pt x="18421" y="10306"/>
                        <a:pt x="18396" y="10306"/>
                        <a:pt x="18396" y="10306"/>
                      </a:cubicBezTo>
                      <a:cubicBezTo>
                        <a:pt x="18371" y="10306"/>
                        <a:pt x="18321" y="10306"/>
                        <a:pt x="18321" y="10306"/>
                      </a:cubicBezTo>
                      <a:cubicBezTo>
                        <a:pt x="18296" y="10306"/>
                        <a:pt x="18296" y="10306"/>
                        <a:pt x="18271" y="10306"/>
                      </a:cubicBezTo>
                      <a:cubicBezTo>
                        <a:pt x="18171" y="10385"/>
                        <a:pt x="18096" y="10583"/>
                        <a:pt x="18021" y="10780"/>
                      </a:cubicBezTo>
                      <a:cubicBezTo>
                        <a:pt x="17996" y="10780"/>
                        <a:pt x="17996" y="10780"/>
                        <a:pt x="17996" y="10780"/>
                      </a:cubicBezTo>
                      <a:cubicBezTo>
                        <a:pt x="18021" y="10701"/>
                        <a:pt x="18021" y="10662"/>
                        <a:pt x="17996" y="10543"/>
                      </a:cubicBezTo>
                      <a:cubicBezTo>
                        <a:pt x="17946" y="10346"/>
                        <a:pt x="17871" y="10227"/>
                        <a:pt x="17771" y="10188"/>
                      </a:cubicBezTo>
                      <a:cubicBezTo>
                        <a:pt x="17821" y="10030"/>
                        <a:pt x="17846" y="9872"/>
                        <a:pt x="17846" y="9714"/>
                      </a:cubicBezTo>
                      <a:cubicBezTo>
                        <a:pt x="17921" y="9754"/>
                        <a:pt x="17996" y="9833"/>
                        <a:pt x="18096" y="9872"/>
                      </a:cubicBezTo>
                      <a:cubicBezTo>
                        <a:pt x="18146" y="9872"/>
                        <a:pt x="18196" y="9912"/>
                        <a:pt x="18246" y="9912"/>
                      </a:cubicBezTo>
                      <a:cubicBezTo>
                        <a:pt x="18296" y="9912"/>
                        <a:pt x="18371" y="9912"/>
                        <a:pt x="18421" y="9951"/>
                      </a:cubicBezTo>
                      <a:cubicBezTo>
                        <a:pt x="18471" y="9990"/>
                        <a:pt x="18496" y="10069"/>
                        <a:pt x="18521" y="10148"/>
                      </a:cubicBezTo>
                      <a:cubicBezTo>
                        <a:pt x="18521" y="10188"/>
                        <a:pt x="18521" y="10227"/>
                        <a:pt x="18496" y="1022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06" name="Shape">
                  <a:extLst>
                    <a:ext uri="{FF2B5EF4-FFF2-40B4-BE49-F238E27FC236}">
                      <a16:creationId xmlns:a16="http://schemas.microsoft.com/office/drawing/2014/main" id="{BD5F2E2A-28AC-415D-819C-33158D606804}"/>
                    </a:ext>
                  </a:extLst>
                </p:cNvPr>
                <p:cNvSpPr/>
                <p:nvPr/>
              </p:nvSpPr>
              <p:spPr>
                <a:xfrm>
                  <a:off x="2232362" y="3366603"/>
                  <a:ext cx="2572409" cy="23866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562" y="15354"/>
                      </a:moveTo>
                      <a:cubicBezTo>
                        <a:pt x="21524" y="15280"/>
                        <a:pt x="21524" y="15243"/>
                        <a:pt x="21486" y="15168"/>
                      </a:cubicBezTo>
                      <a:cubicBezTo>
                        <a:pt x="21486" y="15168"/>
                        <a:pt x="21448" y="15057"/>
                        <a:pt x="21448" y="15020"/>
                      </a:cubicBezTo>
                      <a:cubicBezTo>
                        <a:pt x="21411" y="14834"/>
                        <a:pt x="21335" y="14722"/>
                        <a:pt x="21259" y="14685"/>
                      </a:cubicBezTo>
                      <a:cubicBezTo>
                        <a:pt x="21221" y="14648"/>
                        <a:pt x="21221" y="14648"/>
                        <a:pt x="21183" y="14648"/>
                      </a:cubicBezTo>
                      <a:cubicBezTo>
                        <a:pt x="21069" y="14648"/>
                        <a:pt x="20956" y="14685"/>
                        <a:pt x="20842" y="14759"/>
                      </a:cubicBezTo>
                      <a:cubicBezTo>
                        <a:pt x="20728" y="14759"/>
                        <a:pt x="20615" y="14797"/>
                        <a:pt x="20539" y="14834"/>
                      </a:cubicBezTo>
                      <a:cubicBezTo>
                        <a:pt x="20349" y="14871"/>
                        <a:pt x="20198" y="14908"/>
                        <a:pt x="20046" y="14982"/>
                      </a:cubicBezTo>
                      <a:cubicBezTo>
                        <a:pt x="20008" y="15020"/>
                        <a:pt x="19971" y="15057"/>
                        <a:pt x="19933" y="15057"/>
                      </a:cubicBezTo>
                      <a:cubicBezTo>
                        <a:pt x="19933" y="15057"/>
                        <a:pt x="19933" y="15057"/>
                        <a:pt x="19933" y="15057"/>
                      </a:cubicBezTo>
                      <a:cubicBezTo>
                        <a:pt x="19819" y="15131"/>
                        <a:pt x="19743" y="15168"/>
                        <a:pt x="19629" y="15168"/>
                      </a:cubicBezTo>
                      <a:cubicBezTo>
                        <a:pt x="19554" y="15168"/>
                        <a:pt x="19478" y="15131"/>
                        <a:pt x="19364" y="15094"/>
                      </a:cubicBezTo>
                      <a:cubicBezTo>
                        <a:pt x="19251" y="15057"/>
                        <a:pt x="19175" y="14982"/>
                        <a:pt x="19099" y="14908"/>
                      </a:cubicBezTo>
                      <a:cubicBezTo>
                        <a:pt x="18947" y="14797"/>
                        <a:pt x="18796" y="14685"/>
                        <a:pt x="18644" y="14685"/>
                      </a:cubicBezTo>
                      <a:cubicBezTo>
                        <a:pt x="18606" y="14685"/>
                        <a:pt x="18606" y="14685"/>
                        <a:pt x="18606" y="14685"/>
                      </a:cubicBezTo>
                      <a:cubicBezTo>
                        <a:pt x="18455" y="14685"/>
                        <a:pt x="18227" y="14759"/>
                        <a:pt x="18038" y="14797"/>
                      </a:cubicBezTo>
                      <a:cubicBezTo>
                        <a:pt x="17924" y="14797"/>
                        <a:pt x="17811" y="14834"/>
                        <a:pt x="17735" y="14834"/>
                      </a:cubicBezTo>
                      <a:cubicBezTo>
                        <a:pt x="17659" y="14871"/>
                        <a:pt x="17583" y="14871"/>
                        <a:pt x="17507" y="14871"/>
                      </a:cubicBezTo>
                      <a:cubicBezTo>
                        <a:pt x="17091" y="14871"/>
                        <a:pt x="16939" y="14648"/>
                        <a:pt x="16712" y="14350"/>
                      </a:cubicBezTo>
                      <a:cubicBezTo>
                        <a:pt x="16674" y="14313"/>
                        <a:pt x="16674" y="14313"/>
                        <a:pt x="16674" y="14313"/>
                      </a:cubicBezTo>
                      <a:cubicBezTo>
                        <a:pt x="16636" y="14239"/>
                        <a:pt x="16598" y="14202"/>
                        <a:pt x="16522" y="14127"/>
                      </a:cubicBezTo>
                      <a:cubicBezTo>
                        <a:pt x="16446" y="14016"/>
                        <a:pt x="16371" y="13941"/>
                        <a:pt x="16295" y="13867"/>
                      </a:cubicBezTo>
                      <a:cubicBezTo>
                        <a:pt x="16181" y="13793"/>
                        <a:pt x="16105" y="13718"/>
                        <a:pt x="16029" y="13607"/>
                      </a:cubicBezTo>
                      <a:cubicBezTo>
                        <a:pt x="15992" y="13570"/>
                        <a:pt x="15954" y="13533"/>
                        <a:pt x="15916" y="13495"/>
                      </a:cubicBezTo>
                      <a:cubicBezTo>
                        <a:pt x="15726" y="13198"/>
                        <a:pt x="15575" y="13049"/>
                        <a:pt x="15537" y="12640"/>
                      </a:cubicBezTo>
                      <a:cubicBezTo>
                        <a:pt x="15537" y="12492"/>
                        <a:pt x="15537" y="12343"/>
                        <a:pt x="15499" y="12194"/>
                      </a:cubicBezTo>
                      <a:cubicBezTo>
                        <a:pt x="15499" y="12157"/>
                        <a:pt x="15461" y="12083"/>
                        <a:pt x="15461" y="12045"/>
                      </a:cubicBezTo>
                      <a:cubicBezTo>
                        <a:pt x="15196" y="10335"/>
                        <a:pt x="14968" y="8625"/>
                        <a:pt x="14779" y="7212"/>
                      </a:cubicBezTo>
                      <a:cubicBezTo>
                        <a:pt x="14552" y="7212"/>
                        <a:pt x="14552" y="7212"/>
                        <a:pt x="14552" y="7212"/>
                      </a:cubicBezTo>
                      <a:cubicBezTo>
                        <a:pt x="14552" y="7212"/>
                        <a:pt x="14552" y="7212"/>
                        <a:pt x="14552" y="7212"/>
                      </a:cubicBezTo>
                      <a:cubicBezTo>
                        <a:pt x="14552" y="7250"/>
                        <a:pt x="14552" y="7250"/>
                        <a:pt x="14552" y="7287"/>
                      </a:cubicBezTo>
                      <a:cubicBezTo>
                        <a:pt x="14552" y="7324"/>
                        <a:pt x="14552" y="7324"/>
                        <a:pt x="14552" y="7324"/>
                      </a:cubicBezTo>
                      <a:cubicBezTo>
                        <a:pt x="14552" y="7361"/>
                        <a:pt x="14514" y="7435"/>
                        <a:pt x="14514" y="7473"/>
                      </a:cubicBezTo>
                      <a:cubicBezTo>
                        <a:pt x="14476" y="7435"/>
                        <a:pt x="14476" y="7435"/>
                        <a:pt x="14438" y="7398"/>
                      </a:cubicBezTo>
                      <a:cubicBezTo>
                        <a:pt x="14400" y="7398"/>
                        <a:pt x="14400" y="7361"/>
                        <a:pt x="14400" y="7361"/>
                      </a:cubicBezTo>
                      <a:cubicBezTo>
                        <a:pt x="14286" y="7287"/>
                        <a:pt x="14173" y="7250"/>
                        <a:pt x="14059" y="7250"/>
                      </a:cubicBezTo>
                      <a:cubicBezTo>
                        <a:pt x="13983" y="7250"/>
                        <a:pt x="13945" y="7250"/>
                        <a:pt x="13869" y="7287"/>
                      </a:cubicBezTo>
                      <a:cubicBezTo>
                        <a:pt x="13869" y="7250"/>
                        <a:pt x="13869" y="7250"/>
                        <a:pt x="13869" y="7250"/>
                      </a:cubicBezTo>
                      <a:cubicBezTo>
                        <a:pt x="13907" y="7138"/>
                        <a:pt x="13907" y="7027"/>
                        <a:pt x="13794" y="6878"/>
                      </a:cubicBezTo>
                      <a:cubicBezTo>
                        <a:pt x="13718" y="6729"/>
                        <a:pt x="13566" y="6618"/>
                        <a:pt x="13415" y="6543"/>
                      </a:cubicBezTo>
                      <a:cubicBezTo>
                        <a:pt x="13263" y="6432"/>
                        <a:pt x="13074" y="6320"/>
                        <a:pt x="12922" y="6246"/>
                      </a:cubicBezTo>
                      <a:cubicBezTo>
                        <a:pt x="12884" y="6209"/>
                        <a:pt x="12884" y="6209"/>
                        <a:pt x="12884" y="6209"/>
                      </a:cubicBezTo>
                      <a:cubicBezTo>
                        <a:pt x="12846" y="6209"/>
                        <a:pt x="12808" y="6171"/>
                        <a:pt x="12771" y="6171"/>
                      </a:cubicBezTo>
                      <a:cubicBezTo>
                        <a:pt x="12771" y="6171"/>
                        <a:pt x="12733" y="6171"/>
                        <a:pt x="12733" y="6171"/>
                      </a:cubicBezTo>
                      <a:cubicBezTo>
                        <a:pt x="12733" y="6171"/>
                        <a:pt x="12771" y="6134"/>
                        <a:pt x="12771" y="6134"/>
                      </a:cubicBezTo>
                      <a:cubicBezTo>
                        <a:pt x="12846" y="5874"/>
                        <a:pt x="12581" y="5688"/>
                        <a:pt x="12392" y="5539"/>
                      </a:cubicBezTo>
                      <a:cubicBezTo>
                        <a:pt x="12354" y="5502"/>
                        <a:pt x="12316" y="5502"/>
                        <a:pt x="12316" y="5465"/>
                      </a:cubicBezTo>
                      <a:cubicBezTo>
                        <a:pt x="12278" y="5428"/>
                        <a:pt x="12202" y="5391"/>
                        <a:pt x="12164" y="5354"/>
                      </a:cubicBezTo>
                      <a:cubicBezTo>
                        <a:pt x="12126" y="5354"/>
                        <a:pt x="12126" y="5354"/>
                        <a:pt x="12126" y="5354"/>
                      </a:cubicBezTo>
                      <a:cubicBezTo>
                        <a:pt x="12126" y="5316"/>
                        <a:pt x="12088" y="5316"/>
                        <a:pt x="12051" y="5279"/>
                      </a:cubicBezTo>
                      <a:cubicBezTo>
                        <a:pt x="12051" y="5279"/>
                        <a:pt x="12013" y="5279"/>
                        <a:pt x="12013" y="5242"/>
                      </a:cubicBezTo>
                      <a:cubicBezTo>
                        <a:pt x="12013" y="5242"/>
                        <a:pt x="12013" y="5205"/>
                        <a:pt x="11975" y="5205"/>
                      </a:cubicBezTo>
                      <a:cubicBezTo>
                        <a:pt x="11975" y="5130"/>
                        <a:pt x="11975" y="5130"/>
                        <a:pt x="11975" y="5130"/>
                      </a:cubicBezTo>
                      <a:cubicBezTo>
                        <a:pt x="11975" y="5056"/>
                        <a:pt x="11975" y="5019"/>
                        <a:pt x="11975" y="4945"/>
                      </a:cubicBezTo>
                      <a:cubicBezTo>
                        <a:pt x="11975" y="4945"/>
                        <a:pt x="11975" y="4945"/>
                        <a:pt x="11975" y="4907"/>
                      </a:cubicBezTo>
                      <a:cubicBezTo>
                        <a:pt x="11975" y="4870"/>
                        <a:pt x="12013" y="4870"/>
                        <a:pt x="12013" y="4833"/>
                      </a:cubicBezTo>
                      <a:cubicBezTo>
                        <a:pt x="12051" y="4722"/>
                        <a:pt x="12051" y="4573"/>
                        <a:pt x="12013" y="4461"/>
                      </a:cubicBezTo>
                      <a:cubicBezTo>
                        <a:pt x="12013" y="4461"/>
                        <a:pt x="11975" y="4424"/>
                        <a:pt x="11975" y="4424"/>
                      </a:cubicBezTo>
                      <a:cubicBezTo>
                        <a:pt x="11975" y="4387"/>
                        <a:pt x="11975" y="4387"/>
                        <a:pt x="11975" y="4387"/>
                      </a:cubicBezTo>
                      <a:cubicBezTo>
                        <a:pt x="11937" y="4350"/>
                        <a:pt x="11937" y="4313"/>
                        <a:pt x="11937" y="4275"/>
                      </a:cubicBezTo>
                      <a:cubicBezTo>
                        <a:pt x="11937" y="4275"/>
                        <a:pt x="11937" y="4275"/>
                        <a:pt x="11937" y="4275"/>
                      </a:cubicBezTo>
                      <a:cubicBezTo>
                        <a:pt x="11937" y="4201"/>
                        <a:pt x="11937" y="4127"/>
                        <a:pt x="11937" y="4052"/>
                      </a:cubicBezTo>
                      <a:cubicBezTo>
                        <a:pt x="11937" y="4015"/>
                        <a:pt x="11937" y="3941"/>
                        <a:pt x="11937" y="3866"/>
                      </a:cubicBezTo>
                      <a:cubicBezTo>
                        <a:pt x="11937" y="3792"/>
                        <a:pt x="11937" y="3718"/>
                        <a:pt x="11899" y="3643"/>
                      </a:cubicBezTo>
                      <a:cubicBezTo>
                        <a:pt x="11861" y="3569"/>
                        <a:pt x="11785" y="3532"/>
                        <a:pt x="11747" y="3532"/>
                      </a:cubicBezTo>
                      <a:cubicBezTo>
                        <a:pt x="11709" y="3532"/>
                        <a:pt x="11709" y="3532"/>
                        <a:pt x="11709" y="3532"/>
                      </a:cubicBezTo>
                      <a:cubicBezTo>
                        <a:pt x="11634" y="3495"/>
                        <a:pt x="11634" y="3309"/>
                        <a:pt x="11634" y="3234"/>
                      </a:cubicBezTo>
                      <a:cubicBezTo>
                        <a:pt x="11634" y="3160"/>
                        <a:pt x="11634" y="3123"/>
                        <a:pt x="11634" y="3123"/>
                      </a:cubicBezTo>
                      <a:cubicBezTo>
                        <a:pt x="11634" y="3049"/>
                        <a:pt x="11672" y="2937"/>
                        <a:pt x="11672" y="2863"/>
                      </a:cubicBezTo>
                      <a:cubicBezTo>
                        <a:pt x="11709" y="2825"/>
                        <a:pt x="11709" y="2751"/>
                        <a:pt x="11709" y="2714"/>
                      </a:cubicBezTo>
                      <a:cubicBezTo>
                        <a:pt x="11747" y="2602"/>
                        <a:pt x="11709" y="2528"/>
                        <a:pt x="11709" y="2491"/>
                      </a:cubicBezTo>
                      <a:cubicBezTo>
                        <a:pt x="11672" y="2454"/>
                        <a:pt x="11672" y="2417"/>
                        <a:pt x="11672" y="2379"/>
                      </a:cubicBezTo>
                      <a:cubicBezTo>
                        <a:pt x="11672" y="2379"/>
                        <a:pt x="11672" y="2379"/>
                        <a:pt x="11672" y="2379"/>
                      </a:cubicBezTo>
                      <a:cubicBezTo>
                        <a:pt x="11672" y="2305"/>
                        <a:pt x="11634" y="2193"/>
                        <a:pt x="11558" y="2119"/>
                      </a:cubicBezTo>
                      <a:cubicBezTo>
                        <a:pt x="11444" y="2045"/>
                        <a:pt x="11331" y="2008"/>
                        <a:pt x="11217" y="2008"/>
                      </a:cubicBezTo>
                      <a:cubicBezTo>
                        <a:pt x="11179" y="2008"/>
                        <a:pt x="11141" y="2008"/>
                        <a:pt x="11065" y="2045"/>
                      </a:cubicBezTo>
                      <a:cubicBezTo>
                        <a:pt x="11065" y="2045"/>
                        <a:pt x="11027" y="2045"/>
                        <a:pt x="11027" y="2045"/>
                      </a:cubicBezTo>
                      <a:cubicBezTo>
                        <a:pt x="10952" y="2045"/>
                        <a:pt x="10914" y="2045"/>
                        <a:pt x="10876" y="2008"/>
                      </a:cubicBezTo>
                      <a:cubicBezTo>
                        <a:pt x="10838" y="2008"/>
                        <a:pt x="10838" y="2008"/>
                        <a:pt x="10800" y="2008"/>
                      </a:cubicBezTo>
                      <a:cubicBezTo>
                        <a:pt x="10762" y="2008"/>
                        <a:pt x="10724" y="2008"/>
                        <a:pt x="10686" y="2008"/>
                      </a:cubicBezTo>
                      <a:cubicBezTo>
                        <a:pt x="10648" y="2008"/>
                        <a:pt x="10611" y="2008"/>
                        <a:pt x="10573" y="2008"/>
                      </a:cubicBezTo>
                      <a:cubicBezTo>
                        <a:pt x="10535" y="2008"/>
                        <a:pt x="10459" y="2008"/>
                        <a:pt x="10459" y="2008"/>
                      </a:cubicBezTo>
                      <a:cubicBezTo>
                        <a:pt x="10421" y="2008"/>
                        <a:pt x="10421" y="2008"/>
                        <a:pt x="10421" y="1970"/>
                      </a:cubicBezTo>
                      <a:cubicBezTo>
                        <a:pt x="10383" y="1970"/>
                        <a:pt x="10345" y="1933"/>
                        <a:pt x="10307" y="1933"/>
                      </a:cubicBezTo>
                      <a:cubicBezTo>
                        <a:pt x="10269" y="1896"/>
                        <a:pt x="10232" y="1896"/>
                        <a:pt x="10194" y="1896"/>
                      </a:cubicBezTo>
                      <a:cubicBezTo>
                        <a:pt x="10118" y="1896"/>
                        <a:pt x="10080" y="1896"/>
                        <a:pt x="10042" y="1933"/>
                      </a:cubicBezTo>
                      <a:cubicBezTo>
                        <a:pt x="9928" y="1933"/>
                        <a:pt x="9815" y="1970"/>
                        <a:pt x="9701" y="2008"/>
                      </a:cubicBezTo>
                      <a:cubicBezTo>
                        <a:pt x="9625" y="2045"/>
                        <a:pt x="9549" y="2045"/>
                        <a:pt x="9474" y="2082"/>
                      </a:cubicBezTo>
                      <a:cubicBezTo>
                        <a:pt x="9436" y="2082"/>
                        <a:pt x="9360" y="2082"/>
                        <a:pt x="9322" y="2082"/>
                      </a:cubicBezTo>
                      <a:cubicBezTo>
                        <a:pt x="9322" y="2082"/>
                        <a:pt x="9322" y="2082"/>
                        <a:pt x="9322" y="2082"/>
                      </a:cubicBezTo>
                      <a:cubicBezTo>
                        <a:pt x="9322" y="2082"/>
                        <a:pt x="9322" y="2082"/>
                        <a:pt x="9322" y="2082"/>
                      </a:cubicBezTo>
                      <a:cubicBezTo>
                        <a:pt x="9284" y="2082"/>
                        <a:pt x="9284" y="2082"/>
                        <a:pt x="9284" y="2082"/>
                      </a:cubicBezTo>
                      <a:cubicBezTo>
                        <a:pt x="9284" y="2045"/>
                        <a:pt x="9246" y="2008"/>
                        <a:pt x="9208" y="1970"/>
                      </a:cubicBezTo>
                      <a:cubicBezTo>
                        <a:pt x="9171" y="1970"/>
                        <a:pt x="9133" y="1933"/>
                        <a:pt x="9057" y="1933"/>
                      </a:cubicBezTo>
                      <a:cubicBezTo>
                        <a:pt x="9057" y="1896"/>
                        <a:pt x="9057" y="1896"/>
                        <a:pt x="9019" y="1896"/>
                      </a:cubicBezTo>
                      <a:cubicBezTo>
                        <a:pt x="9019" y="1896"/>
                        <a:pt x="9019" y="1896"/>
                        <a:pt x="8981" y="1896"/>
                      </a:cubicBezTo>
                      <a:cubicBezTo>
                        <a:pt x="8981" y="1896"/>
                        <a:pt x="8981" y="1896"/>
                        <a:pt x="8981" y="1896"/>
                      </a:cubicBezTo>
                      <a:cubicBezTo>
                        <a:pt x="8981" y="1859"/>
                        <a:pt x="8981" y="1785"/>
                        <a:pt x="8905" y="1710"/>
                      </a:cubicBezTo>
                      <a:cubicBezTo>
                        <a:pt x="8829" y="1673"/>
                        <a:pt x="8716" y="1599"/>
                        <a:pt x="8602" y="1561"/>
                      </a:cubicBezTo>
                      <a:cubicBezTo>
                        <a:pt x="8602" y="1561"/>
                        <a:pt x="8564" y="1561"/>
                        <a:pt x="8564" y="1561"/>
                      </a:cubicBezTo>
                      <a:cubicBezTo>
                        <a:pt x="8526" y="1524"/>
                        <a:pt x="8526" y="1524"/>
                        <a:pt x="8488" y="1524"/>
                      </a:cubicBezTo>
                      <a:cubicBezTo>
                        <a:pt x="8488" y="1524"/>
                        <a:pt x="8488" y="1524"/>
                        <a:pt x="8488" y="1524"/>
                      </a:cubicBezTo>
                      <a:cubicBezTo>
                        <a:pt x="8451" y="1487"/>
                        <a:pt x="8413" y="1450"/>
                        <a:pt x="8375" y="1450"/>
                      </a:cubicBezTo>
                      <a:cubicBezTo>
                        <a:pt x="8223" y="1413"/>
                        <a:pt x="8072" y="1376"/>
                        <a:pt x="7920" y="1338"/>
                      </a:cubicBezTo>
                      <a:cubicBezTo>
                        <a:pt x="7882" y="1338"/>
                        <a:pt x="7882" y="1338"/>
                        <a:pt x="7882" y="1338"/>
                      </a:cubicBezTo>
                      <a:cubicBezTo>
                        <a:pt x="7844" y="1301"/>
                        <a:pt x="7844" y="1301"/>
                        <a:pt x="7844" y="1301"/>
                      </a:cubicBezTo>
                      <a:cubicBezTo>
                        <a:pt x="7768" y="1264"/>
                        <a:pt x="7731" y="1227"/>
                        <a:pt x="7617" y="1190"/>
                      </a:cubicBezTo>
                      <a:cubicBezTo>
                        <a:pt x="7579" y="1152"/>
                        <a:pt x="7541" y="1152"/>
                        <a:pt x="7503" y="1152"/>
                      </a:cubicBezTo>
                      <a:cubicBezTo>
                        <a:pt x="7465" y="1152"/>
                        <a:pt x="7427" y="1152"/>
                        <a:pt x="7427" y="1152"/>
                      </a:cubicBezTo>
                      <a:cubicBezTo>
                        <a:pt x="7389" y="1152"/>
                        <a:pt x="7352" y="1152"/>
                        <a:pt x="7314" y="1115"/>
                      </a:cubicBezTo>
                      <a:cubicBezTo>
                        <a:pt x="7276" y="1115"/>
                        <a:pt x="7276" y="1078"/>
                        <a:pt x="7238" y="1078"/>
                      </a:cubicBezTo>
                      <a:cubicBezTo>
                        <a:pt x="7200" y="1078"/>
                        <a:pt x="7200" y="1078"/>
                        <a:pt x="7200" y="1078"/>
                      </a:cubicBezTo>
                      <a:cubicBezTo>
                        <a:pt x="7200" y="1041"/>
                        <a:pt x="7086" y="1004"/>
                        <a:pt x="7086" y="967"/>
                      </a:cubicBezTo>
                      <a:cubicBezTo>
                        <a:pt x="7048" y="892"/>
                        <a:pt x="7011" y="818"/>
                        <a:pt x="6973" y="706"/>
                      </a:cubicBezTo>
                      <a:cubicBezTo>
                        <a:pt x="6897" y="632"/>
                        <a:pt x="6821" y="558"/>
                        <a:pt x="6707" y="483"/>
                      </a:cubicBezTo>
                      <a:cubicBezTo>
                        <a:pt x="6707" y="483"/>
                        <a:pt x="6669" y="446"/>
                        <a:pt x="6632" y="446"/>
                      </a:cubicBezTo>
                      <a:cubicBezTo>
                        <a:pt x="6594" y="446"/>
                        <a:pt x="6556" y="409"/>
                        <a:pt x="6518" y="409"/>
                      </a:cubicBezTo>
                      <a:cubicBezTo>
                        <a:pt x="6518" y="372"/>
                        <a:pt x="6480" y="335"/>
                        <a:pt x="6442" y="297"/>
                      </a:cubicBezTo>
                      <a:cubicBezTo>
                        <a:pt x="6404" y="260"/>
                        <a:pt x="6328" y="223"/>
                        <a:pt x="6291" y="186"/>
                      </a:cubicBezTo>
                      <a:cubicBezTo>
                        <a:pt x="6253" y="149"/>
                        <a:pt x="6177" y="74"/>
                        <a:pt x="6101" y="37"/>
                      </a:cubicBezTo>
                      <a:cubicBezTo>
                        <a:pt x="6025" y="0"/>
                        <a:pt x="6025" y="0"/>
                        <a:pt x="6025" y="0"/>
                      </a:cubicBezTo>
                      <a:cubicBezTo>
                        <a:pt x="5949" y="74"/>
                        <a:pt x="5949" y="74"/>
                        <a:pt x="5949" y="74"/>
                      </a:cubicBezTo>
                      <a:cubicBezTo>
                        <a:pt x="5192" y="855"/>
                        <a:pt x="1402" y="4945"/>
                        <a:pt x="455" y="5614"/>
                      </a:cubicBezTo>
                      <a:cubicBezTo>
                        <a:pt x="417" y="5651"/>
                        <a:pt x="417" y="5651"/>
                        <a:pt x="417" y="5651"/>
                      </a:cubicBezTo>
                      <a:cubicBezTo>
                        <a:pt x="0" y="10707"/>
                        <a:pt x="0" y="10707"/>
                        <a:pt x="0" y="10707"/>
                      </a:cubicBezTo>
                      <a:cubicBezTo>
                        <a:pt x="114" y="10744"/>
                        <a:pt x="114" y="10744"/>
                        <a:pt x="114" y="10744"/>
                      </a:cubicBezTo>
                      <a:cubicBezTo>
                        <a:pt x="152" y="10744"/>
                        <a:pt x="152" y="10744"/>
                        <a:pt x="189" y="10744"/>
                      </a:cubicBezTo>
                      <a:cubicBezTo>
                        <a:pt x="189" y="10744"/>
                        <a:pt x="227" y="10744"/>
                        <a:pt x="227" y="10856"/>
                      </a:cubicBezTo>
                      <a:cubicBezTo>
                        <a:pt x="227" y="10856"/>
                        <a:pt x="227" y="10893"/>
                        <a:pt x="227" y="10893"/>
                      </a:cubicBezTo>
                      <a:cubicBezTo>
                        <a:pt x="227" y="10967"/>
                        <a:pt x="227" y="11004"/>
                        <a:pt x="227" y="11042"/>
                      </a:cubicBezTo>
                      <a:cubicBezTo>
                        <a:pt x="265" y="11079"/>
                        <a:pt x="265" y="11153"/>
                        <a:pt x="265" y="11190"/>
                      </a:cubicBezTo>
                      <a:cubicBezTo>
                        <a:pt x="265" y="11413"/>
                        <a:pt x="265" y="11711"/>
                        <a:pt x="568" y="11860"/>
                      </a:cubicBezTo>
                      <a:cubicBezTo>
                        <a:pt x="834" y="11971"/>
                        <a:pt x="1137" y="12045"/>
                        <a:pt x="1440" y="12045"/>
                      </a:cubicBezTo>
                      <a:cubicBezTo>
                        <a:pt x="1440" y="12045"/>
                        <a:pt x="1478" y="12045"/>
                        <a:pt x="1516" y="12045"/>
                      </a:cubicBezTo>
                      <a:cubicBezTo>
                        <a:pt x="1592" y="12045"/>
                        <a:pt x="1705" y="12008"/>
                        <a:pt x="1781" y="11971"/>
                      </a:cubicBezTo>
                      <a:cubicBezTo>
                        <a:pt x="1857" y="11934"/>
                        <a:pt x="1895" y="11897"/>
                        <a:pt x="1971" y="11897"/>
                      </a:cubicBezTo>
                      <a:cubicBezTo>
                        <a:pt x="2008" y="11897"/>
                        <a:pt x="2046" y="11897"/>
                        <a:pt x="2046" y="11934"/>
                      </a:cubicBezTo>
                      <a:cubicBezTo>
                        <a:pt x="2160" y="11971"/>
                        <a:pt x="2349" y="12157"/>
                        <a:pt x="2425" y="12306"/>
                      </a:cubicBezTo>
                      <a:cubicBezTo>
                        <a:pt x="2425" y="12306"/>
                        <a:pt x="2425" y="12306"/>
                        <a:pt x="2425" y="12306"/>
                      </a:cubicBezTo>
                      <a:cubicBezTo>
                        <a:pt x="2425" y="12380"/>
                        <a:pt x="2463" y="12454"/>
                        <a:pt x="2615" y="12529"/>
                      </a:cubicBezTo>
                      <a:cubicBezTo>
                        <a:pt x="2615" y="12529"/>
                        <a:pt x="2653" y="12529"/>
                        <a:pt x="2653" y="12529"/>
                      </a:cubicBezTo>
                      <a:cubicBezTo>
                        <a:pt x="2728" y="12529"/>
                        <a:pt x="2766" y="12529"/>
                        <a:pt x="2804" y="12492"/>
                      </a:cubicBezTo>
                      <a:cubicBezTo>
                        <a:pt x="2842" y="12492"/>
                        <a:pt x="2880" y="12454"/>
                        <a:pt x="2918" y="12454"/>
                      </a:cubicBezTo>
                      <a:cubicBezTo>
                        <a:pt x="2956" y="12492"/>
                        <a:pt x="3032" y="12529"/>
                        <a:pt x="3107" y="12640"/>
                      </a:cubicBezTo>
                      <a:cubicBezTo>
                        <a:pt x="3145" y="12715"/>
                        <a:pt x="3221" y="12789"/>
                        <a:pt x="3297" y="12863"/>
                      </a:cubicBezTo>
                      <a:cubicBezTo>
                        <a:pt x="3373" y="12901"/>
                        <a:pt x="3448" y="12938"/>
                        <a:pt x="3524" y="12938"/>
                      </a:cubicBezTo>
                      <a:cubicBezTo>
                        <a:pt x="3714" y="12938"/>
                        <a:pt x="3827" y="12826"/>
                        <a:pt x="3941" y="12752"/>
                      </a:cubicBezTo>
                      <a:cubicBezTo>
                        <a:pt x="4055" y="12715"/>
                        <a:pt x="4093" y="12677"/>
                        <a:pt x="4168" y="12677"/>
                      </a:cubicBezTo>
                      <a:cubicBezTo>
                        <a:pt x="4206" y="12677"/>
                        <a:pt x="4282" y="12715"/>
                        <a:pt x="4358" y="12715"/>
                      </a:cubicBezTo>
                      <a:cubicBezTo>
                        <a:pt x="4396" y="12752"/>
                        <a:pt x="4472" y="12789"/>
                        <a:pt x="4585" y="12826"/>
                      </a:cubicBezTo>
                      <a:cubicBezTo>
                        <a:pt x="4813" y="12938"/>
                        <a:pt x="5154" y="13086"/>
                        <a:pt x="5381" y="13086"/>
                      </a:cubicBezTo>
                      <a:cubicBezTo>
                        <a:pt x="5608" y="13086"/>
                        <a:pt x="5684" y="12975"/>
                        <a:pt x="5760" y="12901"/>
                      </a:cubicBezTo>
                      <a:cubicBezTo>
                        <a:pt x="5798" y="12826"/>
                        <a:pt x="5836" y="12715"/>
                        <a:pt x="5836" y="12603"/>
                      </a:cubicBezTo>
                      <a:cubicBezTo>
                        <a:pt x="5874" y="12492"/>
                        <a:pt x="5874" y="12417"/>
                        <a:pt x="5949" y="12380"/>
                      </a:cubicBezTo>
                      <a:cubicBezTo>
                        <a:pt x="5987" y="12380"/>
                        <a:pt x="6025" y="12343"/>
                        <a:pt x="6063" y="12343"/>
                      </a:cubicBezTo>
                      <a:cubicBezTo>
                        <a:pt x="6101" y="12306"/>
                        <a:pt x="6177" y="12269"/>
                        <a:pt x="6253" y="12231"/>
                      </a:cubicBezTo>
                      <a:cubicBezTo>
                        <a:pt x="6291" y="12194"/>
                        <a:pt x="6291" y="12194"/>
                        <a:pt x="6291" y="12194"/>
                      </a:cubicBezTo>
                      <a:cubicBezTo>
                        <a:pt x="6366" y="12120"/>
                        <a:pt x="6442" y="12045"/>
                        <a:pt x="6518" y="11971"/>
                      </a:cubicBezTo>
                      <a:cubicBezTo>
                        <a:pt x="6556" y="11934"/>
                        <a:pt x="6556" y="11860"/>
                        <a:pt x="6594" y="11822"/>
                      </a:cubicBezTo>
                      <a:cubicBezTo>
                        <a:pt x="6707" y="11636"/>
                        <a:pt x="6783" y="11525"/>
                        <a:pt x="6897" y="11525"/>
                      </a:cubicBezTo>
                      <a:cubicBezTo>
                        <a:pt x="6935" y="11525"/>
                        <a:pt x="6973" y="11562"/>
                        <a:pt x="7048" y="11562"/>
                      </a:cubicBezTo>
                      <a:cubicBezTo>
                        <a:pt x="7086" y="11599"/>
                        <a:pt x="7124" y="11636"/>
                        <a:pt x="7162" y="11636"/>
                      </a:cubicBezTo>
                      <a:cubicBezTo>
                        <a:pt x="7314" y="11674"/>
                        <a:pt x="7465" y="11711"/>
                        <a:pt x="7617" y="11748"/>
                      </a:cubicBezTo>
                      <a:cubicBezTo>
                        <a:pt x="7655" y="11748"/>
                        <a:pt x="7655" y="11748"/>
                        <a:pt x="7655" y="11748"/>
                      </a:cubicBezTo>
                      <a:cubicBezTo>
                        <a:pt x="7731" y="11748"/>
                        <a:pt x="7806" y="11748"/>
                        <a:pt x="7882" y="11748"/>
                      </a:cubicBezTo>
                      <a:cubicBezTo>
                        <a:pt x="7920" y="11748"/>
                        <a:pt x="7958" y="11748"/>
                        <a:pt x="8034" y="11748"/>
                      </a:cubicBezTo>
                      <a:cubicBezTo>
                        <a:pt x="8072" y="11748"/>
                        <a:pt x="8109" y="11748"/>
                        <a:pt x="8147" y="11748"/>
                      </a:cubicBezTo>
                      <a:cubicBezTo>
                        <a:pt x="8185" y="11748"/>
                        <a:pt x="8261" y="11748"/>
                        <a:pt x="8299" y="11748"/>
                      </a:cubicBezTo>
                      <a:cubicBezTo>
                        <a:pt x="8451" y="11785"/>
                        <a:pt x="8488" y="11860"/>
                        <a:pt x="8602" y="12083"/>
                      </a:cubicBezTo>
                      <a:cubicBezTo>
                        <a:pt x="8602" y="12083"/>
                        <a:pt x="8602" y="12083"/>
                        <a:pt x="8602" y="12083"/>
                      </a:cubicBezTo>
                      <a:cubicBezTo>
                        <a:pt x="8602" y="12120"/>
                        <a:pt x="8602" y="12157"/>
                        <a:pt x="8602" y="12194"/>
                      </a:cubicBezTo>
                      <a:cubicBezTo>
                        <a:pt x="8640" y="12231"/>
                        <a:pt x="8640" y="12269"/>
                        <a:pt x="8640" y="12343"/>
                      </a:cubicBezTo>
                      <a:cubicBezTo>
                        <a:pt x="8678" y="12380"/>
                        <a:pt x="8716" y="12417"/>
                        <a:pt x="8754" y="12492"/>
                      </a:cubicBezTo>
                      <a:cubicBezTo>
                        <a:pt x="8754" y="12492"/>
                        <a:pt x="8792" y="12529"/>
                        <a:pt x="8792" y="12529"/>
                      </a:cubicBezTo>
                      <a:cubicBezTo>
                        <a:pt x="8905" y="12677"/>
                        <a:pt x="9019" y="12863"/>
                        <a:pt x="9208" y="12938"/>
                      </a:cubicBezTo>
                      <a:cubicBezTo>
                        <a:pt x="9284" y="12975"/>
                        <a:pt x="9360" y="12975"/>
                        <a:pt x="9474" y="12975"/>
                      </a:cubicBezTo>
                      <a:cubicBezTo>
                        <a:pt x="9549" y="12975"/>
                        <a:pt x="9625" y="12975"/>
                        <a:pt x="9739" y="12938"/>
                      </a:cubicBezTo>
                      <a:cubicBezTo>
                        <a:pt x="9777" y="12938"/>
                        <a:pt x="9777" y="12938"/>
                        <a:pt x="9815" y="12901"/>
                      </a:cubicBezTo>
                      <a:cubicBezTo>
                        <a:pt x="9891" y="12863"/>
                        <a:pt x="10004" y="12826"/>
                        <a:pt x="10042" y="12826"/>
                      </a:cubicBezTo>
                      <a:cubicBezTo>
                        <a:pt x="10042" y="12826"/>
                        <a:pt x="10080" y="12826"/>
                        <a:pt x="10080" y="12863"/>
                      </a:cubicBezTo>
                      <a:cubicBezTo>
                        <a:pt x="10080" y="12863"/>
                        <a:pt x="10080" y="12863"/>
                        <a:pt x="10080" y="12863"/>
                      </a:cubicBezTo>
                      <a:cubicBezTo>
                        <a:pt x="10042" y="12901"/>
                        <a:pt x="10042" y="12901"/>
                        <a:pt x="10042" y="12938"/>
                      </a:cubicBezTo>
                      <a:cubicBezTo>
                        <a:pt x="9966" y="13124"/>
                        <a:pt x="10004" y="13309"/>
                        <a:pt x="10080" y="13495"/>
                      </a:cubicBezTo>
                      <a:cubicBezTo>
                        <a:pt x="10118" y="13607"/>
                        <a:pt x="10232" y="13644"/>
                        <a:pt x="10307" y="13681"/>
                      </a:cubicBezTo>
                      <a:cubicBezTo>
                        <a:pt x="10383" y="13718"/>
                        <a:pt x="10421" y="13718"/>
                        <a:pt x="10421" y="13756"/>
                      </a:cubicBezTo>
                      <a:cubicBezTo>
                        <a:pt x="10421" y="13793"/>
                        <a:pt x="10421" y="13793"/>
                        <a:pt x="10383" y="13867"/>
                      </a:cubicBezTo>
                      <a:cubicBezTo>
                        <a:pt x="10307" y="13941"/>
                        <a:pt x="10232" y="14053"/>
                        <a:pt x="10307" y="14202"/>
                      </a:cubicBezTo>
                      <a:cubicBezTo>
                        <a:pt x="10345" y="14350"/>
                        <a:pt x="10497" y="14350"/>
                        <a:pt x="10573" y="14388"/>
                      </a:cubicBezTo>
                      <a:cubicBezTo>
                        <a:pt x="10611" y="14388"/>
                        <a:pt x="10686" y="14388"/>
                        <a:pt x="10686" y="14388"/>
                      </a:cubicBezTo>
                      <a:cubicBezTo>
                        <a:pt x="10686" y="14388"/>
                        <a:pt x="10686" y="14425"/>
                        <a:pt x="10686" y="14462"/>
                      </a:cubicBezTo>
                      <a:cubicBezTo>
                        <a:pt x="10686" y="14499"/>
                        <a:pt x="10648" y="14536"/>
                        <a:pt x="10648" y="14573"/>
                      </a:cubicBezTo>
                      <a:cubicBezTo>
                        <a:pt x="10686" y="14797"/>
                        <a:pt x="10800" y="14982"/>
                        <a:pt x="11065" y="15094"/>
                      </a:cubicBezTo>
                      <a:cubicBezTo>
                        <a:pt x="11444" y="15243"/>
                        <a:pt x="11823" y="15280"/>
                        <a:pt x="12202" y="15354"/>
                      </a:cubicBezTo>
                      <a:cubicBezTo>
                        <a:pt x="12316" y="15354"/>
                        <a:pt x="12316" y="15354"/>
                        <a:pt x="12316" y="15354"/>
                      </a:cubicBezTo>
                      <a:cubicBezTo>
                        <a:pt x="12316" y="15354"/>
                        <a:pt x="12354" y="15354"/>
                        <a:pt x="12392" y="15354"/>
                      </a:cubicBezTo>
                      <a:cubicBezTo>
                        <a:pt x="12543" y="15354"/>
                        <a:pt x="12695" y="15317"/>
                        <a:pt x="12846" y="15280"/>
                      </a:cubicBezTo>
                      <a:cubicBezTo>
                        <a:pt x="12960" y="15206"/>
                        <a:pt x="13074" y="15168"/>
                        <a:pt x="13187" y="15168"/>
                      </a:cubicBezTo>
                      <a:cubicBezTo>
                        <a:pt x="13225" y="15168"/>
                        <a:pt x="13225" y="15168"/>
                        <a:pt x="13263" y="15168"/>
                      </a:cubicBezTo>
                      <a:cubicBezTo>
                        <a:pt x="13453" y="15206"/>
                        <a:pt x="13680" y="15280"/>
                        <a:pt x="13869" y="15354"/>
                      </a:cubicBezTo>
                      <a:cubicBezTo>
                        <a:pt x="14097" y="15466"/>
                        <a:pt x="14324" y="15540"/>
                        <a:pt x="14589" y="15540"/>
                      </a:cubicBezTo>
                      <a:cubicBezTo>
                        <a:pt x="14589" y="15540"/>
                        <a:pt x="14627" y="15540"/>
                        <a:pt x="14665" y="15540"/>
                      </a:cubicBezTo>
                      <a:cubicBezTo>
                        <a:pt x="14703" y="15540"/>
                        <a:pt x="14741" y="15503"/>
                        <a:pt x="14779" y="15503"/>
                      </a:cubicBezTo>
                      <a:cubicBezTo>
                        <a:pt x="14817" y="15503"/>
                        <a:pt x="14817" y="15503"/>
                        <a:pt x="14817" y="15503"/>
                      </a:cubicBezTo>
                      <a:cubicBezTo>
                        <a:pt x="14817" y="15503"/>
                        <a:pt x="14817" y="15503"/>
                        <a:pt x="14855" y="15503"/>
                      </a:cubicBezTo>
                      <a:cubicBezTo>
                        <a:pt x="14855" y="15540"/>
                        <a:pt x="14893" y="15577"/>
                        <a:pt x="14893" y="15652"/>
                      </a:cubicBezTo>
                      <a:cubicBezTo>
                        <a:pt x="14893" y="15689"/>
                        <a:pt x="14893" y="15800"/>
                        <a:pt x="14931" y="15838"/>
                      </a:cubicBezTo>
                      <a:cubicBezTo>
                        <a:pt x="15006" y="15912"/>
                        <a:pt x="15120" y="16098"/>
                        <a:pt x="15272" y="16172"/>
                      </a:cubicBezTo>
                      <a:cubicBezTo>
                        <a:pt x="15347" y="16209"/>
                        <a:pt x="15385" y="16246"/>
                        <a:pt x="15461" y="16246"/>
                      </a:cubicBezTo>
                      <a:cubicBezTo>
                        <a:pt x="15537" y="16246"/>
                        <a:pt x="15575" y="16284"/>
                        <a:pt x="15613" y="16321"/>
                      </a:cubicBezTo>
                      <a:cubicBezTo>
                        <a:pt x="15688" y="16395"/>
                        <a:pt x="15764" y="16544"/>
                        <a:pt x="15726" y="16655"/>
                      </a:cubicBezTo>
                      <a:cubicBezTo>
                        <a:pt x="15726" y="16655"/>
                        <a:pt x="15726" y="16655"/>
                        <a:pt x="15726" y="16655"/>
                      </a:cubicBezTo>
                      <a:cubicBezTo>
                        <a:pt x="15688" y="16655"/>
                        <a:pt x="15575" y="16693"/>
                        <a:pt x="15537" y="16804"/>
                      </a:cubicBezTo>
                      <a:cubicBezTo>
                        <a:pt x="15499" y="16916"/>
                        <a:pt x="15575" y="16990"/>
                        <a:pt x="15651" y="17027"/>
                      </a:cubicBezTo>
                      <a:cubicBezTo>
                        <a:pt x="15651" y="17027"/>
                        <a:pt x="15651" y="17064"/>
                        <a:pt x="15651" y="17064"/>
                      </a:cubicBezTo>
                      <a:cubicBezTo>
                        <a:pt x="15651" y="17064"/>
                        <a:pt x="15688" y="17102"/>
                        <a:pt x="15688" y="17102"/>
                      </a:cubicBezTo>
                      <a:cubicBezTo>
                        <a:pt x="15688" y="17102"/>
                        <a:pt x="15688" y="17139"/>
                        <a:pt x="15688" y="17139"/>
                      </a:cubicBezTo>
                      <a:cubicBezTo>
                        <a:pt x="15688" y="17139"/>
                        <a:pt x="15688" y="17139"/>
                        <a:pt x="15688" y="17176"/>
                      </a:cubicBezTo>
                      <a:cubicBezTo>
                        <a:pt x="15688" y="17250"/>
                        <a:pt x="15688" y="17250"/>
                        <a:pt x="15651" y="17250"/>
                      </a:cubicBezTo>
                      <a:cubicBezTo>
                        <a:pt x="15613" y="17250"/>
                        <a:pt x="15499" y="17176"/>
                        <a:pt x="15423" y="17139"/>
                      </a:cubicBezTo>
                      <a:cubicBezTo>
                        <a:pt x="15309" y="17102"/>
                        <a:pt x="15196" y="17027"/>
                        <a:pt x="15082" y="17027"/>
                      </a:cubicBezTo>
                      <a:cubicBezTo>
                        <a:pt x="15006" y="17027"/>
                        <a:pt x="15006" y="17027"/>
                        <a:pt x="15006" y="17027"/>
                      </a:cubicBezTo>
                      <a:cubicBezTo>
                        <a:pt x="14931" y="17027"/>
                        <a:pt x="14893" y="17027"/>
                        <a:pt x="14893" y="16990"/>
                      </a:cubicBezTo>
                      <a:cubicBezTo>
                        <a:pt x="14855" y="16953"/>
                        <a:pt x="14817" y="16916"/>
                        <a:pt x="14817" y="16878"/>
                      </a:cubicBezTo>
                      <a:cubicBezTo>
                        <a:pt x="14779" y="16804"/>
                        <a:pt x="14703" y="16730"/>
                        <a:pt x="14627" y="16655"/>
                      </a:cubicBezTo>
                      <a:cubicBezTo>
                        <a:pt x="14589" y="16655"/>
                        <a:pt x="14589" y="16618"/>
                        <a:pt x="14552" y="16618"/>
                      </a:cubicBezTo>
                      <a:cubicBezTo>
                        <a:pt x="14514" y="16581"/>
                        <a:pt x="14514" y="16581"/>
                        <a:pt x="14514" y="16544"/>
                      </a:cubicBezTo>
                      <a:cubicBezTo>
                        <a:pt x="14476" y="16544"/>
                        <a:pt x="14476" y="16544"/>
                        <a:pt x="14476" y="16507"/>
                      </a:cubicBezTo>
                      <a:cubicBezTo>
                        <a:pt x="14476" y="16470"/>
                        <a:pt x="14476" y="16432"/>
                        <a:pt x="14438" y="16358"/>
                      </a:cubicBezTo>
                      <a:cubicBezTo>
                        <a:pt x="14400" y="16284"/>
                        <a:pt x="14286" y="16246"/>
                        <a:pt x="14173" y="16246"/>
                      </a:cubicBezTo>
                      <a:cubicBezTo>
                        <a:pt x="14059" y="16246"/>
                        <a:pt x="13907" y="16284"/>
                        <a:pt x="13832" y="16395"/>
                      </a:cubicBezTo>
                      <a:cubicBezTo>
                        <a:pt x="13794" y="16470"/>
                        <a:pt x="13794" y="16544"/>
                        <a:pt x="13794" y="16618"/>
                      </a:cubicBezTo>
                      <a:cubicBezTo>
                        <a:pt x="13832" y="16730"/>
                        <a:pt x="13945" y="16767"/>
                        <a:pt x="14021" y="16804"/>
                      </a:cubicBezTo>
                      <a:cubicBezTo>
                        <a:pt x="14059" y="16841"/>
                        <a:pt x="14097" y="16878"/>
                        <a:pt x="14097" y="16878"/>
                      </a:cubicBezTo>
                      <a:cubicBezTo>
                        <a:pt x="14211" y="16990"/>
                        <a:pt x="14400" y="17250"/>
                        <a:pt x="14248" y="17399"/>
                      </a:cubicBezTo>
                      <a:cubicBezTo>
                        <a:pt x="14248" y="17436"/>
                        <a:pt x="14211" y="17473"/>
                        <a:pt x="14173" y="17510"/>
                      </a:cubicBezTo>
                      <a:cubicBezTo>
                        <a:pt x="14059" y="17585"/>
                        <a:pt x="13945" y="17659"/>
                        <a:pt x="13945" y="17808"/>
                      </a:cubicBezTo>
                      <a:cubicBezTo>
                        <a:pt x="13907" y="17882"/>
                        <a:pt x="13945" y="17957"/>
                        <a:pt x="13945" y="18031"/>
                      </a:cubicBezTo>
                      <a:cubicBezTo>
                        <a:pt x="13945" y="18031"/>
                        <a:pt x="13983" y="18068"/>
                        <a:pt x="13983" y="18068"/>
                      </a:cubicBezTo>
                      <a:cubicBezTo>
                        <a:pt x="13983" y="18143"/>
                        <a:pt x="13983" y="18217"/>
                        <a:pt x="14021" y="18254"/>
                      </a:cubicBezTo>
                      <a:cubicBezTo>
                        <a:pt x="14021" y="18291"/>
                        <a:pt x="14021" y="18366"/>
                        <a:pt x="14021" y="18403"/>
                      </a:cubicBezTo>
                      <a:cubicBezTo>
                        <a:pt x="14059" y="18514"/>
                        <a:pt x="14059" y="18663"/>
                        <a:pt x="14059" y="18812"/>
                      </a:cubicBezTo>
                      <a:cubicBezTo>
                        <a:pt x="14059" y="18886"/>
                        <a:pt x="14059" y="18886"/>
                        <a:pt x="14059" y="18886"/>
                      </a:cubicBezTo>
                      <a:cubicBezTo>
                        <a:pt x="14097" y="19072"/>
                        <a:pt x="14021" y="19295"/>
                        <a:pt x="13907" y="19481"/>
                      </a:cubicBezTo>
                      <a:cubicBezTo>
                        <a:pt x="13869" y="19518"/>
                        <a:pt x="13832" y="19630"/>
                        <a:pt x="13794" y="19667"/>
                      </a:cubicBezTo>
                      <a:cubicBezTo>
                        <a:pt x="13718" y="19667"/>
                        <a:pt x="13680" y="19704"/>
                        <a:pt x="13642" y="19704"/>
                      </a:cubicBezTo>
                      <a:cubicBezTo>
                        <a:pt x="13528" y="19741"/>
                        <a:pt x="13415" y="19778"/>
                        <a:pt x="13301" y="19927"/>
                      </a:cubicBezTo>
                      <a:cubicBezTo>
                        <a:pt x="13225" y="20076"/>
                        <a:pt x="13074" y="20373"/>
                        <a:pt x="13225" y="20559"/>
                      </a:cubicBezTo>
                      <a:cubicBezTo>
                        <a:pt x="13301" y="20596"/>
                        <a:pt x="13339" y="20633"/>
                        <a:pt x="13415" y="20633"/>
                      </a:cubicBezTo>
                      <a:cubicBezTo>
                        <a:pt x="13491" y="20633"/>
                        <a:pt x="13566" y="20596"/>
                        <a:pt x="13642" y="20559"/>
                      </a:cubicBezTo>
                      <a:cubicBezTo>
                        <a:pt x="13680" y="20522"/>
                        <a:pt x="13756" y="20485"/>
                        <a:pt x="13756" y="20485"/>
                      </a:cubicBezTo>
                      <a:cubicBezTo>
                        <a:pt x="13756" y="20485"/>
                        <a:pt x="13756" y="20485"/>
                        <a:pt x="13756" y="20485"/>
                      </a:cubicBezTo>
                      <a:cubicBezTo>
                        <a:pt x="13756" y="20596"/>
                        <a:pt x="13491" y="20819"/>
                        <a:pt x="13415" y="20856"/>
                      </a:cubicBezTo>
                      <a:cubicBezTo>
                        <a:pt x="13377" y="20856"/>
                        <a:pt x="13339" y="20856"/>
                        <a:pt x="13301" y="20856"/>
                      </a:cubicBezTo>
                      <a:cubicBezTo>
                        <a:pt x="13225" y="20894"/>
                        <a:pt x="13112" y="20894"/>
                        <a:pt x="13036" y="20968"/>
                      </a:cubicBezTo>
                      <a:cubicBezTo>
                        <a:pt x="12884" y="21080"/>
                        <a:pt x="12808" y="21303"/>
                        <a:pt x="12884" y="21451"/>
                      </a:cubicBezTo>
                      <a:cubicBezTo>
                        <a:pt x="12922" y="21563"/>
                        <a:pt x="12998" y="21600"/>
                        <a:pt x="13149" y="21600"/>
                      </a:cubicBezTo>
                      <a:cubicBezTo>
                        <a:pt x="13187" y="21600"/>
                        <a:pt x="13225" y="21600"/>
                        <a:pt x="13263" y="21600"/>
                      </a:cubicBezTo>
                      <a:cubicBezTo>
                        <a:pt x="13528" y="21526"/>
                        <a:pt x="13869" y="21340"/>
                        <a:pt x="14135" y="21117"/>
                      </a:cubicBezTo>
                      <a:cubicBezTo>
                        <a:pt x="14173" y="21042"/>
                        <a:pt x="14248" y="20968"/>
                        <a:pt x="14324" y="20931"/>
                      </a:cubicBezTo>
                      <a:cubicBezTo>
                        <a:pt x="14438" y="20819"/>
                        <a:pt x="14514" y="20708"/>
                        <a:pt x="14627" y="20633"/>
                      </a:cubicBezTo>
                      <a:cubicBezTo>
                        <a:pt x="14665" y="20559"/>
                        <a:pt x="14741" y="20522"/>
                        <a:pt x="14779" y="20448"/>
                      </a:cubicBezTo>
                      <a:cubicBezTo>
                        <a:pt x="14893" y="20336"/>
                        <a:pt x="14968" y="20262"/>
                        <a:pt x="15120" y="20224"/>
                      </a:cubicBezTo>
                      <a:cubicBezTo>
                        <a:pt x="15120" y="20187"/>
                        <a:pt x="15158" y="20187"/>
                        <a:pt x="15196" y="20187"/>
                      </a:cubicBezTo>
                      <a:cubicBezTo>
                        <a:pt x="15234" y="20187"/>
                        <a:pt x="15272" y="20224"/>
                        <a:pt x="15347" y="20262"/>
                      </a:cubicBezTo>
                      <a:cubicBezTo>
                        <a:pt x="15385" y="20299"/>
                        <a:pt x="15423" y="20336"/>
                        <a:pt x="15499" y="20336"/>
                      </a:cubicBezTo>
                      <a:cubicBezTo>
                        <a:pt x="15537" y="20373"/>
                        <a:pt x="15575" y="20373"/>
                        <a:pt x="15613" y="20373"/>
                      </a:cubicBezTo>
                      <a:cubicBezTo>
                        <a:pt x="15764" y="20373"/>
                        <a:pt x="15878" y="20262"/>
                        <a:pt x="15954" y="20187"/>
                      </a:cubicBezTo>
                      <a:cubicBezTo>
                        <a:pt x="15992" y="20150"/>
                        <a:pt x="16029" y="20113"/>
                        <a:pt x="16029" y="20113"/>
                      </a:cubicBezTo>
                      <a:cubicBezTo>
                        <a:pt x="16105" y="20039"/>
                        <a:pt x="16219" y="20001"/>
                        <a:pt x="16333" y="20001"/>
                      </a:cubicBezTo>
                      <a:cubicBezTo>
                        <a:pt x="16408" y="19964"/>
                        <a:pt x="16522" y="19927"/>
                        <a:pt x="16636" y="19890"/>
                      </a:cubicBezTo>
                      <a:cubicBezTo>
                        <a:pt x="16674" y="19853"/>
                        <a:pt x="16749" y="19815"/>
                        <a:pt x="16825" y="19815"/>
                      </a:cubicBezTo>
                      <a:cubicBezTo>
                        <a:pt x="16977" y="19741"/>
                        <a:pt x="17166" y="19704"/>
                        <a:pt x="17280" y="19555"/>
                      </a:cubicBezTo>
                      <a:cubicBezTo>
                        <a:pt x="17318" y="19481"/>
                        <a:pt x="17356" y="19444"/>
                        <a:pt x="17356" y="19407"/>
                      </a:cubicBezTo>
                      <a:cubicBezTo>
                        <a:pt x="17356" y="19407"/>
                        <a:pt x="17356" y="19369"/>
                        <a:pt x="17356" y="19369"/>
                      </a:cubicBezTo>
                      <a:cubicBezTo>
                        <a:pt x="17356" y="19258"/>
                        <a:pt x="17394" y="19146"/>
                        <a:pt x="17318" y="19035"/>
                      </a:cubicBezTo>
                      <a:cubicBezTo>
                        <a:pt x="17280" y="18998"/>
                        <a:pt x="17204" y="18960"/>
                        <a:pt x="17128" y="18960"/>
                      </a:cubicBezTo>
                      <a:cubicBezTo>
                        <a:pt x="17053" y="18960"/>
                        <a:pt x="16977" y="18960"/>
                        <a:pt x="16901" y="18998"/>
                      </a:cubicBezTo>
                      <a:cubicBezTo>
                        <a:pt x="16825" y="18998"/>
                        <a:pt x="16749" y="18998"/>
                        <a:pt x="16674" y="18998"/>
                      </a:cubicBezTo>
                      <a:cubicBezTo>
                        <a:pt x="16598" y="18998"/>
                        <a:pt x="16560" y="18998"/>
                        <a:pt x="16560" y="18960"/>
                      </a:cubicBezTo>
                      <a:cubicBezTo>
                        <a:pt x="16484" y="18886"/>
                        <a:pt x="16560" y="18812"/>
                        <a:pt x="16712" y="18663"/>
                      </a:cubicBezTo>
                      <a:cubicBezTo>
                        <a:pt x="16749" y="18626"/>
                        <a:pt x="16749" y="18589"/>
                        <a:pt x="16787" y="18589"/>
                      </a:cubicBezTo>
                      <a:cubicBezTo>
                        <a:pt x="17053" y="18291"/>
                        <a:pt x="17242" y="18143"/>
                        <a:pt x="17583" y="18031"/>
                      </a:cubicBezTo>
                      <a:cubicBezTo>
                        <a:pt x="17659" y="17994"/>
                        <a:pt x="17773" y="17919"/>
                        <a:pt x="17886" y="17882"/>
                      </a:cubicBezTo>
                      <a:cubicBezTo>
                        <a:pt x="18038" y="17771"/>
                        <a:pt x="18227" y="17659"/>
                        <a:pt x="18379" y="17659"/>
                      </a:cubicBezTo>
                      <a:cubicBezTo>
                        <a:pt x="18455" y="17659"/>
                        <a:pt x="18568" y="17696"/>
                        <a:pt x="18644" y="17734"/>
                      </a:cubicBezTo>
                      <a:cubicBezTo>
                        <a:pt x="18758" y="17808"/>
                        <a:pt x="18909" y="17845"/>
                        <a:pt x="19023" y="17845"/>
                      </a:cubicBezTo>
                      <a:cubicBezTo>
                        <a:pt x="19137" y="17845"/>
                        <a:pt x="19213" y="17808"/>
                        <a:pt x="19288" y="17734"/>
                      </a:cubicBezTo>
                      <a:cubicBezTo>
                        <a:pt x="19440" y="17659"/>
                        <a:pt x="19440" y="17548"/>
                        <a:pt x="19440" y="17436"/>
                      </a:cubicBezTo>
                      <a:cubicBezTo>
                        <a:pt x="19478" y="17399"/>
                        <a:pt x="19478" y="17325"/>
                        <a:pt x="19516" y="17287"/>
                      </a:cubicBezTo>
                      <a:cubicBezTo>
                        <a:pt x="19554" y="17213"/>
                        <a:pt x="19667" y="17139"/>
                        <a:pt x="19743" y="17102"/>
                      </a:cubicBezTo>
                      <a:cubicBezTo>
                        <a:pt x="19857" y="17027"/>
                        <a:pt x="19971" y="16953"/>
                        <a:pt x="20046" y="16878"/>
                      </a:cubicBezTo>
                      <a:cubicBezTo>
                        <a:pt x="20122" y="16767"/>
                        <a:pt x="20236" y="16655"/>
                        <a:pt x="20312" y="16544"/>
                      </a:cubicBezTo>
                      <a:cubicBezTo>
                        <a:pt x="20349" y="16470"/>
                        <a:pt x="20425" y="16395"/>
                        <a:pt x="20463" y="16321"/>
                      </a:cubicBezTo>
                      <a:cubicBezTo>
                        <a:pt x="20766" y="15949"/>
                        <a:pt x="21069" y="15614"/>
                        <a:pt x="21486" y="15503"/>
                      </a:cubicBezTo>
                      <a:cubicBezTo>
                        <a:pt x="21600" y="15466"/>
                        <a:pt x="21600" y="15466"/>
                        <a:pt x="21600" y="15466"/>
                      </a:cubicBezTo>
                      <a:lnTo>
                        <a:pt x="21562" y="15354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</p:grpSp>
        </p:grpSp>
        <p:grpSp>
          <p:nvGrpSpPr>
            <p:cNvPr id="716" name="Group 715">
              <a:extLst>
                <a:ext uri="{FF2B5EF4-FFF2-40B4-BE49-F238E27FC236}">
                  <a16:creationId xmlns:a16="http://schemas.microsoft.com/office/drawing/2014/main" id="{0E6BB0CA-E0C1-4DF6-A9F5-4CC9430B477F}"/>
                </a:ext>
              </a:extLst>
            </p:cNvPr>
            <p:cNvGrpSpPr/>
            <p:nvPr/>
          </p:nvGrpSpPr>
          <p:grpSpPr>
            <a:xfrm>
              <a:off x="3021944" y="3147977"/>
              <a:ext cx="1500250" cy="1651333"/>
              <a:chOff x="2869484" y="3147977"/>
              <a:chExt cx="1500250" cy="1651333"/>
            </a:xfrm>
            <a:grpFill/>
          </p:grpSpPr>
          <p:grpSp>
            <p:nvGrpSpPr>
              <p:cNvPr id="607" name="Group">
                <a:extLst>
                  <a:ext uri="{FF2B5EF4-FFF2-40B4-BE49-F238E27FC236}">
                    <a16:creationId xmlns:a16="http://schemas.microsoft.com/office/drawing/2014/main" id="{7705A219-85F6-4B4D-B144-21B59D0FC97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869484" y="3147977"/>
                <a:ext cx="1500250" cy="1097280"/>
                <a:chOff x="0" y="0"/>
                <a:chExt cx="9497576" cy="6946508"/>
              </a:xfrm>
              <a:grpFill/>
            </p:grpSpPr>
            <p:sp>
              <p:nvSpPr>
                <p:cNvPr id="608" name="Shape">
                  <a:extLst>
                    <a:ext uri="{FF2B5EF4-FFF2-40B4-BE49-F238E27FC236}">
                      <a16:creationId xmlns:a16="http://schemas.microsoft.com/office/drawing/2014/main" id="{6A74533D-01AC-4772-96E9-26FA7403E3D6}"/>
                    </a:ext>
                  </a:extLst>
                </p:cNvPr>
                <p:cNvSpPr/>
                <p:nvPr/>
              </p:nvSpPr>
              <p:spPr>
                <a:xfrm>
                  <a:off x="4176068" y="3371537"/>
                  <a:ext cx="353700" cy="1768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75" h="20968" extrusionOk="0">
                      <a:moveTo>
                        <a:pt x="8613" y="115"/>
                      </a:moveTo>
                      <a:cubicBezTo>
                        <a:pt x="9444" y="1315"/>
                        <a:pt x="9444" y="1315"/>
                        <a:pt x="9444" y="1315"/>
                      </a:cubicBezTo>
                      <a:cubicBezTo>
                        <a:pt x="10067" y="1715"/>
                        <a:pt x="10067" y="1715"/>
                        <a:pt x="10067" y="1715"/>
                      </a:cubicBezTo>
                      <a:cubicBezTo>
                        <a:pt x="11313" y="2915"/>
                        <a:pt x="11313" y="2915"/>
                        <a:pt x="11313" y="2915"/>
                      </a:cubicBezTo>
                      <a:cubicBezTo>
                        <a:pt x="13806" y="3315"/>
                        <a:pt x="13806" y="3315"/>
                        <a:pt x="13806" y="3315"/>
                      </a:cubicBezTo>
                      <a:cubicBezTo>
                        <a:pt x="14221" y="2515"/>
                        <a:pt x="14221" y="2515"/>
                        <a:pt x="14221" y="2515"/>
                      </a:cubicBezTo>
                      <a:cubicBezTo>
                        <a:pt x="15052" y="2115"/>
                        <a:pt x="15052" y="2115"/>
                        <a:pt x="15052" y="2115"/>
                      </a:cubicBezTo>
                      <a:cubicBezTo>
                        <a:pt x="16506" y="1315"/>
                        <a:pt x="16506" y="1315"/>
                        <a:pt x="16506" y="1315"/>
                      </a:cubicBezTo>
                      <a:cubicBezTo>
                        <a:pt x="17129" y="2915"/>
                        <a:pt x="17129" y="2915"/>
                        <a:pt x="17129" y="2915"/>
                      </a:cubicBezTo>
                      <a:cubicBezTo>
                        <a:pt x="17544" y="2915"/>
                        <a:pt x="17544" y="2915"/>
                        <a:pt x="17544" y="2915"/>
                      </a:cubicBezTo>
                      <a:cubicBezTo>
                        <a:pt x="17544" y="2915"/>
                        <a:pt x="17960" y="3715"/>
                        <a:pt x="18375" y="4515"/>
                      </a:cubicBezTo>
                      <a:cubicBezTo>
                        <a:pt x="18583" y="5315"/>
                        <a:pt x="18998" y="5715"/>
                        <a:pt x="18998" y="5715"/>
                      </a:cubicBezTo>
                      <a:cubicBezTo>
                        <a:pt x="18583" y="8515"/>
                        <a:pt x="18583" y="8515"/>
                        <a:pt x="18583" y="8515"/>
                      </a:cubicBezTo>
                      <a:cubicBezTo>
                        <a:pt x="18583" y="9715"/>
                        <a:pt x="18583" y="9715"/>
                        <a:pt x="18583" y="9715"/>
                      </a:cubicBezTo>
                      <a:cubicBezTo>
                        <a:pt x="18583" y="13715"/>
                        <a:pt x="18583" y="13715"/>
                        <a:pt x="18583" y="13715"/>
                      </a:cubicBezTo>
                      <a:cubicBezTo>
                        <a:pt x="19206" y="15315"/>
                        <a:pt x="19206" y="15315"/>
                        <a:pt x="19206" y="15315"/>
                      </a:cubicBezTo>
                      <a:cubicBezTo>
                        <a:pt x="19206" y="15715"/>
                        <a:pt x="19206" y="15715"/>
                        <a:pt x="19206" y="15715"/>
                      </a:cubicBezTo>
                      <a:cubicBezTo>
                        <a:pt x="20037" y="15315"/>
                        <a:pt x="20037" y="15315"/>
                        <a:pt x="20037" y="15315"/>
                      </a:cubicBezTo>
                      <a:cubicBezTo>
                        <a:pt x="20037" y="15315"/>
                        <a:pt x="20244" y="15315"/>
                        <a:pt x="20244" y="14915"/>
                      </a:cubicBezTo>
                      <a:cubicBezTo>
                        <a:pt x="20244" y="15315"/>
                        <a:pt x="20037" y="15315"/>
                        <a:pt x="20037" y="15315"/>
                      </a:cubicBezTo>
                      <a:cubicBezTo>
                        <a:pt x="18167" y="16115"/>
                        <a:pt x="18167" y="16115"/>
                        <a:pt x="18167" y="16115"/>
                      </a:cubicBezTo>
                      <a:cubicBezTo>
                        <a:pt x="16506" y="18115"/>
                        <a:pt x="16506" y="18115"/>
                        <a:pt x="16506" y="18115"/>
                      </a:cubicBezTo>
                      <a:cubicBezTo>
                        <a:pt x="16506" y="18115"/>
                        <a:pt x="12560" y="18915"/>
                        <a:pt x="12144" y="18915"/>
                      </a:cubicBezTo>
                      <a:cubicBezTo>
                        <a:pt x="11937" y="18915"/>
                        <a:pt x="9444" y="19315"/>
                        <a:pt x="9029" y="19315"/>
                      </a:cubicBezTo>
                      <a:cubicBezTo>
                        <a:pt x="8821" y="19715"/>
                        <a:pt x="7575" y="20115"/>
                        <a:pt x="7160" y="20115"/>
                      </a:cubicBezTo>
                      <a:cubicBezTo>
                        <a:pt x="6744" y="20115"/>
                        <a:pt x="4875" y="20515"/>
                        <a:pt x="4460" y="20515"/>
                      </a:cubicBezTo>
                      <a:cubicBezTo>
                        <a:pt x="4044" y="20515"/>
                        <a:pt x="3006" y="20515"/>
                        <a:pt x="3006" y="20515"/>
                      </a:cubicBezTo>
                      <a:cubicBezTo>
                        <a:pt x="3006" y="20515"/>
                        <a:pt x="929" y="20915"/>
                        <a:pt x="306" y="20915"/>
                      </a:cubicBezTo>
                      <a:cubicBezTo>
                        <a:pt x="-317" y="21315"/>
                        <a:pt x="513" y="19315"/>
                        <a:pt x="513" y="19315"/>
                      </a:cubicBezTo>
                      <a:cubicBezTo>
                        <a:pt x="513" y="19315"/>
                        <a:pt x="3006" y="15315"/>
                        <a:pt x="2175" y="15715"/>
                      </a:cubicBezTo>
                      <a:cubicBezTo>
                        <a:pt x="1137" y="14915"/>
                        <a:pt x="1137" y="14915"/>
                        <a:pt x="1137" y="14915"/>
                      </a:cubicBezTo>
                      <a:cubicBezTo>
                        <a:pt x="306" y="13715"/>
                        <a:pt x="306" y="13715"/>
                        <a:pt x="306" y="13715"/>
                      </a:cubicBezTo>
                      <a:cubicBezTo>
                        <a:pt x="-525" y="10115"/>
                        <a:pt x="513" y="8515"/>
                        <a:pt x="1344" y="8515"/>
                      </a:cubicBezTo>
                      <a:cubicBezTo>
                        <a:pt x="1967" y="8515"/>
                        <a:pt x="3629" y="9715"/>
                        <a:pt x="4667" y="9715"/>
                      </a:cubicBezTo>
                      <a:cubicBezTo>
                        <a:pt x="8406" y="9715"/>
                        <a:pt x="7575" y="7315"/>
                        <a:pt x="7367" y="2915"/>
                      </a:cubicBezTo>
                      <a:cubicBezTo>
                        <a:pt x="7367" y="1715"/>
                        <a:pt x="7575" y="515"/>
                        <a:pt x="7783" y="115"/>
                      </a:cubicBezTo>
                      <a:cubicBezTo>
                        <a:pt x="7990" y="-285"/>
                        <a:pt x="8406" y="515"/>
                        <a:pt x="8613" y="115"/>
                      </a:cubicBezTo>
                      <a:close/>
                      <a:moveTo>
                        <a:pt x="20660" y="14515"/>
                      </a:moveTo>
                      <a:cubicBezTo>
                        <a:pt x="20660" y="14515"/>
                        <a:pt x="20660" y="14515"/>
                        <a:pt x="20660" y="14515"/>
                      </a:cubicBezTo>
                      <a:cubicBezTo>
                        <a:pt x="20660" y="14515"/>
                        <a:pt x="20660" y="14515"/>
                        <a:pt x="20660" y="14515"/>
                      </a:cubicBezTo>
                      <a:cubicBezTo>
                        <a:pt x="20660" y="14915"/>
                        <a:pt x="20660" y="14915"/>
                        <a:pt x="20660" y="14915"/>
                      </a:cubicBezTo>
                      <a:cubicBezTo>
                        <a:pt x="20660" y="14515"/>
                        <a:pt x="20660" y="14515"/>
                        <a:pt x="20660" y="14515"/>
                      </a:cubicBezTo>
                      <a:cubicBezTo>
                        <a:pt x="20660" y="14515"/>
                        <a:pt x="20660" y="14515"/>
                        <a:pt x="20660" y="14515"/>
                      </a:cubicBezTo>
                      <a:close/>
                      <a:moveTo>
                        <a:pt x="20660" y="14915"/>
                      </a:moveTo>
                      <a:cubicBezTo>
                        <a:pt x="20660" y="14915"/>
                        <a:pt x="20660" y="14915"/>
                        <a:pt x="20660" y="14915"/>
                      </a:cubicBezTo>
                      <a:cubicBezTo>
                        <a:pt x="20867" y="15315"/>
                        <a:pt x="21075" y="16115"/>
                        <a:pt x="21075" y="16515"/>
                      </a:cubicBezTo>
                      <a:cubicBezTo>
                        <a:pt x="21075" y="16515"/>
                        <a:pt x="21075" y="16515"/>
                        <a:pt x="21075" y="16515"/>
                      </a:cubicBezTo>
                      <a:cubicBezTo>
                        <a:pt x="21075" y="16115"/>
                        <a:pt x="20867" y="15315"/>
                        <a:pt x="20660" y="1491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09" name="Shape">
                  <a:extLst>
                    <a:ext uri="{FF2B5EF4-FFF2-40B4-BE49-F238E27FC236}">
                      <a16:creationId xmlns:a16="http://schemas.microsoft.com/office/drawing/2014/main" id="{B5947554-95EC-4769-A0FA-BAA56882D393}"/>
                    </a:ext>
                  </a:extLst>
                </p:cNvPr>
                <p:cNvSpPr/>
                <p:nvPr/>
              </p:nvSpPr>
              <p:spPr>
                <a:xfrm>
                  <a:off x="4539420" y="5538489"/>
                  <a:ext cx="258878" cy="25923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57" h="21247" extrusionOk="0">
                      <a:moveTo>
                        <a:pt x="20205" y="13093"/>
                      </a:moveTo>
                      <a:cubicBezTo>
                        <a:pt x="19917" y="13370"/>
                        <a:pt x="19917" y="13370"/>
                        <a:pt x="19917" y="13370"/>
                      </a:cubicBezTo>
                      <a:cubicBezTo>
                        <a:pt x="18765" y="13924"/>
                        <a:pt x="17325" y="13370"/>
                        <a:pt x="17037" y="15309"/>
                      </a:cubicBezTo>
                      <a:cubicBezTo>
                        <a:pt x="17037" y="18632"/>
                        <a:pt x="15885" y="15309"/>
                        <a:pt x="14733" y="15309"/>
                      </a:cubicBezTo>
                      <a:cubicBezTo>
                        <a:pt x="13869" y="15309"/>
                        <a:pt x="13869" y="15863"/>
                        <a:pt x="13293" y="16416"/>
                      </a:cubicBezTo>
                      <a:cubicBezTo>
                        <a:pt x="12429" y="16970"/>
                        <a:pt x="11565" y="17247"/>
                        <a:pt x="11277" y="17801"/>
                      </a:cubicBezTo>
                      <a:cubicBezTo>
                        <a:pt x="11277" y="18355"/>
                        <a:pt x="10989" y="18909"/>
                        <a:pt x="10989" y="19463"/>
                      </a:cubicBezTo>
                      <a:cubicBezTo>
                        <a:pt x="11277" y="20293"/>
                        <a:pt x="11277" y="21124"/>
                        <a:pt x="10701" y="21124"/>
                      </a:cubicBezTo>
                      <a:cubicBezTo>
                        <a:pt x="10413" y="21124"/>
                        <a:pt x="9549" y="21401"/>
                        <a:pt x="8973" y="21124"/>
                      </a:cubicBezTo>
                      <a:cubicBezTo>
                        <a:pt x="8973" y="20847"/>
                        <a:pt x="8973" y="20847"/>
                        <a:pt x="8973" y="20847"/>
                      </a:cubicBezTo>
                      <a:cubicBezTo>
                        <a:pt x="9261" y="20016"/>
                        <a:pt x="9261" y="20016"/>
                        <a:pt x="9261" y="20016"/>
                      </a:cubicBezTo>
                      <a:cubicBezTo>
                        <a:pt x="8685" y="19186"/>
                        <a:pt x="8685" y="19186"/>
                        <a:pt x="8685" y="19186"/>
                      </a:cubicBezTo>
                      <a:cubicBezTo>
                        <a:pt x="8685" y="19186"/>
                        <a:pt x="8685" y="19186"/>
                        <a:pt x="8685" y="18909"/>
                      </a:cubicBezTo>
                      <a:cubicBezTo>
                        <a:pt x="8397" y="18632"/>
                        <a:pt x="8397" y="18078"/>
                        <a:pt x="8397" y="18078"/>
                      </a:cubicBezTo>
                      <a:cubicBezTo>
                        <a:pt x="8109" y="17247"/>
                        <a:pt x="8109" y="17247"/>
                        <a:pt x="8109" y="17247"/>
                      </a:cubicBezTo>
                      <a:cubicBezTo>
                        <a:pt x="8109" y="17247"/>
                        <a:pt x="7533" y="16693"/>
                        <a:pt x="7245" y="16416"/>
                      </a:cubicBezTo>
                      <a:cubicBezTo>
                        <a:pt x="7245" y="16416"/>
                        <a:pt x="7245" y="16139"/>
                        <a:pt x="6669" y="15863"/>
                      </a:cubicBezTo>
                      <a:cubicBezTo>
                        <a:pt x="6381" y="15863"/>
                        <a:pt x="5805" y="15586"/>
                        <a:pt x="5805" y="15586"/>
                      </a:cubicBezTo>
                      <a:cubicBezTo>
                        <a:pt x="5517" y="15586"/>
                        <a:pt x="5517" y="15586"/>
                        <a:pt x="5517" y="15586"/>
                      </a:cubicBezTo>
                      <a:cubicBezTo>
                        <a:pt x="5517" y="15586"/>
                        <a:pt x="5229" y="15586"/>
                        <a:pt x="5229" y="15586"/>
                      </a:cubicBezTo>
                      <a:cubicBezTo>
                        <a:pt x="4653" y="15032"/>
                        <a:pt x="4653" y="15032"/>
                        <a:pt x="4653" y="15032"/>
                      </a:cubicBezTo>
                      <a:cubicBezTo>
                        <a:pt x="4077" y="15032"/>
                        <a:pt x="4077" y="15032"/>
                        <a:pt x="4077" y="15032"/>
                      </a:cubicBezTo>
                      <a:cubicBezTo>
                        <a:pt x="3789" y="14201"/>
                        <a:pt x="3789" y="14201"/>
                        <a:pt x="3789" y="14201"/>
                      </a:cubicBezTo>
                      <a:cubicBezTo>
                        <a:pt x="3501" y="13370"/>
                        <a:pt x="3501" y="13370"/>
                        <a:pt x="3501" y="13370"/>
                      </a:cubicBezTo>
                      <a:cubicBezTo>
                        <a:pt x="2925" y="12816"/>
                        <a:pt x="2925" y="12816"/>
                        <a:pt x="2925" y="12816"/>
                      </a:cubicBezTo>
                      <a:cubicBezTo>
                        <a:pt x="2349" y="12539"/>
                        <a:pt x="2349" y="12539"/>
                        <a:pt x="2349" y="12539"/>
                      </a:cubicBezTo>
                      <a:cubicBezTo>
                        <a:pt x="2061" y="12263"/>
                        <a:pt x="2061" y="12263"/>
                        <a:pt x="2061" y="12263"/>
                      </a:cubicBezTo>
                      <a:cubicBezTo>
                        <a:pt x="1485" y="11986"/>
                        <a:pt x="1485" y="11986"/>
                        <a:pt x="1485" y="11986"/>
                      </a:cubicBezTo>
                      <a:cubicBezTo>
                        <a:pt x="1197" y="11432"/>
                        <a:pt x="1773" y="10878"/>
                        <a:pt x="1485" y="10324"/>
                      </a:cubicBezTo>
                      <a:cubicBezTo>
                        <a:pt x="909" y="9770"/>
                        <a:pt x="-243" y="9216"/>
                        <a:pt x="45" y="9216"/>
                      </a:cubicBezTo>
                      <a:cubicBezTo>
                        <a:pt x="333" y="8663"/>
                        <a:pt x="1485" y="8939"/>
                        <a:pt x="2061" y="8663"/>
                      </a:cubicBezTo>
                      <a:cubicBezTo>
                        <a:pt x="2349" y="8663"/>
                        <a:pt x="2349" y="8109"/>
                        <a:pt x="2637" y="7832"/>
                      </a:cubicBezTo>
                      <a:cubicBezTo>
                        <a:pt x="2925" y="7832"/>
                        <a:pt x="3501" y="8109"/>
                        <a:pt x="3501" y="7555"/>
                      </a:cubicBezTo>
                      <a:cubicBezTo>
                        <a:pt x="3501" y="7001"/>
                        <a:pt x="4077" y="7001"/>
                        <a:pt x="4365" y="7278"/>
                      </a:cubicBezTo>
                      <a:cubicBezTo>
                        <a:pt x="4365" y="7278"/>
                        <a:pt x="4653" y="7278"/>
                        <a:pt x="5229" y="6724"/>
                      </a:cubicBezTo>
                      <a:cubicBezTo>
                        <a:pt x="6093" y="6447"/>
                        <a:pt x="5517" y="6447"/>
                        <a:pt x="5517" y="6447"/>
                      </a:cubicBezTo>
                      <a:cubicBezTo>
                        <a:pt x="5229" y="5616"/>
                        <a:pt x="5229" y="5616"/>
                        <a:pt x="5229" y="5616"/>
                      </a:cubicBezTo>
                      <a:cubicBezTo>
                        <a:pt x="6957" y="3955"/>
                        <a:pt x="6957" y="3955"/>
                        <a:pt x="6957" y="3955"/>
                      </a:cubicBezTo>
                      <a:cubicBezTo>
                        <a:pt x="7245" y="2570"/>
                        <a:pt x="7245" y="2570"/>
                        <a:pt x="7245" y="2570"/>
                      </a:cubicBezTo>
                      <a:cubicBezTo>
                        <a:pt x="7245" y="2570"/>
                        <a:pt x="6957" y="2293"/>
                        <a:pt x="6669" y="2016"/>
                      </a:cubicBezTo>
                      <a:cubicBezTo>
                        <a:pt x="6093" y="1463"/>
                        <a:pt x="6381" y="1463"/>
                        <a:pt x="6381" y="1186"/>
                      </a:cubicBezTo>
                      <a:cubicBezTo>
                        <a:pt x="6669" y="909"/>
                        <a:pt x="6957" y="909"/>
                        <a:pt x="6957" y="909"/>
                      </a:cubicBezTo>
                      <a:cubicBezTo>
                        <a:pt x="7245" y="632"/>
                        <a:pt x="7821" y="632"/>
                        <a:pt x="8397" y="78"/>
                      </a:cubicBezTo>
                      <a:cubicBezTo>
                        <a:pt x="8973" y="-199"/>
                        <a:pt x="8973" y="355"/>
                        <a:pt x="8973" y="355"/>
                      </a:cubicBezTo>
                      <a:cubicBezTo>
                        <a:pt x="8973" y="355"/>
                        <a:pt x="9261" y="1186"/>
                        <a:pt x="10125" y="1463"/>
                      </a:cubicBezTo>
                      <a:cubicBezTo>
                        <a:pt x="10701" y="1739"/>
                        <a:pt x="10989" y="1739"/>
                        <a:pt x="10989" y="1739"/>
                      </a:cubicBezTo>
                      <a:cubicBezTo>
                        <a:pt x="11853" y="1739"/>
                        <a:pt x="11853" y="1739"/>
                        <a:pt x="11853" y="1739"/>
                      </a:cubicBezTo>
                      <a:cubicBezTo>
                        <a:pt x="13293" y="2847"/>
                        <a:pt x="13293" y="2847"/>
                        <a:pt x="13293" y="2847"/>
                      </a:cubicBezTo>
                      <a:cubicBezTo>
                        <a:pt x="13293" y="2847"/>
                        <a:pt x="13293" y="2847"/>
                        <a:pt x="13581" y="3124"/>
                      </a:cubicBezTo>
                      <a:cubicBezTo>
                        <a:pt x="13869" y="3401"/>
                        <a:pt x="14157" y="4509"/>
                        <a:pt x="14157" y="4509"/>
                      </a:cubicBezTo>
                      <a:cubicBezTo>
                        <a:pt x="16461" y="5063"/>
                        <a:pt x="16461" y="5063"/>
                        <a:pt x="16461" y="5063"/>
                      </a:cubicBezTo>
                      <a:cubicBezTo>
                        <a:pt x="16749" y="6170"/>
                        <a:pt x="16749" y="6170"/>
                        <a:pt x="16749" y="6170"/>
                      </a:cubicBezTo>
                      <a:cubicBezTo>
                        <a:pt x="16749" y="6170"/>
                        <a:pt x="17901" y="6170"/>
                        <a:pt x="18477" y="6447"/>
                      </a:cubicBezTo>
                      <a:cubicBezTo>
                        <a:pt x="19053" y="6447"/>
                        <a:pt x="19053" y="7001"/>
                        <a:pt x="19053" y="7001"/>
                      </a:cubicBezTo>
                      <a:cubicBezTo>
                        <a:pt x="19917" y="6724"/>
                        <a:pt x="19917" y="6724"/>
                        <a:pt x="19917" y="6724"/>
                      </a:cubicBezTo>
                      <a:cubicBezTo>
                        <a:pt x="21357" y="7001"/>
                        <a:pt x="21357" y="7001"/>
                        <a:pt x="21357" y="7001"/>
                      </a:cubicBezTo>
                      <a:cubicBezTo>
                        <a:pt x="21357" y="7001"/>
                        <a:pt x="21357" y="7278"/>
                        <a:pt x="21069" y="7555"/>
                      </a:cubicBezTo>
                      <a:cubicBezTo>
                        <a:pt x="20781" y="7555"/>
                        <a:pt x="20781" y="8109"/>
                        <a:pt x="20781" y="8386"/>
                      </a:cubicBezTo>
                      <a:cubicBezTo>
                        <a:pt x="20781" y="8939"/>
                        <a:pt x="20781" y="9216"/>
                        <a:pt x="20781" y="9493"/>
                      </a:cubicBezTo>
                      <a:cubicBezTo>
                        <a:pt x="20493" y="10047"/>
                        <a:pt x="20205" y="9770"/>
                        <a:pt x="19917" y="10047"/>
                      </a:cubicBezTo>
                      <a:cubicBezTo>
                        <a:pt x="19629" y="10047"/>
                        <a:pt x="19917" y="10601"/>
                        <a:pt x="20205" y="11155"/>
                      </a:cubicBezTo>
                      <a:cubicBezTo>
                        <a:pt x="20205" y="11432"/>
                        <a:pt x="20205" y="11432"/>
                        <a:pt x="19917" y="11709"/>
                      </a:cubicBezTo>
                      <a:cubicBezTo>
                        <a:pt x="19341" y="12263"/>
                        <a:pt x="19053" y="12263"/>
                        <a:pt x="19053" y="12263"/>
                      </a:cubicBezTo>
                      <a:cubicBezTo>
                        <a:pt x="19917" y="13093"/>
                        <a:pt x="19917" y="13093"/>
                        <a:pt x="19917" y="13093"/>
                      </a:cubicBezTo>
                      <a:cubicBezTo>
                        <a:pt x="19917" y="13093"/>
                        <a:pt x="19917" y="13093"/>
                        <a:pt x="20205" y="1309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10" name="Shape">
                  <a:extLst>
                    <a:ext uri="{FF2B5EF4-FFF2-40B4-BE49-F238E27FC236}">
                      <a16:creationId xmlns:a16="http://schemas.microsoft.com/office/drawing/2014/main" id="{4F900AB6-4011-4855-84E5-E680992E00C0}"/>
                    </a:ext>
                  </a:extLst>
                </p:cNvPr>
                <p:cNvSpPr/>
                <p:nvPr/>
              </p:nvSpPr>
              <p:spPr>
                <a:xfrm>
                  <a:off x="4457600" y="5671082"/>
                  <a:ext cx="293454" cy="5401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59" h="21600" extrusionOk="0">
                      <a:moveTo>
                        <a:pt x="12452" y="21330"/>
                      </a:moveTo>
                      <a:cubicBezTo>
                        <a:pt x="13214" y="21600"/>
                        <a:pt x="13214" y="21600"/>
                        <a:pt x="13214" y="21600"/>
                      </a:cubicBezTo>
                      <a:cubicBezTo>
                        <a:pt x="13976" y="21465"/>
                        <a:pt x="13976" y="21465"/>
                        <a:pt x="13976" y="21465"/>
                      </a:cubicBezTo>
                      <a:cubicBezTo>
                        <a:pt x="14485" y="21330"/>
                        <a:pt x="14485" y="21330"/>
                        <a:pt x="14485" y="21330"/>
                      </a:cubicBezTo>
                      <a:cubicBezTo>
                        <a:pt x="14485" y="21330"/>
                        <a:pt x="14993" y="21060"/>
                        <a:pt x="14993" y="21060"/>
                      </a:cubicBezTo>
                      <a:cubicBezTo>
                        <a:pt x="14993" y="21060"/>
                        <a:pt x="14993" y="20790"/>
                        <a:pt x="14993" y="20790"/>
                      </a:cubicBezTo>
                      <a:cubicBezTo>
                        <a:pt x="14739" y="20655"/>
                        <a:pt x="14739" y="20655"/>
                        <a:pt x="14739" y="20655"/>
                      </a:cubicBezTo>
                      <a:cubicBezTo>
                        <a:pt x="14739" y="20655"/>
                        <a:pt x="14485" y="20385"/>
                        <a:pt x="14739" y="20385"/>
                      </a:cubicBezTo>
                      <a:cubicBezTo>
                        <a:pt x="14993" y="20385"/>
                        <a:pt x="15247" y="20250"/>
                        <a:pt x="15247" y="20385"/>
                      </a:cubicBezTo>
                      <a:cubicBezTo>
                        <a:pt x="15501" y="20385"/>
                        <a:pt x="15247" y="20385"/>
                        <a:pt x="15501" y="20385"/>
                      </a:cubicBezTo>
                      <a:cubicBezTo>
                        <a:pt x="15755" y="20385"/>
                        <a:pt x="16009" y="20250"/>
                        <a:pt x="16009" y="20250"/>
                      </a:cubicBezTo>
                      <a:cubicBezTo>
                        <a:pt x="16009" y="20115"/>
                        <a:pt x="16009" y="20115"/>
                        <a:pt x="16009" y="20115"/>
                      </a:cubicBezTo>
                      <a:cubicBezTo>
                        <a:pt x="16009" y="20115"/>
                        <a:pt x="16009" y="20115"/>
                        <a:pt x="16009" y="20115"/>
                      </a:cubicBezTo>
                      <a:cubicBezTo>
                        <a:pt x="15755" y="19980"/>
                        <a:pt x="14993" y="19710"/>
                        <a:pt x="14739" y="19710"/>
                      </a:cubicBezTo>
                      <a:cubicBezTo>
                        <a:pt x="14739" y="19575"/>
                        <a:pt x="14485" y="19440"/>
                        <a:pt x="14485" y="19440"/>
                      </a:cubicBezTo>
                      <a:cubicBezTo>
                        <a:pt x="14485" y="19305"/>
                        <a:pt x="14739" y="19170"/>
                        <a:pt x="14739" y="19170"/>
                      </a:cubicBezTo>
                      <a:cubicBezTo>
                        <a:pt x="14485" y="19035"/>
                        <a:pt x="14485" y="19035"/>
                        <a:pt x="14485" y="19035"/>
                      </a:cubicBezTo>
                      <a:cubicBezTo>
                        <a:pt x="14485" y="19035"/>
                        <a:pt x="14739" y="18900"/>
                        <a:pt x="14993" y="18900"/>
                      </a:cubicBezTo>
                      <a:cubicBezTo>
                        <a:pt x="14993" y="18900"/>
                        <a:pt x="15247" y="18900"/>
                        <a:pt x="15247" y="18900"/>
                      </a:cubicBezTo>
                      <a:cubicBezTo>
                        <a:pt x="15501" y="18495"/>
                        <a:pt x="15501" y="18495"/>
                        <a:pt x="15501" y="18495"/>
                      </a:cubicBezTo>
                      <a:cubicBezTo>
                        <a:pt x="15501" y="18495"/>
                        <a:pt x="15501" y="18360"/>
                        <a:pt x="15755" y="18360"/>
                      </a:cubicBezTo>
                      <a:cubicBezTo>
                        <a:pt x="15755" y="18360"/>
                        <a:pt x="16009" y="18360"/>
                        <a:pt x="16009" y="18360"/>
                      </a:cubicBezTo>
                      <a:cubicBezTo>
                        <a:pt x="17788" y="17820"/>
                        <a:pt x="17788" y="17820"/>
                        <a:pt x="17788" y="17820"/>
                      </a:cubicBezTo>
                      <a:cubicBezTo>
                        <a:pt x="19059" y="16740"/>
                        <a:pt x="19059" y="16740"/>
                        <a:pt x="19059" y="16740"/>
                      </a:cubicBezTo>
                      <a:cubicBezTo>
                        <a:pt x="19567" y="15525"/>
                        <a:pt x="19567" y="15525"/>
                        <a:pt x="19567" y="15525"/>
                      </a:cubicBezTo>
                      <a:cubicBezTo>
                        <a:pt x="20329" y="14445"/>
                        <a:pt x="20329" y="14445"/>
                        <a:pt x="20329" y="14445"/>
                      </a:cubicBezTo>
                      <a:cubicBezTo>
                        <a:pt x="20329" y="14445"/>
                        <a:pt x="21346" y="13905"/>
                        <a:pt x="21346" y="14040"/>
                      </a:cubicBezTo>
                      <a:cubicBezTo>
                        <a:pt x="21600" y="14175"/>
                        <a:pt x="21346" y="12960"/>
                        <a:pt x="21346" y="12960"/>
                      </a:cubicBezTo>
                      <a:cubicBezTo>
                        <a:pt x="20584" y="12555"/>
                        <a:pt x="20584" y="12555"/>
                        <a:pt x="20584" y="12555"/>
                      </a:cubicBezTo>
                      <a:cubicBezTo>
                        <a:pt x="20584" y="12285"/>
                        <a:pt x="20584" y="12285"/>
                        <a:pt x="20584" y="12285"/>
                      </a:cubicBezTo>
                      <a:cubicBezTo>
                        <a:pt x="20584" y="12285"/>
                        <a:pt x="20329" y="12285"/>
                        <a:pt x="20329" y="12285"/>
                      </a:cubicBezTo>
                      <a:cubicBezTo>
                        <a:pt x="20329" y="12285"/>
                        <a:pt x="20329" y="12285"/>
                        <a:pt x="20075" y="12285"/>
                      </a:cubicBezTo>
                      <a:cubicBezTo>
                        <a:pt x="20075" y="12150"/>
                        <a:pt x="20075" y="12150"/>
                        <a:pt x="20075" y="12150"/>
                      </a:cubicBezTo>
                      <a:cubicBezTo>
                        <a:pt x="19567" y="11880"/>
                        <a:pt x="19567" y="11880"/>
                        <a:pt x="19567" y="11880"/>
                      </a:cubicBezTo>
                      <a:cubicBezTo>
                        <a:pt x="19567" y="11880"/>
                        <a:pt x="19313" y="12015"/>
                        <a:pt x="19059" y="12015"/>
                      </a:cubicBezTo>
                      <a:cubicBezTo>
                        <a:pt x="18805" y="12015"/>
                        <a:pt x="18805" y="11880"/>
                        <a:pt x="18551" y="11880"/>
                      </a:cubicBezTo>
                      <a:cubicBezTo>
                        <a:pt x="18551" y="11880"/>
                        <a:pt x="18551" y="11880"/>
                        <a:pt x="18551" y="11880"/>
                      </a:cubicBezTo>
                      <a:cubicBezTo>
                        <a:pt x="18551" y="11880"/>
                        <a:pt x="18296" y="11880"/>
                        <a:pt x="18042" y="11880"/>
                      </a:cubicBezTo>
                      <a:cubicBezTo>
                        <a:pt x="17788" y="11880"/>
                        <a:pt x="17534" y="12150"/>
                        <a:pt x="17280" y="12150"/>
                      </a:cubicBezTo>
                      <a:cubicBezTo>
                        <a:pt x="17280" y="12150"/>
                        <a:pt x="17280" y="12150"/>
                        <a:pt x="17280" y="12150"/>
                      </a:cubicBezTo>
                      <a:cubicBezTo>
                        <a:pt x="17280" y="12150"/>
                        <a:pt x="17280" y="12150"/>
                        <a:pt x="17280" y="12150"/>
                      </a:cubicBezTo>
                      <a:cubicBezTo>
                        <a:pt x="17280" y="12150"/>
                        <a:pt x="17280" y="12150"/>
                        <a:pt x="17280" y="12150"/>
                      </a:cubicBezTo>
                      <a:cubicBezTo>
                        <a:pt x="17280" y="12150"/>
                        <a:pt x="17280" y="12150"/>
                        <a:pt x="17280" y="12150"/>
                      </a:cubicBezTo>
                      <a:cubicBezTo>
                        <a:pt x="17280" y="12150"/>
                        <a:pt x="17280" y="12150"/>
                        <a:pt x="17280" y="12150"/>
                      </a:cubicBezTo>
                      <a:cubicBezTo>
                        <a:pt x="17280" y="12150"/>
                        <a:pt x="17280" y="12150"/>
                        <a:pt x="17280" y="12150"/>
                      </a:cubicBezTo>
                      <a:cubicBezTo>
                        <a:pt x="17280" y="12150"/>
                        <a:pt x="17280" y="12150"/>
                        <a:pt x="17280" y="12150"/>
                      </a:cubicBezTo>
                      <a:cubicBezTo>
                        <a:pt x="17280" y="12150"/>
                        <a:pt x="17280" y="12150"/>
                        <a:pt x="17280" y="12150"/>
                      </a:cubicBezTo>
                      <a:cubicBezTo>
                        <a:pt x="17280" y="12150"/>
                        <a:pt x="17280" y="12150"/>
                        <a:pt x="17280" y="12150"/>
                      </a:cubicBezTo>
                      <a:cubicBezTo>
                        <a:pt x="17280" y="12015"/>
                        <a:pt x="17280" y="12015"/>
                        <a:pt x="17280" y="12015"/>
                      </a:cubicBezTo>
                      <a:cubicBezTo>
                        <a:pt x="17280" y="11880"/>
                        <a:pt x="17280" y="11880"/>
                        <a:pt x="17026" y="11745"/>
                      </a:cubicBezTo>
                      <a:cubicBezTo>
                        <a:pt x="17026" y="11610"/>
                        <a:pt x="17026" y="11340"/>
                        <a:pt x="16772" y="11205"/>
                      </a:cubicBezTo>
                      <a:cubicBezTo>
                        <a:pt x="16518" y="11070"/>
                        <a:pt x="16518" y="10935"/>
                        <a:pt x="16518" y="10935"/>
                      </a:cubicBezTo>
                      <a:cubicBezTo>
                        <a:pt x="16518" y="10935"/>
                        <a:pt x="16009" y="10935"/>
                        <a:pt x="15755" y="10935"/>
                      </a:cubicBezTo>
                      <a:cubicBezTo>
                        <a:pt x="15755" y="10935"/>
                        <a:pt x="15501" y="10935"/>
                        <a:pt x="15501" y="10935"/>
                      </a:cubicBezTo>
                      <a:cubicBezTo>
                        <a:pt x="15501" y="10935"/>
                        <a:pt x="15247" y="10665"/>
                        <a:pt x="15501" y="10665"/>
                      </a:cubicBezTo>
                      <a:cubicBezTo>
                        <a:pt x="15501" y="10530"/>
                        <a:pt x="15247" y="10395"/>
                        <a:pt x="14993" y="10260"/>
                      </a:cubicBezTo>
                      <a:cubicBezTo>
                        <a:pt x="14993" y="10260"/>
                        <a:pt x="14485" y="9855"/>
                        <a:pt x="14485" y="9855"/>
                      </a:cubicBezTo>
                      <a:cubicBezTo>
                        <a:pt x="14485" y="9855"/>
                        <a:pt x="14231" y="9855"/>
                        <a:pt x="14231" y="9720"/>
                      </a:cubicBezTo>
                      <a:cubicBezTo>
                        <a:pt x="14231" y="9585"/>
                        <a:pt x="14231" y="9450"/>
                        <a:pt x="14231" y="9450"/>
                      </a:cubicBezTo>
                      <a:cubicBezTo>
                        <a:pt x="13976" y="9180"/>
                        <a:pt x="13976" y="9180"/>
                        <a:pt x="13976" y="9180"/>
                      </a:cubicBezTo>
                      <a:cubicBezTo>
                        <a:pt x="13976" y="9180"/>
                        <a:pt x="14485" y="9045"/>
                        <a:pt x="14485" y="8910"/>
                      </a:cubicBezTo>
                      <a:cubicBezTo>
                        <a:pt x="14485" y="8910"/>
                        <a:pt x="14739" y="8775"/>
                        <a:pt x="14485" y="8640"/>
                      </a:cubicBezTo>
                      <a:cubicBezTo>
                        <a:pt x="14485" y="8505"/>
                        <a:pt x="13976" y="8370"/>
                        <a:pt x="13976" y="8370"/>
                      </a:cubicBezTo>
                      <a:cubicBezTo>
                        <a:pt x="13722" y="8235"/>
                        <a:pt x="13468" y="8100"/>
                        <a:pt x="13214" y="7965"/>
                      </a:cubicBezTo>
                      <a:cubicBezTo>
                        <a:pt x="13214" y="7830"/>
                        <a:pt x="13214" y="7695"/>
                        <a:pt x="13214" y="7695"/>
                      </a:cubicBezTo>
                      <a:cubicBezTo>
                        <a:pt x="13214" y="7695"/>
                        <a:pt x="13214" y="7560"/>
                        <a:pt x="13468" y="7560"/>
                      </a:cubicBezTo>
                      <a:cubicBezTo>
                        <a:pt x="13722" y="7425"/>
                        <a:pt x="13976" y="7425"/>
                        <a:pt x="13976" y="7290"/>
                      </a:cubicBezTo>
                      <a:cubicBezTo>
                        <a:pt x="13976" y="7290"/>
                        <a:pt x="14231" y="7290"/>
                        <a:pt x="14231" y="7155"/>
                      </a:cubicBezTo>
                      <a:cubicBezTo>
                        <a:pt x="13976" y="7020"/>
                        <a:pt x="13722" y="6885"/>
                        <a:pt x="13722" y="6885"/>
                      </a:cubicBezTo>
                      <a:cubicBezTo>
                        <a:pt x="13976" y="6480"/>
                        <a:pt x="13976" y="6480"/>
                        <a:pt x="13976" y="6480"/>
                      </a:cubicBezTo>
                      <a:cubicBezTo>
                        <a:pt x="13722" y="6345"/>
                        <a:pt x="13722" y="6345"/>
                        <a:pt x="13722" y="6345"/>
                      </a:cubicBezTo>
                      <a:cubicBezTo>
                        <a:pt x="13722" y="5805"/>
                        <a:pt x="13722" y="5805"/>
                        <a:pt x="13722" y="5805"/>
                      </a:cubicBezTo>
                      <a:cubicBezTo>
                        <a:pt x="13722" y="5670"/>
                        <a:pt x="13722" y="5670"/>
                        <a:pt x="13722" y="5670"/>
                      </a:cubicBezTo>
                      <a:cubicBezTo>
                        <a:pt x="13722" y="5670"/>
                        <a:pt x="13976" y="5400"/>
                        <a:pt x="13976" y="5400"/>
                      </a:cubicBezTo>
                      <a:cubicBezTo>
                        <a:pt x="13976" y="5265"/>
                        <a:pt x="13976" y="4995"/>
                        <a:pt x="13976" y="4995"/>
                      </a:cubicBezTo>
                      <a:cubicBezTo>
                        <a:pt x="13976" y="4860"/>
                        <a:pt x="13976" y="4860"/>
                        <a:pt x="13976" y="4860"/>
                      </a:cubicBezTo>
                      <a:cubicBezTo>
                        <a:pt x="14231" y="4455"/>
                        <a:pt x="14231" y="4455"/>
                        <a:pt x="14231" y="4455"/>
                      </a:cubicBezTo>
                      <a:cubicBezTo>
                        <a:pt x="13722" y="4050"/>
                        <a:pt x="13722" y="4050"/>
                        <a:pt x="13722" y="4050"/>
                      </a:cubicBezTo>
                      <a:cubicBezTo>
                        <a:pt x="13722" y="4050"/>
                        <a:pt x="13722" y="4050"/>
                        <a:pt x="13722" y="3915"/>
                      </a:cubicBezTo>
                      <a:cubicBezTo>
                        <a:pt x="13468" y="3780"/>
                        <a:pt x="13468" y="3510"/>
                        <a:pt x="13468" y="3510"/>
                      </a:cubicBezTo>
                      <a:cubicBezTo>
                        <a:pt x="13214" y="3105"/>
                        <a:pt x="13214" y="3105"/>
                        <a:pt x="13214" y="3105"/>
                      </a:cubicBezTo>
                      <a:cubicBezTo>
                        <a:pt x="13214" y="3105"/>
                        <a:pt x="12706" y="2835"/>
                        <a:pt x="12452" y="2700"/>
                      </a:cubicBezTo>
                      <a:cubicBezTo>
                        <a:pt x="12452" y="2700"/>
                        <a:pt x="12452" y="2565"/>
                        <a:pt x="11944" y="2430"/>
                      </a:cubicBezTo>
                      <a:cubicBezTo>
                        <a:pt x="11689" y="2430"/>
                        <a:pt x="11181" y="2295"/>
                        <a:pt x="11181" y="2295"/>
                      </a:cubicBezTo>
                      <a:cubicBezTo>
                        <a:pt x="10673" y="2295"/>
                        <a:pt x="10673" y="2295"/>
                        <a:pt x="10673" y="2295"/>
                      </a:cubicBezTo>
                      <a:cubicBezTo>
                        <a:pt x="10165" y="2025"/>
                        <a:pt x="10165" y="2025"/>
                        <a:pt x="10165" y="2025"/>
                      </a:cubicBezTo>
                      <a:cubicBezTo>
                        <a:pt x="9656" y="2025"/>
                        <a:pt x="9656" y="2025"/>
                        <a:pt x="9656" y="2025"/>
                      </a:cubicBezTo>
                      <a:cubicBezTo>
                        <a:pt x="9402" y="1620"/>
                        <a:pt x="9402" y="1620"/>
                        <a:pt x="9402" y="1620"/>
                      </a:cubicBezTo>
                      <a:cubicBezTo>
                        <a:pt x="9148" y="1215"/>
                        <a:pt x="9148" y="1215"/>
                        <a:pt x="9148" y="1215"/>
                      </a:cubicBezTo>
                      <a:cubicBezTo>
                        <a:pt x="8640" y="945"/>
                        <a:pt x="8640" y="945"/>
                        <a:pt x="8640" y="945"/>
                      </a:cubicBezTo>
                      <a:cubicBezTo>
                        <a:pt x="8132" y="810"/>
                        <a:pt x="8132" y="810"/>
                        <a:pt x="8132" y="810"/>
                      </a:cubicBezTo>
                      <a:cubicBezTo>
                        <a:pt x="7878" y="675"/>
                        <a:pt x="7878" y="675"/>
                        <a:pt x="7878" y="675"/>
                      </a:cubicBezTo>
                      <a:cubicBezTo>
                        <a:pt x="7369" y="540"/>
                        <a:pt x="7369" y="540"/>
                        <a:pt x="7369" y="540"/>
                      </a:cubicBezTo>
                      <a:cubicBezTo>
                        <a:pt x="7115" y="540"/>
                        <a:pt x="7115" y="540"/>
                        <a:pt x="7115" y="540"/>
                      </a:cubicBezTo>
                      <a:cubicBezTo>
                        <a:pt x="7115" y="540"/>
                        <a:pt x="6861" y="810"/>
                        <a:pt x="6861" y="810"/>
                      </a:cubicBezTo>
                      <a:cubicBezTo>
                        <a:pt x="6861" y="810"/>
                        <a:pt x="6099" y="945"/>
                        <a:pt x="6099" y="945"/>
                      </a:cubicBezTo>
                      <a:cubicBezTo>
                        <a:pt x="5591" y="1215"/>
                        <a:pt x="5591" y="1215"/>
                        <a:pt x="5591" y="1215"/>
                      </a:cubicBezTo>
                      <a:cubicBezTo>
                        <a:pt x="5082" y="1350"/>
                        <a:pt x="5082" y="1350"/>
                        <a:pt x="5082" y="1350"/>
                      </a:cubicBezTo>
                      <a:cubicBezTo>
                        <a:pt x="5082" y="1350"/>
                        <a:pt x="5082" y="1350"/>
                        <a:pt x="5082" y="1215"/>
                      </a:cubicBezTo>
                      <a:cubicBezTo>
                        <a:pt x="4828" y="1215"/>
                        <a:pt x="4828" y="1215"/>
                        <a:pt x="4828" y="1215"/>
                      </a:cubicBezTo>
                      <a:cubicBezTo>
                        <a:pt x="4828" y="1215"/>
                        <a:pt x="4574" y="1080"/>
                        <a:pt x="4574" y="945"/>
                      </a:cubicBezTo>
                      <a:cubicBezTo>
                        <a:pt x="4574" y="945"/>
                        <a:pt x="4320" y="810"/>
                        <a:pt x="4320" y="810"/>
                      </a:cubicBezTo>
                      <a:cubicBezTo>
                        <a:pt x="4320" y="810"/>
                        <a:pt x="4320" y="675"/>
                        <a:pt x="4320" y="675"/>
                      </a:cubicBezTo>
                      <a:cubicBezTo>
                        <a:pt x="4320" y="540"/>
                        <a:pt x="4320" y="405"/>
                        <a:pt x="4320" y="405"/>
                      </a:cubicBezTo>
                      <a:cubicBezTo>
                        <a:pt x="4320" y="270"/>
                        <a:pt x="4320" y="270"/>
                        <a:pt x="4320" y="270"/>
                      </a:cubicBezTo>
                      <a:cubicBezTo>
                        <a:pt x="4066" y="135"/>
                        <a:pt x="4066" y="135"/>
                        <a:pt x="4066" y="135"/>
                      </a:cubicBezTo>
                      <a:cubicBezTo>
                        <a:pt x="4066" y="0"/>
                        <a:pt x="4066" y="0"/>
                        <a:pt x="4066" y="0"/>
                      </a:cubicBezTo>
                      <a:cubicBezTo>
                        <a:pt x="4066" y="0"/>
                        <a:pt x="3558" y="0"/>
                        <a:pt x="3558" y="0"/>
                      </a:cubicBezTo>
                      <a:cubicBezTo>
                        <a:pt x="3558" y="0"/>
                        <a:pt x="2541" y="540"/>
                        <a:pt x="2541" y="540"/>
                      </a:cubicBezTo>
                      <a:cubicBezTo>
                        <a:pt x="2795" y="675"/>
                        <a:pt x="2795" y="675"/>
                        <a:pt x="2795" y="675"/>
                      </a:cubicBezTo>
                      <a:cubicBezTo>
                        <a:pt x="2541" y="945"/>
                        <a:pt x="2541" y="945"/>
                        <a:pt x="2541" y="945"/>
                      </a:cubicBezTo>
                      <a:cubicBezTo>
                        <a:pt x="2287" y="1215"/>
                        <a:pt x="2287" y="1215"/>
                        <a:pt x="2287" y="1215"/>
                      </a:cubicBezTo>
                      <a:cubicBezTo>
                        <a:pt x="2033" y="1485"/>
                        <a:pt x="2033" y="1485"/>
                        <a:pt x="2033" y="1485"/>
                      </a:cubicBezTo>
                      <a:cubicBezTo>
                        <a:pt x="2033" y="1485"/>
                        <a:pt x="1779" y="1620"/>
                        <a:pt x="1779" y="1755"/>
                      </a:cubicBezTo>
                      <a:cubicBezTo>
                        <a:pt x="1779" y="1755"/>
                        <a:pt x="1525" y="1890"/>
                        <a:pt x="1525" y="1890"/>
                      </a:cubicBezTo>
                      <a:cubicBezTo>
                        <a:pt x="1271" y="2025"/>
                        <a:pt x="1271" y="2025"/>
                        <a:pt x="1271" y="2025"/>
                      </a:cubicBezTo>
                      <a:cubicBezTo>
                        <a:pt x="1016" y="2160"/>
                        <a:pt x="1016" y="2160"/>
                        <a:pt x="1016" y="2160"/>
                      </a:cubicBezTo>
                      <a:cubicBezTo>
                        <a:pt x="1016" y="2430"/>
                        <a:pt x="1016" y="2430"/>
                        <a:pt x="1016" y="2430"/>
                      </a:cubicBezTo>
                      <a:cubicBezTo>
                        <a:pt x="1016" y="2430"/>
                        <a:pt x="1016" y="2565"/>
                        <a:pt x="1016" y="2700"/>
                      </a:cubicBezTo>
                      <a:cubicBezTo>
                        <a:pt x="1016" y="2700"/>
                        <a:pt x="762" y="2835"/>
                        <a:pt x="762" y="2835"/>
                      </a:cubicBezTo>
                      <a:cubicBezTo>
                        <a:pt x="508" y="3105"/>
                        <a:pt x="508" y="3105"/>
                        <a:pt x="508" y="3105"/>
                      </a:cubicBezTo>
                      <a:cubicBezTo>
                        <a:pt x="0" y="3375"/>
                        <a:pt x="0" y="3375"/>
                        <a:pt x="0" y="3375"/>
                      </a:cubicBezTo>
                      <a:cubicBezTo>
                        <a:pt x="0" y="3645"/>
                        <a:pt x="0" y="3645"/>
                        <a:pt x="0" y="3645"/>
                      </a:cubicBezTo>
                      <a:cubicBezTo>
                        <a:pt x="254" y="3780"/>
                        <a:pt x="254" y="3780"/>
                        <a:pt x="254" y="3780"/>
                      </a:cubicBezTo>
                      <a:cubicBezTo>
                        <a:pt x="762" y="3915"/>
                        <a:pt x="762" y="3915"/>
                        <a:pt x="762" y="3915"/>
                      </a:cubicBezTo>
                      <a:cubicBezTo>
                        <a:pt x="1271" y="4050"/>
                        <a:pt x="1271" y="4050"/>
                        <a:pt x="1271" y="4050"/>
                      </a:cubicBezTo>
                      <a:cubicBezTo>
                        <a:pt x="1271" y="4050"/>
                        <a:pt x="1271" y="4185"/>
                        <a:pt x="1271" y="4320"/>
                      </a:cubicBezTo>
                      <a:cubicBezTo>
                        <a:pt x="1271" y="4320"/>
                        <a:pt x="1271" y="4455"/>
                        <a:pt x="1271" y="4455"/>
                      </a:cubicBezTo>
                      <a:cubicBezTo>
                        <a:pt x="1016" y="4725"/>
                        <a:pt x="1016" y="4725"/>
                        <a:pt x="1016" y="4725"/>
                      </a:cubicBezTo>
                      <a:cubicBezTo>
                        <a:pt x="1016" y="4725"/>
                        <a:pt x="1271" y="4860"/>
                        <a:pt x="1271" y="4860"/>
                      </a:cubicBezTo>
                      <a:cubicBezTo>
                        <a:pt x="1271" y="4860"/>
                        <a:pt x="1271" y="4995"/>
                        <a:pt x="1271" y="4995"/>
                      </a:cubicBezTo>
                      <a:cubicBezTo>
                        <a:pt x="1271" y="4995"/>
                        <a:pt x="1271" y="5265"/>
                        <a:pt x="1271" y="5265"/>
                      </a:cubicBezTo>
                      <a:cubicBezTo>
                        <a:pt x="1016" y="5400"/>
                        <a:pt x="1016" y="5400"/>
                        <a:pt x="1016" y="5400"/>
                      </a:cubicBezTo>
                      <a:cubicBezTo>
                        <a:pt x="1016" y="5400"/>
                        <a:pt x="1271" y="5535"/>
                        <a:pt x="1271" y="5670"/>
                      </a:cubicBezTo>
                      <a:cubicBezTo>
                        <a:pt x="1271" y="5670"/>
                        <a:pt x="1271" y="5805"/>
                        <a:pt x="1271" y="5805"/>
                      </a:cubicBezTo>
                      <a:cubicBezTo>
                        <a:pt x="1016" y="5805"/>
                        <a:pt x="1525" y="6075"/>
                        <a:pt x="1525" y="6075"/>
                      </a:cubicBezTo>
                      <a:cubicBezTo>
                        <a:pt x="1525" y="6075"/>
                        <a:pt x="1779" y="5940"/>
                        <a:pt x="2033" y="5940"/>
                      </a:cubicBezTo>
                      <a:cubicBezTo>
                        <a:pt x="2033" y="5940"/>
                        <a:pt x="2541" y="5940"/>
                        <a:pt x="2541" y="5940"/>
                      </a:cubicBezTo>
                      <a:cubicBezTo>
                        <a:pt x="3049" y="6075"/>
                        <a:pt x="3049" y="6075"/>
                        <a:pt x="3049" y="6075"/>
                      </a:cubicBezTo>
                      <a:cubicBezTo>
                        <a:pt x="3558" y="6075"/>
                        <a:pt x="3558" y="6075"/>
                        <a:pt x="3558" y="6075"/>
                      </a:cubicBezTo>
                      <a:cubicBezTo>
                        <a:pt x="3812" y="6345"/>
                        <a:pt x="3812" y="6345"/>
                        <a:pt x="3812" y="6345"/>
                      </a:cubicBezTo>
                      <a:cubicBezTo>
                        <a:pt x="3812" y="6615"/>
                        <a:pt x="3812" y="6615"/>
                        <a:pt x="3812" y="6615"/>
                      </a:cubicBezTo>
                      <a:cubicBezTo>
                        <a:pt x="3812" y="7020"/>
                        <a:pt x="3812" y="7020"/>
                        <a:pt x="3812" y="7020"/>
                      </a:cubicBezTo>
                      <a:cubicBezTo>
                        <a:pt x="3558" y="7290"/>
                        <a:pt x="3558" y="7290"/>
                        <a:pt x="3558" y="7290"/>
                      </a:cubicBezTo>
                      <a:cubicBezTo>
                        <a:pt x="4066" y="7425"/>
                        <a:pt x="4066" y="7425"/>
                        <a:pt x="4066" y="7425"/>
                      </a:cubicBezTo>
                      <a:cubicBezTo>
                        <a:pt x="4066" y="7425"/>
                        <a:pt x="4066" y="7425"/>
                        <a:pt x="4066" y="7425"/>
                      </a:cubicBezTo>
                      <a:cubicBezTo>
                        <a:pt x="4066" y="7425"/>
                        <a:pt x="4066" y="7695"/>
                        <a:pt x="4066" y="7830"/>
                      </a:cubicBezTo>
                      <a:cubicBezTo>
                        <a:pt x="3812" y="7830"/>
                        <a:pt x="3558" y="7830"/>
                        <a:pt x="3304" y="7965"/>
                      </a:cubicBezTo>
                      <a:cubicBezTo>
                        <a:pt x="3049" y="7965"/>
                        <a:pt x="2795" y="7965"/>
                        <a:pt x="2795" y="7965"/>
                      </a:cubicBezTo>
                      <a:cubicBezTo>
                        <a:pt x="2795" y="8100"/>
                        <a:pt x="2795" y="8100"/>
                        <a:pt x="2795" y="8100"/>
                      </a:cubicBezTo>
                      <a:cubicBezTo>
                        <a:pt x="3304" y="8235"/>
                        <a:pt x="3304" y="8235"/>
                        <a:pt x="3304" y="8235"/>
                      </a:cubicBezTo>
                      <a:cubicBezTo>
                        <a:pt x="3304" y="8235"/>
                        <a:pt x="3558" y="8235"/>
                        <a:pt x="3558" y="8235"/>
                      </a:cubicBezTo>
                      <a:cubicBezTo>
                        <a:pt x="3558" y="8370"/>
                        <a:pt x="3558" y="8640"/>
                        <a:pt x="3558" y="8640"/>
                      </a:cubicBezTo>
                      <a:cubicBezTo>
                        <a:pt x="3558" y="8640"/>
                        <a:pt x="3558" y="8775"/>
                        <a:pt x="3304" y="8775"/>
                      </a:cubicBezTo>
                      <a:cubicBezTo>
                        <a:pt x="3304" y="8775"/>
                        <a:pt x="3049" y="8910"/>
                        <a:pt x="3049" y="8910"/>
                      </a:cubicBezTo>
                      <a:cubicBezTo>
                        <a:pt x="2795" y="9045"/>
                        <a:pt x="2795" y="9045"/>
                        <a:pt x="2795" y="9045"/>
                      </a:cubicBezTo>
                      <a:cubicBezTo>
                        <a:pt x="2541" y="9180"/>
                        <a:pt x="2541" y="9180"/>
                        <a:pt x="2541" y="9180"/>
                      </a:cubicBezTo>
                      <a:cubicBezTo>
                        <a:pt x="2033" y="9315"/>
                        <a:pt x="2033" y="9315"/>
                        <a:pt x="2033" y="9315"/>
                      </a:cubicBezTo>
                      <a:cubicBezTo>
                        <a:pt x="2541" y="9585"/>
                        <a:pt x="2541" y="9585"/>
                        <a:pt x="2541" y="9585"/>
                      </a:cubicBezTo>
                      <a:cubicBezTo>
                        <a:pt x="2795" y="9585"/>
                        <a:pt x="2795" y="9585"/>
                        <a:pt x="2795" y="9585"/>
                      </a:cubicBezTo>
                      <a:cubicBezTo>
                        <a:pt x="2795" y="9585"/>
                        <a:pt x="3049" y="9720"/>
                        <a:pt x="3049" y="9720"/>
                      </a:cubicBezTo>
                      <a:cubicBezTo>
                        <a:pt x="3049" y="9720"/>
                        <a:pt x="3812" y="9990"/>
                        <a:pt x="3812" y="9990"/>
                      </a:cubicBezTo>
                      <a:cubicBezTo>
                        <a:pt x="3558" y="10125"/>
                        <a:pt x="3558" y="10125"/>
                        <a:pt x="3558" y="10125"/>
                      </a:cubicBezTo>
                      <a:cubicBezTo>
                        <a:pt x="3558" y="10125"/>
                        <a:pt x="3558" y="10260"/>
                        <a:pt x="3558" y="10395"/>
                      </a:cubicBezTo>
                      <a:cubicBezTo>
                        <a:pt x="3558" y="10530"/>
                        <a:pt x="3558" y="10935"/>
                        <a:pt x="3558" y="10935"/>
                      </a:cubicBezTo>
                      <a:cubicBezTo>
                        <a:pt x="3304" y="11070"/>
                        <a:pt x="3304" y="11070"/>
                        <a:pt x="3304" y="11070"/>
                      </a:cubicBezTo>
                      <a:cubicBezTo>
                        <a:pt x="3304" y="11205"/>
                        <a:pt x="3558" y="11610"/>
                        <a:pt x="3558" y="11610"/>
                      </a:cubicBezTo>
                      <a:cubicBezTo>
                        <a:pt x="3558" y="11745"/>
                        <a:pt x="3558" y="11745"/>
                        <a:pt x="3558" y="11745"/>
                      </a:cubicBezTo>
                      <a:cubicBezTo>
                        <a:pt x="3304" y="11880"/>
                        <a:pt x="3304" y="11880"/>
                        <a:pt x="3304" y="11880"/>
                      </a:cubicBezTo>
                      <a:cubicBezTo>
                        <a:pt x="4320" y="12150"/>
                        <a:pt x="4320" y="12150"/>
                        <a:pt x="4320" y="12150"/>
                      </a:cubicBezTo>
                      <a:cubicBezTo>
                        <a:pt x="4066" y="12420"/>
                        <a:pt x="4066" y="12420"/>
                        <a:pt x="4066" y="12420"/>
                      </a:cubicBezTo>
                      <a:cubicBezTo>
                        <a:pt x="3558" y="12555"/>
                        <a:pt x="3558" y="12555"/>
                        <a:pt x="3558" y="12555"/>
                      </a:cubicBezTo>
                      <a:cubicBezTo>
                        <a:pt x="3558" y="12555"/>
                        <a:pt x="3304" y="12555"/>
                        <a:pt x="3304" y="12555"/>
                      </a:cubicBezTo>
                      <a:cubicBezTo>
                        <a:pt x="3304" y="12690"/>
                        <a:pt x="3304" y="12825"/>
                        <a:pt x="3304" y="12825"/>
                      </a:cubicBezTo>
                      <a:cubicBezTo>
                        <a:pt x="3558" y="12960"/>
                        <a:pt x="3558" y="12960"/>
                        <a:pt x="3558" y="12960"/>
                      </a:cubicBezTo>
                      <a:cubicBezTo>
                        <a:pt x="3304" y="13095"/>
                        <a:pt x="3304" y="13095"/>
                        <a:pt x="3304" y="13095"/>
                      </a:cubicBezTo>
                      <a:cubicBezTo>
                        <a:pt x="3304" y="13095"/>
                        <a:pt x="3304" y="13095"/>
                        <a:pt x="3304" y="13095"/>
                      </a:cubicBezTo>
                      <a:cubicBezTo>
                        <a:pt x="3304" y="13095"/>
                        <a:pt x="3304" y="13365"/>
                        <a:pt x="3304" y="13365"/>
                      </a:cubicBezTo>
                      <a:cubicBezTo>
                        <a:pt x="3304" y="13365"/>
                        <a:pt x="3304" y="13500"/>
                        <a:pt x="3049" y="13500"/>
                      </a:cubicBezTo>
                      <a:cubicBezTo>
                        <a:pt x="3049" y="13500"/>
                        <a:pt x="2795" y="13635"/>
                        <a:pt x="2795" y="13635"/>
                      </a:cubicBezTo>
                      <a:cubicBezTo>
                        <a:pt x="3049" y="13905"/>
                        <a:pt x="3049" y="13905"/>
                        <a:pt x="3049" y="13905"/>
                      </a:cubicBezTo>
                      <a:cubicBezTo>
                        <a:pt x="2795" y="14445"/>
                        <a:pt x="2795" y="14445"/>
                        <a:pt x="2795" y="14445"/>
                      </a:cubicBezTo>
                      <a:cubicBezTo>
                        <a:pt x="2795" y="14580"/>
                        <a:pt x="2795" y="14580"/>
                        <a:pt x="2795" y="14580"/>
                      </a:cubicBezTo>
                      <a:cubicBezTo>
                        <a:pt x="3049" y="14985"/>
                        <a:pt x="3049" y="14985"/>
                        <a:pt x="3049" y="14985"/>
                      </a:cubicBezTo>
                      <a:cubicBezTo>
                        <a:pt x="3558" y="15390"/>
                        <a:pt x="3558" y="15390"/>
                        <a:pt x="3558" y="15390"/>
                      </a:cubicBezTo>
                      <a:cubicBezTo>
                        <a:pt x="4066" y="15660"/>
                        <a:pt x="4066" y="15660"/>
                        <a:pt x="4066" y="15660"/>
                      </a:cubicBezTo>
                      <a:cubicBezTo>
                        <a:pt x="4320" y="15930"/>
                        <a:pt x="4320" y="15930"/>
                        <a:pt x="4320" y="15930"/>
                      </a:cubicBezTo>
                      <a:cubicBezTo>
                        <a:pt x="4828" y="16065"/>
                        <a:pt x="4828" y="16065"/>
                        <a:pt x="4828" y="16065"/>
                      </a:cubicBezTo>
                      <a:cubicBezTo>
                        <a:pt x="4574" y="16470"/>
                        <a:pt x="4574" y="16470"/>
                        <a:pt x="4574" y="16470"/>
                      </a:cubicBezTo>
                      <a:cubicBezTo>
                        <a:pt x="4828" y="16605"/>
                        <a:pt x="4828" y="16605"/>
                        <a:pt x="4828" y="16605"/>
                      </a:cubicBezTo>
                      <a:cubicBezTo>
                        <a:pt x="4828" y="16875"/>
                        <a:pt x="4828" y="16875"/>
                        <a:pt x="4828" y="16875"/>
                      </a:cubicBezTo>
                      <a:cubicBezTo>
                        <a:pt x="4828" y="16875"/>
                        <a:pt x="4828" y="16875"/>
                        <a:pt x="4574" y="17010"/>
                      </a:cubicBezTo>
                      <a:cubicBezTo>
                        <a:pt x="4574" y="17010"/>
                        <a:pt x="4574" y="17010"/>
                        <a:pt x="4320" y="16875"/>
                      </a:cubicBezTo>
                      <a:cubicBezTo>
                        <a:pt x="4066" y="16875"/>
                        <a:pt x="3812" y="16605"/>
                        <a:pt x="3812" y="16605"/>
                      </a:cubicBezTo>
                      <a:cubicBezTo>
                        <a:pt x="3812" y="16605"/>
                        <a:pt x="3558" y="16335"/>
                        <a:pt x="3558" y="16335"/>
                      </a:cubicBezTo>
                      <a:cubicBezTo>
                        <a:pt x="3558" y="16335"/>
                        <a:pt x="3304" y="16200"/>
                        <a:pt x="3304" y="16200"/>
                      </a:cubicBezTo>
                      <a:cubicBezTo>
                        <a:pt x="2795" y="16200"/>
                        <a:pt x="2795" y="16200"/>
                        <a:pt x="2795" y="16200"/>
                      </a:cubicBezTo>
                      <a:cubicBezTo>
                        <a:pt x="2795" y="16200"/>
                        <a:pt x="2795" y="16335"/>
                        <a:pt x="2795" y="16335"/>
                      </a:cubicBezTo>
                      <a:cubicBezTo>
                        <a:pt x="2795" y="16470"/>
                        <a:pt x="2795" y="16470"/>
                        <a:pt x="3049" y="16605"/>
                      </a:cubicBezTo>
                      <a:cubicBezTo>
                        <a:pt x="3304" y="16740"/>
                        <a:pt x="3304" y="16740"/>
                        <a:pt x="3558" y="16740"/>
                      </a:cubicBezTo>
                      <a:cubicBezTo>
                        <a:pt x="3558" y="16740"/>
                        <a:pt x="3558" y="16875"/>
                        <a:pt x="3812" y="16875"/>
                      </a:cubicBezTo>
                      <a:cubicBezTo>
                        <a:pt x="3812" y="17010"/>
                        <a:pt x="3812" y="17280"/>
                        <a:pt x="3812" y="17280"/>
                      </a:cubicBezTo>
                      <a:cubicBezTo>
                        <a:pt x="4320" y="17550"/>
                        <a:pt x="4320" y="17550"/>
                        <a:pt x="4320" y="17550"/>
                      </a:cubicBezTo>
                      <a:cubicBezTo>
                        <a:pt x="4828" y="17685"/>
                        <a:pt x="4828" y="17685"/>
                        <a:pt x="4828" y="17685"/>
                      </a:cubicBezTo>
                      <a:cubicBezTo>
                        <a:pt x="6861" y="18225"/>
                        <a:pt x="6861" y="18225"/>
                        <a:pt x="6861" y="18225"/>
                      </a:cubicBezTo>
                      <a:cubicBezTo>
                        <a:pt x="7624" y="18360"/>
                        <a:pt x="7624" y="18360"/>
                        <a:pt x="7624" y="18360"/>
                      </a:cubicBezTo>
                      <a:cubicBezTo>
                        <a:pt x="7878" y="18360"/>
                        <a:pt x="7878" y="18360"/>
                        <a:pt x="7878" y="18360"/>
                      </a:cubicBezTo>
                      <a:cubicBezTo>
                        <a:pt x="8132" y="18630"/>
                        <a:pt x="8132" y="18630"/>
                        <a:pt x="8132" y="18630"/>
                      </a:cubicBezTo>
                      <a:cubicBezTo>
                        <a:pt x="8386" y="18765"/>
                        <a:pt x="8386" y="18765"/>
                        <a:pt x="8386" y="18765"/>
                      </a:cubicBezTo>
                      <a:cubicBezTo>
                        <a:pt x="8386" y="18765"/>
                        <a:pt x="8640" y="18765"/>
                        <a:pt x="8894" y="18765"/>
                      </a:cubicBezTo>
                      <a:cubicBezTo>
                        <a:pt x="8894" y="18765"/>
                        <a:pt x="9402" y="18765"/>
                        <a:pt x="9402" y="18765"/>
                      </a:cubicBezTo>
                      <a:cubicBezTo>
                        <a:pt x="9402" y="18765"/>
                        <a:pt x="9656" y="18630"/>
                        <a:pt x="9656" y="18765"/>
                      </a:cubicBezTo>
                      <a:cubicBezTo>
                        <a:pt x="9656" y="18900"/>
                        <a:pt x="10419" y="19575"/>
                        <a:pt x="10419" y="19575"/>
                      </a:cubicBezTo>
                      <a:cubicBezTo>
                        <a:pt x="10419" y="19575"/>
                        <a:pt x="10419" y="19710"/>
                        <a:pt x="10673" y="19845"/>
                      </a:cubicBezTo>
                      <a:cubicBezTo>
                        <a:pt x="10927" y="19980"/>
                        <a:pt x="11435" y="20115"/>
                        <a:pt x="11435" y="20115"/>
                      </a:cubicBezTo>
                      <a:cubicBezTo>
                        <a:pt x="11435" y="20115"/>
                        <a:pt x="11181" y="20250"/>
                        <a:pt x="11181" y="20385"/>
                      </a:cubicBezTo>
                      <a:cubicBezTo>
                        <a:pt x="11435" y="20520"/>
                        <a:pt x="11181" y="20520"/>
                        <a:pt x="11435" y="20520"/>
                      </a:cubicBezTo>
                      <a:cubicBezTo>
                        <a:pt x="11435" y="20655"/>
                        <a:pt x="11435" y="20655"/>
                        <a:pt x="11435" y="20655"/>
                      </a:cubicBezTo>
                      <a:cubicBezTo>
                        <a:pt x="11435" y="20655"/>
                        <a:pt x="11435" y="20655"/>
                        <a:pt x="11435" y="20790"/>
                      </a:cubicBezTo>
                      <a:cubicBezTo>
                        <a:pt x="11689" y="20790"/>
                        <a:pt x="11689" y="20925"/>
                        <a:pt x="11689" y="20925"/>
                      </a:cubicBezTo>
                      <a:cubicBezTo>
                        <a:pt x="11689" y="21330"/>
                        <a:pt x="11689" y="21330"/>
                        <a:pt x="11689" y="21330"/>
                      </a:cubicBezTo>
                      <a:cubicBezTo>
                        <a:pt x="12198" y="21330"/>
                        <a:pt x="12198" y="21330"/>
                        <a:pt x="12198" y="21330"/>
                      </a:cubicBezTo>
                      <a:lnTo>
                        <a:pt x="12452" y="2133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11" name="Shape">
                  <a:extLst>
                    <a:ext uri="{FF2B5EF4-FFF2-40B4-BE49-F238E27FC236}">
                      <a16:creationId xmlns:a16="http://schemas.microsoft.com/office/drawing/2014/main" id="{283DD598-6D6D-42EB-9ED1-18954D5E756C}"/>
                    </a:ext>
                  </a:extLst>
                </p:cNvPr>
                <p:cNvSpPr/>
                <p:nvPr/>
              </p:nvSpPr>
              <p:spPr>
                <a:xfrm>
                  <a:off x="4457600" y="5671082"/>
                  <a:ext cx="295385" cy="5401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3214" y="21600"/>
                      </a:moveTo>
                      <a:cubicBezTo>
                        <a:pt x="13214" y="21600"/>
                        <a:pt x="13214" y="21600"/>
                        <a:pt x="13214" y="21600"/>
                      </a:cubicBezTo>
                      <a:cubicBezTo>
                        <a:pt x="12452" y="21330"/>
                        <a:pt x="12452" y="21330"/>
                        <a:pt x="12452" y="21330"/>
                      </a:cubicBezTo>
                      <a:cubicBezTo>
                        <a:pt x="12198" y="21465"/>
                        <a:pt x="12198" y="21465"/>
                        <a:pt x="12198" y="21465"/>
                      </a:cubicBezTo>
                      <a:cubicBezTo>
                        <a:pt x="11689" y="21330"/>
                        <a:pt x="11689" y="21330"/>
                        <a:pt x="11689" y="21330"/>
                      </a:cubicBezTo>
                      <a:cubicBezTo>
                        <a:pt x="11689" y="20925"/>
                        <a:pt x="11689" y="20925"/>
                        <a:pt x="11689" y="20925"/>
                      </a:cubicBezTo>
                      <a:cubicBezTo>
                        <a:pt x="11689" y="20925"/>
                        <a:pt x="11435" y="20925"/>
                        <a:pt x="11435" y="20790"/>
                      </a:cubicBezTo>
                      <a:cubicBezTo>
                        <a:pt x="11435" y="20520"/>
                        <a:pt x="11435" y="20520"/>
                        <a:pt x="11435" y="20520"/>
                      </a:cubicBezTo>
                      <a:cubicBezTo>
                        <a:pt x="11181" y="20655"/>
                        <a:pt x="11181" y="20655"/>
                        <a:pt x="11181" y="20655"/>
                      </a:cubicBezTo>
                      <a:cubicBezTo>
                        <a:pt x="11181" y="20520"/>
                        <a:pt x="11181" y="20520"/>
                        <a:pt x="11181" y="20520"/>
                      </a:cubicBezTo>
                      <a:cubicBezTo>
                        <a:pt x="11181" y="20385"/>
                        <a:pt x="11181" y="20385"/>
                        <a:pt x="11181" y="20385"/>
                      </a:cubicBezTo>
                      <a:cubicBezTo>
                        <a:pt x="11181" y="20250"/>
                        <a:pt x="11181" y="20115"/>
                        <a:pt x="11435" y="20115"/>
                      </a:cubicBezTo>
                      <a:cubicBezTo>
                        <a:pt x="11181" y="20115"/>
                        <a:pt x="10673" y="19980"/>
                        <a:pt x="10673" y="19845"/>
                      </a:cubicBezTo>
                      <a:cubicBezTo>
                        <a:pt x="10419" y="19845"/>
                        <a:pt x="10419" y="19575"/>
                        <a:pt x="10419" y="19575"/>
                      </a:cubicBezTo>
                      <a:cubicBezTo>
                        <a:pt x="10165" y="19575"/>
                        <a:pt x="9656" y="19035"/>
                        <a:pt x="9656" y="18765"/>
                      </a:cubicBezTo>
                      <a:cubicBezTo>
                        <a:pt x="9148" y="18765"/>
                        <a:pt x="8894" y="18765"/>
                        <a:pt x="8894" y="18765"/>
                      </a:cubicBezTo>
                      <a:cubicBezTo>
                        <a:pt x="8640" y="18765"/>
                        <a:pt x="8386" y="18765"/>
                        <a:pt x="8386" y="18765"/>
                      </a:cubicBezTo>
                      <a:cubicBezTo>
                        <a:pt x="8132" y="18630"/>
                        <a:pt x="8132" y="18630"/>
                        <a:pt x="8132" y="18630"/>
                      </a:cubicBezTo>
                      <a:cubicBezTo>
                        <a:pt x="7878" y="18495"/>
                        <a:pt x="7878" y="18495"/>
                        <a:pt x="7878" y="18495"/>
                      </a:cubicBezTo>
                      <a:cubicBezTo>
                        <a:pt x="6861" y="18225"/>
                        <a:pt x="6861" y="18225"/>
                        <a:pt x="6861" y="18225"/>
                      </a:cubicBezTo>
                      <a:cubicBezTo>
                        <a:pt x="3812" y="17280"/>
                        <a:pt x="3812" y="17280"/>
                        <a:pt x="3812" y="17280"/>
                      </a:cubicBezTo>
                      <a:cubicBezTo>
                        <a:pt x="3812" y="17280"/>
                        <a:pt x="3558" y="17010"/>
                        <a:pt x="3558" y="16875"/>
                      </a:cubicBezTo>
                      <a:cubicBezTo>
                        <a:pt x="3558" y="16875"/>
                        <a:pt x="3558" y="16875"/>
                        <a:pt x="3558" y="16740"/>
                      </a:cubicBezTo>
                      <a:cubicBezTo>
                        <a:pt x="3304" y="16740"/>
                        <a:pt x="3049" y="16740"/>
                        <a:pt x="3049" y="16605"/>
                      </a:cubicBezTo>
                      <a:cubicBezTo>
                        <a:pt x="2795" y="16605"/>
                        <a:pt x="2795" y="16470"/>
                        <a:pt x="2541" y="16335"/>
                      </a:cubicBezTo>
                      <a:cubicBezTo>
                        <a:pt x="2541" y="16335"/>
                        <a:pt x="2541" y="16200"/>
                        <a:pt x="2541" y="16200"/>
                      </a:cubicBezTo>
                      <a:cubicBezTo>
                        <a:pt x="3304" y="16200"/>
                        <a:pt x="3304" y="16200"/>
                        <a:pt x="3304" y="16200"/>
                      </a:cubicBezTo>
                      <a:cubicBezTo>
                        <a:pt x="3304" y="16200"/>
                        <a:pt x="3558" y="16335"/>
                        <a:pt x="3558" y="16335"/>
                      </a:cubicBezTo>
                      <a:cubicBezTo>
                        <a:pt x="3812" y="16335"/>
                        <a:pt x="3812" y="16605"/>
                        <a:pt x="3812" y="16605"/>
                      </a:cubicBezTo>
                      <a:cubicBezTo>
                        <a:pt x="3812" y="16605"/>
                        <a:pt x="4066" y="16875"/>
                        <a:pt x="4320" y="16875"/>
                      </a:cubicBezTo>
                      <a:cubicBezTo>
                        <a:pt x="4320" y="16875"/>
                        <a:pt x="4574" y="16875"/>
                        <a:pt x="4574" y="16875"/>
                      </a:cubicBezTo>
                      <a:cubicBezTo>
                        <a:pt x="4574" y="16875"/>
                        <a:pt x="4574" y="16875"/>
                        <a:pt x="4574" y="16875"/>
                      </a:cubicBezTo>
                      <a:cubicBezTo>
                        <a:pt x="4828" y="16605"/>
                        <a:pt x="4828" y="16605"/>
                        <a:pt x="4828" y="16605"/>
                      </a:cubicBezTo>
                      <a:cubicBezTo>
                        <a:pt x="4574" y="16470"/>
                        <a:pt x="4574" y="16470"/>
                        <a:pt x="4574" y="16470"/>
                      </a:cubicBezTo>
                      <a:cubicBezTo>
                        <a:pt x="4574" y="16065"/>
                        <a:pt x="4574" y="16065"/>
                        <a:pt x="4574" y="16065"/>
                      </a:cubicBezTo>
                      <a:cubicBezTo>
                        <a:pt x="4320" y="15930"/>
                        <a:pt x="4320" y="15930"/>
                        <a:pt x="4320" y="15930"/>
                      </a:cubicBezTo>
                      <a:cubicBezTo>
                        <a:pt x="4066" y="15660"/>
                        <a:pt x="4066" y="15660"/>
                        <a:pt x="4066" y="15660"/>
                      </a:cubicBezTo>
                      <a:cubicBezTo>
                        <a:pt x="3049" y="14985"/>
                        <a:pt x="3049" y="14985"/>
                        <a:pt x="3049" y="14985"/>
                      </a:cubicBezTo>
                      <a:cubicBezTo>
                        <a:pt x="2541" y="14580"/>
                        <a:pt x="2541" y="14580"/>
                        <a:pt x="2541" y="14580"/>
                      </a:cubicBezTo>
                      <a:cubicBezTo>
                        <a:pt x="3049" y="13905"/>
                        <a:pt x="3049" y="13905"/>
                        <a:pt x="3049" y="13905"/>
                      </a:cubicBezTo>
                      <a:cubicBezTo>
                        <a:pt x="2795" y="13635"/>
                        <a:pt x="2795" y="13635"/>
                        <a:pt x="2795" y="13635"/>
                      </a:cubicBezTo>
                      <a:cubicBezTo>
                        <a:pt x="2795" y="13635"/>
                        <a:pt x="3049" y="13500"/>
                        <a:pt x="3049" y="13500"/>
                      </a:cubicBezTo>
                      <a:cubicBezTo>
                        <a:pt x="3049" y="13500"/>
                        <a:pt x="3304" y="13365"/>
                        <a:pt x="3304" y="13365"/>
                      </a:cubicBezTo>
                      <a:cubicBezTo>
                        <a:pt x="3304" y="13365"/>
                        <a:pt x="3304" y="13230"/>
                        <a:pt x="3304" y="13230"/>
                      </a:cubicBezTo>
                      <a:cubicBezTo>
                        <a:pt x="3304" y="13095"/>
                        <a:pt x="3304" y="13095"/>
                        <a:pt x="3304" y="13095"/>
                      </a:cubicBezTo>
                      <a:cubicBezTo>
                        <a:pt x="3558" y="12825"/>
                        <a:pt x="3558" y="12825"/>
                        <a:pt x="3558" y="12825"/>
                      </a:cubicBezTo>
                      <a:cubicBezTo>
                        <a:pt x="3049" y="12825"/>
                        <a:pt x="3049" y="12825"/>
                        <a:pt x="3049" y="12825"/>
                      </a:cubicBezTo>
                      <a:cubicBezTo>
                        <a:pt x="3049" y="12690"/>
                        <a:pt x="3304" y="12555"/>
                        <a:pt x="3304" y="12555"/>
                      </a:cubicBezTo>
                      <a:cubicBezTo>
                        <a:pt x="3304" y="12555"/>
                        <a:pt x="3304" y="12555"/>
                        <a:pt x="3558" y="12555"/>
                      </a:cubicBezTo>
                      <a:cubicBezTo>
                        <a:pt x="4066" y="12285"/>
                        <a:pt x="4066" y="12285"/>
                        <a:pt x="4066" y="12285"/>
                      </a:cubicBezTo>
                      <a:cubicBezTo>
                        <a:pt x="4066" y="12150"/>
                        <a:pt x="4066" y="12150"/>
                        <a:pt x="4066" y="12150"/>
                      </a:cubicBezTo>
                      <a:cubicBezTo>
                        <a:pt x="3304" y="12015"/>
                        <a:pt x="3304" y="12015"/>
                        <a:pt x="3304" y="12015"/>
                      </a:cubicBezTo>
                      <a:cubicBezTo>
                        <a:pt x="3558" y="11610"/>
                        <a:pt x="3558" y="11610"/>
                        <a:pt x="3558" y="11610"/>
                      </a:cubicBezTo>
                      <a:cubicBezTo>
                        <a:pt x="3304" y="11475"/>
                        <a:pt x="3049" y="11205"/>
                        <a:pt x="3049" y="11205"/>
                      </a:cubicBezTo>
                      <a:cubicBezTo>
                        <a:pt x="3304" y="10935"/>
                        <a:pt x="3304" y="10935"/>
                        <a:pt x="3304" y="10935"/>
                      </a:cubicBezTo>
                      <a:cubicBezTo>
                        <a:pt x="3304" y="10935"/>
                        <a:pt x="3558" y="10530"/>
                        <a:pt x="3558" y="10395"/>
                      </a:cubicBezTo>
                      <a:cubicBezTo>
                        <a:pt x="3558" y="10260"/>
                        <a:pt x="3558" y="10125"/>
                        <a:pt x="3558" y="10125"/>
                      </a:cubicBezTo>
                      <a:cubicBezTo>
                        <a:pt x="3558" y="9990"/>
                        <a:pt x="3558" y="9990"/>
                        <a:pt x="3558" y="9990"/>
                      </a:cubicBezTo>
                      <a:cubicBezTo>
                        <a:pt x="3304" y="9855"/>
                        <a:pt x="3049" y="9720"/>
                        <a:pt x="3049" y="9720"/>
                      </a:cubicBezTo>
                      <a:cubicBezTo>
                        <a:pt x="3049" y="9720"/>
                        <a:pt x="2795" y="9720"/>
                        <a:pt x="2795" y="9585"/>
                      </a:cubicBezTo>
                      <a:cubicBezTo>
                        <a:pt x="2541" y="9585"/>
                        <a:pt x="2541" y="9585"/>
                        <a:pt x="2541" y="9585"/>
                      </a:cubicBezTo>
                      <a:cubicBezTo>
                        <a:pt x="2033" y="9315"/>
                        <a:pt x="2033" y="9315"/>
                        <a:pt x="2033" y="9315"/>
                      </a:cubicBezTo>
                      <a:cubicBezTo>
                        <a:pt x="2795" y="9045"/>
                        <a:pt x="2795" y="9045"/>
                        <a:pt x="2795" y="9045"/>
                      </a:cubicBezTo>
                      <a:cubicBezTo>
                        <a:pt x="2795" y="8910"/>
                        <a:pt x="2795" y="8910"/>
                        <a:pt x="2795" y="8910"/>
                      </a:cubicBezTo>
                      <a:cubicBezTo>
                        <a:pt x="3049" y="8775"/>
                        <a:pt x="3304" y="8775"/>
                        <a:pt x="3304" y="8775"/>
                      </a:cubicBezTo>
                      <a:cubicBezTo>
                        <a:pt x="3304" y="8775"/>
                        <a:pt x="3558" y="8640"/>
                        <a:pt x="3558" y="8640"/>
                      </a:cubicBezTo>
                      <a:cubicBezTo>
                        <a:pt x="3558" y="8505"/>
                        <a:pt x="3558" y="8370"/>
                        <a:pt x="3558" y="8235"/>
                      </a:cubicBezTo>
                      <a:cubicBezTo>
                        <a:pt x="2795" y="8100"/>
                        <a:pt x="2795" y="8100"/>
                        <a:pt x="2795" y="8100"/>
                      </a:cubicBezTo>
                      <a:cubicBezTo>
                        <a:pt x="2795" y="7965"/>
                        <a:pt x="2795" y="7965"/>
                        <a:pt x="2795" y="7965"/>
                      </a:cubicBezTo>
                      <a:cubicBezTo>
                        <a:pt x="2795" y="7965"/>
                        <a:pt x="3049" y="7965"/>
                        <a:pt x="3304" y="7830"/>
                      </a:cubicBezTo>
                      <a:cubicBezTo>
                        <a:pt x="3558" y="7830"/>
                        <a:pt x="3812" y="7695"/>
                        <a:pt x="3812" y="7695"/>
                      </a:cubicBezTo>
                      <a:cubicBezTo>
                        <a:pt x="4066" y="7695"/>
                        <a:pt x="4066" y="7560"/>
                        <a:pt x="4066" y="7425"/>
                      </a:cubicBezTo>
                      <a:cubicBezTo>
                        <a:pt x="3558" y="7290"/>
                        <a:pt x="3558" y="7290"/>
                        <a:pt x="3558" y="7290"/>
                      </a:cubicBezTo>
                      <a:cubicBezTo>
                        <a:pt x="3812" y="7020"/>
                        <a:pt x="3812" y="7020"/>
                        <a:pt x="3812" y="7020"/>
                      </a:cubicBezTo>
                      <a:cubicBezTo>
                        <a:pt x="3558" y="6615"/>
                        <a:pt x="3558" y="6615"/>
                        <a:pt x="3558" y="6615"/>
                      </a:cubicBezTo>
                      <a:cubicBezTo>
                        <a:pt x="3812" y="6345"/>
                        <a:pt x="3812" y="6345"/>
                        <a:pt x="3812" y="6345"/>
                      </a:cubicBezTo>
                      <a:cubicBezTo>
                        <a:pt x="3558" y="6210"/>
                        <a:pt x="3558" y="6210"/>
                        <a:pt x="3558" y="6210"/>
                      </a:cubicBezTo>
                      <a:cubicBezTo>
                        <a:pt x="2541" y="5940"/>
                        <a:pt x="2541" y="5940"/>
                        <a:pt x="2541" y="5940"/>
                      </a:cubicBezTo>
                      <a:cubicBezTo>
                        <a:pt x="2287" y="5940"/>
                        <a:pt x="2287" y="5940"/>
                        <a:pt x="2287" y="5940"/>
                      </a:cubicBezTo>
                      <a:cubicBezTo>
                        <a:pt x="2033" y="5940"/>
                        <a:pt x="1779" y="6075"/>
                        <a:pt x="1779" y="6075"/>
                      </a:cubicBezTo>
                      <a:cubicBezTo>
                        <a:pt x="1016" y="5940"/>
                        <a:pt x="1016" y="5805"/>
                        <a:pt x="1016" y="5805"/>
                      </a:cubicBezTo>
                      <a:cubicBezTo>
                        <a:pt x="1271" y="5805"/>
                        <a:pt x="1271" y="5670"/>
                        <a:pt x="1271" y="5670"/>
                      </a:cubicBezTo>
                      <a:cubicBezTo>
                        <a:pt x="1016" y="5535"/>
                        <a:pt x="1016" y="5535"/>
                        <a:pt x="1016" y="5535"/>
                      </a:cubicBezTo>
                      <a:cubicBezTo>
                        <a:pt x="1016" y="5265"/>
                        <a:pt x="1016" y="5265"/>
                        <a:pt x="1016" y="5265"/>
                      </a:cubicBezTo>
                      <a:cubicBezTo>
                        <a:pt x="1016" y="5265"/>
                        <a:pt x="1271" y="4995"/>
                        <a:pt x="1271" y="4995"/>
                      </a:cubicBezTo>
                      <a:cubicBezTo>
                        <a:pt x="1016" y="4860"/>
                        <a:pt x="1016" y="4725"/>
                        <a:pt x="1016" y="4725"/>
                      </a:cubicBezTo>
                      <a:cubicBezTo>
                        <a:pt x="1271" y="4455"/>
                        <a:pt x="1271" y="4455"/>
                        <a:pt x="1271" y="4455"/>
                      </a:cubicBezTo>
                      <a:cubicBezTo>
                        <a:pt x="1271" y="4320"/>
                        <a:pt x="1271" y="4320"/>
                        <a:pt x="1271" y="4320"/>
                      </a:cubicBezTo>
                      <a:cubicBezTo>
                        <a:pt x="1271" y="4185"/>
                        <a:pt x="1271" y="4050"/>
                        <a:pt x="1271" y="4050"/>
                      </a:cubicBezTo>
                      <a:cubicBezTo>
                        <a:pt x="254" y="3780"/>
                        <a:pt x="254" y="3780"/>
                        <a:pt x="254" y="3780"/>
                      </a:cubicBezTo>
                      <a:cubicBezTo>
                        <a:pt x="0" y="3645"/>
                        <a:pt x="0" y="3645"/>
                        <a:pt x="0" y="3645"/>
                      </a:cubicBezTo>
                      <a:cubicBezTo>
                        <a:pt x="0" y="3375"/>
                        <a:pt x="0" y="3375"/>
                        <a:pt x="0" y="3375"/>
                      </a:cubicBezTo>
                      <a:cubicBezTo>
                        <a:pt x="508" y="3105"/>
                        <a:pt x="508" y="3105"/>
                        <a:pt x="508" y="3105"/>
                      </a:cubicBezTo>
                      <a:cubicBezTo>
                        <a:pt x="762" y="2835"/>
                        <a:pt x="762" y="2835"/>
                        <a:pt x="762" y="2835"/>
                      </a:cubicBezTo>
                      <a:cubicBezTo>
                        <a:pt x="762" y="2700"/>
                        <a:pt x="762" y="2700"/>
                        <a:pt x="762" y="2565"/>
                      </a:cubicBezTo>
                      <a:cubicBezTo>
                        <a:pt x="762" y="2565"/>
                        <a:pt x="1016" y="2430"/>
                        <a:pt x="1016" y="2430"/>
                      </a:cubicBezTo>
                      <a:cubicBezTo>
                        <a:pt x="1016" y="2160"/>
                        <a:pt x="1016" y="2160"/>
                        <a:pt x="1016" y="2160"/>
                      </a:cubicBezTo>
                      <a:cubicBezTo>
                        <a:pt x="1016" y="2025"/>
                        <a:pt x="1016" y="2025"/>
                        <a:pt x="1016" y="2025"/>
                      </a:cubicBezTo>
                      <a:cubicBezTo>
                        <a:pt x="1271" y="1890"/>
                        <a:pt x="1271" y="1890"/>
                        <a:pt x="1271" y="1890"/>
                      </a:cubicBezTo>
                      <a:cubicBezTo>
                        <a:pt x="1271" y="1890"/>
                        <a:pt x="1525" y="1755"/>
                        <a:pt x="1779" y="1755"/>
                      </a:cubicBezTo>
                      <a:cubicBezTo>
                        <a:pt x="1779" y="1620"/>
                        <a:pt x="1779" y="1485"/>
                        <a:pt x="1779" y="1485"/>
                      </a:cubicBezTo>
                      <a:cubicBezTo>
                        <a:pt x="2795" y="675"/>
                        <a:pt x="2795" y="675"/>
                        <a:pt x="2795" y="675"/>
                      </a:cubicBezTo>
                      <a:cubicBezTo>
                        <a:pt x="2541" y="540"/>
                        <a:pt x="2541" y="540"/>
                        <a:pt x="2541" y="540"/>
                      </a:cubicBezTo>
                      <a:cubicBezTo>
                        <a:pt x="3304" y="0"/>
                        <a:pt x="3558" y="0"/>
                        <a:pt x="3558" y="0"/>
                      </a:cubicBezTo>
                      <a:cubicBezTo>
                        <a:pt x="3812" y="0"/>
                        <a:pt x="4066" y="0"/>
                        <a:pt x="4066" y="0"/>
                      </a:cubicBezTo>
                      <a:cubicBezTo>
                        <a:pt x="4320" y="135"/>
                        <a:pt x="4320" y="135"/>
                        <a:pt x="4320" y="135"/>
                      </a:cubicBezTo>
                      <a:cubicBezTo>
                        <a:pt x="4574" y="270"/>
                        <a:pt x="4574" y="270"/>
                        <a:pt x="4574" y="270"/>
                      </a:cubicBezTo>
                      <a:cubicBezTo>
                        <a:pt x="4574" y="405"/>
                        <a:pt x="4574" y="405"/>
                        <a:pt x="4574" y="405"/>
                      </a:cubicBezTo>
                      <a:cubicBezTo>
                        <a:pt x="4574" y="540"/>
                        <a:pt x="4320" y="540"/>
                        <a:pt x="4320" y="675"/>
                      </a:cubicBezTo>
                      <a:cubicBezTo>
                        <a:pt x="4574" y="675"/>
                        <a:pt x="4320" y="810"/>
                        <a:pt x="4320" y="810"/>
                      </a:cubicBezTo>
                      <a:cubicBezTo>
                        <a:pt x="4574" y="810"/>
                        <a:pt x="4574" y="945"/>
                        <a:pt x="4574" y="945"/>
                      </a:cubicBezTo>
                      <a:cubicBezTo>
                        <a:pt x="4828" y="1080"/>
                        <a:pt x="4828" y="1080"/>
                        <a:pt x="4828" y="1080"/>
                      </a:cubicBezTo>
                      <a:cubicBezTo>
                        <a:pt x="4828" y="1215"/>
                        <a:pt x="5082" y="1215"/>
                        <a:pt x="5082" y="1215"/>
                      </a:cubicBezTo>
                      <a:cubicBezTo>
                        <a:pt x="5591" y="1080"/>
                        <a:pt x="5591" y="1080"/>
                        <a:pt x="5591" y="1080"/>
                      </a:cubicBezTo>
                      <a:cubicBezTo>
                        <a:pt x="6099" y="945"/>
                        <a:pt x="6099" y="945"/>
                        <a:pt x="6099" y="945"/>
                      </a:cubicBezTo>
                      <a:cubicBezTo>
                        <a:pt x="6099" y="945"/>
                        <a:pt x="6607" y="810"/>
                        <a:pt x="6861" y="810"/>
                      </a:cubicBezTo>
                      <a:cubicBezTo>
                        <a:pt x="6861" y="810"/>
                        <a:pt x="6861" y="675"/>
                        <a:pt x="7115" y="540"/>
                      </a:cubicBezTo>
                      <a:cubicBezTo>
                        <a:pt x="7369" y="540"/>
                        <a:pt x="7369" y="540"/>
                        <a:pt x="7369" y="540"/>
                      </a:cubicBezTo>
                      <a:cubicBezTo>
                        <a:pt x="7878" y="540"/>
                        <a:pt x="7878" y="540"/>
                        <a:pt x="7878" y="540"/>
                      </a:cubicBezTo>
                      <a:cubicBezTo>
                        <a:pt x="8132" y="810"/>
                        <a:pt x="8132" y="810"/>
                        <a:pt x="8132" y="810"/>
                      </a:cubicBezTo>
                      <a:cubicBezTo>
                        <a:pt x="8640" y="945"/>
                        <a:pt x="8640" y="945"/>
                        <a:pt x="8640" y="945"/>
                      </a:cubicBezTo>
                      <a:cubicBezTo>
                        <a:pt x="9148" y="1215"/>
                        <a:pt x="9148" y="1215"/>
                        <a:pt x="9148" y="1215"/>
                      </a:cubicBezTo>
                      <a:cubicBezTo>
                        <a:pt x="9402" y="1620"/>
                        <a:pt x="9402" y="1620"/>
                        <a:pt x="9402" y="1620"/>
                      </a:cubicBezTo>
                      <a:cubicBezTo>
                        <a:pt x="9911" y="2025"/>
                        <a:pt x="9911" y="2025"/>
                        <a:pt x="9911" y="2025"/>
                      </a:cubicBezTo>
                      <a:cubicBezTo>
                        <a:pt x="10165" y="1890"/>
                        <a:pt x="10165" y="1890"/>
                        <a:pt x="10165" y="1890"/>
                      </a:cubicBezTo>
                      <a:cubicBezTo>
                        <a:pt x="10673" y="2160"/>
                        <a:pt x="10673" y="2160"/>
                        <a:pt x="10673" y="2160"/>
                      </a:cubicBezTo>
                      <a:cubicBezTo>
                        <a:pt x="11181" y="2295"/>
                        <a:pt x="11181" y="2295"/>
                        <a:pt x="11181" y="2295"/>
                      </a:cubicBezTo>
                      <a:cubicBezTo>
                        <a:pt x="11181" y="2295"/>
                        <a:pt x="11689" y="2295"/>
                        <a:pt x="12198" y="2430"/>
                      </a:cubicBezTo>
                      <a:cubicBezTo>
                        <a:pt x="12452" y="2430"/>
                        <a:pt x="12452" y="2565"/>
                        <a:pt x="12452" y="2565"/>
                      </a:cubicBezTo>
                      <a:cubicBezTo>
                        <a:pt x="12706" y="2835"/>
                        <a:pt x="13214" y="3105"/>
                        <a:pt x="13214" y="3105"/>
                      </a:cubicBezTo>
                      <a:cubicBezTo>
                        <a:pt x="13468" y="3510"/>
                        <a:pt x="13468" y="3510"/>
                        <a:pt x="13468" y="3510"/>
                      </a:cubicBezTo>
                      <a:cubicBezTo>
                        <a:pt x="13468" y="3510"/>
                        <a:pt x="13722" y="3780"/>
                        <a:pt x="13722" y="3915"/>
                      </a:cubicBezTo>
                      <a:cubicBezTo>
                        <a:pt x="13722" y="3915"/>
                        <a:pt x="13722" y="4050"/>
                        <a:pt x="13722" y="4050"/>
                      </a:cubicBezTo>
                      <a:cubicBezTo>
                        <a:pt x="14485" y="4455"/>
                        <a:pt x="14485" y="4455"/>
                        <a:pt x="14485" y="4455"/>
                      </a:cubicBezTo>
                      <a:cubicBezTo>
                        <a:pt x="14231" y="4860"/>
                        <a:pt x="14231" y="4860"/>
                        <a:pt x="14231" y="4860"/>
                      </a:cubicBezTo>
                      <a:cubicBezTo>
                        <a:pt x="13976" y="5130"/>
                        <a:pt x="13976" y="5130"/>
                        <a:pt x="13976" y="5130"/>
                      </a:cubicBezTo>
                      <a:cubicBezTo>
                        <a:pt x="13976" y="5130"/>
                        <a:pt x="13976" y="5400"/>
                        <a:pt x="13976" y="5400"/>
                      </a:cubicBezTo>
                      <a:cubicBezTo>
                        <a:pt x="13976" y="5400"/>
                        <a:pt x="13976" y="5670"/>
                        <a:pt x="13976" y="5670"/>
                      </a:cubicBezTo>
                      <a:cubicBezTo>
                        <a:pt x="13722" y="5805"/>
                        <a:pt x="13722" y="5805"/>
                        <a:pt x="13722" y="5805"/>
                      </a:cubicBezTo>
                      <a:cubicBezTo>
                        <a:pt x="13976" y="6480"/>
                        <a:pt x="13976" y="6480"/>
                        <a:pt x="13976" y="6480"/>
                      </a:cubicBezTo>
                      <a:cubicBezTo>
                        <a:pt x="13722" y="6885"/>
                        <a:pt x="13722" y="6885"/>
                        <a:pt x="13722" y="6885"/>
                      </a:cubicBezTo>
                      <a:cubicBezTo>
                        <a:pt x="13976" y="6885"/>
                        <a:pt x="14231" y="7020"/>
                        <a:pt x="14231" y="7155"/>
                      </a:cubicBezTo>
                      <a:cubicBezTo>
                        <a:pt x="14485" y="7155"/>
                        <a:pt x="14231" y="7290"/>
                        <a:pt x="14231" y="7290"/>
                      </a:cubicBezTo>
                      <a:cubicBezTo>
                        <a:pt x="13976" y="7425"/>
                        <a:pt x="13976" y="7425"/>
                        <a:pt x="13722" y="7560"/>
                      </a:cubicBezTo>
                      <a:cubicBezTo>
                        <a:pt x="13468" y="7560"/>
                        <a:pt x="13468" y="7560"/>
                        <a:pt x="13468" y="7560"/>
                      </a:cubicBezTo>
                      <a:cubicBezTo>
                        <a:pt x="13468" y="7695"/>
                        <a:pt x="13214" y="7695"/>
                        <a:pt x="13214" y="7695"/>
                      </a:cubicBezTo>
                      <a:cubicBezTo>
                        <a:pt x="13214" y="7695"/>
                        <a:pt x="13214" y="7830"/>
                        <a:pt x="13214" y="7965"/>
                      </a:cubicBezTo>
                      <a:cubicBezTo>
                        <a:pt x="13468" y="8100"/>
                        <a:pt x="13976" y="8235"/>
                        <a:pt x="13976" y="8235"/>
                      </a:cubicBezTo>
                      <a:cubicBezTo>
                        <a:pt x="13976" y="8235"/>
                        <a:pt x="14485" y="8505"/>
                        <a:pt x="14485" y="8640"/>
                      </a:cubicBezTo>
                      <a:cubicBezTo>
                        <a:pt x="14739" y="8640"/>
                        <a:pt x="14485" y="8775"/>
                        <a:pt x="14485" y="8910"/>
                      </a:cubicBezTo>
                      <a:cubicBezTo>
                        <a:pt x="14485" y="8910"/>
                        <a:pt x="14485" y="9045"/>
                        <a:pt x="13976" y="9180"/>
                      </a:cubicBezTo>
                      <a:cubicBezTo>
                        <a:pt x="14231" y="9315"/>
                        <a:pt x="14231" y="9315"/>
                        <a:pt x="14231" y="9315"/>
                      </a:cubicBezTo>
                      <a:cubicBezTo>
                        <a:pt x="14485" y="9720"/>
                        <a:pt x="14485" y="9720"/>
                        <a:pt x="14485" y="9720"/>
                      </a:cubicBezTo>
                      <a:cubicBezTo>
                        <a:pt x="14485" y="9720"/>
                        <a:pt x="14485" y="9855"/>
                        <a:pt x="14485" y="9855"/>
                      </a:cubicBezTo>
                      <a:cubicBezTo>
                        <a:pt x="14739" y="9990"/>
                        <a:pt x="14993" y="10260"/>
                        <a:pt x="15247" y="10260"/>
                      </a:cubicBezTo>
                      <a:cubicBezTo>
                        <a:pt x="15247" y="10260"/>
                        <a:pt x="15501" y="10530"/>
                        <a:pt x="15501" y="10665"/>
                      </a:cubicBezTo>
                      <a:cubicBezTo>
                        <a:pt x="15501" y="10665"/>
                        <a:pt x="15501" y="10800"/>
                        <a:pt x="15501" y="10800"/>
                      </a:cubicBezTo>
                      <a:cubicBezTo>
                        <a:pt x="15501" y="10800"/>
                        <a:pt x="15755" y="10800"/>
                        <a:pt x="15755" y="10800"/>
                      </a:cubicBezTo>
                      <a:cubicBezTo>
                        <a:pt x="16009" y="10935"/>
                        <a:pt x="16518" y="10935"/>
                        <a:pt x="16518" y="10935"/>
                      </a:cubicBezTo>
                      <a:cubicBezTo>
                        <a:pt x="16518" y="10935"/>
                        <a:pt x="16772" y="11070"/>
                        <a:pt x="16772" y="11205"/>
                      </a:cubicBezTo>
                      <a:cubicBezTo>
                        <a:pt x="17026" y="11340"/>
                        <a:pt x="17280" y="11610"/>
                        <a:pt x="17280" y="11745"/>
                      </a:cubicBezTo>
                      <a:cubicBezTo>
                        <a:pt x="17280" y="11745"/>
                        <a:pt x="17280" y="11880"/>
                        <a:pt x="17280" y="11880"/>
                      </a:cubicBezTo>
                      <a:cubicBezTo>
                        <a:pt x="17280" y="12015"/>
                        <a:pt x="17280" y="12015"/>
                        <a:pt x="17280" y="12015"/>
                      </a:cubicBezTo>
                      <a:cubicBezTo>
                        <a:pt x="17280" y="12150"/>
                        <a:pt x="17534" y="12015"/>
                        <a:pt x="17534" y="12015"/>
                      </a:cubicBezTo>
                      <a:cubicBezTo>
                        <a:pt x="17534" y="12015"/>
                        <a:pt x="17788" y="11880"/>
                        <a:pt x="17788" y="11880"/>
                      </a:cubicBezTo>
                      <a:cubicBezTo>
                        <a:pt x="18042" y="11880"/>
                        <a:pt x="18296" y="11880"/>
                        <a:pt x="18551" y="11880"/>
                      </a:cubicBezTo>
                      <a:cubicBezTo>
                        <a:pt x="18805" y="11880"/>
                        <a:pt x="18805" y="11880"/>
                        <a:pt x="18805" y="11880"/>
                      </a:cubicBezTo>
                      <a:cubicBezTo>
                        <a:pt x="19313" y="11880"/>
                        <a:pt x="19313" y="11880"/>
                        <a:pt x="19567" y="11880"/>
                      </a:cubicBezTo>
                      <a:cubicBezTo>
                        <a:pt x="20075" y="12015"/>
                        <a:pt x="20075" y="12015"/>
                        <a:pt x="20075" y="12015"/>
                      </a:cubicBezTo>
                      <a:cubicBezTo>
                        <a:pt x="20329" y="12285"/>
                        <a:pt x="20329" y="12285"/>
                        <a:pt x="20329" y="12285"/>
                      </a:cubicBezTo>
                      <a:cubicBezTo>
                        <a:pt x="20329" y="12285"/>
                        <a:pt x="20584" y="12285"/>
                        <a:pt x="20584" y="12285"/>
                      </a:cubicBezTo>
                      <a:cubicBezTo>
                        <a:pt x="20838" y="12555"/>
                        <a:pt x="20838" y="12555"/>
                        <a:pt x="20838" y="12555"/>
                      </a:cubicBezTo>
                      <a:cubicBezTo>
                        <a:pt x="21346" y="12960"/>
                        <a:pt x="21346" y="12960"/>
                        <a:pt x="21346" y="12960"/>
                      </a:cubicBezTo>
                      <a:cubicBezTo>
                        <a:pt x="21600" y="14040"/>
                        <a:pt x="21600" y="14040"/>
                        <a:pt x="21600" y="14040"/>
                      </a:cubicBezTo>
                      <a:cubicBezTo>
                        <a:pt x="21092" y="14040"/>
                        <a:pt x="20584" y="14310"/>
                        <a:pt x="20329" y="14445"/>
                      </a:cubicBezTo>
                      <a:cubicBezTo>
                        <a:pt x="19567" y="15525"/>
                        <a:pt x="19567" y="15525"/>
                        <a:pt x="19567" y="15525"/>
                      </a:cubicBezTo>
                      <a:cubicBezTo>
                        <a:pt x="19059" y="16740"/>
                        <a:pt x="19059" y="16740"/>
                        <a:pt x="19059" y="16740"/>
                      </a:cubicBezTo>
                      <a:cubicBezTo>
                        <a:pt x="17788" y="17820"/>
                        <a:pt x="17788" y="17820"/>
                        <a:pt x="17788" y="17820"/>
                      </a:cubicBezTo>
                      <a:cubicBezTo>
                        <a:pt x="16009" y="18360"/>
                        <a:pt x="16009" y="18360"/>
                        <a:pt x="16009" y="18360"/>
                      </a:cubicBezTo>
                      <a:cubicBezTo>
                        <a:pt x="15755" y="18360"/>
                        <a:pt x="15755" y="18360"/>
                        <a:pt x="15755" y="18360"/>
                      </a:cubicBezTo>
                      <a:cubicBezTo>
                        <a:pt x="15755" y="18360"/>
                        <a:pt x="15501" y="18495"/>
                        <a:pt x="15501" y="18495"/>
                      </a:cubicBezTo>
                      <a:cubicBezTo>
                        <a:pt x="15247" y="18900"/>
                        <a:pt x="15247" y="18900"/>
                        <a:pt x="15247" y="18900"/>
                      </a:cubicBezTo>
                      <a:cubicBezTo>
                        <a:pt x="14993" y="19035"/>
                        <a:pt x="14993" y="19035"/>
                        <a:pt x="14993" y="19035"/>
                      </a:cubicBezTo>
                      <a:cubicBezTo>
                        <a:pt x="14739" y="19035"/>
                        <a:pt x="14739" y="19035"/>
                        <a:pt x="14739" y="19035"/>
                      </a:cubicBezTo>
                      <a:cubicBezTo>
                        <a:pt x="14739" y="19170"/>
                        <a:pt x="14739" y="19170"/>
                        <a:pt x="14739" y="19170"/>
                      </a:cubicBezTo>
                      <a:cubicBezTo>
                        <a:pt x="14739" y="19305"/>
                        <a:pt x="14739" y="19305"/>
                        <a:pt x="14739" y="19440"/>
                      </a:cubicBezTo>
                      <a:cubicBezTo>
                        <a:pt x="14739" y="19440"/>
                        <a:pt x="14739" y="19440"/>
                        <a:pt x="14739" y="19575"/>
                      </a:cubicBezTo>
                      <a:cubicBezTo>
                        <a:pt x="14739" y="19575"/>
                        <a:pt x="14993" y="19575"/>
                        <a:pt x="14993" y="19710"/>
                      </a:cubicBezTo>
                      <a:cubicBezTo>
                        <a:pt x="14993" y="19710"/>
                        <a:pt x="15247" y="19845"/>
                        <a:pt x="15501" y="19845"/>
                      </a:cubicBezTo>
                      <a:cubicBezTo>
                        <a:pt x="15755" y="19980"/>
                        <a:pt x="16009" y="19980"/>
                        <a:pt x="16009" y="19980"/>
                      </a:cubicBezTo>
                      <a:cubicBezTo>
                        <a:pt x="16264" y="20250"/>
                        <a:pt x="16264" y="20250"/>
                        <a:pt x="16264" y="20250"/>
                      </a:cubicBezTo>
                      <a:cubicBezTo>
                        <a:pt x="16009" y="20385"/>
                        <a:pt x="15755" y="20385"/>
                        <a:pt x="15501" y="20385"/>
                      </a:cubicBezTo>
                      <a:cubicBezTo>
                        <a:pt x="15501" y="20385"/>
                        <a:pt x="15247" y="20385"/>
                        <a:pt x="15247" y="20385"/>
                      </a:cubicBezTo>
                      <a:cubicBezTo>
                        <a:pt x="14993" y="20385"/>
                        <a:pt x="14993" y="20385"/>
                        <a:pt x="14739" y="20385"/>
                      </a:cubicBezTo>
                      <a:cubicBezTo>
                        <a:pt x="14739" y="20385"/>
                        <a:pt x="14739" y="20520"/>
                        <a:pt x="14739" y="20655"/>
                      </a:cubicBezTo>
                      <a:cubicBezTo>
                        <a:pt x="14993" y="20790"/>
                        <a:pt x="14993" y="20790"/>
                        <a:pt x="14993" y="20790"/>
                      </a:cubicBezTo>
                      <a:cubicBezTo>
                        <a:pt x="14993" y="20790"/>
                        <a:pt x="14993" y="21060"/>
                        <a:pt x="14993" y="21060"/>
                      </a:cubicBezTo>
                      <a:cubicBezTo>
                        <a:pt x="14993" y="21060"/>
                        <a:pt x="14993" y="21195"/>
                        <a:pt x="14485" y="21330"/>
                      </a:cubicBezTo>
                      <a:cubicBezTo>
                        <a:pt x="14231" y="21600"/>
                        <a:pt x="14231" y="21600"/>
                        <a:pt x="14231" y="21600"/>
                      </a:cubicBezTo>
                      <a:cubicBezTo>
                        <a:pt x="13214" y="21600"/>
                        <a:pt x="13214" y="21600"/>
                        <a:pt x="13214" y="21600"/>
                      </a:cubicBezTo>
                      <a:cubicBezTo>
                        <a:pt x="13214" y="21600"/>
                        <a:pt x="13214" y="21600"/>
                        <a:pt x="13214" y="21600"/>
                      </a:cubicBezTo>
                      <a:close/>
                      <a:moveTo>
                        <a:pt x="12452" y="21330"/>
                      </a:moveTo>
                      <a:cubicBezTo>
                        <a:pt x="12452" y="21330"/>
                        <a:pt x="12452" y="21330"/>
                        <a:pt x="12452" y="21330"/>
                      </a:cubicBezTo>
                      <a:cubicBezTo>
                        <a:pt x="13214" y="21465"/>
                        <a:pt x="13214" y="21465"/>
                        <a:pt x="13214" y="21465"/>
                      </a:cubicBezTo>
                      <a:cubicBezTo>
                        <a:pt x="13976" y="21465"/>
                        <a:pt x="13976" y="21465"/>
                        <a:pt x="13976" y="21465"/>
                      </a:cubicBezTo>
                      <a:cubicBezTo>
                        <a:pt x="14485" y="21330"/>
                        <a:pt x="14485" y="21330"/>
                        <a:pt x="14485" y="21330"/>
                      </a:cubicBezTo>
                      <a:cubicBezTo>
                        <a:pt x="14739" y="21195"/>
                        <a:pt x="14993" y="21060"/>
                        <a:pt x="14993" y="21060"/>
                      </a:cubicBezTo>
                      <a:cubicBezTo>
                        <a:pt x="14993" y="21060"/>
                        <a:pt x="14739" y="20790"/>
                        <a:pt x="14739" y="20790"/>
                      </a:cubicBezTo>
                      <a:cubicBezTo>
                        <a:pt x="14739" y="20655"/>
                        <a:pt x="14739" y="20655"/>
                        <a:pt x="14739" y="20655"/>
                      </a:cubicBezTo>
                      <a:cubicBezTo>
                        <a:pt x="14739" y="20655"/>
                        <a:pt x="14485" y="20520"/>
                        <a:pt x="14485" y="20385"/>
                      </a:cubicBezTo>
                      <a:cubicBezTo>
                        <a:pt x="14485" y="20385"/>
                        <a:pt x="14739" y="20250"/>
                        <a:pt x="14739" y="20250"/>
                      </a:cubicBezTo>
                      <a:cubicBezTo>
                        <a:pt x="14993" y="20250"/>
                        <a:pt x="14993" y="20250"/>
                        <a:pt x="14993" y="20250"/>
                      </a:cubicBezTo>
                      <a:cubicBezTo>
                        <a:pt x="14993" y="20250"/>
                        <a:pt x="15247" y="20250"/>
                        <a:pt x="15247" y="20250"/>
                      </a:cubicBezTo>
                      <a:cubicBezTo>
                        <a:pt x="15501" y="20385"/>
                        <a:pt x="15501" y="20385"/>
                        <a:pt x="15501" y="20385"/>
                      </a:cubicBezTo>
                      <a:cubicBezTo>
                        <a:pt x="15501" y="20385"/>
                        <a:pt x="15501" y="20385"/>
                        <a:pt x="15501" y="20385"/>
                      </a:cubicBezTo>
                      <a:cubicBezTo>
                        <a:pt x="15755" y="20385"/>
                        <a:pt x="16009" y="20250"/>
                        <a:pt x="16009" y="20115"/>
                      </a:cubicBezTo>
                      <a:cubicBezTo>
                        <a:pt x="16009" y="20115"/>
                        <a:pt x="16009" y="20115"/>
                        <a:pt x="16009" y="20115"/>
                      </a:cubicBezTo>
                      <a:cubicBezTo>
                        <a:pt x="15755" y="20115"/>
                        <a:pt x="15755" y="19980"/>
                        <a:pt x="15501" y="19980"/>
                      </a:cubicBezTo>
                      <a:cubicBezTo>
                        <a:pt x="14993" y="19845"/>
                        <a:pt x="14739" y="19710"/>
                        <a:pt x="14739" y="19710"/>
                      </a:cubicBezTo>
                      <a:cubicBezTo>
                        <a:pt x="14739" y="19710"/>
                        <a:pt x="14739" y="19575"/>
                        <a:pt x="14739" y="19575"/>
                      </a:cubicBezTo>
                      <a:cubicBezTo>
                        <a:pt x="14485" y="19575"/>
                        <a:pt x="14485" y="19440"/>
                        <a:pt x="14485" y="19440"/>
                      </a:cubicBezTo>
                      <a:cubicBezTo>
                        <a:pt x="14485" y="19305"/>
                        <a:pt x="14485" y="19170"/>
                        <a:pt x="14485" y="19170"/>
                      </a:cubicBezTo>
                      <a:cubicBezTo>
                        <a:pt x="14485" y="19035"/>
                        <a:pt x="14485" y="19035"/>
                        <a:pt x="14485" y="19035"/>
                      </a:cubicBezTo>
                      <a:cubicBezTo>
                        <a:pt x="14485" y="19035"/>
                        <a:pt x="14739" y="18900"/>
                        <a:pt x="14993" y="18900"/>
                      </a:cubicBezTo>
                      <a:cubicBezTo>
                        <a:pt x="15247" y="18900"/>
                        <a:pt x="15247" y="18900"/>
                        <a:pt x="15247" y="18900"/>
                      </a:cubicBezTo>
                      <a:cubicBezTo>
                        <a:pt x="15501" y="18495"/>
                        <a:pt x="15501" y="18495"/>
                        <a:pt x="15501" y="18495"/>
                      </a:cubicBezTo>
                      <a:cubicBezTo>
                        <a:pt x="15501" y="18495"/>
                        <a:pt x="15501" y="18360"/>
                        <a:pt x="15755" y="18360"/>
                      </a:cubicBezTo>
                      <a:cubicBezTo>
                        <a:pt x="16009" y="18360"/>
                        <a:pt x="16009" y="18360"/>
                        <a:pt x="16009" y="18360"/>
                      </a:cubicBezTo>
                      <a:cubicBezTo>
                        <a:pt x="16009" y="18360"/>
                        <a:pt x="16009" y="18360"/>
                        <a:pt x="16009" y="18360"/>
                      </a:cubicBezTo>
                      <a:cubicBezTo>
                        <a:pt x="17788" y="17820"/>
                        <a:pt x="17788" y="17820"/>
                        <a:pt x="17788" y="17820"/>
                      </a:cubicBezTo>
                      <a:cubicBezTo>
                        <a:pt x="19059" y="16740"/>
                        <a:pt x="19059" y="16740"/>
                        <a:pt x="19059" y="16740"/>
                      </a:cubicBezTo>
                      <a:cubicBezTo>
                        <a:pt x="19313" y="15525"/>
                        <a:pt x="19313" y="15525"/>
                        <a:pt x="19313" y="15525"/>
                      </a:cubicBezTo>
                      <a:cubicBezTo>
                        <a:pt x="20075" y="14445"/>
                        <a:pt x="20075" y="14445"/>
                        <a:pt x="20075" y="14445"/>
                      </a:cubicBezTo>
                      <a:cubicBezTo>
                        <a:pt x="20329" y="14310"/>
                        <a:pt x="21092" y="14040"/>
                        <a:pt x="21346" y="14040"/>
                      </a:cubicBezTo>
                      <a:cubicBezTo>
                        <a:pt x="21346" y="13905"/>
                        <a:pt x="21346" y="13500"/>
                        <a:pt x="21092" y="12960"/>
                      </a:cubicBezTo>
                      <a:cubicBezTo>
                        <a:pt x="20584" y="12555"/>
                        <a:pt x="20584" y="12555"/>
                        <a:pt x="20584" y="12555"/>
                      </a:cubicBezTo>
                      <a:cubicBezTo>
                        <a:pt x="20584" y="12285"/>
                        <a:pt x="20584" y="12285"/>
                        <a:pt x="20584" y="12285"/>
                      </a:cubicBezTo>
                      <a:cubicBezTo>
                        <a:pt x="20584" y="12420"/>
                        <a:pt x="20329" y="12420"/>
                        <a:pt x="20329" y="12285"/>
                      </a:cubicBezTo>
                      <a:cubicBezTo>
                        <a:pt x="20329" y="12285"/>
                        <a:pt x="20075" y="12285"/>
                        <a:pt x="20075" y="12285"/>
                      </a:cubicBezTo>
                      <a:cubicBezTo>
                        <a:pt x="20075" y="12150"/>
                        <a:pt x="20075" y="12150"/>
                        <a:pt x="20075" y="12150"/>
                      </a:cubicBezTo>
                      <a:cubicBezTo>
                        <a:pt x="19313" y="12015"/>
                        <a:pt x="19313" y="12015"/>
                        <a:pt x="19313" y="12015"/>
                      </a:cubicBezTo>
                      <a:cubicBezTo>
                        <a:pt x="19313" y="12015"/>
                        <a:pt x="19313" y="12015"/>
                        <a:pt x="19059" y="12015"/>
                      </a:cubicBezTo>
                      <a:cubicBezTo>
                        <a:pt x="19059" y="12015"/>
                        <a:pt x="18805" y="12015"/>
                        <a:pt x="18805" y="12015"/>
                      </a:cubicBezTo>
                      <a:cubicBezTo>
                        <a:pt x="18296" y="11880"/>
                        <a:pt x="18042" y="11880"/>
                        <a:pt x="18042" y="12015"/>
                      </a:cubicBezTo>
                      <a:cubicBezTo>
                        <a:pt x="17788" y="12015"/>
                        <a:pt x="17788" y="12015"/>
                        <a:pt x="17534" y="12150"/>
                      </a:cubicBezTo>
                      <a:cubicBezTo>
                        <a:pt x="17534" y="12150"/>
                        <a:pt x="17534" y="12150"/>
                        <a:pt x="17534" y="12150"/>
                      </a:cubicBezTo>
                      <a:cubicBezTo>
                        <a:pt x="17280" y="12285"/>
                        <a:pt x="17280" y="12150"/>
                        <a:pt x="17280" y="12150"/>
                      </a:cubicBezTo>
                      <a:cubicBezTo>
                        <a:pt x="17280" y="12150"/>
                        <a:pt x="17280" y="12150"/>
                        <a:pt x="17026" y="12150"/>
                      </a:cubicBezTo>
                      <a:cubicBezTo>
                        <a:pt x="17026" y="11880"/>
                        <a:pt x="17026" y="11880"/>
                        <a:pt x="17026" y="11880"/>
                      </a:cubicBezTo>
                      <a:cubicBezTo>
                        <a:pt x="17026" y="11880"/>
                        <a:pt x="17026" y="11745"/>
                        <a:pt x="17026" y="11745"/>
                      </a:cubicBezTo>
                      <a:cubicBezTo>
                        <a:pt x="17026" y="11610"/>
                        <a:pt x="16772" y="11340"/>
                        <a:pt x="16772" y="11205"/>
                      </a:cubicBezTo>
                      <a:cubicBezTo>
                        <a:pt x="16518" y="11070"/>
                        <a:pt x="16518" y="11070"/>
                        <a:pt x="16518" y="10935"/>
                      </a:cubicBezTo>
                      <a:cubicBezTo>
                        <a:pt x="16518" y="10935"/>
                        <a:pt x="16009" y="10935"/>
                        <a:pt x="16009" y="10935"/>
                      </a:cubicBezTo>
                      <a:cubicBezTo>
                        <a:pt x="15755" y="10935"/>
                        <a:pt x="15501" y="10935"/>
                        <a:pt x="15501" y="10935"/>
                      </a:cubicBezTo>
                      <a:cubicBezTo>
                        <a:pt x="15247" y="10800"/>
                        <a:pt x="15247" y="10665"/>
                        <a:pt x="15501" y="10530"/>
                      </a:cubicBezTo>
                      <a:cubicBezTo>
                        <a:pt x="15501" y="10530"/>
                        <a:pt x="15247" y="10395"/>
                        <a:pt x="14993" y="10260"/>
                      </a:cubicBezTo>
                      <a:cubicBezTo>
                        <a:pt x="14993" y="10260"/>
                        <a:pt x="14485" y="9855"/>
                        <a:pt x="14485" y="9855"/>
                      </a:cubicBezTo>
                      <a:cubicBezTo>
                        <a:pt x="14485" y="9855"/>
                        <a:pt x="14231" y="9855"/>
                        <a:pt x="14231" y="9720"/>
                      </a:cubicBezTo>
                      <a:cubicBezTo>
                        <a:pt x="13976" y="9180"/>
                        <a:pt x="13976" y="9180"/>
                        <a:pt x="13976" y="9180"/>
                      </a:cubicBezTo>
                      <a:cubicBezTo>
                        <a:pt x="14231" y="9045"/>
                        <a:pt x="14231" y="8910"/>
                        <a:pt x="14231" y="8910"/>
                      </a:cubicBezTo>
                      <a:cubicBezTo>
                        <a:pt x="14485" y="8775"/>
                        <a:pt x="14485" y="8640"/>
                        <a:pt x="14485" y="8640"/>
                      </a:cubicBezTo>
                      <a:cubicBezTo>
                        <a:pt x="14485" y="8640"/>
                        <a:pt x="13976" y="8370"/>
                        <a:pt x="13722" y="8370"/>
                      </a:cubicBezTo>
                      <a:cubicBezTo>
                        <a:pt x="13722" y="8370"/>
                        <a:pt x="13214" y="8100"/>
                        <a:pt x="13214" y="7965"/>
                      </a:cubicBezTo>
                      <a:cubicBezTo>
                        <a:pt x="12960" y="7830"/>
                        <a:pt x="12960" y="7695"/>
                        <a:pt x="12960" y="7695"/>
                      </a:cubicBezTo>
                      <a:cubicBezTo>
                        <a:pt x="13214" y="7560"/>
                        <a:pt x="13214" y="7560"/>
                        <a:pt x="13468" y="7560"/>
                      </a:cubicBezTo>
                      <a:cubicBezTo>
                        <a:pt x="13722" y="7425"/>
                        <a:pt x="13722" y="7425"/>
                        <a:pt x="13722" y="7425"/>
                      </a:cubicBezTo>
                      <a:cubicBezTo>
                        <a:pt x="13722" y="7425"/>
                        <a:pt x="13976" y="7290"/>
                        <a:pt x="13976" y="7290"/>
                      </a:cubicBezTo>
                      <a:cubicBezTo>
                        <a:pt x="13976" y="7155"/>
                        <a:pt x="13976" y="7155"/>
                        <a:pt x="13976" y="7155"/>
                      </a:cubicBezTo>
                      <a:cubicBezTo>
                        <a:pt x="13976" y="7155"/>
                        <a:pt x="13722" y="6885"/>
                        <a:pt x="13722" y="6885"/>
                      </a:cubicBezTo>
                      <a:cubicBezTo>
                        <a:pt x="13976" y="6480"/>
                        <a:pt x="13976" y="6480"/>
                        <a:pt x="13976" y="6480"/>
                      </a:cubicBezTo>
                      <a:cubicBezTo>
                        <a:pt x="13722" y="6345"/>
                        <a:pt x="13722" y="6345"/>
                        <a:pt x="13722" y="6345"/>
                      </a:cubicBezTo>
                      <a:cubicBezTo>
                        <a:pt x="13722" y="5805"/>
                        <a:pt x="13722" y="5805"/>
                        <a:pt x="13722" y="5805"/>
                      </a:cubicBezTo>
                      <a:cubicBezTo>
                        <a:pt x="13722" y="5670"/>
                        <a:pt x="13722" y="5670"/>
                        <a:pt x="13722" y="5670"/>
                      </a:cubicBezTo>
                      <a:cubicBezTo>
                        <a:pt x="13722" y="5535"/>
                        <a:pt x="13722" y="5400"/>
                        <a:pt x="13722" y="5400"/>
                      </a:cubicBezTo>
                      <a:cubicBezTo>
                        <a:pt x="13722" y="5265"/>
                        <a:pt x="13976" y="5130"/>
                        <a:pt x="13976" y="4995"/>
                      </a:cubicBezTo>
                      <a:cubicBezTo>
                        <a:pt x="13976" y="4725"/>
                        <a:pt x="13976" y="4725"/>
                        <a:pt x="13976" y="4725"/>
                      </a:cubicBezTo>
                      <a:cubicBezTo>
                        <a:pt x="14231" y="4455"/>
                        <a:pt x="14231" y="4455"/>
                        <a:pt x="14231" y="4455"/>
                      </a:cubicBezTo>
                      <a:cubicBezTo>
                        <a:pt x="13722" y="4050"/>
                        <a:pt x="13722" y="4050"/>
                        <a:pt x="13722" y="4050"/>
                      </a:cubicBezTo>
                      <a:cubicBezTo>
                        <a:pt x="13722" y="4050"/>
                        <a:pt x="13722" y="4050"/>
                        <a:pt x="13468" y="3915"/>
                      </a:cubicBezTo>
                      <a:cubicBezTo>
                        <a:pt x="13468" y="3780"/>
                        <a:pt x="13214" y="3510"/>
                        <a:pt x="13214" y="3510"/>
                      </a:cubicBezTo>
                      <a:cubicBezTo>
                        <a:pt x="12960" y="3240"/>
                        <a:pt x="12960" y="3240"/>
                        <a:pt x="12960" y="3240"/>
                      </a:cubicBezTo>
                      <a:cubicBezTo>
                        <a:pt x="12960" y="3105"/>
                        <a:pt x="12452" y="2835"/>
                        <a:pt x="12452" y="2835"/>
                      </a:cubicBezTo>
                      <a:cubicBezTo>
                        <a:pt x="12452" y="2700"/>
                        <a:pt x="12198" y="2700"/>
                        <a:pt x="12198" y="2700"/>
                      </a:cubicBezTo>
                      <a:cubicBezTo>
                        <a:pt x="12198" y="2565"/>
                        <a:pt x="12198" y="2565"/>
                        <a:pt x="11944" y="2565"/>
                      </a:cubicBezTo>
                      <a:cubicBezTo>
                        <a:pt x="11689" y="2430"/>
                        <a:pt x="11181" y="2295"/>
                        <a:pt x="11181" y="2295"/>
                      </a:cubicBezTo>
                      <a:cubicBezTo>
                        <a:pt x="10673" y="2295"/>
                        <a:pt x="10673" y="2295"/>
                        <a:pt x="10673" y="2295"/>
                      </a:cubicBezTo>
                      <a:cubicBezTo>
                        <a:pt x="10165" y="2025"/>
                        <a:pt x="10165" y="2025"/>
                        <a:pt x="10165" y="2025"/>
                      </a:cubicBezTo>
                      <a:cubicBezTo>
                        <a:pt x="9911" y="2160"/>
                        <a:pt x="9911" y="2160"/>
                        <a:pt x="9911" y="2160"/>
                      </a:cubicBezTo>
                      <a:cubicBezTo>
                        <a:pt x="9148" y="1620"/>
                        <a:pt x="9148" y="1620"/>
                        <a:pt x="9148" y="1620"/>
                      </a:cubicBezTo>
                      <a:cubicBezTo>
                        <a:pt x="9148" y="1215"/>
                        <a:pt x="9148" y="1215"/>
                        <a:pt x="9148" y="1215"/>
                      </a:cubicBezTo>
                      <a:cubicBezTo>
                        <a:pt x="7369" y="540"/>
                        <a:pt x="7369" y="540"/>
                        <a:pt x="7369" y="540"/>
                      </a:cubicBezTo>
                      <a:cubicBezTo>
                        <a:pt x="7115" y="675"/>
                        <a:pt x="7115" y="675"/>
                        <a:pt x="7115" y="675"/>
                      </a:cubicBezTo>
                      <a:cubicBezTo>
                        <a:pt x="7115" y="675"/>
                        <a:pt x="6861" y="810"/>
                        <a:pt x="6861" y="810"/>
                      </a:cubicBezTo>
                      <a:cubicBezTo>
                        <a:pt x="6861" y="945"/>
                        <a:pt x="6099" y="945"/>
                        <a:pt x="6099" y="945"/>
                      </a:cubicBezTo>
                      <a:cubicBezTo>
                        <a:pt x="5845" y="1215"/>
                        <a:pt x="5845" y="1215"/>
                        <a:pt x="5845" y="1215"/>
                      </a:cubicBezTo>
                      <a:cubicBezTo>
                        <a:pt x="5082" y="1350"/>
                        <a:pt x="5082" y="1350"/>
                        <a:pt x="5082" y="1350"/>
                      </a:cubicBezTo>
                      <a:cubicBezTo>
                        <a:pt x="5082" y="1350"/>
                        <a:pt x="4828" y="1350"/>
                        <a:pt x="4828" y="1350"/>
                      </a:cubicBezTo>
                      <a:cubicBezTo>
                        <a:pt x="4828" y="1215"/>
                        <a:pt x="4574" y="1215"/>
                        <a:pt x="4574" y="1215"/>
                      </a:cubicBezTo>
                      <a:cubicBezTo>
                        <a:pt x="4574" y="1080"/>
                        <a:pt x="4574" y="1080"/>
                        <a:pt x="4574" y="1080"/>
                      </a:cubicBezTo>
                      <a:cubicBezTo>
                        <a:pt x="4320" y="945"/>
                        <a:pt x="4320" y="810"/>
                        <a:pt x="4320" y="810"/>
                      </a:cubicBezTo>
                      <a:cubicBezTo>
                        <a:pt x="4320" y="675"/>
                        <a:pt x="4320" y="675"/>
                        <a:pt x="4320" y="675"/>
                      </a:cubicBezTo>
                      <a:cubicBezTo>
                        <a:pt x="4320" y="540"/>
                        <a:pt x="4320" y="540"/>
                        <a:pt x="4320" y="405"/>
                      </a:cubicBezTo>
                      <a:cubicBezTo>
                        <a:pt x="4320" y="270"/>
                        <a:pt x="4320" y="270"/>
                        <a:pt x="4320" y="270"/>
                      </a:cubicBezTo>
                      <a:cubicBezTo>
                        <a:pt x="3812" y="135"/>
                        <a:pt x="3812" y="135"/>
                        <a:pt x="3812" y="135"/>
                      </a:cubicBezTo>
                      <a:cubicBezTo>
                        <a:pt x="3812" y="135"/>
                        <a:pt x="3558" y="0"/>
                        <a:pt x="3558" y="0"/>
                      </a:cubicBezTo>
                      <a:cubicBezTo>
                        <a:pt x="3558" y="135"/>
                        <a:pt x="3049" y="270"/>
                        <a:pt x="2795" y="540"/>
                      </a:cubicBezTo>
                      <a:cubicBezTo>
                        <a:pt x="2795" y="675"/>
                        <a:pt x="2795" y="675"/>
                        <a:pt x="2795" y="675"/>
                      </a:cubicBezTo>
                      <a:cubicBezTo>
                        <a:pt x="2287" y="1215"/>
                        <a:pt x="2287" y="1215"/>
                        <a:pt x="2287" y="1215"/>
                      </a:cubicBezTo>
                      <a:cubicBezTo>
                        <a:pt x="2033" y="1620"/>
                        <a:pt x="2033" y="1620"/>
                        <a:pt x="2033" y="1620"/>
                      </a:cubicBezTo>
                      <a:cubicBezTo>
                        <a:pt x="2033" y="1620"/>
                        <a:pt x="2033" y="1755"/>
                        <a:pt x="1779" y="1755"/>
                      </a:cubicBezTo>
                      <a:cubicBezTo>
                        <a:pt x="1779" y="1890"/>
                        <a:pt x="1525" y="2025"/>
                        <a:pt x="1525" y="2025"/>
                      </a:cubicBezTo>
                      <a:cubicBezTo>
                        <a:pt x="1271" y="2025"/>
                        <a:pt x="1271" y="2025"/>
                        <a:pt x="1271" y="2025"/>
                      </a:cubicBezTo>
                      <a:cubicBezTo>
                        <a:pt x="1016" y="2160"/>
                        <a:pt x="1016" y="2160"/>
                        <a:pt x="1016" y="2160"/>
                      </a:cubicBezTo>
                      <a:cubicBezTo>
                        <a:pt x="1271" y="2430"/>
                        <a:pt x="1271" y="2430"/>
                        <a:pt x="1271" y="2430"/>
                      </a:cubicBezTo>
                      <a:cubicBezTo>
                        <a:pt x="1016" y="2430"/>
                        <a:pt x="1016" y="2565"/>
                        <a:pt x="1016" y="2700"/>
                      </a:cubicBezTo>
                      <a:cubicBezTo>
                        <a:pt x="1016" y="2700"/>
                        <a:pt x="1016" y="2700"/>
                        <a:pt x="762" y="2835"/>
                      </a:cubicBezTo>
                      <a:cubicBezTo>
                        <a:pt x="762" y="3105"/>
                        <a:pt x="762" y="3105"/>
                        <a:pt x="762" y="3105"/>
                      </a:cubicBezTo>
                      <a:cubicBezTo>
                        <a:pt x="0" y="3510"/>
                        <a:pt x="0" y="3510"/>
                        <a:pt x="0" y="3510"/>
                      </a:cubicBezTo>
                      <a:cubicBezTo>
                        <a:pt x="0" y="3645"/>
                        <a:pt x="0" y="3645"/>
                        <a:pt x="0" y="3645"/>
                      </a:cubicBezTo>
                      <a:cubicBezTo>
                        <a:pt x="254" y="3780"/>
                        <a:pt x="254" y="3780"/>
                        <a:pt x="254" y="3780"/>
                      </a:cubicBezTo>
                      <a:cubicBezTo>
                        <a:pt x="1271" y="4050"/>
                        <a:pt x="1271" y="4050"/>
                        <a:pt x="1271" y="4050"/>
                      </a:cubicBezTo>
                      <a:cubicBezTo>
                        <a:pt x="1525" y="4050"/>
                        <a:pt x="1525" y="4185"/>
                        <a:pt x="1525" y="4320"/>
                      </a:cubicBezTo>
                      <a:cubicBezTo>
                        <a:pt x="1525" y="4320"/>
                        <a:pt x="1271" y="4455"/>
                        <a:pt x="1271" y="4455"/>
                      </a:cubicBezTo>
                      <a:cubicBezTo>
                        <a:pt x="1271" y="4725"/>
                        <a:pt x="1271" y="4725"/>
                        <a:pt x="1271" y="4725"/>
                      </a:cubicBezTo>
                      <a:cubicBezTo>
                        <a:pt x="1271" y="4725"/>
                        <a:pt x="1271" y="4860"/>
                        <a:pt x="1271" y="4860"/>
                      </a:cubicBezTo>
                      <a:cubicBezTo>
                        <a:pt x="1271" y="4860"/>
                        <a:pt x="1525" y="4995"/>
                        <a:pt x="1525" y="4995"/>
                      </a:cubicBezTo>
                      <a:cubicBezTo>
                        <a:pt x="1525" y="5130"/>
                        <a:pt x="1271" y="5265"/>
                        <a:pt x="1271" y="5265"/>
                      </a:cubicBezTo>
                      <a:cubicBezTo>
                        <a:pt x="1016" y="5400"/>
                        <a:pt x="1016" y="5400"/>
                        <a:pt x="1016" y="5400"/>
                      </a:cubicBezTo>
                      <a:cubicBezTo>
                        <a:pt x="1271" y="5535"/>
                        <a:pt x="1271" y="5535"/>
                        <a:pt x="1271" y="5535"/>
                      </a:cubicBezTo>
                      <a:cubicBezTo>
                        <a:pt x="1271" y="5535"/>
                        <a:pt x="1271" y="5805"/>
                        <a:pt x="1271" y="5805"/>
                      </a:cubicBezTo>
                      <a:cubicBezTo>
                        <a:pt x="1271" y="5805"/>
                        <a:pt x="1525" y="5940"/>
                        <a:pt x="1779" y="5940"/>
                      </a:cubicBezTo>
                      <a:cubicBezTo>
                        <a:pt x="1779" y="5940"/>
                        <a:pt x="1779" y="5940"/>
                        <a:pt x="2033" y="5940"/>
                      </a:cubicBezTo>
                      <a:cubicBezTo>
                        <a:pt x="2287" y="5940"/>
                        <a:pt x="2287" y="5940"/>
                        <a:pt x="2287" y="5940"/>
                      </a:cubicBezTo>
                      <a:cubicBezTo>
                        <a:pt x="2541" y="5940"/>
                        <a:pt x="2541" y="5940"/>
                        <a:pt x="2541" y="5940"/>
                      </a:cubicBezTo>
                      <a:cubicBezTo>
                        <a:pt x="3558" y="6075"/>
                        <a:pt x="3558" y="6075"/>
                        <a:pt x="3558" y="6075"/>
                      </a:cubicBezTo>
                      <a:cubicBezTo>
                        <a:pt x="3812" y="6210"/>
                        <a:pt x="3812" y="6210"/>
                        <a:pt x="3812" y="6210"/>
                      </a:cubicBezTo>
                      <a:cubicBezTo>
                        <a:pt x="3812" y="6615"/>
                        <a:pt x="3812" y="6615"/>
                        <a:pt x="3812" y="6615"/>
                      </a:cubicBezTo>
                      <a:cubicBezTo>
                        <a:pt x="4066" y="7020"/>
                        <a:pt x="4066" y="7020"/>
                        <a:pt x="4066" y="7020"/>
                      </a:cubicBezTo>
                      <a:cubicBezTo>
                        <a:pt x="3812" y="7290"/>
                        <a:pt x="3812" y="7290"/>
                        <a:pt x="3812" y="7290"/>
                      </a:cubicBezTo>
                      <a:cubicBezTo>
                        <a:pt x="4066" y="7290"/>
                        <a:pt x="4066" y="7290"/>
                        <a:pt x="4066" y="7290"/>
                      </a:cubicBezTo>
                      <a:cubicBezTo>
                        <a:pt x="4066" y="7290"/>
                        <a:pt x="4066" y="7425"/>
                        <a:pt x="4066" y="7425"/>
                      </a:cubicBezTo>
                      <a:cubicBezTo>
                        <a:pt x="4066" y="7560"/>
                        <a:pt x="4066" y="7830"/>
                        <a:pt x="4066" y="7830"/>
                      </a:cubicBezTo>
                      <a:cubicBezTo>
                        <a:pt x="3812" y="7830"/>
                        <a:pt x="3558" y="7965"/>
                        <a:pt x="3304" y="7965"/>
                      </a:cubicBezTo>
                      <a:cubicBezTo>
                        <a:pt x="3049" y="7965"/>
                        <a:pt x="2795" y="7965"/>
                        <a:pt x="2795" y="7965"/>
                      </a:cubicBezTo>
                      <a:cubicBezTo>
                        <a:pt x="2795" y="8100"/>
                        <a:pt x="2795" y="8100"/>
                        <a:pt x="2795" y="8100"/>
                      </a:cubicBezTo>
                      <a:cubicBezTo>
                        <a:pt x="3304" y="8235"/>
                        <a:pt x="3304" y="8235"/>
                        <a:pt x="3304" y="8235"/>
                      </a:cubicBezTo>
                      <a:cubicBezTo>
                        <a:pt x="3558" y="8235"/>
                        <a:pt x="3558" y="8235"/>
                        <a:pt x="3558" y="8235"/>
                      </a:cubicBezTo>
                      <a:cubicBezTo>
                        <a:pt x="3812" y="8370"/>
                        <a:pt x="3812" y="8640"/>
                        <a:pt x="3812" y="8640"/>
                      </a:cubicBezTo>
                      <a:cubicBezTo>
                        <a:pt x="3558" y="8640"/>
                        <a:pt x="3558" y="8775"/>
                        <a:pt x="3558" y="8775"/>
                      </a:cubicBezTo>
                      <a:cubicBezTo>
                        <a:pt x="3304" y="8775"/>
                        <a:pt x="3049" y="8910"/>
                        <a:pt x="3049" y="8910"/>
                      </a:cubicBezTo>
                      <a:cubicBezTo>
                        <a:pt x="2541" y="9180"/>
                        <a:pt x="2541" y="9180"/>
                        <a:pt x="2541" y="9180"/>
                      </a:cubicBezTo>
                      <a:cubicBezTo>
                        <a:pt x="2287" y="9315"/>
                        <a:pt x="2287" y="9315"/>
                        <a:pt x="2287" y="9315"/>
                      </a:cubicBezTo>
                      <a:cubicBezTo>
                        <a:pt x="2541" y="9585"/>
                        <a:pt x="2541" y="9585"/>
                        <a:pt x="2541" y="9585"/>
                      </a:cubicBezTo>
                      <a:cubicBezTo>
                        <a:pt x="2795" y="9585"/>
                        <a:pt x="2795" y="9585"/>
                        <a:pt x="2795" y="9585"/>
                      </a:cubicBezTo>
                      <a:cubicBezTo>
                        <a:pt x="3049" y="9585"/>
                        <a:pt x="3049" y="9585"/>
                        <a:pt x="3049" y="9720"/>
                      </a:cubicBezTo>
                      <a:cubicBezTo>
                        <a:pt x="3049" y="9720"/>
                        <a:pt x="3049" y="9720"/>
                        <a:pt x="3812" y="9855"/>
                      </a:cubicBezTo>
                      <a:cubicBezTo>
                        <a:pt x="3812" y="10125"/>
                        <a:pt x="3812" y="10125"/>
                        <a:pt x="3812" y="10125"/>
                      </a:cubicBezTo>
                      <a:cubicBezTo>
                        <a:pt x="3812" y="10125"/>
                        <a:pt x="3812" y="10260"/>
                        <a:pt x="3812" y="10395"/>
                      </a:cubicBezTo>
                      <a:cubicBezTo>
                        <a:pt x="3812" y="10530"/>
                        <a:pt x="3558" y="10935"/>
                        <a:pt x="3558" y="10935"/>
                      </a:cubicBezTo>
                      <a:cubicBezTo>
                        <a:pt x="3304" y="11205"/>
                        <a:pt x="3304" y="11205"/>
                        <a:pt x="3304" y="11205"/>
                      </a:cubicBezTo>
                      <a:cubicBezTo>
                        <a:pt x="3304" y="11205"/>
                        <a:pt x="3558" y="11340"/>
                        <a:pt x="3558" y="11610"/>
                      </a:cubicBezTo>
                      <a:cubicBezTo>
                        <a:pt x="3304" y="12015"/>
                        <a:pt x="3304" y="12015"/>
                        <a:pt x="3304" y="12015"/>
                      </a:cubicBezTo>
                      <a:cubicBezTo>
                        <a:pt x="4320" y="12150"/>
                        <a:pt x="4320" y="12150"/>
                        <a:pt x="4320" y="12150"/>
                      </a:cubicBezTo>
                      <a:cubicBezTo>
                        <a:pt x="4320" y="12420"/>
                        <a:pt x="4320" y="12420"/>
                        <a:pt x="4320" y="12420"/>
                      </a:cubicBezTo>
                      <a:cubicBezTo>
                        <a:pt x="3558" y="12555"/>
                        <a:pt x="3558" y="12555"/>
                        <a:pt x="3558" y="12555"/>
                      </a:cubicBezTo>
                      <a:cubicBezTo>
                        <a:pt x="3558" y="12555"/>
                        <a:pt x="3304" y="12555"/>
                        <a:pt x="3304" y="12690"/>
                      </a:cubicBezTo>
                      <a:cubicBezTo>
                        <a:pt x="3304" y="12690"/>
                        <a:pt x="3304" y="12825"/>
                        <a:pt x="3304" y="12825"/>
                      </a:cubicBezTo>
                      <a:cubicBezTo>
                        <a:pt x="3812" y="12825"/>
                        <a:pt x="3812" y="12825"/>
                        <a:pt x="3812" y="12825"/>
                      </a:cubicBezTo>
                      <a:cubicBezTo>
                        <a:pt x="3304" y="13095"/>
                        <a:pt x="3304" y="13095"/>
                        <a:pt x="3304" y="13095"/>
                      </a:cubicBezTo>
                      <a:cubicBezTo>
                        <a:pt x="3304" y="13095"/>
                        <a:pt x="3304" y="13365"/>
                        <a:pt x="3304" y="13365"/>
                      </a:cubicBezTo>
                      <a:cubicBezTo>
                        <a:pt x="3304" y="13365"/>
                        <a:pt x="3304" y="13500"/>
                        <a:pt x="3304" y="13635"/>
                      </a:cubicBezTo>
                      <a:cubicBezTo>
                        <a:pt x="3049" y="13635"/>
                        <a:pt x="3049" y="13635"/>
                        <a:pt x="3049" y="13635"/>
                      </a:cubicBezTo>
                      <a:cubicBezTo>
                        <a:pt x="3049" y="13905"/>
                        <a:pt x="3049" y="13905"/>
                        <a:pt x="3049" y="13905"/>
                      </a:cubicBezTo>
                      <a:cubicBezTo>
                        <a:pt x="2795" y="14580"/>
                        <a:pt x="2795" y="14580"/>
                        <a:pt x="2795" y="14580"/>
                      </a:cubicBezTo>
                      <a:cubicBezTo>
                        <a:pt x="3558" y="15390"/>
                        <a:pt x="3558" y="15390"/>
                        <a:pt x="3558" y="15390"/>
                      </a:cubicBezTo>
                      <a:cubicBezTo>
                        <a:pt x="4320" y="15795"/>
                        <a:pt x="4320" y="15795"/>
                        <a:pt x="4320" y="15795"/>
                      </a:cubicBezTo>
                      <a:cubicBezTo>
                        <a:pt x="4828" y="16065"/>
                        <a:pt x="4828" y="16065"/>
                        <a:pt x="4828" y="16065"/>
                      </a:cubicBezTo>
                      <a:cubicBezTo>
                        <a:pt x="4574" y="16470"/>
                        <a:pt x="4574" y="16470"/>
                        <a:pt x="4574" y="16470"/>
                      </a:cubicBezTo>
                      <a:cubicBezTo>
                        <a:pt x="4828" y="16605"/>
                        <a:pt x="4828" y="16605"/>
                        <a:pt x="4828" y="16605"/>
                      </a:cubicBezTo>
                      <a:cubicBezTo>
                        <a:pt x="4828" y="16875"/>
                        <a:pt x="4828" y="16875"/>
                        <a:pt x="4828" y="16875"/>
                      </a:cubicBezTo>
                      <a:cubicBezTo>
                        <a:pt x="4828" y="16875"/>
                        <a:pt x="4828" y="17010"/>
                        <a:pt x="4574" y="17010"/>
                      </a:cubicBezTo>
                      <a:cubicBezTo>
                        <a:pt x="4574" y="17010"/>
                        <a:pt x="4320" y="17010"/>
                        <a:pt x="4320" y="17010"/>
                      </a:cubicBezTo>
                      <a:cubicBezTo>
                        <a:pt x="4066" y="16875"/>
                        <a:pt x="3812" y="16605"/>
                        <a:pt x="3812" y="16605"/>
                      </a:cubicBezTo>
                      <a:cubicBezTo>
                        <a:pt x="3812" y="16605"/>
                        <a:pt x="3558" y="16470"/>
                        <a:pt x="3558" y="16335"/>
                      </a:cubicBezTo>
                      <a:cubicBezTo>
                        <a:pt x="3558" y="16335"/>
                        <a:pt x="3304" y="16200"/>
                        <a:pt x="3304" y="16200"/>
                      </a:cubicBezTo>
                      <a:cubicBezTo>
                        <a:pt x="2795" y="16200"/>
                        <a:pt x="2795" y="16200"/>
                        <a:pt x="2795" y="16200"/>
                      </a:cubicBezTo>
                      <a:cubicBezTo>
                        <a:pt x="2795" y="16335"/>
                        <a:pt x="2795" y="16335"/>
                        <a:pt x="2795" y="16335"/>
                      </a:cubicBezTo>
                      <a:cubicBezTo>
                        <a:pt x="2795" y="16335"/>
                        <a:pt x="3049" y="16470"/>
                        <a:pt x="3049" y="16605"/>
                      </a:cubicBezTo>
                      <a:cubicBezTo>
                        <a:pt x="3304" y="16605"/>
                        <a:pt x="3558" y="16740"/>
                        <a:pt x="3558" y="16740"/>
                      </a:cubicBezTo>
                      <a:cubicBezTo>
                        <a:pt x="3558" y="16740"/>
                        <a:pt x="3812" y="16875"/>
                        <a:pt x="3812" y="16875"/>
                      </a:cubicBezTo>
                      <a:cubicBezTo>
                        <a:pt x="3812" y="16875"/>
                        <a:pt x="4066" y="17280"/>
                        <a:pt x="4066" y="17280"/>
                      </a:cubicBezTo>
                      <a:cubicBezTo>
                        <a:pt x="6861" y="18225"/>
                        <a:pt x="6861" y="18225"/>
                        <a:pt x="6861" y="18225"/>
                      </a:cubicBezTo>
                      <a:cubicBezTo>
                        <a:pt x="7878" y="18360"/>
                        <a:pt x="7878" y="18360"/>
                        <a:pt x="7878" y="18360"/>
                      </a:cubicBezTo>
                      <a:cubicBezTo>
                        <a:pt x="8132" y="18630"/>
                        <a:pt x="8132" y="18630"/>
                        <a:pt x="8132" y="18630"/>
                      </a:cubicBezTo>
                      <a:cubicBezTo>
                        <a:pt x="8386" y="18630"/>
                        <a:pt x="8386" y="18630"/>
                        <a:pt x="8386" y="18630"/>
                      </a:cubicBezTo>
                      <a:cubicBezTo>
                        <a:pt x="8386" y="18630"/>
                        <a:pt x="8640" y="18630"/>
                        <a:pt x="8894" y="18630"/>
                      </a:cubicBezTo>
                      <a:cubicBezTo>
                        <a:pt x="8894" y="18630"/>
                        <a:pt x="8894" y="18630"/>
                        <a:pt x="8894" y="18630"/>
                      </a:cubicBezTo>
                      <a:cubicBezTo>
                        <a:pt x="8894" y="18630"/>
                        <a:pt x="9402" y="18765"/>
                        <a:pt x="9402" y="18765"/>
                      </a:cubicBezTo>
                      <a:cubicBezTo>
                        <a:pt x="9402" y="18765"/>
                        <a:pt x="9656" y="18765"/>
                        <a:pt x="9656" y="18765"/>
                      </a:cubicBezTo>
                      <a:cubicBezTo>
                        <a:pt x="9656" y="18900"/>
                        <a:pt x="10165" y="19305"/>
                        <a:pt x="10419" y="19575"/>
                      </a:cubicBezTo>
                      <a:cubicBezTo>
                        <a:pt x="10419" y="19575"/>
                        <a:pt x="10673" y="19710"/>
                        <a:pt x="10673" y="19845"/>
                      </a:cubicBezTo>
                      <a:cubicBezTo>
                        <a:pt x="10927" y="19845"/>
                        <a:pt x="11435" y="19980"/>
                        <a:pt x="11435" y="19980"/>
                      </a:cubicBezTo>
                      <a:cubicBezTo>
                        <a:pt x="11435" y="20115"/>
                        <a:pt x="11435" y="20250"/>
                        <a:pt x="11435" y="20385"/>
                      </a:cubicBezTo>
                      <a:cubicBezTo>
                        <a:pt x="11435" y="20385"/>
                        <a:pt x="11435" y="20385"/>
                        <a:pt x="11435" y="20520"/>
                      </a:cubicBezTo>
                      <a:cubicBezTo>
                        <a:pt x="11435" y="20655"/>
                        <a:pt x="11689" y="20655"/>
                        <a:pt x="11689" y="20655"/>
                      </a:cubicBezTo>
                      <a:cubicBezTo>
                        <a:pt x="11689" y="20790"/>
                        <a:pt x="11944" y="20925"/>
                        <a:pt x="11944" y="20925"/>
                      </a:cubicBezTo>
                      <a:cubicBezTo>
                        <a:pt x="11944" y="21330"/>
                        <a:pt x="11944" y="21330"/>
                        <a:pt x="11944" y="21330"/>
                      </a:cubicBezTo>
                      <a:cubicBezTo>
                        <a:pt x="12198" y="21330"/>
                        <a:pt x="12198" y="21330"/>
                        <a:pt x="12198" y="21330"/>
                      </a:cubicBezTo>
                      <a:lnTo>
                        <a:pt x="12452" y="2133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12" name="Shape">
                  <a:extLst>
                    <a:ext uri="{FF2B5EF4-FFF2-40B4-BE49-F238E27FC236}">
                      <a16:creationId xmlns:a16="http://schemas.microsoft.com/office/drawing/2014/main" id="{232DE278-0E58-4123-80B7-5B673A4C9EC8}"/>
                    </a:ext>
                  </a:extLst>
                </p:cNvPr>
                <p:cNvSpPr/>
                <p:nvPr/>
              </p:nvSpPr>
              <p:spPr>
                <a:xfrm>
                  <a:off x="4321657" y="5523043"/>
                  <a:ext cx="270209" cy="2993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1631" y="21115"/>
                      </a:moveTo>
                      <a:cubicBezTo>
                        <a:pt x="11631" y="21115"/>
                        <a:pt x="13015" y="21600"/>
                        <a:pt x="12738" y="21600"/>
                      </a:cubicBezTo>
                      <a:cubicBezTo>
                        <a:pt x="12738" y="21600"/>
                        <a:pt x="12738" y="21600"/>
                        <a:pt x="12738" y="21357"/>
                      </a:cubicBezTo>
                      <a:cubicBezTo>
                        <a:pt x="12738" y="21357"/>
                        <a:pt x="12462" y="21600"/>
                        <a:pt x="12462" y="21600"/>
                      </a:cubicBezTo>
                      <a:cubicBezTo>
                        <a:pt x="12462" y="21600"/>
                        <a:pt x="11908" y="21115"/>
                        <a:pt x="12185" y="21115"/>
                      </a:cubicBezTo>
                      <a:cubicBezTo>
                        <a:pt x="12185" y="21115"/>
                        <a:pt x="12185" y="20872"/>
                        <a:pt x="12185" y="20872"/>
                      </a:cubicBezTo>
                      <a:cubicBezTo>
                        <a:pt x="12185" y="20629"/>
                        <a:pt x="11908" y="20387"/>
                        <a:pt x="11908" y="20387"/>
                      </a:cubicBezTo>
                      <a:cubicBezTo>
                        <a:pt x="12185" y="20144"/>
                        <a:pt x="12185" y="20144"/>
                        <a:pt x="12185" y="20144"/>
                      </a:cubicBezTo>
                      <a:cubicBezTo>
                        <a:pt x="12185" y="20144"/>
                        <a:pt x="12185" y="19658"/>
                        <a:pt x="12185" y="19658"/>
                      </a:cubicBezTo>
                      <a:cubicBezTo>
                        <a:pt x="12185" y="19658"/>
                        <a:pt x="12185" y="19416"/>
                        <a:pt x="12185" y="19416"/>
                      </a:cubicBezTo>
                      <a:cubicBezTo>
                        <a:pt x="12185" y="19416"/>
                        <a:pt x="11908" y="19173"/>
                        <a:pt x="11908" y="19173"/>
                      </a:cubicBezTo>
                      <a:cubicBezTo>
                        <a:pt x="12185" y="18688"/>
                        <a:pt x="12185" y="18688"/>
                        <a:pt x="12185" y="18688"/>
                      </a:cubicBezTo>
                      <a:cubicBezTo>
                        <a:pt x="12185" y="18688"/>
                        <a:pt x="12185" y="18445"/>
                        <a:pt x="12185" y="18445"/>
                      </a:cubicBezTo>
                      <a:cubicBezTo>
                        <a:pt x="12185" y="18202"/>
                        <a:pt x="12185" y="17960"/>
                        <a:pt x="12185" y="17960"/>
                      </a:cubicBezTo>
                      <a:cubicBezTo>
                        <a:pt x="11631" y="17717"/>
                        <a:pt x="11631" y="17717"/>
                        <a:pt x="11631" y="17717"/>
                      </a:cubicBezTo>
                      <a:cubicBezTo>
                        <a:pt x="11077" y="17474"/>
                        <a:pt x="11077" y="17474"/>
                        <a:pt x="11077" y="17474"/>
                      </a:cubicBezTo>
                      <a:cubicBezTo>
                        <a:pt x="10800" y="17231"/>
                        <a:pt x="10800" y="17231"/>
                        <a:pt x="10800" y="17231"/>
                      </a:cubicBezTo>
                      <a:cubicBezTo>
                        <a:pt x="10800" y="16746"/>
                        <a:pt x="10800" y="16746"/>
                        <a:pt x="10800" y="16746"/>
                      </a:cubicBezTo>
                      <a:cubicBezTo>
                        <a:pt x="11354" y="16261"/>
                        <a:pt x="11354" y="16261"/>
                        <a:pt x="11354" y="16261"/>
                      </a:cubicBezTo>
                      <a:cubicBezTo>
                        <a:pt x="11631" y="15775"/>
                        <a:pt x="11631" y="15775"/>
                        <a:pt x="11631" y="15775"/>
                      </a:cubicBezTo>
                      <a:cubicBezTo>
                        <a:pt x="11631" y="15775"/>
                        <a:pt x="11908" y="15533"/>
                        <a:pt x="11908" y="15533"/>
                      </a:cubicBezTo>
                      <a:cubicBezTo>
                        <a:pt x="11908" y="15290"/>
                        <a:pt x="11908" y="15047"/>
                        <a:pt x="11908" y="15047"/>
                      </a:cubicBezTo>
                      <a:cubicBezTo>
                        <a:pt x="11908" y="14562"/>
                        <a:pt x="11908" y="14562"/>
                        <a:pt x="11908" y="14562"/>
                      </a:cubicBezTo>
                      <a:cubicBezTo>
                        <a:pt x="12185" y="14319"/>
                        <a:pt x="12185" y="14319"/>
                        <a:pt x="12185" y="14319"/>
                      </a:cubicBezTo>
                      <a:cubicBezTo>
                        <a:pt x="12462" y="14076"/>
                        <a:pt x="12462" y="14076"/>
                        <a:pt x="12462" y="14076"/>
                      </a:cubicBezTo>
                      <a:cubicBezTo>
                        <a:pt x="12462" y="14076"/>
                        <a:pt x="12738" y="13834"/>
                        <a:pt x="12738" y="13834"/>
                      </a:cubicBezTo>
                      <a:cubicBezTo>
                        <a:pt x="12738" y="13591"/>
                        <a:pt x="13015" y="13348"/>
                        <a:pt x="13015" y="13348"/>
                      </a:cubicBezTo>
                      <a:cubicBezTo>
                        <a:pt x="13292" y="12863"/>
                        <a:pt x="13292" y="12863"/>
                        <a:pt x="13292" y="12863"/>
                      </a:cubicBezTo>
                      <a:cubicBezTo>
                        <a:pt x="13569" y="12378"/>
                        <a:pt x="13569" y="12378"/>
                        <a:pt x="13569" y="12378"/>
                      </a:cubicBezTo>
                      <a:cubicBezTo>
                        <a:pt x="13846" y="11892"/>
                        <a:pt x="13846" y="11892"/>
                        <a:pt x="13846" y="11892"/>
                      </a:cubicBezTo>
                      <a:cubicBezTo>
                        <a:pt x="13569" y="11649"/>
                        <a:pt x="13569" y="11649"/>
                        <a:pt x="13569" y="11649"/>
                      </a:cubicBezTo>
                      <a:cubicBezTo>
                        <a:pt x="13569" y="11649"/>
                        <a:pt x="14677" y="10679"/>
                        <a:pt x="14677" y="10679"/>
                      </a:cubicBezTo>
                      <a:cubicBezTo>
                        <a:pt x="14677" y="10679"/>
                        <a:pt x="15231" y="10679"/>
                        <a:pt x="15231" y="10679"/>
                      </a:cubicBezTo>
                      <a:cubicBezTo>
                        <a:pt x="15231" y="10921"/>
                        <a:pt x="15231" y="10921"/>
                        <a:pt x="15231" y="10921"/>
                      </a:cubicBezTo>
                      <a:cubicBezTo>
                        <a:pt x="15508" y="11164"/>
                        <a:pt x="15508" y="11164"/>
                        <a:pt x="15508" y="11164"/>
                      </a:cubicBezTo>
                      <a:cubicBezTo>
                        <a:pt x="15508" y="11407"/>
                        <a:pt x="15508" y="11407"/>
                        <a:pt x="15508" y="11407"/>
                      </a:cubicBezTo>
                      <a:cubicBezTo>
                        <a:pt x="15508" y="11407"/>
                        <a:pt x="15508" y="11649"/>
                        <a:pt x="15508" y="11892"/>
                      </a:cubicBezTo>
                      <a:cubicBezTo>
                        <a:pt x="15508" y="11892"/>
                        <a:pt x="15508" y="12135"/>
                        <a:pt x="15508" y="12135"/>
                      </a:cubicBezTo>
                      <a:cubicBezTo>
                        <a:pt x="15508" y="12135"/>
                        <a:pt x="15785" y="12378"/>
                        <a:pt x="15785" y="12378"/>
                      </a:cubicBezTo>
                      <a:cubicBezTo>
                        <a:pt x="15785" y="12620"/>
                        <a:pt x="16062" y="12863"/>
                        <a:pt x="16062" y="12863"/>
                      </a:cubicBezTo>
                      <a:cubicBezTo>
                        <a:pt x="16062" y="12863"/>
                        <a:pt x="16062" y="12863"/>
                        <a:pt x="16338" y="12863"/>
                      </a:cubicBezTo>
                      <a:cubicBezTo>
                        <a:pt x="16338" y="13106"/>
                        <a:pt x="16338" y="13106"/>
                        <a:pt x="16338" y="13106"/>
                      </a:cubicBezTo>
                      <a:cubicBezTo>
                        <a:pt x="16892" y="12863"/>
                        <a:pt x="16892" y="12863"/>
                        <a:pt x="16892" y="12863"/>
                      </a:cubicBezTo>
                      <a:cubicBezTo>
                        <a:pt x="17446" y="12378"/>
                        <a:pt x="17446" y="12378"/>
                        <a:pt x="17446" y="12378"/>
                      </a:cubicBezTo>
                      <a:cubicBezTo>
                        <a:pt x="17446" y="12378"/>
                        <a:pt x="18277" y="12135"/>
                        <a:pt x="18277" y="12135"/>
                      </a:cubicBezTo>
                      <a:cubicBezTo>
                        <a:pt x="18277" y="12135"/>
                        <a:pt x="18554" y="11649"/>
                        <a:pt x="18554" y="11649"/>
                      </a:cubicBezTo>
                      <a:cubicBezTo>
                        <a:pt x="18831" y="11649"/>
                        <a:pt x="18831" y="11649"/>
                        <a:pt x="18831" y="11649"/>
                      </a:cubicBezTo>
                      <a:cubicBezTo>
                        <a:pt x="18831" y="11649"/>
                        <a:pt x="18831" y="11649"/>
                        <a:pt x="18831" y="11649"/>
                      </a:cubicBezTo>
                      <a:cubicBezTo>
                        <a:pt x="18554" y="11164"/>
                        <a:pt x="19108" y="10679"/>
                        <a:pt x="18831" y="10193"/>
                      </a:cubicBezTo>
                      <a:cubicBezTo>
                        <a:pt x="18831" y="10193"/>
                        <a:pt x="18554" y="9951"/>
                        <a:pt x="18554" y="9951"/>
                      </a:cubicBezTo>
                      <a:cubicBezTo>
                        <a:pt x="18554" y="9951"/>
                        <a:pt x="18554" y="9951"/>
                        <a:pt x="18554" y="9951"/>
                      </a:cubicBezTo>
                      <a:cubicBezTo>
                        <a:pt x="18554" y="9951"/>
                        <a:pt x="18554" y="9951"/>
                        <a:pt x="18554" y="9951"/>
                      </a:cubicBezTo>
                      <a:cubicBezTo>
                        <a:pt x="18000" y="9465"/>
                        <a:pt x="17169" y="9222"/>
                        <a:pt x="17446" y="9222"/>
                      </a:cubicBezTo>
                      <a:cubicBezTo>
                        <a:pt x="17723" y="8737"/>
                        <a:pt x="18831" y="8980"/>
                        <a:pt x="19385" y="8737"/>
                      </a:cubicBezTo>
                      <a:cubicBezTo>
                        <a:pt x="19662" y="8737"/>
                        <a:pt x="19662" y="8252"/>
                        <a:pt x="19938" y="8009"/>
                      </a:cubicBezTo>
                      <a:cubicBezTo>
                        <a:pt x="20215" y="8009"/>
                        <a:pt x="20769" y="8252"/>
                        <a:pt x="20769" y="7766"/>
                      </a:cubicBezTo>
                      <a:cubicBezTo>
                        <a:pt x="20769" y="7281"/>
                        <a:pt x="21323" y="7281"/>
                        <a:pt x="21600" y="7524"/>
                      </a:cubicBezTo>
                      <a:cubicBezTo>
                        <a:pt x="21600" y="7524"/>
                        <a:pt x="21600" y="7524"/>
                        <a:pt x="21600" y="7524"/>
                      </a:cubicBezTo>
                      <a:cubicBezTo>
                        <a:pt x="21323" y="7038"/>
                        <a:pt x="20492" y="6553"/>
                        <a:pt x="20215" y="6310"/>
                      </a:cubicBezTo>
                      <a:cubicBezTo>
                        <a:pt x="20215" y="6310"/>
                        <a:pt x="20215" y="6067"/>
                        <a:pt x="19662" y="6067"/>
                      </a:cubicBezTo>
                      <a:cubicBezTo>
                        <a:pt x="19385" y="6067"/>
                        <a:pt x="18831" y="5582"/>
                        <a:pt x="18831" y="5582"/>
                      </a:cubicBezTo>
                      <a:cubicBezTo>
                        <a:pt x="18000" y="5582"/>
                        <a:pt x="18000" y="5582"/>
                        <a:pt x="18000" y="5582"/>
                      </a:cubicBezTo>
                      <a:cubicBezTo>
                        <a:pt x="18000" y="5582"/>
                        <a:pt x="17169" y="4854"/>
                        <a:pt x="17169" y="4854"/>
                      </a:cubicBezTo>
                      <a:cubicBezTo>
                        <a:pt x="16892" y="4854"/>
                        <a:pt x="16062" y="4611"/>
                        <a:pt x="16062" y="4611"/>
                      </a:cubicBezTo>
                      <a:cubicBezTo>
                        <a:pt x="16062" y="4126"/>
                        <a:pt x="16062" y="4126"/>
                        <a:pt x="16062" y="4126"/>
                      </a:cubicBezTo>
                      <a:cubicBezTo>
                        <a:pt x="16062" y="4126"/>
                        <a:pt x="15785" y="4126"/>
                        <a:pt x="15785" y="4126"/>
                      </a:cubicBezTo>
                      <a:cubicBezTo>
                        <a:pt x="15508" y="4126"/>
                        <a:pt x="15231" y="4369"/>
                        <a:pt x="15231" y="4369"/>
                      </a:cubicBezTo>
                      <a:cubicBezTo>
                        <a:pt x="14400" y="4611"/>
                        <a:pt x="14400" y="4611"/>
                        <a:pt x="14400" y="4611"/>
                      </a:cubicBezTo>
                      <a:cubicBezTo>
                        <a:pt x="14400" y="4611"/>
                        <a:pt x="13846" y="4611"/>
                        <a:pt x="13846" y="4611"/>
                      </a:cubicBezTo>
                      <a:cubicBezTo>
                        <a:pt x="13569" y="4369"/>
                        <a:pt x="13292" y="3883"/>
                        <a:pt x="13292" y="3883"/>
                      </a:cubicBezTo>
                      <a:cubicBezTo>
                        <a:pt x="13292" y="3883"/>
                        <a:pt x="13292" y="3883"/>
                        <a:pt x="13015" y="3883"/>
                      </a:cubicBezTo>
                      <a:cubicBezTo>
                        <a:pt x="12738" y="4126"/>
                        <a:pt x="13292" y="4369"/>
                        <a:pt x="12738" y="4126"/>
                      </a:cubicBezTo>
                      <a:cubicBezTo>
                        <a:pt x="11908" y="3883"/>
                        <a:pt x="11908" y="3883"/>
                        <a:pt x="11908" y="3883"/>
                      </a:cubicBezTo>
                      <a:cubicBezTo>
                        <a:pt x="11354" y="3398"/>
                        <a:pt x="11354" y="3398"/>
                        <a:pt x="11354" y="3398"/>
                      </a:cubicBezTo>
                      <a:cubicBezTo>
                        <a:pt x="11077" y="3398"/>
                        <a:pt x="11077" y="3398"/>
                        <a:pt x="11077" y="3398"/>
                      </a:cubicBezTo>
                      <a:cubicBezTo>
                        <a:pt x="10800" y="3398"/>
                        <a:pt x="10800" y="3398"/>
                        <a:pt x="10800" y="3398"/>
                      </a:cubicBezTo>
                      <a:cubicBezTo>
                        <a:pt x="10800" y="3398"/>
                        <a:pt x="10523" y="2912"/>
                        <a:pt x="10523" y="2912"/>
                      </a:cubicBezTo>
                      <a:cubicBezTo>
                        <a:pt x="10523" y="2912"/>
                        <a:pt x="10523" y="2427"/>
                        <a:pt x="10523" y="2427"/>
                      </a:cubicBezTo>
                      <a:cubicBezTo>
                        <a:pt x="10246" y="2427"/>
                        <a:pt x="9415" y="2184"/>
                        <a:pt x="9415" y="2184"/>
                      </a:cubicBezTo>
                      <a:cubicBezTo>
                        <a:pt x="9138" y="1699"/>
                        <a:pt x="9138" y="1699"/>
                        <a:pt x="9138" y="1699"/>
                      </a:cubicBezTo>
                      <a:cubicBezTo>
                        <a:pt x="9138" y="1699"/>
                        <a:pt x="9138" y="1699"/>
                        <a:pt x="9138" y="1699"/>
                      </a:cubicBezTo>
                      <a:cubicBezTo>
                        <a:pt x="8862" y="1699"/>
                        <a:pt x="8308" y="1456"/>
                        <a:pt x="8308" y="1456"/>
                      </a:cubicBezTo>
                      <a:cubicBezTo>
                        <a:pt x="8031" y="1213"/>
                        <a:pt x="8031" y="1213"/>
                        <a:pt x="8031" y="1213"/>
                      </a:cubicBezTo>
                      <a:cubicBezTo>
                        <a:pt x="7200" y="1213"/>
                        <a:pt x="7200" y="1213"/>
                        <a:pt x="7200" y="1213"/>
                      </a:cubicBezTo>
                      <a:cubicBezTo>
                        <a:pt x="6923" y="728"/>
                        <a:pt x="6923" y="728"/>
                        <a:pt x="6923" y="728"/>
                      </a:cubicBezTo>
                      <a:cubicBezTo>
                        <a:pt x="6923" y="728"/>
                        <a:pt x="6646" y="485"/>
                        <a:pt x="6646" y="485"/>
                      </a:cubicBezTo>
                      <a:cubicBezTo>
                        <a:pt x="6923" y="485"/>
                        <a:pt x="6923" y="0"/>
                        <a:pt x="6923" y="0"/>
                      </a:cubicBezTo>
                      <a:cubicBezTo>
                        <a:pt x="6369" y="0"/>
                        <a:pt x="6369" y="0"/>
                        <a:pt x="6369" y="0"/>
                      </a:cubicBezTo>
                      <a:cubicBezTo>
                        <a:pt x="6369" y="0"/>
                        <a:pt x="5815" y="243"/>
                        <a:pt x="5815" y="243"/>
                      </a:cubicBezTo>
                      <a:cubicBezTo>
                        <a:pt x="5815" y="243"/>
                        <a:pt x="5538" y="485"/>
                        <a:pt x="5538" y="485"/>
                      </a:cubicBezTo>
                      <a:cubicBezTo>
                        <a:pt x="5262" y="485"/>
                        <a:pt x="5262" y="485"/>
                        <a:pt x="5262" y="485"/>
                      </a:cubicBezTo>
                      <a:cubicBezTo>
                        <a:pt x="4985" y="243"/>
                        <a:pt x="4985" y="243"/>
                        <a:pt x="4985" y="243"/>
                      </a:cubicBezTo>
                      <a:cubicBezTo>
                        <a:pt x="4708" y="0"/>
                        <a:pt x="4708" y="0"/>
                        <a:pt x="4708" y="0"/>
                      </a:cubicBezTo>
                      <a:cubicBezTo>
                        <a:pt x="4154" y="485"/>
                        <a:pt x="4154" y="485"/>
                        <a:pt x="4154" y="485"/>
                      </a:cubicBezTo>
                      <a:cubicBezTo>
                        <a:pt x="3877" y="728"/>
                        <a:pt x="3877" y="728"/>
                        <a:pt x="3877" y="728"/>
                      </a:cubicBezTo>
                      <a:cubicBezTo>
                        <a:pt x="3877" y="728"/>
                        <a:pt x="3877" y="971"/>
                        <a:pt x="3877" y="971"/>
                      </a:cubicBezTo>
                      <a:cubicBezTo>
                        <a:pt x="3877" y="971"/>
                        <a:pt x="4431" y="971"/>
                        <a:pt x="4431" y="971"/>
                      </a:cubicBezTo>
                      <a:cubicBezTo>
                        <a:pt x="4431" y="1456"/>
                        <a:pt x="4431" y="1456"/>
                        <a:pt x="4431" y="1456"/>
                      </a:cubicBezTo>
                      <a:cubicBezTo>
                        <a:pt x="4431" y="1456"/>
                        <a:pt x="4431" y="1456"/>
                        <a:pt x="4708" y="1456"/>
                      </a:cubicBezTo>
                      <a:cubicBezTo>
                        <a:pt x="4708" y="1456"/>
                        <a:pt x="4985" y="1699"/>
                        <a:pt x="4985" y="1699"/>
                      </a:cubicBezTo>
                      <a:cubicBezTo>
                        <a:pt x="5262" y="1942"/>
                        <a:pt x="5262" y="1942"/>
                        <a:pt x="5262" y="1942"/>
                      </a:cubicBezTo>
                      <a:cubicBezTo>
                        <a:pt x="5262" y="2427"/>
                        <a:pt x="5262" y="2427"/>
                        <a:pt x="5262" y="2427"/>
                      </a:cubicBezTo>
                      <a:cubicBezTo>
                        <a:pt x="5815" y="2670"/>
                        <a:pt x="5815" y="2670"/>
                        <a:pt x="5815" y="2670"/>
                      </a:cubicBezTo>
                      <a:cubicBezTo>
                        <a:pt x="5815" y="3155"/>
                        <a:pt x="5815" y="3155"/>
                        <a:pt x="5815" y="3155"/>
                      </a:cubicBezTo>
                      <a:cubicBezTo>
                        <a:pt x="5538" y="3398"/>
                        <a:pt x="5538" y="3398"/>
                        <a:pt x="5538" y="3398"/>
                      </a:cubicBezTo>
                      <a:cubicBezTo>
                        <a:pt x="5262" y="3640"/>
                        <a:pt x="5262" y="3640"/>
                        <a:pt x="5262" y="3640"/>
                      </a:cubicBezTo>
                      <a:cubicBezTo>
                        <a:pt x="4708" y="3640"/>
                        <a:pt x="4708" y="3640"/>
                        <a:pt x="4708" y="3640"/>
                      </a:cubicBezTo>
                      <a:cubicBezTo>
                        <a:pt x="4708" y="3398"/>
                        <a:pt x="4708" y="3398"/>
                        <a:pt x="4708" y="3398"/>
                      </a:cubicBezTo>
                      <a:cubicBezTo>
                        <a:pt x="4431" y="2912"/>
                        <a:pt x="4431" y="2912"/>
                        <a:pt x="4431" y="2912"/>
                      </a:cubicBezTo>
                      <a:cubicBezTo>
                        <a:pt x="4154" y="2670"/>
                        <a:pt x="4154" y="2670"/>
                        <a:pt x="4154" y="2670"/>
                      </a:cubicBezTo>
                      <a:cubicBezTo>
                        <a:pt x="3323" y="2912"/>
                        <a:pt x="3323" y="2912"/>
                        <a:pt x="3323" y="2912"/>
                      </a:cubicBezTo>
                      <a:cubicBezTo>
                        <a:pt x="3323" y="3398"/>
                        <a:pt x="3323" y="3398"/>
                        <a:pt x="3323" y="3398"/>
                      </a:cubicBezTo>
                      <a:cubicBezTo>
                        <a:pt x="1938" y="4369"/>
                        <a:pt x="1938" y="4369"/>
                        <a:pt x="1938" y="4369"/>
                      </a:cubicBezTo>
                      <a:cubicBezTo>
                        <a:pt x="2215" y="4854"/>
                        <a:pt x="2215" y="4854"/>
                        <a:pt x="2215" y="4854"/>
                      </a:cubicBezTo>
                      <a:cubicBezTo>
                        <a:pt x="1662" y="5339"/>
                        <a:pt x="1662" y="5339"/>
                        <a:pt x="1662" y="5339"/>
                      </a:cubicBezTo>
                      <a:cubicBezTo>
                        <a:pt x="1662" y="6067"/>
                        <a:pt x="1662" y="6067"/>
                        <a:pt x="1662" y="6067"/>
                      </a:cubicBezTo>
                      <a:cubicBezTo>
                        <a:pt x="1938" y="6796"/>
                        <a:pt x="1938" y="6796"/>
                        <a:pt x="1938" y="6796"/>
                      </a:cubicBezTo>
                      <a:cubicBezTo>
                        <a:pt x="1938" y="7281"/>
                        <a:pt x="1938" y="7281"/>
                        <a:pt x="1938" y="7281"/>
                      </a:cubicBezTo>
                      <a:cubicBezTo>
                        <a:pt x="831" y="7524"/>
                        <a:pt x="831" y="7524"/>
                        <a:pt x="831" y="7524"/>
                      </a:cubicBezTo>
                      <a:cubicBezTo>
                        <a:pt x="0" y="7766"/>
                        <a:pt x="0" y="7766"/>
                        <a:pt x="0" y="7766"/>
                      </a:cubicBezTo>
                      <a:cubicBezTo>
                        <a:pt x="0" y="8494"/>
                        <a:pt x="0" y="8494"/>
                        <a:pt x="0" y="8494"/>
                      </a:cubicBezTo>
                      <a:cubicBezTo>
                        <a:pt x="0" y="8737"/>
                        <a:pt x="0" y="8737"/>
                        <a:pt x="0" y="8737"/>
                      </a:cubicBezTo>
                      <a:cubicBezTo>
                        <a:pt x="831" y="9708"/>
                        <a:pt x="831" y="9708"/>
                        <a:pt x="831" y="9708"/>
                      </a:cubicBezTo>
                      <a:cubicBezTo>
                        <a:pt x="554" y="9951"/>
                        <a:pt x="554" y="9951"/>
                        <a:pt x="554" y="9951"/>
                      </a:cubicBezTo>
                      <a:cubicBezTo>
                        <a:pt x="277" y="10193"/>
                        <a:pt x="277" y="10193"/>
                        <a:pt x="277" y="10193"/>
                      </a:cubicBezTo>
                      <a:cubicBezTo>
                        <a:pt x="1108" y="11164"/>
                        <a:pt x="1108" y="11164"/>
                        <a:pt x="1108" y="11164"/>
                      </a:cubicBezTo>
                      <a:cubicBezTo>
                        <a:pt x="1385" y="11407"/>
                        <a:pt x="1385" y="11407"/>
                        <a:pt x="1385" y="11407"/>
                      </a:cubicBezTo>
                      <a:cubicBezTo>
                        <a:pt x="1938" y="11407"/>
                        <a:pt x="1938" y="11407"/>
                        <a:pt x="1938" y="11407"/>
                      </a:cubicBezTo>
                      <a:cubicBezTo>
                        <a:pt x="1938" y="11892"/>
                        <a:pt x="1938" y="11892"/>
                        <a:pt x="1938" y="11892"/>
                      </a:cubicBezTo>
                      <a:cubicBezTo>
                        <a:pt x="1938" y="12135"/>
                        <a:pt x="1938" y="12135"/>
                        <a:pt x="1938" y="12135"/>
                      </a:cubicBezTo>
                      <a:cubicBezTo>
                        <a:pt x="1938" y="12620"/>
                        <a:pt x="1938" y="12620"/>
                        <a:pt x="1938" y="12620"/>
                      </a:cubicBezTo>
                      <a:cubicBezTo>
                        <a:pt x="1385" y="13106"/>
                        <a:pt x="1385" y="13106"/>
                        <a:pt x="1385" y="13106"/>
                      </a:cubicBezTo>
                      <a:cubicBezTo>
                        <a:pt x="1662" y="13591"/>
                        <a:pt x="1662" y="13591"/>
                        <a:pt x="1662" y="13591"/>
                      </a:cubicBezTo>
                      <a:cubicBezTo>
                        <a:pt x="1108" y="13348"/>
                        <a:pt x="1108" y="13348"/>
                        <a:pt x="1108" y="13348"/>
                      </a:cubicBezTo>
                      <a:cubicBezTo>
                        <a:pt x="831" y="13834"/>
                        <a:pt x="831" y="13834"/>
                        <a:pt x="831" y="13834"/>
                      </a:cubicBezTo>
                      <a:cubicBezTo>
                        <a:pt x="1108" y="14076"/>
                        <a:pt x="1108" y="14076"/>
                        <a:pt x="1108" y="14076"/>
                      </a:cubicBezTo>
                      <a:cubicBezTo>
                        <a:pt x="831" y="14319"/>
                        <a:pt x="831" y="14319"/>
                        <a:pt x="831" y="14319"/>
                      </a:cubicBezTo>
                      <a:cubicBezTo>
                        <a:pt x="1385" y="14804"/>
                        <a:pt x="1385" y="14804"/>
                        <a:pt x="1385" y="14804"/>
                      </a:cubicBezTo>
                      <a:cubicBezTo>
                        <a:pt x="2492" y="15047"/>
                        <a:pt x="2492" y="15047"/>
                        <a:pt x="2492" y="15047"/>
                      </a:cubicBezTo>
                      <a:cubicBezTo>
                        <a:pt x="3046" y="14804"/>
                        <a:pt x="3046" y="14804"/>
                        <a:pt x="3046" y="14804"/>
                      </a:cubicBezTo>
                      <a:cubicBezTo>
                        <a:pt x="3323" y="14562"/>
                        <a:pt x="3323" y="14562"/>
                        <a:pt x="3323" y="14562"/>
                      </a:cubicBezTo>
                      <a:cubicBezTo>
                        <a:pt x="3046" y="14319"/>
                        <a:pt x="3046" y="14319"/>
                        <a:pt x="3046" y="14319"/>
                      </a:cubicBezTo>
                      <a:cubicBezTo>
                        <a:pt x="3046" y="14319"/>
                        <a:pt x="3046" y="14076"/>
                        <a:pt x="3323" y="14076"/>
                      </a:cubicBezTo>
                      <a:cubicBezTo>
                        <a:pt x="3323" y="13834"/>
                        <a:pt x="3600" y="13834"/>
                        <a:pt x="3600" y="13834"/>
                      </a:cubicBezTo>
                      <a:cubicBezTo>
                        <a:pt x="3600" y="14076"/>
                        <a:pt x="3600" y="14076"/>
                        <a:pt x="3600" y="14076"/>
                      </a:cubicBezTo>
                      <a:cubicBezTo>
                        <a:pt x="4431" y="14076"/>
                        <a:pt x="4431" y="14076"/>
                        <a:pt x="4431" y="14076"/>
                      </a:cubicBezTo>
                      <a:cubicBezTo>
                        <a:pt x="4431" y="14562"/>
                        <a:pt x="4431" y="14562"/>
                        <a:pt x="4431" y="14562"/>
                      </a:cubicBezTo>
                      <a:cubicBezTo>
                        <a:pt x="4154" y="14804"/>
                        <a:pt x="4154" y="14804"/>
                        <a:pt x="4154" y="14804"/>
                      </a:cubicBezTo>
                      <a:cubicBezTo>
                        <a:pt x="3877" y="14562"/>
                        <a:pt x="3877" y="14562"/>
                        <a:pt x="3877" y="14562"/>
                      </a:cubicBezTo>
                      <a:cubicBezTo>
                        <a:pt x="3877" y="14562"/>
                        <a:pt x="3877" y="14804"/>
                        <a:pt x="3877" y="14804"/>
                      </a:cubicBezTo>
                      <a:cubicBezTo>
                        <a:pt x="3877" y="14804"/>
                        <a:pt x="3877" y="15533"/>
                        <a:pt x="3877" y="15533"/>
                      </a:cubicBezTo>
                      <a:cubicBezTo>
                        <a:pt x="3877" y="15533"/>
                        <a:pt x="3877" y="15775"/>
                        <a:pt x="3600" y="15533"/>
                      </a:cubicBezTo>
                      <a:cubicBezTo>
                        <a:pt x="3600" y="15533"/>
                        <a:pt x="3323" y="15290"/>
                        <a:pt x="3323" y="15290"/>
                      </a:cubicBezTo>
                      <a:cubicBezTo>
                        <a:pt x="2492" y="15047"/>
                        <a:pt x="2492" y="15047"/>
                        <a:pt x="2492" y="15047"/>
                      </a:cubicBezTo>
                      <a:cubicBezTo>
                        <a:pt x="2215" y="15290"/>
                        <a:pt x="2215" y="15290"/>
                        <a:pt x="2215" y="15290"/>
                      </a:cubicBezTo>
                      <a:cubicBezTo>
                        <a:pt x="2215" y="15290"/>
                        <a:pt x="2215" y="15533"/>
                        <a:pt x="2215" y="15775"/>
                      </a:cubicBezTo>
                      <a:cubicBezTo>
                        <a:pt x="2492" y="15775"/>
                        <a:pt x="2769" y="15775"/>
                        <a:pt x="2769" y="15775"/>
                      </a:cubicBezTo>
                      <a:cubicBezTo>
                        <a:pt x="2769" y="15775"/>
                        <a:pt x="3323" y="15775"/>
                        <a:pt x="3323" y="15775"/>
                      </a:cubicBezTo>
                      <a:cubicBezTo>
                        <a:pt x="3323" y="15775"/>
                        <a:pt x="3323" y="15775"/>
                        <a:pt x="3600" y="15775"/>
                      </a:cubicBezTo>
                      <a:cubicBezTo>
                        <a:pt x="3600" y="15775"/>
                        <a:pt x="4154" y="15775"/>
                        <a:pt x="4154" y="15775"/>
                      </a:cubicBezTo>
                      <a:cubicBezTo>
                        <a:pt x="4154" y="16261"/>
                        <a:pt x="4154" y="16261"/>
                        <a:pt x="4154" y="16261"/>
                      </a:cubicBezTo>
                      <a:cubicBezTo>
                        <a:pt x="4708" y="16746"/>
                        <a:pt x="4708" y="16746"/>
                        <a:pt x="4708" y="16746"/>
                      </a:cubicBezTo>
                      <a:cubicBezTo>
                        <a:pt x="5815" y="16746"/>
                        <a:pt x="5815" y="16746"/>
                        <a:pt x="5815" y="16746"/>
                      </a:cubicBezTo>
                      <a:cubicBezTo>
                        <a:pt x="6092" y="16746"/>
                        <a:pt x="6092" y="16746"/>
                        <a:pt x="6092" y="16746"/>
                      </a:cubicBezTo>
                      <a:cubicBezTo>
                        <a:pt x="6923" y="17231"/>
                        <a:pt x="6923" y="17231"/>
                        <a:pt x="6923" y="17231"/>
                      </a:cubicBezTo>
                      <a:cubicBezTo>
                        <a:pt x="6923" y="17231"/>
                        <a:pt x="7200" y="17717"/>
                        <a:pt x="7477" y="17717"/>
                      </a:cubicBezTo>
                      <a:cubicBezTo>
                        <a:pt x="7477" y="17717"/>
                        <a:pt x="7754" y="18202"/>
                        <a:pt x="7754" y="18202"/>
                      </a:cubicBezTo>
                      <a:cubicBezTo>
                        <a:pt x="8308" y="18202"/>
                        <a:pt x="8308" y="18202"/>
                        <a:pt x="8308" y="18202"/>
                      </a:cubicBezTo>
                      <a:cubicBezTo>
                        <a:pt x="8585" y="18202"/>
                        <a:pt x="8585" y="18202"/>
                        <a:pt x="8585" y="18202"/>
                      </a:cubicBezTo>
                      <a:cubicBezTo>
                        <a:pt x="8585" y="18202"/>
                        <a:pt x="8862" y="18445"/>
                        <a:pt x="8862" y="18445"/>
                      </a:cubicBezTo>
                      <a:cubicBezTo>
                        <a:pt x="8585" y="18688"/>
                        <a:pt x="8585" y="18688"/>
                        <a:pt x="8585" y="18688"/>
                      </a:cubicBezTo>
                      <a:cubicBezTo>
                        <a:pt x="8862" y="19173"/>
                        <a:pt x="8862" y="19173"/>
                        <a:pt x="8862" y="19173"/>
                      </a:cubicBezTo>
                      <a:cubicBezTo>
                        <a:pt x="9415" y="19173"/>
                        <a:pt x="9415" y="19173"/>
                        <a:pt x="9415" y="19173"/>
                      </a:cubicBezTo>
                      <a:cubicBezTo>
                        <a:pt x="9415" y="19173"/>
                        <a:pt x="9415" y="19173"/>
                        <a:pt x="9415" y="19416"/>
                      </a:cubicBezTo>
                      <a:cubicBezTo>
                        <a:pt x="9415" y="19416"/>
                        <a:pt x="9692" y="19901"/>
                        <a:pt x="9692" y="19901"/>
                      </a:cubicBezTo>
                      <a:cubicBezTo>
                        <a:pt x="9692" y="20144"/>
                        <a:pt x="9692" y="20144"/>
                        <a:pt x="9692" y="20144"/>
                      </a:cubicBezTo>
                      <a:cubicBezTo>
                        <a:pt x="9692" y="20144"/>
                        <a:pt x="9969" y="20144"/>
                        <a:pt x="9969" y="20387"/>
                      </a:cubicBezTo>
                      <a:cubicBezTo>
                        <a:pt x="9969" y="20387"/>
                        <a:pt x="9969" y="20387"/>
                        <a:pt x="9969" y="20629"/>
                      </a:cubicBezTo>
                      <a:cubicBezTo>
                        <a:pt x="10246" y="20629"/>
                        <a:pt x="10800" y="20629"/>
                        <a:pt x="10800" y="20629"/>
                      </a:cubicBezTo>
                      <a:cubicBezTo>
                        <a:pt x="11077" y="20872"/>
                        <a:pt x="11077" y="20872"/>
                        <a:pt x="11077" y="20872"/>
                      </a:cubicBezTo>
                      <a:cubicBezTo>
                        <a:pt x="11354" y="21115"/>
                        <a:pt x="11354" y="21115"/>
                        <a:pt x="11354" y="21115"/>
                      </a:cubicBezTo>
                      <a:lnTo>
                        <a:pt x="11631" y="21115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13" name="Shape">
                  <a:extLst>
                    <a:ext uri="{FF2B5EF4-FFF2-40B4-BE49-F238E27FC236}">
                      <a16:creationId xmlns:a16="http://schemas.microsoft.com/office/drawing/2014/main" id="{F192C594-3A6D-4C29-B3B2-FF80928D9E28}"/>
                    </a:ext>
                  </a:extLst>
                </p:cNvPr>
                <p:cNvSpPr/>
                <p:nvPr/>
              </p:nvSpPr>
              <p:spPr>
                <a:xfrm>
                  <a:off x="4637180" y="5664575"/>
                  <a:ext cx="369231" cy="31397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4279" y="20903"/>
                      </a:moveTo>
                      <a:cubicBezTo>
                        <a:pt x="4279" y="20903"/>
                        <a:pt x="4075" y="20903"/>
                        <a:pt x="3872" y="20903"/>
                      </a:cubicBezTo>
                      <a:cubicBezTo>
                        <a:pt x="3668" y="20903"/>
                        <a:pt x="3464" y="21368"/>
                        <a:pt x="3260" y="21368"/>
                      </a:cubicBezTo>
                      <a:cubicBezTo>
                        <a:pt x="3260" y="21368"/>
                        <a:pt x="3260" y="21368"/>
                        <a:pt x="3260" y="21135"/>
                      </a:cubicBezTo>
                      <a:cubicBezTo>
                        <a:pt x="3260" y="20903"/>
                        <a:pt x="3260" y="20903"/>
                        <a:pt x="3057" y="20671"/>
                      </a:cubicBezTo>
                      <a:cubicBezTo>
                        <a:pt x="3057" y="20439"/>
                        <a:pt x="3057" y="19974"/>
                        <a:pt x="2853" y="19742"/>
                      </a:cubicBezTo>
                      <a:cubicBezTo>
                        <a:pt x="2649" y="19510"/>
                        <a:pt x="2649" y="19277"/>
                        <a:pt x="2649" y="19277"/>
                      </a:cubicBezTo>
                      <a:cubicBezTo>
                        <a:pt x="2649" y="19277"/>
                        <a:pt x="2242" y="19277"/>
                        <a:pt x="2038" y="19277"/>
                      </a:cubicBezTo>
                      <a:cubicBezTo>
                        <a:pt x="2038" y="19277"/>
                        <a:pt x="1834" y="19277"/>
                        <a:pt x="1834" y="19277"/>
                      </a:cubicBezTo>
                      <a:cubicBezTo>
                        <a:pt x="1834" y="19277"/>
                        <a:pt x="1630" y="18813"/>
                        <a:pt x="1834" y="18813"/>
                      </a:cubicBezTo>
                      <a:cubicBezTo>
                        <a:pt x="1834" y="18581"/>
                        <a:pt x="1630" y="18348"/>
                        <a:pt x="1426" y="18116"/>
                      </a:cubicBezTo>
                      <a:cubicBezTo>
                        <a:pt x="1426" y="18116"/>
                        <a:pt x="1019" y="17419"/>
                        <a:pt x="1019" y="17419"/>
                      </a:cubicBezTo>
                      <a:cubicBezTo>
                        <a:pt x="1019" y="17419"/>
                        <a:pt x="815" y="17419"/>
                        <a:pt x="815" y="17187"/>
                      </a:cubicBezTo>
                      <a:cubicBezTo>
                        <a:pt x="815" y="16955"/>
                        <a:pt x="815" y="16723"/>
                        <a:pt x="815" y="16723"/>
                      </a:cubicBezTo>
                      <a:cubicBezTo>
                        <a:pt x="611" y="16258"/>
                        <a:pt x="611" y="16258"/>
                        <a:pt x="611" y="16258"/>
                      </a:cubicBezTo>
                      <a:cubicBezTo>
                        <a:pt x="611" y="16258"/>
                        <a:pt x="1019" y="16026"/>
                        <a:pt x="1019" y="15794"/>
                      </a:cubicBezTo>
                      <a:cubicBezTo>
                        <a:pt x="1019" y="15794"/>
                        <a:pt x="1223" y="15561"/>
                        <a:pt x="1019" y="15329"/>
                      </a:cubicBezTo>
                      <a:cubicBezTo>
                        <a:pt x="1019" y="15097"/>
                        <a:pt x="611" y="14865"/>
                        <a:pt x="611" y="14865"/>
                      </a:cubicBezTo>
                      <a:cubicBezTo>
                        <a:pt x="408" y="14632"/>
                        <a:pt x="204" y="14400"/>
                        <a:pt x="0" y="14168"/>
                      </a:cubicBezTo>
                      <a:cubicBezTo>
                        <a:pt x="0" y="13935"/>
                        <a:pt x="0" y="13703"/>
                        <a:pt x="0" y="13703"/>
                      </a:cubicBezTo>
                      <a:cubicBezTo>
                        <a:pt x="0" y="13703"/>
                        <a:pt x="0" y="13471"/>
                        <a:pt x="204" y="13471"/>
                      </a:cubicBezTo>
                      <a:cubicBezTo>
                        <a:pt x="408" y="13239"/>
                        <a:pt x="611" y="13239"/>
                        <a:pt x="611" y="13006"/>
                      </a:cubicBezTo>
                      <a:cubicBezTo>
                        <a:pt x="611" y="13006"/>
                        <a:pt x="815" y="13006"/>
                        <a:pt x="815" y="12774"/>
                      </a:cubicBezTo>
                      <a:cubicBezTo>
                        <a:pt x="611" y="12542"/>
                        <a:pt x="408" y="12310"/>
                        <a:pt x="408" y="12310"/>
                      </a:cubicBezTo>
                      <a:cubicBezTo>
                        <a:pt x="611" y="11613"/>
                        <a:pt x="611" y="11613"/>
                        <a:pt x="611" y="11613"/>
                      </a:cubicBezTo>
                      <a:cubicBezTo>
                        <a:pt x="408" y="11381"/>
                        <a:pt x="408" y="11381"/>
                        <a:pt x="408" y="11381"/>
                      </a:cubicBezTo>
                      <a:cubicBezTo>
                        <a:pt x="408" y="10452"/>
                        <a:pt x="408" y="10452"/>
                        <a:pt x="408" y="10452"/>
                      </a:cubicBezTo>
                      <a:cubicBezTo>
                        <a:pt x="408" y="10219"/>
                        <a:pt x="408" y="10219"/>
                        <a:pt x="408" y="10219"/>
                      </a:cubicBezTo>
                      <a:cubicBezTo>
                        <a:pt x="408" y="10219"/>
                        <a:pt x="611" y="9755"/>
                        <a:pt x="611" y="9755"/>
                      </a:cubicBezTo>
                      <a:cubicBezTo>
                        <a:pt x="611" y="9523"/>
                        <a:pt x="611" y="9058"/>
                        <a:pt x="611" y="9058"/>
                      </a:cubicBezTo>
                      <a:cubicBezTo>
                        <a:pt x="611" y="9058"/>
                        <a:pt x="611" y="9058"/>
                        <a:pt x="611" y="9058"/>
                      </a:cubicBezTo>
                      <a:cubicBezTo>
                        <a:pt x="1019" y="9290"/>
                        <a:pt x="1630" y="9058"/>
                        <a:pt x="1834" y="9058"/>
                      </a:cubicBezTo>
                      <a:cubicBezTo>
                        <a:pt x="2242" y="9058"/>
                        <a:pt x="2242" y="8361"/>
                        <a:pt x="2038" y="7665"/>
                      </a:cubicBezTo>
                      <a:cubicBezTo>
                        <a:pt x="2038" y="7200"/>
                        <a:pt x="2242" y="6735"/>
                        <a:pt x="2242" y="6271"/>
                      </a:cubicBezTo>
                      <a:cubicBezTo>
                        <a:pt x="2445" y="5806"/>
                        <a:pt x="3057" y="5574"/>
                        <a:pt x="3668" y="5110"/>
                      </a:cubicBezTo>
                      <a:cubicBezTo>
                        <a:pt x="4075" y="4645"/>
                        <a:pt x="4075" y="4181"/>
                        <a:pt x="4687" y="4181"/>
                      </a:cubicBezTo>
                      <a:cubicBezTo>
                        <a:pt x="4687" y="4181"/>
                        <a:pt x="4891" y="4181"/>
                        <a:pt x="5094" y="4413"/>
                      </a:cubicBezTo>
                      <a:cubicBezTo>
                        <a:pt x="5094" y="4413"/>
                        <a:pt x="5094" y="4645"/>
                        <a:pt x="5298" y="4877"/>
                      </a:cubicBezTo>
                      <a:cubicBezTo>
                        <a:pt x="5298" y="4877"/>
                        <a:pt x="5298" y="4877"/>
                        <a:pt x="5502" y="4877"/>
                      </a:cubicBezTo>
                      <a:cubicBezTo>
                        <a:pt x="5909" y="5574"/>
                        <a:pt x="6317" y="6039"/>
                        <a:pt x="6317" y="4181"/>
                      </a:cubicBezTo>
                      <a:cubicBezTo>
                        <a:pt x="6521" y="2555"/>
                        <a:pt x="7540" y="3019"/>
                        <a:pt x="8355" y="2555"/>
                      </a:cubicBezTo>
                      <a:cubicBezTo>
                        <a:pt x="8355" y="2555"/>
                        <a:pt x="8355" y="2555"/>
                        <a:pt x="8558" y="2323"/>
                      </a:cubicBezTo>
                      <a:cubicBezTo>
                        <a:pt x="8762" y="2555"/>
                        <a:pt x="8966" y="2555"/>
                        <a:pt x="9170" y="2555"/>
                      </a:cubicBezTo>
                      <a:cubicBezTo>
                        <a:pt x="9374" y="2555"/>
                        <a:pt x="9374" y="2555"/>
                        <a:pt x="9374" y="2555"/>
                      </a:cubicBezTo>
                      <a:cubicBezTo>
                        <a:pt x="9374" y="2555"/>
                        <a:pt x="9985" y="1626"/>
                        <a:pt x="9985" y="1626"/>
                      </a:cubicBezTo>
                      <a:cubicBezTo>
                        <a:pt x="10189" y="1626"/>
                        <a:pt x="10596" y="1394"/>
                        <a:pt x="10596" y="1394"/>
                      </a:cubicBezTo>
                      <a:cubicBezTo>
                        <a:pt x="11004" y="697"/>
                        <a:pt x="11004" y="697"/>
                        <a:pt x="11004" y="697"/>
                      </a:cubicBezTo>
                      <a:cubicBezTo>
                        <a:pt x="11004" y="697"/>
                        <a:pt x="11411" y="929"/>
                        <a:pt x="11615" y="929"/>
                      </a:cubicBezTo>
                      <a:cubicBezTo>
                        <a:pt x="11819" y="929"/>
                        <a:pt x="12023" y="929"/>
                        <a:pt x="12430" y="929"/>
                      </a:cubicBezTo>
                      <a:cubicBezTo>
                        <a:pt x="12634" y="697"/>
                        <a:pt x="12634" y="697"/>
                        <a:pt x="12634" y="697"/>
                      </a:cubicBezTo>
                      <a:cubicBezTo>
                        <a:pt x="12634" y="697"/>
                        <a:pt x="13042" y="232"/>
                        <a:pt x="13449" y="232"/>
                      </a:cubicBezTo>
                      <a:cubicBezTo>
                        <a:pt x="13857" y="0"/>
                        <a:pt x="13857" y="232"/>
                        <a:pt x="13857" y="232"/>
                      </a:cubicBezTo>
                      <a:cubicBezTo>
                        <a:pt x="13857" y="232"/>
                        <a:pt x="14468" y="232"/>
                        <a:pt x="14875" y="232"/>
                      </a:cubicBezTo>
                      <a:cubicBezTo>
                        <a:pt x="14875" y="232"/>
                        <a:pt x="14875" y="0"/>
                        <a:pt x="14875" y="0"/>
                      </a:cubicBezTo>
                      <a:cubicBezTo>
                        <a:pt x="15487" y="465"/>
                        <a:pt x="15487" y="1161"/>
                        <a:pt x="16098" y="1858"/>
                      </a:cubicBezTo>
                      <a:cubicBezTo>
                        <a:pt x="16913" y="2787"/>
                        <a:pt x="17728" y="2555"/>
                        <a:pt x="19155" y="3484"/>
                      </a:cubicBezTo>
                      <a:cubicBezTo>
                        <a:pt x="19155" y="3716"/>
                        <a:pt x="19970" y="4413"/>
                        <a:pt x="20174" y="5110"/>
                      </a:cubicBezTo>
                      <a:cubicBezTo>
                        <a:pt x="20377" y="6039"/>
                        <a:pt x="21192" y="6039"/>
                        <a:pt x="21396" y="6968"/>
                      </a:cubicBezTo>
                      <a:cubicBezTo>
                        <a:pt x="21396" y="7665"/>
                        <a:pt x="20989" y="7897"/>
                        <a:pt x="20989" y="8594"/>
                      </a:cubicBezTo>
                      <a:cubicBezTo>
                        <a:pt x="20989" y="9290"/>
                        <a:pt x="21396" y="10916"/>
                        <a:pt x="21600" y="11148"/>
                      </a:cubicBezTo>
                      <a:cubicBezTo>
                        <a:pt x="21600" y="11148"/>
                        <a:pt x="21600" y="11381"/>
                        <a:pt x="21600" y="11381"/>
                      </a:cubicBezTo>
                      <a:cubicBezTo>
                        <a:pt x="19766" y="11845"/>
                        <a:pt x="19766" y="11845"/>
                        <a:pt x="19766" y="11845"/>
                      </a:cubicBezTo>
                      <a:cubicBezTo>
                        <a:pt x="19970" y="13935"/>
                        <a:pt x="19970" y="13935"/>
                        <a:pt x="19970" y="13935"/>
                      </a:cubicBezTo>
                      <a:cubicBezTo>
                        <a:pt x="18951" y="14865"/>
                        <a:pt x="18951" y="14865"/>
                        <a:pt x="18951" y="14865"/>
                      </a:cubicBezTo>
                      <a:cubicBezTo>
                        <a:pt x="18951" y="14865"/>
                        <a:pt x="16506" y="15329"/>
                        <a:pt x="16302" y="15329"/>
                      </a:cubicBezTo>
                      <a:cubicBezTo>
                        <a:pt x="16098" y="15329"/>
                        <a:pt x="15079" y="15561"/>
                        <a:pt x="14672" y="15794"/>
                      </a:cubicBezTo>
                      <a:cubicBezTo>
                        <a:pt x="14264" y="15794"/>
                        <a:pt x="13653" y="16258"/>
                        <a:pt x="13449" y="16258"/>
                      </a:cubicBezTo>
                      <a:cubicBezTo>
                        <a:pt x="13042" y="16490"/>
                        <a:pt x="12838" y="17652"/>
                        <a:pt x="12838" y="17652"/>
                      </a:cubicBezTo>
                      <a:cubicBezTo>
                        <a:pt x="12838" y="17652"/>
                        <a:pt x="12226" y="18581"/>
                        <a:pt x="12023" y="18813"/>
                      </a:cubicBezTo>
                      <a:cubicBezTo>
                        <a:pt x="11819" y="19045"/>
                        <a:pt x="10800" y="19742"/>
                        <a:pt x="10800" y="19742"/>
                      </a:cubicBezTo>
                      <a:cubicBezTo>
                        <a:pt x="10800" y="19742"/>
                        <a:pt x="9781" y="19742"/>
                        <a:pt x="9577" y="19742"/>
                      </a:cubicBezTo>
                      <a:cubicBezTo>
                        <a:pt x="9170" y="19742"/>
                        <a:pt x="8762" y="20206"/>
                        <a:pt x="8355" y="20206"/>
                      </a:cubicBezTo>
                      <a:cubicBezTo>
                        <a:pt x="7743" y="20439"/>
                        <a:pt x="7336" y="20671"/>
                        <a:pt x="7132" y="20671"/>
                      </a:cubicBezTo>
                      <a:cubicBezTo>
                        <a:pt x="6928" y="20671"/>
                        <a:pt x="5909" y="20903"/>
                        <a:pt x="5909" y="20903"/>
                      </a:cubicBezTo>
                      <a:cubicBezTo>
                        <a:pt x="5909" y="21600"/>
                        <a:pt x="5909" y="21600"/>
                        <a:pt x="5909" y="21600"/>
                      </a:cubicBezTo>
                      <a:cubicBezTo>
                        <a:pt x="5909" y="21600"/>
                        <a:pt x="5706" y="21600"/>
                        <a:pt x="5706" y="21600"/>
                      </a:cubicBezTo>
                      <a:cubicBezTo>
                        <a:pt x="5706" y="21600"/>
                        <a:pt x="5706" y="21600"/>
                        <a:pt x="5502" y="21600"/>
                      </a:cubicBezTo>
                      <a:cubicBezTo>
                        <a:pt x="5502" y="21368"/>
                        <a:pt x="5502" y="21368"/>
                        <a:pt x="5502" y="21368"/>
                      </a:cubicBezTo>
                      <a:cubicBezTo>
                        <a:pt x="5094" y="20903"/>
                        <a:pt x="5094" y="20903"/>
                        <a:pt x="5094" y="20903"/>
                      </a:cubicBezTo>
                      <a:cubicBezTo>
                        <a:pt x="5094" y="20903"/>
                        <a:pt x="4891" y="21135"/>
                        <a:pt x="4687" y="21135"/>
                      </a:cubicBezTo>
                      <a:cubicBezTo>
                        <a:pt x="4483" y="21135"/>
                        <a:pt x="4483" y="20903"/>
                        <a:pt x="4279" y="2090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14" name="Shape">
                  <a:extLst>
                    <a:ext uri="{FF2B5EF4-FFF2-40B4-BE49-F238E27FC236}">
                      <a16:creationId xmlns:a16="http://schemas.microsoft.com/office/drawing/2014/main" id="{DDA7BC3A-CF9E-4E90-9A62-70B246BB2318}"/>
                    </a:ext>
                  </a:extLst>
                </p:cNvPr>
                <p:cNvSpPr/>
                <p:nvPr/>
              </p:nvSpPr>
              <p:spPr>
                <a:xfrm>
                  <a:off x="3982637" y="4405420"/>
                  <a:ext cx="679718" cy="3676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880" y="10701"/>
                      </a:moveTo>
                      <a:cubicBezTo>
                        <a:pt x="3212" y="10305"/>
                        <a:pt x="3212" y="10305"/>
                        <a:pt x="3212" y="10305"/>
                      </a:cubicBezTo>
                      <a:cubicBezTo>
                        <a:pt x="3212" y="10305"/>
                        <a:pt x="3212" y="9710"/>
                        <a:pt x="3323" y="9908"/>
                      </a:cubicBezTo>
                      <a:cubicBezTo>
                        <a:pt x="3323" y="9908"/>
                        <a:pt x="3545" y="9710"/>
                        <a:pt x="3545" y="9710"/>
                      </a:cubicBezTo>
                      <a:cubicBezTo>
                        <a:pt x="3655" y="9314"/>
                        <a:pt x="3655" y="9314"/>
                        <a:pt x="3655" y="9314"/>
                      </a:cubicBezTo>
                      <a:cubicBezTo>
                        <a:pt x="3766" y="8719"/>
                        <a:pt x="3766" y="8719"/>
                        <a:pt x="3766" y="8719"/>
                      </a:cubicBezTo>
                      <a:cubicBezTo>
                        <a:pt x="4320" y="8323"/>
                        <a:pt x="4320" y="8323"/>
                        <a:pt x="4320" y="8323"/>
                      </a:cubicBezTo>
                      <a:cubicBezTo>
                        <a:pt x="4431" y="7332"/>
                        <a:pt x="4431" y="7332"/>
                        <a:pt x="4431" y="7332"/>
                      </a:cubicBezTo>
                      <a:cubicBezTo>
                        <a:pt x="4320" y="6738"/>
                        <a:pt x="4320" y="6738"/>
                        <a:pt x="4320" y="6738"/>
                      </a:cubicBezTo>
                      <a:cubicBezTo>
                        <a:pt x="4320" y="6738"/>
                        <a:pt x="4320" y="5945"/>
                        <a:pt x="4431" y="5945"/>
                      </a:cubicBezTo>
                      <a:cubicBezTo>
                        <a:pt x="4542" y="5945"/>
                        <a:pt x="4874" y="5549"/>
                        <a:pt x="4874" y="5549"/>
                      </a:cubicBezTo>
                      <a:cubicBezTo>
                        <a:pt x="5206" y="4954"/>
                        <a:pt x="5206" y="4954"/>
                        <a:pt x="5206" y="4954"/>
                      </a:cubicBezTo>
                      <a:cubicBezTo>
                        <a:pt x="5206" y="4558"/>
                        <a:pt x="5206" y="4558"/>
                        <a:pt x="5206" y="4558"/>
                      </a:cubicBezTo>
                      <a:cubicBezTo>
                        <a:pt x="5428" y="3765"/>
                        <a:pt x="5428" y="3765"/>
                        <a:pt x="5428" y="3765"/>
                      </a:cubicBezTo>
                      <a:cubicBezTo>
                        <a:pt x="5649" y="3369"/>
                        <a:pt x="5649" y="3369"/>
                        <a:pt x="5649" y="3369"/>
                      </a:cubicBezTo>
                      <a:cubicBezTo>
                        <a:pt x="5871" y="2972"/>
                        <a:pt x="5871" y="2972"/>
                        <a:pt x="5871" y="2972"/>
                      </a:cubicBezTo>
                      <a:cubicBezTo>
                        <a:pt x="6203" y="2774"/>
                        <a:pt x="6203" y="2774"/>
                        <a:pt x="6203" y="2774"/>
                      </a:cubicBezTo>
                      <a:cubicBezTo>
                        <a:pt x="6203" y="2774"/>
                        <a:pt x="6314" y="2774"/>
                        <a:pt x="6425" y="2774"/>
                      </a:cubicBezTo>
                      <a:cubicBezTo>
                        <a:pt x="6535" y="2774"/>
                        <a:pt x="6646" y="2576"/>
                        <a:pt x="6646" y="2576"/>
                      </a:cubicBezTo>
                      <a:cubicBezTo>
                        <a:pt x="6757" y="2576"/>
                        <a:pt x="7089" y="2576"/>
                        <a:pt x="7089" y="2576"/>
                      </a:cubicBezTo>
                      <a:cubicBezTo>
                        <a:pt x="7089" y="2576"/>
                        <a:pt x="7311" y="2180"/>
                        <a:pt x="7311" y="2378"/>
                      </a:cubicBezTo>
                      <a:cubicBezTo>
                        <a:pt x="7311" y="2774"/>
                        <a:pt x="7311" y="2972"/>
                        <a:pt x="7311" y="2972"/>
                      </a:cubicBezTo>
                      <a:cubicBezTo>
                        <a:pt x="7422" y="3171"/>
                        <a:pt x="7532" y="3567"/>
                        <a:pt x="7532" y="3567"/>
                      </a:cubicBezTo>
                      <a:cubicBezTo>
                        <a:pt x="7532" y="3567"/>
                        <a:pt x="7754" y="3567"/>
                        <a:pt x="7865" y="3369"/>
                      </a:cubicBezTo>
                      <a:cubicBezTo>
                        <a:pt x="7975" y="3171"/>
                        <a:pt x="8197" y="2972"/>
                        <a:pt x="8197" y="2972"/>
                      </a:cubicBezTo>
                      <a:cubicBezTo>
                        <a:pt x="8197" y="2972"/>
                        <a:pt x="8418" y="3369"/>
                        <a:pt x="8418" y="3171"/>
                      </a:cubicBezTo>
                      <a:cubicBezTo>
                        <a:pt x="8418" y="2972"/>
                        <a:pt x="8418" y="2180"/>
                        <a:pt x="8418" y="2180"/>
                      </a:cubicBezTo>
                      <a:cubicBezTo>
                        <a:pt x="8640" y="1585"/>
                        <a:pt x="8640" y="1585"/>
                        <a:pt x="8640" y="1585"/>
                      </a:cubicBezTo>
                      <a:cubicBezTo>
                        <a:pt x="8640" y="1585"/>
                        <a:pt x="8862" y="1585"/>
                        <a:pt x="8862" y="1387"/>
                      </a:cubicBezTo>
                      <a:cubicBezTo>
                        <a:pt x="8862" y="1189"/>
                        <a:pt x="9083" y="793"/>
                        <a:pt x="9083" y="793"/>
                      </a:cubicBezTo>
                      <a:cubicBezTo>
                        <a:pt x="9415" y="793"/>
                        <a:pt x="9415" y="793"/>
                        <a:pt x="9415" y="793"/>
                      </a:cubicBezTo>
                      <a:cubicBezTo>
                        <a:pt x="9637" y="1982"/>
                        <a:pt x="9637" y="1982"/>
                        <a:pt x="9637" y="1982"/>
                      </a:cubicBezTo>
                      <a:cubicBezTo>
                        <a:pt x="9969" y="2378"/>
                        <a:pt x="9969" y="2378"/>
                        <a:pt x="9969" y="2378"/>
                      </a:cubicBezTo>
                      <a:cubicBezTo>
                        <a:pt x="10080" y="2576"/>
                        <a:pt x="10080" y="2576"/>
                        <a:pt x="10080" y="2576"/>
                      </a:cubicBezTo>
                      <a:cubicBezTo>
                        <a:pt x="10302" y="2774"/>
                        <a:pt x="10302" y="2774"/>
                        <a:pt x="10302" y="2774"/>
                      </a:cubicBezTo>
                      <a:cubicBezTo>
                        <a:pt x="10634" y="2774"/>
                        <a:pt x="10634" y="2774"/>
                        <a:pt x="10634" y="2774"/>
                      </a:cubicBezTo>
                      <a:cubicBezTo>
                        <a:pt x="10634" y="2972"/>
                        <a:pt x="10634" y="2972"/>
                        <a:pt x="10634" y="2972"/>
                      </a:cubicBezTo>
                      <a:cubicBezTo>
                        <a:pt x="10855" y="3369"/>
                        <a:pt x="10855" y="3369"/>
                        <a:pt x="10855" y="3369"/>
                      </a:cubicBezTo>
                      <a:cubicBezTo>
                        <a:pt x="10966" y="3963"/>
                        <a:pt x="10966" y="3963"/>
                        <a:pt x="10966" y="3963"/>
                      </a:cubicBezTo>
                      <a:cubicBezTo>
                        <a:pt x="10745" y="4360"/>
                        <a:pt x="10745" y="4360"/>
                        <a:pt x="10745" y="4360"/>
                      </a:cubicBezTo>
                      <a:cubicBezTo>
                        <a:pt x="10745" y="4558"/>
                        <a:pt x="10745" y="4558"/>
                        <a:pt x="10745" y="4558"/>
                      </a:cubicBezTo>
                      <a:cubicBezTo>
                        <a:pt x="10855" y="4756"/>
                        <a:pt x="10855" y="4756"/>
                        <a:pt x="10855" y="4756"/>
                      </a:cubicBezTo>
                      <a:cubicBezTo>
                        <a:pt x="10855" y="4756"/>
                        <a:pt x="10966" y="4756"/>
                        <a:pt x="10966" y="4756"/>
                      </a:cubicBezTo>
                      <a:cubicBezTo>
                        <a:pt x="10966" y="4756"/>
                        <a:pt x="11188" y="4558"/>
                        <a:pt x="11298" y="4558"/>
                      </a:cubicBezTo>
                      <a:cubicBezTo>
                        <a:pt x="11298" y="4558"/>
                        <a:pt x="11298" y="4360"/>
                        <a:pt x="11298" y="4360"/>
                      </a:cubicBezTo>
                      <a:cubicBezTo>
                        <a:pt x="11298" y="4360"/>
                        <a:pt x="11520" y="4161"/>
                        <a:pt x="11520" y="4161"/>
                      </a:cubicBezTo>
                      <a:cubicBezTo>
                        <a:pt x="11520" y="4161"/>
                        <a:pt x="11631" y="4161"/>
                        <a:pt x="11631" y="4161"/>
                      </a:cubicBezTo>
                      <a:cubicBezTo>
                        <a:pt x="11631" y="4360"/>
                        <a:pt x="11742" y="4558"/>
                        <a:pt x="11742" y="4558"/>
                      </a:cubicBezTo>
                      <a:cubicBezTo>
                        <a:pt x="11742" y="4558"/>
                        <a:pt x="11852" y="4360"/>
                        <a:pt x="11852" y="4558"/>
                      </a:cubicBezTo>
                      <a:cubicBezTo>
                        <a:pt x="11852" y="4558"/>
                        <a:pt x="11963" y="4558"/>
                        <a:pt x="11963" y="4558"/>
                      </a:cubicBezTo>
                      <a:cubicBezTo>
                        <a:pt x="11963" y="4558"/>
                        <a:pt x="11963" y="4558"/>
                        <a:pt x="11963" y="4360"/>
                      </a:cubicBezTo>
                      <a:cubicBezTo>
                        <a:pt x="11963" y="3963"/>
                        <a:pt x="11963" y="3963"/>
                        <a:pt x="11963" y="3963"/>
                      </a:cubicBezTo>
                      <a:cubicBezTo>
                        <a:pt x="11963" y="3765"/>
                        <a:pt x="11963" y="3567"/>
                        <a:pt x="11963" y="3567"/>
                      </a:cubicBezTo>
                      <a:cubicBezTo>
                        <a:pt x="12074" y="3369"/>
                        <a:pt x="12074" y="3369"/>
                        <a:pt x="12074" y="3171"/>
                      </a:cubicBezTo>
                      <a:cubicBezTo>
                        <a:pt x="12074" y="3171"/>
                        <a:pt x="11963" y="2972"/>
                        <a:pt x="12074" y="2972"/>
                      </a:cubicBezTo>
                      <a:cubicBezTo>
                        <a:pt x="12185" y="2972"/>
                        <a:pt x="12295" y="2972"/>
                        <a:pt x="12295" y="2972"/>
                      </a:cubicBezTo>
                      <a:cubicBezTo>
                        <a:pt x="12295" y="2972"/>
                        <a:pt x="12295" y="2774"/>
                        <a:pt x="12295" y="2774"/>
                      </a:cubicBezTo>
                      <a:cubicBezTo>
                        <a:pt x="12295" y="2774"/>
                        <a:pt x="12406" y="2576"/>
                        <a:pt x="12517" y="2576"/>
                      </a:cubicBezTo>
                      <a:cubicBezTo>
                        <a:pt x="12517" y="2576"/>
                        <a:pt x="12517" y="2774"/>
                        <a:pt x="12628" y="2576"/>
                      </a:cubicBezTo>
                      <a:cubicBezTo>
                        <a:pt x="12738" y="2378"/>
                        <a:pt x="12628" y="2378"/>
                        <a:pt x="12628" y="2378"/>
                      </a:cubicBezTo>
                      <a:cubicBezTo>
                        <a:pt x="12628" y="2180"/>
                        <a:pt x="12628" y="2180"/>
                        <a:pt x="12628" y="2180"/>
                      </a:cubicBezTo>
                      <a:cubicBezTo>
                        <a:pt x="12738" y="1982"/>
                        <a:pt x="12628" y="2180"/>
                        <a:pt x="12849" y="2180"/>
                      </a:cubicBezTo>
                      <a:cubicBezTo>
                        <a:pt x="12960" y="1982"/>
                        <a:pt x="13071" y="1982"/>
                        <a:pt x="13071" y="1982"/>
                      </a:cubicBezTo>
                      <a:cubicBezTo>
                        <a:pt x="13071" y="1982"/>
                        <a:pt x="13071" y="1783"/>
                        <a:pt x="13071" y="1783"/>
                      </a:cubicBezTo>
                      <a:cubicBezTo>
                        <a:pt x="13292" y="1585"/>
                        <a:pt x="13292" y="1585"/>
                        <a:pt x="13292" y="1585"/>
                      </a:cubicBezTo>
                      <a:cubicBezTo>
                        <a:pt x="13292" y="1585"/>
                        <a:pt x="13292" y="1783"/>
                        <a:pt x="13292" y="1783"/>
                      </a:cubicBezTo>
                      <a:cubicBezTo>
                        <a:pt x="13292" y="1783"/>
                        <a:pt x="13403" y="1783"/>
                        <a:pt x="13514" y="1783"/>
                      </a:cubicBezTo>
                      <a:cubicBezTo>
                        <a:pt x="13514" y="1783"/>
                        <a:pt x="13625" y="1982"/>
                        <a:pt x="13625" y="1783"/>
                      </a:cubicBezTo>
                      <a:cubicBezTo>
                        <a:pt x="13625" y="1783"/>
                        <a:pt x="13735" y="1783"/>
                        <a:pt x="13735" y="1585"/>
                      </a:cubicBezTo>
                      <a:cubicBezTo>
                        <a:pt x="13735" y="1585"/>
                        <a:pt x="13735" y="1585"/>
                        <a:pt x="13735" y="1585"/>
                      </a:cubicBezTo>
                      <a:cubicBezTo>
                        <a:pt x="13735" y="1585"/>
                        <a:pt x="13735" y="1387"/>
                        <a:pt x="13846" y="1387"/>
                      </a:cubicBezTo>
                      <a:cubicBezTo>
                        <a:pt x="13957" y="1585"/>
                        <a:pt x="13846" y="1585"/>
                        <a:pt x="13957" y="1585"/>
                      </a:cubicBezTo>
                      <a:cubicBezTo>
                        <a:pt x="13957" y="1387"/>
                        <a:pt x="14178" y="1189"/>
                        <a:pt x="14178" y="1189"/>
                      </a:cubicBezTo>
                      <a:cubicBezTo>
                        <a:pt x="14178" y="1189"/>
                        <a:pt x="14178" y="1189"/>
                        <a:pt x="14289" y="1585"/>
                      </a:cubicBezTo>
                      <a:cubicBezTo>
                        <a:pt x="14289" y="1783"/>
                        <a:pt x="14400" y="1783"/>
                        <a:pt x="14511" y="1783"/>
                      </a:cubicBezTo>
                      <a:cubicBezTo>
                        <a:pt x="14511" y="1783"/>
                        <a:pt x="14511" y="1783"/>
                        <a:pt x="14511" y="1783"/>
                      </a:cubicBezTo>
                      <a:cubicBezTo>
                        <a:pt x="14511" y="1982"/>
                        <a:pt x="14622" y="2180"/>
                        <a:pt x="14622" y="2180"/>
                      </a:cubicBezTo>
                      <a:cubicBezTo>
                        <a:pt x="14732" y="2180"/>
                        <a:pt x="14732" y="2180"/>
                        <a:pt x="14732" y="2180"/>
                      </a:cubicBezTo>
                      <a:cubicBezTo>
                        <a:pt x="14843" y="1982"/>
                        <a:pt x="14843" y="1982"/>
                        <a:pt x="14843" y="1982"/>
                      </a:cubicBezTo>
                      <a:cubicBezTo>
                        <a:pt x="14843" y="1982"/>
                        <a:pt x="14843" y="2180"/>
                        <a:pt x="14954" y="2180"/>
                      </a:cubicBezTo>
                      <a:cubicBezTo>
                        <a:pt x="15065" y="2180"/>
                        <a:pt x="15175" y="2378"/>
                        <a:pt x="15175" y="2378"/>
                      </a:cubicBezTo>
                      <a:cubicBezTo>
                        <a:pt x="15175" y="2180"/>
                        <a:pt x="15286" y="1982"/>
                        <a:pt x="15286" y="1982"/>
                      </a:cubicBezTo>
                      <a:cubicBezTo>
                        <a:pt x="15286" y="1783"/>
                        <a:pt x="15286" y="1783"/>
                        <a:pt x="15397" y="1585"/>
                      </a:cubicBezTo>
                      <a:cubicBezTo>
                        <a:pt x="15397" y="1585"/>
                        <a:pt x="15729" y="1387"/>
                        <a:pt x="15729" y="1387"/>
                      </a:cubicBezTo>
                      <a:cubicBezTo>
                        <a:pt x="15729" y="1387"/>
                        <a:pt x="15618" y="991"/>
                        <a:pt x="15508" y="991"/>
                      </a:cubicBezTo>
                      <a:cubicBezTo>
                        <a:pt x="15508" y="991"/>
                        <a:pt x="15397" y="793"/>
                        <a:pt x="15618" y="594"/>
                      </a:cubicBezTo>
                      <a:cubicBezTo>
                        <a:pt x="15729" y="594"/>
                        <a:pt x="15840" y="594"/>
                        <a:pt x="15840" y="594"/>
                      </a:cubicBezTo>
                      <a:cubicBezTo>
                        <a:pt x="16062" y="793"/>
                        <a:pt x="16062" y="793"/>
                        <a:pt x="16062" y="793"/>
                      </a:cubicBezTo>
                      <a:cubicBezTo>
                        <a:pt x="16062" y="594"/>
                        <a:pt x="16062" y="594"/>
                        <a:pt x="16062" y="594"/>
                      </a:cubicBezTo>
                      <a:cubicBezTo>
                        <a:pt x="16172" y="396"/>
                        <a:pt x="16172" y="396"/>
                        <a:pt x="16172" y="396"/>
                      </a:cubicBezTo>
                      <a:cubicBezTo>
                        <a:pt x="16172" y="396"/>
                        <a:pt x="16283" y="198"/>
                        <a:pt x="16283" y="198"/>
                      </a:cubicBezTo>
                      <a:cubicBezTo>
                        <a:pt x="16283" y="198"/>
                        <a:pt x="16394" y="198"/>
                        <a:pt x="16394" y="198"/>
                      </a:cubicBezTo>
                      <a:cubicBezTo>
                        <a:pt x="16505" y="198"/>
                        <a:pt x="16615" y="198"/>
                        <a:pt x="16615" y="198"/>
                      </a:cubicBezTo>
                      <a:cubicBezTo>
                        <a:pt x="16615" y="198"/>
                        <a:pt x="16726" y="396"/>
                        <a:pt x="16726" y="396"/>
                      </a:cubicBezTo>
                      <a:cubicBezTo>
                        <a:pt x="16837" y="396"/>
                        <a:pt x="16948" y="396"/>
                        <a:pt x="16948" y="396"/>
                      </a:cubicBezTo>
                      <a:cubicBezTo>
                        <a:pt x="16948" y="396"/>
                        <a:pt x="17058" y="594"/>
                        <a:pt x="17058" y="396"/>
                      </a:cubicBezTo>
                      <a:cubicBezTo>
                        <a:pt x="17169" y="396"/>
                        <a:pt x="17169" y="198"/>
                        <a:pt x="17169" y="198"/>
                      </a:cubicBezTo>
                      <a:cubicBezTo>
                        <a:pt x="17169" y="198"/>
                        <a:pt x="17612" y="0"/>
                        <a:pt x="17612" y="0"/>
                      </a:cubicBezTo>
                      <a:cubicBezTo>
                        <a:pt x="17612" y="0"/>
                        <a:pt x="17723" y="0"/>
                        <a:pt x="17723" y="0"/>
                      </a:cubicBezTo>
                      <a:cubicBezTo>
                        <a:pt x="17834" y="198"/>
                        <a:pt x="17945" y="198"/>
                        <a:pt x="17945" y="198"/>
                      </a:cubicBezTo>
                      <a:cubicBezTo>
                        <a:pt x="18055" y="198"/>
                        <a:pt x="18166" y="396"/>
                        <a:pt x="18166" y="396"/>
                      </a:cubicBezTo>
                      <a:cubicBezTo>
                        <a:pt x="18277" y="594"/>
                        <a:pt x="18388" y="594"/>
                        <a:pt x="18388" y="594"/>
                      </a:cubicBezTo>
                      <a:cubicBezTo>
                        <a:pt x="18388" y="594"/>
                        <a:pt x="18388" y="198"/>
                        <a:pt x="18388" y="198"/>
                      </a:cubicBezTo>
                      <a:cubicBezTo>
                        <a:pt x="18498" y="198"/>
                        <a:pt x="18609" y="198"/>
                        <a:pt x="18609" y="198"/>
                      </a:cubicBezTo>
                      <a:cubicBezTo>
                        <a:pt x="18720" y="396"/>
                        <a:pt x="18720" y="396"/>
                        <a:pt x="18720" y="396"/>
                      </a:cubicBezTo>
                      <a:cubicBezTo>
                        <a:pt x="18720" y="396"/>
                        <a:pt x="18831" y="594"/>
                        <a:pt x="18942" y="594"/>
                      </a:cubicBezTo>
                      <a:cubicBezTo>
                        <a:pt x="18942" y="594"/>
                        <a:pt x="19052" y="396"/>
                        <a:pt x="19052" y="396"/>
                      </a:cubicBezTo>
                      <a:cubicBezTo>
                        <a:pt x="19052" y="594"/>
                        <a:pt x="19163" y="594"/>
                        <a:pt x="19163" y="793"/>
                      </a:cubicBezTo>
                      <a:cubicBezTo>
                        <a:pt x="19163" y="793"/>
                        <a:pt x="19274" y="991"/>
                        <a:pt x="19274" y="991"/>
                      </a:cubicBezTo>
                      <a:cubicBezTo>
                        <a:pt x="19274" y="1189"/>
                        <a:pt x="19385" y="1189"/>
                        <a:pt x="19385" y="1189"/>
                      </a:cubicBezTo>
                      <a:cubicBezTo>
                        <a:pt x="19385" y="1387"/>
                        <a:pt x="19385" y="1585"/>
                        <a:pt x="19385" y="1585"/>
                      </a:cubicBezTo>
                      <a:cubicBezTo>
                        <a:pt x="19385" y="1585"/>
                        <a:pt x="19385" y="1585"/>
                        <a:pt x="19385" y="1783"/>
                      </a:cubicBezTo>
                      <a:cubicBezTo>
                        <a:pt x="19495" y="1783"/>
                        <a:pt x="19828" y="1783"/>
                        <a:pt x="19828" y="1783"/>
                      </a:cubicBezTo>
                      <a:cubicBezTo>
                        <a:pt x="19828" y="1783"/>
                        <a:pt x="19938" y="1783"/>
                        <a:pt x="19938" y="1982"/>
                      </a:cubicBezTo>
                      <a:cubicBezTo>
                        <a:pt x="19938" y="1982"/>
                        <a:pt x="20160" y="1982"/>
                        <a:pt x="20160" y="1982"/>
                      </a:cubicBezTo>
                      <a:cubicBezTo>
                        <a:pt x="20160" y="1982"/>
                        <a:pt x="20271" y="1783"/>
                        <a:pt x="20271" y="1982"/>
                      </a:cubicBezTo>
                      <a:cubicBezTo>
                        <a:pt x="20271" y="1982"/>
                        <a:pt x="20271" y="2180"/>
                        <a:pt x="20271" y="2180"/>
                      </a:cubicBezTo>
                      <a:cubicBezTo>
                        <a:pt x="20492" y="2180"/>
                        <a:pt x="20492" y="2180"/>
                        <a:pt x="20492" y="2180"/>
                      </a:cubicBezTo>
                      <a:cubicBezTo>
                        <a:pt x="20603" y="2180"/>
                        <a:pt x="20603" y="2180"/>
                        <a:pt x="20603" y="2180"/>
                      </a:cubicBezTo>
                      <a:cubicBezTo>
                        <a:pt x="20603" y="2180"/>
                        <a:pt x="20714" y="1982"/>
                        <a:pt x="20714" y="2180"/>
                      </a:cubicBezTo>
                      <a:cubicBezTo>
                        <a:pt x="20714" y="2180"/>
                        <a:pt x="20825" y="2180"/>
                        <a:pt x="20825" y="2180"/>
                      </a:cubicBezTo>
                      <a:cubicBezTo>
                        <a:pt x="20825" y="2180"/>
                        <a:pt x="21046" y="2378"/>
                        <a:pt x="21046" y="2378"/>
                      </a:cubicBezTo>
                      <a:cubicBezTo>
                        <a:pt x="21046" y="2378"/>
                        <a:pt x="21157" y="2378"/>
                        <a:pt x="21268" y="2378"/>
                      </a:cubicBezTo>
                      <a:cubicBezTo>
                        <a:pt x="21268" y="2378"/>
                        <a:pt x="21600" y="2378"/>
                        <a:pt x="21600" y="2378"/>
                      </a:cubicBezTo>
                      <a:cubicBezTo>
                        <a:pt x="21600" y="2378"/>
                        <a:pt x="21600" y="2576"/>
                        <a:pt x="21600" y="2774"/>
                      </a:cubicBezTo>
                      <a:cubicBezTo>
                        <a:pt x="21600" y="2774"/>
                        <a:pt x="21600" y="3171"/>
                        <a:pt x="21600" y="3171"/>
                      </a:cubicBezTo>
                      <a:cubicBezTo>
                        <a:pt x="21600" y="3171"/>
                        <a:pt x="21489" y="3369"/>
                        <a:pt x="21489" y="3567"/>
                      </a:cubicBezTo>
                      <a:cubicBezTo>
                        <a:pt x="21378" y="3567"/>
                        <a:pt x="21378" y="3963"/>
                        <a:pt x="21378" y="3963"/>
                      </a:cubicBezTo>
                      <a:cubicBezTo>
                        <a:pt x="21378" y="3963"/>
                        <a:pt x="21378" y="4161"/>
                        <a:pt x="21378" y="4161"/>
                      </a:cubicBezTo>
                      <a:cubicBezTo>
                        <a:pt x="21378" y="4161"/>
                        <a:pt x="21378" y="4558"/>
                        <a:pt x="21378" y="4558"/>
                      </a:cubicBezTo>
                      <a:cubicBezTo>
                        <a:pt x="21268" y="4954"/>
                        <a:pt x="21268" y="4954"/>
                        <a:pt x="21268" y="4954"/>
                      </a:cubicBezTo>
                      <a:cubicBezTo>
                        <a:pt x="21268" y="4954"/>
                        <a:pt x="21157" y="5152"/>
                        <a:pt x="21268" y="5350"/>
                      </a:cubicBezTo>
                      <a:cubicBezTo>
                        <a:pt x="21268" y="5350"/>
                        <a:pt x="21268" y="5549"/>
                        <a:pt x="21268" y="5549"/>
                      </a:cubicBezTo>
                      <a:cubicBezTo>
                        <a:pt x="21378" y="5747"/>
                        <a:pt x="21378" y="5747"/>
                        <a:pt x="21378" y="5747"/>
                      </a:cubicBezTo>
                      <a:cubicBezTo>
                        <a:pt x="21157" y="6143"/>
                        <a:pt x="21157" y="6143"/>
                        <a:pt x="21157" y="6143"/>
                      </a:cubicBezTo>
                      <a:cubicBezTo>
                        <a:pt x="21157" y="6539"/>
                        <a:pt x="21157" y="6539"/>
                        <a:pt x="21157" y="6539"/>
                      </a:cubicBezTo>
                      <a:cubicBezTo>
                        <a:pt x="21157" y="6539"/>
                        <a:pt x="21268" y="6738"/>
                        <a:pt x="21157" y="6936"/>
                      </a:cubicBezTo>
                      <a:cubicBezTo>
                        <a:pt x="21157" y="6936"/>
                        <a:pt x="21046" y="7134"/>
                        <a:pt x="21046" y="7134"/>
                      </a:cubicBezTo>
                      <a:cubicBezTo>
                        <a:pt x="21046" y="7134"/>
                        <a:pt x="20825" y="7530"/>
                        <a:pt x="20825" y="7530"/>
                      </a:cubicBezTo>
                      <a:cubicBezTo>
                        <a:pt x="20825" y="7530"/>
                        <a:pt x="20825" y="7728"/>
                        <a:pt x="20825" y="7728"/>
                      </a:cubicBezTo>
                      <a:cubicBezTo>
                        <a:pt x="20825" y="7728"/>
                        <a:pt x="20714" y="8125"/>
                        <a:pt x="20714" y="8125"/>
                      </a:cubicBezTo>
                      <a:cubicBezTo>
                        <a:pt x="20714" y="8125"/>
                        <a:pt x="20714" y="8719"/>
                        <a:pt x="20714" y="8719"/>
                      </a:cubicBezTo>
                      <a:cubicBezTo>
                        <a:pt x="20714" y="8719"/>
                        <a:pt x="20825" y="8917"/>
                        <a:pt x="20825" y="8917"/>
                      </a:cubicBezTo>
                      <a:cubicBezTo>
                        <a:pt x="20825" y="8917"/>
                        <a:pt x="20825" y="9116"/>
                        <a:pt x="20825" y="9314"/>
                      </a:cubicBezTo>
                      <a:cubicBezTo>
                        <a:pt x="20714" y="9314"/>
                        <a:pt x="20825" y="9512"/>
                        <a:pt x="20825" y="9710"/>
                      </a:cubicBezTo>
                      <a:cubicBezTo>
                        <a:pt x="20825" y="9710"/>
                        <a:pt x="20825" y="9908"/>
                        <a:pt x="20825" y="9908"/>
                      </a:cubicBezTo>
                      <a:cubicBezTo>
                        <a:pt x="20714" y="10305"/>
                        <a:pt x="20714" y="10305"/>
                        <a:pt x="20714" y="10305"/>
                      </a:cubicBezTo>
                      <a:cubicBezTo>
                        <a:pt x="20603" y="10305"/>
                        <a:pt x="20603" y="10305"/>
                        <a:pt x="20603" y="10305"/>
                      </a:cubicBezTo>
                      <a:cubicBezTo>
                        <a:pt x="20714" y="10899"/>
                        <a:pt x="20714" y="10899"/>
                        <a:pt x="20714" y="10899"/>
                      </a:cubicBezTo>
                      <a:cubicBezTo>
                        <a:pt x="20492" y="11295"/>
                        <a:pt x="20492" y="11295"/>
                        <a:pt x="20492" y="11295"/>
                      </a:cubicBezTo>
                      <a:cubicBezTo>
                        <a:pt x="19606" y="11295"/>
                        <a:pt x="19606" y="11295"/>
                        <a:pt x="19606" y="11295"/>
                      </a:cubicBezTo>
                      <a:cubicBezTo>
                        <a:pt x="18720" y="9710"/>
                        <a:pt x="18720" y="9710"/>
                        <a:pt x="18720" y="9710"/>
                      </a:cubicBezTo>
                      <a:cubicBezTo>
                        <a:pt x="18055" y="9512"/>
                        <a:pt x="18055" y="9512"/>
                        <a:pt x="18055" y="9512"/>
                      </a:cubicBezTo>
                      <a:cubicBezTo>
                        <a:pt x="17502" y="10305"/>
                        <a:pt x="17502" y="10305"/>
                        <a:pt x="17502" y="10305"/>
                      </a:cubicBezTo>
                      <a:cubicBezTo>
                        <a:pt x="16726" y="10503"/>
                        <a:pt x="16726" y="10503"/>
                        <a:pt x="16726" y="10503"/>
                      </a:cubicBezTo>
                      <a:cubicBezTo>
                        <a:pt x="16172" y="9908"/>
                        <a:pt x="16172" y="9908"/>
                        <a:pt x="16172" y="9908"/>
                      </a:cubicBezTo>
                      <a:cubicBezTo>
                        <a:pt x="14622" y="10701"/>
                        <a:pt x="14622" y="10701"/>
                        <a:pt x="14622" y="10701"/>
                      </a:cubicBezTo>
                      <a:cubicBezTo>
                        <a:pt x="14511" y="11295"/>
                        <a:pt x="14511" y="11295"/>
                        <a:pt x="14511" y="11295"/>
                      </a:cubicBezTo>
                      <a:cubicBezTo>
                        <a:pt x="14289" y="12683"/>
                        <a:pt x="14289" y="12683"/>
                        <a:pt x="14289" y="12683"/>
                      </a:cubicBezTo>
                      <a:cubicBezTo>
                        <a:pt x="13957" y="13872"/>
                        <a:pt x="13957" y="13872"/>
                        <a:pt x="13957" y="13872"/>
                      </a:cubicBezTo>
                      <a:cubicBezTo>
                        <a:pt x="13514" y="14268"/>
                        <a:pt x="13514" y="14268"/>
                        <a:pt x="13514" y="14268"/>
                      </a:cubicBezTo>
                      <a:cubicBezTo>
                        <a:pt x="13182" y="14664"/>
                        <a:pt x="13182" y="14664"/>
                        <a:pt x="13182" y="14664"/>
                      </a:cubicBezTo>
                      <a:cubicBezTo>
                        <a:pt x="12849" y="15457"/>
                        <a:pt x="12849" y="15457"/>
                        <a:pt x="12849" y="15457"/>
                      </a:cubicBezTo>
                      <a:cubicBezTo>
                        <a:pt x="12185" y="15457"/>
                        <a:pt x="12185" y="15457"/>
                        <a:pt x="12185" y="15457"/>
                      </a:cubicBezTo>
                      <a:cubicBezTo>
                        <a:pt x="11742" y="15259"/>
                        <a:pt x="11742" y="15259"/>
                        <a:pt x="11742" y="15259"/>
                      </a:cubicBezTo>
                      <a:cubicBezTo>
                        <a:pt x="11077" y="15457"/>
                        <a:pt x="11077" y="15457"/>
                        <a:pt x="11077" y="15457"/>
                      </a:cubicBezTo>
                      <a:cubicBezTo>
                        <a:pt x="10855" y="16646"/>
                        <a:pt x="10855" y="16646"/>
                        <a:pt x="10855" y="16646"/>
                      </a:cubicBezTo>
                      <a:cubicBezTo>
                        <a:pt x="10412" y="16844"/>
                        <a:pt x="10412" y="16844"/>
                        <a:pt x="10412" y="16844"/>
                      </a:cubicBezTo>
                      <a:cubicBezTo>
                        <a:pt x="9637" y="17042"/>
                        <a:pt x="9637" y="17042"/>
                        <a:pt x="9637" y="17042"/>
                      </a:cubicBezTo>
                      <a:cubicBezTo>
                        <a:pt x="8640" y="17637"/>
                        <a:pt x="8640" y="17637"/>
                        <a:pt x="8640" y="17637"/>
                      </a:cubicBezTo>
                      <a:cubicBezTo>
                        <a:pt x="8086" y="18628"/>
                        <a:pt x="8086" y="18628"/>
                        <a:pt x="8086" y="18628"/>
                      </a:cubicBezTo>
                      <a:cubicBezTo>
                        <a:pt x="8086" y="19024"/>
                        <a:pt x="8086" y="19024"/>
                        <a:pt x="8086" y="19024"/>
                      </a:cubicBezTo>
                      <a:cubicBezTo>
                        <a:pt x="8086" y="19024"/>
                        <a:pt x="8529" y="19618"/>
                        <a:pt x="8751" y="19817"/>
                      </a:cubicBezTo>
                      <a:cubicBezTo>
                        <a:pt x="8972" y="20213"/>
                        <a:pt x="8308" y="20411"/>
                        <a:pt x="8197" y="20609"/>
                      </a:cubicBezTo>
                      <a:cubicBezTo>
                        <a:pt x="8086" y="20807"/>
                        <a:pt x="7089" y="21006"/>
                        <a:pt x="7089" y="21006"/>
                      </a:cubicBezTo>
                      <a:cubicBezTo>
                        <a:pt x="5206" y="21204"/>
                        <a:pt x="5206" y="21204"/>
                        <a:pt x="5206" y="21204"/>
                      </a:cubicBezTo>
                      <a:cubicBezTo>
                        <a:pt x="4209" y="21600"/>
                        <a:pt x="4209" y="21600"/>
                        <a:pt x="4209" y="21600"/>
                      </a:cubicBezTo>
                      <a:cubicBezTo>
                        <a:pt x="3766" y="21204"/>
                        <a:pt x="3766" y="21204"/>
                        <a:pt x="3766" y="21204"/>
                      </a:cubicBezTo>
                      <a:cubicBezTo>
                        <a:pt x="2991" y="20411"/>
                        <a:pt x="2991" y="20411"/>
                        <a:pt x="2991" y="20411"/>
                      </a:cubicBezTo>
                      <a:cubicBezTo>
                        <a:pt x="2437" y="19420"/>
                        <a:pt x="2437" y="19420"/>
                        <a:pt x="2437" y="19420"/>
                      </a:cubicBezTo>
                      <a:cubicBezTo>
                        <a:pt x="2437" y="19420"/>
                        <a:pt x="2437" y="19420"/>
                        <a:pt x="2437" y="19420"/>
                      </a:cubicBezTo>
                      <a:cubicBezTo>
                        <a:pt x="1551" y="19222"/>
                        <a:pt x="1551" y="19222"/>
                        <a:pt x="1551" y="19222"/>
                      </a:cubicBezTo>
                      <a:cubicBezTo>
                        <a:pt x="1551" y="19420"/>
                        <a:pt x="1551" y="19420"/>
                        <a:pt x="1551" y="19420"/>
                      </a:cubicBezTo>
                      <a:cubicBezTo>
                        <a:pt x="1551" y="20213"/>
                        <a:pt x="1551" y="20213"/>
                        <a:pt x="1551" y="20213"/>
                      </a:cubicBezTo>
                      <a:cubicBezTo>
                        <a:pt x="1218" y="21006"/>
                        <a:pt x="1218" y="21006"/>
                        <a:pt x="1218" y="21006"/>
                      </a:cubicBezTo>
                      <a:cubicBezTo>
                        <a:pt x="997" y="20411"/>
                        <a:pt x="886" y="19420"/>
                        <a:pt x="665" y="18429"/>
                      </a:cubicBezTo>
                      <a:cubicBezTo>
                        <a:pt x="665" y="18429"/>
                        <a:pt x="665" y="18231"/>
                        <a:pt x="554" y="18033"/>
                      </a:cubicBezTo>
                      <a:cubicBezTo>
                        <a:pt x="554" y="17835"/>
                        <a:pt x="443" y="17439"/>
                        <a:pt x="443" y="17439"/>
                      </a:cubicBezTo>
                      <a:cubicBezTo>
                        <a:pt x="443" y="17439"/>
                        <a:pt x="443" y="17439"/>
                        <a:pt x="443" y="17439"/>
                      </a:cubicBezTo>
                      <a:cubicBezTo>
                        <a:pt x="332" y="17240"/>
                        <a:pt x="222" y="17042"/>
                        <a:pt x="222" y="17042"/>
                      </a:cubicBezTo>
                      <a:cubicBezTo>
                        <a:pt x="222" y="17042"/>
                        <a:pt x="222" y="16844"/>
                        <a:pt x="222" y="16844"/>
                      </a:cubicBezTo>
                      <a:cubicBezTo>
                        <a:pt x="111" y="16844"/>
                        <a:pt x="0" y="16646"/>
                        <a:pt x="0" y="16646"/>
                      </a:cubicBezTo>
                      <a:cubicBezTo>
                        <a:pt x="0" y="16646"/>
                        <a:pt x="0" y="16051"/>
                        <a:pt x="0" y="16051"/>
                      </a:cubicBezTo>
                      <a:cubicBezTo>
                        <a:pt x="0" y="15655"/>
                        <a:pt x="0" y="15655"/>
                        <a:pt x="0" y="15655"/>
                      </a:cubicBezTo>
                      <a:cubicBezTo>
                        <a:pt x="222" y="15259"/>
                        <a:pt x="222" y="15259"/>
                        <a:pt x="222" y="15259"/>
                      </a:cubicBezTo>
                      <a:cubicBezTo>
                        <a:pt x="222" y="15259"/>
                        <a:pt x="222" y="14862"/>
                        <a:pt x="222" y="14862"/>
                      </a:cubicBezTo>
                      <a:cubicBezTo>
                        <a:pt x="222" y="14862"/>
                        <a:pt x="332" y="14466"/>
                        <a:pt x="332" y="14466"/>
                      </a:cubicBezTo>
                      <a:cubicBezTo>
                        <a:pt x="222" y="14268"/>
                        <a:pt x="222" y="14268"/>
                        <a:pt x="222" y="14268"/>
                      </a:cubicBezTo>
                      <a:cubicBezTo>
                        <a:pt x="222" y="13673"/>
                        <a:pt x="222" y="13673"/>
                        <a:pt x="222" y="13673"/>
                      </a:cubicBezTo>
                      <a:cubicBezTo>
                        <a:pt x="332" y="13475"/>
                        <a:pt x="332" y="13475"/>
                        <a:pt x="332" y="13475"/>
                      </a:cubicBezTo>
                      <a:cubicBezTo>
                        <a:pt x="332" y="13079"/>
                        <a:pt x="332" y="13079"/>
                        <a:pt x="332" y="13079"/>
                      </a:cubicBezTo>
                      <a:cubicBezTo>
                        <a:pt x="332" y="13079"/>
                        <a:pt x="332" y="12881"/>
                        <a:pt x="332" y="12881"/>
                      </a:cubicBezTo>
                      <a:cubicBezTo>
                        <a:pt x="443" y="12881"/>
                        <a:pt x="443" y="12286"/>
                        <a:pt x="443" y="12286"/>
                      </a:cubicBezTo>
                      <a:cubicBezTo>
                        <a:pt x="443" y="12286"/>
                        <a:pt x="554" y="11890"/>
                        <a:pt x="554" y="11890"/>
                      </a:cubicBezTo>
                      <a:cubicBezTo>
                        <a:pt x="665" y="11890"/>
                        <a:pt x="665" y="11692"/>
                        <a:pt x="665" y="11692"/>
                      </a:cubicBezTo>
                      <a:cubicBezTo>
                        <a:pt x="665" y="11494"/>
                        <a:pt x="665" y="11295"/>
                        <a:pt x="665" y="11295"/>
                      </a:cubicBezTo>
                      <a:cubicBezTo>
                        <a:pt x="886" y="11097"/>
                        <a:pt x="886" y="11097"/>
                        <a:pt x="886" y="11097"/>
                      </a:cubicBezTo>
                      <a:cubicBezTo>
                        <a:pt x="886" y="11097"/>
                        <a:pt x="997" y="10899"/>
                        <a:pt x="997" y="10899"/>
                      </a:cubicBezTo>
                      <a:cubicBezTo>
                        <a:pt x="997" y="10899"/>
                        <a:pt x="1108" y="10899"/>
                        <a:pt x="1218" y="10899"/>
                      </a:cubicBezTo>
                      <a:cubicBezTo>
                        <a:pt x="1218" y="10899"/>
                        <a:pt x="1329" y="10899"/>
                        <a:pt x="1440" y="10899"/>
                      </a:cubicBezTo>
                      <a:cubicBezTo>
                        <a:pt x="1440" y="10899"/>
                        <a:pt x="1440" y="11097"/>
                        <a:pt x="1551" y="11097"/>
                      </a:cubicBezTo>
                      <a:cubicBezTo>
                        <a:pt x="1662" y="11097"/>
                        <a:pt x="1772" y="11295"/>
                        <a:pt x="1772" y="11295"/>
                      </a:cubicBezTo>
                      <a:cubicBezTo>
                        <a:pt x="1883" y="11097"/>
                        <a:pt x="1883" y="11097"/>
                        <a:pt x="1883" y="11097"/>
                      </a:cubicBezTo>
                      <a:cubicBezTo>
                        <a:pt x="1994" y="11097"/>
                        <a:pt x="1994" y="10899"/>
                        <a:pt x="1994" y="10899"/>
                      </a:cubicBezTo>
                      <a:cubicBezTo>
                        <a:pt x="2105" y="10899"/>
                        <a:pt x="2326" y="11097"/>
                        <a:pt x="2326" y="11097"/>
                      </a:cubicBezTo>
                      <a:cubicBezTo>
                        <a:pt x="2326" y="11097"/>
                        <a:pt x="2437" y="11295"/>
                        <a:pt x="2437" y="11097"/>
                      </a:cubicBezTo>
                      <a:cubicBezTo>
                        <a:pt x="2548" y="11097"/>
                        <a:pt x="2658" y="10899"/>
                        <a:pt x="2658" y="10899"/>
                      </a:cubicBezTo>
                      <a:cubicBezTo>
                        <a:pt x="2880" y="10701"/>
                        <a:pt x="2880" y="10701"/>
                        <a:pt x="2880" y="1070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15" name="Shape">
                  <a:extLst>
                    <a:ext uri="{FF2B5EF4-FFF2-40B4-BE49-F238E27FC236}">
                      <a16:creationId xmlns:a16="http://schemas.microsoft.com/office/drawing/2014/main" id="{BF7C8D79-DDAB-476E-8586-7C20AB5D4895}"/>
                    </a:ext>
                  </a:extLst>
                </p:cNvPr>
                <p:cNvSpPr/>
                <p:nvPr/>
              </p:nvSpPr>
              <p:spPr>
                <a:xfrm>
                  <a:off x="3573129" y="4955283"/>
                  <a:ext cx="406152" cy="2977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662" y="11782"/>
                      </a:moveTo>
                      <a:cubicBezTo>
                        <a:pt x="1292" y="11536"/>
                        <a:pt x="1292" y="11536"/>
                        <a:pt x="1292" y="11536"/>
                      </a:cubicBezTo>
                      <a:cubicBezTo>
                        <a:pt x="923" y="11291"/>
                        <a:pt x="923" y="11291"/>
                        <a:pt x="923" y="11291"/>
                      </a:cubicBezTo>
                      <a:cubicBezTo>
                        <a:pt x="369" y="11291"/>
                        <a:pt x="369" y="11291"/>
                        <a:pt x="369" y="11291"/>
                      </a:cubicBezTo>
                      <a:cubicBezTo>
                        <a:pt x="0" y="10800"/>
                        <a:pt x="0" y="10800"/>
                        <a:pt x="0" y="10800"/>
                      </a:cubicBezTo>
                      <a:cubicBezTo>
                        <a:pt x="185" y="10309"/>
                        <a:pt x="185" y="10309"/>
                        <a:pt x="185" y="10309"/>
                      </a:cubicBezTo>
                      <a:cubicBezTo>
                        <a:pt x="185" y="9818"/>
                        <a:pt x="185" y="9818"/>
                        <a:pt x="185" y="9818"/>
                      </a:cubicBezTo>
                      <a:cubicBezTo>
                        <a:pt x="185" y="9818"/>
                        <a:pt x="554" y="9327"/>
                        <a:pt x="554" y="9327"/>
                      </a:cubicBezTo>
                      <a:cubicBezTo>
                        <a:pt x="738" y="9082"/>
                        <a:pt x="1108" y="8836"/>
                        <a:pt x="1108" y="8836"/>
                      </a:cubicBezTo>
                      <a:cubicBezTo>
                        <a:pt x="1292" y="8345"/>
                        <a:pt x="1292" y="8345"/>
                        <a:pt x="1292" y="8345"/>
                      </a:cubicBezTo>
                      <a:cubicBezTo>
                        <a:pt x="1292" y="8345"/>
                        <a:pt x="1477" y="8100"/>
                        <a:pt x="1662" y="8100"/>
                      </a:cubicBezTo>
                      <a:cubicBezTo>
                        <a:pt x="1846" y="8100"/>
                        <a:pt x="1846" y="8345"/>
                        <a:pt x="1846" y="8100"/>
                      </a:cubicBezTo>
                      <a:cubicBezTo>
                        <a:pt x="2031" y="8100"/>
                        <a:pt x="2031" y="7118"/>
                        <a:pt x="2031" y="7118"/>
                      </a:cubicBezTo>
                      <a:cubicBezTo>
                        <a:pt x="2031" y="6627"/>
                        <a:pt x="2031" y="6627"/>
                        <a:pt x="2031" y="6627"/>
                      </a:cubicBezTo>
                      <a:cubicBezTo>
                        <a:pt x="2400" y="6627"/>
                        <a:pt x="2400" y="6627"/>
                        <a:pt x="2400" y="6627"/>
                      </a:cubicBezTo>
                      <a:cubicBezTo>
                        <a:pt x="4062" y="7364"/>
                        <a:pt x="4062" y="7364"/>
                        <a:pt x="4062" y="7364"/>
                      </a:cubicBezTo>
                      <a:cubicBezTo>
                        <a:pt x="5908" y="7609"/>
                        <a:pt x="5908" y="7609"/>
                        <a:pt x="5908" y="7609"/>
                      </a:cubicBezTo>
                      <a:cubicBezTo>
                        <a:pt x="7569" y="7609"/>
                        <a:pt x="7569" y="7609"/>
                        <a:pt x="7569" y="7609"/>
                      </a:cubicBezTo>
                      <a:cubicBezTo>
                        <a:pt x="7938" y="7609"/>
                        <a:pt x="7938" y="7609"/>
                        <a:pt x="7938" y="7609"/>
                      </a:cubicBezTo>
                      <a:cubicBezTo>
                        <a:pt x="8492" y="7118"/>
                        <a:pt x="8492" y="7118"/>
                        <a:pt x="8492" y="7118"/>
                      </a:cubicBezTo>
                      <a:cubicBezTo>
                        <a:pt x="8862" y="6382"/>
                        <a:pt x="8862" y="6382"/>
                        <a:pt x="8862" y="6382"/>
                      </a:cubicBezTo>
                      <a:cubicBezTo>
                        <a:pt x="9600" y="6136"/>
                        <a:pt x="9600" y="6136"/>
                        <a:pt x="9600" y="6136"/>
                      </a:cubicBezTo>
                      <a:cubicBezTo>
                        <a:pt x="9785" y="5645"/>
                        <a:pt x="9785" y="5645"/>
                        <a:pt x="9785" y="5645"/>
                      </a:cubicBezTo>
                      <a:cubicBezTo>
                        <a:pt x="10154" y="4664"/>
                        <a:pt x="10154" y="4664"/>
                        <a:pt x="10154" y="4664"/>
                      </a:cubicBezTo>
                      <a:cubicBezTo>
                        <a:pt x="10708" y="4173"/>
                        <a:pt x="10708" y="4173"/>
                        <a:pt x="10708" y="4173"/>
                      </a:cubicBezTo>
                      <a:cubicBezTo>
                        <a:pt x="11815" y="4173"/>
                        <a:pt x="11815" y="4173"/>
                        <a:pt x="11815" y="4173"/>
                      </a:cubicBezTo>
                      <a:cubicBezTo>
                        <a:pt x="13108" y="3682"/>
                        <a:pt x="13108" y="3682"/>
                        <a:pt x="13108" y="3682"/>
                      </a:cubicBezTo>
                      <a:cubicBezTo>
                        <a:pt x="14031" y="4173"/>
                        <a:pt x="14031" y="4173"/>
                        <a:pt x="14031" y="4173"/>
                      </a:cubicBezTo>
                      <a:cubicBezTo>
                        <a:pt x="15138" y="3191"/>
                        <a:pt x="15138" y="3191"/>
                        <a:pt x="15138" y="3191"/>
                      </a:cubicBezTo>
                      <a:cubicBezTo>
                        <a:pt x="15692" y="2945"/>
                        <a:pt x="15692" y="2945"/>
                        <a:pt x="15692" y="2945"/>
                      </a:cubicBezTo>
                      <a:cubicBezTo>
                        <a:pt x="16615" y="2455"/>
                        <a:pt x="16615" y="2455"/>
                        <a:pt x="16615" y="2455"/>
                      </a:cubicBezTo>
                      <a:cubicBezTo>
                        <a:pt x="17723" y="3436"/>
                        <a:pt x="17723" y="3436"/>
                        <a:pt x="17723" y="3436"/>
                      </a:cubicBezTo>
                      <a:cubicBezTo>
                        <a:pt x="17538" y="1964"/>
                        <a:pt x="17538" y="1964"/>
                        <a:pt x="17538" y="1964"/>
                      </a:cubicBezTo>
                      <a:cubicBezTo>
                        <a:pt x="17723" y="982"/>
                        <a:pt x="17723" y="982"/>
                        <a:pt x="17723" y="982"/>
                      </a:cubicBezTo>
                      <a:cubicBezTo>
                        <a:pt x="18462" y="491"/>
                        <a:pt x="18462" y="491"/>
                        <a:pt x="18462" y="491"/>
                      </a:cubicBezTo>
                      <a:cubicBezTo>
                        <a:pt x="18646" y="491"/>
                        <a:pt x="18646" y="491"/>
                        <a:pt x="18646" y="491"/>
                      </a:cubicBezTo>
                      <a:cubicBezTo>
                        <a:pt x="18646" y="491"/>
                        <a:pt x="18646" y="491"/>
                        <a:pt x="18646" y="491"/>
                      </a:cubicBezTo>
                      <a:cubicBezTo>
                        <a:pt x="19385" y="0"/>
                        <a:pt x="19385" y="0"/>
                        <a:pt x="19385" y="0"/>
                      </a:cubicBezTo>
                      <a:cubicBezTo>
                        <a:pt x="19754" y="491"/>
                        <a:pt x="19754" y="491"/>
                        <a:pt x="19754" y="491"/>
                      </a:cubicBezTo>
                      <a:cubicBezTo>
                        <a:pt x="19938" y="982"/>
                        <a:pt x="19938" y="982"/>
                        <a:pt x="19938" y="982"/>
                      </a:cubicBezTo>
                      <a:cubicBezTo>
                        <a:pt x="19938" y="982"/>
                        <a:pt x="19938" y="982"/>
                        <a:pt x="19938" y="982"/>
                      </a:cubicBezTo>
                      <a:cubicBezTo>
                        <a:pt x="19938" y="982"/>
                        <a:pt x="19938" y="982"/>
                        <a:pt x="19938" y="1227"/>
                      </a:cubicBezTo>
                      <a:cubicBezTo>
                        <a:pt x="19938" y="1227"/>
                        <a:pt x="19938" y="1227"/>
                        <a:pt x="19938" y="1227"/>
                      </a:cubicBezTo>
                      <a:cubicBezTo>
                        <a:pt x="19938" y="1473"/>
                        <a:pt x="19938" y="1473"/>
                        <a:pt x="19938" y="1473"/>
                      </a:cubicBezTo>
                      <a:cubicBezTo>
                        <a:pt x="20123" y="1718"/>
                        <a:pt x="20123" y="1718"/>
                        <a:pt x="20123" y="1718"/>
                      </a:cubicBezTo>
                      <a:cubicBezTo>
                        <a:pt x="20308" y="1964"/>
                        <a:pt x="20308" y="1964"/>
                        <a:pt x="20308" y="1964"/>
                      </a:cubicBezTo>
                      <a:cubicBezTo>
                        <a:pt x="20308" y="1964"/>
                        <a:pt x="20308" y="1964"/>
                        <a:pt x="20308" y="1964"/>
                      </a:cubicBezTo>
                      <a:cubicBezTo>
                        <a:pt x="20492" y="2455"/>
                        <a:pt x="20492" y="2455"/>
                        <a:pt x="20492" y="2455"/>
                      </a:cubicBezTo>
                      <a:cubicBezTo>
                        <a:pt x="20492" y="2945"/>
                        <a:pt x="20492" y="2945"/>
                        <a:pt x="20492" y="2945"/>
                      </a:cubicBezTo>
                      <a:cubicBezTo>
                        <a:pt x="21600" y="4664"/>
                        <a:pt x="21600" y="4664"/>
                        <a:pt x="21600" y="4664"/>
                      </a:cubicBezTo>
                      <a:cubicBezTo>
                        <a:pt x="21600" y="4664"/>
                        <a:pt x="21231" y="4664"/>
                        <a:pt x="21231" y="4664"/>
                      </a:cubicBezTo>
                      <a:cubicBezTo>
                        <a:pt x="21046" y="4664"/>
                        <a:pt x="20677" y="4664"/>
                        <a:pt x="20677" y="4664"/>
                      </a:cubicBezTo>
                      <a:cubicBezTo>
                        <a:pt x="20677" y="4664"/>
                        <a:pt x="20492" y="4909"/>
                        <a:pt x="20308" y="4909"/>
                      </a:cubicBezTo>
                      <a:cubicBezTo>
                        <a:pt x="20308" y="4909"/>
                        <a:pt x="20123" y="5400"/>
                        <a:pt x="20123" y="5400"/>
                      </a:cubicBezTo>
                      <a:cubicBezTo>
                        <a:pt x="19938" y="5645"/>
                        <a:pt x="19938" y="5645"/>
                        <a:pt x="19938" y="5645"/>
                      </a:cubicBezTo>
                      <a:cubicBezTo>
                        <a:pt x="20123" y="5891"/>
                        <a:pt x="20123" y="5891"/>
                        <a:pt x="20123" y="5891"/>
                      </a:cubicBezTo>
                      <a:cubicBezTo>
                        <a:pt x="20492" y="6873"/>
                        <a:pt x="20677" y="6873"/>
                        <a:pt x="19754" y="6627"/>
                      </a:cubicBezTo>
                      <a:cubicBezTo>
                        <a:pt x="19385" y="6382"/>
                        <a:pt x="19385" y="6382"/>
                        <a:pt x="19385" y="6382"/>
                      </a:cubicBezTo>
                      <a:cubicBezTo>
                        <a:pt x="19200" y="6627"/>
                        <a:pt x="19200" y="6627"/>
                        <a:pt x="19200" y="6627"/>
                      </a:cubicBezTo>
                      <a:cubicBezTo>
                        <a:pt x="18831" y="6873"/>
                        <a:pt x="18831" y="6873"/>
                        <a:pt x="18831" y="6873"/>
                      </a:cubicBezTo>
                      <a:cubicBezTo>
                        <a:pt x="18831" y="6873"/>
                        <a:pt x="18831" y="6873"/>
                        <a:pt x="18831" y="6873"/>
                      </a:cubicBezTo>
                      <a:cubicBezTo>
                        <a:pt x="18831" y="6873"/>
                        <a:pt x="18831" y="7364"/>
                        <a:pt x="18831" y="7364"/>
                      </a:cubicBezTo>
                      <a:cubicBezTo>
                        <a:pt x="18646" y="7855"/>
                        <a:pt x="18646" y="7855"/>
                        <a:pt x="18646" y="7855"/>
                      </a:cubicBezTo>
                      <a:cubicBezTo>
                        <a:pt x="18277" y="8100"/>
                        <a:pt x="18277" y="8100"/>
                        <a:pt x="18277" y="8100"/>
                      </a:cubicBezTo>
                      <a:cubicBezTo>
                        <a:pt x="17908" y="8345"/>
                        <a:pt x="17908" y="8345"/>
                        <a:pt x="17908" y="8345"/>
                      </a:cubicBezTo>
                      <a:cubicBezTo>
                        <a:pt x="17723" y="8591"/>
                        <a:pt x="17723" y="8591"/>
                        <a:pt x="17723" y="8591"/>
                      </a:cubicBezTo>
                      <a:cubicBezTo>
                        <a:pt x="17354" y="8591"/>
                        <a:pt x="17354" y="8591"/>
                        <a:pt x="17354" y="8591"/>
                      </a:cubicBezTo>
                      <a:cubicBezTo>
                        <a:pt x="16985" y="8836"/>
                        <a:pt x="16985" y="8836"/>
                        <a:pt x="16985" y="8836"/>
                      </a:cubicBezTo>
                      <a:cubicBezTo>
                        <a:pt x="16800" y="9327"/>
                        <a:pt x="16800" y="9327"/>
                        <a:pt x="16800" y="9327"/>
                      </a:cubicBezTo>
                      <a:cubicBezTo>
                        <a:pt x="16800" y="9327"/>
                        <a:pt x="16431" y="9327"/>
                        <a:pt x="16431" y="9327"/>
                      </a:cubicBezTo>
                      <a:cubicBezTo>
                        <a:pt x="16431" y="9327"/>
                        <a:pt x="15877" y="9573"/>
                        <a:pt x="15877" y="9573"/>
                      </a:cubicBezTo>
                      <a:cubicBezTo>
                        <a:pt x="15877" y="10064"/>
                        <a:pt x="15877" y="10064"/>
                        <a:pt x="15877" y="10064"/>
                      </a:cubicBezTo>
                      <a:cubicBezTo>
                        <a:pt x="15877" y="10064"/>
                        <a:pt x="15692" y="10309"/>
                        <a:pt x="15692" y="10309"/>
                      </a:cubicBezTo>
                      <a:cubicBezTo>
                        <a:pt x="15692" y="10309"/>
                        <a:pt x="15692" y="11045"/>
                        <a:pt x="15692" y="11045"/>
                      </a:cubicBezTo>
                      <a:cubicBezTo>
                        <a:pt x="15692" y="11045"/>
                        <a:pt x="16062" y="11291"/>
                        <a:pt x="16062" y="11291"/>
                      </a:cubicBezTo>
                      <a:cubicBezTo>
                        <a:pt x="16246" y="11536"/>
                        <a:pt x="16246" y="11536"/>
                        <a:pt x="16246" y="11536"/>
                      </a:cubicBezTo>
                      <a:cubicBezTo>
                        <a:pt x="16431" y="11782"/>
                        <a:pt x="16431" y="11782"/>
                        <a:pt x="16431" y="11782"/>
                      </a:cubicBezTo>
                      <a:cubicBezTo>
                        <a:pt x="16431" y="11782"/>
                        <a:pt x="16615" y="12027"/>
                        <a:pt x="16615" y="12027"/>
                      </a:cubicBezTo>
                      <a:cubicBezTo>
                        <a:pt x="16431" y="12027"/>
                        <a:pt x="16431" y="12764"/>
                        <a:pt x="16431" y="12764"/>
                      </a:cubicBezTo>
                      <a:cubicBezTo>
                        <a:pt x="16615" y="13500"/>
                        <a:pt x="16615" y="13500"/>
                        <a:pt x="16615" y="13500"/>
                      </a:cubicBezTo>
                      <a:cubicBezTo>
                        <a:pt x="16431" y="13745"/>
                        <a:pt x="16431" y="13745"/>
                        <a:pt x="16431" y="13745"/>
                      </a:cubicBezTo>
                      <a:cubicBezTo>
                        <a:pt x="16615" y="14236"/>
                        <a:pt x="16615" y="14236"/>
                        <a:pt x="16615" y="14236"/>
                      </a:cubicBezTo>
                      <a:cubicBezTo>
                        <a:pt x="16615" y="14236"/>
                        <a:pt x="16800" y="14236"/>
                        <a:pt x="16615" y="14482"/>
                      </a:cubicBezTo>
                      <a:cubicBezTo>
                        <a:pt x="16431" y="14482"/>
                        <a:pt x="16246" y="14727"/>
                        <a:pt x="16246" y="14727"/>
                      </a:cubicBezTo>
                      <a:cubicBezTo>
                        <a:pt x="16246" y="14727"/>
                        <a:pt x="15877" y="14727"/>
                        <a:pt x="15877" y="14727"/>
                      </a:cubicBezTo>
                      <a:cubicBezTo>
                        <a:pt x="15877" y="14727"/>
                        <a:pt x="15508" y="14727"/>
                        <a:pt x="15508" y="14727"/>
                      </a:cubicBezTo>
                      <a:cubicBezTo>
                        <a:pt x="15323" y="15218"/>
                        <a:pt x="15323" y="15218"/>
                        <a:pt x="15323" y="15218"/>
                      </a:cubicBezTo>
                      <a:cubicBezTo>
                        <a:pt x="14954" y="14973"/>
                        <a:pt x="14954" y="14973"/>
                        <a:pt x="14954" y="14973"/>
                      </a:cubicBezTo>
                      <a:cubicBezTo>
                        <a:pt x="14954" y="15464"/>
                        <a:pt x="14954" y="15464"/>
                        <a:pt x="14954" y="15464"/>
                      </a:cubicBezTo>
                      <a:cubicBezTo>
                        <a:pt x="14400" y="15709"/>
                        <a:pt x="14400" y="15709"/>
                        <a:pt x="14400" y="15709"/>
                      </a:cubicBezTo>
                      <a:cubicBezTo>
                        <a:pt x="14031" y="15955"/>
                        <a:pt x="14031" y="15955"/>
                        <a:pt x="14031" y="15955"/>
                      </a:cubicBezTo>
                      <a:cubicBezTo>
                        <a:pt x="13846" y="16445"/>
                        <a:pt x="13846" y="16445"/>
                        <a:pt x="13846" y="16445"/>
                      </a:cubicBezTo>
                      <a:cubicBezTo>
                        <a:pt x="14031" y="16691"/>
                        <a:pt x="14031" y="16691"/>
                        <a:pt x="14031" y="16691"/>
                      </a:cubicBezTo>
                      <a:cubicBezTo>
                        <a:pt x="14031" y="16691"/>
                        <a:pt x="14215" y="16936"/>
                        <a:pt x="14215" y="16691"/>
                      </a:cubicBezTo>
                      <a:cubicBezTo>
                        <a:pt x="14215" y="16691"/>
                        <a:pt x="14215" y="16445"/>
                        <a:pt x="14215" y="16445"/>
                      </a:cubicBezTo>
                      <a:cubicBezTo>
                        <a:pt x="14400" y="16691"/>
                        <a:pt x="14585" y="16936"/>
                        <a:pt x="14585" y="16936"/>
                      </a:cubicBezTo>
                      <a:cubicBezTo>
                        <a:pt x="14769" y="17427"/>
                        <a:pt x="14769" y="17427"/>
                        <a:pt x="14769" y="17427"/>
                      </a:cubicBezTo>
                      <a:cubicBezTo>
                        <a:pt x="14769" y="17427"/>
                        <a:pt x="14400" y="17427"/>
                        <a:pt x="14400" y="17427"/>
                      </a:cubicBezTo>
                      <a:cubicBezTo>
                        <a:pt x="14400" y="17427"/>
                        <a:pt x="14215" y="17673"/>
                        <a:pt x="14215" y="17673"/>
                      </a:cubicBezTo>
                      <a:cubicBezTo>
                        <a:pt x="14031" y="17918"/>
                        <a:pt x="14031" y="17918"/>
                        <a:pt x="14031" y="17918"/>
                      </a:cubicBezTo>
                      <a:cubicBezTo>
                        <a:pt x="14031" y="18164"/>
                        <a:pt x="14031" y="18164"/>
                        <a:pt x="14031" y="18409"/>
                      </a:cubicBezTo>
                      <a:cubicBezTo>
                        <a:pt x="14031" y="18409"/>
                        <a:pt x="14031" y="18655"/>
                        <a:pt x="14031" y="18655"/>
                      </a:cubicBezTo>
                      <a:cubicBezTo>
                        <a:pt x="14215" y="18655"/>
                        <a:pt x="14400" y="19145"/>
                        <a:pt x="14400" y="19145"/>
                      </a:cubicBezTo>
                      <a:cubicBezTo>
                        <a:pt x="14400" y="19145"/>
                        <a:pt x="14585" y="19391"/>
                        <a:pt x="14585" y="19391"/>
                      </a:cubicBezTo>
                      <a:cubicBezTo>
                        <a:pt x="14585" y="19391"/>
                        <a:pt x="14585" y="19636"/>
                        <a:pt x="14585" y="19636"/>
                      </a:cubicBezTo>
                      <a:cubicBezTo>
                        <a:pt x="14585" y="19636"/>
                        <a:pt x="14400" y="19882"/>
                        <a:pt x="14215" y="19882"/>
                      </a:cubicBezTo>
                      <a:cubicBezTo>
                        <a:pt x="14215" y="19882"/>
                        <a:pt x="13846" y="19882"/>
                        <a:pt x="13846" y="19882"/>
                      </a:cubicBezTo>
                      <a:cubicBezTo>
                        <a:pt x="13846" y="19882"/>
                        <a:pt x="13662" y="20373"/>
                        <a:pt x="13662" y="20373"/>
                      </a:cubicBezTo>
                      <a:cubicBezTo>
                        <a:pt x="13662" y="20373"/>
                        <a:pt x="13477" y="20373"/>
                        <a:pt x="13292" y="20373"/>
                      </a:cubicBezTo>
                      <a:cubicBezTo>
                        <a:pt x="13292" y="20373"/>
                        <a:pt x="13662" y="20618"/>
                        <a:pt x="13292" y="20373"/>
                      </a:cubicBezTo>
                      <a:cubicBezTo>
                        <a:pt x="12738" y="20127"/>
                        <a:pt x="12738" y="19882"/>
                        <a:pt x="12738" y="19882"/>
                      </a:cubicBezTo>
                      <a:cubicBezTo>
                        <a:pt x="12738" y="19882"/>
                        <a:pt x="12554" y="19636"/>
                        <a:pt x="12554" y="19636"/>
                      </a:cubicBezTo>
                      <a:cubicBezTo>
                        <a:pt x="12369" y="19636"/>
                        <a:pt x="12185" y="19636"/>
                        <a:pt x="12185" y="19636"/>
                      </a:cubicBezTo>
                      <a:cubicBezTo>
                        <a:pt x="11815" y="19636"/>
                        <a:pt x="11815" y="19636"/>
                        <a:pt x="11815" y="19636"/>
                      </a:cubicBezTo>
                      <a:cubicBezTo>
                        <a:pt x="11631" y="19391"/>
                        <a:pt x="11631" y="19391"/>
                        <a:pt x="11631" y="19391"/>
                      </a:cubicBezTo>
                      <a:cubicBezTo>
                        <a:pt x="11446" y="19882"/>
                        <a:pt x="11446" y="19882"/>
                        <a:pt x="11446" y="19882"/>
                      </a:cubicBezTo>
                      <a:cubicBezTo>
                        <a:pt x="11446" y="19882"/>
                        <a:pt x="11446" y="20127"/>
                        <a:pt x="11262" y="20127"/>
                      </a:cubicBezTo>
                      <a:cubicBezTo>
                        <a:pt x="11077" y="20373"/>
                        <a:pt x="11262" y="20373"/>
                        <a:pt x="11077" y="20373"/>
                      </a:cubicBezTo>
                      <a:cubicBezTo>
                        <a:pt x="10708" y="20373"/>
                        <a:pt x="10523" y="19882"/>
                        <a:pt x="10523" y="19882"/>
                      </a:cubicBezTo>
                      <a:cubicBezTo>
                        <a:pt x="10523" y="19882"/>
                        <a:pt x="10154" y="19636"/>
                        <a:pt x="10154" y="19636"/>
                      </a:cubicBezTo>
                      <a:cubicBezTo>
                        <a:pt x="9969" y="19391"/>
                        <a:pt x="9969" y="19391"/>
                        <a:pt x="9969" y="19391"/>
                      </a:cubicBezTo>
                      <a:cubicBezTo>
                        <a:pt x="9785" y="19391"/>
                        <a:pt x="9785" y="19636"/>
                        <a:pt x="9785" y="19145"/>
                      </a:cubicBezTo>
                      <a:cubicBezTo>
                        <a:pt x="9785" y="18900"/>
                        <a:pt x="9785" y="18900"/>
                        <a:pt x="9785" y="18900"/>
                      </a:cubicBezTo>
                      <a:cubicBezTo>
                        <a:pt x="9600" y="18655"/>
                        <a:pt x="9600" y="18900"/>
                        <a:pt x="9415" y="18655"/>
                      </a:cubicBezTo>
                      <a:cubicBezTo>
                        <a:pt x="9415" y="18409"/>
                        <a:pt x="9231" y="18164"/>
                        <a:pt x="9231" y="18164"/>
                      </a:cubicBezTo>
                      <a:cubicBezTo>
                        <a:pt x="9046" y="17673"/>
                        <a:pt x="9046" y="17673"/>
                        <a:pt x="9046" y="17673"/>
                      </a:cubicBezTo>
                      <a:cubicBezTo>
                        <a:pt x="9046" y="17673"/>
                        <a:pt x="9046" y="17673"/>
                        <a:pt x="9046" y="17918"/>
                      </a:cubicBezTo>
                      <a:cubicBezTo>
                        <a:pt x="8862" y="18164"/>
                        <a:pt x="8677" y="18164"/>
                        <a:pt x="8677" y="18164"/>
                      </a:cubicBezTo>
                      <a:cubicBezTo>
                        <a:pt x="8677" y="18409"/>
                        <a:pt x="8492" y="18655"/>
                        <a:pt x="8492" y="18655"/>
                      </a:cubicBezTo>
                      <a:cubicBezTo>
                        <a:pt x="8492" y="18655"/>
                        <a:pt x="8308" y="18900"/>
                        <a:pt x="8308" y="19145"/>
                      </a:cubicBezTo>
                      <a:cubicBezTo>
                        <a:pt x="8492" y="19145"/>
                        <a:pt x="8492" y="19145"/>
                        <a:pt x="8492" y="19391"/>
                      </a:cubicBezTo>
                      <a:cubicBezTo>
                        <a:pt x="8492" y="19391"/>
                        <a:pt x="8308" y="19636"/>
                        <a:pt x="8308" y="19636"/>
                      </a:cubicBezTo>
                      <a:cubicBezTo>
                        <a:pt x="8123" y="19882"/>
                        <a:pt x="8123" y="19882"/>
                        <a:pt x="7938" y="19882"/>
                      </a:cubicBezTo>
                      <a:cubicBezTo>
                        <a:pt x="7938" y="20127"/>
                        <a:pt x="7569" y="20373"/>
                        <a:pt x="7569" y="20373"/>
                      </a:cubicBezTo>
                      <a:cubicBezTo>
                        <a:pt x="7200" y="20373"/>
                        <a:pt x="7200" y="20373"/>
                        <a:pt x="7200" y="20373"/>
                      </a:cubicBezTo>
                      <a:cubicBezTo>
                        <a:pt x="6646" y="20127"/>
                        <a:pt x="6646" y="20127"/>
                        <a:pt x="6646" y="20127"/>
                      </a:cubicBezTo>
                      <a:cubicBezTo>
                        <a:pt x="6277" y="20618"/>
                        <a:pt x="6277" y="20618"/>
                        <a:pt x="6277" y="20618"/>
                      </a:cubicBezTo>
                      <a:cubicBezTo>
                        <a:pt x="6277" y="20618"/>
                        <a:pt x="6092" y="20618"/>
                        <a:pt x="6092" y="20618"/>
                      </a:cubicBezTo>
                      <a:cubicBezTo>
                        <a:pt x="5908" y="20618"/>
                        <a:pt x="5723" y="20618"/>
                        <a:pt x="5723" y="20618"/>
                      </a:cubicBezTo>
                      <a:cubicBezTo>
                        <a:pt x="5723" y="20618"/>
                        <a:pt x="5538" y="20373"/>
                        <a:pt x="5354" y="20373"/>
                      </a:cubicBezTo>
                      <a:cubicBezTo>
                        <a:pt x="5354" y="20373"/>
                        <a:pt x="5169" y="20373"/>
                        <a:pt x="5169" y="20373"/>
                      </a:cubicBezTo>
                      <a:cubicBezTo>
                        <a:pt x="4985" y="20373"/>
                        <a:pt x="4800" y="20373"/>
                        <a:pt x="4800" y="20373"/>
                      </a:cubicBezTo>
                      <a:cubicBezTo>
                        <a:pt x="4800" y="20618"/>
                        <a:pt x="4800" y="20618"/>
                        <a:pt x="4800" y="20618"/>
                      </a:cubicBezTo>
                      <a:cubicBezTo>
                        <a:pt x="4800" y="20618"/>
                        <a:pt x="4985" y="20618"/>
                        <a:pt x="4985" y="20618"/>
                      </a:cubicBezTo>
                      <a:cubicBezTo>
                        <a:pt x="4985" y="20864"/>
                        <a:pt x="4985" y="21109"/>
                        <a:pt x="4985" y="21109"/>
                      </a:cubicBezTo>
                      <a:cubicBezTo>
                        <a:pt x="4985" y="21109"/>
                        <a:pt x="4800" y="21109"/>
                        <a:pt x="4800" y="21109"/>
                      </a:cubicBezTo>
                      <a:cubicBezTo>
                        <a:pt x="4800" y="21355"/>
                        <a:pt x="4431" y="21355"/>
                        <a:pt x="4431" y="21355"/>
                      </a:cubicBezTo>
                      <a:cubicBezTo>
                        <a:pt x="4431" y="21355"/>
                        <a:pt x="4431" y="21600"/>
                        <a:pt x="4431" y="21600"/>
                      </a:cubicBezTo>
                      <a:cubicBezTo>
                        <a:pt x="4431" y="21600"/>
                        <a:pt x="4431" y="21600"/>
                        <a:pt x="4246" y="21600"/>
                      </a:cubicBezTo>
                      <a:cubicBezTo>
                        <a:pt x="4062" y="21600"/>
                        <a:pt x="4062" y="21600"/>
                        <a:pt x="3877" y="21600"/>
                      </a:cubicBezTo>
                      <a:cubicBezTo>
                        <a:pt x="3877" y="21355"/>
                        <a:pt x="3692" y="21355"/>
                        <a:pt x="3508" y="21355"/>
                      </a:cubicBezTo>
                      <a:cubicBezTo>
                        <a:pt x="3508" y="21355"/>
                        <a:pt x="2954" y="21109"/>
                        <a:pt x="2954" y="21109"/>
                      </a:cubicBezTo>
                      <a:cubicBezTo>
                        <a:pt x="2954" y="21109"/>
                        <a:pt x="2769" y="21355"/>
                        <a:pt x="2769" y="21355"/>
                      </a:cubicBezTo>
                      <a:cubicBezTo>
                        <a:pt x="2585" y="21355"/>
                        <a:pt x="2400" y="21355"/>
                        <a:pt x="2215" y="21109"/>
                      </a:cubicBezTo>
                      <a:cubicBezTo>
                        <a:pt x="2215" y="21109"/>
                        <a:pt x="2031" y="21109"/>
                        <a:pt x="2031" y="21109"/>
                      </a:cubicBezTo>
                      <a:cubicBezTo>
                        <a:pt x="2031" y="20864"/>
                        <a:pt x="2031" y="20618"/>
                        <a:pt x="2031" y="20618"/>
                      </a:cubicBezTo>
                      <a:cubicBezTo>
                        <a:pt x="2031" y="20618"/>
                        <a:pt x="1846" y="20373"/>
                        <a:pt x="2031" y="20373"/>
                      </a:cubicBezTo>
                      <a:cubicBezTo>
                        <a:pt x="2031" y="20373"/>
                        <a:pt x="2215" y="20373"/>
                        <a:pt x="2400" y="20373"/>
                      </a:cubicBezTo>
                      <a:cubicBezTo>
                        <a:pt x="2585" y="20373"/>
                        <a:pt x="2769" y="20373"/>
                        <a:pt x="2769" y="20127"/>
                      </a:cubicBezTo>
                      <a:cubicBezTo>
                        <a:pt x="2769" y="20127"/>
                        <a:pt x="2769" y="20127"/>
                        <a:pt x="2954" y="20127"/>
                      </a:cubicBezTo>
                      <a:cubicBezTo>
                        <a:pt x="2954" y="20127"/>
                        <a:pt x="3138" y="20373"/>
                        <a:pt x="3138" y="20127"/>
                      </a:cubicBezTo>
                      <a:cubicBezTo>
                        <a:pt x="3138" y="19882"/>
                        <a:pt x="3138" y="19882"/>
                        <a:pt x="3138" y="19882"/>
                      </a:cubicBezTo>
                      <a:cubicBezTo>
                        <a:pt x="2954" y="19636"/>
                        <a:pt x="2954" y="19636"/>
                        <a:pt x="2954" y="19636"/>
                      </a:cubicBezTo>
                      <a:cubicBezTo>
                        <a:pt x="2954" y="19636"/>
                        <a:pt x="3138" y="19391"/>
                        <a:pt x="3138" y="19391"/>
                      </a:cubicBezTo>
                      <a:cubicBezTo>
                        <a:pt x="3323" y="19391"/>
                        <a:pt x="3508" y="19391"/>
                        <a:pt x="3508" y="19391"/>
                      </a:cubicBezTo>
                      <a:cubicBezTo>
                        <a:pt x="3692" y="19391"/>
                        <a:pt x="3877" y="19391"/>
                        <a:pt x="3877" y="19391"/>
                      </a:cubicBezTo>
                      <a:cubicBezTo>
                        <a:pt x="3877" y="19391"/>
                        <a:pt x="3877" y="19391"/>
                        <a:pt x="4062" y="19145"/>
                      </a:cubicBezTo>
                      <a:cubicBezTo>
                        <a:pt x="4062" y="19145"/>
                        <a:pt x="3323" y="19145"/>
                        <a:pt x="3138" y="18900"/>
                      </a:cubicBezTo>
                      <a:cubicBezTo>
                        <a:pt x="2769" y="18409"/>
                        <a:pt x="2400" y="18164"/>
                        <a:pt x="2400" y="17182"/>
                      </a:cubicBezTo>
                      <a:cubicBezTo>
                        <a:pt x="2215" y="17182"/>
                        <a:pt x="2215" y="16691"/>
                        <a:pt x="2031" y="16691"/>
                      </a:cubicBezTo>
                      <a:cubicBezTo>
                        <a:pt x="2031" y="16691"/>
                        <a:pt x="1662" y="16445"/>
                        <a:pt x="1662" y="16445"/>
                      </a:cubicBezTo>
                      <a:cubicBezTo>
                        <a:pt x="1662" y="16200"/>
                        <a:pt x="1662" y="16200"/>
                        <a:pt x="1846" y="15955"/>
                      </a:cubicBezTo>
                      <a:cubicBezTo>
                        <a:pt x="1846" y="15709"/>
                        <a:pt x="1846" y="15709"/>
                        <a:pt x="2031" y="15464"/>
                      </a:cubicBezTo>
                      <a:cubicBezTo>
                        <a:pt x="2031" y="15464"/>
                        <a:pt x="2031" y="14973"/>
                        <a:pt x="2031" y="14973"/>
                      </a:cubicBezTo>
                      <a:cubicBezTo>
                        <a:pt x="2031" y="14973"/>
                        <a:pt x="2215" y="14727"/>
                        <a:pt x="2031" y="14727"/>
                      </a:cubicBezTo>
                      <a:cubicBezTo>
                        <a:pt x="2031" y="14482"/>
                        <a:pt x="1846" y="14236"/>
                        <a:pt x="1846" y="14236"/>
                      </a:cubicBezTo>
                      <a:cubicBezTo>
                        <a:pt x="1846" y="14236"/>
                        <a:pt x="1846" y="14236"/>
                        <a:pt x="1662" y="14236"/>
                      </a:cubicBezTo>
                      <a:cubicBezTo>
                        <a:pt x="1662" y="14482"/>
                        <a:pt x="1662" y="14482"/>
                        <a:pt x="1662" y="14482"/>
                      </a:cubicBezTo>
                      <a:cubicBezTo>
                        <a:pt x="1292" y="14727"/>
                        <a:pt x="1292" y="14727"/>
                        <a:pt x="1292" y="14727"/>
                      </a:cubicBezTo>
                      <a:cubicBezTo>
                        <a:pt x="1292" y="14727"/>
                        <a:pt x="1108" y="14236"/>
                        <a:pt x="1108" y="14236"/>
                      </a:cubicBezTo>
                      <a:cubicBezTo>
                        <a:pt x="923" y="14236"/>
                        <a:pt x="923" y="14236"/>
                        <a:pt x="923" y="13991"/>
                      </a:cubicBezTo>
                      <a:cubicBezTo>
                        <a:pt x="923" y="13991"/>
                        <a:pt x="1108" y="13745"/>
                        <a:pt x="1108" y="13745"/>
                      </a:cubicBezTo>
                      <a:cubicBezTo>
                        <a:pt x="1108" y="13745"/>
                        <a:pt x="923" y="13500"/>
                        <a:pt x="923" y="13500"/>
                      </a:cubicBezTo>
                      <a:cubicBezTo>
                        <a:pt x="923" y="13500"/>
                        <a:pt x="1108" y="13009"/>
                        <a:pt x="1292" y="13009"/>
                      </a:cubicBezTo>
                      <a:cubicBezTo>
                        <a:pt x="1477" y="12764"/>
                        <a:pt x="1846" y="12273"/>
                        <a:pt x="1846" y="12273"/>
                      </a:cubicBezTo>
                      <a:cubicBezTo>
                        <a:pt x="2031" y="11782"/>
                        <a:pt x="2031" y="11782"/>
                        <a:pt x="2031" y="11782"/>
                      </a:cubicBezTo>
                      <a:cubicBezTo>
                        <a:pt x="1846" y="11536"/>
                        <a:pt x="1846" y="11536"/>
                        <a:pt x="1846" y="11536"/>
                      </a:cubicBezTo>
                      <a:cubicBezTo>
                        <a:pt x="1846" y="11536"/>
                        <a:pt x="1662" y="11782"/>
                        <a:pt x="1662" y="1178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16" name="Shape">
                  <a:extLst>
                    <a:ext uri="{FF2B5EF4-FFF2-40B4-BE49-F238E27FC236}">
                      <a16:creationId xmlns:a16="http://schemas.microsoft.com/office/drawing/2014/main" id="{7DA622B5-9BF2-4615-B2D7-C14AB44A7FC0}"/>
                    </a:ext>
                  </a:extLst>
                </p:cNvPr>
                <p:cNvSpPr/>
                <p:nvPr/>
              </p:nvSpPr>
              <p:spPr>
                <a:xfrm>
                  <a:off x="3599982" y="5018728"/>
                  <a:ext cx="790487" cy="7101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26" extrusionOk="0">
                      <a:moveTo>
                        <a:pt x="20458" y="8394"/>
                      </a:moveTo>
                      <a:cubicBezTo>
                        <a:pt x="20458" y="8190"/>
                        <a:pt x="20363" y="8087"/>
                        <a:pt x="20553" y="7985"/>
                      </a:cubicBezTo>
                      <a:cubicBezTo>
                        <a:pt x="20648" y="7985"/>
                        <a:pt x="20744" y="8190"/>
                        <a:pt x="20744" y="7985"/>
                      </a:cubicBezTo>
                      <a:cubicBezTo>
                        <a:pt x="20744" y="7780"/>
                        <a:pt x="20839" y="7882"/>
                        <a:pt x="20744" y="7678"/>
                      </a:cubicBezTo>
                      <a:cubicBezTo>
                        <a:pt x="20744" y="7678"/>
                        <a:pt x="20744" y="7678"/>
                        <a:pt x="20744" y="7678"/>
                      </a:cubicBezTo>
                      <a:cubicBezTo>
                        <a:pt x="20744" y="7678"/>
                        <a:pt x="20744" y="7678"/>
                        <a:pt x="20744" y="7678"/>
                      </a:cubicBezTo>
                      <a:cubicBezTo>
                        <a:pt x="20744" y="7678"/>
                        <a:pt x="20744" y="7882"/>
                        <a:pt x="20648" y="7882"/>
                      </a:cubicBezTo>
                      <a:cubicBezTo>
                        <a:pt x="20648" y="7882"/>
                        <a:pt x="20553" y="7985"/>
                        <a:pt x="20458" y="7985"/>
                      </a:cubicBezTo>
                      <a:cubicBezTo>
                        <a:pt x="20363" y="7882"/>
                        <a:pt x="20363" y="7882"/>
                        <a:pt x="20363" y="7882"/>
                      </a:cubicBezTo>
                      <a:cubicBezTo>
                        <a:pt x="20553" y="7678"/>
                        <a:pt x="20553" y="7678"/>
                        <a:pt x="20553" y="7678"/>
                      </a:cubicBezTo>
                      <a:cubicBezTo>
                        <a:pt x="20553" y="7268"/>
                        <a:pt x="20553" y="7268"/>
                        <a:pt x="20553" y="7268"/>
                      </a:cubicBezTo>
                      <a:cubicBezTo>
                        <a:pt x="20553" y="7268"/>
                        <a:pt x="20458" y="7064"/>
                        <a:pt x="20363" y="6859"/>
                      </a:cubicBezTo>
                      <a:cubicBezTo>
                        <a:pt x="20268" y="6756"/>
                        <a:pt x="20173" y="6654"/>
                        <a:pt x="20173" y="6654"/>
                      </a:cubicBezTo>
                      <a:cubicBezTo>
                        <a:pt x="20458" y="6449"/>
                        <a:pt x="20458" y="6449"/>
                        <a:pt x="20458" y="6449"/>
                      </a:cubicBezTo>
                      <a:cubicBezTo>
                        <a:pt x="20553" y="6347"/>
                        <a:pt x="20553" y="6347"/>
                        <a:pt x="20553" y="6347"/>
                      </a:cubicBezTo>
                      <a:cubicBezTo>
                        <a:pt x="20553" y="6245"/>
                        <a:pt x="20553" y="6245"/>
                        <a:pt x="20553" y="6245"/>
                      </a:cubicBezTo>
                      <a:cubicBezTo>
                        <a:pt x="20553" y="6245"/>
                        <a:pt x="20744" y="6449"/>
                        <a:pt x="20934" y="6449"/>
                      </a:cubicBezTo>
                      <a:cubicBezTo>
                        <a:pt x="21029" y="6449"/>
                        <a:pt x="20934" y="6449"/>
                        <a:pt x="21124" y="6347"/>
                      </a:cubicBezTo>
                      <a:cubicBezTo>
                        <a:pt x="21315" y="6347"/>
                        <a:pt x="21600" y="6040"/>
                        <a:pt x="21600" y="6040"/>
                      </a:cubicBezTo>
                      <a:cubicBezTo>
                        <a:pt x="21600" y="6040"/>
                        <a:pt x="21410" y="5835"/>
                        <a:pt x="21315" y="5835"/>
                      </a:cubicBezTo>
                      <a:cubicBezTo>
                        <a:pt x="21219" y="5937"/>
                        <a:pt x="21315" y="5937"/>
                        <a:pt x="21029" y="5937"/>
                      </a:cubicBezTo>
                      <a:cubicBezTo>
                        <a:pt x="20744" y="5835"/>
                        <a:pt x="20648" y="5733"/>
                        <a:pt x="20648" y="5733"/>
                      </a:cubicBezTo>
                      <a:cubicBezTo>
                        <a:pt x="20648" y="5733"/>
                        <a:pt x="20553" y="5733"/>
                        <a:pt x="20458" y="5733"/>
                      </a:cubicBezTo>
                      <a:cubicBezTo>
                        <a:pt x="20363" y="5733"/>
                        <a:pt x="20363" y="5733"/>
                        <a:pt x="20268" y="5630"/>
                      </a:cubicBezTo>
                      <a:cubicBezTo>
                        <a:pt x="20078" y="5426"/>
                        <a:pt x="19887" y="5221"/>
                        <a:pt x="19887" y="5221"/>
                      </a:cubicBezTo>
                      <a:cubicBezTo>
                        <a:pt x="19887" y="5221"/>
                        <a:pt x="19697" y="5323"/>
                        <a:pt x="19697" y="5221"/>
                      </a:cubicBezTo>
                      <a:cubicBezTo>
                        <a:pt x="19697" y="5221"/>
                        <a:pt x="19792" y="5016"/>
                        <a:pt x="19792" y="5016"/>
                      </a:cubicBezTo>
                      <a:cubicBezTo>
                        <a:pt x="19792" y="4914"/>
                        <a:pt x="19792" y="4914"/>
                        <a:pt x="19792" y="4914"/>
                      </a:cubicBezTo>
                      <a:cubicBezTo>
                        <a:pt x="19697" y="4811"/>
                        <a:pt x="19697" y="4811"/>
                        <a:pt x="19697" y="4811"/>
                      </a:cubicBezTo>
                      <a:cubicBezTo>
                        <a:pt x="19697" y="4811"/>
                        <a:pt x="19887" y="4811"/>
                        <a:pt x="19887" y="4811"/>
                      </a:cubicBezTo>
                      <a:cubicBezTo>
                        <a:pt x="19982" y="4709"/>
                        <a:pt x="19982" y="4709"/>
                        <a:pt x="19982" y="4709"/>
                      </a:cubicBezTo>
                      <a:cubicBezTo>
                        <a:pt x="20173" y="4504"/>
                        <a:pt x="19982" y="4300"/>
                        <a:pt x="19697" y="4402"/>
                      </a:cubicBezTo>
                      <a:cubicBezTo>
                        <a:pt x="19602" y="4402"/>
                        <a:pt x="19507" y="4504"/>
                        <a:pt x="19507" y="4504"/>
                      </a:cubicBezTo>
                      <a:cubicBezTo>
                        <a:pt x="19411" y="4504"/>
                        <a:pt x="19221" y="4402"/>
                        <a:pt x="19221" y="4300"/>
                      </a:cubicBezTo>
                      <a:cubicBezTo>
                        <a:pt x="19221" y="4197"/>
                        <a:pt x="19126" y="4197"/>
                        <a:pt x="19316" y="4095"/>
                      </a:cubicBezTo>
                      <a:cubicBezTo>
                        <a:pt x="19411" y="4095"/>
                        <a:pt x="19507" y="3890"/>
                        <a:pt x="19507" y="3890"/>
                      </a:cubicBezTo>
                      <a:cubicBezTo>
                        <a:pt x="19316" y="3583"/>
                        <a:pt x="19316" y="3583"/>
                        <a:pt x="19316" y="3583"/>
                      </a:cubicBezTo>
                      <a:cubicBezTo>
                        <a:pt x="19411" y="2969"/>
                        <a:pt x="19411" y="2969"/>
                        <a:pt x="19411" y="2969"/>
                      </a:cubicBezTo>
                      <a:cubicBezTo>
                        <a:pt x="19031" y="2866"/>
                        <a:pt x="19031" y="2866"/>
                        <a:pt x="19031" y="2866"/>
                      </a:cubicBezTo>
                      <a:cubicBezTo>
                        <a:pt x="19031" y="2662"/>
                        <a:pt x="19031" y="2662"/>
                        <a:pt x="19031" y="2662"/>
                      </a:cubicBezTo>
                      <a:cubicBezTo>
                        <a:pt x="18841" y="2559"/>
                        <a:pt x="18841" y="2559"/>
                        <a:pt x="18841" y="2559"/>
                      </a:cubicBezTo>
                      <a:cubicBezTo>
                        <a:pt x="18650" y="3071"/>
                        <a:pt x="18650" y="3071"/>
                        <a:pt x="18650" y="3071"/>
                      </a:cubicBezTo>
                      <a:cubicBezTo>
                        <a:pt x="18650" y="3071"/>
                        <a:pt x="18365" y="3173"/>
                        <a:pt x="18365" y="3276"/>
                      </a:cubicBezTo>
                      <a:cubicBezTo>
                        <a:pt x="18270" y="3378"/>
                        <a:pt x="17794" y="3378"/>
                        <a:pt x="17794" y="3378"/>
                      </a:cubicBezTo>
                      <a:cubicBezTo>
                        <a:pt x="17413" y="3378"/>
                        <a:pt x="17413" y="3378"/>
                        <a:pt x="17413" y="3378"/>
                      </a:cubicBezTo>
                      <a:cubicBezTo>
                        <a:pt x="16747" y="3583"/>
                        <a:pt x="16747" y="3583"/>
                        <a:pt x="16747" y="3583"/>
                      </a:cubicBezTo>
                      <a:cubicBezTo>
                        <a:pt x="16747" y="3583"/>
                        <a:pt x="16557" y="3685"/>
                        <a:pt x="16462" y="3685"/>
                      </a:cubicBezTo>
                      <a:cubicBezTo>
                        <a:pt x="16367" y="3685"/>
                        <a:pt x="15891" y="3583"/>
                        <a:pt x="15891" y="3583"/>
                      </a:cubicBezTo>
                      <a:cubicBezTo>
                        <a:pt x="15605" y="3685"/>
                        <a:pt x="15605" y="3685"/>
                        <a:pt x="15605" y="3685"/>
                      </a:cubicBezTo>
                      <a:cubicBezTo>
                        <a:pt x="14939" y="3481"/>
                        <a:pt x="14939" y="3481"/>
                        <a:pt x="14939" y="3481"/>
                      </a:cubicBezTo>
                      <a:cubicBezTo>
                        <a:pt x="14749" y="3276"/>
                        <a:pt x="14749" y="3276"/>
                        <a:pt x="14749" y="3276"/>
                      </a:cubicBezTo>
                      <a:cubicBezTo>
                        <a:pt x="14654" y="3173"/>
                        <a:pt x="14654" y="3173"/>
                        <a:pt x="14654" y="3173"/>
                      </a:cubicBezTo>
                      <a:cubicBezTo>
                        <a:pt x="14178" y="3071"/>
                        <a:pt x="14178" y="3071"/>
                        <a:pt x="14178" y="3071"/>
                      </a:cubicBezTo>
                      <a:cubicBezTo>
                        <a:pt x="14083" y="2866"/>
                        <a:pt x="14083" y="2866"/>
                        <a:pt x="14083" y="2866"/>
                      </a:cubicBezTo>
                      <a:cubicBezTo>
                        <a:pt x="13702" y="2866"/>
                        <a:pt x="13702" y="2866"/>
                        <a:pt x="13702" y="2866"/>
                      </a:cubicBezTo>
                      <a:cubicBezTo>
                        <a:pt x="13702" y="2866"/>
                        <a:pt x="13702" y="2866"/>
                        <a:pt x="13702" y="2866"/>
                      </a:cubicBezTo>
                      <a:cubicBezTo>
                        <a:pt x="13702" y="2866"/>
                        <a:pt x="13702" y="2866"/>
                        <a:pt x="13702" y="2866"/>
                      </a:cubicBezTo>
                      <a:cubicBezTo>
                        <a:pt x="13512" y="2764"/>
                        <a:pt x="13512" y="2764"/>
                        <a:pt x="13512" y="2764"/>
                      </a:cubicBezTo>
                      <a:cubicBezTo>
                        <a:pt x="13512" y="2662"/>
                        <a:pt x="13512" y="2662"/>
                        <a:pt x="13512" y="2662"/>
                      </a:cubicBezTo>
                      <a:cubicBezTo>
                        <a:pt x="13417" y="2662"/>
                        <a:pt x="13417" y="2662"/>
                        <a:pt x="13417" y="2559"/>
                      </a:cubicBezTo>
                      <a:cubicBezTo>
                        <a:pt x="13322" y="2457"/>
                        <a:pt x="13322" y="2457"/>
                        <a:pt x="13322" y="2457"/>
                      </a:cubicBezTo>
                      <a:cubicBezTo>
                        <a:pt x="12846" y="1843"/>
                        <a:pt x="12846" y="1843"/>
                        <a:pt x="12846" y="1843"/>
                      </a:cubicBezTo>
                      <a:cubicBezTo>
                        <a:pt x="12751" y="1843"/>
                        <a:pt x="12751" y="1843"/>
                        <a:pt x="12751" y="1843"/>
                      </a:cubicBezTo>
                      <a:cubicBezTo>
                        <a:pt x="12751" y="1843"/>
                        <a:pt x="12751" y="1843"/>
                        <a:pt x="12751" y="1843"/>
                      </a:cubicBezTo>
                      <a:cubicBezTo>
                        <a:pt x="11894" y="1536"/>
                        <a:pt x="11894" y="1536"/>
                        <a:pt x="11894" y="1536"/>
                      </a:cubicBezTo>
                      <a:cubicBezTo>
                        <a:pt x="11609" y="1126"/>
                        <a:pt x="11609" y="1126"/>
                        <a:pt x="11609" y="1126"/>
                      </a:cubicBezTo>
                      <a:cubicBezTo>
                        <a:pt x="11323" y="921"/>
                        <a:pt x="11323" y="921"/>
                        <a:pt x="11323" y="921"/>
                      </a:cubicBezTo>
                      <a:cubicBezTo>
                        <a:pt x="10943" y="614"/>
                        <a:pt x="10943" y="614"/>
                        <a:pt x="10943" y="614"/>
                      </a:cubicBezTo>
                      <a:cubicBezTo>
                        <a:pt x="10562" y="307"/>
                        <a:pt x="10562" y="307"/>
                        <a:pt x="10562" y="307"/>
                      </a:cubicBezTo>
                      <a:cubicBezTo>
                        <a:pt x="10372" y="102"/>
                        <a:pt x="10372" y="102"/>
                        <a:pt x="10372" y="102"/>
                      </a:cubicBezTo>
                      <a:cubicBezTo>
                        <a:pt x="10372" y="102"/>
                        <a:pt x="10372" y="102"/>
                        <a:pt x="10372" y="102"/>
                      </a:cubicBezTo>
                      <a:cubicBezTo>
                        <a:pt x="10372" y="102"/>
                        <a:pt x="10277" y="0"/>
                        <a:pt x="10277" y="0"/>
                      </a:cubicBezTo>
                      <a:cubicBezTo>
                        <a:pt x="10277" y="0"/>
                        <a:pt x="10181" y="0"/>
                        <a:pt x="10181" y="0"/>
                      </a:cubicBezTo>
                      <a:cubicBezTo>
                        <a:pt x="10086" y="0"/>
                        <a:pt x="9896" y="0"/>
                        <a:pt x="9896" y="0"/>
                      </a:cubicBezTo>
                      <a:cubicBezTo>
                        <a:pt x="9896" y="0"/>
                        <a:pt x="9801" y="102"/>
                        <a:pt x="9706" y="102"/>
                      </a:cubicBezTo>
                      <a:cubicBezTo>
                        <a:pt x="9706" y="102"/>
                        <a:pt x="9611" y="307"/>
                        <a:pt x="9611" y="307"/>
                      </a:cubicBezTo>
                      <a:cubicBezTo>
                        <a:pt x="9515" y="409"/>
                        <a:pt x="9515" y="409"/>
                        <a:pt x="9515" y="409"/>
                      </a:cubicBezTo>
                      <a:cubicBezTo>
                        <a:pt x="9611" y="512"/>
                        <a:pt x="9611" y="512"/>
                        <a:pt x="9611" y="512"/>
                      </a:cubicBezTo>
                      <a:cubicBezTo>
                        <a:pt x="9801" y="921"/>
                        <a:pt x="9896" y="921"/>
                        <a:pt x="9420" y="819"/>
                      </a:cubicBezTo>
                      <a:cubicBezTo>
                        <a:pt x="9230" y="717"/>
                        <a:pt x="9230" y="717"/>
                        <a:pt x="9230" y="717"/>
                      </a:cubicBezTo>
                      <a:cubicBezTo>
                        <a:pt x="9135" y="819"/>
                        <a:pt x="9135" y="819"/>
                        <a:pt x="9135" y="819"/>
                      </a:cubicBezTo>
                      <a:cubicBezTo>
                        <a:pt x="8944" y="921"/>
                        <a:pt x="8944" y="921"/>
                        <a:pt x="8944" y="921"/>
                      </a:cubicBezTo>
                      <a:cubicBezTo>
                        <a:pt x="8944" y="921"/>
                        <a:pt x="8944" y="921"/>
                        <a:pt x="8944" y="921"/>
                      </a:cubicBezTo>
                      <a:cubicBezTo>
                        <a:pt x="8944" y="921"/>
                        <a:pt x="8944" y="1126"/>
                        <a:pt x="8944" y="1126"/>
                      </a:cubicBezTo>
                      <a:cubicBezTo>
                        <a:pt x="8849" y="1331"/>
                        <a:pt x="8849" y="1331"/>
                        <a:pt x="8849" y="1331"/>
                      </a:cubicBezTo>
                      <a:cubicBezTo>
                        <a:pt x="8659" y="1433"/>
                        <a:pt x="8659" y="1433"/>
                        <a:pt x="8659" y="1433"/>
                      </a:cubicBezTo>
                      <a:cubicBezTo>
                        <a:pt x="8469" y="1536"/>
                        <a:pt x="8469" y="1536"/>
                        <a:pt x="8469" y="1536"/>
                      </a:cubicBezTo>
                      <a:cubicBezTo>
                        <a:pt x="8374" y="1638"/>
                        <a:pt x="8374" y="1638"/>
                        <a:pt x="8374" y="1638"/>
                      </a:cubicBezTo>
                      <a:cubicBezTo>
                        <a:pt x="8183" y="1638"/>
                        <a:pt x="8183" y="1638"/>
                        <a:pt x="8183" y="1638"/>
                      </a:cubicBezTo>
                      <a:cubicBezTo>
                        <a:pt x="7993" y="1740"/>
                        <a:pt x="7993" y="1740"/>
                        <a:pt x="7993" y="1740"/>
                      </a:cubicBezTo>
                      <a:cubicBezTo>
                        <a:pt x="7898" y="1945"/>
                        <a:pt x="7898" y="1945"/>
                        <a:pt x="7898" y="1945"/>
                      </a:cubicBezTo>
                      <a:cubicBezTo>
                        <a:pt x="7898" y="1945"/>
                        <a:pt x="7707" y="1945"/>
                        <a:pt x="7707" y="1945"/>
                      </a:cubicBezTo>
                      <a:cubicBezTo>
                        <a:pt x="7707" y="1945"/>
                        <a:pt x="7422" y="2047"/>
                        <a:pt x="7422" y="2047"/>
                      </a:cubicBezTo>
                      <a:cubicBezTo>
                        <a:pt x="7422" y="2252"/>
                        <a:pt x="7422" y="2252"/>
                        <a:pt x="7422" y="2252"/>
                      </a:cubicBezTo>
                      <a:cubicBezTo>
                        <a:pt x="7422" y="2252"/>
                        <a:pt x="7327" y="2355"/>
                        <a:pt x="7327" y="2355"/>
                      </a:cubicBezTo>
                      <a:cubicBezTo>
                        <a:pt x="7327" y="2355"/>
                        <a:pt x="7327" y="2662"/>
                        <a:pt x="7327" y="2662"/>
                      </a:cubicBezTo>
                      <a:cubicBezTo>
                        <a:pt x="7327" y="2662"/>
                        <a:pt x="7517" y="2764"/>
                        <a:pt x="7517" y="2764"/>
                      </a:cubicBezTo>
                      <a:cubicBezTo>
                        <a:pt x="7612" y="2866"/>
                        <a:pt x="7612" y="2866"/>
                        <a:pt x="7612" y="2866"/>
                      </a:cubicBezTo>
                      <a:cubicBezTo>
                        <a:pt x="7707" y="2969"/>
                        <a:pt x="7707" y="2969"/>
                        <a:pt x="7707" y="2969"/>
                      </a:cubicBezTo>
                      <a:cubicBezTo>
                        <a:pt x="7707" y="2969"/>
                        <a:pt x="7803" y="3071"/>
                        <a:pt x="7803" y="3071"/>
                      </a:cubicBezTo>
                      <a:cubicBezTo>
                        <a:pt x="7707" y="3071"/>
                        <a:pt x="7707" y="3378"/>
                        <a:pt x="7707" y="3378"/>
                      </a:cubicBezTo>
                      <a:cubicBezTo>
                        <a:pt x="7803" y="3685"/>
                        <a:pt x="7803" y="3685"/>
                        <a:pt x="7803" y="3685"/>
                      </a:cubicBezTo>
                      <a:cubicBezTo>
                        <a:pt x="7707" y="3788"/>
                        <a:pt x="7707" y="3788"/>
                        <a:pt x="7707" y="3788"/>
                      </a:cubicBezTo>
                      <a:cubicBezTo>
                        <a:pt x="7803" y="3992"/>
                        <a:pt x="7803" y="3992"/>
                        <a:pt x="7803" y="3992"/>
                      </a:cubicBezTo>
                      <a:cubicBezTo>
                        <a:pt x="7803" y="3992"/>
                        <a:pt x="7898" y="3992"/>
                        <a:pt x="7803" y="4095"/>
                      </a:cubicBezTo>
                      <a:cubicBezTo>
                        <a:pt x="7707" y="4095"/>
                        <a:pt x="7612" y="4197"/>
                        <a:pt x="7612" y="4197"/>
                      </a:cubicBezTo>
                      <a:cubicBezTo>
                        <a:pt x="7612" y="4197"/>
                        <a:pt x="7422" y="4197"/>
                        <a:pt x="7422" y="4197"/>
                      </a:cubicBezTo>
                      <a:cubicBezTo>
                        <a:pt x="7422" y="4197"/>
                        <a:pt x="7232" y="4197"/>
                        <a:pt x="7232" y="4197"/>
                      </a:cubicBezTo>
                      <a:cubicBezTo>
                        <a:pt x="7137" y="4402"/>
                        <a:pt x="7137" y="4402"/>
                        <a:pt x="7137" y="4402"/>
                      </a:cubicBezTo>
                      <a:cubicBezTo>
                        <a:pt x="6946" y="4300"/>
                        <a:pt x="6946" y="4300"/>
                        <a:pt x="6946" y="4300"/>
                      </a:cubicBezTo>
                      <a:cubicBezTo>
                        <a:pt x="6946" y="4504"/>
                        <a:pt x="6946" y="4504"/>
                        <a:pt x="6946" y="4504"/>
                      </a:cubicBezTo>
                      <a:cubicBezTo>
                        <a:pt x="6661" y="4607"/>
                        <a:pt x="6661" y="4607"/>
                        <a:pt x="6661" y="4607"/>
                      </a:cubicBezTo>
                      <a:cubicBezTo>
                        <a:pt x="6470" y="4709"/>
                        <a:pt x="6470" y="4709"/>
                        <a:pt x="6470" y="4709"/>
                      </a:cubicBezTo>
                      <a:cubicBezTo>
                        <a:pt x="6375" y="4914"/>
                        <a:pt x="6375" y="4914"/>
                        <a:pt x="6375" y="4914"/>
                      </a:cubicBezTo>
                      <a:cubicBezTo>
                        <a:pt x="6470" y="5016"/>
                        <a:pt x="6470" y="5016"/>
                        <a:pt x="6470" y="5016"/>
                      </a:cubicBezTo>
                      <a:cubicBezTo>
                        <a:pt x="6470" y="5016"/>
                        <a:pt x="6566" y="5118"/>
                        <a:pt x="6566" y="5016"/>
                      </a:cubicBezTo>
                      <a:cubicBezTo>
                        <a:pt x="6566" y="5016"/>
                        <a:pt x="6566" y="4914"/>
                        <a:pt x="6566" y="4914"/>
                      </a:cubicBezTo>
                      <a:cubicBezTo>
                        <a:pt x="6661" y="5016"/>
                        <a:pt x="6756" y="5118"/>
                        <a:pt x="6756" y="5118"/>
                      </a:cubicBezTo>
                      <a:cubicBezTo>
                        <a:pt x="6851" y="5323"/>
                        <a:pt x="6851" y="5323"/>
                        <a:pt x="6851" y="5323"/>
                      </a:cubicBezTo>
                      <a:cubicBezTo>
                        <a:pt x="6851" y="5323"/>
                        <a:pt x="6661" y="5323"/>
                        <a:pt x="6661" y="5323"/>
                      </a:cubicBezTo>
                      <a:cubicBezTo>
                        <a:pt x="6661" y="5323"/>
                        <a:pt x="6566" y="5426"/>
                        <a:pt x="6566" y="5426"/>
                      </a:cubicBezTo>
                      <a:cubicBezTo>
                        <a:pt x="6470" y="5528"/>
                        <a:pt x="6470" y="5528"/>
                        <a:pt x="6470" y="5528"/>
                      </a:cubicBezTo>
                      <a:cubicBezTo>
                        <a:pt x="6470" y="5630"/>
                        <a:pt x="6470" y="5630"/>
                        <a:pt x="6470" y="5733"/>
                      </a:cubicBezTo>
                      <a:cubicBezTo>
                        <a:pt x="6470" y="5733"/>
                        <a:pt x="6470" y="5835"/>
                        <a:pt x="6470" y="5835"/>
                      </a:cubicBezTo>
                      <a:cubicBezTo>
                        <a:pt x="6566" y="5835"/>
                        <a:pt x="6661" y="6040"/>
                        <a:pt x="6661" y="6040"/>
                      </a:cubicBezTo>
                      <a:cubicBezTo>
                        <a:pt x="6661" y="6040"/>
                        <a:pt x="6756" y="6142"/>
                        <a:pt x="6756" y="6142"/>
                      </a:cubicBezTo>
                      <a:cubicBezTo>
                        <a:pt x="6756" y="6142"/>
                        <a:pt x="6756" y="6245"/>
                        <a:pt x="6756" y="6245"/>
                      </a:cubicBezTo>
                      <a:cubicBezTo>
                        <a:pt x="6756" y="6245"/>
                        <a:pt x="6661" y="6347"/>
                        <a:pt x="6566" y="6347"/>
                      </a:cubicBezTo>
                      <a:cubicBezTo>
                        <a:pt x="6566" y="6347"/>
                        <a:pt x="6375" y="6347"/>
                        <a:pt x="6375" y="6347"/>
                      </a:cubicBezTo>
                      <a:cubicBezTo>
                        <a:pt x="6375" y="6347"/>
                        <a:pt x="6280" y="6552"/>
                        <a:pt x="6280" y="6552"/>
                      </a:cubicBezTo>
                      <a:cubicBezTo>
                        <a:pt x="6280" y="6552"/>
                        <a:pt x="6185" y="6552"/>
                        <a:pt x="6090" y="6552"/>
                      </a:cubicBezTo>
                      <a:cubicBezTo>
                        <a:pt x="6090" y="6552"/>
                        <a:pt x="6280" y="6654"/>
                        <a:pt x="6090" y="6552"/>
                      </a:cubicBezTo>
                      <a:cubicBezTo>
                        <a:pt x="5804" y="6449"/>
                        <a:pt x="5804" y="6347"/>
                        <a:pt x="5804" y="6347"/>
                      </a:cubicBezTo>
                      <a:cubicBezTo>
                        <a:pt x="5804" y="6347"/>
                        <a:pt x="5709" y="6245"/>
                        <a:pt x="5709" y="6245"/>
                      </a:cubicBezTo>
                      <a:cubicBezTo>
                        <a:pt x="5614" y="6245"/>
                        <a:pt x="5519" y="6245"/>
                        <a:pt x="5519" y="6245"/>
                      </a:cubicBezTo>
                      <a:cubicBezTo>
                        <a:pt x="5329" y="6245"/>
                        <a:pt x="5329" y="6245"/>
                        <a:pt x="5329" y="6245"/>
                      </a:cubicBezTo>
                      <a:cubicBezTo>
                        <a:pt x="5233" y="6142"/>
                        <a:pt x="5233" y="6142"/>
                        <a:pt x="5233" y="6142"/>
                      </a:cubicBezTo>
                      <a:cubicBezTo>
                        <a:pt x="5138" y="6347"/>
                        <a:pt x="5138" y="6347"/>
                        <a:pt x="5138" y="6347"/>
                      </a:cubicBezTo>
                      <a:cubicBezTo>
                        <a:pt x="5138" y="6347"/>
                        <a:pt x="5138" y="6449"/>
                        <a:pt x="5043" y="6449"/>
                      </a:cubicBezTo>
                      <a:cubicBezTo>
                        <a:pt x="4948" y="6552"/>
                        <a:pt x="5043" y="6552"/>
                        <a:pt x="4948" y="6552"/>
                      </a:cubicBezTo>
                      <a:cubicBezTo>
                        <a:pt x="4758" y="6552"/>
                        <a:pt x="4663" y="6347"/>
                        <a:pt x="4663" y="6347"/>
                      </a:cubicBezTo>
                      <a:cubicBezTo>
                        <a:pt x="4663" y="6347"/>
                        <a:pt x="4472" y="6245"/>
                        <a:pt x="4472" y="6245"/>
                      </a:cubicBezTo>
                      <a:cubicBezTo>
                        <a:pt x="4377" y="6142"/>
                        <a:pt x="4377" y="6142"/>
                        <a:pt x="4377" y="6142"/>
                      </a:cubicBezTo>
                      <a:cubicBezTo>
                        <a:pt x="4282" y="6142"/>
                        <a:pt x="4282" y="6245"/>
                        <a:pt x="4282" y="6040"/>
                      </a:cubicBezTo>
                      <a:cubicBezTo>
                        <a:pt x="4282" y="5937"/>
                        <a:pt x="4282" y="5937"/>
                        <a:pt x="4282" y="5937"/>
                      </a:cubicBezTo>
                      <a:cubicBezTo>
                        <a:pt x="4187" y="5835"/>
                        <a:pt x="4187" y="5937"/>
                        <a:pt x="4092" y="5835"/>
                      </a:cubicBezTo>
                      <a:cubicBezTo>
                        <a:pt x="4092" y="5733"/>
                        <a:pt x="3996" y="5630"/>
                        <a:pt x="3996" y="5630"/>
                      </a:cubicBezTo>
                      <a:cubicBezTo>
                        <a:pt x="3901" y="5426"/>
                        <a:pt x="3901" y="5426"/>
                        <a:pt x="3901" y="5426"/>
                      </a:cubicBezTo>
                      <a:cubicBezTo>
                        <a:pt x="3901" y="5426"/>
                        <a:pt x="3901" y="5426"/>
                        <a:pt x="3901" y="5528"/>
                      </a:cubicBezTo>
                      <a:cubicBezTo>
                        <a:pt x="3806" y="5630"/>
                        <a:pt x="3711" y="5630"/>
                        <a:pt x="3711" y="5630"/>
                      </a:cubicBezTo>
                      <a:cubicBezTo>
                        <a:pt x="3711" y="5733"/>
                        <a:pt x="3616" y="5835"/>
                        <a:pt x="3616" y="5835"/>
                      </a:cubicBezTo>
                      <a:cubicBezTo>
                        <a:pt x="3616" y="5835"/>
                        <a:pt x="3521" y="5937"/>
                        <a:pt x="3521" y="6040"/>
                      </a:cubicBezTo>
                      <a:cubicBezTo>
                        <a:pt x="3616" y="6040"/>
                        <a:pt x="3616" y="6040"/>
                        <a:pt x="3616" y="6142"/>
                      </a:cubicBezTo>
                      <a:cubicBezTo>
                        <a:pt x="3616" y="6142"/>
                        <a:pt x="3521" y="6245"/>
                        <a:pt x="3521" y="6245"/>
                      </a:cubicBezTo>
                      <a:cubicBezTo>
                        <a:pt x="3426" y="6347"/>
                        <a:pt x="3426" y="6347"/>
                        <a:pt x="3330" y="6347"/>
                      </a:cubicBezTo>
                      <a:cubicBezTo>
                        <a:pt x="3330" y="6449"/>
                        <a:pt x="3140" y="6552"/>
                        <a:pt x="3140" y="6552"/>
                      </a:cubicBezTo>
                      <a:cubicBezTo>
                        <a:pt x="2950" y="6552"/>
                        <a:pt x="2950" y="6552"/>
                        <a:pt x="2950" y="6552"/>
                      </a:cubicBezTo>
                      <a:cubicBezTo>
                        <a:pt x="2664" y="6449"/>
                        <a:pt x="2664" y="6449"/>
                        <a:pt x="2664" y="6449"/>
                      </a:cubicBezTo>
                      <a:cubicBezTo>
                        <a:pt x="2474" y="6654"/>
                        <a:pt x="2474" y="6654"/>
                        <a:pt x="2474" y="6654"/>
                      </a:cubicBezTo>
                      <a:cubicBezTo>
                        <a:pt x="2474" y="6654"/>
                        <a:pt x="2379" y="6654"/>
                        <a:pt x="2379" y="6654"/>
                      </a:cubicBezTo>
                      <a:cubicBezTo>
                        <a:pt x="2284" y="6654"/>
                        <a:pt x="2189" y="6654"/>
                        <a:pt x="2189" y="6654"/>
                      </a:cubicBezTo>
                      <a:cubicBezTo>
                        <a:pt x="2189" y="6654"/>
                        <a:pt x="2093" y="6552"/>
                        <a:pt x="1998" y="6552"/>
                      </a:cubicBezTo>
                      <a:cubicBezTo>
                        <a:pt x="1998" y="6552"/>
                        <a:pt x="1903" y="6552"/>
                        <a:pt x="1903" y="6552"/>
                      </a:cubicBezTo>
                      <a:cubicBezTo>
                        <a:pt x="1808" y="6552"/>
                        <a:pt x="1713" y="6552"/>
                        <a:pt x="1713" y="6552"/>
                      </a:cubicBezTo>
                      <a:cubicBezTo>
                        <a:pt x="1713" y="6654"/>
                        <a:pt x="1713" y="6654"/>
                        <a:pt x="1713" y="6654"/>
                      </a:cubicBezTo>
                      <a:cubicBezTo>
                        <a:pt x="1713" y="6654"/>
                        <a:pt x="1808" y="6654"/>
                        <a:pt x="1808" y="6654"/>
                      </a:cubicBezTo>
                      <a:cubicBezTo>
                        <a:pt x="1808" y="6756"/>
                        <a:pt x="1808" y="6859"/>
                        <a:pt x="1808" y="6859"/>
                      </a:cubicBezTo>
                      <a:cubicBezTo>
                        <a:pt x="1808" y="6859"/>
                        <a:pt x="1713" y="6859"/>
                        <a:pt x="1713" y="6859"/>
                      </a:cubicBezTo>
                      <a:cubicBezTo>
                        <a:pt x="1713" y="6961"/>
                        <a:pt x="1522" y="6961"/>
                        <a:pt x="1522" y="6961"/>
                      </a:cubicBezTo>
                      <a:cubicBezTo>
                        <a:pt x="1522" y="6961"/>
                        <a:pt x="1522" y="7064"/>
                        <a:pt x="1522" y="7064"/>
                      </a:cubicBezTo>
                      <a:cubicBezTo>
                        <a:pt x="1522" y="7064"/>
                        <a:pt x="1522" y="7064"/>
                        <a:pt x="1427" y="7064"/>
                      </a:cubicBezTo>
                      <a:cubicBezTo>
                        <a:pt x="1332" y="7064"/>
                        <a:pt x="1332" y="7064"/>
                        <a:pt x="1237" y="7064"/>
                      </a:cubicBezTo>
                      <a:cubicBezTo>
                        <a:pt x="1237" y="6961"/>
                        <a:pt x="1142" y="6961"/>
                        <a:pt x="1047" y="6961"/>
                      </a:cubicBezTo>
                      <a:cubicBezTo>
                        <a:pt x="1047" y="6961"/>
                        <a:pt x="761" y="6859"/>
                        <a:pt x="761" y="6859"/>
                      </a:cubicBezTo>
                      <a:cubicBezTo>
                        <a:pt x="761" y="6859"/>
                        <a:pt x="666" y="6961"/>
                        <a:pt x="666" y="6961"/>
                      </a:cubicBezTo>
                      <a:cubicBezTo>
                        <a:pt x="571" y="6961"/>
                        <a:pt x="476" y="6961"/>
                        <a:pt x="381" y="6859"/>
                      </a:cubicBezTo>
                      <a:cubicBezTo>
                        <a:pt x="381" y="6859"/>
                        <a:pt x="285" y="6859"/>
                        <a:pt x="285" y="6859"/>
                      </a:cubicBezTo>
                      <a:cubicBezTo>
                        <a:pt x="285" y="6859"/>
                        <a:pt x="285" y="6859"/>
                        <a:pt x="285" y="6859"/>
                      </a:cubicBezTo>
                      <a:cubicBezTo>
                        <a:pt x="285" y="6859"/>
                        <a:pt x="285" y="6859"/>
                        <a:pt x="285" y="6859"/>
                      </a:cubicBezTo>
                      <a:cubicBezTo>
                        <a:pt x="285" y="6859"/>
                        <a:pt x="285" y="6859"/>
                        <a:pt x="285" y="6859"/>
                      </a:cubicBezTo>
                      <a:cubicBezTo>
                        <a:pt x="285" y="6859"/>
                        <a:pt x="285" y="6859"/>
                        <a:pt x="285" y="6859"/>
                      </a:cubicBezTo>
                      <a:cubicBezTo>
                        <a:pt x="285" y="6859"/>
                        <a:pt x="285" y="6859"/>
                        <a:pt x="285" y="6859"/>
                      </a:cubicBezTo>
                      <a:cubicBezTo>
                        <a:pt x="285" y="6859"/>
                        <a:pt x="285" y="6859"/>
                        <a:pt x="285" y="6859"/>
                      </a:cubicBezTo>
                      <a:cubicBezTo>
                        <a:pt x="285" y="6859"/>
                        <a:pt x="285" y="6859"/>
                        <a:pt x="285" y="6859"/>
                      </a:cubicBezTo>
                      <a:cubicBezTo>
                        <a:pt x="285" y="6859"/>
                        <a:pt x="285" y="6859"/>
                        <a:pt x="285" y="6859"/>
                      </a:cubicBezTo>
                      <a:cubicBezTo>
                        <a:pt x="285" y="6859"/>
                        <a:pt x="285" y="6859"/>
                        <a:pt x="285" y="6859"/>
                      </a:cubicBezTo>
                      <a:cubicBezTo>
                        <a:pt x="285" y="6859"/>
                        <a:pt x="285" y="6859"/>
                        <a:pt x="285" y="6859"/>
                      </a:cubicBezTo>
                      <a:cubicBezTo>
                        <a:pt x="285" y="6859"/>
                        <a:pt x="285" y="6859"/>
                        <a:pt x="285" y="6859"/>
                      </a:cubicBezTo>
                      <a:cubicBezTo>
                        <a:pt x="285" y="6859"/>
                        <a:pt x="285" y="6859"/>
                        <a:pt x="285" y="6859"/>
                      </a:cubicBezTo>
                      <a:cubicBezTo>
                        <a:pt x="285" y="6859"/>
                        <a:pt x="285" y="6859"/>
                        <a:pt x="285" y="6859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756"/>
                        <a:pt x="285" y="6756"/>
                        <a:pt x="285" y="6756"/>
                      </a:cubicBezTo>
                      <a:cubicBezTo>
                        <a:pt x="285" y="6654"/>
                        <a:pt x="285" y="6654"/>
                        <a:pt x="285" y="6654"/>
                      </a:cubicBezTo>
                      <a:cubicBezTo>
                        <a:pt x="0" y="6859"/>
                        <a:pt x="0" y="6859"/>
                        <a:pt x="0" y="6859"/>
                      </a:cubicBezTo>
                      <a:cubicBezTo>
                        <a:pt x="190" y="7268"/>
                        <a:pt x="190" y="7268"/>
                        <a:pt x="190" y="7268"/>
                      </a:cubicBezTo>
                      <a:cubicBezTo>
                        <a:pt x="95" y="7371"/>
                        <a:pt x="95" y="7371"/>
                        <a:pt x="95" y="7371"/>
                      </a:cubicBezTo>
                      <a:cubicBezTo>
                        <a:pt x="95" y="7371"/>
                        <a:pt x="190" y="7473"/>
                        <a:pt x="190" y="7473"/>
                      </a:cubicBezTo>
                      <a:cubicBezTo>
                        <a:pt x="190" y="7575"/>
                        <a:pt x="285" y="7575"/>
                        <a:pt x="285" y="7678"/>
                      </a:cubicBezTo>
                      <a:cubicBezTo>
                        <a:pt x="285" y="7780"/>
                        <a:pt x="285" y="7882"/>
                        <a:pt x="285" y="7882"/>
                      </a:cubicBezTo>
                      <a:cubicBezTo>
                        <a:pt x="381" y="7882"/>
                        <a:pt x="381" y="7882"/>
                        <a:pt x="381" y="7882"/>
                      </a:cubicBezTo>
                      <a:cubicBezTo>
                        <a:pt x="476" y="8087"/>
                        <a:pt x="476" y="8087"/>
                        <a:pt x="476" y="8087"/>
                      </a:cubicBezTo>
                      <a:cubicBezTo>
                        <a:pt x="476" y="8190"/>
                        <a:pt x="476" y="8190"/>
                        <a:pt x="476" y="8190"/>
                      </a:cubicBezTo>
                      <a:cubicBezTo>
                        <a:pt x="476" y="8394"/>
                        <a:pt x="476" y="8394"/>
                        <a:pt x="476" y="8394"/>
                      </a:cubicBezTo>
                      <a:cubicBezTo>
                        <a:pt x="476" y="8394"/>
                        <a:pt x="571" y="8497"/>
                        <a:pt x="571" y="8599"/>
                      </a:cubicBezTo>
                      <a:cubicBezTo>
                        <a:pt x="571" y="8599"/>
                        <a:pt x="571" y="8701"/>
                        <a:pt x="571" y="8804"/>
                      </a:cubicBezTo>
                      <a:cubicBezTo>
                        <a:pt x="571" y="8804"/>
                        <a:pt x="761" y="9009"/>
                        <a:pt x="761" y="9009"/>
                      </a:cubicBezTo>
                      <a:cubicBezTo>
                        <a:pt x="761" y="9213"/>
                        <a:pt x="761" y="9213"/>
                        <a:pt x="761" y="9213"/>
                      </a:cubicBezTo>
                      <a:cubicBezTo>
                        <a:pt x="761" y="9213"/>
                        <a:pt x="856" y="9316"/>
                        <a:pt x="952" y="9418"/>
                      </a:cubicBezTo>
                      <a:cubicBezTo>
                        <a:pt x="952" y="9418"/>
                        <a:pt x="1047" y="9520"/>
                        <a:pt x="1047" y="9520"/>
                      </a:cubicBezTo>
                      <a:cubicBezTo>
                        <a:pt x="1142" y="9725"/>
                        <a:pt x="1142" y="9725"/>
                        <a:pt x="1142" y="9725"/>
                      </a:cubicBezTo>
                      <a:cubicBezTo>
                        <a:pt x="1237" y="9930"/>
                        <a:pt x="1237" y="9930"/>
                        <a:pt x="1237" y="9930"/>
                      </a:cubicBezTo>
                      <a:cubicBezTo>
                        <a:pt x="1332" y="10032"/>
                        <a:pt x="1332" y="10032"/>
                        <a:pt x="1332" y="10032"/>
                      </a:cubicBezTo>
                      <a:cubicBezTo>
                        <a:pt x="1427" y="10237"/>
                        <a:pt x="1427" y="10237"/>
                        <a:pt x="1427" y="10237"/>
                      </a:cubicBezTo>
                      <a:cubicBezTo>
                        <a:pt x="1522" y="10339"/>
                        <a:pt x="1522" y="10339"/>
                        <a:pt x="1522" y="10339"/>
                      </a:cubicBezTo>
                      <a:cubicBezTo>
                        <a:pt x="1618" y="10442"/>
                        <a:pt x="1618" y="10442"/>
                        <a:pt x="1618" y="10442"/>
                      </a:cubicBezTo>
                      <a:cubicBezTo>
                        <a:pt x="1618" y="10442"/>
                        <a:pt x="1618" y="10544"/>
                        <a:pt x="1713" y="10544"/>
                      </a:cubicBezTo>
                      <a:cubicBezTo>
                        <a:pt x="1808" y="10544"/>
                        <a:pt x="1903" y="10544"/>
                        <a:pt x="1903" y="10544"/>
                      </a:cubicBezTo>
                      <a:cubicBezTo>
                        <a:pt x="1998" y="10544"/>
                        <a:pt x="1998" y="10646"/>
                        <a:pt x="2093" y="10339"/>
                      </a:cubicBezTo>
                      <a:cubicBezTo>
                        <a:pt x="2093" y="10135"/>
                        <a:pt x="2093" y="10032"/>
                        <a:pt x="2093" y="10032"/>
                      </a:cubicBezTo>
                      <a:cubicBezTo>
                        <a:pt x="2093" y="10032"/>
                        <a:pt x="2189" y="10032"/>
                        <a:pt x="2189" y="9930"/>
                      </a:cubicBezTo>
                      <a:cubicBezTo>
                        <a:pt x="2284" y="9930"/>
                        <a:pt x="2379" y="9930"/>
                        <a:pt x="2379" y="9827"/>
                      </a:cubicBezTo>
                      <a:cubicBezTo>
                        <a:pt x="2379" y="9623"/>
                        <a:pt x="2189" y="9520"/>
                        <a:pt x="2189" y="9520"/>
                      </a:cubicBezTo>
                      <a:cubicBezTo>
                        <a:pt x="2189" y="9520"/>
                        <a:pt x="2379" y="9418"/>
                        <a:pt x="2474" y="9520"/>
                      </a:cubicBezTo>
                      <a:cubicBezTo>
                        <a:pt x="2474" y="9623"/>
                        <a:pt x="2474" y="9725"/>
                        <a:pt x="2569" y="9623"/>
                      </a:cubicBezTo>
                      <a:cubicBezTo>
                        <a:pt x="2664" y="9418"/>
                        <a:pt x="2664" y="9418"/>
                        <a:pt x="2664" y="9418"/>
                      </a:cubicBezTo>
                      <a:cubicBezTo>
                        <a:pt x="2569" y="9316"/>
                        <a:pt x="2569" y="9213"/>
                        <a:pt x="2569" y="9111"/>
                      </a:cubicBezTo>
                      <a:cubicBezTo>
                        <a:pt x="2569" y="9111"/>
                        <a:pt x="2664" y="9009"/>
                        <a:pt x="2664" y="8906"/>
                      </a:cubicBezTo>
                      <a:cubicBezTo>
                        <a:pt x="2759" y="8804"/>
                        <a:pt x="2759" y="8701"/>
                        <a:pt x="2759" y="8599"/>
                      </a:cubicBezTo>
                      <a:cubicBezTo>
                        <a:pt x="2759" y="8394"/>
                        <a:pt x="2759" y="8497"/>
                        <a:pt x="2855" y="8292"/>
                      </a:cubicBezTo>
                      <a:cubicBezTo>
                        <a:pt x="2855" y="8190"/>
                        <a:pt x="2855" y="8292"/>
                        <a:pt x="2855" y="7882"/>
                      </a:cubicBezTo>
                      <a:cubicBezTo>
                        <a:pt x="2950" y="7575"/>
                        <a:pt x="2950" y="7473"/>
                        <a:pt x="3045" y="7473"/>
                      </a:cubicBezTo>
                      <a:cubicBezTo>
                        <a:pt x="3045" y="7473"/>
                        <a:pt x="3806" y="7780"/>
                        <a:pt x="3806" y="7780"/>
                      </a:cubicBezTo>
                      <a:cubicBezTo>
                        <a:pt x="3806" y="7780"/>
                        <a:pt x="3901" y="7985"/>
                        <a:pt x="3901" y="7985"/>
                      </a:cubicBezTo>
                      <a:cubicBezTo>
                        <a:pt x="3901" y="8087"/>
                        <a:pt x="3901" y="8190"/>
                        <a:pt x="3901" y="8190"/>
                      </a:cubicBezTo>
                      <a:cubicBezTo>
                        <a:pt x="3901" y="8292"/>
                        <a:pt x="3806" y="8497"/>
                        <a:pt x="3806" y="8497"/>
                      </a:cubicBezTo>
                      <a:cubicBezTo>
                        <a:pt x="3806" y="8599"/>
                        <a:pt x="3806" y="8599"/>
                        <a:pt x="3806" y="8599"/>
                      </a:cubicBezTo>
                      <a:cubicBezTo>
                        <a:pt x="3806" y="8599"/>
                        <a:pt x="3616" y="8599"/>
                        <a:pt x="3616" y="8804"/>
                      </a:cubicBezTo>
                      <a:cubicBezTo>
                        <a:pt x="3521" y="8906"/>
                        <a:pt x="3521" y="8906"/>
                        <a:pt x="3616" y="9009"/>
                      </a:cubicBezTo>
                      <a:cubicBezTo>
                        <a:pt x="3711" y="9111"/>
                        <a:pt x="3806" y="9213"/>
                        <a:pt x="3806" y="9213"/>
                      </a:cubicBezTo>
                      <a:cubicBezTo>
                        <a:pt x="3901" y="9213"/>
                        <a:pt x="3996" y="9111"/>
                        <a:pt x="4092" y="9111"/>
                      </a:cubicBezTo>
                      <a:cubicBezTo>
                        <a:pt x="4092" y="9111"/>
                        <a:pt x="4187" y="9111"/>
                        <a:pt x="4187" y="9111"/>
                      </a:cubicBezTo>
                      <a:cubicBezTo>
                        <a:pt x="4187" y="9213"/>
                        <a:pt x="4187" y="9316"/>
                        <a:pt x="4282" y="9418"/>
                      </a:cubicBezTo>
                      <a:cubicBezTo>
                        <a:pt x="4377" y="9418"/>
                        <a:pt x="4472" y="9520"/>
                        <a:pt x="4472" y="9520"/>
                      </a:cubicBezTo>
                      <a:cubicBezTo>
                        <a:pt x="4567" y="9520"/>
                        <a:pt x="4663" y="9520"/>
                        <a:pt x="4663" y="9520"/>
                      </a:cubicBezTo>
                      <a:cubicBezTo>
                        <a:pt x="4663" y="9520"/>
                        <a:pt x="4758" y="9418"/>
                        <a:pt x="4853" y="9418"/>
                      </a:cubicBezTo>
                      <a:cubicBezTo>
                        <a:pt x="4853" y="9418"/>
                        <a:pt x="5138" y="9725"/>
                        <a:pt x="4948" y="9316"/>
                      </a:cubicBezTo>
                      <a:cubicBezTo>
                        <a:pt x="4663" y="9009"/>
                        <a:pt x="4663" y="9009"/>
                        <a:pt x="4663" y="8906"/>
                      </a:cubicBezTo>
                      <a:cubicBezTo>
                        <a:pt x="4567" y="8906"/>
                        <a:pt x="4472" y="8804"/>
                        <a:pt x="4472" y="8804"/>
                      </a:cubicBezTo>
                      <a:cubicBezTo>
                        <a:pt x="4377" y="8804"/>
                        <a:pt x="4377" y="8804"/>
                        <a:pt x="4377" y="8804"/>
                      </a:cubicBezTo>
                      <a:cubicBezTo>
                        <a:pt x="4377" y="8804"/>
                        <a:pt x="4377" y="8701"/>
                        <a:pt x="4377" y="8599"/>
                      </a:cubicBezTo>
                      <a:cubicBezTo>
                        <a:pt x="4472" y="8497"/>
                        <a:pt x="4472" y="8497"/>
                        <a:pt x="4567" y="8497"/>
                      </a:cubicBezTo>
                      <a:cubicBezTo>
                        <a:pt x="4663" y="8497"/>
                        <a:pt x="4663" y="8394"/>
                        <a:pt x="4853" y="8599"/>
                      </a:cubicBezTo>
                      <a:cubicBezTo>
                        <a:pt x="4948" y="8701"/>
                        <a:pt x="4948" y="8701"/>
                        <a:pt x="4948" y="8804"/>
                      </a:cubicBezTo>
                      <a:cubicBezTo>
                        <a:pt x="5043" y="9009"/>
                        <a:pt x="5138" y="9111"/>
                        <a:pt x="5233" y="9213"/>
                      </a:cubicBezTo>
                      <a:cubicBezTo>
                        <a:pt x="5233" y="9213"/>
                        <a:pt x="5329" y="9213"/>
                        <a:pt x="5329" y="9418"/>
                      </a:cubicBezTo>
                      <a:cubicBezTo>
                        <a:pt x="5329" y="9623"/>
                        <a:pt x="5329" y="9827"/>
                        <a:pt x="5329" y="9930"/>
                      </a:cubicBezTo>
                      <a:cubicBezTo>
                        <a:pt x="5329" y="9930"/>
                        <a:pt x="5329" y="10339"/>
                        <a:pt x="5329" y="10339"/>
                      </a:cubicBezTo>
                      <a:cubicBezTo>
                        <a:pt x="5329" y="10339"/>
                        <a:pt x="5329" y="10544"/>
                        <a:pt x="5329" y="10646"/>
                      </a:cubicBezTo>
                      <a:cubicBezTo>
                        <a:pt x="5329" y="10749"/>
                        <a:pt x="5804" y="11465"/>
                        <a:pt x="5804" y="11465"/>
                      </a:cubicBezTo>
                      <a:cubicBezTo>
                        <a:pt x="5804" y="11465"/>
                        <a:pt x="5995" y="11773"/>
                        <a:pt x="6090" y="11773"/>
                      </a:cubicBezTo>
                      <a:cubicBezTo>
                        <a:pt x="6090" y="11773"/>
                        <a:pt x="6185" y="12080"/>
                        <a:pt x="6280" y="12182"/>
                      </a:cubicBezTo>
                      <a:cubicBezTo>
                        <a:pt x="6470" y="12182"/>
                        <a:pt x="6851" y="12387"/>
                        <a:pt x="6851" y="12387"/>
                      </a:cubicBezTo>
                      <a:cubicBezTo>
                        <a:pt x="7517" y="12796"/>
                        <a:pt x="7517" y="12796"/>
                        <a:pt x="7517" y="12796"/>
                      </a:cubicBezTo>
                      <a:cubicBezTo>
                        <a:pt x="7517" y="12796"/>
                        <a:pt x="7707" y="13103"/>
                        <a:pt x="7803" y="13103"/>
                      </a:cubicBezTo>
                      <a:cubicBezTo>
                        <a:pt x="7803" y="13103"/>
                        <a:pt x="8278" y="13103"/>
                        <a:pt x="7898" y="13103"/>
                      </a:cubicBezTo>
                      <a:cubicBezTo>
                        <a:pt x="7612" y="13103"/>
                        <a:pt x="7232" y="12899"/>
                        <a:pt x="7232" y="12899"/>
                      </a:cubicBezTo>
                      <a:cubicBezTo>
                        <a:pt x="7232" y="12899"/>
                        <a:pt x="7137" y="12694"/>
                        <a:pt x="7137" y="12694"/>
                      </a:cubicBezTo>
                      <a:cubicBezTo>
                        <a:pt x="7041" y="12694"/>
                        <a:pt x="6661" y="12591"/>
                        <a:pt x="6566" y="12489"/>
                      </a:cubicBezTo>
                      <a:cubicBezTo>
                        <a:pt x="6566" y="12489"/>
                        <a:pt x="6470" y="12387"/>
                        <a:pt x="6375" y="12284"/>
                      </a:cubicBezTo>
                      <a:cubicBezTo>
                        <a:pt x="6280" y="12080"/>
                        <a:pt x="6090" y="11977"/>
                        <a:pt x="6090" y="11977"/>
                      </a:cubicBezTo>
                      <a:cubicBezTo>
                        <a:pt x="6090" y="11977"/>
                        <a:pt x="5995" y="11875"/>
                        <a:pt x="5900" y="11670"/>
                      </a:cubicBezTo>
                      <a:cubicBezTo>
                        <a:pt x="5804" y="11568"/>
                        <a:pt x="5804" y="11568"/>
                        <a:pt x="5804" y="11465"/>
                      </a:cubicBezTo>
                      <a:cubicBezTo>
                        <a:pt x="5709" y="11465"/>
                        <a:pt x="5804" y="11465"/>
                        <a:pt x="5614" y="11363"/>
                      </a:cubicBezTo>
                      <a:cubicBezTo>
                        <a:pt x="5424" y="11261"/>
                        <a:pt x="5329" y="11158"/>
                        <a:pt x="5329" y="11158"/>
                      </a:cubicBezTo>
                      <a:cubicBezTo>
                        <a:pt x="5233" y="11158"/>
                        <a:pt x="5043" y="11056"/>
                        <a:pt x="5043" y="11056"/>
                      </a:cubicBezTo>
                      <a:cubicBezTo>
                        <a:pt x="5043" y="11056"/>
                        <a:pt x="4853" y="10851"/>
                        <a:pt x="4853" y="10851"/>
                      </a:cubicBezTo>
                      <a:cubicBezTo>
                        <a:pt x="4853" y="10851"/>
                        <a:pt x="4758" y="11056"/>
                        <a:pt x="4948" y="11158"/>
                      </a:cubicBezTo>
                      <a:cubicBezTo>
                        <a:pt x="5043" y="11158"/>
                        <a:pt x="5233" y="11363"/>
                        <a:pt x="5233" y="11363"/>
                      </a:cubicBezTo>
                      <a:cubicBezTo>
                        <a:pt x="5233" y="11363"/>
                        <a:pt x="5424" y="11465"/>
                        <a:pt x="5424" y="11465"/>
                      </a:cubicBezTo>
                      <a:cubicBezTo>
                        <a:pt x="5424" y="11465"/>
                        <a:pt x="5424" y="11670"/>
                        <a:pt x="5424" y="11670"/>
                      </a:cubicBezTo>
                      <a:cubicBezTo>
                        <a:pt x="5424" y="11670"/>
                        <a:pt x="5138" y="11568"/>
                        <a:pt x="5424" y="11670"/>
                      </a:cubicBezTo>
                      <a:cubicBezTo>
                        <a:pt x="5614" y="11773"/>
                        <a:pt x="5804" y="11773"/>
                        <a:pt x="5804" y="11773"/>
                      </a:cubicBezTo>
                      <a:cubicBezTo>
                        <a:pt x="5804" y="11773"/>
                        <a:pt x="5614" y="11875"/>
                        <a:pt x="5519" y="11875"/>
                      </a:cubicBezTo>
                      <a:cubicBezTo>
                        <a:pt x="5519" y="11977"/>
                        <a:pt x="5709" y="12284"/>
                        <a:pt x="5709" y="12182"/>
                      </a:cubicBezTo>
                      <a:cubicBezTo>
                        <a:pt x="5804" y="12182"/>
                        <a:pt x="5900" y="12284"/>
                        <a:pt x="5995" y="12284"/>
                      </a:cubicBezTo>
                      <a:cubicBezTo>
                        <a:pt x="5995" y="12284"/>
                        <a:pt x="6185" y="12284"/>
                        <a:pt x="6185" y="12387"/>
                      </a:cubicBezTo>
                      <a:cubicBezTo>
                        <a:pt x="6280" y="12387"/>
                        <a:pt x="6280" y="12387"/>
                        <a:pt x="6280" y="12489"/>
                      </a:cubicBezTo>
                      <a:cubicBezTo>
                        <a:pt x="6185" y="12489"/>
                        <a:pt x="6280" y="12694"/>
                        <a:pt x="6280" y="12694"/>
                      </a:cubicBezTo>
                      <a:cubicBezTo>
                        <a:pt x="6470" y="12796"/>
                        <a:pt x="6470" y="12796"/>
                        <a:pt x="6470" y="12796"/>
                      </a:cubicBezTo>
                      <a:cubicBezTo>
                        <a:pt x="6470" y="12796"/>
                        <a:pt x="6185" y="12796"/>
                        <a:pt x="6185" y="12694"/>
                      </a:cubicBezTo>
                      <a:cubicBezTo>
                        <a:pt x="6090" y="12694"/>
                        <a:pt x="6090" y="12591"/>
                        <a:pt x="5995" y="12694"/>
                      </a:cubicBezTo>
                      <a:cubicBezTo>
                        <a:pt x="5900" y="12796"/>
                        <a:pt x="5900" y="12796"/>
                        <a:pt x="5900" y="12899"/>
                      </a:cubicBezTo>
                      <a:cubicBezTo>
                        <a:pt x="5995" y="13001"/>
                        <a:pt x="6090" y="13103"/>
                        <a:pt x="6185" y="13001"/>
                      </a:cubicBezTo>
                      <a:cubicBezTo>
                        <a:pt x="6185" y="13001"/>
                        <a:pt x="6185" y="13001"/>
                        <a:pt x="6280" y="12899"/>
                      </a:cubicBezTo>
                      <a:cubicBezTo>
                        <a:pt x="6280" y="12899"/>
                        <a:pt x="6280" y="12899"/>
                        <a:pt x="6375" y="12899"/>
                      </a:cubicBezTo>
                      <a:cubicBezTo>
                        <a:pt x="6375" y="12899"/>
                        <a:pt x="6470" y="12899"/>
                        <a:pt x="6470" y="12899"/>
                      </a:cubicBezTo>
                      <a:cubicBezTo>
                        <a:pt x="6566" y="12796"/>
                        <a:pt x="6566" y="12796"/>
                        <a:pt x="6566" y="12796"/>
                      </a:cubicBezTo>
                      <a:cubicBezTo>
                        <a:pt x="6566" y="12796"/>
                        <a:pt x="6566" y="12796"/>
                        <a:pt x="6566" y="12899"/>
                      </a:cubicBezTo>
                      <a:cubicBezTo>
                        <a:pt x="6566" y="12899"/>
                        <a:pt x="6661" y="12899"/>
                        <a:pt x="6566" y="13001"/>
                      </a:cubicBezTo>
                      <a:cubicBezTo>
                        <a:pt x="6566" y="13103"/>
                        <a:pt x="6470" y="13103"/>
                        <a:pt x="6470" y="13103"/>
                      </a:cubicBezTo>
                      <a:cubicBezTo>
                        <a:pt x="6470" y="13206"/>
                        <a:pt x="6375" y="13103"/>
                        <a:pt x="6470" y="13308"/>
                      </a:cubicBezTo>
                      <a:cubicBezTo>
                        <a:pt x="6470" y="13410"/>
                        <a:pt x="6470" y="13513"/>
                        <a:pt x="6470" y="13513"/>
                      </a:cubicBezTo>
                      <a:cubicBezTo>
                        <a:pt x="6470" y="13513"/>
                        <a:pt x="6566" y="13513"/>
                        <a:pt x="6566" y="13513"/>
                      </a:cubicBezTo>
                      <a:cubicBezTo>
                        <a:pt x="6661" y="13615"/>
                        <a:pt x="6661" y="13718"/>
                        <a:pt x="6661" y="13820"/>
                      </a:cubicBezTo>
                      <a:cubicBezTo>
                        <a:pt x="6756" y="13820"/>
                        <a:pt x="6946" y="14127"/>
                        <a:pt x="6946" y="14127"/>
                      </a:cubicBezTo>
                      <a:cubicBezTo>
                        <a:pt x="6946" y="14127"/>
                        <a:pt x="7232" y="14332"/>
                        <a:pt x="7232" y="14332"/>
                      </a:cubicBezTo>
                      <a:cubicBezTo>
                        <a:pt x="7232" y="14332"/>
                        <a:pt x="7327" y="14434"/>
                        <a:pt x="7327" y="14434"/>
                      </a:cubicBezTo>
                      <a:cubicBezTo>
                        <a:pt x="7327" y="14434"/>
                        <a:pt x="7327" y="14536"/>
                        <a:pt x="7232" y="14434"/>
                      </a:cubicBezTo>
                      <a:cubicBezTo>
                        <a:pt x="7137" y="14332"/>
                        <a:pt x="6946" y="14229"/>
                        <a:pt x="6946" y="14229"/>
                      </a:cubicBezTo>
                      <a:cubicBezTo>
                        <a:pt x="6946" y="14434"/>
                        <a:pt x="6946" y="14434"/>
                        <a:pt x="6946" y="14434"/>
                      </a:cubicBezTo>
                      <a:cubicBezTo>
                        <a:pt x="6946" y="14434"/>
                        <a:pt x="7041" y="14536"/>
                        <a:pt x="7137" y="14536"/>
                      </a:cubicBezTo>
                      <a:cubicBezTo>
                        <a:pt x="7137" y="14639"/>
                        <a:pt x="7137" y="14639"/>
                        <a:pt x="7232" y="14741"/>
                      </a:cubicBezTo>
                      <a:cubicBezTo>
                        <a:pt x="7327" y="14741"/>
                        <a:pt x="7422" y="14741"/>
                        <a:pt x="7517" y="14741"/>
                      </a:cubicBezTo>
                      <a:cubicBezTo>
                        <a:pt x="7517" y="14844"/>
                        <a:pt x="7517" y="14639"/>
                        <a:pt x="7517" y="14639"/>
                      </a:cubicBezTo>
                      <a:cubicBezTo>
                        <a:pt x="7517" y="14639"/>
                        <a:pt x="7612" y="14639"/>
                        <a:pt x="7612" y="14639"/>
                      </a:cubicBezTo>
                      <a:cubicBezTo>
                        <a:pt x="7612" y="14741"/>
                        <a:pt x="7707" y="14844"/>
                        <a:pt x="7612" y="14946"/>
                      </a:cubicBezTo>
                      <a:cubicBezTo>
                        <a:pt x="7612" y="14946"/>
                        <a:pt x="7612" y="15048"/>
                        <a:pt x="7517" y="14946"/>
                      </a:cubicBezTo>
                      <a:cubicBezTo>
                        <a:pt x="7422" y="14946"/>
                        <a:pt x="7327" y="14844"/>
                        <a:pt x="7232" y="14844"/>
                      </a:cubicBezTo>
                      <a:cubicBezTo>
                        <a:pt x="7232" y="14844"/>
                        <a:pt x="7137" y="14741"/>
                        <a:pt x="7041" y="14844"/>
                      </a:cubicBezTo>
                      <a:cubicBezTo>
                        <a:pt x="7041" y="14844"/>
                        <a:pt x="6851" y="14741"/>
                        <a:pt x="6851" y="14844"/>
                      </a:cubicBezTo>
                      <a:cubicBezTo>
                        <a:pt x="6851" y="14946"/>
                        <a:pt x="6851" y="15048"/>
                        <a:pt x="6851" y="15048"/>
                      </a:cubicBezTo>
                      <a:cubicBezTo>
                        <a:pt x="6851" y="15048"/>
                        <a:pt x="6756" y="14639"/>
                        <a:pt x="6661" y="14639"/>
                      </a:cubicBezTo>
                      <a:cubicBezTo>
                        <a:pt x="6566" y="14639"/>
                        <a:pt x="6375" y="14536"/>
                        <a:pt x="6375" y="14536"/>
                      </a:cubicBezTo>
                      <a:cubicBezTo>
                        <a:pt x="6280" y="14332"/>
                        <a:pt x="6280" y="14332"/>
                        <a:pt x="6280" y="14332"/>
                      </a:cubicBezTo>
                      <a:cubicBezTo>
                        <a:pt x="6280" y="14332"/>
                        <a:pt x="6375" y="14332"/>
                        <a:pt x="6375" y="14332"/>
                      </a:cubicBezTo>
                      <a:cubicBezTo>
                        <a:pt x="6470" y="14434"/>
                        <a:pt x="6375" y="14434"/>
                        <a:pt x="6470" y="14434"/>
                      </a:cubicBezTo>
                      <a:cubicBezTo>
                        <a:pt x="6566" y="14434"/>
                        <a:pt x="6375" y="14229"/>
                        <a:pt x="6566" y="14229"/>
                      </a:cubicBezTo>
                      <a:cubicBezTo>
                        <a:pt x="6756" y="14229"/>
                        <a:pt x="6756" y="14229"/>
                        <a:pt x="6756" y="14229"/>
                      </a:cubicBezTo>
                      <a:cubicBezTo>
                        <a:pt x="6756" y="14127"/>
                        <a:pt x="6946" y="14127"/>
                        <a:pt x="6756" y="14025"/>
                      </a:cubicBezTo>
                      <a:cubicBezTo>
                        <a:pt x="6566" y="13922"/>
                        <a:pt x="6566" y="13922"/>
                        <a:pt x="6566" y="13922"/>
                      </a:cubicBezTo>
                      <a:cubicBezTo>
                        <a:pt x="6470" y="13922"/>
                        <a:pt x="6470" y="13922"/>
                        <a:pt x="6470" y="13820"/>
                      </a:cubicBezTo>
                      <a:cubicBezTo>
                        <a:pt x="6375" y="13718"/>
                        <a:pt x="6375" y="13615"/>
                        <a:pt x="6280" y="13615"/>
                      </a:cubicBezTo>
                      <a:cubicBezTo>
                        <a:pt x="6280" y="13615"/>
                        <a:pt x="5995" y="13615"/>
                        <a:pt x="5995" y="13615"/>
                      </a:cubicBezTo>
                      <a:cubicBezTo>
                        <a:pt x="5995" y="13615"/>
                        <a:pt x="5900" y="13513"/>
                        <a:pt x="5804" y="13513"/>
                      </a:cubicBezTo>
                      <a:cubicBezTo>
                        <a:pt x="5709" y="13513"/>
                        <a:pt x="5519" y="13308"/>
                        <a:pt x="5519" y="13308"/>
                      </a:cubicBezTo>
                      <a:cubicBezTo>
                        <a:pt x="5424" y="13206"/>
                        <a:pt x="5138" y="13103"/>
                        <a:pt x="5138" y="13103"/>
                      </a:cubicBezTo>
                      <a:cubicBezTo>
                        <a:pt x="5138" y="13103"/>
                        <a:pt x="5043" y="13001"/>
                        <a:pt x="4948" y="13001"/>
                      </a:cubicBezTo>
                      <a:cubicBezTo>
                        <a:pt x="4853" y="13001"/>
                        <a:pt x="4853" y="13001"/>
                        <a:pt x="4758" y="13001"/>
                      </a:cubicBezTo>
                      <a:cubicBezTo>
                        <a:pt x="4663" y="12899"/>
                        <a:pt x="4567" y="12796"/>
                        <a:pt x="4567" y="12796"/>
                      </a:cubicBezTo>
                      <a:cubicBezTo>
                        <a:pt x="4472" y="12694"/>
                        <a:pt x="4377" y="12694"/>
                        <a:pt x="4377" y="12694"/>
                      </a:cubicBezTo>
                      <a:cubicBezTo>
                        <a:pt x="4472" y="12796"/>
                        <a:pt x="4377" y="12796"/>
                        <a:pt x="4567" y="12899"/>
                      </a:cubicBezTo>
                      <a:cubicBezTo>
                        <a:pt x="4663" y="13001"/>
                        <a:pt x="4758" y="13001"/>
                        <a:pt x="4758" y="13001"/>
                      </a:cubicBezTo>
                      <a:cubicBezTo>
                        <a:pt x="4758" y="13001"/>
                        <a:pt x="4853" y="13103"/>
                        <a:pt x="4853" y="13103"/>
                      </a:cubicBezTo>
                      <a:cubicBezTo>
                        <a:pt x="4853" y="13206"/>
                        <a:pt x="4948" y="13103"/>
                        <a:pt x="5043" y="13103"/>
                      </a:cubicBezTo>
                      <a:cubicBezTo>
                        <a:pt x="5043" y="13206"/>
                        <a:pt x="5138" y="13206"/>
                        <a:pt x="5138" y="13308"/>
                      </a:cubicBezTo>
                      <a:cubicBezTo>
                        <a:pt x="5138" y="13308"/>
                        <a:pt x="5424" y="13308"/>
                        <a:pt x="5424" y="13410"/>
                      </a:cubicBezTo>
                      <a:cubicBezTo>
                        <a:pt x="5424" y="13513"/>
                        <a:pt x="5519" y="13615"/>
                        <a:pt x="5424" y="13615"/>
                      </a:cubicBezTo>
                      <a:cubicBezTo>
                        <a:pt x="5424" y="13615"/>
                        <a:pt x="5329" y="13718"/>
                        <a:pt x="5329" y="13718"/>
                      </a:cubicBezTo>
                      <a:cubicBezTo>
                        <a:pt x="5424" y="13718"/>
                        <a:pt x="5519" y="13820"/>
                        <a:pt x="5614" y="13820"/>
                      </a:cubicBezTo>
                      <a:cubicBezTo>
                        <a:pt x="5709" y="13820"/>
                        <a:pt x="5614" y="13820"/>
                        <a:pt x="5804" y="13922"/>
                      </a:cubicBezTo>
                      <a:cubicBezTo>
                        <a:pt x="5995" y="13922"/>
                        <a:pt x="5995" y="14127"/>
                        <a:pt x="5995" y="14127"/>
                      </a:cubicBezTo>
                      <a:cubicBezTo>
                        <a:pt x="5995" y="14229"/>
                        <a:pt x="6185" y="14332"/>
                        <a:pt x="6185" y="14332"/>
                      </a:cubicBezTo>
                      <a:cubicBezTo>
                        <a:pt x="6185" y="14332"/>
                        <a:pt x="6090" y="14332"/>
                        <a:pt x="6185" y="14434"/>
                      </a:cubicBezTo>
                      <a:cubicBezTo>
                        <a:pt x="6185" y="14434"/>
                        <a:pt x="6090" y="14434"/>
                        <a:pt x="6185" y="14536"/>
                      </a:cubicBezTo>
                      <a:cubicBezTo>
                        <a:pt x="6280" y="14536"/>
                        <a:pt x="6375" y="14536"/>
                        <a:pt x="6375" y="14536"/>
                      </a:cubicBezTo>
                      <a:cubicBezTo>
                        <a:pt x="6375" y="14639"/>
                        <a:pt x="6375" y="14639"/>
                        <a:pt x="6375" y="14741"/>
                      </a:cubicBezTo>
                      <a:cubicBezTo>
                        <a:pt x="6375" y="14741"/>
                        <a:pt x="6185" y="14946"/>
                        <a:pt x="6470" y="14946"/>
                      </a:cubicBezTo>
                      <a:cubicBezTo>
                        <a:pt x="6661" y="14946"/>
                        <a:pt x="6661" y="14946"/>
                        <a:pt x="6661" y="14946"/>
                      </a:cubicBezTo>
                      <a:cubicBezTo>
                        <a:pt x="6756" y="15048"/>
                        <a:pt x="6756" y="15048"/>
                        <a:pt x="6756" y="15048"/>
                      </a:cubicBezTo>
                      <a:cubicBezTo>
                        <a:pt x="6756" y="15048"/>
                        <a:pt x="6661" y="15151"/>
                        <a:pt x="6756" y="15253"/>
                      </a:cubicBezTo>
                      <a:cubicBezTo>
                        <a:pt x="6756" y="15355"/>
                        <a:pt x="7137" y="15355"/>
                        <a:pt x="7137" y="15355"/>
                      </a:cubicBezTo>
                      <a:cubicBezTo>
                        <a:pt x="7137" y="15253"/>
                        <a:pt x="7137" y="15253"/>
                        <a:pt x="7137" y="15253"/>
                      </a:cubicBezTo>
                      <a:cubicBezTo>
                        <a:pt x="7137" y="15253"/>
                        <a:pt x="7327" y="15355"/>
                        <a:pt x="7232" y="15355"/>
                      </a:cubicBezTo>
                      <a:cubicBezTo>
                        <a:pt x="7232" y="15458"/>
                        <a:pt x="7137" y="15458"/>
                        <a:pt x="7137" y="15458"/>
                      </a:cubicBezTo>
                      <a:cubicBezTo>
                        <a:pt x="7137" y="15458"/>
                        <a:pt x="7137" y="15663"/>
                        <a:pt x="7232" y="15663"/>
                      </a:cubicBezTo>
                      <a:cubicBezTo>
                        <a:pt x="7327" y="15663"/>
                        <a:pt x="7422" y="15765"/>
                        <a:pt x="7422" y="15765"/>
                      </a:cubicBezTo>
                      <a:cubicBezTo>
                        <a:pt x="7422" y="15765"/>
                        <a:pt x="7517" y="15765"/>
                        <a:pt x="7517" y="15867"/>
                      </a:cubicBezTo>
                      <a:cubicBezTo>
                        <a:pt x="7612" y="15867"/>
                        <a:pt x="7612" y="15970"/>
                        <a:pt x="7612" y="15970"/>
                      </a:cubicBezTo>
                      <a:cubicBezTo>
                        <a:pt x="7707" y="15970"/>
                        <a:pt x="7803" y="15970"/>
                        <a:pt x="7803" y="16072"/>
                      </a:cubicBezTo>
                      <a:cubicBezTo>
                        <a:pt x="7898" y="16072"/>
                        <a:pt x="7993" y="16174"/>
                        <a:pt x="7993" y="16072"/>
                      </a:cubicBezTo>
                      <a:cubicBezTo>
                        <a:pt x="7993" y="15970"/>
                        <a:pt x="8088" y="15970"/>
                        <a:pt x="7993" y="15867"/>
                      </a:cubicBezTo>
                      <a:cubicBezTo>
                        <a:pt x="7898" y="15765"/>
                        <a:pt x="7803" y="15765"/>
                        <a:pt x="7707" y="15765"/>
                      </a:cubicBezTo>
                      <a:cubicBezTo>
                        <a:pt x="7707" y="15765"/>
                        <a:pt x="7612" y="15765"/>
                        <a:pt x="7612" y="15663"/>
                      </a:cubicBezTo>
                      <a:cubicBezTo>
                        <a:pt x="7517" y="15663"/>
                        <a:pt x="7517" y="15663"/>
                        <a:pt x="7517" y="15560"/>
                      </a:cubicBezTo>
                      <a:cubicBezTo>
                        <a:pt x="7517" y="15458"/>
                        <a:pt x="7422" y="15355"/>
                        <a:pt x="7422" y="15355"/>
                      </a:cubicBezTo>
                      <a:cubicBezTo>
                        <a:pt x="7422" y="15355"/>
                        <a:pt x="7422" y="15151"/>
                        <a:pt x="7422" y="15151"/>
                      </a:cubicBezTo>
                      <a:cubicBezTo>
                        <a:pt x="7327" y="15151"/>
                        <a:pt x="7327" y="15151"/>
                        <a:pt x="7232" y="15151"/>
                      </a:cubicBezTo>
                      <a:cubicBezTo>
                        <a:pt x="7232" y="15151"/>
                        <a:pt x="7137" y="15048"/>
                        <a:pt x="7137" y="15048"/>
                      </a:cubicBezTo>
                      <a:cubicBezTo>
                        <a:pt x="7041" y="15048"/>
                        <a:pt x="6946" y="15048"/>
                        <a:pt x="6946" y="15048"/>
                      </a:cubicBezTo>
                      <a:cubicBezTo>
                        <a:pt x="6946" y="14946"/>
                        <a:pt x="7041" y="14946"/>
                        <a:pt x="7041" y="14946"/>
                      </a:cubicBezTo>
                      <a:cubicBezTo>
                        <a:pt x="7041" y="14946"/>
                        <a:pt x="7137" y="14946"/>
                        <a:pt x="7232" y="14946"/>
                      </a:cubicBezTo>
                      <a:cubicBezTo>
                        <a:pt x="7327" y="15048"/>
                        <a:pt x="7327" y="14946"/>
                        <a:pt x="7422" y="15048"/>
                      </a:cubicBezTo>
                      <a:cubicBezTo>
                        <a:pt x="7517" y="15048"/>
                        <a:pt x="7422" y="15151"/>
                        <a:pt x="7517" y="15151"/>
                      </a:cubicBezTo>
                      <a:cubicBezTo>
                        <a:pt x="7707" y="15151"/>
                        <a:pt x="7707" y="15048"/>
                        <a:pt x="7707" y="15048"/>
                      </a:cubicBezTo>
                      <a:cubicBezTo>
                        <a:pt x="7898" y="14946"/>
                        <a:pt x="7898" y="14946"/>
                        <a:pt x="7898" y="14946"/>
                      </a:cubicBezTo>
                      <a:cubicBezTo>
                        <a:pt x="7898" y="14946"/>
                        <a:pt x="7898" y="14946"/>
                        <a:pt x="7993" y="15048"/>
                      </a:cubicBezTo>
                      <a:cubicBezTo>
                        <a:pt x="8088" y="15048"/>
                        <a:pt x="7898" y="15151"/>
                        <a:pt x="8088" y="15151"/>
                      </a:cubicBezTo>
                      <a:cubicBezTo>
                        <a:pt x="8278" y="15151"/>
                        <a:pt x="8374" y="15151"/>
                        <a:pt x="8374" y="15151"/>
                      </a:cubicBezTo>
                      <a:cubicBezTo>
                        <a:pt x="8374" y="15253"/>
                        <a:pt x="8374" y="15355"/>
                        <a:pt x="8374" y="15355"/>
                      </a:cubicBezTo>
                      <a:cubicBezTo>
                        <a:pt x="8374" y="15355"/>
                        <a:pt x="8374" y="15458"/>
                        <a:pt x="8374" y="15458"/>
                      </a:cubicBezTo>
                      <a:cubicBezTo>
                        <a:pt x="8469" y="15458"/>
                        <a:pt x="8659" y="15458"/>
                        <a:pt x="8659" y="15458"/>
                      </a:cubicBezTo>
                      <a:cubicBezTo>
                        <a:pt x="8659" y="15458"/>
                        <a:pt x="8754" y="15458"/>
                        <a:pt x="8754" y="15560"/>
                      </a:cubicBezTo>
                      <a:cubicBezTo>
                        <a:pt x="8849" y="15663"/>
                        <a:pt x="8564" y="15765"/>
                        <a:pt x="8564" y="15765"/>
                      </a:cubicBezTo>
                      <a:cubicBezTo>
                        <a:pt x="8564" y="15765"/>
                        <a:pt x="8469" y="15663"/>
                        <a:pt x="8469" y="15765"/>
                      </a:cubicBezTo>
                      <a:cubicBezTo>
                        <a:pt x="8469" y="15867"/>
                        <a:pt x="8374" y="15867"/>
                        <a:pt x="8469" y="15970"/>
                      </a:cubicBezTo>
                      <a:cubicBezTo>
                        <a:pt x="8564" y="15970"/>
                        <a:pt x="8469" y="15970"/>
                        <a:pt x="8469" y="15970"/>
                      </a:cubicBezTo>
                      <a:cubicBezTo>
                        <a:pt x="8374" y="15970"/>
                        <a:pt x="8278" y="15867"/>
                        <a:pt x="8374" y="16072"/>
                      </a:cubicBezTo>
                      <a:cubicBezTo>
                        <a:pt x="8374" y="16174"/>
                        <a:pt x="8469" y="16277"/>
                        <a:pt x="8469" y="16277"/>
                      </a:cubicBezTo>
                      <a:cubicBezTo>
                        <a:pt x="8564" y="16277"/>
                        <a:pt x="8754" y="16277"/>
                        <a:pt x="8754" y="16277"/>
                      </a:cubicBezTo>
                      <a:cubicBezTo>
                        <a:pt x="8849" y="16277"/>
                        <a:pt x="8944" y="16277"/>
                        <a:pt x="8849" y="16277"/>
                      </a:cubicBezTo>
                      <a:cubicBezTo>
                        <a:pt x="8754" y="16174"/>
                        <a:pt x="8659" y="16174"/>
                        <a:pt x="8659" y="16174"/>
                      </a:cubicBezTo>
                      <a:cubicBezTo>
                        <a:pt x="8659" y="16174"/>
                        <a:pt x="8659" y="16174"/>
                        <a:pt x="8659" y="16072"/>
                      </a:cubicBezTo>
                      <a:cubicBezTo>
                        <a:pt x="8659" y="16072"/>
                        <a:pt x="8754" y="16072"/>
                        <a:pt x="8754" y="16072"/>
                      </a:cubicBezTo>
                      <a:cubicBezTo>
                        <a:pt x="8754" y="15970"/>
                        <a:pt x="8849" y="15867"/>
                        <a:pt x="8849" y="15867"/>
                      </a:cubicBezTo>
                      <a:cubicBezTo>
                        <a:pt x="8849" y="15867"/>
                        <a:pt x="8944" y="15663"/>
                        <a:pt x="9040" y="15765"/>
                      </a:cubicBezTo>
                      <a:cubicBezTo>
                        <a:pt x="9040" y="15867"/>
                        <a:pt x="9040" y="15867"/>
                        <a:pt x="9135" y="15867"/>
                      </a:cubicBezTo>
                      <a:cubicBezTo>
                        <a:pt x="9135" y="15867"/>
                        <a:pt x="9420" y="15560"/>
                        <a:pt x="9420" y="15560"/>
                      </a:cubicBezTo>
                      <a:cubicBezTo>
                        <a:pt x="9420" y="15560"/>
                        <a:pt x="9515" y="15560"/>
                        <a:pt x="9420" y="15663"/>
                      </a:cubicBezTo>
                      <a:cubicBezTo>
                        <a:pt x="9420" y="15765"/>
                        <a:pt x="9325" y="15867"/>
                        <a:pt x="9420" y="15970"/>
                      </a:cubicBezTo>
                      <a:cubicBezTo>
                        <a:pt x="9420" y="16072"/>
                        <a:pt x="9420" y="16072"/>
                        <a:pt x="9420" y="16072"/>
                      </a:cubicBezTo>
                      <a:cubicBezTo>
                        <a:pt x="9515" y="16174"/>
                        <a:pt x="9420" y="16174"/>
                        <a:pt x="9515" y="16277"/>
                      </a:cubicBezTo>
                      <a:cubicBezTo>
                        <a:pt x="9515" y="16379"/>
                        <a:pt x="9515" y="16277"/>
                        <a:pt x="9515" y="16379"/>
                      </a:cubicBezTo>
                      <a:cubicBezTo>
                        <a:pt x="9611" y="16482"/>
                        <a:pt x="9706" y="16686"/>
                        <a:pt x="9706" y="16686"/>
                      </a:cubicBezTo>
                      <a:cubicBezTo>
                        <a:pt x="9706" y="16686"/>
                        <a:pt x="9611" y="16789"/>
                        <a:pt x="9706" y="16789"/>
                      </a:cubicBezTo>
                      <a:cubicBezTo>
                        <a:pt x="9801" y="16891"/>
                        <a:pt x="9991" y="16891"/>
                        <a:pt x="9991" y="16891"/>
                      </a:cubicBezTo>
                      <a:cubicBezTo>
                        <a:pt x="9991" y="16891"/>
                        <a:pt x="9991" y="16891"/>
                        <a:pt x="9991" y="16891"/>
                      </a:cubicBezTo>
                      <a:cubicBezTo>
                        <a:pt x="9991" y="16891"/>
                        <a:pt x="10086" y="16993"/>
                        <a:pt x="10181" y="16891"/>
                      </a:cubicBezTo>
                      <a:cubicBezTo>
                        <a:pt x="10181" y="16789"/>
                        <a:pt x="10277" y="16789"/>
                        <a:pt x="10277" y="16789"/>
                      </a:cubicBezTo>
                      <a:cubicBezTo>
                        <a:pt x="10372" y="16789"/>
                        <a:pt x="10277" y="16789"/>
                        <a:pt x="10467" y="16789"/>
                      </a:cubicBezTo>
                      <a:cubicBezTo>
                        <a:pt x="10657" y="16789"/>
                        <a:pt x="10657" y="16891"/>
                        <a:pt x="10752" y="16789"/>
                      </a:cubicBezTo>
                      <a:cubicBezTo>
                        <a:pt x="10848" y="16686"/>
                        <a:pt x="10752" y="16686"/>
                        <a:pt x="10943" y="16686"/>
                      </a:cubicBezTo>
                      <a:cubicBezTo>
                        <a:pt x="11133" y="16686"/>
                        <a:pt x="11323" y="16584"/>
                        <a:pt x="11323" y="16584"/>
                      </a:cubicBezTo>
                      <a:cubicBezTo>
                        <a:pt x="11323" y="16584"/>
                        <a:pt x="11609" y="16584"/>
                        <a:pt x="11609" y="16584"/>
                      </a:cubicBezTo>
                      <a:cubicBezTo>
                        <a:pt x="11799" y="16686"/>
                        <a:pt x="11799" y="16686"/>
                        <a:pt x="11799" y="16686"/>
                      </a:cubicBezTo>
                      <a:cubicBezTo>
                        <a:pt x="11799" y="16686"/>
                        <a:pt x="11894" y="16789"/>
                        <a:pt x="11989" y="16789"/>
                      </a:cubicBezTo>
                      <a:cubicBezTo>
                        <a:pt x="11989" y="16789"/>
                        <a:pt x="12085" y="16789"/>
                        <a:pt x="12180" y="16789"/>
                      </a:cubicBezTo>
                      <a:cubicBezTo>
                        <a:pt x="12180" y="16789"/>
                        <a:pt x="12560" y="16891"/>
                        <a:pt x="12560" y="16891"/>
                      </a:cubicBezTo>
                      <a:cubicBezTo>
                        <a:pt x="12941" y="16993"/>
                        <a:pt x="12941" y="16993"/>
                        <a:pt x="12941" y="16993"/>
                      </a:cubicBezTo>
                      <a:cubicBezTo>
                        <a:pt x="13131" y="17096"/>
                        <a:pt x="13131" y="17096"/>
                        <a:pt x="13131" y="17096"/>
                      </a:cubicBezTo>
                      <a:cubicBezTo>
                        <a:pt x="13512" y="17403"/>
                        <a:pt x="13512" y="17403"/>
                        <a:pt x="13512" y="17403"/>
                      </a:cubicBezTo>
                      <a:cubicBezTo>
                        <a:pt x="13893" y="17812"/>
                        <a:pt x="13893" y="17812"/>
                        <a:pt x="13893" y="17812"/>
                      </a:cubicBezTo>
                      <a:cubicBezTo>
                        <a:pt x="14368" y="18017"/>
                        <a:pt x="14368" y="18017"/>
                        <a:pt x="14368" y="18017"/>
                      </a:cubicBezTo>
                      <a:cubicBezTo>
                        <a:pt x="14654" y="18222"/>
                        <a:pt x="14654" y="18222"/>
                        <a:pt x="14654" y="18222"/>
                      </a:cubicBezTo>
                      <a:cubicBezTo>
                        <a:pt x="14844" y="18427"/>
                        <a:pt x="14844" y="18427"/>
                        <a:pt x="14844" y="18427"/>
                      </a:cubicBezTo>
                      <a:cubicBezTo>
                        <a:pt x="14844" y="18427"/>
                        <a:pt x="15130" y="18631"/>
                        <a:pt x="15130" y="18631"/>
                      </a:cubicBezTo>
                      <a:cubicBezTo>
                        <a:pt x="15225" y="18631"/>
                        <a:pt x="15510" y="18836"/>
                        <a:pt x="15510" y="18836"/>
                      </a:cubicBezTo>
                      <a:cubicBezTo>
                        <a:pt x="15796" y="19041"/>
                        <a:pt x="15796" y="19041"/>
                        <a:pt x="15796" y="19041"/>
                      </a:cubicBezTo>
                      <a:cubicBezTo>
                        <a:pt x="15796" y="19041"/>
                        <a:pt x="15891" y="19245"/>
                        <a:pt x="15891" y="19245"/>
                      </a:cubicBezTo>
                      <a:cubicBezTo>
                        <a:pt x="15891" y="19348"/>
                        <a:pt x="15796" y="19245"/>
                        <a:pt x="15700" y="19245"/>
                      </a:cubicBezTo>
                      <a:cubicBezTo>
                        <a:pt x="15605" y="19348"/>
                        <a:pt x="15225" y="19143"/>
                        <a:pt x="15225" y="19143"/>
                      </a:cubicBezTo>
                      <a:cubicBezTo>
                        <a:pt x="15034" y="18938"/>
                        <a:pt x="15034" y="18938"/>
                        <a:pt x="15034" y="18938"/>
                      </a:cubicBezTo>
                      <a:cubicBezTo>
                        <a:pt x="14749" y="18938"/>
                        <a:pt x="14749" y="18938"/>
                        <a:pt x="14749" y="18938"/>
                      </a:cubicBezTo>
                      <a:cubicBezTo>
                        <a:pt x="14559" y="18836"/>
                        <a:pt x="14559" y="18836"/>
                        <a:pt x="14559" y="18836"/>
                      </a:cubicBezTo>
                      <a:cubicBezTo>
                        <a:pt x="14178" y="18938"/>
                        <a:pt x="14178" y="18938"/>
                        <a:pt x="14178" y="18938"/>
                      </a:cubicBezTo>
                      <a:cubicBezTo>
                        <a:pt x="13893" y="18836"/>
                        <a:pt x="13893" y="18836"/>
                        <a:pt x="13893" y="18836"/>
                      </a:cubicBezTo>
                      <a:cubicBezTo>
                        <a:pt x="13893" y="18836"/>
                        <a:pt x="13797" y="18836"/>
                        <a:pt x="13893" y="18938"/>
                      </a:cubicBezTo>
                      <a:cubicBezTo>
                        <a:pt x="13893" y="18938"/>
                        <a:pt x="13893" y="19041"/>
                        <a:pt x="13893" y="19041"/>
                      </a:cubicBezTo>
                      <a:cubicBezTo>
                        <a:pt x="13607" y="19245"/>
                        <a:pt x="13607" y="19245"/>
                        <a:pt x="13607" y="19245"/>
                      </a:cubicBezTo>
                      <a:cubicBezTo>
                        <a:pt x="13226" y="19348"/>
                        <a:pt x="13226" y="19348"/>
                        <a:pt x="13226" y="19348"/>
                      </a:cubicBezTo>
                      <a:cubicBezTo>
                        <a:pt x="12846" y="19348"/>
                        <a:pt x="12846" y="19348"/>
                        <a:pt x="12846" y="19348"/>
                      </a:cubicBezTo>
                      <a:cubicBezTo>
                        <a:pt x="12560" y="19348"/>
                        <a:pt x="12560" y="19348"/>
                        <a:pt x="12560" y="19348"/>
                      </a:cubicBezTo>
                      <a:cubicBezTo>
                        <a:pt x="12560" y="19553"/>
                        <a:pt x="12560" y="19553"/>
                        <a:pt x="12560" y="19553"/>
                      </a:cubicBezTo>
                      <a:cubicBezTo>
                        <a:pt x="12560" y="19553"/>
                        <a:pt x="12180" y="19553"/>
                        <a:pt x="12560" y="19655"/>
                      </a:cubicBezTo>
                      <a:cubicBezTo>
                        <a:pt x="12941" y="19655"/>
                        <a:pt x="13131" y="19655"/>
                        <a:pt x="13131" y="19553"/>
                      </a:cubicBezTo>
                      <a:cubicBezTo>
                        <a:pt x="13226" y="19553"/>
                        <a:pt x="13226" y="19450"/>
                        <a:pt x="13322" y="19450"/>
                      </a:cubicBezTo>
                      <a:cubicBezTo>
                        <a:pt x="13417" y="19450"/>
                        <a:pt x="13607" y="19450"/>
                        <a:pt x="13702" y="19450"/>
                      </a:cubicBezTo>
                      <a:cubicBezTo>
                        <a:pt x="13702" y="19450"/>
                        <a:pt x="13797" y="19450"/>
                        <a:pt x="13988" y="19348"/>
                      </a:cubicBezTo>
                      <a:cubicBezTo>
                        <a:pt x="14083" y="19348"/>
                        <a:pt x="14083" y="19245"/>
                        <a:pt x="14273" y="19348"/>
                      </a:cubicBezTo>
                      <a:cubicBezTo>
                        <a:pt x="14463" y="19450"/>
                        <a:pt x="14368" y="19143"/>
                        <a:pt x="14368" y="19143"/>
                      </a:cubicBezTo>
                      <a:cubicBezTo>
                        <a:pt x="14368" y="19143"/>
                        <a:pt x="14368" y="19041"/>
                        <a:pt x="14463" y="19041"/>
                      </a:cubicBezTo>
                      <a:cubicBezTo>
                        <a:pt x="14654" y="19143"/>
                        <a:pt x="14654" y="19143"/>
                        <a:pt x="14654" y="19143"/>
                      </a:cubicBezTo>
                      <a:cubicBezTo>
                        <a:pt x="14749" y="19143"/>
                        <a:pt x="14939" y="19245"/>
                        <a:pt x="14939" y="19245"/>
                      </a:cubicBezTo>
                      <a:cubicBezTo>
                        <a:pt x="15034" y="19245"/>
                        <a:pt x="15415" y="19348"/>
                        <a:pt x="15415" y="19348"/>
                      </a:cubicBezTo>
                      <a:cubicBezTo>
                        <a:pt x="15415" y="19348"/>
                        <a:pt x="15510" y="19655"/>
                        <a:pt x="15510" y="19655"/>
                      </a:cubicBezTo>
                      <a:cubicBezTo>
                        <a:pt x="15605" y="19655"/>
                        <a:pt x="15891" y="19655"/>
                        <a:pt x="15986" y="19655"/>
                      </a:cubicBezTo>
                      <a:cubicBezTo>
                        <a:pt x="16081" y="19655"/>
                        <a:pt x="16271" y="19655"/>
                        <a:pt x="16367" y="19757"/>
                      </a:cubicBezTo>
                      <a:cubicBezTo>
                        <a:pt x="16462" y="19860"/>
                        <a:pt x="16557" y="19860"/>
                        <a:pt x="16557" y="19860"/>
                      </a:cubicBezTo>
                      <a:cubicBezTo>
                        <a:pt x="16557" y="19860"/>
                        <a:pt x="16652" y="19962"/>
                        <a:pt x="16747" y="20064"/>
                      </a:cubicBezTo>
                      <a:cubicBezTo>
                        <a:pt x="16747" y="20064"/>
                        <a:pt x="17033" y="20269"/>
                        <a:pt x="17033" y="20269"/>
                      </a:cubicBezTo>
                      <a:cubicBezTo>
                        <a:pt x="17033" y="20269"/>
                        <a:pt x="17508" y="20474"/>
                        <a:pt x="17508" y="20474"/>
                      </a:cubicBezTo>
                      <a:cubicBezTo>
                        <a:pt x="17604" y="20372"/>
                        <a:pt x="17604" y="20372"/>
                        <a:pt x="17604" y="20372"/>
                      </a:cubicBezTo>
                      <a:cubicBezTo>
                        <a:pt x="17604" y="20269"/>
                        <a:pt x="17604" y="20167"/>
                        <a:pt x="17604" y="20167"/>
                      </a:cubicBezTo>
                      <a:cubicBezTo>
                        <a:pt x="17508" y="20064"/>
                        <a:pt x="17128" y="19962"/>
                        <a:pt x="17128" y="19962"/>
                      </a:cubicBezTo>
                      <a:cubicBezTo>
                        <a:pt x="17128" y="19962"/>
                        <a:pt x="16937" y="19860"/>
                        <a:pt x="16937" y="19860"/>
                      </a:cubicBezTo>
                      <a:cubicBezTo>
                        <a:pt x="16842" y="19348"/>
                        <a:pt x="16937" y="19757"/>
                        <a:pt x="16652" y="19655"/>
                      </a:cubicBezTo>
                      <a:cubicBezTo>
                        <a:pt x="16652" y="19655"/>
                        <a:pt x="16652" y="19655"/>
                        <a:pt x="16652" y="19655"/>
                      </a:cubicBezTo>
                      <a:cubicBezTo>
                        <a:pt x="16652" y="19655"/>
                        <a:pt x="16652" y="19655"/>
                        <a:pt x="16652" y="19655"/>
                      </a:cubicBezTo>
                      <a:cubicBezTo>
                        <a:pt x="16462" y="19757"/>
                        <a:pt x="16462" y="19655"/>
                        <a:pt x="16462" y="19655"/>
                      </a:cubicBezTo>
                      <a:cubicBezTo>
                        <a:pt x="16462" y="19553"/>
                        <a:pt x="16462" y="19553"/>
                        <a:pt x="16462" y="19553"/>
                      </a:cubicBezTo>
                      <a:cubicBezTo>
                        <a:pt x="16367" y="19450"/>
                        <a:pt x="16367" y="19450"/>
                        <a:pt x="16367" y="19450"/>
                      </a:cubicBezTo>
                      <a:cubicBezTo>
                        <a:pt x="16367" y="19450"/>
                        <a:pt x="16271" y="19245"/>
                        <a:pt x="16367" y="19143"/>
                      </a:cubicBezTo>
                      <a:cubicBezTo>
                        <a:pt x="16462" y="19143"/>
                        <a:pt x="16271" y="19655"/>
                        <a:pt x="16652" y="19041"/>
                      </a:cubicBezTo>
                      <a:cubicBezTo>
                        <a:pt x="16652" y="19041"/>
                        <a:pt x="16652" y="18938"/>
                        <a:pt x="16652" y="18938"/>
                      </a:cubicBezTo>
                      <a:cubicBezTo>
                        <a:pt x="16557" y="18938"/>
                        <a:pt x="16557" y="18938"/>
                        <a:pt x="16557" y="18938"/>
                      </a:cubicBezTo>
                      <a:cubicBezTo>
                        <a:pt x="16271" y="18938"/>
                        <a:pt x="16271" y="18938"/>
                        <a:pt x="16271" y="18938"/>
                      </a:cubicBezTo>
                      <a:cubicBezTo>
                        <a:pt x="16271" y="18938"/>
                        <a:pt x="16271" y="19041"/>
                        <a:pt x="16176" y="19143"/>
                      </a:cubicBezTo>
                      <a:cubicBezTo>
                        <a:pt x="16081" y="19245"/>
                        <a:pt x="16081" y="19143"/>
                        <a:pt x="16081" y="19143"/>
                      </a:cubicBezTo>
                      <a:cubicBezTo>
                        <a:pt x="16081" y="19041"/>
                        <a:pt x="16081" y="19041"/>
                        <a:pt x="16081" y="19041"/>
                      </a:cubicBezTo>
                      <a:cubicBezTo>
                        <a:pt x="16176" y="18938"/>
                        <a:pt x="16176" y="18938"/>
                        <a:pt x="16176" y="18938"/>
                      </a:cubicBezTo>
                      <a:cubicBezTo>
                        <a:pt x="16176" y="18938"/>
                        <a:pt x="16176" y="18631"/>
                        <a:pt x="16176" y="18529"/>
                      </a:cubicBezTo>
                      <a:cubicBezTo>
                        <a:pt x="16176" y="18529"/>
                        <a:pt x="16176" y="18529"/>
                        <a:pt x="16176" y="18529"/>
                      </a:cubicBezTo>
                      <a:cubicBezTo>
                        <a:pt x="15891" y="18324"/>
                        <a:pt x="15891" y="18324"/>
                        <a:pt x="15891" y="18324"/>
                      </a:cubicBezTo>
                      <a:cubicBezTo>
                        <a:pt x="15700" y="18119"/>
                        <a:pt x="15700" y="18119"/>
                        <a:pt x="15700" y="18119"/>
                      </a:cubicBezTo>
                      <a:cubicBezTo>
                        <a:pt x="15415" y="17915"/>
                        <a:pt x="15415" y="17915"/>
                        <a:pt x="15415" y="17915"/>
                      </a:cubicBezTo>
                      <a:cubicBezTo>
                        <a:pt x="15034" y="17505"/>
                        <a:pt x="15034" y="17505"/>
                        <a:pt x="15034" y="17505"/>
                      </a:cubicBezTo>
                      <a:cubicBezTo>
                        <a:pt x="14844" y="17403"/>
                        <a:pt x="14844" y="17403"/>
                        <a:pt x="14844" y="17403"/>
                      </a:cubicBezTo>
                      <a:cubicBezTo>
                        <a:pt x="14654" y="17198"/>
                        <a:pt x="14654" y="17198"/>
                        <a:pt x="14654" y="17198"/>
                      </a:cubicBezTo>
                      <a:cubicBezTo>
                        <a:pt x="14654" y="16993"/>
                        <a:pt x="14654" y="16993"/>
                        <a:pt x="14654" y="16993"/>
                      </a:cubicBezTo>
                      <a:cubicBezTo>
                        <a:pt x="14559" y="16584"/>
                        <a:pt x="14559" y="16584"/>
                        <a:pt x="14559" y="16584"/>
                      </a:cubicBezTo>
                      <a:cubicBezTo>
                        <a:pt x="14559" y="16584"/>
                        <a:pt x="14559" y="16584"/>
                        <a:pt x="14559" y="16584"/>
                      </a:cubicBezTo>
                      <a:cubicBezTo>
                        <a:pt x="14559" y="16584"/>
                        <a:pt x="14178" y="16482"/>
                        <a:pt x="13988" y="16379"/>
                      </a:cubicBezTo>
                      <a:cubicBezTo>
                        <a:pt x="13797" y="16277"/>
                        <a:pt x="13797" y="16277"/>
                        <a:pt x="13797" y="16277"/>
                      </a:cubicBezTo>
                      <a:cubicBezTo>
                        <a:pt x="13607" y="15970"/>
                        <a:pt x="13607" y="15970"/>
                        <a:pt x="13607" y="15970"/>
                      </a:cubicBezTo>
                      <a:cubicBezTo>
                        <a:pt x="13512" y="15867"/>
                        <a:pt x="13512" y="15867"/>
                        <a:pt x="13512" y="15867"/>
                      </a:cubicBezTo>
                      <a:cubicBezTo>
                        <a:pt x="13226" y="15560"/>
                        <a:pt x="13226" y="15560"/>
                        <a:pt x="13226" y="15560"/>
                      </a:cubicBezTo>
                      <a:cubicBezTo>
                        <a:pt x="13131" y="15560"/>
                        <a:pt x="13131" y="15560"/>
                        <a:pt x="13131" y="15560"/>
                      </a:cubicBezTo>
                      <a:cubicBezTo>
                        <a:pt x="12656" y="15355"/>
                        <a:pt x="12656" y="15355"/>
                        <a:pt x="12656" y="15355"/>
                      </a:cubicBezTo>
                      <a:cubicBezTo>
                        <a:pt x="12560" y="15151"/>
                        <a:pt x="12560" y="15151"/>
                        <a:pt x="12560" y="15151"/>
                      </a:cubicBezTo>
                      <a:cubicBezTo>
                        <a:pt x="12370" y="15048"/>
                        <a:pt x="12370" y="15048"/>
                        <a:pt x="12370" y="15048"/>
                      </a:cubicBezTo>
                      <a:cubicBezTo>
                        <a:pt x="12275" y="14844"/>
                        <a:pt x="12275" y="14844"/>
                        <a:pt x="12275" y="14844"/>
                      </a:cubicBezTo>
                      <a:cubicBezTo>
                        <a:pt x="11989" y="14741"/>
                        <a:pt x="11989" y="14741"/>
                        <a:pt x="11989" y="14741"/>
                      </a:cubicBezTo>
                      <a:cubicBezTo>
                        <a:pt x="11894" y="14536"/>
                        <a:pt x="11894" y="14536"/>
                        <a:pt x="11894" y="14536"/>
                      </a:cubicBezTo>
                      <a:cubicBezTo>
                        <a:pt x="11799" y="14434"/>
                        <a:pt x="11799" y="14434"/>
                        <a:pt x="11799" y="14434"/>
                      </a:cubicBezTo>
                      <a:cubicBezTo>
                        <a:pt x="11514" y="14025"/>
                        <a:pt x="11514" y="14025"/>
                        <a:pt x="11514" y="14025"/>
                      </a:cubicBezTo>
                      <a:cubicBezTo>
                        <a:pt x="11228" y="13820"/>
                        <a:pt x="11228" y="13820"/>
                        <a:pt x="11228" y="13820"/>
                      </a:cubicBezTo>
                      <a:cubicBezTo>
                        <a:pt x="11133" y="13718"/>
                        <a:pt x="11133" y="13718"/>
                        <a:pt x="11133" y="13718"/>
                      </a:cubicBezTo>
                      <a:cubicBezTo>
                        <a:pt x="11038" y="13615"/>
                        <a:pt x="11038" y="13615"/>
                        <a:pt x="11038" y="13615"/>
                      </a:cubicBezTo>
                      <a:cubicBezTo>
                        <a:pt x="10848" y="13308"/>
                        <a:pt x="10848" y="13308"/>
                        <a:pt x="10848" y="13308"/>
                      </a:cubicBezTo>
                      <a:cubicBezTo>
                        <a:pt x="10562" y="13001"/>
                        <a:pt x="10562" y="13001"/>
                        <a:pt x="10562" y="13001"/>
                      </a:cubicBezTo>
                      <a:cubicBezTo>
                        <a:pt x="10372" y="12796"/>
                        <a:pt x="10372" y="12796"/>
                        <a:pt x="10372" y="12796"/>
                      </a:cubicBezTo>
                      <a:cubicBezTo>
                        <a:pt x="10181" y="12489"/>
                        <a:pt x="10181" y="12489"/>
                        <a:pt x="10181" y="12489"/>
                      </a:cubicBezTo>
                      <a:cubicBezTo>
                        <a:pt x="10372" y="12284"/>
                        <a:pt x="10372" y="12284"/>
                        <a:pt x="10372" y="12284"/>
                      </a:cubicBezTo>
                      <a:cubicBezTo>
                        <a:pt x="10277" y="12182"/>
                        <a:pt x="10181" y="12182"/>
                        <a:pt x="10181" y="12080"/>
                      </a:cubicBezTo>
                      <a:cubicBezTo>
                        <a:pt x="10086" y="12080"/>
                        <a:pt x="9896" y="11977"/>
                        <a:pt x="9991" y="11875"/>
                      </a:cubicBezTo>
                      <a:cubicBezTo>
                        <a:pt x="9991" y="11773"/>
                        <a:pt x="9896" y="11670"/>
                        <a:pt x="9896" y="11465"/>
                      </a:cubicBezTo>
                      <a:cubicBezTo>
                        <a:pt x="9896" y="11363"/>
                        <a:pt x="9896" y="11261"/>
                        <a:pt x="9801" y="11261"/>
                      </a:cubicBezTo>
                      <a:cubicBezTo>
                        <a:pt x="9706" y="11158"/>
                        <a:pt x="9706" y="11158"/>
                        <a:pt x="9706" y="11158"/>
                      </a:cubicBezTo>
                      <a:cubicBezTo>
                        <a:pt x="9611" y="11158"/>
                        <a:pt x="9515" y="11158"/>
                        <a:pt x="9515" y="11158"/>
                      </a:cubicBezTo>
                      <a:cubicBezTo>
                        <a:pt x="9420" y="11158"/>
                        <a:pt x="9420" y="11158"/>
                        <a:pt x="9420" y="11158"/>
                      </a:cubicBezTo>
                      <a:cubicBezTo>
                        <a:pt x="9420" y="11158"/>
                        <a:pt x="9515" y="10954"/>
                        <a:pt x="9515" y="10749"/>
                      </a:cubicBezTo>
                      <a:cubicBezTo>
                        <a:pt x="9135" y="10646"/>
                        <a:pt x="9135" y="10646"/>
                        <a:pt x="9135" y="10646"/>
                      </a:cubicBezTo>
                      <a:cubicBezTo>
                        <a:pt x="9135" y="10646"/>
                        <a:pt x="9135" y="10339"/>
                        <a:pt x="8944" y="10237"/>
                      </a:cubicBezTo>
                      <a:cubicBezTo>
                        <a:pt x="8754" y="10237"/>
                        <a:pt x="8754" y="10237"/>
                        <a:pt x="8754" y="10237"/>
                      </a:cubicBezTo>
                      <a:cubicBezTo>
                        <a:pt x="8659" y="10339"/>
                        <a:pt x="8659" y="10442"/>
                        <a:pt x="8659" y="10442"/>
                      </a:cubicBezTo>
                      <a:cubicBezTo>
                        <a:pt x="8278" y="10032"/>
                        <a:pt x="8278" y="10032"/>
                        <a:pt x="8278" y="10032"/>
                      </a:cubicBezTo>
                      <a:cubicBezTo>
                        <a:pt x="8278" y="10032"/>
                        <a:pt x="8278" y="9930"/>
                        <a:pt x="8374" y="9725"/>
                      </a:cubicBezTo>
                      <a:cubicBezTo>
                        <a:pt x="8564" y="9520"/>
                        <a:pt x="8374" y="9418"/>
                        <a:pt x="8374" y="9418"/>
                      </a:cubicBezTo>
                      <a:cubicBezTo>
                        <a:pt x="8278" y="9111"/>
                        <a:pt x="8278" y="9111"/>
                        <a:pt x="8278" y="9111"/>
                      </a:cubicBezTo>
                      <a:cubicBezTo>
                        <a:pt x="8374" y="8906"/>
                        <a:pt x="8374" y="8906"/>
                        <a:pt x="8374" y="8906"/>
                      </a:cubicBezTo>
                      <a:cubicBezTo>
                        <a:pt x="8278" y="8804"/>
                        <a:pt x="8278" y="8804"/>
                        <a:pt x="8278" y="8804"/>
                      </a:cubicBezTo>
                      <a:cubicBezTo>
                        <a:pt x="8183" y="8701"/>
                        <a:pt x="8183" y="8701"/>
                        <a:pt x="8183" y="8701"/>
                      </a:cubicBezTo>
                      <a:cubicBezTo>
                        <a:pt x="8183" y="8701"/>
                        <a:pt x="8183" y="8701"/>
                        <a:pt x="8183" y="8701"/>
                      </a:cubicBezTo>
                      <a:cubicBezTo>
                        <a:pt x="8183" y="8701"/>
                        <a:pt x="8183" y="8701"/>
                        <a:pt x="8183" y="8701"/>
                      </a:cubicBezTo>
                      <a:cubicBezTo>
                        <a:pt x="8374" y="8292"/>
                        <a:pt x="8374" y="8292"/>
                        <a:pt x="8374" y="8292"/>
                      </a:cubicBezTo>
                      <a:cubicBezTo>
                        <a:pt x="8374" y="8292"/>
                        <a:pt x="8278" y="7882"/>
                        <a:pt x="8374" y="7780"/>
                      </a:cubicBezTo>
                      <a:cubicBezTo>
                        <a:pt x="8374" y="7780"/>
                        <a:pt x="8374" y="7780"/>
                        <a:pt x="8374" y="7780"/>
                      </a:cubicBezTo>
                      <a:cubicBezTo>
                        <a:pt x="8374" y="7678"/>
                        <a:pt x="8374" y="7678"/>
                        <a:pt x="8469" y="7678"/>
                      </a:cubicBezTo>
                      <a:cubicBezTo>
                        <a:pt x="8469" y="7575"/>
                        <a:pt x="8944" y="7473"/>
                        <a:pt x="8944" y="7473"/>
                      </a:cubicBezTo>
                      <a:cubicBezTo>
                        <a:pt x="9135" y="7371"/>
                        <a:pt x="9135" y="7371"/>
                        <a:pt x="9135" y="7371"/>
                      </a:cubicBezTo>
                      <a:cubicBezTo>
                        <a:pt x="9515" y="7882"/>
                        <a:pt x="9515" y="7882"/>
                        <a:pt x="9515" y="7882"/>
                      </a:cubicBezTo>
                      <a:cubicBezTo>
                        <a:pt x="9896" y="8292"/>
                        <a:pt x="9896" y="8292"/>
                        <a:pt x="9896" y="8292"/>
                      </a:cubicBezTo>
                      <a:cubicBezTo>
                        <a:pt x="10181" y="8497"/>
                        <a:pt x="10181" y="8497"/>
                        <a:pt x="10181" y="8497"/>
                      </a:cubicBezTo>
                      <a:cubicBezTo>
                        <a:pt x="10181" y="8497"/>
                        <a:pt x="10277" y="8394"/>
                        <a:pt x="10372" y="8394"/>
                      </a:cubicBezTo>
                      <a:cubicBezTo>
                        <a:pt x="10372" y="8292"/>
                        <a:pt x="10372" y="8087"/>
                        <a:pt x="10372" y="8087"/>
                      </a:cubicBezTo>
                      <a:cubicBezTo>
                        <a:pt x="10562" y="7882"/>
                        <a:pt x="10562" y="7882"/>
                        <a:pt x="10562" y="7882"/>
                      </a:cubicBezTo>
                      <a:cubicBezTo>
                        <a:pt x="10657" y="7678"/>
                        <a:pt x="10657" y="7678"/>
                        <a:pt x="10657" y="7678"/>
                      </a:cubicBezTo>
                      <a:cubicBezTo>
                        <a:pt x="10657" y="7473"/>
                        <a:pt x="10657" y="7473"/>
                        <a:pt x="10657" y="7473"/>
                      </a:cubicBezTo>
                      <a:cubicBezTo>
                        <a:pt x="10848" y="7371"/>
                        <a:pt x="10848" y="7371"/>
                        <a:pt x="10848" y="7371"/>
                      </a:cubicBezTo>
                      <a:cubicBezTo>
                        <a:pt x="11133" y="7268"/>
                        <a:pt x="11133" y="7268"/>
                        <a:pt x="11133" y="7268"/>
                      </a:cubicBezTo>
                      <a:cubicBezTo>
                        <a:pt x="11514" y="7166"/>
                        <a:pt x="11514" y="7166"/>
                        <a:pt x="11514" y="7166"/>
                      </a:cubicBezTo>
                      <a:cubicBezTo>
                        <a:pt x="11514" y="7166"/>
                        <a:pt x="11799" y="7268"/>
                        <a:pt x="11894" y="7268"/>
                      </a:cubicBezTo>
                      <a:cubicBezTo>
                        <a:pt x="11894" y="7268"/>
                        <a:pt x="11989" y="7268"/>
                        <a:pt x="11989" y="7268"/>
                      </a:cubicBezTo>
                      <a:cubicBezTo>
                        <a:pt x="12180" y="6961"/>
                        <a:pt x="12180" y="6961"/>
                        <a:pt x="12180" y="6961"/>
                      </a:cubicBezTo>
                      <a:cubicBezTo>
                        <a:pt x="12180" y="6961"/>
                        <a:pt x="12180" y="6961"/>
                        <a:pt x="12180" y="6961"/>
                      </a:cubicBezTo>
                      <a:cubicBezTo>
                        <a:pt x="12275" y="6756"/>
                        <a:pt x="12275" y="6756"/>
                        <a:pt x="12275" y="6756"/>
                      </a:cubicBezTo>
                      <a:cubicBezTo>
                        <a:pt x="12751" y="6961"/>
                        <a:pt x="12751" y="6961"/>
                        <a:pt x="12751" y="6961"/>
                      </a:cubicBezTo>
                      <a:cubicBezTo>
                        <a:pt x="12941" y="7166"/>
                        <a:pt x="12941" y="7166"/>
                        <a:pt x="12941" y="7166"/>
                      </a:cubicBezTo>
                      <a:cubicBezTo>
                        <a:pt x="13417" y="7268"/>
                        <a:pt x="13417" y="7268"/>
                        <a:pt x="13417" y="7268"/>
                      </a:cubicBezTo>
                      <a:cubicBezTo>
                        <a:pt x="13417" y="7268"/>
                        <a:pt x="13417" y="7268"/>
                        <a:pt x="13417" y="7268"/>
                      </a:cubicBezTo>
                      <a:cubicBezTo>
                        <a:pt x="13607" y="7268"/>
                        <a:pt x="13607" y="7268"/>
                        <a:pt x="13607" y="7268"/>
                      </a:cubicBezTo>
                      <a:cubicBezTo>
                        <a:pt x="13607" y="7166"/>
                        <a:pt x="13607" y="7166"/>
                        <a:pt x="13607" y="7166"/>
                      </a:cubicBezTo>
                      <a:cubicBezTo>
                        <a:pt x="13988" y="7166"/>
                        <a:pt x="13988" y="7166"/>
                        <a:pt x="13988" y="7166"/>
                      </a:cubicBezTo>
                      <a:cubicBezTo>
                        <a:pt x="14463" y="7268"/>
                        <a:pt x="14463" y="7268"/>
                        <a:pt x="14463" y="7268"/>
                      </a:cubicBezTo>
                      <a:cubicBezTo>
                        <a:pt x="14749" y="7268"/>
                        <a:pt x="14749" y="7268"/>
                        <a:pt x="14749" y="7268"/>
                      </a:cubicBezTo>
                      <a:cubicBezTo>
                        <a:pt x="15225" y="7268"/>
                        <a:pt x="15225" y="7268"/>
                        <a:pt x="15225" y="7268"/>
                      </a:cubicBezTo>
                      <a:cubicBezTo>
                        <a:pt x="15510" y="7371"/>
                        <a:pt x="15510" y="7371"/>
                        <a:pt x="15510" y="7371"/>
                      </a:cubicBezTo>
                      <a:cubicBezTo>
                        <a:pt x="15700" y="7473"/>
                        <a:pt x="15700" y="7473"/>
                        <a:pt x="15700" y="7473"/>
                      </a:cubicBezTo>
                      <a:cubicBezTo>
                        <a:pt x="15700" y="7473"/>
                        <a:pt x="15700" y="7473"/>
                        <a:pt x="15796" y="7371"/>
                      </a:cubicBezTo>
                      <a:cubicBezTo>
                        <a:pt x="15796" y="7371"/>
                        <a:pt x="16081" y="7371"/>
                        <a:pt x="16081" y="7371"/>
                      </a:cubicBezTo>
                      <a:cubicBezTo>
                        <a:pt x="16176" y="7064"/>
                        <a:pt x="16176" y="7064"/>
                        <a:pt x="16176" y="7064"/>
                      </a:cubicBezTo>
                      <a:cubicBezTo>
                        <a:pt x="16271" y="7268"/>
                        <a:pt x="16271" y="7268"/>
                        <a:pt x="16271" y="7268"/>
                      </a:cubicBezTo>
                      <a:cubicBezTo>
                        <a:pt x="16367" y="7268"/>
                        <a:pt x="16557" y="7268"/>
                        <a:pt x="16557" y="7268"/>
                      </a:cubicBezTo>
                      <a:cubicBezTo>
                        <a:pt x="16652" y="6961"/>
                        <a:pt x="16652" y="6961"/>
                        <a:pt x="16652" y="6961"/>
                      </a:cubicBezTo>
                      <a:cubicBezTo>
                        <a:pt x="16747" y="7064"/>
                        <a:pt x="16747" y="7064"/>
                        <a:pt x="16747" y="7064"/>
                      </a:cubicBezTo>
                      <a:cubicBezTo>
                        <a:pt x="16842" y="7064"/>
                        <a:pt x="16842" y="7064"/>
                        <a:pt x="16937" y="7064"/>
                      </a:cubicBezTo>
                      <a:cubicBezTo>
                        <a:pt x="17033" y="7064"/>
                        <a:pt x="17128" y="6961"/>
                        <a:pt x="17128" y="6961"/>
                      </a:cubicBezTo>
                      <a:cubicBezTo>
                        <a:pt x="17128" y="6961"/>
                        <a:pt x="17223" y="7064"/>
                        <a:pt x="17223" y="7064"/>
                      </a:cubicBezTo>
                      <a:cubicBezTo>
                        <a:pt x="17223" y="7064"/>
                        <a:pt x="17318" y="6961"/>
                        <a:pt x="17413" y="6961"/>
                      </a:cubicBezTo>
                      <a:cubicBezTo>
                        <a:pt x="17604" y="6961"/>
                        <a:pt x="17699" y="6859"/>
                        <a:pt x="17699" y="6859"/>
                      </a:cubicBezTo>
                      <a:cubicBezTo>
                        <a:pt x="17699" y="6859"/>
                        <a:pt x="17794" y="7064"/>
                        <a:pt x="17984" y="7166"/>
                      </a:cubicBezTo>
                      <a:cubicBezTo>
                        <a:pt x="17984" y="7166"/>
                        <a:pt x="17984" y="7166"/>
                        <a:pt x="17984" y="7166"/>
                      </a:cubicBezTo>
                      <a:cubicBezTo>
                        <a:pt x="18174" y="7166"/>
                        <a:pt x="18174" y="7166"/>
                        <a:pt x="18174" y="7166"/>
                      </a:cubicBezTo>
                      <a:cubicBezTo>
                        <a:pt x="18174" y="7166"/>
                        <a:pt x="18174" y="7166"/>
                        <a:pt x="18174" y="7166"/>
                      </a:cubicBezTo>
                      <a:cubicBezTo>
                        <a:pt x="18174" y="7166"/>
                        <a:pt x="18270" y="7064"/>
                        <a:pt x="18365" y="7064"/>
                      </a:cubicBezTo>
                      <a:cubicBezTo>
                        <a:pt x="18555" y="7064"/>
                        <a:pt x="18650" y="7064"/>
                        <a:pt x="18745" y="7064"/>
                      </a:cubicBezTo>
                      <a:cubicBezTo>
                        <a:pt x="18936" y="7064"/>
                        <a:pt x="19031" y="7268"/>
                        <a:pt x="19031" y="7268"/>
                      </a:cubicBezTo>
                      <a:cubicBezTo>
                        <a:pt x="19316" y="7575"/>
                        <a:pt x="19316" y="7575"/>
                        <a:pt x="19316" y="7575"/>
                      </a:cubicBezTo>
                      <a:cubicBezTo>
                        <a:pt x="19316" y="7575"/>
                        <a:pt x="19411" y="7780"/>
                        <a:pt x="19411" y="7882"/>
                      </a:cubicBezTo>
                      <a:cubicBezTo>
                        <a:pt x="19507" y="7985"/>
                        <a:pt x="19507" y="8087"/>
                        <a:pt x="19507" y="8087"/>
                      </a:cubicBezTo>
                      <a:cubicBezTo>
                        <a:pt x="19507" y="8087"/>
                        <a:pt x="20268" y="8394"/>
                        <a:pt x="20363" y="8394"/>
                      </a:cubicBezTo>
                      <a:cubicBezTo>
                        <a:pt x="20363" y="8394"/>
                        <a:pt x="20458" y="8394"/>
                        <a:pt x="20458" y="8394"/>
                      </a:cubicBezTo>
                      <a:close/>
                      <a:moveTo>
                        <a:pt x="16652" y="19553"/>
                      </a:moveTo>
                      <a:cubicBezTo>
                        <a:pt x="16652" y="19553"/>
                        <a:pt x="16652" y="19553"/>
                        <a:pt x="16652" y="19553"/>
                      </a:cubicBezTo>
                      <a:cubicBezTo>
                        <a:pt x="16747" y="19553"/>
                        <a:pt x="16747" y="19450"/>
                        <a:pt x="16747" y="19450"/>
                      </a:cubicBezTo>
                      <a:cubicBezTo>
                        <a:pt x="17033" y="19450"/>
                        <a:pt x="17033" y="19450"/>
                        <a:pt x="17033" y="19450"/>
                      </a:cubicBezTo>
                      <a:cubicBezTo>
                        <a:pt x="17033" y="19450"/>
                        <a:pt x="17033" y="19450"/>
                        <a:pt x="17033" y="19450"/>
                      </a:cubicBezTo>
                      <a:cubicBezTo>
                        <a:pt x="17318" y="19553"/>
                        <a:pt x="17318" y="19553"/>
                        <a:pt x="17318" y="19553"/>
                      </a:cubicBezTo>
                      <a:cubicBezTo>
                        <a:pt x="17508" y="19757"/>
                        <a:pt x="17508" y="19757"/>
                        <a:pt x="17508" y="19757"/>
                      </a:cubicBezTo>
                      <a:cubicBezTo>
                        <a:pt x="17604" y="19962"/>
                        <a:pt x="17604" y="19962"/>
                        <a:pt x="17604" y="19962"/>
                      </a:cubicBezTo>
                      <a:cubicBezTo>
                        <a:pt x="17794" y="20167"/>
                        <a:pt x="17794" y="20167"/>
                        <a:pt x="17794" y="20167"/>
                      </a:cubicBezTo>
                      <a:cubicBezTo>
                        <a:pt x="18270" y="20474"/>
                        <a:pt x="18270" y="20474"/>
                        <a:pt x="18270" y="20474"/>
                      </a:cubicBezTo>
                      <a:cubicBezTo>
                        <a:pt x="18841" y="20781"/>
                        <a:pt x="18841" y="20781"/>
                        <a:pt x="18841" y="20781"/>
                      </a:cubicBezTo>
                      <a:cubicBezTo>
                        <a:pt x="18841" y="20781"/>
                        <a:pt x="19221" y="20986"/>
                        <a:pt x="19316" y="20986"/>
                      </a:cubicBezTo>
                      <a:cubicBezTo>
                        <a:pt x="19316" y="20986"/>
                        <a:pt x="19316" y="21088"/>
                        <a:pt x="19411" y="21088"/>
                      </a:cubicBezTo>
                      <a:cubicBezTo>
                        <a:pt x="19411" y="21191"/>
                        <a:pt x="19602" y="21498"/>
                        <a:pt x="19602" y="21498"/>
                      </a:cubicBezTo>
                      <a:cubicBezTo>
                        <a:pt x="19697" y="21600"/>
                        <a:pt x="19411" y="21395"/>
                        <a:pt x="19411" y="21395"/>
                      </a:cubicBezTo>
                      <a:cubicBezTo>
                        <a:pt x="19411" y="21395"/>
                        <a:pt x="19316" y="21191"/>
                        <a:pt x="19221" y="21088"/>
                      </a:cubicBezTo>
                      <a:cubicBezTo>
                        <a:pt x="19031" y="21088"/>
                        <a:pt x="18841" y="21088"/>
                        <a:pt x="18745" y="20986"/>
                      </a:cubicBezTo>
                      <a:cubicBezTo>
                        <a:pt x="18650" y="20883"/>
                        <a:pt x="18650" y="20781"/>
                        <a:pt x="18650" y="20781"/>
                      </a:cubicBezTo>
                      <a:cubicBezTo>
                        <a:pt x="18555" y="20781"/>
                        <a:pt x="18555" y="20576"/>
                        <a:pt x="18270" y="20576"/>
                      </a:cubicBezTo>
                      <a:cubicBezTo>
                        <a:pt x="17984" y="20474"/>
                        <a:pt x="17984" y="20576"/>
                        <a:pt x="17889" y="20372"/>
                      </a:cubicBezTo>
                      <a:cubicBezTo>
                        <a:pt x="17794" y="20064"/>
                        <a:pt x="17794" y="20269"/>
                        <a:pt x="17699" y="20064"/>
                      </a:cubicBezTo>
                      <a:cubicBezTo>
                        <a:pt x="17508" y="19962"/>
                        <a:pt x="17604" y="20064"/>
                        <a:pt x="17223" y="19962"/>
                      </a:cubicBezTo>
                      <a:cubicBezTo>
                        <a:pt x="16937" y="19757"/>
                        <a:pt x="17128" y="19860"/>
                        <a:pt x="17128" y="19757"/>
                      </a:cubicBezTo>
                      <a:cubicBezTo>
                        <a:pt x="17033" y="19553"/>
                        <a:pt x="17128" y="19655"/>
                        <a:pt x="16937" y="19655"/>
                      </a:cubicBezTo>
                      <a:cubicBezTo>
                        <a:pt x="16842" y="19553"/>
                        <a:pt x="16937" y="19553"/>
                        <a:pt x="16842" y="19553"/>
                      </a:cubicBezTo>
                      <a:cubicBezTo>
                        <a:pt x="16842" y="19553"/>
                        <a:pt x="16747" y="19655"/>
                        <a:pt x="16652" y="19655"/>
                      </a:cubicBezTo>
                      <a:cubicBezTo>
                        <a:pt x="16652" y="19553"/>
                        <a:pt x="16652" y="19553"/>
                        <a:pt x="16652" y="19553"/>
                      </a:cubicBezTo>
                      <a:close/>
                      <a:moveTo>
                        <a:pt x="16081" y="20269"/>
                      </a:moveTo>
                      <a:cubicBezTo>
                        <a:pt x="16081" y="20269"/>
                        <a:pt x="16081" y="20269"/>
                        <a:pt x="16081" y="20269"/>
                      </a:cubicBezTo>
                      <a:cubicBezTo>
                        <a:pt x="16081" y="20269"/>
                        <a:pt x="15891" y="20269"/>
                        <a:pt x="15796" y="20269"/>
                      </a:cubicBezTo>
                      <a:cubicBezTo>
                        <a:pt x="15796" y="20269"/>
                        <a:pt x="15700" y="20167"/>
                        <a:pt x="15605" y="20167"/>
                      </a:cubicBezTo>
                      <a:cubicBezTo>
                        <a:pt x="15510" y="20167"/>
                        <a:pt x="15320" y="20167"/>
                        <a:pt x="15320" y="20167"/>
                      </a:cubicBezTo>
                      <a:cubicBezTo>
                        <a:pt x="15225" y="20167"/>
                        <a:pt x="15130" y="20064"/>
                        <a:pt x="15130" y="20064"/>
                      </a:cubicBezTo>
                      <a:cubicBezTo>
                        <a:pt x="15130" y="20064"/>
                        <a:pt x="15130" y="19962"/>
                        <a:pt x="15130" y="19962"/>
                      </a:cubicBezTo>
                      <a:cubicBezTo>
                        <a:pt x="15130" y="19962"/>
                        <a:pt x="15320" y="19860"/>
                        <a:pt x="15320" y="19860"/>
                      </a:cubicBezTo>
                      <a:cubicBezTo>
                        <a:pt x="15320" y="19962"/>
                        <a:pt x="15891" y="20064"/>
                        <a:pt x="15891" y="20064"/>
                      </a:cubicBezTo>
                      <a:cubicBezTo>
                        <a:pt x="16271" y="20064"/>
                        <a:pt x="16271" y="20064"/>
                        <a:pt x="16271" y="20064"/>
                      </a:cubicBezTo>
                      <a:cubicBezTo>
                        <a:pt x="16271" y="20064"/>
                        <a:pt x="16367" y="20064"/>
                        <a:pt x="16367" y="20064"/>
                      </a:cubicBezTo>
                      <a:cubicBezTo>
                        <a:pt x="16367" y="20064"/>
                        <a:pt x="16462" y="20064"/>
                        <a:pt x="16557" y="20167"/>
                      </a:cubicBezTo>
                      <a:cubicBezTo>
                        <a:pt x="16652" y="20167"/>
                        <a:pt x="16652" y="20167"/>
                        <a:pt x="16652" y="20269"/>
                      </a:cubicBezTo>
                      <a:cubicBezTo>
                        <a:pt x="16652" y="20269"/>
                        <a:pt x="16747" y="20372"/>
                        <a:pt x="16652" y="20372"/>
                      </a:cubicBezTo>
                      <a:cubicBezTo>
                        <a:pt x="16652" y="20372"/>
                        <a:pt x="16557" y="20372"/>
                        <a:pt x="16557" y="20372"/>
                      </a:cubicBezTo>
                      <a:cubicBezTo>
                        <a:pt x="16557" y="20372"/>
                        <a:pt x="16367" y="20269"/>
                        <a:pt x="16367" y="20269"/>
                      </a:cubicBezTo>
                      <a:cubicBezTo>
                        <a:pt x="16176" y="20269"/>
                        <a:pt x="16176" y="20269"/>
                        <a:pt x="16176" y="20269"/>
                      </a:cubicBezTo>
                      <a:cubicBezTo>
                        <a:pt x="16081" y="20269"/>
                        <a:pt x="16081" y="20269"/>
                        <a:pt x="16081" y="20269"/>
                      </a:cubicBezTo>
                      <a:close/>
                      <a:moveTo>
                        <a:pt x="13131" y="20372"/>
                      </a:moveTo>
                      <a:cubicBezTo>
                        <a:pt x="13131" y="20372"/>
                        <a:pt x="13131" y="20372"/>
                        <a:pt x="13131" y="20372"/>
                      </a:cubicBezTo>
                      <a:cubicBezTo>
                        <a:pt x="13131" y="20372"/>
                        <a:pt x="13512" y="20269"/>
                        <a:pt x="13512" y="20269"/>
                      </a:cubicBezTo>
                      <a:cubicBezTo>
                        <a:pt x="13702" y="20372"/>
                        <a:pt x="13702" y="20372"/>
                        <a:pt x="13702" y="20372"/>
                      </a:cubicBezTo>
                      <a:cubicBezTo>
                        <a:pt x="13702" y="20372"/>
                        <a:pt x="13702" y="20474"/>
                        <a:pt x="13607" y="20474"/>
                      </a:cubicBezTo>
                      <a:cubicBezTo>
                        <a:pt x="13607" y="20474"/>
                        <a:pt x="13417" y="20679"/>
                        <a:pt x="13417" y="20679"/>
                      </a:cubicBezTo>
                      <a:cubicBezTo>
                        <a:pt x="13131" y="20474"/>
                        <a:pt x="13131" y="20474"/>
                        <a:pt x="13131" y="20474"/>
                      </a:cubicBezTo>
                      <a:cubicBezTo>
                        <a:pt x="13131" y="20372"/>
                        <a:pt x="13131" y="20372"/>
                        <a:pt x="13131" y="20372"/>
                      </a:cubicBezTo>
                      <a:close/>
                      <a:moveTo>
                        <a:pt x="10181" y="19860"/>
                      </a:moveTo>
                      <a:cubicBezTo>
                        <a:pt x="10181" y="19860"/>
                        <a:pt x="10181" y="19860"/>
                        <a:pt x="10181" y="19860"/>
                      </a:cubicBezTo>
                      <a:cubicBezTo>
                        <a:pt x="10277" y="19860"/>
                        <a:pt x="10372" y="19757"/>
                        <a:pt x="10372" y="19860"/>
                      </a:cubicBezTo>
                      <a:cubicBezTo>
                        <a:pt x="10372" y="19962"/>
                        <a:pt x="10277" y="20064"/>
                        <a:pt x="10277" y="20064"/>
                      </a:cubicBezTo>
                      <a:cubicBezTo>
                        <a:pt x="10277" y="20064"/>
                        <a:pt x="10181" y="20064"/>
                        <a:pt x="10181" y="20064"/>
                      </a:cubicBezTo>
                      <a:cubicBezTo>
                        <a:pt x="10181" y="19962"/>
                        <a:pt x="10181" y="19860"/>
                        <a:pt x="10181" y="19860"/>
                      </a:cubicBezTo>
                      <a:close/>
                      <a:moveTo>
                        <a:pt x="10752" y="19348"/>
                      </a:moveTo>
                      <a:cubicBezTo>
                        <a:pt x="10752" y="19348"/>
                        <a:pt x="10752" y="19348"/>
                        <a:pt x="10752" y="19348"/>
                      </a:cubicBezTo>
                      <a:cubicBezTo>
                        <a:pt x="10752" y="19348"/>
                        <a:pt x="10943" y="19245"/>
                        <a:pt x="10943" y="19245"/>
                      </a:cubicBezTo>
                      <a:cubicBezTo>
                        <a:pt x="11038" y="19348"/>
                        <a:pt x="11133" y="19348"/>
                        <a:pt x="11038" y="19450"/>
                      </a:cubicBezTo>
                      <a:cubicBezTo>
                        <a:pt x="11038" y="19450"/>
                        <a:pt x="11038" y="19450"/>
                        <a:pt x="10943" y="19553"/>
                      </a:cubicBezTo>
                      <a:cubicBezTo>
                        <a:pt x="10848" y="19655"/>
                        <a:pt x="10657" y="19757"/>
                        <a:pt x="10657" y="19757"/>
                      </a:cubicBezTo>
                      <a:cubicBezTo>
                        <a:pt x="10657" y="19757"/>
                        <a:pt x="10657" y="19757"/>
                        <a:pt x="10562" y="19757"/>
                      </a:cubicBezTo>
                      <a:cubicBezTo>
                        <a:pt x="10372" y="19655"/>
                        <a:pt x="10277" y="19553"/>
                        <a:pt x="10277" y="19553"/>
                      </a:cubicBezTo>
                      <a:cubicBezTo>
                        <a:pt x="10277" y="19553"/>
                        <a:pt x="10181" y="19450"/>
                        <a:pt x="10372" y="19450"/>
                      </a:cubicBezTo>
                      <a:cubicBezTo>
                        <a:pt x="10467" y="19348"/>
                        <a:pt x="10562" y="19348"/>
                        <a:pt x="10562" y="19348"/>
                      </a:cubicBezTo>
                      <a:cubicBezTo>
                        <a:pt x="10657" y="19348"/>
                        <a:pt x="10752" y="19348"/>
                        <a:pt x="10752" y="19348"/>
                      </a:cubicBezTo>
                      <a:close/>
                      <a:moveTo>
                        <a:pt x="11799" y="18222"/>
                      </a:moveTo>
                      <a:cubicBezTo>
                        <a:pt x="11799" y="18222"/>
                        <a:pt x="11799" y="18222"/>
                        <a:pt x="11799" y="18222"/>
                      </a:cubicBezTo>
                      <a:cubicBezTo>
                        <a:pt x="11799" y="18222"/>
                        <a:pt x="11989" y="18119"/>
                        <a:pt x="11989" y="18119"/>
                      </a:cubicBezTo>
                      <a:cubicBezTo>
                        <a:pt x="11989" y="18119"/>
                        <a:pt x="11989" y="18119"/>
                        <a:pt x="12085" y="18119"/>
                      </a:cubicBezTo>
                      <a:cubicBezTo>
                        <a:pt x="12085" y="18119"/>
                        <a:pt x="12085" y="18119"/>
                        <a:pt x="12180" y="18119"/>
                      </a:cubicBezTo>
                      <a:cubicBezTo>
                        <a:pt x="12180" y="18119"/>
                        <a:pt x="12275" y="18017"/>
                        <a:pt x="12370" y="18119"/>
                      </a:cubicBezTo>
                      <a:cubicBezTo>
                        <a:pt x="12465" y="18119"/>
                        <a:pt x="12465" y="18222"/>
                        <a:pt x="12560" y="18222"/>
                      </a:cubicBezTo>
                      <a:cubicBezTo>
                        <a:pt x="12560" y="18222"/>
                        <a:pt x="12656" y="18222"/>
                        <a:pt x="12656" y="18222"/>
                      </a:cubicBezTo>
                      <a:cubicBezTo>
                        <a:pt x="12751" y="18222"/>
                        <a:pt x="12751" y="18222"/>
                        <a:pt x="12941" y="18222"/>
                      </a:cubicBezTo>
                      <a:cubicBezTo>
                        <a:pt x="13131" y="18222"/>
                        <a:pt x="13417" y="18222"/>
                        <a:pt x="13417" y="18222"/>
                      </a:cubicBezTo>
                      <a:cubicBezTo>
                        <a:pt x="13417" y="18324"/>
                        <a:pt x="13512" y="18222"/>
                        <a:pt x="13607" y="18222"/>
                      </a:cubicBezTo>
                      <a:cubicBezTo>
                        <a:pt x="13797" y="18324"/>
                        <a:pt x="13797" y="18324"/>
                        <a:pt x="13797" y="18324"/>
                      </a:cubicBezTo>
                      <a:cubicBezTo>
                        <a:pt x="13893" y="18324"/>
                        <a:pt x="13797" y="18427"/>
                        <a:pt x="13988" y="18324"/>
                      </a:cubicBezTo>
                      <a:cubicBezTo>
                        <a:pt x="14083" y="18324"/>
                        <a:pt x="14083" y="18324"/>
                        <a:pt x="14083" y="18324"/>
                      </a:cubicBezTo>
                      <a:cubicBezTo>
                        <a:pt x="14083" y="18324"/>
                        <a:pt x="14083" y="18324"/>
                        <a:pt x="14178" y="18222"/>
                      </a:cubicBezTo>
                      <a:cubicBezTo>
                        <a:pt x="14273" y="18222"/>
                        <a:pt x="14368" y="18119"/>
                        <a:pt x="14368" y="18119"/>
                      </a:cubicBezTo>
                      <a:cubicBezTo>
                        <a:pt x="14463" y="18119"/>
                        <a:pt x="14463" y="18119"/>
                        <a:pt x="14463" y="18119"/>
                      </a:cubicBezTo>
                      <a:cubicBezTo>
                        <a:pt x="14463" y="18427"/>
                        <a:pt x="14463" y="18427"/>
                        <a:pt x="14463" y="18427"/>
                      </a:cubicBezTo>
                      <a:cubicBezTo>
                        <a:pt x="14463" y="18427"/>
                        <a:pt x="14463" y="18427"/>
                        <a:pt x="14463" y="18529"/>
                      </a:cubicBezTo>
                      <a:cubicBezTo>
                        <a:pt x="14463" y="18529"/>
                        <a:pt x="14368" y="18631"/>
                        <a:pt x="14273" y="18631"/>
                      </a:cubicBezTo>
                      <a:cubicBezTo>
                        <a:pt x="14273" y="18631"/>
                        <a:pt x="14178" y="18529"/>
                        <a:pt x="14178" y="18529"/>
                      </a:cubicBezTo>
                      <a:cubicBezTo>
                        <a:pt x="14178" y="18427"/>
                        <a:pt x="14083" y="18427"/>
                        <a:pt x="14083" y="18427"/>
                      </a:cubicBezTo>
                      <a:cubicBezTo>
                        <a:pt x="13988" y="18427"/>
                        <a:pt x="13893" y="18529"/>
                        <a:pt x="13797" y="18529"/>
                      </a:cubicBezTo>
                      <a:cubicBezTo>
                        <a:pt x="13797" y="18529"/>
                        <a:pt x="13702" y="18427"/>
                        <a:pt x="13702" y="18427"/>
                      </a:cubicBezTo>
                      <a:cubicBezTo>
                        <a:pt x="13702" y="18427"/>
                        <a:pt x="13512" y="18427"/>
                        <a:pt x="13417" y="18427"/>
                      </a:cubicBezTo>
                      <a:cubicBezTo>
                        <a:pt x="13417" y="18427"/>
                        <a:pt x="13322" y="18427"/>
                        <a:pt x="13226" y="18427"/>
                      </a:cubicBezTo>
                      <a:cubicBezTo>
                        <a:pt x="13131" y="18427"/>
                        <a:pt x="13036" y="18427"/>
                        <a:pt x="12941" y="18427"/>
                      </a:cubicBezTo>
                      <a:cubicBezTo>
                        <a:pt x="12846" y="18529"/>
                        <a:pt x="12656" y="18427"/>
                        <a:pt x="12656" y="18529"/>
                      </a:cubicBezTo>
                      <a:cubicBezTo>
                        <a:pt x="12656" y="18529"/>
                        <a:pt x="12656" y="18631"/>
                        <a:pt x="12656" y="18631"/>
                      </a:cubicBezTo>
                      <a:cubicBezTo>
                        <a:pt x="12656" y="18631"/>
                        <a:pt x="12751" y="18734"/>
                        <a:pt x="12656" y="18734"/>
                      </a:cubicBezTo>
                      <a:cubicBezTo>
                        <a:pt x="12465" y="18734"/>
                        <a:pt x="12465" y="18734"/>
                        <a:pt x="12465" y="18631"/>
                      </a:cubicBezTo>
                      <a:cubicBezTo>
                        <a:pt x="12370" y="18529"/>
                        <a:pt x="12560" y="18427"/>
                        <a:pt x="12275" y="18529"/>
                      </a:cubicBezTo>
                      <a:cubicBezTo>
                        <a:pt x="12085" y="18529"/>
                        <a:pt x="12085" y="18427"/>
                        <a:pt x="11989" y="18427"/>
                      </a:cubicBezTo>
                      <a:cubicBezTo>
                        <a:pt x="11989" y="18529"/>
                        <a:pt x="11799" y="18324"/>
                        <a:pt x="11704" y="18427"/>
                      </a:cubicBezTo>
                      <a:cubicBezTo>
                        <a:pt x="11704" y="18427"/>
                        <a:pt x="11609" y="18529"/>
                        <a:pt x="11609" y="18529"/>
                      </a:cubicBezTo>
                      <a:cubicBezTo>
                        <a:pt x="11609" y="18529"/>
                        <a:pt x="11323" y="18529"/>
                        <a:pt x="11323" y="18529"/>
                      </a:cubicBezTo>
                      <a:cubicBezTo>
                        <a:pt x="11323" y="18529"/>
                        <a:pt x="11419" y="18222"/>
                        <a:pt x="11419" y="18222"/>
                      </a:cubicBezTo>
                      <a:cubicBezTo>
                        <a:pt x="11419" y="18222"/>
                        <a:pt x="11419" y="18222"/>
                        <a:pt x="11514" y="18222"/>
                      </a:cubicBezTo>
                      <a:cubicBezTo>
                        <a:pt x="11609" y="18222"/>
                        <a:pt x="11704" y="18222"/>
                        <a:pt x="11704" y="18222"/>
                      </a:cubicBezTo>
                      <a:cubicBezTo>
                        <a:pt x="11799" y="18222"/>
                        <a:pt x="11799" y="18222"/>
                        <a:pt x="11799" y="18222"/>
                      </a:cubicBezTo>
                      <a:close/>
                      <a:moveTo>
                        <a:pt x="11419" y="17608"/>
                      </a:moveTo>
                      <a:cubicBezTo>
                        <a:pt x="11419" y="17608"/>
                        <a:pt x="11419" y="17608"/>
                        <a:pt x="11419" y="17608"/>
                      </a:cubicBezTo>
                      <a:cubicBezTo>
                        <a:pt x="11419" y="17608"/>
                        <a:pt x="11038" y="17403"/>
                        <a:pt x="11038" y="17403"/>
                      </a:cubicBezTo>
                      <a:cubicBezTo>
                        <a:pt x="10943" y="17403"/>
                        <a:pt x="10848" y="17403"/>
                        <a:pt x="10752" y="17403"/>
                      </a:cubicBezTo>
                      <a:cubicBezTo>
                        <a:pt x="10752" y="17403"/>
                        <a:pt x="10562" y="17300"/>
                        <a:pt x="10657" y="17198"/>
                      </a:cubicBezTo>
                      <a:cubicBezTo>
                        <a:pt x="10657" y="17198"/>
                        <a:pt x="10752" y="17096"/>
                        <a:pt x="10848" y="17198"/>
                      </a:cubicBezTo>
                      <a:cubicBezTo>
                        <a:pt x="10943" y="17300"/>
                        <a:pt x="11038" y="17300"/>
                        <a:pt x="11038" y="17403"/>
                      </a:cubicBezTo>
                      <a:cubicBezTo>
                        <a:pt x="11133" y="17403"/>
                        <a:pt x="11323" y="17505"/>
                        <a:pt x="11323" y="17505"/>
                      </a:cubicBezTo>
                      <a:cubicBezTo>
                        <a:pt x="11419" y="17505"/>
                        <a:pt x="11419" y="17608"/>
                        <a:pt x="11419" y="17505"/>
                      </a:cubicBezTo>
                      <a:cubicBezTo>
                        <a:pt x="11514" y="17505"/>
                        <a:pt x="11514" y="17300"/>
                        <a:pt x="11514" y="17300"/>
                      </a:cubicBezTo>
                      <a:cubicBezTo>
                        <a:pt x="11514" y="17198"/>
                        <a:pt x="11419" y="17198"/>
                        <a:pt x="11419" y="17198"/>
                      </a:cubicBezTo>
                      <a:cubicBezTo>
                        <a:pt x="11514" y="17198"/>
                        <a:pt x="11704" y="17096"/>
                        <a:pt x="11704" y="17096"/>
                      </a:cubicBezTo>
                      <a:cubicBezTo>
                        <a:pt x="11799" y="17198"/>
                        <a:pt x="11894" y="17198"/>
                        <a:pt x="11989" y="17198"/>
                      </a:cubicBezTo>
                      <a:cubicBezTo>
                        <a:pt x="11989" y="17198"/>
                        <a:pt x="11894" y="17198"/>
                        <a:pt x="12275" y="17198"/>
                      </a:cubicBezTo>
                      <a:cubicBezTo>
                        <a:pt x="12560" y="17198"/>
                        <a:pt x="12465" y="17198"/>
                        <a:pt x="12656" y="17198"/>
                      </a:cubicBezTo>
                      <a:cubicBezTo>
                        <a:pt x="12751" y="17198"/>
                        <a:pt x="12941" y="17198"/>
                        <a:pt x="12941" y="17198"/>
                      </a:cubicBezTo>
                      <a:cubicBezTo>
                        <a:pt x="12941" y="17300"/>
                        <a:pt x="13131" y="17403"/>
                        <a:pt x="13131" y="17403"/>
                      </a:cubicBezTo>
                      <a:cubicBezTo>
                        <a:pt x="13131" y="17505"/>
                        <a:pt x="13226" y="17505"/>
                        <a:pt x="13131" y="17608"/>
                      </a:cubicBezTo>
                      <a:cubicBezTo>
                        <a:pt x="12941" y="17710"/>
                        <a:pt x="12941" y="17710"/>
                        <a:pt x="12751" y="17710"/>
                      </a:cubicBezTo>
                      <a:cubicBezTo>
                        <a:pt x="12656" y="17710"/>
                        <a:pt x="12751" y="17710"/>
                        <a:pt x="12560" y="17812"/>
                      </a:cubicBezTo>
                      <a:cubicBezTo>
                        <a:pt x="12275" y="17812"/>
                        <a:pt x="12085" y="17812"/>
                        <a:pt x="12085" y="17812"/>
                      </a:cubicBezTo>
                      <a:cubicBezTo>
                        <a:pt x="12085" y="17812"/>
                        <a:pt x="12180" y="17812"/>
                        <a:pt x="11894" y="17812"/>
                      </a:cubicBezTo>
                      <a:cubicBezTo>
                        <a:pt x="11704" y="17710"/>
                        <a:pt x="11609" y="17812"/>
                        <a:pt x="11514" y="17710"/>
                      </a:cubicBezTo>
                      <a:cubicBezTo>
                        <a:pt x="11514" y="17710"/>
                        <a:pt x="11419" y="17608"/>
                        <a:pt x="11419" y="17608"/>
                      </a:cubicBezTo>
                      <a:close/>
                      <a:moveTo>
                        <a:pt x="4758" y="9623"/>
                      </a:moveTo>
                      <a:cubicBezTo>
                        <a:pt x="4758" y="9623"/>
                        <a:pt x="4758" y="9623"/>
                        <a:pt x="4758" y="9623"/>
                      </a:cubicBezTo>
                      <a:cubicBezTo>
                        <a:pt x="4758" y="9623"/>
                        <a:pt x="4758" y="9520"/>
                        <a:pt x="4758" y="9520"/>
                      </a:cubicBezTo>
                      <a:cubicBezTo>
                        <a:pt x="4758" y="9520"/>
                        <a:pt x="4758" y="9520"/>
                        <a:pt x="4758" y="9520"/>
                      </a:cubicBezTo>
                      <a:cubicBezTo>
                        <a:pt x="4758" y="9520"/>
                        <a:pt x="4853" y="9520"/>
                        <a:pt x="4853" y="9520"/>
                      </a:cubicBezTo>
                      <a:cubicBezTo>
                        <a:pt x="4853" y="9623"/>
                        <a:pt x="4853" y="9623"/>
                        <a:pt x="4948" y="9623"/>
                      </a:cubicBezTo>
                      <a:cubicBezTo>
                        <a:pt x="4948" y="9623"/>
                        <a:pt x="4948" y="9623"/>
                        <a:pt x="5043" y="9623"/>
                      </a:cubicBezTo>
                      <a:cubicBezTo>
                        <a:pt x="5043" y="9725"/>
                        <a:pt x="5043" y="9725"/>
                        <a:pt x="5043" y="9725"/>
                      </a:cubicBezTo>
                      <a:cubicBezTo>
                        <a:pt x="5043" y="9725"/>
                        <a:pt x="5043" y="9930"/>
                        <a:pt x="4948" y="9827"/>
                      </a:cubicBezTo>
                      <a:cubicBezTo>
                        <a:pt x="4853" y="9827"/>
                        <a:pt x="4758" y="9827"/>
                        <a:pt x="4758" y="9725"/>
                      </a:cubicBezTo>
                      <a:cubicBezTo>
                        <a:pt x="4758" y="9725"/>
                        <a:pt x="4758" y="9623"/>
                        <a:pt x="4758" y="9623"/>
                      </a:cubicBezTo>
                      <a:close/>
                      <a:moveTo>
                        <a:pt x="4853" y="10544"/>
                      </a:moveTo>
                      <a:cubicBezTo>
                        <a:pt x="4853" y="10544"/>
                        <a:pt x="4853" y="10544"/>
                        <a:pt x="4853" y="10544"/>
                      </a:cubicBezTo>
                      <a:cubicBezTo>
                        <a:pt x="4853" y="10544"/>
                        <a:pt x="4758" y="10544"/>
                        <a:pt x="4758" y="10544"/>
                      </a:cubicBezTo>
                      <a:cubicBezTo>
                        <a:pt x="4758" y="10544"/>
                        <a:pt x="4567" y="10442"/>
                        <a:pt x="4472" y="10442"/>
                      </a:cubicBezTo>
                      <a:cubicBezTo>
                        <a:pt x="4472" y="10339"/>
                        <a:pt x="4472" y="10339"/>
                        <a:pt x="4567" y="10339"/>
                      </a:cubicBezTo>
                      <a:cubicBezTo>
                        <a:pt x="4567" y="10237"/>
                        <a:pt x="4567" y="10135"/>
                        <a:pt x="4567" y="10135"/>
                      </a:cubicBezTo>
                      <a:cubicBezTo>
                        <a:pt x="4567" y="10135"/>
                        <a:pt x="4663" y="10032"/>
                        <a:pt x="4663" y="10032"/>
                      </a:cubicBezTo>
                      <a:cubicBezTo>
                        <a:pt x="4758" y="10032"/>
                        <a:pt x="4758" y="10032"/>
                        <a:pt x="4758" y="10032"/>
                      </a:cubicBezTo>
                      <a:cubicBezTo>
                        <a:pt x="4758" y="10032"/>
                        <a:pt x="4758" y="9930"/>
                        <a:pt x="4758" y="9930"/>
                      </a:cubicBezTo>
                      <a:cubicBezTo>
                        <a:pt x="4758" y="9827"/>
                        <a:pt x="4853" y="9827"/>
                        <a:pt x="4853" y="9827"/>
                      </a:cubicBezTo>
                      <a:cubicBezTo>
                        <a:pt x="4853" y="9827"/>
                        <a:pt x="5043" y="10032"/>
                        <a:pt x="5043" y="10135"/>
                      </a:cubicBezTo>
                      <a:cubicBezTo>
                        <a:pt x="5043" y="10135"/>
                        <a:pt x="4758" y="10135"/>
                        <a:pt x="4758" y="10135"/>
                      </a:cubicBezTo>
                      <a:cubicBezTo>
                        <a:pt x="4758" y="10135"/>
                        <a:pt x="4758" y="10135"/>
                        <a:pt x="4853" y="10339"/>
                      </a:cubicBezTo>
                      <a:cubicBezTo>
                        <a:pt x="4948" y="10442"/>
                        <a:pt x="4948" y="10339"/>
                        <a:pt x="4948" y="10339"/>
                      </a:cubicBezTo>
                      <a:cubicBezTo>
                        <a:pt x="4948" y="10442"/>
                        <a:pt x="4948" y="10442"/>
                        <a:pt x="5138" y="10442"/>
                      </a:cubicBezTo>
                      <a:cubicBezTo>
                        <a:pt x="5233" y="10544"/>
                        <a:pt x="5138" y="10544"/>
                        <a:pt x="5233" y="10646"/>
                      </a:cubicBezTo>
                      <a:cubicBezTo>
                        <a:pt x="5233" y="10646"/>
                        <a:pt x="5138" y="10749"/>
                        <a:pt x="5138" y="10749"/>
                      </a:cubicBezTo>
                      <a:cubicBezTo>
                        <a:pt x="5043" y="10851"/>
                        <a:pt x="5043" y="10749"/>
                        <a:pt x="5043" y="10749"/>
                      </a:cubicBezTo>
                      <a:cubicBezTo>
                        <a:pt x="5043" y="10749"/>
                        <a:pt x="4948" y="10544"/>
                        <a:pt x="4853" y="10544"/>
                      </a:cubicBezTo>
                      <a:close/>
                      <a:moveTo>
                        <a:pt x="5233" y="11977"/>
                      </a:moveTo>
                      <a:cubicBezTo>
                        <a:pt x="5233" y="11977"/>
                        <a:pt x="5233" y="11977"/>
                        <a:pt x="5233" y="11977"/>
                      </a:cubicBezTo>
                      <a:cubicBezTo>
                        <a:pt x="5233" y="11977"/>
                        <a:pt x="5329" y="11875"/>
                        <a:pt x="5329" y="11977"/>
                      </a:cubicBezTo>
                      <a:cubicBezTo>
                        <a:pt x="5424" y="11977"/>
                        <a:pt x="5424" y="12080"/>
                        <a:pt x="5424" y="12080"/>
                      </a:cubicBezTo>
                      <a:cubicBezTo>
                        <a:pt x="5519" y="12182"/>
                        <a:pt x="5614" y="12182"/>
                        <a:pt x="5709" y="12182"/>
                      </a:cubicBezTo>
                      <a:cubicBezTo>
                        <a:pt x="5709" y="12284"/>
                        <a:pt x="5709" y="12387"/>
                        <a:pt x="5709" y="12387"/>
                      </a:cubicBezTo>
                      <a:cubicBezTo>
                        <a:pt x="5709" y="12387"/>
                        <a:pt x="5614" y="12489"/>
                        <a:pt x="5614" y="12387"/>
                      </a:cubicBezTo>
                      <a:cubicBezTo>
                        <a:pt x="5519" y="12284"/>
                        <a:pt x="5519" y="12284"/>
                        <a:pt x="5519" y="12284"/>
                      </a:cubicBezTo>
                      <a:cubicBezTo>
                        <a:pt x="5519" y="12284"/>
                        <a:pt x="5424" y="12182"/>
                        <a:pt x="5424" y="12182"/>
                      </a:cubicBezTo>
                      <a:cubicBezTo>
                        <a:pt x="5424" y="12182"/>
                        <a:pt x="5233" y="11977"/>
                        <a:pt x="5233" y="11977"/>
                      </a:cubicBezTo>
                      <a:close/>
                      <a:moveTo>
                        <a:pt x="5043" y="12387"/>
                      </a:moveTo>
                      <a:cubicBezTo>
                        <a:pt x="5043" y="12387"/>
                        <a:pt x="5043" y="12387"/>
                        <a:pt x="5043" y="12387"/>
                      </a:cubicBezTo>
                      <a:cubicBezTo>
                        <a:pt x="5043" y="12387"/>
                        <a:pt x="5043" y="12284"/>
                        <a:pt x="5043" y="12284"/>
                      </a:cubicBezTo>
                      <a:cubicBezTo>
                        <a:pt x="5043" y="12284"/>
                        <a:pt x="5138" y="12284"/>
                        <a:pt x="5138" y="12387"/>
                      </a:cubicBezTo>
                      <a:cubicBezTo>
                        <a:pt x="5138" y="12387"/>
                        <a:pt x="5233" y="12489"/>
                        <a:pt x="5233" y="12489"/>
                      </a:cubicBezTo>
                      <a:cubicBezTo>
                        <a:pt x="5233" y="12591"/>
                        <a:pt x="5138" y="12591"/>
                        <a:pt x="5138" y="12591"/>
                      </a:cubicBezTo>
                      <a:cubicBezTo>
                        <a:pt x="5138" y="12694"/>
                        <a:pt x="5233" y="12694"/>
                        <a:pt x="5138" y="12694"/>
                      </a:cubicBezTo>
                      <a:cubicBezTo>
                        <a:pt x="5043" y="12694"/>
                        <a:pt x="5043" y="12694"/>
                        <a:pt x="5043" y="12694"/>
                      </a:cubicBezTo>
                      <a:cubicBezTo>
                        <a:pt x="5043" y="12694"/>
                        <a:pt x="5043" y="12591"/>
                        <a:pt x="5043" y="12591"/>
                      </a:cubicBezTo>
                      <a:cubicBezTo>
                        <a:pt x="5043" y="12489"/>
                        <a:pt x="5043" y="12387"/>
                        <a:pt x="5043" y="12387"/>
                      </a:cubicBezTo>
                      <a:close/>
                      <a:moveTo>
                        <a:pt x="4663" y="12387"/>
                      </a:moveTo>
                      <a:cubicBezTo>
                        <a:pt x="4663" y="12387"/>
                        <a:pt x="4663" y="12387"/>
                        <a:pt x="4663" y="12387"/>
                      </a:cubicBezTo>
                      <a:cubicBezTo>
                        <a:pt x="4663" y="12387"/>
                        <a:pt x="4758" y="12387"/>
                        <a:pt x="4758" y="12489"/>
                      </a:cubicBezTo>
                      <a:cubicBezTo>
                        <a:pt x="4758" y="12489"/>
                        <a:pt x="4853" y="12489"/>
                        <a:pt x="4853" y="12591"/>
                      </a:cubicBezTo>
                      <a:cubicBezTo>
                        <a:pt x="4853" y="12591"/>
                        <a:pt x="4853" y="12591"/>
                        <a:pt x="4853" y="12694"/>
                      </a:cubicBezTo>
                      <a:cubicBezTo>
                        <a:pt x="4853" y="12796"/>
                        <a:pt x="4948" y="12796"/>
                        <a:pt x="4853" y="12796"/>
                      </a:cubicBezTo>
                      <a:cubicBezTo>
                        <a:pt x="4758" y="12694"/>
                        <a:pt x="4758" y="12694"/>
                        <a:pt x="4758" y="12694"/>
                      </a:cubicBezTo>
                      <a:cubicBezTo>
                        <a:pt x="4663" y="12591"/>
                        <a:pt x="4663" y="12591"/>
                        <a:pt x="4663" y="12591"/>
                      </a:cubicBezTo>
                      <a:cubicBezTo>
                        <a:pt x="4663" y="12489"/>
                        <a:pt x="4663" y="12489"/>
                        <a:pt x="4663" y="12489"/>
                      </a:cubicBezTo>
                      <a:cubicBezTo>
                        <a:pt x="4663" y="12387"/>
                        <a:pt x="4663" y="12387"/>
                        <a:pt x="4663" y="12387"/>
                      </a:cubicBezTo>
                      <a:close/>
                      <a:moveTo>
                        <a:pt x="3235" y="11875"/>
                      </a:moveTo>
                      <a:cubicBezTo>
                        <a:pt x="3235" y="11875"/>
                        <a:pt x="3235" y="11875"/>
                        <a:pt x="3235" y="11875"/>
                      </a:cubicBezTo>
                      <a:cubicBezTo>
                        <a:pt x="3235" y="11875"/>
                        <a:pt x="3330" y="11875"/>
                        <a:pt x="3330" y="11875"/>
                      </a:cubicBezTo>
                      <a:cubicBezTo>
                        <a:pt x="3426" y="11977"/>
                        <a:pt x="3330" y="11977"/>
                        <a:pt x="3426" y="12080"/>
                      </a:cubicBezTo>
                      <a:cubicBezTo>
                        <a:pt x="3426" y="12080"/>
                        <a:pt x="3330" y="12182"/>
                        <a:pt x="3330" y="12182"/>
                      </a:cubicBezTo>
                      <a:cubicBezTo>
                        <a:pt x="3235" y="12080"/>
                        <a:pt x="3235" y="12080"/>
                        <a:pt x="3235" y="12080"/>
                      </a:cubicBezTo>
                      <a:cubicBezTo>
                        <a:pt x="3235" y="11875"/>
                        <a:pt x="3235" y="11875"/>
                        <a:pt x="3235" y="11875"/>
                      </a:cubicBezTo>
                      <a:close/>
                      <a:moveTo>
                        <a:pt x="3235" y="11465"/>
                      </a:moveTo>
                      <a:cubicBezTo>
                        <a:pt x="3235" y="11465"/>
                        <a:pt x="3235" y="11465"/>
                        <a:pt x="3235" y="11465"/>
                      </a:cubicBezTo>
                      <a:cubicBezTo>
                        <a:pt x="3235" y="11465"/>
                        <a:pt x="3045" y="11465"/>
                        <a:pt x="3045" y="11465"/>
                      </a:cubicBezTo>
                      <a:cubicBezTo>
                        <a:pt x="3045" y="11465"/>
                        <a:pt x="2950" y="11465"/>
                        <a:pt x="2950" y="11363"/>
                      </a:cubicBezTo>
                      <a:cubicBezTo>
                        <a:pt x="2950" y="11363"/>
                        <a:pt x="2950" y="11261"/>
                        <a:pt x="3045" y="11261"/>
                      </a:cubicBezTo>
                      <a:cubicBezTo>
                        <a:pt x="3045" y="11261"/>
                        <a:pt x="3045" y="11158"/>
                        <a:pt x="3045" y="11056"/>
                      </a:cubicBezTo>
                      <a:cubicBezTo>
                        <a:pt x="3045" y="11056"/>
                        <a:pt x="3140" y="11056"/>
                        <a:pt x="3140" y="11056"/>
                      </a:cubicBezTo>
                      <a:cubicBezTo>
                        <a:pt x="3140" y="11056"/>
                        <a:pt x="3235" y="11158"/>
                        <a:pt x="3235" y="11158"/>
                      </a:cubicBezTo>
                      <a:cubicBezTo>
                        <a:pt x="3235" y="11158"/>
                        <a:pt x="3235" y="11363"/>
                        <a:pt x="3235" y="11465"/>
                      </a:cubicBezTo>
                      <a:close/>
                      <a:moveTo>
                        <a:pt x="3235" y="9111"/>
                      </a:moveTo>
                      <a:cubicBezTo>
                        <a:pt x="3235" y="9111"/>
                        <a:pt x="3235" y="9111"/>
                        <a:pt x="3235" y="9111"/>
                      </a:cubicBezTo>
                      <a:cubicBezTo>
                        <a:pt x="3235" y="9111"/>
                        <a:pt x="3426" y="9111"/>
                        <a:pt x="3426" y="9111"/>
                      </a:cubicBezTo>
                      <a:cubicBezTo>
                        <a:pt x="3426" y="9111"/>
                        <a:pt x="3426" y="9213"/>
                        <a:pt x="3426" y="9316"/>
                      </a:cubicBezTo>
                      <a:cubicBezTo>
                        <a:pt x="3521" y="9316"/>
                        <a:pt x="3521" y="9418"/>
                        <a:pt x="3521" y="9418"/>
                      </a:cubicBezTo>
                      <a:cubicBezTo>
                        <a:pt x="3616" y="9418"/>
                        <a:pt x="3616" y="9418"/>
                        <a:pt x="3616" y="9418"/>
                      </a:cubicBezTo>
                      <a:cubicBezTo>
                        <a:pt x="3616" y="9418"/>
                        <a:pt x="3711" y="9316"/>
                        <a:pt x="3711" y="9418"/>
                      </a:cubicBezTo>
                      <a:cubicBezTo>
                        <a:pt x="3806" y="9418"/>
                        <a:pt x="3901" y="9316"/>
                        <a:pt x="3901" y="9316"/>
                      </a:cubicBezTo>
                      <a:cubicBezTo>
                        <a:pt x="3901" y="9316"/>
                        <a:pt x="3996" y="9418"/>
                        <a:pt x="3996" y="9418"/>
                      </a:cubicBezTo>
                      <a:cubicBezTo>
                        <a:pt x="3996" y="9520"/>
                        <a:pt x="3901" y="9623"/>
                        <a:pt x="3901" y="9623"/>
                      </a:cubicBezTo>
                      <a:cubicBezTo>
                        <a:pt x="3806" y="9623"/>
                        <a:pt x="3711" y="9520"/>
                        <a:pt x="3711" y="9520"/>
                      </a:cubicBezTo>
                      <a:cubicBezTo>
                        <a:pt x="3711" y="9520"/>
                        <a:pt x="3616" y="9418"/>
                        <a:pt x="3616" y="9520"/>
                      </a:cubicBezTo>
                      <a:cubicBezTo>
                        <a:pt x="3616" y="9520"/>
                        <a:pt x="3616" y="9623"/>
                        <a:pt x="3616" y="9725"/>
                      </a:cubicBezTo>
                      <a:cubicBezTo>
                        <a:pt x="3711" y="9725"/>
                        <a:pt x="3711" y="9725"/>
                        <a:pt x="3711" y="9827"/>
                      </a:cubicBezTo>
                      <a:cubicBezTo>
                        <a:pt x="3616" y="9827"/>
                        <a:pt x="3616" y="9930"/>
                        <a:pt x="3616" y="9930"/>
                      </a:cubicBezTo>
                      <a:cubicBezTo>
                        <a:pt x="3616" y="10032"/>
                        <a:pt x="3711" y="10135"/>
                        <a:pt x="3711" y="10135"/>
                      </a:cubicBezTo>
                      <a:cubicBezTo>
                        <a:pt x="3711" y="10135"/>
                        <a:pt x="3711" y="10135"/>
                        <a:pt x="3711" y="10237"/>
                      </a:cubicBezTo>
                      <a:cubicBezTo>
                        <a:pt x="3711" y="10237"/>
                        <a:pt x="3806" y="10339"/>
                        <a:pt x="3806" y="10339"/>
                      </a:cubicBezTo>
                      <a:cubicBezTo>
                        <a:pt x="3806" y="10442"/>
                        <a:pt x="3806" y="10544"/>
                        <a:pt x="3806" y="10544"/>
                      </a:cubicBezTo>
                      <a:cubicBezTo>
                        <a:pt x="3901" y="10646"/>
                        <a:pt x="3901" y="10646"/>
                        <a:pt x="3901" y="10646"/>
                      </a:cubicBezTo>
                      <a:cubicBezTo>
                        <a:pt x="3806" y="10851"/>
                        <a:pt x="3806" y="10851"/>
                        <a:pt x="3806" y="10851"/>
                      </a:cubicBezTo>
                      <a:cubicBezTo>
                        <a:pt x="3806" y="10851"/>
                        <a:pt x="3901" y="10954"/>
                        <a:pt x="3901" y="10954"/>
                      </a:cubicBezTo>
                      <a:cubicBezTo>
                        <a:pt x="3901" y="11056"/>
                        <a:pt x="4092" y="11158"/>
                        <a:pt x="4092" y="11261"/>
                      </a:cubicBezTo>
                      <a:cubicBezTo>
                        <a:pt x="4092" y="11261"/>
                        <a:pt x="4092" y="11465"/>
                        <a:pt x="3996" y="11465"/>
                      </a:cubicBezTo>
                      <a:cubicBezTo>
                        <a:pt x="3996" y="11465"/>
                        <a:pt x="3901" y="11568"/>
                        <a:pt x="3901" y="11465"/>
                      </a:cubicBezTo>
                      <a:cubicBezTo>
                        <a:pt x="3806" y="11363"/>
                        <a:pt x="3711" y="11158"/>
                        <a:pt x="3711" y="11158"/>
                      </a:cubicBezTo>
                      <a:cubicBezTo>
                        <a:pt x="3711" y="11158"/>
                        <a:pt x="3711" y="11158"/>
                        <a:pt x="3711" y="11158"/>
                      </a:cubicBezTo>
                      <a:cubicBezTo>
                        <a:pt x="3711" y="11261"/>
                        <a:pt x="3616" y="11363"/>
                        <a:pt x="3616" y="11363"/>
                      </a:cubicBezTo>
                      <a:cubicBezTo>
                        <a:pt x="3616" y="11465"/>
                        <a:pt x="3806" y="11568"/>
                        <a:pt x="3806" y="11568"/>
                      </a:cubicBezTo>
                      <a:cubicBezTo>
                        <a:pt x="3806" y="11568"/>
                        <a:pt x="3711" y="11363"/>
                        <a:pt x="3806" y="11568"/>
                      </a:cubicBezTo>
                      <a:cubicBezTo>
                        <a:pt x="3901" y="11773"/>
                        <a:pt x="3996" y="11875"/>
                        <a:pt x="3996" y="11875"/>
                      </a:cubicBezTo>
                      <a:cubicBezTo>
                        <a:pt x="3996" y="11875"/>
                        <a:pt x="4092" y="11977"/>
                        <a:pt x="4187" y="11977"/>
                      </a:cubicBezTo>
                      <a:cubicBezTo>
                        <a:pt x="4187" y="12080"/>
                        <a:pt x="4187" y="12080"/>
                        <a:pt x="4282" y="12182"/>
                      </a:cubicBezTo>
                      <a:cubicBezTo>
                        <a:pt x="4282" y="12182"/>
                        <a:pt x="4377" y="12284"/>
                        <a:pt x="4282" y="12284"/>
                      </a:cubicBezTo>
                      <a:cubicBezTo>
                        <a:pt x="4187" y="12387"/>
                        <a:pt x="4282" y="12387"/>
                        <a:pt x="4187" y="12387"/>
                      </a:cubicBezTo>
                      <a:cubicBezTo>
                        <a:pt x="4187" y="12284"/>
                        <a:pt x="4092" y="12284"/>
                        <a:pt x="4092" y="12182"/>
                      </a:cubicBezTo>
                      <a:cubicBezTo>
                        <a:pt x="4092" y="12080"/>
                        <a:pt x="3996" y="11977"/>
                        <a:pt x="3996" y="11875"/>
                      </a:cubicBezTo>
                      <a:cubicBezTo>
                        <a:pt x="3901" y="11875"/>
                        <a:pt x="3806" y="11773"/>
                        <a:pt x="3806" y="11773"/>
                      </a:cubicBezTo>
                      <a:cubicBezTo>
                        <a:pt x="3711" y="11773"/>
                        <a:pt x="3711" y="11670"/>
                        <a:pt x="3711" y="11670"/>
                      </a:cubicBezTo>
                      <a:cubicBezTo>
                        <a:pt x="3711" y="11670"/>
                        <a:pt x="3616" y="11670"/>
                        <a:pt x="3616" y="11670"/>
                      </a:cubicBezTo>
                      <a:cubicBezTo>
                        <a:pt x="3616" y="11670"/>
                        <a:pt x="3426" y="11670"/>
                        <a:pt x="3426" y="11670"/>
                      </a:cubicBezTo>
                      <a:cubicBezTo>
                        <a:pt x="3426" y="11568"/>
                        <a:pt x="3426" y="11568"/>
                        <a:pt x="3521" y="11465"/>
                      </a:cubicBezTo>
                      <a:cubicBezTo>
                        <a:pt x="3521" y="11465"/>
                        <a:pt x="3616" y="11465"/>
                        <a:pt x="3616" y="11465"/>
                      </a:cubicBezTo>
                      <a:cubicBezTo>
                        <a:pt x="3616" y="11465"/>
                        <a:pt x="3521" y="11363"/>
                        <a:pt x="3521" y="11363"/>
                      </a:cubicBezTo>
                      <a:cubicBezTo>
                        <a:pt x="3521" y="11363"/>
                        <a:pt x="3521" y="11261"/>
                        <a:pt x="3521" y="11261"/>
                      </a:cubicBezTo>
                      <a:cubicBezTo>
                        <a:pt x="3426" y="11261"/>
                        <a:pt x="3426" y="11363"/>
                        <a:pt x="3426" y="11261"/>
                      </a:cubicBezTo>
                      <a:cubicBezTo>
                        <a:pt x="3426" y="11158"/>
                        <a:pt x="3426" y="11158"/>
                        <a:pt x="3426" y="11056"/>
                      </a:cubicBezTo>
                      <a:cubicBezTo>
                        <a:pt x="3426" y="11056"/>
                        <a:pt x="3426" y="10851"/>
                        <a:pt x="3426" y="10851"/>
                      </a:cubicBezTo>
                      <a:cubicBezTo>
                        <a:pt x="3521" y="10954"/>
                        <a:pt x="3521" y="10954"/>
                        <a:pt x="3521" y="10954"/>
                      </a:cubicBezTo>
                      <a:cubicBezTo>
                        <a:pt x="3616" y="10749"/>
                        <a:pt x="3616" y="10749"/>
                        <a:pt x="3616" y="10749"/>
                      </a:cubicBezTo>
                      <a:cubicBezTo>
                        <a:pt x="3616" y="10749"/>
                        <a:pt x="3616" y="10749"/>
                        <a:pt x="3521" y="10749"/>
                      </a:cubicBezTo>
                      <a:cubicBezTo>
                        <a:pt x="3426" y="10749"/>
                        <a:pt x="3426" y="10544"/>
                        <a:pt x="3426" y="10544"/>
                      </a:cubicBezTo>
                      <a:cubicBezTo>
                        <a:pt x="3426" y="10544"/>
                        <a:pt x="3426" y="10442"/>
                        <a:pt x="3426" y="10442"/>
                      </a:cubicBezTo>
                      <a:cubicBezTo>
                        <a:pt x="3426" y="10442"/>
                        <a:pt x="3330" y="10442"/>
                        <a:pt x="3330" y="10339"/>
                      </a:cubicBezTo>
                      <a:cubicBezTo>
                        <a:pt x="3235" y="10237"/>
                        <a:pt x="3235" y="10135"/>
                        <a:pt x="3235" y="10135"/>
                      </a:cubicBezTo>
                      <a:cubicBezTo>
                        <a:pt x="3235" y="10135"/>
                        <a:pt x="3330" y="10135"/>
                        <a:pt x="3235" y="10032"/>
                      </a:cubicBezTo>
                      <a:cubicBezTo>
                        <a:pt x="3235" y="9930"/>
                        <a:pt x="3235" y="9930"/>
                        <a:pt x="3140" y="9930"/>
                      </a:cubicBezTo>
                      <a:cubicBezTo>
                        <a:pt x="3140" y="9827"/>
                        <a:pt x="3140" y="9725"/>
                        <a:pt x="3235" y="9725"/>
                      </a:cubicBezTo>
                      <a:cubicBezTo>
                        <a:pt x="3235" y="9725"/>
                        <a:pt x="3235" y="9725"/>
                        <a:pt x="3330" y="9725"/>
                      </a:cubicBezTo>
                      <a:cubicBezTo>
                        <a:pt x="3330" y="9827"/>
                        <a:pt x="3426" y="9827"/>
                        <a:pt x="3426" y="9827"/>
                      </a:cubicBezTo>
                      <a:cubicBezTo>
                        <a:pt x="3426" y="9725"/>
                        <a:pt x="3521" y="9623"/>
                        <a:pt x="3426" y="9623"/>
                      </a:cubicBezTo>
                      <a:cubicBezTo>
                        <a:pt x="3426" y="9520"/>
                        <a:pt x="3330" y="9418"/>
                        <a:pt x="3330" y="9418"/>
                      </a:cubicBezTo>
                      <a:cubicBezTo>
                        <a:pt x="3235" y="9316"/>
                        <a:pt x="3235" y="9316"/>
                        <a:pt x="3235" y="9316"/>
                      </a:cubicBezTo>
                      <a:cubicBezTo>
                        <a:pt x="3235" y="9316"/>
                        <a:pt x="3235" y="9316"/>
                        <a:pt x="3235" y="9213"/>
                      </a:cubicBezTo>
                      <a:cubicBezTo>
                        <a:pt x="3235" y="9213"/>
                        <a:pt x="3235" y="9111"/>
                        <a:pt x="3235" y="9111"/>
                      </a:cubicBezTo>
                      <a:close/>
                      <a:moveTo>
                        <a:pt x="3140" y="9111"/>
                      </a:moveTo>
                      <a:cubicBezTo>
                        <a:pt x="3140" y="9111"/>
                        <a:pt x="3140" y="9111"/>
                        <a:pt x="3140" y="9111"/>
                      </a:cubicBezTo>
                      <a:cubicBezTo>
                        <a:pt x="3140" y="9111"/>
                        <a:pt x="3045" y="9009"/>
                        <a:pt x="3045" y="8906"/>
                      </a:cubicBezTo>
                      <a:cubicBezTo>
                        <a:pt x="3045" y="8906"/>
                        <a:pt x="3045" y="8906"/>
                        <a:pt x="3045" y="8804"/>
                      </a:cubicBezTo>
                      <a:cubicBezTo>
                        <a:pt x="3045" y="8701"/>
                        <a:pt x="2950" y="8701"/>
                        <a:pt x="2950" y="8599"/>
                      </a:cubicBezTo>
                      <a:cubicBezTo>
                        <a:pt x="3045" y="8599"/>
                        <a:pt x="3045" y="8497"/>
                        <a:pt x="3045" y="8497"/>
                      </a:cubicBezTo>
                      <a:cubicBezTo>
                        <a:pt x="3140" y="8394"/>
                        <a:pt x="3235" y="8394"/>
                        <a:pt x="3235" y="8497"/>
                      </a:cubicBezTo>
                      <a:cubicBezTo>
                        <a:pt x="3235" y="8497"/>
                        <a:pt x="3235" y="8599"/>
                        <a:pt x="3235" y="8701"/>
                      </a:cubicBezTo>
                      <a:cubicBezTo>
                        <a:pt x="3235" y="8701"/>
                        <a:pt x="3235" y="8804"/>
                        <a:pt x="3235" y="8804"/>
                      </a:cubicBezTo>
                      <a:cubicBezTo>
                        <a:pt x="3235" y="8906"/>
                        <a:pt x="3330" y="8906"/>
                        <a:pt x="3330" y="8906"/>
                      </a:cubicBezTo>
                      <a:cubicBezTo>
                        <a:pt x="3330" y="9009"/>
                        <a:pt x="3330" y="9111"/>
                        <a:pt x="3330" y="9111"/>
                      </a:cubicBezTo>
                      <a:lnTo>
                        <a:pt x="3140" y="9111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17" name="Shape">
                  <a:extLst>
                    <a:ext uri="{FF2B5EF4-FFF2-40B4-BE49-F238E27FC236}">
                      <a16:creationId xmlns:a16="http://schemas.microsoft.com/office/drawing/2014/main" id="{B2C12234-AF9A-4AA0-89E2-CE4B2BBBF35C}"/>
                    </a:ext>
                  </a:extLst>
                </p:cNvPr>
                <p:cNvSpPr/>
                <p:nvPr/>
              </p:nvSpPr>
              <p:spPr>
                <a:xfrm>
                  <a:off x="6619268" y="6486535"/>
                  <a:ext cx="327832" cy="1782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17" h="20762" extrusionOk="0">
                      <a:moveTo>
                        <a:pt x="455" y="15078"/>
                      </a:moveTo>
                      <a:cubicBezTo>
                        <a:pt x="455" y="15078"/>
                        <a:pt x="455" y="14686"/>
                        <a:pt x="455" y="13900"/>
                      </a:cubicBezTo>
                      <a:cubicBezTo>
                        <a:pt x="227" y="13115"/>
                        <a:pt x="0" y="11937"/>
                        <a:pt x="0" y="11937"/>
                      </a:cubicBezTo>
                      <a:cubicBezTo>
                        <a:pt x="0" y="11937"/>
                        <a:pt x="227" y="11544"/>
                        <a:pt x="455" y="11937"/>
                      </a:cubicBezTo>
                      <a:cubicBezTo>
                        <a:pt x="682" y="12329"/>
                        <a:pt x="909" y="13115"/>
                        <a:pt x="1592" y="12329"/>
                      </a:cubicBezTo>
                      <a:cubicBezTo>
                        <a:pt x="1819" y="12329"/>
                        <a:pt x="2046" y="12329"/>
                        <a:pt x="2046" y="11937"/>
                      </a:cubicBezTo>
                      <a:cubicBezTo>
                        <a:pt x="2501" y="11151"/>
                        <a:pt x="2501" y="10366"/>
                        <a:pt x="2728" y="10366"/>
                      </a:cubicBezTo>
                      <a:cubicBezTo>
                        <a:pt x="2956" y="9973"/>
                        <a:pt x="2956" y="10366"/>
                        <a:pt x="3411" y="10366"/>
                      </a:cubicBezTo>
                      <a:cubicBezTo>
                        <a:pt x="3411" y="10366"/>
                        <a:pt x="3638" y="9973"/>
                        <a:pt x="3638" y="9973"/>
                      </a:cubicBezTo>
                      <a:cubicBezTo>
                        <a:pt x="3865" y="9973"/>
                        <a:pt x="3865" y="10366"/>
                        <a:pt x="4093" y="10366"/>
                      </a:cubicBezTo>
                      <a:cubicBezTo>
                        <a:pt x="4320" y="10366"/>
                        <a:pt x="4320" y="9973"/>
                        <a:pt x="4547" y="10366"/>
                      </a:cubicBezTo>
                      <a:cubicBezTo>
                        <a:pt x="4775" y="10366"/>
                        <a:pt x="5002" y="10758"/>
                        <a:pt x="5229" y="10758"/>
                      </a:cubicBezTo>
                      <a:cubicBezTo>
                        <a:pt x="5457" y="10758"/>
                        <a:pt x="5912" y="10758"/>
                        <a:pt x="5912" y="9973"/>
                      </a:cubicBezTo>
                      <a:cubicBezTo>
                        <a:pt x="6139" y="9580"/>
                        <a:pt x="6366" y="8795"/>
                        <a:pt x="6366" y="7617"/>
                      </a:cubicBezTo>
                      <a:cubicBezTo>
                        <a:pt x="6366" y="6438"/>
                        <a:pt x="6139" y="5653"/>
                        <a:pt x="6366" y="6046"/>
                      </a:cubicBezTo>
                      <a:cubicBezTo>
                        <a:pt x="6366" y="6046"/>
                        <a:pt x="7048" y="6438"/>
                        <a:pt x="7503" y="6831"/>
                      </a:cubicBezTo>
                      <a:cubicBezTo>
                        <a:pt x="7958" y="6831"/>
                        <a:pt x="7731" y="6438"/>
                        <a:pt x="8185" y="6831"/>
                      </a:cubicBezTo>
                      <a:cubicBezTo>
                        <a:pt x="8640" y="6831"/>
                        <a:pt x="9549" y="7224"/>
                        <a:pt x="10004" y="7224"/>
                      </a:cubicBezTo>
                      <a:cubicBezTo>
                        <a:pt x="10914" y="7224"/>
                        <a:pt x="12051" y="7224"/>
                        <a:pt x="13187" y="6831"/>
                      </a:cubicBezTo>
                      <a:cubicBezTo>
                        <a:pt x="13187" y="6438"/>
                        <a:pt x="13642" y="6046"/>
                        <a:pt x="13869" y="6046"/>
                      </a:cubicBezTo>
                      <a:cubicBezTo>
                        <a:pt x="14097" y="5653"/>
                        <a:pt x="14552" y="6046"/>
                        <a:pt x="15006" y="5653"/>
                      </a:cubicBezTo>
                      <a:cubicBezTo>
                        <a:pt x="15234" y="5653"/>
                        <a:pt x="15688" y="5260"/>
                        <a:pt x="15916" y="4867"/>
                      </a:cubicBezTo>
                      <a:cubicBezTo>
                        <a:pt x="16371" y="4475"/>
                        <a:pt x="16825" y="4082"/>
                        <a:pt x="17280" y="3689"/>
                      </a:cubicBezTo>
                      <a:cubicBezTo>
                        <a:pt x="17507" y="3689"/>
                        <a:pt x="17507" y="3297"/>
                        <a:pt x="17735" y="2904"/>
                      </a:cubicBezTo>
                      <a:cubicBezTo>
                        <a:pt x="17962" y="2904"/>
                        <a:pt x="17962" y="2904"/>
                        <a:pt x="18189" y="2904"/>
                      </a:cubicBezTo>
                      <a:cubicBezTo>
                        <a:pt x="18417" y="2904"/>
                        <a:pt x="18644" y="2511"/>
                        <a:pt x="18872" y="2511"/>
                      </a:cubicBezTo>
                      <a:cubicBezTo>
                        <a:pt x="19326" y="2118"/>
                        <a:pt x="19554" y="1726"/>
                        <a:pt x="20236" y="940"/>
                      </a:cubicBezTo>
                      <a:cubicBezTo>
                        <a:pt x="20918" y="-238"/>
                        <a:pt x="21600" y="-238"/>
                        <a:pt x="21373" y="547"/>
                      </a:cubicBezTo>
                      <a:cubicBezTo>
                        <a:pt x="21373" y="940"/>
                        <a:pt x="20463" y="1726"/>
                        <a:pt x="20236" y="2118"/>
                      </a:cubicBezTo>
                      <a:cubicBezTo>
                        <a:pt x="19781" y="2904"/>
                        <a:pt x="19326" y="3689"/>
                        <a:pt x="18872" y="4082"/>
                      </a:cubicBezTo>
                      <a:cubicBezTo>
                        <a:pt x="18417" y="4082"/>
                        <a:pt x="17735" y="4867"/>
                        <a:pt x="17280" y="5653"/>
                      </a:cubicBezTo>
                      <a:cubicBezTo>
                        <a:pt x="16825" y="6046"/>
                        <a:pt x="16825" y="6831"/>
                        <a:pt x="16598" y="7224"/>
                      </a:cubicBezTo>
                      <a:cubicBezTo>
                        <a:pt x="15916" y="8009"/>
                        <a:pt x="15688" y="7224"/>
                        <a:pt x="15461" y="7617"/>
                      </a:cubicBezTo>
                      <a:cubicBezTo>
                        <a:pt x="15461" y="8402"/>
                        <a:pt x="15234" y="9580"/>
                        <a:pt x="15234" y="10366"/>
                      </a:cubicBezTo>
                      <a:cubicBezTo>
                        <a:pt x="15461" y="11544"/>
                        <a:pt x="16143" y="12329"/>
                        <a:pt x="16598" y="13115"/>
                      </a:cubicBezTo>
                      <a:cubicBezTo>
                        <a:pt x="16598" y="13115"/>
                        <a:pt x="17280" y="14293"/>
                        <a:pt x="16825" y="14686"/>
                      </a:cubicBezTo>
                      <a:cubicBezTo>
                        <a:pt x="16598" y="14686"/>
                        <a:pt x="16371" y="13900"/>
                        <a:pt x="15916" y="13900"/>
                      </a:cubicBezTo>
                      <a:cubicBezTo>
                        <a:pt x="15461" y="13900"/>
                        <a:pt x="14779" y="13900"/>
                        <a:pt x="14324" y="14293"/>
                      </a:cubicBezTo>
                      <a:cubicBezTo>
                        <a:pt x="14097" y="14293"/>
                        <a:pt x="13869" y="13900"/>
                        <a:pt x="13415" y="13900"/>
                      </a:cubicBezTo>
                      <a:cubicBezTo>
                        <a:pt x="12960" y="14293"/>
                        <a:pt x="12505" y="15864"/>
                        <a:pt x="12505" y="16649"/>
                      </a:cubicBezTo>
                      <a:cubicBezTo>
                        <a:pt x="12505" y="17042"/>
                        <a:pt x="12051" y="17042"/>
                        <a:pt x="11823" y="17827"/>
                      </a:cubicBezTo>
                      <a:cubicBezTo>
                        <a:pt x="11368" y="18220"/>
                        <a:pt x="11141" y="17827"/>
                        <a:pt x="10686" y="18220"/>
                      </a:cubicBezTo>
                      <a:cubicBezTo>
                        <a:pt x="10232" y="18613"/>
                        <a:pt x="10232" y="19006"/>
                        <a:pt x="9777" y="19006"/>
                      </a:cubicBezTo>
                      <a:cubicBezTo>
                        <a:pt x="9095" y="19006"/>
                        <a:pt x="8413" y="19398"/>
                        <a:pt x="8185" y="19398"/>
                      </a:cubicBezTo>
                      <a:cubicBezTo>
                        <a:pt x="6821" y="19398"/>
                        <a:pt x="7503" y="21362"/>
                        <a:pt x="6594" y="20577"/>
                      </a:cubicBezTo>
                      <a:cubicBezTo>
                        <a:pt x="6139" y="20577"/>
                        <a:pt x="5912" y="19791"/>
                        <a:pt x="5457" y="19398"/>
                      </a:cubicBezTo>
                      <a:cubicBezTo>
                        <a:pt x="5229" y="19398"/>
                        <a:pt x="4775" y="20184"/>
                        <a:pt x="4320" y="20577"/>
                      </a:cubicBezTo>
                      <a:cubicBezTo>
                        <a:pt x="3865" y="20969"/>
                        <a:pt x="3183" y="19791"/>
                        <a:pt x="2728" y="19398"/>
                      </a:cubicBezTo>
                      <a:cubicBezTo>
                        <a:pt x="2274" y="19006"/>
                        <a:pt x="2046" y="19791"/>
                        <a:pt x="1819" y="19398"/>
                      </a:cubicBezTo>
                      <a:cubicBezTo>
                        <a:pt x="1364" y="18613"/>
                        <a:pt x="1592" y="17827"/>
                        <a:pt x="1137" y="17435"/>
                      </a:cubicBezTo>
                      <a:cubicBezTo>
                        <a:pt x="909" y="16649"/>
                        <a:pt x="455" y="15864"/>
                        <a:pt x="455" y="1507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18" name="Shape">
                  <a:extLst>
                    <a:ext uri="{FF2B5EF4-FFF2-40B4-BE49-F238E27FC236}">
                      <a16:creationId xmlns:a16="http://schemas.microsoft.com/office/drawing/2014/main" id="{5E5904A0-FA80-46B4-9BFB-45F8ADF7485E}"/>
                    </a:ext>
                  </a:extLst>
                </p:cNvPr>
                <p:cNvSpPr/>
                <p:nvPr/>
              </p:nvSpPr>
              <p:spPr>
                <a:xfrm>
                  <a:off x="4296483" y="5033371"/>
                  <a:ext cx="647829" cy="66862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277" y="1527"/>
                      </a:moveTo>
                      <a:cubicBezTo>
                        <a:pt x="1277" y="1527"/>
                        <a:pt x="1277" y="1527"/>
                        <a:pt x="1277" y="1527"/>
                      </a:cubicBezTo>
                      <a:cubicBezTo>
                        <a:pt x="1277" y="1527"/>
                        <a:pt x="1277" y="1527"/>
                        <a:pt x="1277" y="1527"/>
                      </a:cubicBezTo>
                      <a:cubicBezTo>
                        <a:pt x="1394" y="1527"/>
                        <a:pt x="1394" y="1527"/>
                        <a:pt x="1510" y="1527"/>
                      </a:cubicBezTo>
                      <a:cubicBezTo>
                        <a:pt x="1742" y="1527"/>
                        <a:pt x="1858" y="1527"/>
                        <a:pt x="1858" y="1527"/>
                      </a:cubicBezTo>
                      <a:cubicBezTo>
                        <a:pt x="1974" y="1200"/>
                        <a:pt x="1974" y="1200"/>
                        <a:pt x="1974" y="1200"/>
                      </a:cubicBezTo>
                      <a:cubicBezTo>
                        <a:pt x="2206" y="1091"/>
                        <a:pt x="2206" y="1091"/>
                        <a:pt x="2206" y="1091"/>
                      </a:cubicBezTo>
                      <a:cubicBezTo>
                        <a:pt x="2206" y="1091"/>
                        <a:pt x="2555" y="655"/>
                        <a:pt x="2671" y="655"/>
                      </a:cubicBezTo>
                      <a:cubicBezTo>
                        <a:pt x="2903" y="655"/>
                        <a:pt x="2671" y="436"/>
                        <a:pt x="2671" y="436"/>
                      </a:cubicBezTo>
                      <a:cubicBezTo>
                        <a:pt x="2671" y="436"/>
                        <a:pt x="3252" y="218"/>
                        <a:pt x="3484" y="218"/>
                      </a:cubicBezTo>
                      <a:cubicBezTo>
                        <a:pt x="3484" y="218"/>
                        <a:pt x="3484" y="218"/>
                        <a:pt x="3600" y="218"/>
                      </a:cubicBezTo>
                      <a:cubicBezTo>
                        <a:pt x="3716" y="218"/>
                        <a:pt x="3716" y="327"/>
                        <a:pt x="3716" y="327"/>
                      </a:cubicBezTo>
                      <a:cubicBezTo>
                        <a:pt x="4181" y="109"/>
                        <a:pt x="4181" y="109"/>
                        <a:pt x="4181" y="109"/>
                      </a:cubicBezTo>
                      <a:cubicBezTo>
                        <a:pt x="4181" y="109"/>
                        <a:pt x="4877" y="0"/>
                        <a:pt x="4994" y="0"/>
                      </a:cubicBezTo>
                      <a:cubicBezTo>
                        <a:pt x="5110" y="0"/>
                        <a:pt x="5342" y="109"/>
                        <a:pt x="5342" y="109"/>
                      </a:cubicBezTo>
                      <a:cubicBezTo>
                        <a:pt x="5574" y="109"/>
                        <a:pt x="5574" y="109"/>
                        <a:pt x="5574" y="109"/>
                      </a:cubicBezTo>
                      <a:cubicBezTo>
                        <a:pt x="5574" y="109"/>
                        <a:pt x="5690" y="218"/>
                        <a:pt x="5806" y="218"/>
                      </a:cubicBezTo>
                      <a:cubicBezTo>
                        <a:pt x="6039" y="327"/>
                        <a:pt x="6155" y="655"/>
                        <a:pt x="6271" y="655"/>
                      </a:cubicBezTo>
                      <a:cubicBezTo>
                        <a:pt x="6503" y="764"/>
                        <a:pt x="6735" y="764"/>
                        <a:pt x="6852" y="764"/>
                      </a:cubicBezTo>
                      <a:cubicBezTo>
                        <a:pt x="6968" y="873"/>
                        <a:pt x="7200" y="982"/>
                        <a:pt x="7200" y="982"/>
                      </a:cubicBezTo>
                      <a:cubicBezTo>
                        <a:pt x="7200" y="982"/>
                        <a:pt x="7781" y="1527"/>
                        <a:pt x="7897" y="1527"/>
                      </a:cubicBezTo>
                      <a:cubicBezTo>
                        <a:pt x="8013" y="1527"/>
                        <a:pt x="8013" y="1527"/>
                        <a:pt x="8129" y="1745"/>
                      </a:cubicBezTo>
                      <a:cubicBezTo>
                        <a:pt x="8245" y="1855"/>
                        <a:pt x="8594" y="1745"/>
                        <a:pt x="8594" y="1745"/>
                      </a:cubicBezTo>
                      <a:cubicBezTo>
                        <a:pt x="8594" y="1745"/>
                        <a:pt x="8710" y="2073"/>
                        <a:pt x="8594" y="2182"/>
                      </a:cubicBezTo>
                      <a:cubicBezTo>
                        <a:pt x="8594" y="2291"/>
                        <a:pt x="8594" y="2618"/>
                        <a:pt x="8594" y="2618"/>
                      </a:cubicBezTo>
                      <a:cubicBezTo>
                        <a:pt x="8594" y="2618"/>
                        <a:pt x="8594" y="2727"/>
                        <a:pt x="8594" y="2836"/>
                      </a:cubicBezTo>
                      <a:cubicBezTo>
                        <a:pt x="8710" y="3055"/>
                        <a:pt x="8826" y="3055"/>
                        <a:pt x="8826" y="3273"/>
                      </a:cubicBezTo>
                      <a:cubicBezTo>
                        <a:pt x="8942" y="3382"/>
                        <a:pt x="8826" y="3382"/>
                        <a:pt x="8942" y="3491"/>
                      </a:cubicBezTo>
                      <a:cubicBezTo>
                        <a:pt x="9058" y="3600"/>
                        <a:pt x="9174" y="3818"/>
                        <a:pt x="9290" y="3818"/>
                      </a:cubicBezTo>
                      <a:cubicBezTo>
                        <a:pt x="9406" y="3818"/>
                        <a:pt x="9523" y="3818"/>
                        <a:pt x="9871" y="3927"/>
                      </a:cubicBezTo>
                      <a:cubicBezTo>
                        <a:pt x="10219" y="4145"/>
                        <a:pt x="10335" y="4145"/>
                        <a:pt x="10452" y="4255"/>
                      </a:cubicBezTo>
                      <a:cubicBezTo>
                        <a:pt x="10684" y="4364"/>
                        <a:pt x="10568" y="4255"/>
                        <a:pt x="10916" y="4364"/>
                      </a:cubicBezTo>
                      <a:cubicBezTo>
                        <a:pt x="11381" y="4473"/>
                        <a:pt x="11265" y="4364"/>
                        <a:pt x="11381" y="4473"/>
                      </a:cubicBezTo>
                      <a:cubicBezTo>
                        <a:pt x="11497" y="4473"/>
                        <a:pt x="11381" y="4364"/>
                        <a:pt x="11613" y="4473"/>
                      </a:cubicBezTo>
                      <a:cubicBezTo>
                        <a:pt x="11961" y="4473"/>
                        <a:pt x="12194" y="4582"/>
                        <a:pt x="12194" y="4582"/>
                      </a:cubicBezTo>
                      <a:cubicBezTo>
                        <a:pt x="12194" y="4800"/>
                        <a:pt x="12194" y="4800"/>
                        <a:pt x="12194" y="4800"/>
                      </a:cubicBezTo>
                      <a:cubicBezTo>
                        <a:pt x="11961" y="5236"/>
                        <a:pt x="11961" y="5236"/>
                        <a:pt x="11961" y="5236"/>
                      </a:cubicBezTo>
                      <a:cubicBezTo>
                        <a:pt x="11961" y="5564"/>
                        <a:pt x="11961" y="5564"/>
                        <a:pt x="11961" y="5564"/>
                      </a:cubicBezTo>
                      <a:cubicBezTo>
                        <a:pt x="11961" y="5564"/>
                        <a:pt x="11729" y="5564"/>
                        <a:pt x="11961" y="5673"/>
                      </a:cubicBezTo>
                      <a:cubicBezTo>
                        <a:pt x="12194" y="5782"/>
                        <a:pt x="12658" y="5891"/>
                        <a:pt x="12658" y="5891"/>
                      </a:cubicBezTo>
                      <a:cubicBezTo>
                        <a:pt x="13006" y="6109"/>
                        <a:pt x="13006" y="6109"/>
                        <a:pt x="13006" y="6109"/>
                      </a:cubicBezTo>
                      <a:cubicBezTo>
                        <a:pt x="13006" y="6109"/>
                        <a:pt x="12774" y="6436"/>
                        <a:pt x="12658" y="6545"/>
                      </a:cubicBezTo>
                      <a:cubicBezTo>
                        <a:pt x="12542" y="6545"/>
                        <a:pt x="12194" y="6545"/>
                        <a:pt x="12194" y="6545"/>
                      </a:cubicBezTo>
                      <a:cubicBezTo>
                        <a:pt x="12194" y="6545"/>
                        <a:pt x="12077" y="6873"/>
                        <a:pt x="12310" y="6873"/>
                      </a:cubicBezTo>
                      <a:cubicBezTo>
                        <a:pt x="12426" y="6982"/>
                        <a:pt x="12658" y="6982"/>
                        <a:pt x="12774" y="6982"/>
                      </a:cubicBezTo>
                      <a:cubicBezTo>
                        <a:pt x="12890" y="6982"/>
                        <a:pt x="13123" y="7091"/>
                        <a:pt x="13123" y="7091"/>
                      </a:cubicBezTo>
                      <a:cubicBezTo>
                        <a:pt x="13123" y="7091"/>
                        <a:pt x="13239" y="7091"/>
                        <a:pt x="13355" y="7200"/>
                      </a:cubicBezTo>
                      <a:cubicBezTo>
                        <a:pt x="13355" y="7418"/>
                        <a:pt x="13471" y="7527"/>
                        <a:pt x="13587" y="7527"/>
                      </a:cubicBezTo>
                      <a:cubicBezTo>
                        <a:pt x="13703" y="7527"/>
                        <a:pt x="13935" y="7527"/>
                        <a:pt x="14052" y="7527"/>
                      </a:cubicBezTo>
                      <a:cubicBezTo>
                        <a:pt x="14168" y="7527"/>
                        <a:pt x="14168" y="7418"/>
                        <a:pt x="14284" y="7418"/>
                      </a:cubicBezTo>
                      <a:cubicBezTo>
                        <a:pt x="14400" y="7527"/>
                        <a:pt x="15097" y="7418"/>
                        <a:pt x="15097" y="7418"/>
                      </a:cubicBezTo>
                      <a:cubicBezTo>
                        <a:pt x="15097" y="7418"/>
                        <a:pt x="15097" y="7418"/>
                        <a:pt x="15213" y="7636"/>
                      </a:cubicBezTo>
                      <a:cubicBezTo>
                        <a:pt x="15445" y="7964"/>
                        <a:pt x="15794" y="8073"/>
                        <a:pt x="15794" y="8073"/>
                      </a:cubicBezTo>
                      <a:cubicBezTo>
                        <a:pt x="15794" y="8073"/>
                        <a:pt x="15910" y="8182"/>
                        <a:pt x="15910" y="8073"/>
                      </a:cubicBezTo>
                      <a:cubicBezTo>
                        <a:pt x="15910" y="7964"/>
                        <a:pt x="16026" y="7855"/>
                        <a:pt x="16026" y="7855"/>
                      </a:cubicBezTo>
                      <a:cubicBezTo>
                        <a:pt x="16026" y="7855"/>
                        <a:pt x="16258" y="7527"/>
                        <a:pt x="16258" y="7418"/>
                      </a:cubicBezTo>
                      <a:cubicBezTo>
                        <a:pt x="16374" y="7309"/>
                        <a:pt x="16490" y="6982"/>
                        <a:pt x="16606" y="6982"/>
                      </a:cubicBezTo>
                      <a:cubicBezTo>
                        <a:pt x="16723" y="6873"/>
                        <a:pt x="17071" y="6655"/>
                        <a:pt x="17071" y="6655"/>
                      </a:cubicBezTo>
                      <a:cubicBezTo>
                        <a:pt x="17071" y="6655"/>
                        <a:pt x="17071" y="6545"/>
                        <a:pt x="17303" y="6655"/>
                      </a:cubicBezTo>
                      <a:cubicBezTo>
                        <a:pt x="17419" y="6873"/>
                        <a:pt x="17768" y="7091"/>
                        <a:pt x="17768" y="7091"/>
                      </a:cubicBezTo>
                      <a:cubicBezTo>
                        <a:pt x="18348" y="7091"/>
                        <a:pt x="18348" y="7091"/>
                        <a:pt x="18348" y="7091"/>
                      </a:cubicBezTo>
                      <a:cubicBezTo>
                        <a:pt x="18348" y="7091"/>
                        <a:pt x="18697" y="7200"/>
                        <a:pt x="18697" y="7309"/>
                      </a:cubicBezTo>
                      <a:cubicBezTo>
                        <a:pt x="18697" y="7418"/>
                        <a:pt x="18581" y="7418"/>
                        <a:pt x="18348" y="7527"/>
                      </a:cubicBezTo>
                      <a:cubicBezTo>
                        <a:pt x="18232" y="7527"/>
                        <a:pt x="17884" y="7200"/>
                        <a:pt x="17884" y="7309"/>
                      </a:cubicBezTo>
                      <a:cubicBezTo>
                        <a:pt x="17768" y="7418"/>
                        <a:pt x="17768" y="7636"/>
                        <a:pt x="17768" y="7636"/>
                      </a:cubicBezTo>
                      <a:cubicBezTo>
                        <a:pt x="17303" y="7855"/>
                        <a:pt x="17303" y="7855"/>
                        <a:pt x="17303" y="7855"/>
                      </a:cubicBezTo>
                      <a:cubicBezTo>
                        <a:pt x="17419" y="8073"/>
                        <a:pt x="17419" y="8073"/>
                        <a:pt x="17419" y="8073"/>
                      </a:cubicBezTo>
                      <a:cubicBezTo>
                        <a:pt x="17419" y="8073"/>
                        <a:pt x="18000" y="8291"/>
                        <a:pt x="18000" y="8400"/>
                      </a:cubicBezTo>
                      <a:cubicBezTo>
                        <a:pt x="18000" y="8509"/>
                        <a:pt x="18000" y="8727"/>
                        <a:pt x="18000" y="8727"/>
                      </a:cubicBezTo>
                      <a:cubicBezTo>
                        <a:pt x="18348" y="8836"/>
                        <a:pt x="18348" y="8836"/>
                        <a:pt x="18348" y="8836"/>
                      </a:cubicBezTo>
                      <a:cubicBezTo>
                        <a:pt x="18581" y="8727"/>
                        <a:pt x="18581" y="8727"/>
                        <a:pt x="18581" y="8727"/>
                      </a:cubicBezTo>
                      <a:cubicBezTo>
                        <a:pt x="18581" y="9164"/>
                        <a:pt x="18581" y="9164"/>
                        <a:pt x="18581" y="9164"/>
                      </a:cubicBezTo>
                      <a:cubicBezTo>
                        <a:pt x="18581" y="9600"/>
                        <a:pt x="18581" y="9600"/>
                        <a:pt x="18581" y="9600"/>
                      </a:cubicBezTo>
                      <a:cubicBezTo>
                        <a:pt x="18581" y="9927"/>
                        <a:pt x="18581" y="9927"/>
                        <a:pt x="18581" y="9927"/>
                      </a:cubicBezTo>
                      <a:cubicBezTo>
                        <a:pt x="18581" y="9927"/>
                        <a:pt x="18697" y="10255"/>
                        <a:pt x="18581" y="10255"/>
                      </a:cubicBezTo>
                      <a:cubicBezTo>
                        <a:pt x="18465" y="10255"/>
                        <a:pt x="18116" y="10473"/>
                        <a:pt x="18116" y="10473"/>
                      </a:cubicBezTo>
                      <a:cubicBezTo>
                        <a:pt x="17884" y="10800"/>
                        <a:pt x="17884" y="10800"/>
                        <a:pt x="17884" y="10800"/>
                      </a:cubicBezTo>
                      <a:cubicBezTo>
                        <a:pt x="17884" y="10800"/>
                        <a:pt x="17884" y="11236"/>
                        <a:pt x="17884" y="11345"/>
                      </a:cubicBezTo>
                      <a:cubicBezTo>
                        <a:pt x="18000" y="11564"/>
                        <a:pt x="17884" y="11891"/>
                        <a:pt x="17884" y="11891"/>
                      </a:cubicBezTo>
                      <a:cubicBezTo>
                        <a:pt x="17884" y="11891"/>
                        <a:pt x="17884" y="12109"/>
                        <a:pt x="18000" y="12218"/>
                      </a:cubicBezTo>
                      <a:cubicBezTo>
                        <a:pt x="18116" y="12327"/>
                        <a:pt x="18232" y="12545"/>
                        <a:pt x="18232" y="12545"/>
                      </a:cubicBezTo>
                      <a:cubicBezTo>
                        <a:pt x="18232" y="12545"/>
                        <a:pt x="18348" y="12655"/>
                        <a:pt x="18465" y="12873"/>
                      </a:cubicBezTo>
                      <a:cubicBezTo>
                        <a:pt x="18581" y="13091"/>
                        <a:pt x="19045" y="13636"/>
                        <a:pt x="19045" y="13636"/>
                      </a:cubicBezTo>
                      <a:cubicBezTo>
                        <a:pt x="19045" y="13636"/>
                        <a:pt x="19394" y="13745"/>
                        <a:pt x="19510" y="13745"/>
                      </a:cubicBezTo>
                      <a:cubicBezTo>
                        <a:pt x="19510" y="13745"/>
                        <a:pt x="19974" y="13964"/>
                        <a:pt x="19974" y="13964"/>
                      </a:cubicBezTo>
                      <a:cubicBezTo>
                        <a:pt x="19974" y="13964"/>
                        <a:pt x="20206" y="13964"/>
                        <a:pt x="20206" y="14073"/>
                      </a:cubicBezTo>
                      <a:cubicBezTo>
                        <a:pt x="20206" y="14073"/>
                        <a:pt x="20671" y="14727"/>
                        <a:pt x="20671" y="14727"/>
                      </a:cubicBezTo>
                      <a:cubicBezTo>
                        <a:pt x="21135" y="14836"/>
                        <a:pt x="21135" y="14836"/>
                        <a:pt x="21135" y="14836"/>
                      </a:cubicBezTo>
                      <a:cubicBezTo>
                        <a:pt x="21600" y="14836"/>
                        <a:pt x="21600" y="14836"/>
                        <a:pt x="21600" y="14836"/>
                      </a:cubicBezTo>
                      <a:cubicBezTo>
                        <a:pt x="21600" y="14836"/>
                        <a:pt x="21484" y="15382"/>
                        <a:pt x="21368" y="15491"/>
                      </a:cubicBezTo>
                      <a:cubicBezTo>
                        <a:pt x="21252" y="15600"/>
                        <a:pt x="20903" y="16036"/>
                        <a:pt x="20903" y="16036"/>
                      </a:cubicBezTo>
                      <a:cubicBezTo>
                        <a:pt x="20903" y="16036"/>
                        <a:pt x="20671" y="16255"/>
                        <a:pt x="20671" y="16473"/>
                      </a:cubicBezTo>
                      <a:cubicBezTo>
                        <a:pt x="20787" y="16582"/>
                        <a:pt x="20787" y="16909"/>
                        <a:pt x="20787" y="16909"/>
                      </a:cubicBezTo>
                      <a:cubicBezTo>
                        <a:pt x="20787" y="16909"/>
                        <a:pt x="20555" y="17127"/>
                        <a:pt x="20439" y="17127"/>
                      </a:cubicBezTo>
                      <a:cubicBezTo>
                        <a:pt x="20323" y="17127"/>
                        <a:pt x="20090" y="17127"/>
                        <a:pt x="19974" y="17236"/>
                      </a:cubicBezTo>
                      <a:cubicBezTo>
                        <a:pt x="19858" y="17236"/>
                        <a:pt x="19742" y="17345"/>
                        <a:pt x="19742" y="17345"/>
                      </a:cubicBezTo>
                      <a:cubicBezTo>
                        <a:pt x="19626" y="17455"/>
                        <a:pt x="19394" y="17673"/>
                        <a:pt x="19394" y="17673"/>
                      </a:cubicBezTo>
                      <a:cubicBezTo>
                        <a:pt x="19626" y="18000"/>
                        <a:pt x="19626" y="18000"/>
                        <a:pt x="19626" y="18000"/>
                      </a:cubicBezTo>
                      <a:cubicBezTo>
                        <a:pt x="19742" y="18545"/>
                        <a:pt x="19742" y="18545"/>
                        <a:pt x="19742" y="18545"/>
                      </a:cubicBezTo>
                      <a:cubicBezTo>
                        <a:pt x="19742" y="19091"/>
                        <a:pt x="19742" y="19091"/>
                        <a:pt x="19742" y="19091"/>
                      </a:cubicBezTo>
                      <a:cubicBezTo>
                        <a:pt x="19742" y="19091"/>
                        <a:pt x="20090" y="19200"/>
                        <a:pt x="20090" y="19309"/>
                      </a:cubicBezTo>
                      <a:cubicBezTo>
                        <a:pt x="20206" y="19309"/>
                        <a:pt x="20323" y="19636"/>
                        <a:pt x="20323" y="19636"/>
                      </a:cubicBezTo>
                      <a:cubicBezTo>
                        <a:pt x="20206" y="19855"/>
                        <a:pt x="20206" y="19855"/>
                        <a:pt x="20206" y="19855"/>
                      </a:cubicBezTo>
                      <a:cubicBezTo>
                        <a:pt x="20090" y="20182"/>
                        <a:pt x="20090" y="20182"/>
                        <a:pt x="20090" y="20182"/>
                      </a:cubicBezTo>
                      <a:cubicBezTo>
                        <a:pt x="20090" y="20182"/>
                        <a:pt x="19974" y="20400"/>
                        <a:pt x="19858" y="20509"/>
                      </a:cubicBezTo>
                      <a:cubicBezTo>
                        <a:pt x="19626" y="20509"/>
                        <a:pt x="19277" y="20509"/>
                        <a:pt x="19277" y="20509"/>
                      </a:cubicBezTo>
                      <a:cubicBezTo>
                        <a:pt x="19277" y="20509"/>
                        <a:pt x="19277" y="20400"/>
                        <a:pt x="19045" y="20509"/>
                      </a:cubicBezTo>
                      <a:cubicBezTo>
                        <a:pt x="18813" y="20509"/>
                        <a:pt x="18581" y="20727"/>
                        <a:pt x="18581" y="20727"/>
                      </a:cubicBezTo>
                      <a:cubicBezTo>
                        <a:pt x="18581" y="20727"/>
                        <a:pt x="18581" y="20727"/>
                        <a:pt x="18465" y="20836"/>
                      </a:cubicBezTo>
                      <a:cubicBezTo>
                        <a:pt x="18232" y="20836"/>
                        <a:pt x="18116" y="20836"/>
                        <a:pt x="18000" y="20836"/>
                      </a:cubicBezTo>
                      <a:cubicBezTo>
                        <a:pt x="17884" y="20836"/>
                        <a:pt x="17652" y="20727"/>
                        <a:pt x="17652" y="20727"/>
                      </a:cubicBezTo>
                      <a:cubicBezTo>
                        <a:pt x="17419" y="21055"/>
                        <a:pt x="17419" y="21055"/>
                        <a:pt x="17419" y="21055"/>
                      </a:cubicBezTo>
                      <a:cubicBezTo>
                        <a:pt x="17419" y="21055"/>
                        <a:pt x="17187" y="21164"/>
                        <a:pt x="17071" y="21164"/>
                      </a:cubicBezTo>
                      <a:cubicBezTo>
                        <a:pt x="17071" y="21164"/>
                        <a:pt x="16723" y="21600"/>
                        <a:pt x="16723" y="21600"/>
                      </a:cubicBezTo>
                      <a:cubicBezTo>
                        <a:pt x="16723" y="21600"/>
                        <a:pt x="16723" y="21600"/>
                        <a:pt x="16606" y="21600"/>
                      </a:cubicBezTo>
                      <a:cubicBezTo>
                        <a:pt x="16374" y="21600"/>
                        <a:pt x="16142" y="21491"/>
                        <a:pt x="16142" y="21491"/>
                      </a:cubicBezTo>
                      <a:cubicBezTo>
                        <a:pt x="15794" y="21164"/>
                        <a:pt x="15794" y="21164"/>
                        <a:pt x="15794" y="21164"/>
                      </a:cubicBezTo>
                      <a:cubicBezTo>
                        <a:pt x="15794" y="21164"/>
                        <a:pt x="15910" y="21164"/>
                        <a:pt x="16142" y="20945"/>
                      </a:cubicBezTo>
                      <a:cubicBezTo>
                        <a:pt x="16258" y="20836"/>
                        <a:pt x="16258" y="20836"/>
                        <a:pt x="16258" y="20727"/>
                      </a:cubicBezTo>
                      <a:cubicBezTo>
                        <a:pt x="16142" y="20509"/>
                        <a:pt x="16026" y="20291"/>
                        <a:pt x="16142" y="20291"/>
                      </a:cubicBezTo>
                      <a:cubicBezTo>
                        <a:pt x="16258" y="20182"/>
                        <a:pt x="16374" y="20291"/>
                        <a:pt x="16490" y="20073"/>
                      </a:cubicBezTo>
                      <a:cubicBezTo>
                        <a:pt x="16490" y="19964"/>
                        <a:pt x="16490" y="19855"/>
                        <a:pt x="16490" y="19636"/>
                      </a:cubicBezTo>
                      <a:cubicBezTo>
                        <a:pt x="16490" y="19527"/>
                        <a:pt x="16490" y="19309"/>
                        <a:pt x="16606" y="19309"/>
                      </a:cubicBezTo>
                      <a:cubicBezTo>
                        <a:pt x="16723" y="19200"/>
                        <a:pt x="16723" y="19091"/>
                        <a:pt x="16723" y="19091"/>
                      </a:cubicBezTo>
                      <a:cubicBezTo>
                        <a:pt x="16142" y="18982"/>
                        <a:pt x="16142" y="18982"/>
                        <a:pt x="16142" y="18982"/>
                      </a:cubicBezTo>
                      <a:cubicBezTo>
                        <a:pt x="15794" y="19091"/>
                        <a:pt x="15794" y="19091"/>
                        <a:pt x="15794" y="19091"/>
                      </a:cubicBezTo>
                      <a:cubicBezTo>
                        <a:pt x="15794" y="19091"/>
                        <a:pt x="15794" y="18873"/>
                        <a:pt x="15561" y="18873"/>
                      </a:cubicBezTo>
                      <a:cubicBezTo>
                        <a:pt x="15329" y="18764"/>
                        <a:pt x="14865" y="18764"/>
                        <a:pt x="14865" y="18764"/>
                      </a:cubicBezTo>
                      <a:cubicBezTo>
                        <a:pt x="14748" y="18327"/>
                        <a:pt x="14748" y="18327"/>
                        <a:pt x="14748" y="18327"/>
                      </a:cubicBezTo>
                      <a:cubicBezTo>
                        <a:pt x="13819" y="18109"/>
                        <a:pt x="13819" y="18109"/>
                        <a:pt x="13819" y="18109"/>
                      </a:cubicBezTo>
                      <a:cubicBezTo>
                        <a:pt x="13819" y="18109"/>
                        <a:pt x="13703" y="17673"/>
                        <a:pt x="13587" y="17564"/>
                      </a:cubicBezTo>
                      <a:cubicBezTo>
                        <a:pt x="13471" y="17455"/>
                        <a:pt x="13471" y="17455"/>
                        <a:pt x="13471" y="17455"/>
                      </a:cubicBezTo>
                      <a:cubicBezTo>
                        <a:pt x="12890" y="17018"/>
                        <a:pt x="12890" y="17018"/>
                        <a:pt x="12890" y="17018"/>
                      </a:cubicBezTo>
                      <a:cubicBezTo>
                        <a:pt x="12542" y="17018"/>
                        <a:pt x="12542" y="17018"/>
                        <a:pt x="12542" y="17018"/>
                      </a:cubicBezTo>
                      <a:cubicBezTo>
                        <a:pt x="12542" y="17018"/>
                        <a:pt x="12426" y="17018"/>
                        <a:pt x="12194" y="16909"/>
                      </a:cubicBezTo>
                      <a:cubicBezTo>
                        <a:pt x="11845" y="16800"/>
                        <a:pt x="11729" y="16473"/>
                        <a:pt x="11729" y="16473"/>
                      </a:cubicBezTo>
                      <a:cubicBezTo>
                        <a:pt x="11729" y="16473"/>
                        <a:pt x="11729" y="16255"/>
                        <a:pt x="11497" y="16364"/>
                      </a:cubicBezTo>
                      <a:cubicBezTo>
                        <a:pt x="11265" y="16582"/>
                        <a:pt x="11032" y="16582"/>
                        <a:pt x="10916" y="16691"/>
                      </a:cubicBezTo>
                      <a:cubicBezTo>
                        <a:pt x="10916" y="16691"/>
                        <a:pt x="10800" y="16691"/>
                        <a:pt x="10684" y="16800"/>
                      </a:cubicBezTo>
                      <a:cubicBezTo>
                        <a:pt x="10684" y="16909"/>
                        <a:pt x="10568" y="16909"/>
                        <a:pt x="10800" y="17127"/>
                      </a:cubicBezTo>
                      <a:cubicBezTo>
                        <a:pt x="10916" y="17236"/>
                        <a:pt x="11032" y="17345"/>
                        <a:pt x="11032" y="17345"/>
                      </a:cubicBezTo>
                      <a:cubicBezTo>
                        <a:pt x="10916" y="17891"/>
                        <a:pt x="10916" y="17891"/>
                        <a:pt x="10916" y="17891"/>
                      </a:cubicBezTo>
                      <a:cubicBezTo>
                        <a:pt x="10219" y="18545"/>
                        <a:pt x="10219" y="18545"/>
                        <a:pt x="10219" y="18545"/>
                      </a:cubicBezTo>
                      <a:cubicBezTo>
                        <a:pt x="10335" y="18873"/>
                        <a:pt x="10335" y="18873"/>
                        <a:pt x="10335" y="18873"/>
                      </a:cubicBezTo>
                      <a:cubicBezTo>
                        <a:pt x="10335" y="18873"/>
                        <a:pt x="10568" y="18873"/>
                        <a:pt x="10219" y="18982"/>
                      </a:cubicBezTo>
                      <a:cubicBezTo>
                        <a:pt x="9987" y="19091"/>
                        <a:pt x="9987" y="19200"/>
                        <a:pt x="9871" y="19200"/>
                      </a:cubicBezTo>
                      <a:cubicBezTo>
                        <a:pt x="9871" y="19091"/>
                        <a:pt x="9755" y="18982"/>
                        <a:pt x="9523" y="18873"/>
                      </a:cubicBezTo>
                      <a:cubicBezTo>
                        <a:pt x="9406" y="18764"/>
                        <a:pt x="9406" y="18764"/>
                        <a:pt x="9406" y="18764"/>
                      </a:cubicBezTo>
                      <a:cubicBezTo>
                        <a:pt x="9406" y="18764"/>
                        <a:pt x="9406" y="18764"/>
                        <a:pt x="9290" y="18655"/>
                      </a:cubicBezTo>
                      <a:cubicBezTo>
                        <a:pt x="9290" y="18655"/>
                        <a:pt x="9290" y="18655"/>
                        <a:pt x="9290" y="18655"/>
                      </a:cubicBezTo>
                      <a:cubicBezTo>
                        <a:pt x="9290" y="18655"/>
                        <a:pt x="9290" y="18545"/>
                        <a:pt x="9058" y="18545"/>
                      </a:cubicBezTo>
                      <a:cubicBezTo>
                        <a:pt x="8942" y="18545"/>
                        <a:pt x="8710" y="18327"/>
                        <a:pt x="8710" y="18327"/>
                      </a:cubicBezTo>
                      <a:cubicBezTo>
                        <a:pt x="8361" y="18327"/>
                        <a:pt x="8361" y="18327"/>
                        <a:pt x="8361" y="18327"/>
                      </a:cubicBezTo>
                      <a:cubicBezTo>
                        <a:pt x="8361" y="18327"/>
                        <a:pt x="8013" y="18000"/>
                        <a:pt x="8013" y="18000"/>
                      </a:cubicBezTo>
                      <a:cubicBezTo>
                        <a:pt x="7897" y="18000"/>
                        <a:pt x="7548" y="17891"/>
                        <a:pt x="7548" y="17891"/>
                      </a:cubicBezTo>
                      <a:cubicBezTo>
                        <a:pt x="7548" y="17673"/>
                        <a:pt x="7548" y="17673"/>
                        <a:pt x="7548" y="17673"/>
                      </a:cubicBezTo>
                      <a:cubicBezTo>
                        <a:pt x="7548" y="17673"/>
                        <a:pt x="7432" y="17673"/>
                        <a:pt x="7432" y="17673"/>
                      </a:cubicBezTo>
                      <a:cubicBezTo>
                        <a:pt x="7316" y="17673"/>
                        <a:pt x="7200" y="17782"/>
                        <a:pt x="7200" y="17782"/>
                      </a:cubicBezTo>
                      <a:cubicBezTo>
                        <a:pt x="6852" y="17891"/>
                        <a:pt x="6852" y="17891"/>
                        <a:pt x="6852" y="17891"/>
                      </a:cubicBezTo>
                      <a:cubicBezTo>
                        <a:pt x="6852" y="17891"/>
                        <a:pt x="6619" y="17891"/>
                        <a:pt x="6619" y="17891"/>
                      </a:cubicBezTo>
                      <a:cubicBezTo>
                        <a:pt x="6503" y="17782"/>
                        <a:pt x="6387" y="17564"/>
                        <a:pt x="6387" y="17564"/>
                      </a:cubicBezTo>
                      <a:cubicBezTo>
                        <a:pt x="6387" y="17564"/>
                        <a:pt x="6387" y="17564"/>
                        <a:pt x="6271" y="17564"/>
                      </a:cubicBezTo>
                      <a:cubicBezTo>
                        <a:pt x="6155" y="17673"/>
                        <a:pt x="6387" y="17782"/>
                        <a:pt x="6155" y="17673"/>
                      </a:cubicBezTo>
                      <a:cubicBezTo>
                        <a:pt x="5806" y="17564"/>
                        <a:pt x="5806" y="17564"/>
                        <a:pt x="5806" y="17564"/>
                      </a:cubicBezTo>
                      <a:cubicBezTo>
                        <a:pt x="5574" y="17345"/>
                        <a:pt x="5574" y="17345"/>
                        <a:pt x="5574" y="17345"/>
                      </a:cubicBezTo>
                      <a:cubicBezTo>
                        <a:pt x="5458" y="17345"/>
                        <a:pt x="5458" y="17345"/>
                        <a:pt x="5458" y="17345"/>
                      </a:cubicBezTo>
                      <a:cubicBezTo>
                        <a:pt x="5342" y="17345"/>
                        <a:pt x="5342" y="17345"/>
                        <a:pt x="5342" y="17345"/>
                      </a:cubicBezTo>
                      <a:cubicBezTo>
                        <a:pt x="5342" y="17345"/>
                        <a:pt x="5226" y="17127"/>
                        <a:pt x="5226" y="17127"/>
                      </a:cubicBezTo>
                      <a:cubicBezTo>
                        <a:pt x="5226" y="17127"/>
                        <a:pt x="5226" y="16909"/>
                        <a:pt x="5226" y="16909"/>
                      </a:cubicBezTo>
                      <a:cubicBezTo>
                        <a:pt x="5110" y="16909"/>
                        <a:pt x="4761" y="16800"/>
                        <a:pt x="4761" y="16800"/>
                      </a:cubicBezTo>
                      <a:cubicBezTo>
                        <a:pt x="4645" y="16582"/>
                        <a:pt x="4645" y="16582"/>
                        <a:pt x="4645" y="16582"/>
                      </a:cubicBezTo>
                      <a:cubicBezTo>
                        <a:pt x="4645" y="16582"/>
                        <a:pt x="4645" y="16582"/>
                        <a:pt x="4645" y="16582"/>
                      </a:cubicBezTo>
                      <a:cubicBezTo>
                        <a:pt x="4529" y="16582"/>
                        <a:pt x="4297" y="16473"/>
                        <a:pt x="4297" y="16473"/>
                      </a:cubicBezTo>
                      <a:cubicBezTo>
                        <a:pt x="4181" y="16364"/>
                        <a:pt x="4181" y="16364"/>
                        <a:pt x="4181" y="16364"/>
                      </a:cubicBezTo>
                      <a:cubicBezTo>
                        <a:pt x="3832" y="16364"/>
                        <a:pt x="3832" y="16364"/>
                        <a:pt x="3832" y="16364"/>
                      </a:cubicBezTo>
                      <a:cubicBezTo>
                        <a:pt x="3716" y="16145"/>
                        <a:pt x="3716" y="16145"/>
                        <a:pt x="3716" y="16145"/>
                      </a:cubicBezTo>
                      <a:cubicBezTo>
                        <a:pt x="3716" y="16145"/>
                        <a:pt x="3600" y="16036"/>
                        <a:pt x="3600" y="16036"/>
                      </a:cubicBezTo>
                      <a:cubicBezTo>
                        <a:pt x="3716" y="16036"/>
                        <a:pt x="3716" y="15818"/>
                        <a:pt x="3716" y="15818"/>
                      </a:cubicBezTo>
                      <a:cubicBezTo>
                        <a:pt x="3600" y="15818"/>
                        <a:pt x="3600" y="15818"/>
                        <a:pt x="3600" y="15818"/>
                      </a:cubicBezTo>
                      <a:cubicBezTo>
                        <a:pt x="3716" y="15709"/>
                        <a:pt x="3948" y="15709"/>
                        <a:pt x="3948" y="15709"/>
                      </a:cubicBezTo>
                      <a:cubicBezTo>
                        <a:pt x="4181" y="15382"/>
                        <a:pt x="4181" y="15382"/>
                        <a:pt x="4181" y="15382"/>
                      </a:cubicBezTo>
                      <a:cubicBezTo>
                        <a:pt x="4181" y="15382"/>
                        <a:pt x="4181" y="15382"/>
                        <a:pt x="4297" y="15382"/>
                      </a:cubicBezTo>
                      <a:cubicBezTo>
                        <a:pt x="4529" y="15491"/>
                        <a:pt x="4645" y="15491"/>
                        <a:pt x="4761" y="15491"/>
                      </a:cubicBezTo>
                      <a:cubicBezTo>
                        <a:pt x="4877" y="15491"/>
                        <a:pt x="4994" y="15709"/>
                        <a:pt x="4994" y="15273"/>
                      </a:cubicBezTo>
                      <a:cubicBezTo>
                        <a:pt x="4994" y="14945"/>
                        <a:pt x="4994" y="14836"/>
                        <a:pt x="4994" y="14836"/>
                      </a:cubicBezTo>
                      <a:cubicBezTo>
                        <a:pt x="4413" y="14400"/>
                        <a:pt x="4413" y="14400"/>
                        <a:pt x="4413" y="14400"/>
                      </a:cubicBezTo>
                      <a:cubicBezTo>
                        <a:pt x="4413" y="14400"/>
                        <a:pt x="4413" y="14291"/>
                        <a:pt x="4297" y="14073"/>
                      </a:cubicBezTo>
                      <a:cubicBezTo>
                        <a:pt x="4181" y="13964"/>
                        <a:pt x="4065" y="13855"/>
                        <a:pt x="4065" y="13855"/>
                      </a:cubicBezTo>
                      <a:cubicBezTo>
                        <a:pt x="3948" y="13855"/>
                        <a:pt x="3716" y="13636"/>
                        <a:pt x="3716" y="13636"/>
                      </a:cubicBezTo>
                      <a:cubicBezTo>
                        <a:pt x="3600" y="13527"/>
                        <a:pt x="3484" y="13418"/>
                        <a:pt x="3484" y="13418"/>
                      </a:cubicBezTo>
                      <a:cubicBezTo>
                        <a:pt x="3484" y="13418"/>
                        <a:pt x="3484" y="13200"/>
                        <a:pt x="3484" y="13091"/>
                      </a:cubicBezTo>
                      <a:cubicBezTo>
                        <a:pt x="3600" y="13091"/>
                        <a:pt x="3600" y="13091"/>
                        <a:pt x="3716" y="13091"/>
                      </a:cubicBezTo>
                      <a:cubicBezTo>
                        <a:pt x="3832" y="13200"/>
                        <a:pt x="3948" y="13200"/>
                        <a:pt x="4065" y="13200"/>
                      </a:cubicBezTo>
                      <a:cubicBezTo>
                        <a:pt x="4181" y="13200"/>
                        <a:pt x="4297" y="13200"/>
                        <a:pt x="4413" y="13200"/>
                      </a:cubicBezTo>
                      <a:cubicBezTo>
                        <a:pt x="4413" y="13200"/>
                        <a:pt x="4761" y="13091"/>
                        <a:pt x="4761" y="13091"/>
                      </a:cubicBezTo>
                      <a:cubicBezTo>
                        <a:pt x="4877" y="13091"/>
                        <a:pt x="4877" y="12873"/>
                        <a:pt x="4994" y="12873"/>
                      </a:cubicBezTo>
                      <a:cubicBezTo>
                        <a:pt x="4994" y="12873"/>
                        <a:pt x="5110" y="12764"/>
                        <a:pt x="4994" y="12655"/>
                      </a:cubicBezTo>
                      <a:cubicBezTo>
                        <a:pt x="4994" y="12655"/>
                        <a:pt x="4761" y="12545"/>
                        <a:pt x="4761" y="12545"/>
                      </a:cubicBezTo>
                      <a:cubicBezTo>
                        <a:pt x="4645" y="12545"/>
                        <a:pt x="4529" y="12436"/>
                        <a:pt x="4529" y="12327"/>
                      </a:cubicBezTo>
                      <a:cubicBezTo>
                        <a:pt x="4413" y="12327"/>
                        <a:pt x="4297" y="12218"/>
                        <a:pt x="4297" y="12109"/>
                      </a:cubicBezTo>
                      <a:cubicBezTo>
                        <a:pt x="4181" y="12109"/>
                        <a:pt x="4181" y="12218"/>
                        <a:pt x="4065" y="12218"/>
                      </a:cubicBezTo>
                      <a:cubicBezTo>
                        <a:pt x="3948" y="12109"/>
                        <a:pt x="3832" y="12000"/>
                        <a:pt x="3716" y="11891"/>
                      </a:cubicBezTo>
                      <a:cubicBezTo>
                        <a:pt x="3716" y="11782"/>
                        <a:pt x="3716" y="11782"/>
                        <a:pt x="3600" y="11673"/>
                      </a:cubicBezTo>
                      <a:cubicBezTo>
                        <a:pt x="3484" y="11673"/>
                        <a:pt x="3368" y="11564"/>
                        <a:pt x="3252" y="11564"/>
                      </a:cubicBezTo>
                      <a:cubicBezTo>
                        <a:pt x="3135" y="11564"/>
                        <a:pt x="3135" y="11673"/>
                        <a:pt x="2903" y="11564"/>
                      </a:cubicBezTo>
                      <a:cubicBezTo>
                        <a:pt x="2671" y="11564"/>
                        <a:pt x="2439" y="11455"/>
                        <a:pt x="2439" y="11345"/>
                      </a:cubicBezTo>
                      <a:cubicBezTo>
                        <a:pt x="2555" y="11236"/>
                        <a:pt x="2439" y="11236"/>
                        <a:pt x="2555" y="11127"/>
                      </a:cubicBezTo>
                      <a:cubicBezTo>
                        <a:pt x="2555" y="11018"/>
                        <a:pt x="2555" y="10800"/>
                        <a:pt x="2555" y="10691"/>
                      </a:cubicBezTo>
                      <a:cubicBezTo>
                        <a:pt x="2555" y="10582"/>
                        <a:pt x="2439" y="10691"/>
                        <a:pt x="2439" y="10364"/>
                      </a:cubicBezTo>
                      <a:cubicBezTo>
                        <a:pt x="2323" y="10036"/>
                        <a:pt x="2555" y="10145"/>
                        <a:pt x="2555" y="10145"/>
                      </a:cubicBezTo>
                      <a:cubicBezTo>
                        <a:pt x="2555" y="10145"/>
                        <a:pt x="2671" y="9927"/>
                        <a:pt x="2671" y="9818"/>
                      </a:cubicBezTo>
                      <a:cubicBezTo>
                        <a:pt x="2671" y="9818"/>
                        <a:pt x="2787" y="9491"/>
                        <a:pt x="2787" y="9491"/>
                      </a:cubicBezTo>
                      <a:cubicBezTo>
                        <a:pt x="3135" y="9055"/>
                        <a:pt x="3135" y="9055"/>
                        <a:pt x="3135" y="9055"/>
                      </a:cubicBezTo>
                      <a:cubicBezTo>
                        <a:pt x="3135" y="8727"/>
                        <a:pt x="3135" y="8727"/>
                        <a:pt x="3135" y="8727"/>
                      </a:cubicBezTo>
                      <a:cubicBezTo>
                        <a:pt x="3135" y="8291"/>
                        <a:pt x="3135" y="8291"/>
                        <a:pt x="3135" y="8291"/>
                      </a:cubicBezTo>
                      <a:cubicBezTo>
                        <a:pt x="3135" y="7964"/>
                        <a:pt x="3135" y="7964"/>
                        <a:pt x="3135" y="7964"/>
                      </a:cubicBezTo>
                      <a:cubicBezTo>
                        <a:pt x="2787" y="7855"/>
                        <a:pt x="2787" y="7855"/>
                        <a:pt x="2787" y="7855"/>
                      </a:cubicBezTo>
                      <a:cubicBezTo>
                        <a:pt x="2090" y="7745"/>
                        <a:pt x="2090" y="7745"/>
                        <a:pt x="2090" y="7745"/>
                      </a:cubicBezTo>
                      <a:cubicBezTo>
                        <a:pt x="2090" y="7745"/>
                        <a:pt x="2090" y="7964"/>
                        <a:pt x="1974" y="7964"/>
                      </a:cubicBezTo>
                      <a:cubicBezTo>
                        <a:pt x="1974" y="7964"/>
                        <a:pt x="1858" y="8073"/>
                        <a:pt x="1742" y="8073"/>
                      </a:cubicBezTo>
                      <a:cubicBezTo>
                        <a:pt x="1626" y="7964"/>
                        <a:pt x="1626" y="7964"/>
                        <a:pt x="1626" y="7964"/>
                      </a:cubicBezTo>
                      <a:cubicBezTo>
                        <a:pt x="1858" y="7745"/>
                        <a:pt x="1858" y="7745"/>
                        <a:pt x="1858" y="7745"/>
                      </a:cubicBezTo>
                      <a:cubicBezTo>
                        <a:pt x="1858" y="7309"/>
                        <a:pt x="1858" y="7309"/>
                        <a:pt x="1858" y="7309"/>
                      </a:cubicBezTo>
                      <a:cubicBezTo>
                        <a:pt x="1858" y="7309"/>
                        <a:pt x="1742" y="7091"/>
                        <a:pt x="1626" y="6873"/>
                      </a:cubicBezTo>
                      <a:cubicBezTo>
                        <a:pt x="1510" y="6764"/>
                        <a:pt x="1394" y="6655"/>
                        <a:pt x="1394" y="6655"/>
                      </a:cubicBezTo>
                      <a:cubicBezTo>
                        <a:pt x="1742" y="6436"/>
                        <a:pt x="1742" y="6436"/>
                        <a:pt x="1742" y="6436"/>
                      </a:cubicBezTo>
                      <a:cubicBezTo>
                        <a:pt x="1858" y="6327"/>
                        <a:pt x="1858" y="6327"/>
                        <a:pt x="1858" y="6327"/>
                      </a:cubicBezTo>
                      <a:cubicBezTo>
                        <a:pt x="1858" y="6218"/>
                        <a:pt x="1858" y="6218"/>
                        <a:pt x="1858" y="6218"/>
                      </a:cubicBezTo>
                      <a:cubicBezTo>
                        <a:pt x="1858" y="6218"/>
                        <a:pt x="2090" y="6436"/>
                        <a:pt x="2323" y="6436"/>
                      </a:cubicBezTo>
                      <a:cubicBezTo>
                        <a:pt x="2439" y="6436"/>
                        <a:pt x="2323" y="6436"/>
                        <a:pt x="2555" y="6327"/>
                      </a:cubicBezTo>
                      <a:cubicBezTo>
                        <a:pt x="2787" y="6327"/>
                        <a:pt x="3135" y="6000"/>
                        <a:pt x="3135" y="6000"/>
                      </a:cubicBezTo>
                      <a:cubicBezTo>
                        <a:pt x="3135" y="6000"/>
                        <a:pt x="2903" y="5782"/>
                        <a:pt x="2787" y="5782"/>
                      </a:cubicBezTo>
                      <a:cubicBezTo>
                        <a:pt x="2671" y="5891"/>
                        <a:pt x="2787" y="5891"/>
                        <a:pt x="2439" y="5891"/>
                      </a:cubicBezTo>
                      <a:cubicBezTo>
                        <a:pt x="2090" y="5782"/>
                        <a:pt x="1974" y="5673"/>
                        <a:pt x="1974" y="5673"/>
                      </a:cubicBezTo>
                      <a:cubicBezTo>
                        <a:pt x="1974" y="5673"/>
                        <a:pt x="1858" y="5673"/>
                        <a:pt x="1742" y="5673"/>
                      </a:cubicBezTo>
                      <a:cubicBezTo>
                        <a:pt x="1626" y="5673"/>
                        <a:pt x="1626" y="5673"/>
                        <a:pt x="1510" y="5564"/>
                      </a:cubicBezTo>
                      <a:cubicBezTo>
                        <a:pt x="1277" y="5345"/>
                        <a:pt x="1045" y="5127"/>
                        <a:pt x="1045" y="5127"/>
                      </a:cubicBezTo>
                      <a:cubicBezTo>
                        <a:pt x="1045" y="5127"/>
                        <a:pt x="813" y="5236"/>
                        <a:pt x="813" y="5127"/>
                      </a:cubicBezTo>
                      <a:cubicBezTo>
                        <a:pt x="813" y="5018"/>
                        <a:pt x="929" y="4909"/>
                        <a:pt x="929" y="4909"/>
                      </a:cubicBezTo>
                      <a:cubicBezTo>
                        <a:pt x="813" y="4691"/>
                        <a:pt x="813" y="4691"/>
                        <a:pt x="813" y="4691"/>
                      </a:cubicBezTo>
                      <a:cubicBezTo>
                        <a:pt x="813" y="4691"/>
                        <a:pt x="1045" y="4691"/>
                        <a:pt x="1161" y="4582"/>
                      </a:cubicBezTo>
                      <a:cubicBezTo>
                        <a:pt x="1277" y="4582"/>
                        <a:pt x="1277" y="4255"/>
                        <a:pt x="1161" y="4255"/>
                      </a:cubicBezTo>
                      <a:cubicBezTo>
                        <a:pt x="1045" y="4255"/>
                        <a:pt x="929" y="4145"/>
                        <a:pt x="813" y="4255"/>
                      </a:cubicBezTo>
                      <a:cubicBezTo>
                        <a:pt x="697" y="4255"/>
                        <a:pt x="581" y="4364"/>
                        <a:pt x="581" y="4364"/>
                      </a:cubicBezTo>
                      <a:cubicBezTo>
                        <a:pt x="465" y="4364"/>
                        <a:pt x="232" y="4255"/>
                        <a:pt x="232" y="4145"/>
                      </a:cubicBezTo>
                      <a:cubicBezTo>
                        <a:pt x="232" y="4036"/>
                        <a:pt x="116" y="4036"/>
                        <a:pt x="348" y="3927"/>
                      </a:cubicBezTo>
                      <a:cubicBezTo>
                        <a:pt x="465" y="3927"/>
                        <a:pt x="581" y="3709"/>
                        <a:pt x="581" y="3709"/>
                      </a:cubicBezTo>
                      <a:cubicBezTo>
                        <a:pt x="348" y="3382"/>
                        <a:pt x="348" y="3382"/>
                        <a:pt x="348" y="3382"/>
                      </a:cubicBezTo>
                      <a:cubicBezTo>
                        <a:pt x="465" y="2727"/>
                        <a:pt x="465" y="2727"/>
                        <a:pt x="465" y="2727"/>
                      </a:cubicBezTo>
                      <a:cubicBezTo>
                        <a:pt x="0" y="2618"/>
                        <a:pt x="0" y="2618"/>
                        <a:pt x="0" y="2618"/>
                      </a:cubicBezTo>
                      <a:cubicBezTo>
                        <a:pt x="0" y="2400"/>
                        <a:pt x="0" y="2400"/>
                        <a:pt x="0" y="2400"/>
                      </a:cubicBezTo>
                      <a:cubicBezTo>
                        <a:pt x="465" y="2182"/>
                        <a:pt x="465" y="2182"/>
                        <a:pt x="465" y="2182"/>
                      </a:cubicBezTo>
                      <a:cubicBezTo>
                        <a:pt x="929" y="1527"/>
                        <a:pt x="929" y="1527"/>
                        <a:pt x="929" y="1527"/>
                      </a:cubicBezTo>
                      <a:cubicBezTo>
                        <a:pt x="1045" y="1636"/>
                        <a:pt x="1045" y="1636"/>
                        <a:pt x="1045" y="1636"/>
                      </a:cubicBezTo>
                      <a:cubicBezTo>
                        <a:pt x="1045" y="1636"/>
                        <a:pt x="1161" y="1636"/>
                        <a:pt x="1277" y="152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19" name="Shape">
                  <a:extLst>
                    <a:ext uri="{FF2B5EF4-FFF2-40B4-BE49-F238E27FC236}">
                      <a16:creationId xmlns:a16="http://schemas.microsoft.com/office/drawing/2014/main" id="{76C50A64-E66E-40BA-A86A-17417F27F6A5}"/>
                    </a:ext>
                  </a:extLst>
                </p:cNvPr>
                <p:cNvSpPr/>
                <p:nvPr/>
              </p:nvSpPr>
              <p:spPr>
                <a:xfrm>
                  <a:off x="2598029" y="4830019"/>
                  <a:ext cx="600580" cy="3676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31" h="21600" extrusionOk="0">
                      <a:moveTo>
                        <a:pt x="3871" y="14862"/>
                      </a:moveTo>
                      <a:cubicBezTo>
                        <a:pt x="4120" y="15061"/>
                        <a:pt x="4120" y="15061"/>
                        <a:pt x="4120" y="15061"/>
                      </a:cubicBezTo>
                      <a:cubicBezTo>
                        <a:pt x="4120" y="15457"/>
                        <a:pt x="4120" y="15457"/>
                        <a:pt x="4120" y="15457"/>
                      </a:cubicBezTo>
                      <a:cubicBezTo>
                        <a:pt x="4120" y="15457"/>
                        <a:pt x="4120" y="15259"/>
                        <a:pt x="3995" y="15655"/>
                      </a:cubicBezTo>
                      <a:cubicBezTo>
                        <a:pt x="3871" y="15853"/>
                        <a:pt x="3871" y="15853"/>
                        <a:pt x="3871" y="15853"/>
                      </a:cubicBezTo>
                      <a:cubicBezTo>
                        <a:pt x="3995" y="15853"/>
                        <a:pt x="4120" y="16051"/>
                        <a:pt x="4120" y="16051"/>
                      </a:cubicBezTo>
                      <a:cubicBezTo>
                        <a:pt x="4120" y="16051"/>
                        <a:pt x="4245" y="16051"/>
                        <a:pt x="4120" y="16250"/>
                      </a:cubicBezTo>
                      <a:cubicBezTo>
                        <a:pt x="4120" y="16646"/>
                        <a:pt x="4120" y="16844"/>
                        <a:pt x="4120" y="16844"/>
                      </a:cubicBezTo>
                      <a:cubicBezTo>
                        <a:pt x="4120" y="16844"/>
                        <a:pt x="4120" y="17042"/>
                        <a:pt x="4120" y="17240"/>
                      </a:cubicBezTo>
                      <a:cubicBezTo>
                        <a:pt x="3995" y="17240"/>
                        <a:pt x="3871" y="17835"/>
                        <a:pt x="3871" y="17835"/>
                      </a:cubicBezTo>
                      <a:cubicBezTo>
                        <a:pt x="3871" y="17835"/>
                        <a:pt x="3871" y="17835"/>
                        <a:pt x="3871" y="18033"/>
                      </a:cubicBezTo>
                      <a:cubicBezTo>
                        <a:pt x="3995" y="18033"/>
                        <a:pt x="4370" y="18033"/>
                        <a:pt x="4370" y="18033"/>
                      </a:cubicBezTo>
                      <a:cubicBezTo>
                        <a:pt x="4370" y="18033"/>
                        <a:pt x="4370" y="18429"/>
                        <a:pt x="4370" y="18628"/>
                      </a:cubicBezTo>
                      <a:cubicBezTo>
                        <a:pt x="4245" y="18628"/>
                        <a:pt x="4120" y="19024"/>
                        <a:pt x="4245" y="19024"/>
                      </a:cubicBezTo>
                      <a:cubicBezTo>
                        <a:pt x="4370" y="19024"/>
                        <a:pt x="4495" y="19222"/>
                        <a:pt x="4495" y="19222"/>
                      </a:cubicBezTo>
                      <a:cubicBezTo>
                        <a:pt x="4495" y="19222"/>
                        <a:pt x="4620" y="19420"/>
                        <a:pt x="4620" y="19420"/>
                      </a:cubicBezTo>
                      <a:cubicBezTo>
                        <a:pt x="4745" y="19420"/>
                        <a:pt x="4869" y="19618"/>
                        <a:pt x="4869" y="19618"/>
                      </a:cubicBezTo>
                      <a:cubicBezTo>
                        <a:pt x="4869" y="19618"/>
                        <a:pt x="5119" y="20015"/>
                        <a:pt x="5119" y="20015"/>
                      </a:cubicBezTo>
                      <a:cubicBezTo>
                        <a:pt x="5119" y="20213"/>
                        <a:pt x="4994" y="20411"/>
                        <a:pt x="4994" y="20411"/>
                      </a:cubicBezTo>
                      <a:cubicBezTo>
                        <a:pt x="4994" y="20411"/>
                        <a:pt x="5244" y="20807"/>
                        <a:pt x="5244" y="20807"/>
                      </a:cubicBezTo>
                      <a:cubicBezTo>
                        <a:pt x="5244" y="20807"/>
                        <a:pt x="5244" y="21006"/>
                        <a:pt x="5369" y="21006"/>
                      </a:cubicBezTo>
                      <a:cubicBezTo>
                        <a:pt x="5494" y="21006"/>
                        <a:pt x="5618" y="20807"/>
                        <a:pt x="5618" y="20807"/>
                      </a:cubicBezTo>
                      <a:cubicBezTo>
                        <a:pt x="5618" y="20807"/>
                        <a:pt x="5868" y="20609"/>
                        <a:pt x="5868" y="20609"/>
                      </a:cubicBezTo>
                      <a:cubicBezTo>
                        <a:pt x="5868" y="20609"/>
                        <a:pt x="5993" y="20411"/>
                        <a:pt x="6118" y="20411"/>
                      </a:cubicBezTo>
                      <a:cubicBezTo>
                        <a:pt x="6243" y="20411"/>
                        <a:pt x="6368" y="20609"/>
                        <a:pt x="6492" y="20609"/>
                      </a:cubicBezTo>
                      <a:cubicBezTo>
                        <a:pt x="6617" y="20609"/>
                        <a:pt x="6992" y="20609"/>
                        <a:pt x="6992" y="20609"/>
                      </a:cubicBezTo>
                      <a:cubicBezTo>
                        <a:pt x="6992" y="20213"/>
                        <a:pt x="6992" y="20213"/>
                        <a:pt x="6992" y="20213"/>
                      </a:cubicBezTo>
                      <a:cubicBezTo>
                        <a:pt x="6992" y="20213"/>
                        <a:pt x="6992" y="20015"/>
                        <a:pt x="7117" y="20015"/>
                      </a:cubicBezTo>
                      <a:cubicBezTo>
                        <a:pt x="7242" y="20015"/>
                        <a:pt x="7366" y="20015"/>
                        <a:pt x="7366" y="20015"/>
                      </a:cubicBezTo>
                      <a:cubicBezTo>
                        <a:pt x="7366" y="20015"/>
                        <a:pt x="7242" y="19817"/>
                        <a:pt x="7366" y="19817"/>
                      </a:cubicBezTo>
                      <a:cubicBezTo>
                        <a:pt x="7366" y="19817"/>
                        <a:pt x="7616" y="19817"/>
                        <a:pt x="7741" y="20015"/>
                      </a:cubicBezTo>
                      <a:cubicBezTo>
                        <a:pt x="7741" y="20015"/>
                        <a:pt x="7991" y="19817"/>
                        <a:pt x="7991" y="20015"/>
                      </a:cubicBezTo>
                      <a:cubicBezTo>
                        <a:pt x="7991" y="20015"/>
                        <a:pt x="8116" y="20213"/>
                        <a:pt x="8116" y="20213"/>
                      </a:cubicBezTo>
                      <a:cubicBezTo>
                        <a:pt x="8116" y="20213"/>
                        <a:pt x="8240" y="20609"/>
                        <a:pt x="8240" y="20411"/>
                      </a:cubicBezTo>
                      <a:cubicBezTo>
                        <a:pt x="8365" y="20411"/>
                        <a:pt x="8365" y="20411"/>
                        <a:pt x="8490" y="20411"/>
                      </a:cubicBezTo>
                      <a:cubicBezTo>
                        <a:pt x="8490" y="20609"/>
                        <a:pt x="8740" y="20609"/>
                        <a:pt x="8865" y="20609"/>
                      </a:cubicBezTo>
                      <a:cubicBezTo>
                        <a:pt x="8865" y="20411"/>
                        <a:pt x="8865" y="20411"/>
                        <a:pt x="8865" y="20411"/>
                      </a:cubicBezTo>
                      <a:cubicBezTo>
                        <a:pt x="8865" y="20213"/>
                        <a:pt x="8740" y="20015"/>
                        <a:pt x="8990" y="20015"/>
                      </a:cubicBezTo>
                      <a:cubicBezTo>
                        <a:pt x="9114" y="20015"/>
                        <a:pt x="9114" y="19817"/>
                        <a:pt x="9239" y="19817"/>
                      </a:cubicBezTo>
                      <a:cubicBezTo>
                        <a:pt x="9364" y="19817"/>
                        <a:pt x="9489" y="19817"/>
                        <a:pt x="9489" y="19817"/>
                      </a:cubicBezTo>
                      <a:cubicBezTo>
                        <a:pt x="9489" y="19817"/>
                        <a:pt x="9489" y="19817"/>
                        <a:pt x="9614" y="19618"/>
                      </a:cubicBezTo>
                      <a:cubicBezTo>
                        <a:pt x="9739" y="19420"/>
                        <a:pt x="9739" y="19222"/>
                        <a:pt x="9739" y="19222"/>
                      </a:cubicBezTo>
                      <a:cubicBezTo>
                        <a:pt x="9739" y="19024"/>
                        <a:pt x="9739" y="18826"/>
                        <a:pt x="9739" y="18826"/>
                      </a:cubicBezTo>
                      <a:cubicBezTo>
                        <a:pt x="9864" y="18628"/>
                        <a:pt x="9864" y="18628"/>
                        <a:pt x="9864" y="18628"/>
                      </a:cubicBezTo>
                      <a:cubicBezTo>
                        <a:pt x="9988" y="18429"/>
                        <a:pt x="9988" y="18429"/>
                        <a:pt x="9988" y="18429"/>
                      </a:cubicBezTo>
                      <a:cubicBezTo>
                        <a:pt x="9988" y="18429"/>
                        <a:pt x="9988" y="18429"/>
                        <a:pt x="10113" y="18033"/>
                      </a:cubicBezTo>
                      <a:cubicBezTo>
                        <a:pt x="10113" y="17835"/>
                        <a:pt x="10113" y="17835"/>
                        <a:pt x="10113" y="17835"/>
                      </a:cubicBezTo>
                      <a:cubicBezTo>
                        <a:pt x="10238" y="17439"/>
                        <a:pt x="10238" y="17439"/>
                        <a:pt x="10238" y="17439"/>
                      </a:cubicBezTo>
                      <a:cubicBezTo>
                        <a:pt x="10113" y="16844"/>
                        <a:pt x="10113" y="16844"/>
                        <a:pt x="10113" y="16844"/>
                      </a:cubicBezTo>
                      <a:cubicBezTo>
                        <a:pt x="9988" y="16646"/>
                        <a:pt x="9988" y="16646"/>
                        <a:pt x="9988" y="16646"/>
                      </a:cubicBezTo>
                      <a:cubicBezTo>
                        <a:pt x="10113" y="16448"/>
                        <a:pt x="10113" y="16448"/>
                        <a:pt x="10113" y="16448"/>
                      </a:cubicBezTo>
                      <a:cubicBezTo>
                        <a:pt x="10113" y="16448"/>
                        <a:pt x="10238" y="16250"/>
                        <a:pt x="10363" y="16250"/>
                      </a:cubicBezTo>
                      <a:cubicBezTo>
                        <a:pt x="10488" y="16250"/>
                        <a:pt x="10488" y="16250"/>
                        <a:pt x="10488" y="16051"/>
                      </a:cubicBezTo>
                      <a:cubicBezTo>
                        <a:pt x="10613" y="16051"/>
                        <a:pt x="10862" y="15655"/>
                        <a:pt x="10862" y="15655"/>
                      </a:cubicBezTo>
                      <a:cubicBezTo>
                        <a:pt x="10862" y="15655"/>
                        <a:pt x="10862" y="15655"/>
                        <a:pt x="10987" y="15655"/>
                      </a:cubicBezTo>
                      <a:cubicBezTo>
                        <a:pt x="10987" y="15457"/>
                        <a:pt x="10987" y="15259"/>
                        <a:pt x="10987" y="15259"/>
                      </a:cubicBezTo>
                      <a:cubicBezTo>
                        <a:pt x="10987" y="15259"/>
                        <a:pt x="10987" y="15061"/>
                        <a:pt x="11112" y="15061"/>
                      </a:cubicBezTo>
                      <a:cubicBezTo>
                        <a:pt x="11237" y="14862"/>
                        <a:pt x="11736" y="14664"/>
                        <a:pt x="11736" y="14664"/>
                      </a:cubicBezTo>
                      <a:cubicBezTo>
                        <a:pt x="11736" y="14664"/>
                        <a:pt x="11612" y="15061"/>
                        <a:pt x="11612" y="15259"/>
                      </a:cubicBezTo>
                      <a:cubicBezTo>
                        <a:pt x="11612" y="15457"/>
                        <a:pt x="11736" y="15853"/>
                        <a:pt x="11736" y="15853"/>
                      </a:cubicBezTo>
                      <a:cubicBezTo>
                        <a:pt x="11736" y="15853"/>
                        <a:pt x="11612" y="16250"/>
                        <a:pt x="11612" y="16250"/>
                      </a:cubicBezTo>
                      <a:cubicBezTo>
                        <a:pt x="11612" y="16448"/>
                        <a:pt x="11612" y="16646"/>
                        <a:pt x="11612" y="16646"/>
                      </a:cubicBezTo>
                      <a:cubicBezTo>
                        <a:pt x="11736" y="16844"/>
                        <a:pt x="11736" y="16844"/>
                        <a:pt x="11736" y="16844"/>
                      </a:cubicBezTo>
                      <a:cubicBezTo>
                        <a:pt x="11736" y="16844"/>
                        <a:pt x="11736" y="17042"/>
                        <a:pt x="11736" y="17042"/>
                      </a:cubicBezTo>
                      <a:cubicBezTo>
                        <a:pt x="11861" y="17042"/>
                        <a:pt x="11986" y="17439"/>
                        <a:pt x="11986" y="17439"/>
                      </a:cubicBezTo>
                      <a:cubicBezTo>
                        <a:pt x="12111" y="17439"/>
                        <a:pt x="12111" y="17439"/>
                        <a:pt x="12111" y="17439"/>
                      </a:cubicBezTo>
                      <a:cubicBezTo>
                        <a:pt x="12111" y="17439"/>
                        <a:pt x="12236" y="17637"/>
                        <a:pt x="12236" y="17835"/>
                      </a:cubicBezTo>
                      <a:cubicBezTo>
                        <a:pt x="12236" y="17835"/>
                        <a:pt x="12361" y="18033"/>
                        <a:pt x="12486" y="18231"/>
                      </a:cubicBezTo>
                      <a:cubicBezTo>
                        <a:pt x="12486" y="18231"/>
                        <a:pt x="12610" y="18231"/>
                        <a:pt x="12610" y="18231"/>
                      </a:cubicBezTo>
                      <a:cubicBezTo>
                        <a:pt x="12735" y="18231"/>
                        <a:pt x="12860" y="18231"/>
                        <a:pt x="12860" y="18231"/>
                      </a:cubicBezTo>
                      <a:cubicBezTo>
                        <a:pt x="12860" y="18429"/>
                        <a:pt x="13110" y="18429"/>
                        <a:pt x="13235" y="18429"/>
                      </a:cubicBezTo>
                      <a:cubicBezTo>
                        <a:pt x="13235" y="18628"/>
                        <a:pt x="13484" y="18429"/>
                        <a:pt x="13484" y="18429"/>
                      </a:cubicBezTo>
                      <a:cubicBezTo>
                        <a:pt x="13609" y="18628"/>
                        <a:pt x="13609" y="18628"/>
                        <a:pt x="13609" y="18628"/>
                      </a:cubicBezTo>
                      <a:cubicBezTo>
                        <a:pt x="13734" y="18628"/>
                        <a:pt x="13734" y="18628"/>
                        <a:pt x="13734" y="18628"/>
                      </a:cubicBezTo>
                      <a:cubicBezTo>
                        <a:pt x="13734" y="18628"/>
                        <a:pt x="13859" y="18628"/>
                        <a:pt x="13859" y="18826"/>
                      </a:cubicBezTo>
                      <a:cubicBezTo>
                        <a:pt x="13734" y="19024"/>
                        <a:pt x="13734" y="19024"/>
                        <a:pt x="13734" y="19024"/>
                      </a:cubicBezTo>
                      <a:cubicBezTo>
                        <a:pt x="13734" y="19024"/>
                        <a:pt x="13734" y="19024"/>
                        <a:pt x="13734" y="19024"/>
                      </a:cubicBezTo>
                      <a:cubicBezTo>
                        <a:pt x="13609" y="19222"/>
                        <a:pt x="13484" y="19618"/>
                        <a:pt x="13484" y="19618"/>
                      </a:cubicBezTo>
                      <a:cubicBezTo>
                        <a:pt x="13859" y="20015"/>
                        <a:pt x="13859" y="20015"/>
                        <a:pt x="13859" y="20015"/>
                      </a:cubicBezTo>
                      <a:cubicBezTo>
                        <a:pt x="13859" y="20015"/>
                        <a:pt x="13984" y="20015"/>
                        <a:pt x="13984" y="20213"/>
                      </a:cubicBezTo>
                      <a:cubicBezTo>
                        <a:pt x="14109" y="20411"/>
                        <a:pt x="14109" y="20609"/>
                        <a:pt x="14109" y="20609"/>
                      </a:cubicBezTo>
                      <a:cubicBezTo>
                        <a:pt x="14109" y="20609"/>
                        <a:pt x="14109" y="20609"/>
                        <a:pt x="14109" y="20609"/>
                      </a:cubicBezTo>
                      <a:cubicBezTo>
                        <a:pt x="14109" y="20807"/>
                        <a:pt x="14109" y="21204"/>
                        <a:pt x="14109" y="21204"/>
                      </a:cubicBezTo>
                      <a:cubicBezTo>
                        <a:pt x="14109" y="21204"/>
                        <a:pt x="13859" y="21402"/>
                        <a:pt x="14109" y="21402"/>
                      </a:cubicBezTo>
                      <a:cubicBezTo>
                        <a:pt x="14358" y="21402"/>
                        <a:pt x="14358" y="21402"/>
                        <a:pt x="14358" y="21402"/>
                      </a:cubicBezTo>
                      <a:cubicBezTo>
                        <a:pt x="14483" y="21402"/>
                        <a:pt x="14608" y="21600"/>
                        <a:pt x="14608" y="21600"/>
                      </a:cubicBezTo>
                      <a:cubicBezTo>
                        <a:pt x="14733" y="21402"/>
                        <a:pt x="14733" y="21402"/>
                        <a:pt x="14733" y="21402"/>
                      </a:cubicBezTo>
                      <a:cubicBezTo>
                        <a:pt x="14733" y="21402"/>
                        <a:pt x="14608" y="21006"/>
                        <a:pt x="14858" y="20807"/>
                      </a:cubicBezTo>
                      <a:cubicBezTo>
                        <a:pt x="14983" y="20609"/>
                        <a:pt x="14983" y="20609"/>
                        <a:pt x="14983" y="20609"/>
                      </a:cubicBezTo>
                      <a:cubicBezTo>
                        <a:pt x="14983" y="20609"/>
                        <a:pt x="14608" y="20411"/>
                        <a:pt x="14608" y="20213"/>
                      </a:cubicBezTo>
                      <a:cubicBezTo>
                        <a:pt x="14608" y="20213"/>
                        <a:pt x="14483" y="20213"/>
                        <a:pt x="14608" y="20015"/>
                      </a:cubicBezTo>
                      <a:cubicBezTo>
                        <a:pt x="14608" y="19817"/>
                        <a:pt x="14483" y="19817"/>
                        <a:pt x="14608" y="19618"/>
                      </a:cubicBezTo>
                      <a:cubicBezTo>
                        <a:pt x="14608" y="19618"/>
                        <a:pt x="14733" y="19618"/>
                        <a:pt x="14733" y="19420"/>
                      </a:cubicBezTo>
                      <a:cubicBezTo>
                        <a:pt x="14733" y="19420"/>
                        <a:pt x="14608" y="19024"/>
                        <a:pt x="14608" y="19024"/>
                      </a:cubicBezTo>
                      <a:cubicBezTo>
                        <a:pt x="14858" y="18826"/>
                        <a:pt x="14858" y="18826"/>
                        <a:pt x="14858" y="18826"/>
                      </a:cubicBezTo>
                      <a:cubicBezTo>
                        <a:pt x="14858" y="18826"/>
                        <a:pt x="14858" y="18628"/>
                        <a:pt x="14858" y="18628"/>
                      </a:cubicBezTo>
                      <a:cubicBezTo>
                        <a:pt x="14858" y="18429"/>
                        <a:pt x="14858" y="18033"/>
                        <a:pt x="14858" y="18033"/>
                      </a:cubicBezTo>
                      <a:cubicBezTo>
                        <a:pt x="14983" y="18033"/>
                        <a:pt x="15108" y="17637"/>
                        <a:pt x="15108" y="17637"/>
                      </a:cubicBezTo>
                      <a:cubicBezTo>
                        <a:pt x="15108" y="17637"/>
                        <a:pt x="15357" y="17637"/>
                        <a:pt x="15357" y="17637"/>
                      </a:cubicBezTo>
                      <a:cubicBezTo>
                        <a:pt x="15357" y="17439"/>
                        <a:pt x="15482" y="17240"/>
                        <a:pt x="15482" y="17240"/>
                      </a:cubicBezTo>
                      <a:cubicBezTo>
                        <a:pt x="15482" y="17240"/>
                        <a:pt x="15482" y="17240"/>
                        <a:pt x="15607" y="17042"/>
                      </a:cubicBezTo>
                      <a:cubicBezTo>
                        <a:pt x="15607" y="16844"/>
                        <a:pt x="15607" y="16646"/>
                        <a:pt x="15607" y="16646"/>
                      </a:cubicBezTo>
                      <a:cubicBezTo>
                        <a:pt x="15607" y="16448"/>
                        <a:pt x="15732" y="16250"/>
                        <a:pt x="15732" y="16250"/>
                      </a:cubicBezTo>
                      <a:cubicBezTo>
                        <a:pt x="15732" y="16051"/>
                        <a:pt x="15732" y="16051"/>
                        <a:pt x="15732" y="16051"/>
                      </a:cubicBezTo>
                      <a:cubicBezTo>
                        <a:pt x="15732" y="16051"/>
                        <a:pt x="15732" y="15853"/>
                        <a:pt x="15732" y="15853"/>
                      </a:cubicBezTo>
                      <a:cubicBezTo>
                        <a:pt x="15732" y="15655"/>
                        <a:pt x="15732" y="15457"/>
                        <a:pt x="15732" y="15457"/>
                      </a:cubicBezTo>
                      <a:cubicBezTo>
                        <a:pt x="15732" y="15061"/>
                        <a:pt x="15732" y="15061"/>
                        <a:pt x="15732" y="15061"/>
                      </a:cubicBezTo>
                      <a:cubicBezTo>
                        <a:pt x="15607" y="14664"/>
                        <a:pt x="15607" y="14664"/>
                        <a:pt x="15607" y="14664"/>
                      </a:cubicBezTo>
                      <a:cubicBezTo>
                        <a:pt x="15607" y="14466"/>
                        <a:pt x="15607" y="14466"/>
                        <a:pt x="15607" y="14466"/>
                      </a:cubicBezTo>
                      <a:cubicBezTo>
                        <a:pt x="15857" y="14070"/>
                        <a:pt x="15857" y="14070"/>
                        <a:pt x="15857" y="14070"/>
                      </a:cubicBezTo>
                      <a:cubicBezTo>
                        <a:pt x="15857" y="14070"/>
                        <a:pt x="15982" y="13872"/>
                        <a:pt x="15982" y="14070"/>
                      </a:cubicBezTo>
                      <a:cubicBezTo>
                        <a:pt x="16106" y="14070"/>
                        <a:pt x="16231" y="14268"/>
                        <a:pt x="16231" y="14268"/>
                      </a:cubicBezTo>
                      <a:cubicBezTo>
                        <a:pt x="16356" y="14268"/>
                        <a:pt x="16356" y="14268"/>
                        <a:pt x="16356" y="14268"/>
                      </a:cubicBezTo>
                      <a:cubicBezTo>
                        <a:pt x="16606" y="14070"/>
                        <a:pt x="16606" y="14070"/>
                        <a:pt x="16606" y="14070"/>
                      </a:cubicBezTo>
                      <a:cubicBezTo>
                        <a:pt x="16606" y="14070"/>
                        <a:pt x="16731" y="14070"/>
                        <a:pt x="16731" y="14268"/>
                      </a:cubicBezTo>
                      <a:cubicBezTo>
                        <a:pt x="16606" y="14268"/>
                        <a:pt x="16481" y="14466"/>
                        <a:pt x="16606" y="14664"/>
                      </a:cubicBezTo>
                      <a:cubicBezTo>
                        <a:pt x="16606" y="14664"/>
                        <a:pt x="16731" y="14862"/>
                        <a:pt x="16731" y="15061"/>
                      </a:cubicBezTo>
                      <a:cubicBezTo>
                        <a:pt x="16731" y="15259"/>
                        <a:pt x="16731" y="15259"/>
                        <a:pt x="16731" y="15655"/>
                      </a:cubicBezTo>
                      <a:cubicBezTo>
                        <a:pt x="16731" y="15853"/>
                        <a:pt x="16980" y="15853"/>
                        <a:pt x="16980" y="16051"/>
                      </a:cubicBezTo>
                      <a:cubicBezTo>
                        <a:pt x="17105" y="16051"/>
                        <a:pt x="16855" y="16250"/>
                        <a:pt x="17230" y="16250"/>
                      </a:cubicBezTo>
                      <a:cubicBezTo>
                        <a:pt x="17480" y="16250"/>
                        <a:pt x="17729" y="16448"/>
                        <a:pt x="17729" y="16250"/>
                      </a:cubicBezTo>
                      <a:cubicBezTo>
                        <a:pt x="17854" y="16250"/>
                        <a:pt x="17854" y="16250"/>
                        <a:pt x="17854" y="16051"/>
                      </a:cubicBezTo>
                      <a:cubicBezTo>
                        <a:pt x="17729" y="15853"/>
                        <a:pt x="17854" y="15655"/>
                        <a:pt x="17854" y="15655"/>
                      </a:cubicBezTo>
                      <a:cubicBezTo>
                        <a:pt x="17854" y="15655"/>
                        <a:pt x="17979" y="15655"/>
                        <a:pt x="17979" y="15655"/>
                      </a:cubicBezTo>
                      <a:cubicBezTo>
                        <a:pt x="18104" y="15655"/>
                        <a:pt x="18104" y="15853"/>
                        <a:pt x="18229" y="15655"/>
                      </a:cubicBezTo>
                      <a:cubicBezTo>
                        <a:pt x="18229" y="15655"/>
                        <a:pt x="18354" y="15457"/>
                        <a:pt x="18354" y="15457"/>
                      </a:cubicBezTo>
                      <a:cubicBezTo>
                        <a:pt x="18603" y="15457"/>
                        <a:pt x="18603" y="15457"/>
                        <a:pt x="18603" y="15457"/>
                      </a:cubicBezTo>
                      <a:cubicBezTo>
                        <a:pt x="18603" y="15457"/>
                        <a:pt x="18479" y="15259"/>
                        <a:pt x="18728" y="15259"/>
                      </a:cubicBezTo>
                      <a:cubicBezTo>
                        <a:pt x="18853" y="15259"/>
                        <a:pt x="19103" y="15259"/>
                        <a:pt x="19103" y="15259"/>
                      </a:cubicBezTo>
                      <a:cubicBezTo>
                        <a:pt x="19103" y="15259"/>
                        <a:pt x="19103" y="15457"/>
                        <a:pt x="19103" y="15655"/>
                      </a:cubicBezTo>
                      <a:cubicBezTo>
                        <a:pt x="19228" y="15853"/>
                        <a:pt x="19228" y="15853"/>
                        <a:pt x="19228" y="15853"/>
                      </a:cubicBezTo>
                      <a:cubicBezTo>
                        <a:pt x="19228" y="15853"/>
                        <a:pt x="19103" y="15853"/>
                        <a:pt x="19228" y="16250"/>
                      </a:cubicBezTo>
                      <a:cubicBezTo>
                        <a:pt x="19353" y="16448"/>
                        <a:pt x="19477" y="16448"/>
                        <a:pt x="19477" y="16646"/>
                      </a:cubicBezTo>
                      <a:cubicBezTo>
                        <a:pt x="19602" y="16646"/>
                        <a:pt x="19477" y="17042"/>
                        <a:pt x="19477" y="17042"/>
                      </a:cubicBezTo>
                      <a:cubicBezTo>
                        <a:pt x="19477" y="17042"/>
                        <a:pt x="19727" y="17042"/>
                        <a:pt x="19727" y="17042"/>
                      </a:cubicBezTo>
                      <a:cubicBezTo>
                        <a:pt x="19727" y="16844"/>
                        <a:pt x="19727" y="16844"/>
                        <a:pt x="19852" y="16844"/>
                      </a:cubicBezTo>
                      <a:cubicBezTo>
                        <a:pt x="19852" y="16844"/>
                        <a:pt x="19852" y="16844"/>
                        <a:pt x="19852" y="16844"/>
                      </a:cubicBezTo>
                      <a:cubicBezTo>
                        <a:pt x="19852" y="16844"/>
                        <a:pt x="19977" y="16646"/>
                        <a:pt x="19977" y="16448"/>
                      </a:cubicBezTo>
                      <a:cubicBezTo>
                        <a:pt x="19977" y="16448"/>
                        <a:pt x="19977" y="15853"/>
                        <a:pt x="19852" y="15853"/>
                      </a:cubicBezTo>
                      <a:cubicBezTo>
                        <a:pt x="19852" y="15853"/>
                        <a:pt x="19727" y="15853"/>
                        <a:pt x="19727" y="15655"/>
                      </a:cubicBezTo>
                      <a:cubicBezTo>
                        <a:pt x="19602" y="15457"/>
                        <a:pt x="19602" y="15457"/>
                        <a:pt x="19727" y="15457"/>
                      </a:cubicBezTo>
                      <a:cubicBezTo>
                        <a:pt x="19727" y="15457"/>
                        <a:pt x="19852" y="15259"/>
                        <a:pt x="19852" y="15259"/>
                      </a:cubicBezTo>
                      <a:cubicBezTo>
                        <a:pt x="19852" y="15259"/>
                        <a:pt x="19977" y="15061"/>
                        <a:pt x="19852" y="15061"/>
                      </a:cubicBezTo>
                      <a:cubicBezTo>
                        <a:pt x="19852" y="14862"/>
                        <a:pt x="19727" y="14664"/>
                        <a:pt x="19727" y="14664"/>
                      </a:cubicBezTo>
                      <a:cubicBezTo>
                        <a:pt x="19727" y="14664"/>
                        <a:pt x="19602" y="14862"/>
                        <a:pt x="19477" y="14664"/>
                      </a:cubicBezTo>
                      <a:cubicBezTo>
                        <a:pt x="19477" y="14664"/>
                        <a:pt x="19477" y="14664"/>
                        <a:pt x="19477" y="14466"/>
                      </a:cubicBezTo>
                      <a:cubicBezTo>
                        <a:pt x="19477" y="14466"/>
                        <a:pt x="19477" y="14070"/>
                        <a:pt x="19477" y="14070"/>
                      </a:cubicBezTo>
                      <a:cubicBezTo>
                        <a:pt x="19353" y="14070"/>
                        <a:pt x="19353" y="14070"/>
                        <a:pt x="19353" y="14070"/>
                      </a:cubicBezTo>
                      <a:cubicBezTo>
                        <a:pt x="19477" y="13673"/>
                        <a:pt x="19477" y="13673"/>
                        <a:pt x="19477" y="13673"/>
                      </a:cubicBezTo>
                      <a:cubicBezTo>
                        <a:pt x="19477" y="13475"/>
                        <a:pt x="19477" y="13475"/>
                        <a:pt x="19477" y="13475"/>
                      </a:cubicBezTo>
                      <a:cubicBezTo>
                        <a:pt x="19477" y="13475"/>
                        <a:pt x="19477" y="13277"/>
                        <a:pt x="19602" y="13277"/>
                      </a:cubicBezTo>
                      <a:cubicBezTo>
                        <a:pt x="19602" y="13079"/>
                        <a:pt x="19602" y="13079"/>
                        <a:pt x="19602" y="12881"/>
                      </a:cubicBezTo>
                      <a:cubicBezTo>
                        <a:pt x="19727" y="12881"/>
                        <a:pt x="19727" y="12683"/>
                        <a:pt x="19727" y="12683"/>
                      </a:cubicBezTo>
                      <a:cubicBezTo>
                        <a:pt x="19852" y="12683"/>
                        <a:pt x="19977" y="12683"/>
                        <a:pt x="20102" y="12683"/>
                      </a:cubicBezTo>
                      <a:cubicBezTo>
                        <a:pt x="20102" y="12683"/>
                        <a:pt x="20102" y="12484"/>
                        <a:pt x="20227" y="12484"/>
                      </a:cubicBezTo>
                      <a:cubicBezTo>
                        <a:pt x="20227" y="12484"/>
                        <a:pt x="20351" y="12683"/>
                        <a:pt x="20351" y="12683"/>
                      </a:cubicBezTo>
                      <a:cubicBezTo>
                        <a:pt x="20351" y="12683"/>
                        <a:pt x="20351" y="12683"/>
                        <a:pt x="20351" y="12881"/>
                      </a:cubicBezTo>
                      <a:cubicBezTo>
                        <a:pt x="20351" y="12881"/>
                        <a:pt x="20726" y="13277"/>
                        <a:pt x="20726" y="13277"/>
                      </a:cubicBezTo>
                      <a:cubicBezTo>
                        <a:pt x="20726" y="13277"/>
                        <a:pt x="20726" y="13277"/>
                        <a:pt x="20851" y="13277"/>
                      </a:cubicBezTo>
                      <a:cubicBezTo>
                        <a:pt x="20851" y="13277"/>
                        <a:pt x="20726" y="13277"/>
                        <a:pt x="20851" y="13277"/>
                      </a:cubicBezTo>
                      <a:cubicBezTo>
                        <a:pt x="20851" y="13475"/>
                        <a:pt x="21225" y="13277"/>
                        <a:pt x="21225" y="13277"/>
                      </a:cubicBezTo>
                      <a:cubicBezTo>
                        <a:pt x="21350" y="13277"/>
                        <a:pt x="21350" y="13277"/>
                        <a:pt x="21350" y="13277"/>
                      </a:cubicBezTo>
                      <a:cubicBezTo>
                        <a:pt x="21350" y="13277"/>
                        <a:pt x="21350" y="13277"/>
                        <a:pt x="21350" y="13079"/>
                      </a:cubicBezTo>
                      <a:cubicBezTo>
                        <a:pt x="21475" y="13079"/>
                        <a:pt x="21475" y="12881"/>
                        <a:pt x="21475" y="12683"/>
                      </a:cubicBezTo>
                      <a:cubicBezTo>
                        <a:pt x="21475" y="12683"/>
                        <a:pt x="21600" y="12683"/>
                        <a:pt x="21475" y="12484"/>
                      </a:cubicBezTo>
                      <a:cubicBezTo>
                        <a:pt x="21225" y="12286"/>
                        <a:pt x="21101" y="12286"/>
                        <a:pt x="21101" y="12286"/>
                      </a:cubicBezTo>
                      <a:cubicBezTo>
                        <a:pt x="21101" y="12286"/>
                        <a:pt x="20851" y="11890"/>
                        <a:pt x="20976" y="11890"/>
                      </a:cubicBezTo>
                      <a:cubicBezTo>
                        <a:pt x="21101" y="11692"/>
                        <a:pt x="21225" y="11494"/>
                        <a:pt x="21225" y="11494"/>
                      </a:cubicBezTo>
                      <a:cubicBezTo>
                        <a:pt x="21101" y="11097"/>
                        <a:pt x="21101" y="11097"/>
                        <a:pt x="21101" y="11097"/>
                      </a:cubicBezTo>
                      <a:cubicBezTo>
                        <a:pt x="21225" y="10899"/>
                        <a:pt x="21225" y="10899"/>
                        <a:pt x="21225" y="10899"/>
                      </a:cubicBezTo>
                      <a:cubicBezTo>
                        <a:pt x="21101" y="10503"/>
                        <a:pt x="21101" y="10503"/>
                        <a:pt x="21101" y="10503"/>
                      </a:cubicBezTo>
                      <a:cubicBezTo>
                        <a:pt x="21101" y="10503"/>
                        <a:pt x="21225" y="10305"/>
                        <a:pt x="21225" y="10305"/>
                      </a:cubicBezTo>
                      <a:cubicBezTo>
                        <a:pt x="21225" y="10106"/>
                        <a:pt x="21350" y="9512"/>
                        <a:pt x="21350" y="9512"/>
                      </a:cubicBezTo>
                      <a:cubicBezTo>
                        <a:pt x="21350" y="9512"/>
                        <a:pt x="21350" y="9314"/>
                        <a:pt x="21350" y="9116"/>
                      </a:cubicBezTo>
                      <a:cubicBezTo>
                        <a:pt x="21350" y="9116"/>
                        <a:pt x="21225" y="8917"/>
                        <a:pt x="21225" y="8917"/>
                      </a:cubicBezTo>
                      <a:cubicBezTo>
                        <a:pt x="21101" y="8719"/>
                        <a:pt x="21101" y="8719"/>
                        <a:pt x="21101" y="8719"/>
                      </a:cubicBezTo>
                      <a:cubicBezTo>
                        <a:pt x="21101" y="8719"/>
                        <a:pt x="20976" y="8323"/>
                        <a:pt x="20976" y="8323"/>
                      </a:cubicBezTo>
                      <a:cubicBezTo>
                        <a:pt x="20851" y="8521"/>
                        <a:pt x="20726" y="8521"/>
                        <a:pt x="20726" y="8521"/>
                      </a:cubicBezTo>
                      <a:cubicBezTo>
                        <a:pt x="20726" y="8521"/>
                        <a:pt x="20726" y="8917"/>
                        <a:pt x="20726" y="8917"/>
                      </a:cubicBezTo>
                      <a:cubicBezTo>
                        <a:pt x="20601" y="9116"/>
                        <a:pt x="20476" y="9116"/>
                        <a:pt x="20476" y="9116"/>
                      </a:cubicBezTo>
                      <a:cubicBezTo>
                        <a:pt x="20476" y="9116"/>
                        <a:pt x="20476" y="9116"/>
                        <a:pt x="20476" y="9116"/>
                      </a:cubicBezTo>
                      <a:cubicBezTo>
                        <a:pt x="20351" y="9116"/>
                        <a:pt x="20351" y="9116"/>
                        <a:pt x="20351" y="9116"/>
                      </a:cubicBezTo>
                      <a:cubicBezTo>
                        <a:pt x="20227" y="9512"/>
                        <a:pt x="20227" y="9512"/>
                        <a:pt x="20227" y="9512"/>
                      </a:cubicBezTo>
                      <a:cubicBezTo>
                        <a:pt x="20102" y="9710"/>
                        <a:pt x="20102" y="9710"/>
                        <a:pt x="20102" y="9710"/>
                      </a:cubicBezTo>
                      <a:cubicBezTo>
                        <a:pt x="20102" y="9710"/>
                        <a:pt x="19852" y="9908"/>
                        <a:pt x="19727" y="9908"/>
                      </a:cubicBezTo>
                      <a:cubicBezTo>
                        <a:pt x="19727" y="9908"/>
                        <a:pt x="19477" y="9908"/>
                        <a:pt x="19477" y="9908"/>
                      </a:cubicBezTo>
                      <a:cubicBezTo>
                        <a:pt x="19353" y="9710"/>
                        <a:pt x="19353" y="9710"/>
                        <a:pt x="19353" y="9710"/>
                      </a:cubicBezTo>
                      <a:cubicBezTo>
                        <a:pt x="18978" y="9512"/>
                        <a:pt x="18978" y="9512"/>
                        <a:pt x="18978" y="9512"/>
                      </a:cubicBezTo>
                      <a:cubicBezTo>
                        <a:pt x="18978" y="9512"/>
                        <a:pt x="18978" y="9512"/>
                        <a:pt x="18978" y="9512"/>
                      </a:cubicBezTo>
                      <a:cubicBezTo>
                        <a:pt x="18728" y="9314"/>
                        <a:pt x="18728" y="9314"/>
                        <a:pt x="18728" y="9314"/>
                      </a:cubicBezTo>
                      <a:cubicBezTo>
                        <a:pt x="18603" y="9116"/>
                        <a:pt x="18603" y="9116"/>
                        <a:pt x="18603" y="9116"/>
                      </a:cubicBezTo>
                      <a:cubicBezTo>
                        <a:pt x="18603" y="8719"/>
                        <a:pt x="18603" y="8719"/>
                        <a:pt x="18603" y="8719"/>
                      </a:cubicBezTo>
                      <a:cubicBezTo>
                        <a:pt x="18354" y="8323"/>
                        <a:pt x="18354" y="8323"/>
                        <a:pt x="18354" y="8323"/>
                      </a:cubicBezTo>
                      <a:cubicBezTo>
                        <a:pt x="17854" y="8125"/>
                        <a:pt x="17854" y="8125"/>
                        <a:pt x="17854" y="8125"/>
                      </a:cubicBezTo>
                      <a:cubicBezTo>
                        <a:pt x="17480" y="7927"/>
                        <a:pt x="17480" y="7927"/>
                        <a:pt x="17480" y="7927"/>
                      </a:cubicBezTo>
                      <a:cubicBezTo>
                        <a:pt x="17230" y="7927"/>
                        <a:pt x="17230" y="7927"/>
                        <a:pt x="17230" y="7927"/>
                      </a:cubicBezTo>
                      <a:cubicBezTo>
                        <a:pt x="17230" y="7927"/>
                        <a:pt x="16731" y="7927"/>
                        <a:pt x="16731" y="7927"/>
                      </a:cubicBezTo>
                      <a:cubicBezTo>
                        <a:pt x="16731" y="7927"/>
                        <a:pt x="16606" y="7927"/>
                        <a:pt x="16606" y="7927"/>
                      </a:cubicBezTo>
                      <a:cubicBezTo>
                        <a:pt x="16606" y="7927"/>
                        <a:pt x="16606" y="7927"/>
                        <a:pt x="16606" y="7927"/>
                      </a:cubicBezTo>
                      <a:cubicBezTo>
                        <a:pt x="16606" y="7927"/>
                        <a:pt x="16606" y="7927"/>
                        <a:pt x="16606" y="7927"/>
                      </a:cubicBezTo>
                      <a:cubicBezTo>
                        <a:pt x="16606" y="7927"/>
                        <a:pt x="16606" y="7927"/>
                        <a:pt x="16606" y="7927"/>
                      </a:cubicBezTo>
                      <a:cubicBezTo>
                        <a:pt x="16606" y="7927"/>
                        <a:pt x="16606" y="7927"/>
                        <a:pt x="16606" y="7927"/>
                      </a:cubicBezTo>
                      <a:cubicBezTo>
                        <a:pt x="16606" y="7927"/>
                        <a:pt x="16606" y="7927"/>
                        <a:pt x="16606" y="7927"/>
                      </a:cubicBezTo>
                      <a:cubicBezTo>
                        <a:pt x="16481" y="7927"/>
                        <a:pt x="16481" y="7927"/>
                        <a:pt x="16481" y="7927"/>
                      </a:cubicBezTo>
                      <a:cubicBezTo>
                        <a:pt x="16606" y="7530"/>
                        <a:pt x="16606" y="7530"/>
                        <a:pt x="16606" y="7530"/>
                      </a:cubicBezTo>
                      <a:cubicBezTo>
                        <a:pt x="16731" y="7530"/>
                        <a:pt x="16731" y="7530"/>
                        <a:pt x="16731" y="7530"/>
                      </a:cubicBezTo>
                      <a:cubicBezTo>
                        <a:pt x="16731" y="7332"/>
                        <a:pt x="16731" y="7332"/>
                        <a:pt x="16731" y="7332"/>
                      </a:cubicBezTo>
                      <a:cubicBezTo>
                        <a:pt x="16731" y="7332"/>
                        <a:pt x="16606" y="7134"/>
                        <a:pt x="16606" y="7134"/>
                      </a:cubicBezTo>
                      <a:cubicBezTo>
                        <a:pt x="16606" y="7134"/>
                        <a:pt x="16606" y="6936"/>
                        <a:pt x="16606" y="6936"/>
                      </a:cubicBezTo>
                      <a:cubicBezTo>
                        <a:pt x="16606" y="6936"/>
                        <a:pt x="16606" y="6936"/>
                        <a:pt x="16606" y="6936"/>
                      </a:cubicBezTo>
                      <a:cubicBezTo>
                        <a:pt x="16606" y="6936"/>
                        <a:pt x="16606" y="6738"/>
                        <a:pt x="16606" y="6738"/>
                      </a:cubicBezTo>
                      <a:cubicBezTo>
                        <a:pt x="16606" y="6738"/>
                        <a:pt x="16606" y="6738"/>
                        <a:pt x="16606" y="6738"/>
                      </a:cubicBezTo>
                      <a:cubicBezTo>
                        <a:pt x="16606" y="6539"/>
                        <a:pt x="16606" y="6539"/>
                        <a:pt x="16606" y="6539"/>
                      </a:cubicBezTo>
                      <a:cubicBezTo>
                        <a:pt x="16731" y="5945"/>
                        <a:pt x="16731" y="5945"/>
                        <a:pt x="16731" y="5945"/>
                      </a:cubicBezTo>
                      <a:cubicBezTo>
                        <a:pt x="16980" y="5549"/>
                        <a:pt x="16980" y="5549"/>
                        <a:pt x="16980" y="5549"/>
                      </a:cubicBezTo>
                      <a:cubicBezTo>
                        <a:pt x="16980" y="5549"/>
                        <a:pt x="16980" y="5152"/>
                        <a:pt x="17105" y="5152"/>
                      </a:cubicBezTo>
                      <a:cubicBezTo>
                        <a:pt x="17105" y="4954"/>
                        <a:pt x="17105" y="4756"/>
                        <a:pt x="17105" y="4756"/>
                      </a:cubicBezTo>
                      <a:cubicBezTo>
                        <a:pt x="17355" y="4558"/>
                        <a:pt x="17355" y="4558"/>
                        <a:pt x="17355" y="4558"/>
                      </a:cubicBezTo>
                      <a:cubicBezTo>
                        <a:pt x="17355" y="4558"/>
                        <a:pt x="17480" y="4360"/>
                        <a:pt x="17480" y="4360"/>
                      </a:cubicBezTo>
                      <a:cubicBezTo>
                        <a:pt x="17480" y="4161"/>
                        <a:pt x="17355" y="3963"/>
                        <a:pt x="17355" y="3963"/>
                      </a:cubicBezTo>
                      <a:cubicBezTo>
                        <a:pt x="17355" y="3765"/>
                        <a:pt x="17480" y="3567"/>
                        <a:pt x="17480" y="3567"/>
                      </a:cubicBezTo>
                      <a:cubicBezTo>
                        <a:pt x="17355" y="3567"/>
                        <a:pt x="17355" y="3369"/>
                        <a:pt x="17230" y="3369"/>
                      </a:cubicBezTo>
                      <a:cubicBezTo>
                        <a:pt x="17230" y="3369"/>
                        <a:pt x="17105" y="3369"/>
                        <a:pt x="17105" y="3171"/>
                      </a:cubicBezTo>
                      <a:cubicBezTo>
                        <a:pt x="17105" y="3171"/>
                        <a:pt x="16980" y="2972"/>
                        <a:pt x="16980" y="2972"/>
                      </a:cubicBezTo>
                      <a:cubicBezTo>
                        <a:pt x="16980" y="2972"/>
                        <a:pt x="16980" y="2576"/>
                        <a:pt x="16855" y="2576"/>
                      </a:cubicBezTo>
                      <a:cubicBezTo>
                        <a:pt x="16855" y="2576"/>
                        <a:pt x="16731" y="2576"/>
                        <a:pt x="16606" y="2378"/>
                      </a:cubicBezTo>
                      <a:cubicBezTo>
                        <a:pt x="16481" y="2378"/>
                        <a:pt x="16356" y="2180"/>
                        <a:pt x="16356" y="2180"/>
                      </a:cubicBezTo>
                      <a:cubicBezTo>
                        <a:pt x="16231" y="2180"/>
                        <a:pt x="15982" y="1783"/>
                        <a:pt x="15982" y="1783"/>
                      </a:cubicBezTo>
                      <a:cubicBezTo>
                        <a:pt x="15982" y="1783"/>
                        <a:pt x="15982" y="1783"/>
                        <a:pt x="15857" y="1783"/>
                      </a:cubicBezTo>
                      <a:cubicBezTo>
                        <a:pt x="15857" y="1783"/>
                        <a:pt x="15732" y="1585"/>
                        <a:pt x="15732" y="1585"/>
                      </a:cubicBezTo>
                      <a:cubicBezTo>
                        <a:pt x="15607" y="1585"/>
                        <a:pt x="15607" y="1585"/>
                        <a:pt x="15607" y="1585"/>
                      </a:cubicBezTo>
                      <a:cubicBezTo>
                        <a:pt x="15607" y="1585"/>
                        <a:pt x="15607" y="1585"/>
                        <a:pt x="15607" y="1585"/>
                      </a:cubicBezTo>
                      <a:cubicBezTo>
                        <a:pt x="15482" y="1585"/>
                        <a:pt x="15482" y="1585"/>
                        <a:pt x="15357" y="1387"/>
                      </a:cubicBezTo>
                      <a:cubicBezTo>
                        <a:pt x="15108" y="1387"/>
                        <a:pt x="15232" y="1387"/>
                        <a:pt x="14983" y="1387"/>
                      </a:cubicBezTo>
                      <a:cubicBezTo>
                        <a:pt x="14858" y="1387"/>
                        <a:pt x="14733" y="1387"/>
                        <a:pt x="14733" y="1387"/>
                      </a:cubicBezTo>
                      <a:cubicBezTo>
                        <a:pt x="14733" y="1387"/>
                        <a:pt x="14608" y="1189"/>
                        <a:pt x="14358" y="1189"/>
                      </a:cubicBezTo>
                      <a:cubicBezTo>
                        <a:pt x="14234" y="1387"/>
                        <a:pt x="13984" y="1585"/>
                        <a:pt x="13859" y="1585"/>
                      </a:cubicBezTo>
                      <a:cubicBezTo>
                        <a:pt x="13859" y="1585"/>
                        <a:pt x="13734" y="1387"/>
                        <a:pt x="13734" y="1387"/>
                      </a:cubicBezTo>
                      <a:cubicBezTo>
                        <a:pt x="13734" y="1387"/>
                        <a:pt x="13734" y="1189"/>
                        <a:pt x="13734" y="1189"/>
                      </a:cubicBezTo>
                      <a:cubicBezTo>
                        <a:pt x="13734" y="1189"/>
                        <a:pt x="13609" y="991"/>
                        <a:pt x="13484" y="793"/>
                      </a:cubicBezTo>
                      <a:cubicBezTo>
                        <a:pt x="13484" y="793"/>
                        <a:pt x="13360" y="793"/>
                        <a:pt x="13360" y="793"/>
                      </a:cubicBezTo>
                      <a:cubicBezTo>
                        <a:pt x="13360" y="793"/>
                        <a:pt x="13360" y="793"/>
                        <a:pt x="13360" y="991"/>
                      </a:cubicBezTo>
                      <a:cubicBezTo>
                        <a:pt x="13360" y="1189"/>
                        <a:pt x="13609" y="1189"/>
                        <a:pt x="13360" y="1189"/>
                      </a:cubicBezTo>
                      <a:cubicBezTo>
                        <a:pt x="13235" y="991"/>
                        <a:pt x="13110" y="991"/>
                        <a:pt x="13110" y="991"/>
                      </a:cubicBezTo>
                      <a:cubicBezTo>
                        <a:pt x="12735" y="1189"/>
                        <a:pt x="12735" y="1189"/>
                        <a:pt x="12735" y="1189"/>
                      </a:cubicBezTo>
                      <a:cubicBezTo>
                        <a:pt x="12860" y="991"/>
                        <a:pt x="12860" y="991"/>
                        <a:pt x="12860" y="991"/>
                      </a:cubicBezTo>
                      <a:cubicBezTo>
                        <a:pt x="12860" y="991"/>
                        <a:pt x="12985" y="991"/>
                        <a:pt x="12985" y="991"/>
                      </a:cubicBezTo>
                      <a:cubicBezTo>
                        <a:pt x="12985" y="793"/>
                        <a:pt x="12985" y="793"/>
                        <a:pt x="12985" y="793"/>
                      </a:cubicBezTo>
                      <a:cubicBezTo>
                        <a:pt x="12985" y="793"/>
                        <a:pt x="12985" y="594"/>
                        <a:pt x="12985" y="594"/>
                      </a:cubicBezTo>
                      <a:cubicBezTo>
                        <a:pt x="13110" y="594"/>
                        <a:pt x="13235" y="396"/>
                        <a:pt x="13110" y="396"/>
                      </a:cubicBezTo>
                      <a:cubicBezTo>
                        <a:pt x="12985" y="396"/>
                        <a:pt x="12860" y="396"/>
                        <a:pt x="12860" y="396"/>
                      </a:cubicBezTo>
                      <a:cubicBezTo>
                        <a:pt x="12860" y="198"/>
                        <a:pt x="12860" y="198"/>
                        <a:pt x="12860" y="198"/>
                      </a:cubicBezTo>
                      <a:cubicBezTo>
                        <a:pt x="12860" y="198"/>
                        <a:pt x="12735" y="0"/>
                        <a:pt x="12735" y="0"/>
                      </a:cubicBezTo>
                      <a:cubicBezTo>
                        <a:pt x="12735" y="198"/>
                        <a:pt x="12735" y="396"/>
                        <a:pt x="12735" y="396"/>
                      </a:cubicBezTo>
                      <a:cubicBezTo>
                        <a:pt x="12610" y="396"/>
                        <a:pt x="12610" y="396"/>
                        <a:pt x="12610" y="198"/>
                      </a:cubicBezTo>
                      <a:cubicBezTo>
                        <a:pt x="12610" y="0"/>
                        <a:pt x="12610" y="0"/>
                        <a:pt x="12610" y="0"/>
                      </a:cubicBezTo>
                      <a:cubicBezTo>
                        <a:pt x="12486" y="0"/>
                        <a:pt x="12361" y="0"/>
                        <a:pt x="12361" y="0"/>
                      </a:cubicBezTo>
                      <a:cubicBezTo>
                        <a:pt x="12361" y="0"/>
                        <a:pt x="12486" y="198"/>
                        <a:pt x="12236" y="198"/>
                      </a:cubicBezTo>
                      <a:cubicBezTo>
                        <a:pt x="12111" y="198"/>
                        <a:pt x="11986" y="396"/>
                        <a:pt x="11861" y="396"/>
                      </a:cubicBezTo>
                      <a:cubicBezTo>
                        <a:pt x="11736" y="594"/>
                        <a:pt x="11736" y="793"/>
                        <a:pt x="11736" y="793"/>
                      </a:cubicBezTo>
                      <a:cubicBezTo>
                        <a:pt x="11736" y="991"/>
                        <a:pt x="11487" y="991"/>
                        <a:pt x="11487" y="1189"/>
                      </a:cubicBezTo>
                      <a:cubicBezTo>
                        <a:pt x="11612" y="1189"/>
                        <a:pt x="11487" y="1189"/>
                        <a:pt x="11736" y="1387"/>
                      </a:cubicBezTo>
                      <a:cubicBezTo>
                        <a:pt x="11861" y="1387"/>
                        <a:pt x="11861" y="1387"/>
                        <a:pt x="11986" y="1387"/>
                      </a:cubicBezTo>
                      <a:cubicBezTo>
                        <a:pt x="12111" y="1585"/>
                        <a:pt x="12236" y="1387"/>
                        <a:pt x="12236" y="1387"/>
                      </a:cubicBezTo>
                      <a:cubicBezTo>
                        <a:pt x="12236" y="1387"/>
                        <a:pt x="12236" y="1387"/>
                        <a:pt x="12361" y="1585"/>
                      </a:cubicBezTo>
                      <a:cubicBezTo>
                        <a:pt x="12361" y="1585"/>
                        <a:pt x="12486" y="1387"/>
                        <a:pt x="12486" y="1585"/>
                      </a:cubicBezTo>
                      <a:cubicBezTo>
                        <a:pt x="12486" y="1783"/>
                        <a:pt x="12610" y="1982"/>
                        <a:pt x="12486" y="1982"/>
                      </a:cubicBezTo>
                      <a:cubicBezTo>
                        <a:pt x="12361" y="1982"/>
                        <a:pt x="12236" y="2180"/>
                        <a:pt x="12236" y="1982"/>
                      </a:cubicBezTo>
                      <a:cubicBezTo>
                        <a:pt x="12236" y="1982"/>
                        <a:pt x="12236" y="1783"/>
                        <a:pt x="12111" y="1783"/>
                      </a:cubicBezTo>
                      <a:cubicBezTo>
                        <a:pt x="12111" y="1783"/>
                        <a:pt x="11986" y="1783"/>
                        <a:pt x="11986" y="1783"/>
                      </a:cubicBezTo>
                      <a:cubicBezTo>
                        <a:pt x="11861" y="2180"/>
                        <a:pt x="11861" y="2180"/>
                        <a:pt x="11861" y="2180"/>
                      </a:cubicBezTo>
                      <a:cubicBezTo>
                        <a:pt x="11861" y="2180"/>
                        <a:pt x="11861" y="2378"/>
                        <a:pt x="11736" y="2378"/>
                      </a:cubicBezTo>
                      <a:cubicBezTo>
                        <a:pt x="11612" y="2378"/>
                        <a:pt x="11736" y="2378"/>
                        <a:pt x="11487" y="2378"/>
                      </a:cubicBezTo>
                      <a:cubicBezTo>
                        <a:pt x="11237" y="2378"/>
                        <a:pt x="11237" y="2180"/>
                        <a:pt x="11112" y="2180"/>
                      </a:cubicBezTo>
                      <a:cubicBezTo>
                        <a:pt x="11112" y="2180"/>
                        <a:pt x="11112" y="2180"/>
                        <a:pt x="10987" y="2180"/>
                      </a:cubicBezTo>
                      <a:cubicBezTo>
                        <a:pt x="10987" y="2180"/>
                        <a:pt x="10738" y="1783"/>
                        <a:pt x="10613" y="2180"/>
                      </a:cubicBezTo>
                      <a:cubicBezTo>
                        <a:pt x="10488" y="2378"/>
                        <a:pt x="10363" y="2576"/>
                        <a:pt x="10363" y="2576"/>
                      </a:cubicBezTo>
                      <a:cubicBezTo>
                        <a:pt x="9988" y="2576"/>
                        <a:pt x="9988" y="2576"/>
                        <a:pt x="9988" y="2576"/>
                      </a:cubicBezTo>
                      <a:cubicBezTo>
                        <a:pt x="9988" y="2576"/>
                        <a:pt x="9864" y="2576"/>
                        <a:pt x="9739" y="2576"/>
                      </a:cubicBezTo>
                      <a:cubicBezTo>
                        <a:pt x="9614" y="2576"/>
                        <a:pt x="9489" y="2576"/>
                        <a:pt x="9489" y="2576"/>
                      </a:cubicBezTo>
                      <a:cubicBezTo>
                        <a:pt x="9364" y="2774"/>
                        <a:pt x="9239" y="2180"/>
                        <a:pt x="9239" y="2180"/>
                      </a:cubicBezTo>
                      <a:cubicBezTo>
                        <a:pt x="9239" y="2180"/>
                        <a:pt x="9364" y="1783"/>
                        <a:pt x="8990" y="2180"/>
                      </a:cubicBezTo>
                      <a:cubicBezTo>
                        <a:pt x="8615" y="2576"/>
                        <a:pt x="8490" y="2576"/>
                        <a:pt x="8490" y="2576"/>
                      </a:cubicBezTo>
                      <a:cubicBezTo>
                        <a:pt x="8365" y="2576"/>
                        <a:pt x="8240" y="2774"/>
                        <a:pt x="8240" y="2774"/>
                      </a:cubicBezTo>
                      <a:cubicBezTo>
                        <a:pt x="8116" y="2576"/>
                        <a:pt x="8116" y="2576"/>
                        <a:pt x="8116" y="2576"/>
                      </a:cubicBezTo>
                      <a:cubicBezTo>
                        <a:pt x="8116" y="2576"/>
                        <a:pt x="8116" y="2576"/>
                        <a:pt x="8116" y="2576"/>
                      </a:cubicBezTo>
                      <a:cubicBezTo>
                        <a:pt x="8116" y="2576"/>
                        <a:pt x="8116" y="2576"/>
                        <a:pt x="8116" y="2576"/>
                      </a:cubicBezTo>
                      <a:cubicBezTo>
                        <a:pt x="8240" y="2576"/>
                        <a:pt x="8240" y="2378"/>
                        <a:pt x="8240" y="2378"/>
                      </a:cubicBezTo>
                      <a:cubicBezTo>
                        <a:pt x="8116" y="2180"/>
                        <a:pt x="8116" y="2180"/>
                        <a:pt x="8116" y="2180"/>
                      </a:cubicBezTo>
                      <a:cubicBezTo>
                        <a:pt x="7741" y="2378"/>
                        <a:pt x="7741" y="2378"/>
                        <a:pt x="7741" y="2378"/>
                      </a:cubicBezTo>
                      <a:cubicBezTo>
                        <a:pt x="7741" y="2378"/>
                        <a:pt x="7866" y="2378"/>
                        <a:pt x="7741" y="2378"/>
                      </a:cubicBezTo>
                      <a:cubicBezTo>
                        <a:pt x="7741" y="2378"/>
                        <a:pt x="7491" y="2378"/>
                        <a:pt x="7491" y="2378"/>
                      </a:cubicBezTo>
                      <a:cubicBezTo>
                        <a:pt x="7491" y="2774"/>
                        <a:pt x="7491" y="2774"/>
                        <a:pt x="7491" y="2774"/>
                      </a:cubicBezTo>
                      <a:cubicBezTo>
                        <a:pt x="7491" y="2774"/>
                        <a:pt x="7366" y="2774"/>
                        <a:pt x="7366" y="2774"/>
                      </a:cubicBezTo>
                      <a:cubicBezTo>
                        <a:pt x="7366" y="2774"/>
                        <a:pt x="7366" y="2972"/>
                        <a:pt x="7366" y="2972"/>
                      </a:cubicBezTo>
                      <a:cubicBezTo>
                        <a:pt x="7366" y="2972"/>
                        <a:pt x="7366" y="3171"/>
                        <a:pt x="7366" y="3171"/>
                      </a:cubicBezTo>
                      <a:cubicBezTo>
                        <a:pt x="7366" y="3171"/>
                        <a:pt x="7242" y="3171"/>
                        <a:pt x="7242" y="3171"/>
                      </a:cubicBezTo>
                      <a:cubicBezTo>
                        <a:pt x="7242" y="3171"/>
                        <a:pt x="7117" y="3171"/>
                        <a:pt x="7117" y="3171"/>
                      </a:cubicBezTo>
                      <a:cubicBezTo>
                        <a:pt x="7117" y="3171"/>
                        <a:pt x="6992" y="3567"/>
                        <a:pt x="6992" y="3567"/>
                      </a:cubicBezTo>
                      <a:cubicBezTo>
                        <a:pt x="6992" y="3567"/>
                        <a:pt x="6992" y="3765"/>
                        <a:pt x="6992" y="3765"/>
                      </a:cubicBezTo>
                      <a:cubicBezTo>
                        <a:pt x="6992" y="3765"/>
                        <a:pt x="6992" y="3765"/>
                        <a:pt x="6992" y="3963"/>
                      </a:cubicBezTo>
                      <a:cubicBezTo>
                        <a:pt x="6867" y="3963"/>
                        <a:pt x="6742" y="3963"/>
                        <a:pt x="6742" y="3963"/>
                      </a:cubicBezTo>
                      <a:cubicBezTo>
                        <a:pt x="6742" y="3963"/>
                        <a:pt x="6617" y="3963"/>
                        <a:pt x="6492" y="3963"/>
                      </a:cubicBezTo>
                      <a:cubicBezTo>
                        <a:pt x="6492" y="3963"/>
                        <a:pt x="6368" y="3963"/>
                        <a:pt x="6368" y="3963"/>
                      </a:cubicBezTo>
                      <a:cubicBezTo>
                        <a:pt x="6243" y="3963"/>
                        <a:pt x="6243" y="4161"/>
                        <a:pt x="6243" y="4161"/>
                      </a:cubicBezTo>
                      <a:cubicBezTo>
                        <a:pt x="6243" y="4161"/>
                        <a:pt x="5993" y="3963"/>
                        <a:pt x="5993" y="3963"/>
                      </a:cubicBezTo>
                      <a:cubicBezTo>
                        <a:pt x="5868" y="3963"/>
                        <a:pt x="5868" y="3765"/>
                        <a:pt x="5868" y="3567"/>
                      </a:cubicBezTo>
                      <a:cubicBezTo>
                        <a:pt x="5868" y="3567"/>
                        <a:pt x="5743" y="3171"/>
                        <a:pt x="5743" y="3171"/>
                      </a:cubicBezTo>
                      <a:cubicBezTo>
                        <a:pt x="5618" y="3369"/>
                        <a:pt x="5618" y="3369"/>
                        <a:pt x="5618" y="3369"/>
                      </a:cubicBezTo>
                      <a:cubicBezTo>
                        <a:pt x="5244" y="3369"/>
                        <a:pt x="5244" y="3369"/>
                        <a:pt x="5244" y="3369"/>
                      </a:cubicBezTo>
                      <a:cubicBezTo>
                        <a:pt x="4994" y="3171"/>
                        <a:pt x="4994" y="3171"/>
                        <a:pt x="4994" y="3171"/>
                      </a:cubicBezTo>
                      <a:cubicBezTo>
                        <a:pt x="4994" y="3567"/>
                        <a:pt x="4994" y="3567"/>
                        <a:pt x="4994" y="3567"/>
                      </a:cubicBezTo>
                      <a:cubicBezTo>
                        <a:pt x="4994" y="3567"/>
                        <a:pt x="5119" y="3765"/>
                        <a:pt x="5119" y="3765"/>
                      </a:cubicBezTo>
                      <a:cubicBezTo>
                        <a:pt x="5119" y="3765"/>
                        <a:pt x="4994" y="3765"/>
                        <a:pt x="4994" y="3765"/>
                      </a:cubicBezTo>
                      <a:cubicBezTo>
                        <a:pt x="4869" y="3963"/>
                        <a:pt x="4869" y="3963"/>
                        <a:pt x="4869" y="3963"/>
                      </a:cubicBezTo>
                      <a:cubicBezTo>
                        <a:pt x="4745" y="3963"/>
                        <a:pt x="4745" y="3963"/>
                        <a:pt x="4745" y="3963"/>
                      </a:cubicBezTo>
                      <a:cubicBezTo>
                        <a:pt x="4745" y="3963"/>
                        <a:pt x="4620" y="4360"/>
                        <a:pt x="4620" y="4360"/>
                      </a:cubicBezTo>
                      <a:cubicBezTo>
                        <a:pt x="4620" y="4558"/>
                        <a:pt x="4495" y="4558"/>
                        <a:pt x="4495" y="4558"/>
                      </a:cubicBezTo>
                      <a:cubicBezTo>
                        <a:pt x="4495" y="4558"/>
                        <a:pt x="4370" y="4558"/>
                        <a:pt x="4495" y="4756"/>
                      </a:cubicBezTo>
                      <a:cubicBezTo>
                        <a:pt x="4620" y="4756"/>
                        <a:pt x="4745" y="4756"/>
                        <a:pt x="4745" y="4756"/>
                      </a:cubicBezTo>
                      <a:cubicBezTo>
                        <a:pt x="4869" y="4756"/>
                        <a:pt x="4994" y="4756"/>
                        <a:pt x="4994" y="4756"/>
                      </a:cubicBezTo>
                      <a:cubicBezTo>
                        <a:pt x="4994" y="4756"/>
                        <a:pt x="5244" y="4558"/>
                        <a:pt x="5244" y="4558"/>
                      </a:cubicBezTo>
                      <a:cubicBezTo>
                        <a:pt x="5244" y="4756"/>
                        <a:pt x="5244" y="4756"/>
                        <a:pt x="5244" y="4756"/>
                      </a:cubicBezTo>
                      <a:cubicBezTo>
                        <a:pt x="5244" y="5152"/>
                        <a:pt x="5244" y="5152"/>
                        <a:pt x="5244" y="5152"/>
                      </a:cubicBezTo>
                      <a:cubicBezTo>
                        <a:pt x="5119" y="5152"/>
                        <a:pt x="5119" y="5152"/>
                        <a:pt x="5119" y="5152"/>
                      </a:cubicBezTo>
                      <a:cubicBezTo>
                        <a:pt x="5119" y="5152"/>
                        <a:pt x="5119" y="5350"/>
                        <a:pt x="5119" y="5350"/>
                      </a:cubicBezTo>
                      <a:cubicBezTo>
                        <a:pt x="4994" y="5549"/>
                        <a:pt x="4869" y="5549"/>
                        <a:pt x="4869" y="5549"/>
                      </a:cubicBezTo>
                      <a:cubicBezTo>
                        <a:pt x="4745" y="5747"/>
                        <a:pt x="4745" y="5747"/>
                        <a:pt x="4745" y="5945"/>
                      </a:cubicBezTo>
                      <a:cubicBezTo>
                        <a:pt x="4745" y="6143"/>
                        <a:pt x="4620" y="6539"/>
                        <a:pt x="4620" y="6539"/>
                      </a:cubicBezTo>
                      <a:cubicBezTo>
                        <a:pt x="4370" y="6738"/>
                        <a:pt x="4370" y="6738"/>
                        <a:pt x="4370" y="6738"/>
                      </a:cubicBezTo>
                      <a:cubicBezTo>
                        <a:pt x="4120" y="7134"/>
                        <a:pt x="4120" y="7134"/>
                        <a:pt x="4120" y="7134"/>
                      </a:cubicBezTo>
                      <a:cubicBezTo>
                        <a:pt x="3995" y="7134"/>
                        <a:pt x="3995" y="7134"/>
                        <a:pt x="3995" y="7134"/>
                      </a:cubicBezTo>
                      <a:cubicBezTo>
                        <a:pt x="3871" y="7332"/>
                        <a:pt x="3871" y="7332"/>
                        <a:pt x="3871" y="7332"/>
                      </a:cubicBezTo>
                      <a:cubicBezTo>
                        <a:pt x="3871" y="7530"/>
                        <a:pt x="3871" y="7530"/>
                        <a:pt x="3871" y="7530"/>
                      </a:cubicBezTo>
                      <a:cubicBezTo>
                        <a:pt x="3621" y="7728"/>
                        <a:pt x="3621" y="7728"/>
                        <a:pt x="3621" y="7728"/>
                      </a:cubicBezTo>
                      <a:cubicBezTo>
                        <a:pt x="3621" y="8125"/>
                        <a:pt x="3621" y="8125"/>
                        <a:pt x="3621" y="8125"/>
                      </a:cubicBezTo>
                      <a:cubicBezTo>
                        <a:pt x="3496" y="8323"/>
                        <a:pt x="3496" y="8323"/>
                        <a:pt x="3496" y="8323"/>
                      </a:cubicBezTo>
                      <a:cubicBezTo>
                        <a:pt x="3371" y="8323"/>
                        <a:pt x="3371" y="8323"/>
                        <a:pt x="3371" y="8323"/>
                      </a:cubicBezTo>
                      <a:cubicBezTo>
                        <a:pt x="3246" y="8719"/>
                        <a:pt x="3246" y="8719"/>
                        <a:pt x="3246" y="8719"/>
                      </a:cubicBezTo>
                      <a:cubicBezTo>
                        <a:pt x="3246" y="8719"/>
                        <a:pt x="3121" y="8917"/>
                        <a:pt x="3121" y="8917"/>
                      </a:cubicBezTo>
                      <a:cubicBezTo>
                        <a:pt x="2997" y="8917"/>
                        <a:pt x="2872" y="9116"/>
                        <a:pt x="2872" y="9116"/>
                      </a:cubicBezTo>
                      <a:cubicBezTo>
                        <a:pt x="2622" y="9116"/>
                        <a:pt x="2622" y="9116"/>
                        <a:pt x="2622" y="9116"/>
                      </a:cubicBezTo>
                      <a:cubicBezTo>
                        <a:pt x="2622" y="9116"/>
                        <a:pt x="2497" y="9116"/>
                        <a:pt x="2372" y="9314"/>
                      </a:cubicBezTo>
                      <a:cubicBezTo>
                        <a:pt x="2372" y="9512"/>
                        <a:pt x="2372" y="9512"/>
                        <a:pt x="2372" y="9512"/>
                      </a:cubicBezTo>
                      <a:cubicBezTo>
                        <a:pt x="2372" y="9710"/>
                        <a:pt x="2497" y="9908"/>
                        <a:pt x="2497" y="9908"/>
                      </a:cubicBezTo>
                      <a:cubicBezTo>
                        <a:pt x="2497" y="10305"/>
                        <a:pt x="2497" y="10305"/>
                        <a:pt x="2497" y="10305"/>
                      </a:cubicBezTo>
                      <a:cubicBezTo>
                        <a:pt x="2497" y="10305"/>
                        <a:pt x="2372" y="10305"/>
                        <a:pt x="2372" y="10503"/>
                      </a:cubicBezTo>
                      <a:cubicBezTo>
                        <a:pt x="2372" y="10503"/>
                        <a:pt x="2372" y="10701"/>
                        <a:pt x="2372" y="10701"/>
                      </a:cubicBezTo>
                      <a:cubicBezTo>
                        <a:pt x="2372" y="10701"/>
                        <a:pt x="2372" y="10899"/>
                        <a:pt x="2372" y="10899"/>
                      </a:cubicBezTo>
                      <a:cubicBezTo>
                        <a:pt x="2372" y="10899"/>
                        <a:pt x="2372" y="11097"/>
                        <a:pt x="2372" y="11097"/>
                      </a:cubicBezTo>
                      <a:cubicBezTo>
                        <a:pt x="2372" y="11097"/>
                        <a:pt x="2372" y="11295"/>
                        <a:pt x="2247" y="11494"/>
                      </a:cubicBezTo>
                      <a:cubicBezTo>
                        <a:pt x="2247" y="11494"/>
                        <a:pt x="2123" y="11692"/>
                        <a:pt x="2123" y="11692"/>
                      </a:cubicBezTo>
                      <a:cubicBezTo>
                        <a:pt x="2123" y="11692"/>
                        <a:pt x="1873" y="11692"/>
                        <a:pt x="1873" y="11692"/>
                      </a:cubicBezTo>
                      <a:cubicBezTo>
                        <a:pt x="1873" y="11890"/>
                        <a:pt x="1623" y="11890"/>
                        <a:pt x="1623" y="11890"/>
                      </a:cubicBezTo>
                      <a:cubicBezTo>
                        <a:pt x="1373" y="12286"/>
                        <a:pt x="1373" y="12286"/>
                        <a:pt x="1373" y="12286"/>
                      </a:cubicBezTo>
                      <a:cubicBezTo>
                        <a:pt x="874" y="13079"/>
                        <a:pt x="874" y="13079"/>
                        <a:pt x="874" y="13079"/>
                      </a:cubicBezTo>
                      <a:cubicBezTo>
                        <a:pt x="874" y="13079"/>
                        <a:pt x="874" y="13277"/>
                        <a:pt x="874" y="13277"/>
                      </a:cubicBezTo>
                      <a:cubicBezTo>
                        <a:pt x="874" y="13277"/>
                        <a:pt x="874" y="13673"/>
                        <a:pt x="874" y="13673"/>
                      </a:cubicBezTo>
                      <a:cubicBezTo>
                        <a:pt x="874" y="13872"/>
                        <a:pt x="749" y="14070"/>
                        <a:pt x="749" y="14070"/>
                      </a:cubicBezTo>
                      <a:cubicBezTo>
                        <a:pt x="624" y="14268"/>
                        <a:pt x="624" y="14268"/>
                        <a:pt x="624" y="14268"/>
                      </a:cubicBezTo>
                      <a:cubicBezTo>
                        <a:pt x="624" y="14664"/>
                        <a:pt x="624" y="14664"/>
                        <a:pt x="624" y="14664"/>
                      </a:cubicBezTo>
                      <a:cubicBezTo>
                        <a:pt x="624" y="14862"/>
                        <a:pt x="624" y="14862"/>
                        <a:pt x="624" y="14862"/>
                      </a:cubicBezTo>
                      <a:cubicBezTo>
                        <a:pt x="749" y="15061"/>
                        <a:pt x="749" y="15061"/>
                        <a:pt x="749" y="15061"/>
                      </a:cubicBezTo>
                      <a:cubicBezTo>
                        <a:pt x="874" y="15259"/>
                        <a:pt x="874" y="15259"/>
                        <a:pt x="874" y="15259"/>
                      </a:cubicBezTo>
                      <a:cubicBezTo>
                        <a:pt x="874" y="15853"/>
                        <a:pt x="874" y="15853"/>
                        <a:pt x="874" y="15853"/>
                      </a:cubicBezTo>
                      <a:cubicBezTo>
                        <a:pt x="749" y="16250"/>
                        <a:pt x="749" y="16250"/>
                        <a:pt x="749" y="16250"/>
                      </a:cubicBezTo>
                      <a:cubicBezTo>
                        <a:pt x="749" y="16646"/>
                        <a:pt x="749" y="16646"/>
                        <a:pt x="749" y="16646"/>
                      </a:cubicBezTo>
                      <a:cubicBezTo>
                        <a:pt x="499" y="16646"/>
                        <a:pt x="499" y="16646"/>
                        <a:pt x="499" y="16646"/>
                      </a:cubicBezTo>
                      <a:cubicBezTo>
                        <a:pt x="499" y="16646"/>
                        <a:pt x="375" y="16844"/>
                        <a:pt x="250" y="16844"/>
                      </a:cubicBezTo>
                      <a:cubicBezTo>
                        <a:pt x="250" y="16844"/>
                        <a:pt x="125" y="17042"/>
                        <a:pt x="125" y="17042"/>
                      </a:cubicBezTo>
                      <a:cubicBezTo>
                        <a:pt x="0" y="17240"/>
                        <a:pt x="0" y="17240"/>
                        <a:pt x="0" y="17240"/>
                      </a:cubicBezTo>
                      <a:cubicBezTo>
                        <a:pt x="125" y="17439"/>
                        <a:pt x="125" y="17439"/>
                        <a:pt x="125" y="17439"/>
                      </a:cubicBezTo>
                      <a:cubicBezTo>
                        <a:pt x="125" y="17835"/>
                        <a:pt x="125" y="17835"/>
                        <a:pt x="125" y="17835"/>
                      </a:cubicBezTo>
                      <a:cubicBezTo>
                        <a:pt x="250" y="17835"/>
                        <a:pt x="250" y="17835"/>
                        <a:pt x="250" y="17835"/>
                      </a:cubicBezTo>
                      <a:cubicBezTo>
                        <a:pt x="499" y="17637"/>
                        <a:pt x="499" y="17637"/>
                        <a:pt x="499" y="17637"/>
                      </a:cubicBezTo>
                      <a:cubicBezTo>
                        <a:pt x="749" y="17835"/>
                        <a:pt x="749" y="17835"/>
                        <a:pt x="749" y="17835"/>
                      </a:cubicBezTo>
                      <a:cubicBezTo>
                        <a:pt x="1124" y="17637"/>
                        <a:pt x="1124" y="17637"/>
                        <a:pt x="1124" y="17637"/>
                      </a:cubicBezTo>
                      <a:cubicBezTo>
                        <a:pt x="1124" y="17637"/>
                        <a:pt x="1124" y="17439"/>
                        <a:pt x="1249" y="17240"/>
                      </a:cubicBezTo>
                      <a:cubicBezTo>
                        <a:pt x="1373" y="17042"/>
                        <a:pt x="1498" y="17042"/>
                        <a:pt x="1498" y="17042"/>
                      </a:cubicBezTo>
                      <a:cubicBezTo>
                        <a:pt x="1623" y="16646"/>
                        <a:pt x="1623" y="16646"/>
                        <a:pt x="1623" y="16646"/>
                      </a:cubicBezTo>
                      <a:cubicBezTo>
                        <a:pt x="1498" y="16646"/>
                        <a:pt x="1498" y="16646"/>
                        <a:pt x="1498" y="16646"/>
                      </a:cubicBezTo>
                      <a:cubicBezTo>
                        <a:pt x="1498" y="16250"/>
                        <a:pt x="1498" y="16250"/>
                        <a:pt x="1498" y="16250"/>
                      </a:cubicBezTo>
                      <a:cubicBezTo>
                        <a:pt x="1249" y="16051"/>
                        <a:pt x="1249" y="16051"/>
                        <a:pt x="1249" y="16051"/>
                      </a:cubicBezTo>
                      <a:cubicBezTo>
                        <a:pt x="1249" y="16051"/>
                        <a:pt x="1249" y="15853"/>
                        <a:pt x="1249" y="15853"/>
                      </a:cubicBezTo>
                      <a:cubicBezTo>
                        <a:pt x="1373" y="15655"/>
                        <a:pt x="1498" y="15259"/>
                        <a:pt x="1498" y="15259"/>
                      </a:cubicBezTo>
                      <a:cubicBezTo>
                        <a:pt x="1873" y="15061"/>
                        <a:pt x="1873" y="15061"/>
                        <a:pt x="1873" y="15061"/>
                      </a:cubicBezTo>
                      <a:cubicBezTo>
                        <a:pt x="2247" y="14862"/>
                        <a:pt x="2247" y="14862"/>
                        <a:pt x="2247" y="14862"/>
                      </a:cubicBezTo>
                      <a:cubicBezTo>
                        <a:pt x="2372" y="14664"/>
                        <a:pt x="2372" y="14664"/>
                        <a:pt x="2372" y="14664"/>
                      </a:cubicBezTo>
                      <a:cubicBezTo>
                        <a:pt x="2622" y="14466"/>
                        <a:pt x="2622" y="14466"/>
                        <a:pt x="2622" y="14466"/>
                      </a:cubicBezTo>
                      <a:cubicBezTo>
                        <a:pt x="2622" y="14466"/>
                        <a:pt x="2997" y="14466"/>
                        <a:pt x="2997" y="14466"/>
                      </a:cubicBezTo>
                      <a:cubicBezTo>
                        <a:pt x="2997" y="14466"/>
                        <a:pt x="3496" y="14466"/>
                        <a:pt x="3496" y="14466"/>
                      </a:cubicBezTo>
                      <a:lnTo>
                        <a:pt x="3871" y="14862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20" name="Shape">
                  <a:extLst>
                    <a:ext uri="{FF2B5EF4-FFF2-40B4-BE49-F238E27FC236}">
                      <a16:creationId xmlns:a16="http://schemas.microsoft.com/office/drawing/2014/main" id="{D45DA2C1-0892-4910-9796-1AB7393648F2}"/>
                    </a:ext>
                  </a:extLst>
                </p:cNvPr>
                <p:cNvSpPr/>
                <p:nvPr/>
              </p:nvSpPr>
              <p:spPr>
                <a:xfrm>
                  <a:off x="4234385" y="2798124"/>
                  <a:ext cx="755242" cy="4522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91" y="7254"/>
                      </a:moveTo>
                      <a:cubicBezTo>
                        <a:pt x="2389" y="6448"/>
                        <a:pt x="2389" y="6448"/>
                        <a:pt x="2389" y="6448"/>
                      </a:cubicBezTo>
                      <a:cubicBezTo>
                        <a:pt x="2389" y="6448"/>
                        <a:pt x="2986" y="5642"/>
                        <a:pt x="3086" y="5642"/>
                      </a:cubicBezTo>
                      <a:cubicBezTo>
                        <a:pt x="3285" y="5481"/>
                        <a:pt x="3583" y="5158"/>
                        <a:pt x="3583" y="5319"/>
                      </a:cubicBezTo>
                      <a:cubicBezTo>
                        <a:pt x="3583" y="5481"/>
                        <a:pt x="3683" y="6609"/>
                        <a:pt x="3683" y="6609"/>
                      </a:cubicBezTo>
                      <a:cubicBezTo>
                        <a:pt x="4181" y="6931"/>
                        <a:pt x="4181" y="6931"/>
                        <a:pt x="4181" y="6931"/>
                      </a:cubicBezTo>
                      <a:cubicBezTo>
                        <a:pt x="4579" y="7415"/>
                        <a:pt x="4579" y="7415"/>
                        <a:pt x="4579" y="7415"/>
                      </a:cubicBezTo>
                      <a:cubicBezTo>
                        <a:pt x="5375" y="8060"/>
                        <a:pt x="5375" y="8060"/>
                        <a:pt x="5375" y="8060"/>
                      </a:cubicBezTo>
                      <a:cubicBezTo>
                        <a:pt x="5475" y="8543"/>
                        <a:pt x="5475" y="8543"/>
                        <a:pt x="5475" y="8543"/>
                      </a:cubicBezTo>
                      <a:cubicBezTo>
                        <a:pt x="5475" y="8543"/>
                        <a:pt x="5375" y="8866"/>
                        <a:pt x="5574" y="9349"/>
                      </a:cubicBezTo>
                      <a:cubicBezTo>
                        <a:pt x="5873" y="9833"/>
                        <a:pt x="5972" y="9833"/>
                        <a:pt x="6072" y="10316"/>
                      </a:cubicBezTo>
                      <a:cubicBezTo>
                        <a:pt x="6171" y="10639"/>
                        <a:pt x="6570" y="10961"/>
                        <a:pt x="6570" y="10961"/>
                      </a:cubicBezTo>
                      <a:cubicBezTo>
                        <a:pt x="7067" y="11122"/>
                        <a:pt x="7067" y="11122"/>
                        <a:pt x="7067" y="11122"/>
                      </a:cubicBezTo>
                      <a:cubicBezTo>
                        <a:pt x="7067" y="11122"/>
                        <a:pt x="7565" y="11445"/>
                        <a:pt x="7665" y="11284"/>
                      </a:cubicBezTo>
                      <a:cubicBezTo>
                        <a:pt x="7764" y="11122"/>
                        <a:pt x="8262" y="10478"/>
                        <a:pt x="8262" y="10316"/>
                      </a:cubicBezTo>
                      <a:cubicBezTo>
                        <a:pt x="8361" y="10155"/>
                        <a:pt x="8660" y="9510"/>
                        <a:pt x="8759" y="9349"/>
                      </a:cubicBezTo>
                      <a:cubicBezTo>
                        <a:pt x="8859" y="9188"/>
                        <a:pt x="9158" y="8060"/>
                        <a:pt x="9158" y="7899"/>
                      </a:cubicBezTo>
                      <a:cubicBezTo>
                        <a:pt x="9158" y="7576"/>
                        <a:pt x="8759" y="6287"/>
                        <a:pt x="8660" y="5964"/>
                      </a:cubicBezTo>
                      <a:cubicBezTo>
                        <a:pt x="8660" y="5642"/>
                        <a:pt x="8560" y="4675"/>
                        <a:pt x="8560" y="4675"/>
                      </a:cubicBezTo>
                      <a:cubicBezTo>
                        <a:pt x="8162" y="3385"/>
                        <a:pt x="8162" y="3385"/>
                        <a:pt x="8162" y="3385"/>
                      </a:cubicBezTo>
                      <a:cubicBezTo>
                        <a:pt x="8162" y="3385"/>
                        <a:pt x="8162" y="2579"/>
                        <a:pt x="8262" y="2579"/>
                      </a:cubicBezTo>
                      <a:cubicBezTo>
                        <a:pt x="8361" y="2418"/>
                        <a:pt x="8859" y="1773"/>
                        <a:pt x="8859" y="1773"/>
                      </a:cubicBezTo>
                      <a:cubicBezTo>
                        <a:pt x="9357" y="967"/>
                        <a:pt x="9357" y="967"/>
                        <a:pt x="9357" y="967"/>
                      </a:cubicBezTo>
                      <a:cubicBezTo>
                        <a:pt x="9854" y="484"/>
                        <a:pt x="9854" y="484"/>
                        <a:pt x="9854" y="484"/>
                      </a:cubicBezTo>
                      <a:cubicBezTo>
                        <a:pt x="10253" y="0"/>
                        <a:pt x="10253" y="0"/>
                        <a:pt x="10253" y="0"/>
                      </a:cubicBezTo>
                      <a:cubicBezTo>
                        <a:pt x="10750" y="322"/>
                        <a:pt x="10750" y="322"/>
                        <a:pt x="10750" y="322"/>
                      </a:cubicBezTo>
                      <a:cubicBezTo>
                        <a:pt x="11148" y="322"/>
                        <a:pt x="11148" y="322"/>
                        <a:pt x="11148" y="322"/>
                      </a:cubicBezTo>
                      <a:cubicBezTo>
                        <a:pt x="11547" y="645"/>
                        <a:pt x="11547" y="645"/>
                        <a:pt x="11547" y="645"/>
                      </a:cubicBezTo>
                      <a:cubicBezTo>
                        <a:pt x="12044" y="645"/>
                        <a:pt x="12044" y="645"/>
                        <a:pt x="12044" y="645"/>
                      </a:cubicBezTo>
                      <a:cubicBezTo>
                        <a:pt x="12442" y="806"/>
                        <a:pt x="12442" y="806"/>
                        <a:pt x="12442" y="806"/>
                      </a:cubicBezTo>
                      <a:cubicBezTo>
                        <a:pt x="12940" y="1128"/>
                        <a:pt x="12940" y="1128"/>
                        <a:pt x="12940" y="1128"/>
                      </a:cubicBezTo>
                      <a:cubicBezTo>
                        <a:pt x="13836" y="2096"/>
                        <a:pt x="13836" y="2096"/>
                        <a:pt x="13836" y="2096"/>
                      </a:cubicBezTo>
                      <a:cubicBezTo>
                        <a:pt x="14135" y="2740"/>
                        <a:pt x="14135" y="2740"/>
                        <a:pt x="14135" y="2740"/>
                      </a:cubicBezTo>
                      <a:cubicBezTo>
                        <a:pt x="14433" y="2901"/>
                        <a:pt x="14433" y="2901"/>
                        <a:pt x="14433" y="2901"/>
                      </a:cubicBezTo>
                      <a:cubicBezTo>
                        <a:pt x="14433" y="2901"/>
                        <a:pt x="14632" y="3224"/>
                        <a:pt x="14831" y="3063"/>
                      </a:cubicBezTo>
                      <a:cubicBezTo>
                        <a:pt x="14931" y="3063"/>
                        <a:pt x="15030" y="2901"/>
                        <a:pt x="15130" y="2740"/>
                      </a:cubicBezTo>
                      <a:cubicBezTo>
                        <a:pt x="15329" y="2579"/>
                        <a:pt x="15429" y="2257"/>
                        <a:pt x="15429" y="2257"/>
                      </a:cubicBezTo>
                      <a:cubicBezTo>
                        <a:pt x="15628" y="2257"/>
                        <a:pt x="15628" y="2257"/>
                        <a:pt x="15628" y="2257"/>
                      </a:cubicBezTo>
                      <a:cubicBezTo>
                        <a:pt x="15827" y="1773"/>
                        <a:pt x="15827" y="1773"/>
                        <a:pt x="15827" y="1773"/>
                      </a:cubicBezTo>
                      <a:cubicBezTo>
                        <a:pt x="16623" y="2096"/>
                        <a:pt x="16623" y="2096"/>
                        <a:pt x="16623" y="2096"/>
                      </a:cubicBezTo>
                      <a:cubicBezTo>
                        <a:pt x="17021" y="2096"/>
                        <a:pt x="17021" y="2096"/>
                        <a:pt x="17021" y="2096"/>
                      </a:cubicBezTo>
                      <a:cubicBezTo>
                        <a:pt x="17618" y="1773"/>
                        <a:pt x="17618" y="1773"/>
                        <a:pt x="17618" y="1773"/>
                      </a:cubicBezTo>
                      <a:cubicBezTo>
                        <a:pt x="17917" y="2257"/>
                        <a:pt x="17917" y="2257"/>
                        <a:pt x="17917" y="2257"/>
                      </a:cubicBezTo>
                      <a:cubicBezTo>
                        <a:pt x="17917" y="2740"/>
                        <a:pt x="17917" y="2740"/>
                        <a:pt x="17917" y="2740"/>
                      </a:cubicBezTo>
                      <a:cubicBezTo>
                        <a:pt x="18315" y="2901"/>
                        <a:pt x="18315" y="2901"/>
                        <a:pt x="18315" y="2901"/>
                      </a:cubicBezTo>
                      <a:cubicBezTo>
                        <a:pt x="18315" y="2901"/>
                        <a:pt x="18614" y="3224"/>
                        <a:pt x="18713" y="3224"/>
                      </a:cubicBezTo>
                      <a:cubicBezTo>
                        <a:pt x="18813" y="3224"/>
                        <a:pt x="19012" y="3385"/>
                        <a:pt x="19012" y="3385"/>
                      </a:cubicBezTo>
                      <a:cubicBezTo>
                        <a:pt x="19112" y="4997"/>
                        <a:pt x="19112" y="4997"/>
                        <a:pt x="19112" y="4997"/>
                      </a:cubicBezTo>
                      <a:cubicBezTo>
                        <a:pt x="18912" y="5481"/>
                        <a:pt x="18912" y="5481"/>
                        <a:pt x="18912" y="5481"/>
                      </a:cubicBezTo>
                      <a:cubicBezTo>
                        <a:pt x="19112" y="6770"/>
                        <a:pt x="19112" y="6770"/>
                        <a:pt x="19112" y="6770"/>
                      </a:cubicBezTo>
                      <a:cubicBezTo>
                        <a:pt x="19112" y="7415"/>
                        <a:pt x="19112" y="7415"/>
                        <a:pt x="19112" y="7415"/>
                      </a:cubicBezTo>
                      <a:cubicBezTo>
                        <a:pt x="19510" y="6931"/>
                        <a:pt x="19510" y="6931"/>
                        <a:pt x="19510" y="6931"/>
                      </a:cubicBezTo>
                      <a:cubicBezTo>
                        <a:pt x="19908" y="7415"/>
                        <a:pt x="19908" y="7415"/>
                        <a:pt x="19908" y="7415"/>
                      </a:cubicBezTo>
                      <a:cubicBezTo>
                        <a:pt x="19709" y="7899"/>
                        <a:pt x="19709" y="7899"/>
                        <a:pt x="19709" y="7899"/>
                      </a:cubicBezTo>
                      <a:cubicBezTo>
                        <a:pt x="20206" y="8543"/>
                        <a:pt x="20206" y="8543"/>
                        <a:pt x="20206" y="8543"/>
                      </a:cubicBezTo>
                      <a:cubicBezTo>
                        <a:pt x="20605" y="8866"/>
                        <a:pt x="20605" y="8866"/>
                        <a:pt x="20605" y="8866"/>
                      </a:cubicBezTo>
                      <a:cubicBezTo>
                        <a:pt x="20505" y="9349"/>
                        <a:pt x="20505" y="9349"/>
                        <a:pt x="20505" y="9349"/>
                      </a:cubicBezTo>
                      <a:cubicBezTo>
                        <a:pt x="20505" y="9349"/>
                        <a:pt x="20605" y="9510"/>
                        <a:pt x="20704" y="9510"/>
                      </a:cubicBezTo>
                      <a:cubicBezTo>
                        <a:pt x="20804" y="9672"/>
                        <a:pt x="21003" y="9833"/>
                        <a:pt x="21003" y="9833"/>
                      </a:cubicBezTo>
                      <a:cubicBezTo>
                        <a:pt x="21003" y="9833"/>
                        <a:pt x="21102" y="10316"/>
                        <a:pt x="21102" y="10639"/>
                      </a:cubicBezTo>
                      <a:cubicBezTo>
                        <a:pt x="21202" y="10800"/>
                        <a:pt x="21600" y="11284"/>
                        <a:pt x="21600" y="11284"/>
                      </a:cubicBezTo>
                      <a:cubicBezTo>
                        <a:pt x="21500" y="12090"/>
                        <a:pt x="21500" y="12090"/>
                        <a:pt x="21500" y="12090"/>
                      </a:cubicBezTo>
                      <a:cubicBezTo>
                        <a:pt x="21500" y="12090"/>
                        <a:pt x="21500" y="12412"/>
                        <a:pt x="21500" y="12573"/>
                      </a:cubicBezTo>
                      <a:cubicBezTo>
                        <a:pt x="21500" y="12734"/>
                        <a:pt x="21500" y="12896"/>
                        <a:pt x="21500" y="13057"/>
                      </a:cubicBezTo>
                      <a:cubicBezTo>
                        <a:pt x="21500" y="12896"/>
                        <a:pt x="21500" y="12896"/>
                        <a:pt x="21500" y="12896"/>
                      </a:cubicBezTo>
                      <a:cubicBezTo>
                        <a:pt x="21003" y="13379"/>
                        <a:pt x="21003" y="13379"/>
                        <a:pt x="21003" y="13379"/>
                      </a:cubicBezTo>
                      <a:cubicBezTo>
                        <a:pt x="20903" y="14507"/>
                        <a:pt x="20903" y="14507"/>
                        <a:pt x="20903" y="14507"/>
                      </a:cubicBezTo>
                      <a:cubicBezTo>
                        <a:pt x="20406" y="15313"/>
                        <a:pt x="20406" y="15313"/>
                        <a:pt x="20406" y="15313"/>
                      </a:cubicBezTo>
                      <a:cubicBezTo>
                        <a:pt x="20605" y="16119"/>
                        <a:pt x="20605" y="16119"/>
                        <a:pt x="20605" y="16119"/>
                      </a:cubicBezTo>
                      <a:cubicBezTo>
                        <a:pt x="20406" y="16603"/>
                        <a:pt x="20406" y="16603"/>
                        <a:pt x="20406" y="16603"/>
                      </a:cubicBezTo>
                      <a:cubicBezTo>
                        <a:pt x="19609" y="16603"/>
                        <a:pt x="19609" y="16603"/>
                        <a:pt x="19609" y="16603"/>
                      </a:cubicBezTo>
                      <a:cubicBezTo>
                        <a:pt x="19609" y="16603"/>
                        <a:pt x="19510" y="16603"/>
                        <a:pt x="19112" y="16603"/>
                      </a:cubicBezTo>
                      <a:cubicBezTo>
                        <a:pt x="18713" y="16603"/>
                        <a:pt x="18813" y="16603"/>
                        <a:pt x="18813" y="16603"/>
                      </a:cubicBezTo>
                      <a:cubicBezTo>
                        <a:pt x="18514" y="17087"/>
                        <a:pt x="18514" y="17087"/>
                        <a:pt x="18514" y="17087"/>
                      </a:cubicBezTo>
                      <a:cubicBezTo>
                        <a:pt x="18415" y="18054"/>
                        <a:pt x="18415" y="18054"/>
                        <a:pt x="18415" y="18054"/>
                      </a:cubicBezTo>
                      <a:cubicBezTo>
                        <a:pt x="18415" y="18054"/>
                        <a:pt x="18216" y="18054"/>
                        <a:pt x="17818" y="18215"/>
                      </a:cubicBezTo>
                      <a:cubicBezTo>
                        <a:pt x="17618" y="18376"/>
                        <a:pt x="17618" y="18537"/>
                        <a:pt x="17618" y="18537"/>
                      </a:cubicBezTo>
                      <a:cubicBezTo>
                        <a:pt x="17618" y="18537"/>
                        <a:pt x="17618" y="18537"/>
                        <a:pt x="17618" y="18537"/>
                      </a:cubicBezTo>
                      <a:cubicBezTo>
                        <a:pt x="17320" y="18537"/>
                        <a:pt x="17320" y="18537"/>
                        <a:pt x="17320" y="18537"/>
                      </a:cubicBezTo>
                      <a:cubicBezTo>
                        <a:pt x="16822" y="18376"/>
                        <a:pt x="16822" y="18376"/>
                        <a:pt x="16822" y="18376"/>
                      </a:cubicBezTo>
                      <a:cubicBezTo>
                        <a:pt x="16424" y="18376"/>
                        <a:pt x="16424" y="18376"/>
                        <a:pt x="16424" y="18376"/>
                      </a:cubicBezTo>
                      <a:cubicBezTo>
                        <a:pt x="16225" y="17731"/>
                        <a:pt x="16225" y="17731"/>
                        <a:pt x="16225" y="17731"/>
                      </a:cubicBezTo>
                      <a:cubicBezTo>
                        <a:pt x="15926" y="17570"/>
                        <a:pt x="15926" y="17570"/>
                        <a:pt x="15926" y="17570"/>
                      </a:cubicBezTo>
                      <a:cubicBezTo>
                        <a:pt x="15628" y="16925"/>
                        <a:pt x="15628" y="16925"/>
                        <a:pt x="15628" y="16925"/>
                      </a:cubicBezTo>
                      <a:cubicBezTo>
                        <a:pt x="15229" y="16764"/>
                        <a:pt x="15229" y="16764"/>
                        <a:pt x="15229" y="16764"/>
                      </a:cubicBezTo>
                      <a:cubicBezTo>
                        <a:pt x="15030" y="16281"/>
                        <a:pt x="15030" y="16281"/>
                        <a:pt x="15030" y="16281"/>
                      </a:cubicBezTo>
                      <a:cubicBezTo>
                        <a:pt x="14533" y="16281"/>
                        <a:pt x="14533" y="16281"/>
                        <a:pt x="14533" y="16281"/>
                      </a:cubicBezTo>
                      <a:cubicBezTo>
                        <a:pt x="14234" y="15958"/>
                        <a:pt x="14234" y="15958"/>
                        <a:pt x="14234" y="15958"/>
                      </a:cubicBezTo>
                      <a:cubicBezTo>
                        <a:pt x="14135" y="15636"/>
                        <a:pt x="14135" y="15636"/>
                        <a:pt x="14135" y="15636"/>
                      </a:cubicBezTo>
                      <a:cubicBezTo>
                        <a:pt x="13836" y="15636"/>
                        <a:pt x="13836" y="15636"/>
                        <a:pt x="13836" y="15636"/>
                      </a:cubicBezTo>
                      <a:cubicBezTo>
                        <a:pt x="13438" y="15797"/>
                        <a:pt x="13438" y="15797"/>
                        <a:pt x="13438" y="15797"/>
                      </a:cubicBezTo>
                      <a:cubicBezTo>
                        <a:pt x="12741" y="16119"/>
                        <a:pt x="12741" y="16119"/>
                        <a:pt x="12741" y="16119"/>
                      </a:cubicBezTo>
                      <a:cubicBezTo>
                        <a:pt x="12343" y="15636"/>
                        <a:pt x="12343" y="15636"/>
                        <a:pt x="12343" y="15636"/>
                      </a:cubicBezTo>
                      <a:cubicBezTo>
                        <a:pt x="12243" y="15475"/>
                        <a:pt x="12243" y="15475"/>
                        <a:pt x="12243" y="15475"/>
                      </a:cubicBezTo>
                      <a:cubicBezTo>
                        <a:pt x="11845" y="14991"/>
                        <a:pt x="11845" y="14991"/>
                        <a:pt x="11845" y="14991"/>
                      </a:cubicBezTo>
                      <a:cubicBezTo>
                        <a:pt x="11646" y="14024"/>
                        <a:pt x="11646" y="14024"/>
                        <a:pt x="11646" y="14024"/>
                      </a:cubicBezTo>
                      <a:cubicBezTo>
                        <a:pt x="11646" y="14024"/>
                        <a:pt x="11248" y="14507"/>
                        <a:pt x="11148" y="14507"/>
                      </a:cubicBezTo>
                      <a:cubicBezTo>
                        <a:pt x="11148" y="14507"/>
                        <a:pt x="10850" y="15313"/>
                        <a:pt x="10850" y="15313"/>
                      </a:cubicBezTo>
                      <a:cubicBezTo>
                        <a:pt x="10750" y="15958"/>
                        <a:pt x="10750" y="15958"/>
                        <a:pt x="10750" y="15958"/>
                      </a:cubicBezTo>
                      <a:cubicBezTo>
                        <a:pt x="10153" y="15636"/>
                        <a:pt x="10153" y="15636"/>
                        <a:pt x="10153" y="15636"/>
                      </a:cubicBezTo>
                      <a:cubicBezTo>
                        <a:pt x="10153" y="15636"/>
                        <a:pt x="9854" y="16281"/>
                        <a:pt x="9854" y="16442"/>
                      </a:cubicBezTo>
                      <a:cubicBezTo>
                        <a:pt x="9755" y="16442"/>
                        <a:pt x="9357" y="16119"/>
                        <a:pt x="9357" y="16119"/>
                      </a:cubicBezTo>
                      <a:cubicBezTo>
                        <a:pt x="8759" y="16119"/>
                        <a:pt x="8759" y="16119"/>
                        <a:pt x="8759" y="16119"/>
                      </a:cubicBezTo>
                      <a:cubicBezTo>
                        <a:pt x="8759" y="16119"/>
                        <a:pt x="8162" y="16119"/>
                        <a:pt x="8063" y="15958"/>
                      </a:cubicBezTo>
                      <a:cubicBezTo>
                        <a:pt x="7963" y="15958"/>
                        <a:pt x="7963" y="16119"/>
                        <a:pt x="7963" y="16119"/>
                      </a:cubicBezTo>
                      <a:cubicBezTo>
                        <a:pt x="7465" y="16281"/>
                        <a:pt x="7465" y="16281"/>
                        <a:pt x="7465" y="16281"/>
                      </a:cubicBezTo>
                      <a:cubicBezTo>
                        <a:pt x="6868" y="16442"/>
                        <a:pt x="6868" y="16442"/>
                        <a:pt x="6868" y="16442"/>
                      </a:cubicBezTo>
                      <a:cubicBezTo>
                        <a:pt x="6868" y="16442"/>
                        <a:pt x="6769" y="17087"/>
                        <a:pt x="6669" y="17248"/>
                      </a:cubicBezTo>
                      <a:cubicBezTo>
                        <a:pt x="6570" y="17248"/>
                        <a:pt x="6271" y="16764"/>
                        <a:pt x="6171" y="16603"/>
                      </a:cubicBezTo>
                      <a:cubicBezTo>
                        <a:pt x="6171" y="16442"/>
                        <a:pt x="5873" y="16281"/>
                        <a:pt x="5873" y="16281"/>
                      </a:cubicBezTo>
                      <a:cubicBezTo>
                        <a:pt x="5475" y="16764"/>
                        <a:pt x="5475" y="16764"/>
                        <a:pt x="5475" y="16764"/>
                      </a:cubicBezTo>
                      <a:cubicBezTo>
                        <a:pt x="5475" y="16764"/>
                        <a:pt x="4778" y="16925"/>
                        <a:pt x="4678" y="16925"/>
                      </a:cubicBezTo>
                      <a:cubicBezTo>
                        <a:pt x="4579" y="16925"/>
                        <a:pt x="4081" y="17248"/>
                        <a:pt x="4081" y="17248"/>
                      </a:cubicBezTo>
                      <a:cubicBezTo>
                        <a:pt x="3384" y="17087"/>
                        <a:pt x="3384" y="17087"/>
                        <a:pt x="3384" y="17087"/>
                      </a:cubicBezTo>
                      <a:cubicBezTo>
                        <a:pt x="3086" y="17570"/>
                        <a:pt x="3086" y="17570"/>
                        <a:pt x="3086" y="17570"/>
                      </a:cubicBezTo>
                      <a:cubicBezTo>
                        <a:pt x="2488" y="18215"/>
                        <a:pt x="2488" y="18215"/>
                        <a:pt x="2488" y="18215"/>
                      </a:cubicBezTo>
                      <a:cubicBezTo>
                        <a:pt x="2090" y="18215"/>
                        <a:pt x="2090" y="18215"/>
                        <a:pt x="2090" y="18215"/>
                      </a:cubicBezTo>
                      <a:cubicBezTo>
                        <a:pt x="1891" y="19021"/>
                        <a:pt x="1891" y="19021"/>
                        <a:pt x="1891" y="19021"/>
                      </a:cubicBezTo>
                      <a:cubicBezTo>
                        <a:pt x="1493" y="19343"/>
                        <a:pt x="1493" y="19343"/>
                        <a:pt x="1493" y="19343"/>
                      </a:cubicBezTo>
                      <a:cubicBezTo>
                        <a:pt x="1394" y="19666"/>
                        <a:pt x="1394" y="19666"/>
                        <a:pt x="1394" y="19666"/>
                      </a:cubicBezTo>
                      <a:cubicBezTo>
                        <a:pt x="1294" y="20633"/>
                        <a:pt x="1294" y="20633"/>
                        <a:pt x="1294" y="20633"/>
                      </a:cubicBezTo>
                      <a:cubicBezTo>
                        <a:pt x="1294" y="20633"/>
                        <a:pt x="995" y="20794"/>
                        <a:pt x="796" y="20794"/>
                      </a:cubicBezTo>
                      <a:cubicBezTo>
                        <a:pt x="697" y="20955"/>
                        <a:pt x="896" y="21116"/>
                        <a:pt x="896" y="21116"/>
                      </a:cubicBezTo>
                      <a:cubicBezTo>
                        <a:pt x="796" y="21600"/>
                        <a:pt x="796" y="21600"/>
                        <a:pt x="796" y="21600"/>
                      </a:cubicBezTo>
                      <a:cubicBezTo>
                        <a:pt x="796" y="21600"/>
                        <a:pt x="697" y="21439"/>
                        <a:pt x="697" y="21439"/>
                      </a:cubicBezTo>
                      <a:cubicBezTo>
                        <a:pt x="697" y="21439"/>
                        <a:pt x="597" y="20955"/>
                        <a:pt x="498" y="20633"/>
                      </a:cubicBezTo>
                      <a:cubicBezTo>
                        <a:pt x="299" y="20310"/>
                        <a:pt x="100" y="18860"/>
                        <a:pt x="100" y="18860"/>
                      </a:cubicBezTo>
                      <a:cubicBezTo>
                        <a:pt x="299" y="18215"/>
                        <a:pt x="299" y="18215"/>
                        <a:pt x="299" y="18215"/>
                      </a:cubicBezTo>
                      <a:cubicBezTo>
                        <a:pt x="299" y="18215"/>
                        <a:pt x="299" y="17570"/>
                        <a:pt x="299" y="17409"/>
                      </a:cubicBezTo>
                      <a:cubicBezTo>
                        <a:pt x="199" y="17087"/>
                        <a:pt x="100" y="15636"/>
                        <a:pt x="100" y="15636"/>
                      </a:cubicBezTo>
                      <a:cubicBezTo>
                        <a:pt x="100" y="15636"/>
                        <a:pt x="0" y="14991"/>
                        <a:pt x="0" y="14830"/>
                      </a:cubicBezTo>
                      <a:cubicBezTo>
                        <a:pt x="0" y="14669"/>
                        <a:pt x="697" y="13379"/>
                        <a:pt x="697" y="13379"/>
                      </a:cubicBezTo>
                      <a:cubicBezTo>
                        <a:pt x="697" y="13218"/>
                        <a:pt x="796" y="11928"/>
                        <a:pt x="796" y="11928"/>
                      </a:cubicBezTo>
                      <a:cubicBezTo>
                        <a:pt x="597" y="10961"/>
                        <a:pt x="597" y="10961"/>
                        <a:pt x="597" y="10961"/>
                      </a:cubicBezTo>
                      <a:cubicBezTo>
                        <a:pt x="796" y="9672"/>
                        <a:pt x="796" y="9672"/>
                        <a:pt x="796" y="9672"/>
                      </a:cubicBezTo>
                      <a:cubicBezTo>
                        <a:pt x="995" y="8221"/>
                        <a:pt x="995" y="8221"/>
                        <a:pt x="995" y="8221"/>
                      </a:cubicBezTo>
                      <a:cubicBezTo>
                        <a:pt x="995" y="8221"/>
                        <a:pt x="1095" y="7576"/>
                        <a:pt x="1194" y="7576"/>
                      </a:cubicBezTo>
                      <a:cubicBezTo>
                        <a:pt x="1294" y="7415"/>
                        <a:pt x="1891" y="7254"/>
                        <a:pt x="1891" y="7254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21" name="Shape">
                  <a:extLst>
                    <a:ext uri="{FF2B5EF4-FFF2-40B4-BE49-F238E27FC236}">
                      <a16:creationId xmlns:a16="http://schemas.microsoft.com/office/drawing/2014/main" id="{8187729D-920D-4837-ABEB-D10CC42BDF66}"/>
                    </a:ext>
                  </a:extLst>
                </p:cNvPr>
                <p:cNvSpPr/>
                <p:nvPr/>
              </p:nvSpPr>
              <p:spPr>
                <a:xfrm>
                  <a:off x="3900400" y="5241604"/>
                  <a:ext cx="546880" cy="4701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4" h="21600" extrusionOk="0">
                      <a:moveTo>
                        <a:pt x="19823" y="12898"/>
                      </a:moveTo>
                      <a:cubicBezTo>
                        <a:pt x="19959" y="12898"/>
                        <a:pt x="19959" y="12898"/>
                        <a:pt x="19959" y="12898"/>
                      </a:cubicBezTo>
                      <a:cubicBezTo>
                        <a:pt x="19959" y="12898"/>
                        <a:pt x="19959" y="12898"/>
                        <a:pt x="19959" y="12898"/>
                      </a:cubicBezTo>
                      <a:cubicBezTo>
                        <a:pt x="19823" y="12898"/>
                        <a:pt x="19823" y="12898"/>
                        <a:pt x="19823" y="12898"/>
                      </a:cubicBezTo>
                      <a:close/>
                      <a:moveTo>
                        <a:pt x="18046" y="1399"/>
                      </a:moveTo>
                      <a:cubicBezTo>
                        <a:pt x="18046" y="1399"/>
                        <a:pt x="18046" y="1399"/>
                        <a:pt x="18046" y="1399"/>
                      </a:cubicBezTo>
                      <a:cubicBezTo>
                        <a:pt x="18866" y="1554"/>
                        <a:pt x="18866" y="1554"/>
                        <a:pt x="18866" y="1554"/>
                      </a:cubicBezTo>
                      <a:cubicBezTo>
                        <a:pt x="19276" y="1709"/>
                        <a:pt x="19276" y="1709"/>
                        <a:pt x="19276" y="1709"/>
                      </a:cubicBezTo>
                      <a:cubicBezTo>
                        <a:pt x="19276" y="2176"/>
                        <a:pt x="19276" y="2176"/>
                        <a:pt x="19276" y="2176"/>
                      </a:cubicBezTo>
                      <a:cubicBezTo>
                        <a:pt x="19276" y="2797"/>
                        <a:pt x="19276" y="2797"/>
                        <a:pt x="19276" y="2797"/>
                      </a:cubicBezTo>
                      <a:cubicBezTo>
                        <a:pt x="19276" y="3263"/>
                        <a:pt x="19276" y="3263"/>
                        <a:pt x="19276" y="3263"/>
                      </a:cubicBezTo>
                      <a:cubicBezTo>
                        <a:pt x="18866" y="3885"/>
                        <a:pt x="18866" y="3885"/>
                        <a:pt x="18866" y="3885"/>
                      </a:cubicBezTo>
                      <a:cubicBezTo>
                        <a:pt x="18866" y="3885"/>
                        <a:pt x="18729" y="4351"/>
                        <a:pt x="18729" y="4351"/>
                      </a:cubicBezTo>
                      <a:cubicBezTo>
                        <a:pt x="18729" y="4506"/>
                        <a:pt x="18592" y="4817"/>
                        <a:pt x="18592" y="4817"/>
                      </a:cubicBezTo>
                      <a:cubicBezTo>
                        <a:pt x="18592" y="4817"/>
                        <a:pt x="18319" y="4662"/>
                        <a:pt x="18456" y="5128"/>
                      </a:cubicBezTo>
                      <a:cubicBezTo>
                        <a:pt x="18456" y="5594"/>
                        <a:pt x="18592" y="5439"/>
                        <a:pt x="18592" y="5594"/>
                      </a:cubicBezTo>
                      <a:cubicBezTo>
                        <a:pt x="18592" y="5750"/>
                        <a:pt x="18592" y="6060"/>
                        <a:pt x="18592" y="6216"/>
                      </a:cubicBezTo>
                      <a:cubicBezTo>
                        <a:pt x="18456" y="6371"/>
                        <a:pt x="18592" y="6371"/>
                        <a:pt x="18456" y="6527"/>
                      </a:cubicBezTo>
                      <a:cubicBezTo>
                        <a:pt x="18456" y="6682"/>
                        <a:pt x="18729" y="6837"/>
                        <a:pt x="19003" y="6837"/>
                      </a:cubicBezTo>
                      <a:cubicBezTo>
                        <a:pt x="19276" y="6993"/>
                        <a:pt x="19276" y="6837"/>
                        <a:pt x="19413" y="6837"/>
                      </a:cubicBezTo>
                      <a:cubicBezTo>
                        <a:pt x="19549" y="6837"/>
                        <a:pt x="19686" y="6993"/>
                        <a:pt x="19823" y="6993"/>
                      </a:cubicBezTo>
                      <a:cubicBezTo>
                        <a:pt x="19959" y="7148"/>
                        <a:pt x="19959" y="7148"/>
                        <a:pt x="19959" y="7304"/>
                      </a:cubicBezTo>
                      <a:cubicBezTo>
                        <a:pt x="20096" y="7459"/>
                        <a:pt x="20233" y="7614"/>
                        <a:pt x="20370" y="7770"/>
                      </a:cubicBezTo>
                      <a:cubicBezTo>
                        <a:pt x="20506" y="7770"/>
                        <a:pt x="20506" y="7614"/>
                        <a:pt x="20643" y="7614"/>
                      </a:cubicBezTo>
                      <a:cubicBezTo>
                        <a:pt x="20643" y="7770"/>
                        <a:pt x="20780" y="7925"/>
                        <a:pt x="20916" y="7925"/>
                      </a:cubicBezTo>
                      <a:cubicBezTo>
                        <a:pt x="20916" y="8081"/>
                        <a:pt x="21053" y="8236"/>
                        <a:pt x="21190" y="8236"/>
                      </a:cubicBezTo>
                      <a:cubicBezTo>
                        <a:pt x="21190" y="8236"/>
                        <a:pt x="21463" y="8391"/>
                        <a:pt x="21463" y="8391"/>
                      </a:cubicBezTo>
                      <a:cubicBezTo>
                        <a:pt x="21600" y="8547"/>
                        <a:pt x="21463" y="8702"/>
                        <a:pt x="21463" y="8702"/>
                      </a:cubicBezTo>
                      <a:cubicBezTo>
                        <a:pt x="21327" y="8702"/>
                        <a:pt x="21327" y="9013"/>
                        <a:pt x="21190" y="9013"/>
                      </a:cubicBezTo>
                      <a:cubicBezTo>
                        <a:pt x="21190" y="9013"/>
                        <a:pt x="20780" y="9168"/>
                        <a:pt x="20780" y="9168"/>
                      </a:cubicBezTo>
                      <a:cubicBezTo>
                        <a:pt x="20643" y="9168"/>
                        <a:pt x="20506" y="9168"/>
                        <a:pt x="20370" y="9168"/>
                      </a:cubicBezTo>
                      <a:cubicBezTo>
                        <a:pt x="20233" y="9168"/>
                        <a:pt x="20096" y="9168"/>
                        <a:pt x="19959" y="9013"/>
                      </a:cubicBezTo>
                      <a:cubicBezTo>
                        <a:pt x="19823" y="9013"/>
                        <a:pt x="19823" y="9013"/>
                        <a:pt x="19686" y="9013"/>
                      </a:cubicBezTo>
                      <a:cubicBezTo>
                        <a:pt x="19686" y="9168"/>
                        <a:pt x="19686" y="9479"/>
                        <a:pt x="19686" y="9479"/>
                      </a:cubicBezTo>
                      <a:cubicBezTo>
                        <a:pt x="19686" y="9479"/>
                        <a:pt x="19823" y="9635"/>
                        <a:pt x="19959" y="9790"/>
                      </a:cubicBezTo>
                      <a:cubicBezTo>
                        <a:pt x="19959" y="9790"/>
                        <a:pt x="20233" y="10101"/>
                        <a:pt x="20370" y="10101"/>
                      </a:cubicBezTo>
                      <a:cubicBezTo>
                        <a:pt x="20370" y="10101"/>
                        <a:pt x="20506" y="10256"/>
                        <a:pt x="20643" y="10412"/>
                      </a:cubicBezTo>
                      <a:cubicBezTo>
                        <a:pt x="20780" y="10722"/>
                        <a:pt x="20780" y="10878"/>
                        <a:pt x="20780" y="10878"/>
                      </a:cubicBezTo>
                      <a:cubicBezTo>
                        <a:pt x="21463" y="11499"/>
                        <a:pt x="21463" y="11499"/>
                        <a:pt x="21463" y="11499"/>
                      </a:cubicBezTo>
                      <a:cubicBezTo>
                        <a:pt x="21463" y="11499"/>
                        <a:pt x="21463" y="11655"/>
                        <a:pt x="21463" y="12121"/>
                      </a:cubicBezTo>
                      <a:cubicBezTo>
                        <a:pt x="21463" y="12742"/>
                        <a:pt x="21327" y="12432"/>
                        <a:pt x="21190" y="12432"/>
                      </a:cubicBezTo>
                      <a:cubicBezTo>
                        <a:pt x="21053" y="12432"/>
                        <a:pt x="20916" y="12432"/>
                        <a:pt x="20643" y="12276"/>
                      </a:cubicBezTo>
                      <a:cubicBezTo>
                        <a:pt x="20506" y="12276"/>
                        <a:pt x="20506" y="12276"/>
                        <a:pt x="20506" y="12276"/>
                      </a:cubicBezTo>
                      <a:cubicBezTo>
                        <a:pt x="20233" y="12742"/>
                        <a:pt x="20233" y="12742"/>
                        <a:pt x="20233" y="12742"/>
                      </a:cubicBezTo>
                      <a:cubicBezTo>
                        <a:pt x="20233" y="12742"/>
                        <a:pt x="19959" y="12742"/>
                        <a:pt x="19823" y="12898"/>
                      </a:cubicBezTo>
                      <a:cubicBezTo>
                        <a:pt x="19686" y="12898"/>
                        <a:pt x="19686" y="12898"/>
                        <a:pt x="19686" y="12898"/>
                      </a:cubicBezTo>
                      <a:cubicBezTo>
                        <a:pt x="19686" y="12898"/>
                        <a:pt x="19413" y="13053"/>
                        <a:pt x="19413" y="13053"/>
                      </a:cubicBezTo>
                      <a:cubicBezTo>
                        <a:pt x="19413" y="13053"/>
                        <a:pt x="19276" y="13209"/>
                        <a:pt x="19276" y="13209"/>
                      </a:cubicBezTo>
                      <a:cubicBezTo>
                        <a:pt x="19139" y="13209"/>
                        <a:pt x="19139" y="13209"/>
                        <a:pt x="19139" y="13209"/>
                      </a:cubicBezTo>
                      <a:cubicBezTo>
                        <a:pt x="19003" y="13053"/>
                        <a:pt x="19003" y="13053"/>
                        <a:pt x="19003" y="13053"/>
                      </a:cubicBezTo>
                      <a:cubicBezTo>
                        <a:pt x="18866" y="12898"/>
                        <a:pt x="18866" y="12898"/>
                        <a:pt x="18866" y="12898"/>
                      </a:cubicBezTo>
                      <a:cubicBezTo>
                        <a:pt x="18592" y="13209"/>
                        <a:pt x="18592" y="13209"/>
                        <a:pt x="18592" y="13209"/>
                      </a:cubicBezTo>
                      <a:cubicBezTo>
                        <a:pt x="18456" y="13364"/>
                        <a:pt x="18456" y="13364"/>
                        <a:pt x="18456" y="13364"/>
                      </a:cubicBezTo>
                      <a:cubicBezTo>
                        <a:pt x="18456" y="13364"/>
                        <a:pt x="18456" y="13519"/>
                        <a:pt x="18456" y="13519"/>
                      </a:cubicBezTo>
                      <a:cubicBezTo>
                        <a:pt x="18456" y="13519"/>
                        <a:pt x="18729" y="13519"/>
                        <a:pt x="18729" y="13519"/>
                      </a:cubicBezTo>
                      <a:cubicBezTo>
                        <a:pt x="18729" y="13830"/>
                        <a:pt x="18729" y="13830"/>
                        <a:pt x="18729" y="13830"/>
                      </a:cubicBezTo>
                      <a:cubicBezTo>
                        <a:pt x="18729" y="13830"/>
                        <a:pt x="18729" y="13830"/>
                        <a:pt x="18866" y="13830"/>
                      </a:cubicBezTo>
                      <a:cubicBezTo>
                        <a:pt x="18866" y="13830"/>
                        <a:pt x="19003" y="13986"/>
                        <a:pt x="19003" y="13986"/>
                      </a:cubicBezTo>
                      <a:cubicBezTo>
                        <a:pt x="19139" y="14141"/>
                        <a:pt x="19139" y="14141"/>
                        <a:pt x="19139" y="14141"/>
                      </a:cubicBezTo>
                      <a:cubicBezTo>
                        <a:pt x="19139" y="14452"/>
                        <a:pt x="19139" y="14452"/>
                        <a:pt x="19139" y="14452"/>
                      </a:cubicBezTo>
                      <a:cubicBezTo>
                        <a:pt x="19413" y="14607"/>
                        <a:pt x="19413" y="14607"/>
                        <a:pt x="19413" y="14607"/>
                      </a:cubicBezTo>
                      <a:cubicBezTo>
                        <a:pt x="19413" y="14918"/>
                        <a:pt x="19413" y="14918"/>
                        <a:pt x="19413" y="14918"/>
                      </a:cubicBezTo>
                      <a:cubicBezTo>
                        <a:pt x="19276" y="15073"/>
                        <a:pt x="19276" y="15073"/>
                        <a:pt x="19276" y="15073"/>
                      </a:cubicBezTo>
                      <a:cubicBezTo>
                        <a:pt x="19139" y="15229"/>
                        <a:pt x="19139" y="15229"/>
                        <a:pt x="19139" y="15229"/>
                      </a:cubicBezTo>
                      <a:cubicBezTo>
                        <a:pt x="18866" y="15229"/>
                        <a:pt x="18866" y="15229"/>
                        <a:pt x="18866" y="15229"/>
                      </a:cubicBezTo>
                      <a:cubicBezTo>
                        <a:pt x="18866" y="15073"/>
                        <a:pt x="18866" y="15073"/>
                        <a:pt x="18866" y="15073"/>
                      </a:cubicBezTo>
                      <a:cubicBezTo>
                        <a:pt x="18729" y="14763"/>
                        <a:pt x="18729" y="14763"/>
                        <a:pt x="18729" y="14763"/>
                      </a:cubicBezTo>
                      <a:cubicBezTo>
                        <a:pt x="18592" y="14607"/>
                        <a:pt x="18592" y="14607"/>
                        <a:pt x="18592" y="14607"/>
                      </a:cubicBezTo>
                      <a:cubicBezTo>
                        <a:pt x="18182" y="14763"/>
                        <a:pt x="18182" y="14763"/>
                        <a:pt x="18182" y="14763"/>
                      </a:cubicBezTo>
                      <a:cubicBezTo>
                        <a:pt x="18182" y="15073"/>
                        <a:pt x="18182" y="15073"/>
                        <a:pt x="18182" y="15073"/>
                      </a:cubicBezTo>
                      <a:cubicBezTo>
                        <a:pt x="17499" y="15695"/>
                        <a:pt x="17499" y="15695"/>
                        <a:pt x="17499" y="15695"/>
                      </a:cubicBezTo>
                      <a:cubicBezTo>
                        <a:pt x="17635" y="16006"/>
                        <a:pt x="17635" y="16006"/>
                        <a:pt x="17635" y="16006"/>
                      </a:cubicBezTo>
                      <a:cubicBezTo>
                        <a:pt x="17362" y="16317"/>
                        <a:pt x="17362" y="16317"/>
                        <a:pt x="17362" y="16317"/>
                      </a:cubicBezTo>
                      <a:cubicBezTo>
                        <a:pt x="17362" y="16783"/>
                        <a:pt x="17362" y="16783"/>
                        <a:pt x="17362" y="16783"/>
                      </a:cubicBezTo>
                      <a:cubicBezTo>
                        <a:pt x="17499" y="17249"/>
                        <a:pt x="17499" y="17249"/>
                        <a:pt x="17499" y="17249"/>
                      </a:cubicBezTo>
                      <a:cubicBezTo>
                        <a:pt x="17499" y="17560"/>
                        <a:pt x="17499" y="17560"/>
                        <a:pt x="17499" y="17560"/>
                      </a:cubicBezTo>
                      <a:cubicBezTo>
                        <a:pt x="16952" y="17715"/>
                        <a:pt x="16952" y="17715"/>
                        <a:pt x="16952" y="17715"/>
                      </a:cubicBezTo>
                      <a:cubicBezTo>
                        <a:pt x="16542" y="17871"/>
                        <a:pt x="16542" y="17871"/>
                        <a:pt x="16542" y="17871"/>
                      </a:cubicBezTo>
                      <a:cubicBezTo>
                        <a:pt x="16542" y="18337"/>
                        <a:pt x="16542" y="18337"/>
                        <a:pt x="16542" y="18337"/>
                      </a:cubicBezTo>
                      <a:cubicBezTo>
                        <a:pt x="16542" y="18492"/>
                        <a:pt x="16542" y="18492"/>
                        <a:pt x="16542" y="18492"/>
                      </a:cubicBezTo>
                      <a:cubicBezTo>
                        <a:pt x="16952" y="19114"/>
                        <a:pt x="16952" y="19114"/>
                        <a:pt x="16952" y="19114"/>
                      </a:cubicBezTo>
                      <a:cubicBezTo>
                        <a:pt x="16815" y="19269"/>
                        <a:pt x="16815" y="19269"/>
                        <a:pt x="16815" y="19269"/>
                      </a:cubicBezTo>
                      <a:cubicBezTo>
                        <a:pt x="16678" y="19424"/>
                        <a:pt x="16678" y="19424"/>
                        <a:pt x="16678" y="19424"/>
                      </a:cubicBezTo>
                      <a:cubicBezTo>
                        <a:pt x="17089" y="20046"/>
                        <a:pt x="17089" y="20046"/>
                        <a:pt x="17089" y="20046"/>
                      </a:cubicBezTo>
                      <a:cubicBezTo>
                        <a:pt x="17225" y="20201"/>
                        <a:pt x="17225" y="20201"/>
                        <a:pt x="17225" y="20201"/>
                      </a:cubicBezTo>
                      <a:cubicBezTo>
                        <a:pt x="17499" y="20201"/>
                        <a:pt x="17499" y="20201"/>
                        <a:pt x="17499" y="20201"/>
                      </a:cubicBezTo>
                      <a:cubicBezTo>
                        <a:pt x="17499" y="20512"/>
                        <a:pt x="17499" y="20512"/>
                        <a:pt x="17499" y="20512"/>
                      </a:cubicBezTo>
                      <a:cubicBezTo>
                        <a:pt x="17499" y="20668"/>
                        <a:pt x="17499" y="20668"/>
                        <a:pt x="17499" y="20668"/>
                      </a:cubicBezTo>
                      <a:cubicBezTo>
                        <a:pt x="17499" y="20978"/>
                        <a:pt x="17499" y="20978"/>
                        <a:pt x="17499" y="20978"/>
                      </a:cubicBezTo>
                      <a:cubicBezTo>
                        <a:pt x="17225" y="21289"/>
                        <a:pt x="17225" y="21289"/>
                        <a:pt x="17225" y="21289"/>
                      </a:cubicBezTo>
                      <a:cubicBezTo>
                        <a:pt x="17362" y="21600"/>
                        <a:pt x="17362" y="21600"/>
                        <a:pt x="17362" y="21600"/>
                      </a:cubicBezTo>
                      <a:cubicBezTo>
                        <a:pt x="17089" y="21445"/>
                        <a:pt x="17089" y="21445"/>
                        <a:pt x="17089" y="21445"/>
                      </a:cubicBezTo>
                      <a:cubicBezTo>
                        <a:pt x="16952" y="21600"/>
                        <a:pt x="16952" y="21600"/>
                        <a:pt x="16952" y="21600"/>
                      </a:cubicBezTo>
                      <a:cubicBezTo>
                        <a:pt x="16952" y="21600"/>
                        <a:pt x="16952" y="21600"/>
                        <a:pt x="16952" y="21600"/>
                      </a:cubicBezTo>
                      <a:cubicBezTo>
                        <a:pt x="16542" y="21445"/>
                        <a:pt x="16542" y="21445"/>
                        <a:pt x="16542" y="21445"/>
                      </a:cubicBezTo>
                      <a:cubicBezTo>
                        <a:pt x="16542" y="21445"/>
                        <a:pt x="16268" y="21600"/>
                        <a:pt x="16132" y="21600"/>
                      </a:cubicBezTo>
                      <a:cubicBezTo>
                        <a:pt x="16132" y="21600"/>
                        <a:pt x="15995" y="21600"/>
                        <a:pt x="15995" y="21600"/>
                      </a:cubicBezTo>
                      <a:cubicBezTo>
                        <a:pt x="15995" y="21600"/>
                        <a:pt x="15722" y="21445"/>
                        <a:pt x="15585" y="21445"/>
                      </a:cubicBezTo>
                      <a:cubicBezTo>
                        <a:pt x="15585" y="21445"/>
                        <a:pt x="15585" y="21445"/>
                        <a:pt x="15585" y="21445"/>
                      </a:cubicBezTo>
                      <a:cubicBezTo>
                        <a:pt x="15585" y="21445"/>
                        <a:pt x="15585" y="21445"/>
                        <a:pt x="15585" y="21445"/>
                      </a:cubicBezTo>
                      <a:cubicBezTo>
                        <a:pt x="15585" y="21445"/>
                        <a:pt x="15585" y="21445"/>
                        <a:pt x="15585" y="21445"/>
                      </a:cubicBezTo>
                      <a:cubicBezTo>
                        <a:pt x="15585" y="21445"/>
                        <a:pt x="15585" y="21445"/>
                        <a:pt x="15585" y="21445"/>
                      </a:cubicBezTo>
                      <a:cubicBezTo>
                        <a:pt x="15585" y="21445"/>
                        <a:pt x="15585" y="21445"/>
                        <a:pt x="15585" y="21445"/>
                      </a:cubicBezTo>
                      <a:cubicBezTo>
                        <a:pt x="15585" y="21289"/>
                        <a:pt x="15585" y="21289"/>
                        <a:pt x="15585" y="21289"/>
                      </a:cubicBezTo>
                      <a:cubicBezTo>
                        <a:pt x="15585" y="21289"/>
                        <a:pt x="15585" y="21289"/>
                        <a:pt x="15585" y="21289"/>
                      </a:cubicBezTo>
                      <a:cubicBezTo>
                        <a:pt x="15585" y="21289"/>
                        <a:pt x="15585" y="21289"/>
                        <a:pt x="15585" y="21289"/>
                      </a:cubicBezTo>
                      <a:cubicBezTo>
                        <a:pt x="15585" y="21289"/>
                        <a:pt x="15585" y="21289"/>
                        <a:pt x="15585" y="21289"/>
                      </a:cubicBezTo>
                      <a:cubicBezTo>
                        <a:pt x="15448" y="21289"/>
                        <a:pt x="15448" y="21289"/>
                        <a:pt x="15448" y="21289"/>
                      </a:cubicBezTo>
                      <a:cubicBezTo>
                        <a:pt x="15448" y="21289"/>
                        <a:pt x="15448" y="21289"/>
                        <a:pt x="15448" y="21289"/>
                      </a:cubicBezTo>
                      <a:cubicBezTo>
                        <a:pt x="15448" y="21289"/>
                        <a:pt x="15448" y="21289"/>
                        <a:pt x="15448" y="21289"/>
                      </a:cubicBezTo>
                      <a:cubicBezTo>
                        <a:pt x="15448" y="21289"/>
                        <a:pt x="15448" y="21289"/>
                        <a:pt x="15448" y="21289"/>
                      </a:cubicBezTo>
                      <a:cubicBezTo>
                        <a:pt x="15448" y="21289"/>
                        <a:pt x="15448" y="21289"/>
                        <a:pt x="15448" y="21289"/>
                      </a:cubicBezTo>
                      <a:cubicBezTo>
                        <a:pt x="15448" y="21289"/>
                        <a:pt x="15448" y="21289"/>
                        <a:pt x="15448" y="21289"/>
                      </a:cubicBezTo>
                      <a:cubicBezTo>
                        <a:pt x="15448" y="21289"/>
                        <a:pt x="15448" y="21289"/>
                        <a:pt x="15448" y="21289"/>
                      </a:cubicBezTo>
                      <a:cubicBezTo>
                        <a:pt x="15448" y="21289"/>
                        <a:pt x="15448" y="21289"/>
                        <a:pt x="15448" y="21289"/>
                      </a:cubicBezTo>
                      <a:cubicBezTo>
                        <a:pt x="15448" y="21289"/>
                        <a:pt x="15448" y="21289"/>
                        <a:pt x="15448" y="21289"/>
                      </a:cubicBezTo>
                      <a:cubicBezTo>
                        <a:pt x="15448" y="21289"/>
                        <a:pt x="15448" y="21289"/>
                        <a:pt x="15448" y="21289"/>
                      </a:cubicBezTo>
                      <a:cubicBezTo>
                        <a:pt x="15448" y="21289"/>
                        <a:pt x="15448" y="21289"/>
                        <a:pt x="15448" y="21289"/>
                      </a:cubicBezTo>
                      <a:cubicBezTo>
                        <a:pt x="15448" y="21289"/>
                        <a:pt x="15448" y="21289"/>
                        <a:pt x="15448" y="21289"/>
                      </a:cubicBezTo>
                      <a:cubicBezTo>
                        <a:pt x="15448" y="21289"/>
                        <a:pt x="15448" y="21289"/>
                        <a:pt x="15448" y="21289"/>
                      </a:cubicBezTo>
                      <a:cubicBezTo>
                        <a:pt x="15311" y="21289"/>
                        <a:pt x="15311" y="21289"/>
                        <a:pt x="15311" y="21289"/>
                      </a:cubicBezTo>
                      <a:cubicBezTo>
                        <a:pt x="15311" y="21289"/>
                        <a:pt x="15311" y="21289"/>
                        <a:pt x="15311" y="21289"/>
                      </a:cubicBezTo>
                      <a:cubicBezTo>
                        <a:pt x="15311" y="21289"/>
                        <a:pt x="15311" y="21289"/>
                        <a:pt x="15311" y="21289"/>
                      </a:cubicBezTo>
                      <a:cubicBezTo>
                        <a:pt x="15311" y="21289"/>
                        <a:pt x="15311" y="21289"/>
                        <a:pt x="15311" y="21289"/>
                      </a:cubicBezTo>
                      <a:cubicBezTo>
                        <a:pt x="15311" y="21289"/>
                        <a:pt x="15311" y="21289"/>
                        <a:pt x="15311" y="21289"/>
                      </a:cubicBezTo>
                      <a:cubicBezTo>
                        <a:pt x="15311" y="21289"/>
                        <a:pt x="15311" y="21289"/>
                        <a:pt x="15311" y="21289"/>
                      </a:cubicBezTo>
                      <a:cubicBezTo>
                        <a:pt x="15311" y="21289"/>
                        <a:pt x="15311" y="21289"/>
                        <a:pt x="15311" y="21289"/>
                      </a:cubicBezTo>
                      <a:cubicBezTo>
                        <a:pt x="15311" y="21289"/>
                        <a:pt x="15311" y="21289"/>
                        <a:pt x="15311" y="21289"/>
                      </a:cubicBezTo>
                      <a:cubicBezTo>
                        <a:pt x="15311" y="21289"/>
                        <a:pt x="15311" y="21289"/>
                        <a:pt x="15311" y="21289"/>
                      </a:cubicBezTo>
                      <a:cubicBezTo>
                        <a:pt x="14491" y="20823"/>
                        <a:pt x="14491" y="20823"/>
                        <a:pt x="14491" y="20823"/>
                      </a:cubicBezTo>
                      <a:cubicBezTo>
                        <a:pt x="13808" y="20357"/>
                        <a:pt x="13808" y="20357"/>
                        <a:pt x="13808" y="20357"/>
                      </a:cubicBezTo>
                      <a:cubicBezTo>
                        <a:pt x="13534" y="20046"/>
                        <a:pt x="13534" y="20046"/>
                        <a:pt x="13534" y="20046"/>
                      </a:cubicBezTo>
                      <a:cubicBezTo>
                        <a:pt x="13397" y="19424"/>
                        <a:pt x="13397" y="19424"/>
                        <a:pt x="13397" y="19424"/>
                      </a:cubicBezTo>
                      <a:cubicBezTo>
                        <a:pt x="12714" y="19269"/>
                        <a:pt x="12714" y="19269"/>
                        <a:pt x="12714" y="19269"/>
                      </a:cubicBezTo>
                      <a:cubicBezTo>
                        <a:pt x="12714" y="18803"/>
                        <a:pt x="11894" y="19580"/>
                        <a:pt x="12167" y="18647"/>
                      </a:cubicBezTo>
                      <a:cubicBezTo>
                        <a:pt x="12167" y="18647"/>
                        <a:pt x="12167" y="18492"/>
                        <a:pt x="12167" y="18492"/>
                      </a:cubicBezTo>
                      <a:cubicBezTo>
                        <a:pt x="12167" y="18492"/>
                        <a:pt x="12167" y="18492"/>
                        <a:pt x="12167" y="18492"/>
                      </a:cubicBezTo>
                      <a:cubicBezTo>
                        <a:pt x="12167" y="18337"/>
                        <a:pt x="11894" y="18026"/>
                        <a:pt x="11894" y="18026"/>
                      </a:cubicBezTo>
                      <a:cubicBezTo>
                        <a:pt x="11073" y="17560"/>
                        <a:pt x="10937" y="17094"/>
                        <a:pt x="10527" y="16938"/>
                      </a:cubicBezTo>
                      <a:cubicBezTo>
                        <a:pt x="10390" y="16938"/>
                        <a:pt x="10390" y="16938"/>
                        <a:pt x="10390" y="16938"/>
                      </a:cubicBezTo>
                      <a:cubicBezTo>
                        <a:pt x="9843" y="16317"/>
                        <a:pt x="9843" y="16317"/>
                        <a:pt x="9843" y="16317"/>
                      </a:cubicBezTo>
                      <a:cubicBezTo>
                        <a:pt x="9570" y="16161"/>
                        <a:pt x="9570" y="16161"/>
                        <a:pt x="9570" y="16161"/>
                      </a:cubicBezTo>
                      <a:cubicBezTo>
                        <a:pt x="9296" y="15850"/>
                        <a:pt x="9296" y="15850"/>
                        <a:pt x="9296" y="15850"/>
                      </a:cubicBezTo>
                      <a:cubicBezTo>
                        <a:pt x="9296" y="15540"/>
                        <a:pt x="9296" y="15540"/>
                        <a:pt x="9296" y="15540"/>
                      </a:cubicBezTo>
                      <a:cubicBezTo>
                        <a:pt x="9159" y="14918"/>
                        <a:pt x="9159" y="14918"/>
                        <a:pt x="9159" y="14918"/>
                      </a:cubicBezTo>
                      <a:cubicBezTo>
                        <a:pt x="9159" y="14918"/>
                        <a:pt x="9159" y="14918"/>
                        <a:pt x="9159" y="14918"/>
                      </a:cubicBezTo>
                      <a:cubicBezTo>
                        <a:pt x="9159" y="14918"/>
                        <a:pt x="8613" y="14763"/>
                        <a:pt x="8339" y="14607"/>
                      </a:cubicBezTo>
                      <a:cubicBezTo>
                        <a:pt x="8066" y="14452"/>
                        <a:pt x="8066" y="14452"/>
                        <a:pt x="8066" y="14452"/>
                      </a:cubicBezTo>
                      <a:cubicBezTo>
                        <a:pt x="7792" y="13986"/>
                        <a:pt x="7792" y="13986"/>
                        <a:pt x="7792" y="13986"/>
                      </a:cubicBezTo>
                      <a:cubicBezTo>
                        <a:pt x="7656" y="13830"/>
                        <a:pt x="7656" y="13830"/>
                        <a:pt x="7656" y="13830"/>
                      </a:cubicBezTo>
                      <a:cubicBezTo>
                        <a:pt x="7246" y="13364"/>
                        <a:pt x="7246" y="13364"/>
                        <a:pt x="7246" y="13364"/>
                      </a:cubicBezTo>
                      <a:cubicBezTo>
                        <a:pt x="7109" y="13364"/>
                        <a:pt x="7109" y="13364"/>
                        <a:pt x="7109" y="13364"/>
                      </a:cubicBezTo>
                      <a:cubicBezTo>
                        <a:pt x="6425" y="13053"/>
                        <a:pt x="6425" y="13053"/>
                        <a:pt x="6425" y="13053"/>
                      </a:cubicBezTo>
                      <a:cubicBezTo>
                        <a:pt x="6289" y="12742"/>
                        <a:pt x="6289" y="12742"/>
                        <a:pt x="6289" y="12742"/>
                      </a:cubicBezTo>
                      <a:cubicBezTo>
                        <a:pt x="6015" y="12587"/>
                        <a:pt x="6015" y="12587"/>
                        <a:pt x="6015" y="12587"/>
                      </a:cubicBezTo>
                      <a:cubicBezTo>
                        <a:pt x="5878" y="12276"/>
                        <a:pt x="5878" y="12276"/>
                        <a:pt x="5878" y="12276"/>
                      </a:cubicBezTo>
                      <a:cubicBezTo>
                        <a:pt x="5468" y="12121"/>
                        <a:pt x="5468" y="12121"/>
                        <a:pt x="5468" y="12121"/>
                      </a:cubicBezTo>
                      <a:cubicBezTo>
                        <a:pt x="5332" y="11810"/>
                        <a:pt x="5332" y="11810"/>
                        <a:pt x="5332" y="11810"/>
                      </a:cubicBezTo>
                      <a:cubicBezTo>
                        <a:pt x="5195" y="11655"/>
                        <a:pt x="5195" y="11655"/>
                        <a:pt x="5195" y="11655"/>
                      </a:cubicBezTo>
                      <a:cubicBezTo>
                        <a:pt x="4785" y="11033"/>
                        <a:pt x="4785" y="11033"/>
                        <a:pt x="4785" y="11033"/>
                      </a:cubicBezTo>
                      <a:cubicBezTo>
                        <a:pt x="4375" y="10722"/>
                        <a:pt x="4375" y="10722"/>
                        <a:pt x="4375" y="10722"/>
                      </a:cubicBezTo>
                      <a:cubicBezTo>
                        <a:pt x="4238" y="10567"/>
                        <a:pt x="4238" y="10567"/>
                        <a:pt x="4238" y="10567"/>
                      </a:cubicBezTo>
                      <a:cubicBezTo>
                        <a:pt x="4101" y="10412"/>
                        <a:pt x="4101" y="10412"/>
                        <a:pt x="4101" y="10412"/>
                      </a:cubicBezTo>
                      <a:cubicBezTo>
                        <a:pt x="3828" y="9945"/>
                        <a:pt x="3828" y="9945"/>
                        <a:pt x="3828" y="9945"/>
                      </a:cubicBezTo>
                      <a:cubicBezTo>
                        <a:pt x="3418" y="9479"/>
                        <a:pt x="3418" y="9479"/>
                        <a:pt x="3418" y="9479"/>
                      </a:cubicBezTo>
                      <a:cubicBezTo>
                        <a:pt x="3144" y="9168"/>
                        <a:pt x="3144" y="9168"/>
                        <a:pt x="3144" y="9168"/>
                      </a:cubicBezTo>
                      <a:cubicBezTo>
                        <a:pt x="2871" y="8702"/>
                        <a:pt x="2871" y="8702"/>
                        <a:pt x="2871" y="8702"/>
                      </a:cubicBezTo>
                      <a:cubicBezTo>
                        <a:pt x="3144" y="8391"/>
                        <a:pt x="3144" y="8391"/>
                        <a:pt x="3144" y="8391"/>
                      </a:cubicBezTo>
                      <a:cubicBezTo>
                        <a:pt x="3008" y="8236"/>
                        <a:pt x="2871" y="8236"/>
                        <a:pt x="2871" y="8081"/>
                      </a:cubicBezTo>
                      <a:cubicBezTo>
                        <a:pt x="2734" y="8081"/>
                        <a:pt x="2461" y="7925"/>
                        <a:pt x="2597" y="7770"/>
                      </a:cubicBezTo>
                      <a:cubicBezTo>
                        <a:pt x="2597" y="7614"/>
                        <a:pt x="2461" y="7459"/>
                        <a:pt x="2461" y="7148"/>
                      </a:cubicBezTo>
                      <a:cubicBezTo>
                        <a:pt x="2461" y="6993"/>
                        <a:pt x="2461" y="6837"/>
                        <a:pt x="2324" y="6837"/>
                      </a:cubicBezTo>
                      <a:cubicBezTo>
                        <a:pt x="2187" y="6682"/>
                        <a:pt x="2187" y="6682"/>
                        <a:pt x="2187" y="6682"/>
                      </a:cubicBezTo>
                      <a:cubicBezTo>
                        <a:pt x="2051" y="6682"/>
                        <a:pt x="1914" y="6682"/>
                        <a:pt x="1914" y="6682"/>
                      </a:cubicBezTo>
                      <a:cubicBezTo>
                        <a:pt x="1777" y="6682"/>
                        <a:pt x="1777" y="6682"/>
                        <a:pt x="1777" y="6682"/>
                      </a:cubicBezTo>
                      <a:cubicBezTo>
                        <a:pt x="1777" y="6682"/>
                        <a:pt x="1914" y="6371"/>
                        <a:pt x="1914" y="6060"/>
                      </a:cubicBezTo>
                      <a:cubicBezTo>
                        <a:pt x="1367" y="5905"/>
                        <a:pt x="1367" y="5905"/>
                        <a:pt x="1367" y="5905"/>
                      </a:cubicBezTo>
                      <a:cubicBezTo>
                        <a:pt x="1367" y="5905"/>
                        <a:pt x="1367" y="5439"/>
                        <a:pt x="1094" y="5283"/>
                      </a:cubicBezTo>
                      <a:cubicBezTo>
                        <a:pt x="820" y="5283"/>
                        <a:pt x="820" y="5283"/>
                        <a:pt x="820" y="5283"/>
                      </a:cubicBezTo>
                      <a:cubicBezTo>
                        <a:pt x="684" y="5439"/>
                        <a:pt x="684" y="5594"/>
                        <a:pt x="684" y="5594"/>
                      </a:cubicBezTo>
                      <a:cubicBezTo>
                        <a:pt x="137" y="4973"/>
                        <a:pt x="137" y="4973"/>
                        <a:pt x="137" y="4973"/>
                      </a:cubicBezTo>
                      <a:cubicBezTo>
                        <a:pt x="137" y="4973"/>
                        <a:pt x="137" y="4817"/>
                        <a:pt x="273" y="4506"/>
                      </a:cubicBezTo>
                      <a:cubicBezTo>
                        <a:pt x="547" y="4196"/>
                        <a:pt x="273" y="4040"/>
                        <a:pt x="273" y="4040"/>
                      </a:cubicBezTo>
                      <a:cubicBezTo>
                        <a:pt x="137" y="3574"/>
                        <a:pt x="137" y="3574"/>
                        <a:pt x="137" y="3574"/>
                      </a:cubicBezTo>
                      <a:cubicBezTo>
                        <a:pt x="273" y="3263"/>
                        <a:pt x="273" y="3263"/>
                        <a:pt x="273" y="3263"/>
                      </a:cubicBezTo>
                      <a:cubicBezTo>
                        <a:pt x="137" y="3108"/>
                        <a:pt x="137" y="3108"/>
                        <a:pt x="137" y="3108"/>
                      </a:cubicBezTo>
                      <a:cubicBezTo>
                        <a:pt x="0" y="2953"/>
                        <a:pt x="0" y="2953"/>
                        <a:pt x="0" y="2953"/>
                      </a:cubicBezTo>
                      <a:cubicBezTo>
                        <a:pt x="0" y="2953"/>
                        <a:pt x="0" y="2953"/>
                        <a:pt x="0" y="2953"/>
                      </a:cubicBezTo>
                      <a:cubicBezTo>
                        <a:pt x="0" y="2953"/>
                        <a:pt x="0" y="2953"/>
                        <a:pt x="0" y="2953"/>
                      </a:cubicBezTo>
                      <a:cubicBezTo>
                        <a:pt x="273" y="2331"/>
                        <a:pt x="273" y="2331"/>
                        <a:pt x="273" y="2331"/>
                      </a:cubicBezTo>
                      <a:cubicBezTo>
                        <a:pt x="273" y="2331"/>
                        <a:pt x="137" y="2020"/>
                        <a:pt x="137" y="1709"/>
                      </a:cubicBezTo>
                      <a:cubicBezTo>
                        <a:pt x="137" y="1709"/>
                        <a:pt x="273" y="1554"/>
                        <a:pt x="273" y="1554"/>
                      </a:cubicBezTo>
                      <a:cubicBezTo>
                        <a:pt x="273" y="1554"/>
                        <a:pt x="273" y="1554"/>
                        <a:pt x="273" y="1554"/>
                      </a:cubicBezTo>
                      <a:cubicBezTo>
                        <a:pt x="273" y="1399"/>
                        <a:pt x="273" y="1399"/>
                        <a:pt x="273" y="1399"/>
                      </a:cubicBezTo>
                      <a:cubicBezTo>
                        <a:pt x="273" y="1399"/>
                        <a:pt x="273" y="1399"/>
                        <a:pt x="273" y="1399"/>
                      </a:cubicBezTo>
                      <a:cubicBezTo>
                        <a:pt x="410" y="1399"/>
                        <a:pt x="410" y="1399"/>
                        <a:pt x="410" y="1399"/>
                      </a:cubicBezTo>
                      <a:cubicBezTo>
                        <a:pt x="410" y="1399"/>
                        <a:pt x="410" y="1399"/>
                        <a:pt x="410" y="1399"/>
                      </a:cubicBezTo>
                      <a:cubicBezTo>
                        <a:pt x="410" y="1243"/>
                        <a:pt x="1094" y="1088"/>
                        <a:pt x="1094" y="1088"/>
                      </a:cubicBezTo>
                      <a:cubicBezTo>
                        <a:pt x="1367" y="932"/>
                        <a:pt x="1367" y="932"/>
                        <a:pt x="1367" y="932"/>
                      </a:cubicBezTo>
                      <a:cubicBezTo>
                        <a:pt x="1914" y="1709"/>
                        <a:pt x="1914" y="1709"/>
                        <a:pt x="1914" y="1709"/>
                      </a:cubicBezTo>
                      <a:cubicBezTo>
                        <a:pt x="2461" y="2331"/>
                        <a:pt x="2461" y="2331"/>
                        <a:pt x="2461" y="2331"/>
                      </a:cubicBezTo>
                      <a:cubicBezTo>
                        <a:pt x="2871" y="2642"/>
                        <a:pt x="2871" y="2642"/>
                        <a:pt x="2871" y="2642"/>
                      </a:cubicBezTo>
                      <a:cubicBezTo>
                        <a:pt x="2871" y="2642"/>
                        <a:pt x="3008" y="2486"/>
                        <a:pt x="3144" y="2486"/>
                      </a:cubicBezTo>
                      <a:cubicBezTo>
                        <a:pt x="3144" y="2331"/>
                        <a:pt x="3144" y="2020"/>
                        <a:pt x="3144" y="2020"/>
                      </a:cubicBezTo>
                      <a:cubicBezTo>
                        <a:pt x="3418" y="1709"/>
                        <a:pt x="3418" y="1709"/>
                        <a:pt x="3418" y="1709"/>
                      </a:cubicBezTo>
                      <a:cubicBezTo>
                        <a:pt x="3554" y="1399"/>
                        <a:pt x="3554" y="1399"/>
                        <a:pt x="3554" y="1399"/>
                      </a:cubicBezTo>
                      <a:cubicBezTo>
                        <a:pt x="3554" y="1088"/>
                        <a:pt x="3554" y="1088"/>
                        <a:pt x="3554" y="1088"/>
                      </a:cubicBezTo>
                      <a:cubicBezTo>
                        <a:pt x="3828" y="932"/>
                        <a:pt x="3828" y="932"/>
                        <a:pt x="3828" y="932"/>
                      </a:cubicBezTo>
                      <a:cubicBezTo>
                        <a:pt x="4238" y="777"/>
                        <a:pt x="4238" y="777"/>
                        <a:pt x="4238" y="777"/>
                      </a:cubicBezTo>
                      <a:cubicBezTo>
                        <a:pt x="4785" y="622"/>
                        <a:pt x="4785" y="622"/>
                        <a:pt x="4785" y="622"/>
                      </a:cubicBezTo>
                      <a:cubicBezTo>
                        <a:pt x="4785" y="622"/>
                        <a:pt x="5195" y="777"/>
                        <a:pt x="5332" y="777"/>
                      </a:cubicBezTo>
                      <a:cubicBezTo>
                        <a:pt x="5332" y="777"/>
                        <a:pt x="5468" y="777"/>
                        <a:pt x="5468" y="777"/>
                      </a:cubicBezTo>
                      <a:cubicBezTo>
                        <a:pt x="5742" y="311"/>
                        <a:pt x="5742" y="311"/>
                        <a:pt x="5742" y="311"/>
                      </a:cubicBezTo>
                      <a:cubicBezTo>
                        <a:pt x="5742" y="311"/>
                        <a:pt x="5742" y="311"/>
                        <a:pt x="5742" y="311"/>
                      </a:cubicBezTo>
                      <a:cubicBezTo>
                        <a:pt x="5878" y="0"/>
                        <a:pt x="5878" y="0"/>
                        <a:pt x="5878" y="0"/>
                      </a:cubicBezTo>
                      <a:cubicBezTo>
                        <a:pt x="6562" y="311"/>
                        <a:pt x="6562" y="311"/>
                        <a:pt x="6562" y="311"/>
                      </a:cubicBezTo>
                      <a:cubicBezTo>
                        <a:pt x="6835" y="622"/>
                        <a:pt x="6835" y="622"/>
                        <a:pt x="6835" y="622"/>
                      </a:cubicBezTo>
                      <a:cubicBezTo>
                        <a:pt x="7519" y="777"/>
                        <a:pt x="7519" y="777"/>
                        <a:pt x="7519" y="777"/>
                      </a:cubicBezTo>
                      <a:cubicBezTo>
                        <a:pt x="7519" y="777"/>
                        <a:pt x="7519" y="777"/>
                        <a:pt x="7519" y="777"/>
                      </a:cubicBezTo>
                      <a:cubicBezTo>
                        <a:pt x="7792" y="777"/>
                        <a:pt x="7792" y="777"/>
                        <a:pt x="7792" y="777"/>
                      </a:cubicBezTo>
                      <a:cubicBezTo>
                        <a:pt x="7792" y="622"/>
                        <a:pt x="7792" y="622"/>
                        <a:pt x="7792" y="622"/>
                      </a:cubicBezTo>
                      <a:cubicBezTo>
                        <a:pt x="8339" y="622"/>
                        <a:pt x="8339" y="622"/>
                        <a:pt x="8339" y="622"/>
                      </a:cubicBezTo>
                      <a:cubicBezTo>
                        <a:pt x="9023" y="777"/>
                        <a:pt x="9023" y="777"/>
                        <a:pt x="9023" y="777"/>
                      </a:cubicBezTo>
                      <a:cubicBezTo>
                        <a:pt x="9433" y="777"/>
                        <a:pt x="9433" y="777"/>
                        <a:pt x="9433" y="777"/>
                      </a:cubicBezTo>
                      <a:cubicBezTo>
                        <a:pt x="10116" y="777"/>
                        <a:pt x="10116" y="777"/>
                        <a:pt x="10116" y="777"/>
                      </a:cubicBezTo>
                      <a:cubicBezTo>
                        <a:pt x="10527" y="932"/>
                        <a:pt x="10527" y="932"/>
                        <a:pt x="10527" y="932"/>
                      </a:cubicBezTo>
                      <a:cubicBezTo>
                        <a:pt x="10800" y="1088"/>
                        <a:pt x="10800" y="1088"/>
                        <a:pt x="10800" y="1088"/>
                      </a:cubicBezTo>
                      <a:cubicBezTo>
                        <a:pt x="10800" y="1088"/>
                        <a:pt x="10800" y="1088"/>
                        <a:pt x="10937" y="932"/>
                      </a:cubicBezTo>
                      <a:cubicBezTo>
                        <a:pt x="10937" y="932"/>
                        <a:pt x="11347" y="932"/>
                        <a:pt x="11347" y="932"/>
                      </a:cubicBezTo>
                      <a:cubicBezTo>
                        <a:pt x="11484" y="466"/>
                        <a:pt x="11484" y="466"/>
                        <a:pt x="11484" y="466"/>
                      </a:cubicBezTo>
                      <a:cubicBezTo>
                        <a:pt x="11620" y="777"/>
                        <a:pt x="11620" y="777"/>
                        <a:pt x="11620" y="777"/>
                      </a:cubicBezTo>
                      <a:cubicBezTo>
                        <a:pt x="11757" y="777"/>
                        <a:pt x="12030" y="777"/>
                        <a:pt x="12030" y="777"/>
                      </a:cubicBezTo>
                      <a:cubicBezTo>
                        <a:pt x="12167" y="311"/>
                        <a:pt x="12167" y="311"/>
                        <a:pt x="12167" y="311"/>
                      </a:cubicBezTo>
                      <a:cubicBezTo>
                        <a:pt x="12304" y="466"/>
                        <a:pt x="12304" y="466"/>
                        <a:pt x="12304" y="466"/>
                      </a:cubicBezTo>
                      <a:cubicBezTo>
                        <a:pt x="12441" y="466"/>
                        <a:pt x="12441" y="466"/>
                        <a:pt x="12577" y="466"/>
                      </a:cubicBezTo>
                      <a:cubicBezTo>
                        <a:pt x="12714" y="466"/>
                        <a:pt x="12851" y="311"/>
                        <a:pt x="12851" y="311"/>
                      </a:cubicBezTo>
                      <a:cubicBezTo>
                        <a:pt x="12851" y="311"/>
                        <a:pt x="12987" y="466"/>
                        <a:pt x="12987" y="466"/>
                      </a:cubicBezTo>
                      <a:cubicBezTo>
                        <a:pt x="12987" y="466"/>
                        <a:pt x="13124" y="311"/>
                        <a:pt x="13261" y="311"/>
                      </a:cubicBezTo>
                      <a:cubicBezTo>
                        <a:pt x="13261" y="311"/>
                        <a:pt x="13261" y="311"/>
                        <a:pt x="13261" y="311"/>
                      </a:cubicBezTo>
                      <a:cubicBezTo>
                        <a:pt x="13261" y="311"/>
                        <a:pt x="13261" y="311"/>
                        <a:pt x="13261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397" y="311"/>
                        <a:pt x="13397" y="311"/>
                        <a:pt x="13397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311"/>
                        <a:pt x="13534" y="311"/>
                        <a:pt x="13534" y="311"/>
                      </a:cubicBezTo>
                      <a:cubicBezTo>
                        <a:pt x="13534" y="155"/>
                        <a:pt x="13534" y="155"/>
                        <a:pt x="13534" y="155"/>
                      </a:cubicBezTo>
                      <a:cubicBezTo>
                        <a:pt x="13534" y="155"/>
                        <a:pt x="13534" y="155"/>
                        <a:pt x="13534" y="155"/>
                      </a:cubicBezTo>
                      <a:cubicBezTo>
                        <a:pt x="13534" y="155"/>
                        <a:pt x="13534" y="155"/>
                        <a:pt x="13534" y="155"/>
                      </a:cubicBezTo>
                      <a:cubicBezTo>
                        <a:pt x="13534" y="155"/>
                        <a:pt x="13534" y="155"/>
                        <a:pt x="13534" y="155"/>
                      </a:cubicBezTo>
                      <a:cubicBezTo>
                        <a:pt x="13534" y="155"/>
                        <a:pt x="13534" y="155"/>
                        <a:pt x="13534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671" y="155"/>
                        <a:pt x="13671" y="155"/>
                      </a:cubicBezTo>
                      <a:cubicBezTo>
                        <a:pt x="13671" y="155"/>
                        <a:pt x="13808" y="466"/>
                        <a:pt x="14081" y="622"/>
                      </a:cubicBezTo>
                      <a:cubicBezTo>
                        <a:pt x="14081" y="622"/>
                        <a:pt x="14081" y="622"/>
                        <a:pt x="14081" y="622"/>
                      </a:cubicBezTo>
                      <a:cubicBezTo>
                        <a:pt x="14354" y="622"/>
                        <a:pt x="14354" y="622"/>
                        <a:pt x="14354" y="622"/>
                      </a:cubicBezTo>
                      <a:cubicBezTo>
                        <a:pt x="14354" y="622"/>
                        <a:pt x="14354" y="622"/>
                        <a:pt x="14354" y="622"/>
                      </a:cubicBezTo>
                      <a:cubicBezTo>
                        <a:pt x="14354" y="622"/>
                        <a:pt x="14491" y="466"/>
                        <a:pt x="14628" y="466"/>
                      </a:cubicBezTo>
                      <a:cubicBezTo>
                        <a:pt x="14901" y="466"/>
                        <a:pt x="15038" y="466"/>
                        <a:pt x="15175" y="466"/>
                      </a:cubicBezTo>
                      <a:cubicBezTo>
                        <a:pt x="15448" y="466"/>
                        <a:pt x="15585" y="777"/>
                        <a:pt x="15585" y="777"/>
                      </a:cubicBezTo>
                      <a:cubicBezTo>
                        <a:pt x="15995" y="1243"/>
                        <a:pt x="15995" y="1243"/>
                        <a:pt x="15995" y="1243"/>
                      </a:cubicBezTo>
                      <a:cubicBezTo>
                        <a:pt x="15995" y="1243"/>
                        <a:pt x="16132" y="1554"/>
                        <a:pt x="16132" y="1709"/>
                      </a:cubicBezTo>
                      <a:cubicBezTo>
                        <a:pt x="16268" y="1865"/>
                        <a:pt x="16268" y="2020"/>
                        <a:pt x="16268" y="2020"/>
                      </a:cubicBezTo>
                      <a:cubicBezTo>
                        <a:pt x="16268" y="2020"/>
                        <a:pt x="16268" y="2020"/>
                        <a:pt x="16268" y="2020"/>
                      </a:cubicBezTo>
                      <a:cubicBezTo>
                        <a:pt x="16405" y="2020"/>
                        <a:pt x="17362" y="2486"/>
                        <a:pt x="17499" y="2486"/>
                      </a:cubicBezTo>
                      <a:cubicBezTo>
                        <a:pt x="17499" y="2486"/>
                        <a:pt x="17635" y="2486"/>
                        <a:pt x="17635" y="2486"/>
                      </a:cubicBezTo>
                      <a:cubicBezTo>
                        <a:pt x="17635" y="2176"/>
                        <a:pt x="17499" y="2020"/>
                        <a:pt x="17772" y="1865"/>
                      </a:cubicBezTo>
                      <a:cubicBezTo>
                        <a:pt x="17909" y="1865"/>
                        <a:pt x="18046" y="2176"/>
                        <a:pt x="18046" y="1865"/>
                      </a:cubicBezTo>
                      <a:cubicBezTo>
                        <a:pt x="18046" y="1554"/>
                        <a:pt x="18182" y="1709"/>
                        <a:pt x="18046" y="139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22" name="Shape">
                  <a:extLst>
                    <a:ext uri="{FF2B5EF4-FFF2-40B4-BE49-F238E27FC236}">
                      <a16:creationId xmlns:a16="http://schemas.microsoft.com/office/drawing/2014/main" id="{FFD47598-4570-4169-ABC7-03E6537C2815}"/>
                    </a:ext>
                  </a:extLst>
                </p:cNvPr>
                <p:cNvSpPr/>
                <p:nvPr/>
              </p:nvSpPr>
              <p:spPr>
                <a:xfrm>
                  <a:off x="2896769" y="3024252"/>
                  <a:ext cx="491747" cy="5645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5821" y="4268"/>
                      </a:moveTo>
                      <a:cubicBezTo>
                        <a:pt x="6740" y="3880"/>
                        <a:pt x="6740" y="3880"/>
                        <a:pt x="6740" y="3880"/>
                      </a:cubicBezTo>
                      <a:cubicBezTo>
                        <a:pt x="7200" y="3104"/>
                        <a:pt x="7200" y="3104"/>
                        <a:pt x="7200" y="3104"/>
                      </a:cubicBezTo>
                      <a:cubicBezTo>
                        <a:pt x="7813" y="2199"/>
                        <a:pt x="7813" y="2199"/>
                        <a:pt x="7813" y="2199"/>
                      </a:cubicBezTo>
                      <a:cubicBezTo>
                        <a:pt x="8119" y="1811"/>
                        <a:pt x="8119" y="1811"/>
                        <a:pt x="8119" y="1811"/>
                      </a:cubicBezTo>
                      <a:cubicBezTo>
                        <a:pt x="8426" y="1164"/>
                        <a:pt x="8426" y="1164"/>
                        <a:pt x="8426" y="1164"/>
                      </a:cubicBezTo>
                      <a:cubicBezTo>
                        <a:pt x="9345" y="905"/>
                        <a:pt x="9345" y="905"/>
                        <a:pt x="9345" y="905"/>
                      </a:cubicBezTo>
                      <a:cubicBezTo>
                        <a:pt x="9345" y="905"/>
                        <a:pt x="9957" y="776"/>
                        <a:pt x="10111" y="776"/>
                      </a:cubicBezTo>
                      <a:cubicBezTo>
                        <a:pt x="10264" y="647"/>
                        <a:pt x="11183" y="0"/>
                        <a:pt x="11183" y="0"/>
                      </a:cubicBezTo>
                      <a:cubicBezTo>
                        <a:pt x="11336" y="0"/>
                        <a:pt x="11336" y="0"/>
                        <a:pt x="11336" y="0"/>
                      </a:cubicBezTo>
                      <a:cubicBezTo>
                        <a:pt x="10877" y="647"/>
                        <a:pt x="10877" y="647"/>
                        <a:pt x="10877" y="647"/>
                      </a:cubicBezTo>
                      <a:cubicBezTo>
                        <a:pt x="10877" y="1035"/>
                        <a:pt x="10877" y="1035"/>
                        <a:pt x="10877" y="1035"/>
                      </a:cubicBezTo>
                      <a:cubicBezTo>
                        <a:pt x="10877" y="1293"/>
                        <a:pt x="10877" y="1293"/>
                        <a:pt x="10877" y="1293"/>
                      </a:cubicBezTo>
                      <a:cubicBezTo>
                        <a:pt x="11030" y="1811"/>
                        <a:pt x="11030" y="1811"/>
                        <a:pt x="11030" y="1811"/>
                      </a:cubicBezTo>
                      <a:cubicBezTo>
                        <a:pt x="11183" y="1940"/>
                        <a:pt x="11183" y="1940"/>
                        <a:pt x="11183" y="1940"/>
                      </a:cubicBezTo>
                      <a:cubicBezTo>
                        <a:pt x="11183" y="2457"/>
                        <a:pt x="11183" y="2457"/>
                        <a:pt x="11183" y="2457"/>
                      </a:cubicBezTo>
                      <a:cubicBezTo>
                        <a:pt x="11183" y="2975"/>
                        <a:pt x="11183" y="2975"/>
                        <a:pt x="11183" y="2975"/>
                      </a:cubicBezTo>
                      <a:cubicBezTo>
                        <a:pt x="11183" y="2975"/>
                        <a:pt x="11643" y="3234"/>
                        <a:pt x="11489" y="3363"/>
                      </a:cubicBezTo>
                      <a:cubicBezTo>
                        <a:pt x="11183" y="3492"/>
                        <a:pt x="10877" y="3880"/>
                        <a:pt x="10877" y="3880"/>
                      </a:cubicBezTo>
                      <a:cubicBezTo>
                        <a:pt x="10723" y="4656"/>
                        <a:pt x="10723" y="4656"/>
                        <a:pt x="10723" y="4656"/>
                      </a:cubicBezTo>
                      <a:cubicBezTo>
                        <a:pt x="10111" y="5303"/>
                        <a:pt x="10111" y="5303"/>
                        <a:pt x="10111" y="5303"/>
                      </a:cubicBezTo>
                      <a:cubicBezTo>
                        <a:pt x="10264" y="6079"/>
                        <a:pt x="10264" y="6079"/>
                        <a:pt x="10264" y="6079"/>
                      </a:cubicBezTo>
                      <a:cubicBezTo>
                        <a:pt x="10417" y="6726"/>
                        <a:pt x="10417" y="6726"/>
                        <a:pt x="10417" y="6726"/>
                      </a:cubicBezTo>
                      <a:cubicBezTo>
                        <a:pt x="10264" y="7243"/>
                        <a:pt x="10264" y="7243"/>
                        <a:pt x="10264" y="7243"/>
                      </a:cubicBezTo>
                      <a:cubicBezTo>
                        <a:pt x="10723" y="7631"/>
                        <a:pt x="10723" y="7631"/>
                        <a:pt x="10723" y="7631"/>
                      </a:cubicBezTo>
                      <a:cubicBezTo>
                        <a:pt x="10570" y="7890"/>
                        <a:pt x="10570" y="7890"/>
                        <a:pt x="10570" y="7890"/>
                      </a:cubicBezTo>
                      <a:cubicBezTo>
                        <a:pt x="10723" y="8278"/>
                        <a:pt x="10723" y="8278"/>
                        <a:pt x="10723" y="8278"/>
                      </a:cubicBezTo>
                      <a:cubicBezTo>
                        <a:pt x="11183" y="8537"/>
                        <a:pt x="11183" y="8537"/>
                        <a:pt x="11183" y="8537"/>
                      </a:cubicBezTo>
                      <a:cubicBezTo>
                        <a:pt x="11183" y="8537"/>
                        <a:pt x="11489" y="8537"/>
                        <a:pt x="11643" y="8537"/>
                      </a:cubicBezTo>
                      <a:cubicBezTo>
                        <a:pt x="11796" y="8537"/>
                        <a:pt x="12255" y="8407"/>
                        <a:pt x="12409" y="8407"/>
                      </a:cubicBezTo>
                      <a:cubicBezTo>
                        <a:pt x="12562" y="8407"/>
                        <a:pt x="12868" y="8537"/>
                        <a:pt x="12868" y="8537"/>
                      </a:cubicBezTo>
                      <a:cubicBezTo>
                        <a:pt x="13328" y="9054"/>
                        <a:pt x="13328" y="9054"/>
                        <a:pt x="13328" y="9054"/>
                      </a:cubicBezTo>
                      <a:cubicBezTo>
                        <a:pt x="13328" y="9442"/>
                        <a:pt x="13328" y="9442"/>
                        <a:pt x="13328" y="9442"/>
                      </a:cubicBezTo>
                      <a:cubicBezTo>
                        <a:pt x="13328" y="9442"/>
                        <a:pt x="13174" y="9701"/>
                        <a:pt x="13174" y="9830"/>
                      </a:cubicBezTo>
                      <a:cubicBezTo>
                        <a:pt x="13021" y="9959"/>
                        <a:pt x="12868" y="10218"/>
                        <a:pt x="12868" y="10218"/>
                      </a:cubicBezTo>
                      <a:cubicBezTo>
                        <a:pt x="12562" y="10477"/>
                        <a:pt x="12562" y="10477"/>
                        <a:pt x="12562" y="10477"/>
                      </a:cubicBezTo>
                      <a:cubicBezTo>
                        <a:pt x="12409" y="10865"/>
                        <a:pt x="12409" y="10865"/>
                        <a:pt x="12409" y="10865"/>
                      </a:cubicBezTo>
                      <a:cubicBezTo>
                        <a:pt x="12255" y="11123"/>
                        <a:pt x="12255" y="11123"/>
                        <a:pt x="12255" y="11123"/>
                      </a:cubicBezTo>
                      <a:cubicBezTo>
                        <a:pt x="12255" y="11123"/>
                        <a:pt x="12255" y="11123"/>
                        <a:pt x="12255" y="11123"/>
                      </a:cubicBezTo>
                      <a:cubicBezTo>
                        <a:pt x="11949" y="10865"/>
                        <a:pt x="11949" y="10865"/>
                        <a:pt x="11949" y="10865"/>
                      </a:cubicBezTo>
                      <a:cubicBezTo>
                        <a:pt x="11949" y="10865"/>
                        <a:pt x="11949" y="10477"/>
                        <a:pt x="11796" y="10606"/>
                      </a:cubicBezTo>
                      <a:cubicBezTo>
                        <a:pt x="11643" y="10606"/>
                        <a:pt x="11489" y="10865"/>
                        <a:pt x="11489" y="10865"/>
                      </a:cubicBezTo>
                      <a:cubicBezTo>
                        <a:pt x="11643" y="11123"/>
                        <a:pt x="11643" y="11123"/>
                        <a:pt x="11643" y="11123"/>
                      </a:cubicBezTo>
                      <a:cubicBezTo>
                        <a:pt x="11643" y="11123"/>
                        <a:pt x="11796" y="11511"/>
                        <a:pt x="11643" y="11511"/>
                      </a:cubicBezTo>
                      <a:cubicBezTo>
                        <a:pt x="11489" y="11511"/>
                        <a:pt x="11336" y="11511"/>
                        <a:pt x="11336" y="11511"/>
                      </a:cubicBezTo>
                      <a:cubicBezTo>
                        <a:pt x="11183" y="10994"/>
                        <a:pt x="11183" y="10994"/>
                        <a:pt x="11183" y="10994"/>
                      </a:cubicBezTo>
                      <a:cubicBezTo>
                        <a:pt x="10723" y="10865"/>
                        <a:pt x="10723" y="10865"/>
                        <a:pt x="10723" y="10865"/>
                      </a:cubicBezTo>
                      <a:cubicBezTo>
                        <a:pt x="11030" y="10347"/>
                        <a:pt x="11030" y="10347"/>
                        <a:pt x="11030" y="10347"/>
                      </a:cubicBezTo>
                      <a:cubicBezTo>
                        <a:pt x="10723" y="10218"/>
                        <a:pt x="10723" y="10218"/>
                        <a:pt x="10723" y="10218"/>
                      </a:cubicBezTo>
                      <a:cubicBezTo>
                        <a:pt x="10723" y="10218"/>
                        <a:pt x="10570" y="10218"/>
                        <a:pt x="10417" y="10347"/>
                      </a:cubicBezTo>
                      <a:cubicBezTo>
                        <a:pt x="10417" y="10477"/>
                        <a:pt x="10264" y="10994"/>
                        <a:pt x="10264" y="10994"/>
                      </a:cubicBezTo>
                      <a:cubicBezTo>
                        <a:pt x="10111" y="11511"/>
                        <a:pt x="10111" y="11511"/>
                        <a:pt x="10111" y="11511"/>
                      </a:cubicBezTo>
                      <a:cubicBezTo>
                        <a:pt x="10111" y="11511"/>
                        <a:pt x="10264" y="11641"/>
                        <a:pt x="10264" y="11770"/>
                      </a:cubicBezTo>
                      <a:cubicBezTo>
                        <a:pt x="10264" y="11899"/>
                        <a:pt x="10111" y="12029"/>
                        <a:pt x="10111" y="12029"/>
                      </a:cubicBezTo>
                      <a:cubicBezTo>
                        <a:pt x="10111" y="12029"/>
                        <a:pt x="10111" y="12158"/>
                        <a:pt x="10111" y="12287"/>
                      </a:cubicBezTo>
                      <a:cubicBezTo>
                        <a:pt x="10111" y="12287"/>
                        <a:pt x="10264" y="12546"/>
                        <a:pt x="10264" y="12675"/>
                      </a:cubicBezTo>
                      <a:cubicBezTo>
                        <a:pt x="10264" y="12675"/>
                        <a:pt x="10264" y="12805"/>
                        <a:pt x="10111" y="12805"/>
                      </a:cubicBezTo>
                      <a:cubicBezTo>
                        <a:pt x="10111" y="12934"/>
                        <a:pt x="10111" y="12934"/>
                        <a:pt x="10111" y="13063"/>
                      </a:cubicBezTo>
                      <a:cubicBezTo>
                        <a:pt x="9957" y="13063"/>
                        <a:pt x="9804" y="13193"/>
                        <a:pt x="9804" y="13193"/>
                      </a:cubicBezTo>
                      <a:cubicBezTo>
                        <a:pt x="9804" y="13193"/>
                        <a:pt x="9498" y="13322"/>
                        <a:pt x="9498" y="13322"/>
                      </a:cubicBezTo>
                      <a:cubicBezTo>
                        <a:pt x="9498" y="13322"/>
                        <a:pt x="9345" y="13193"/>
                        <a:pt x="9191" y="13193"/>
                      </a:cubicBezTo>
                      <a:cubicBezTo>
                        <a:pt x="9038" y="13193"/>
                        <a:pt x="9038" y="13063"/>
                        <a:pt x="8885" y="13193"/>
                      </a:cubicBezTo>
                      <a:cubicBezTo>
                        <a:pt x="8732" y="13322"/>
                        <a:pt x="8732" y="13322"/>
                        <a:pt x="8732" y="13322"/>
                      </a:cubicBezTo>
                      <a:cubicBezTo>
                        <a:pt x="8885" y="13451"/>
                        <a:pt x="8885" y="13451"/>
                        <a:pt x="8885" y="13451"/>
                      </a:cubicBezTo>
                      <a:cubicBezTo>
                        <a:pt x="9191" y="13451"/>
                        <a:pt x="9191" y="13451"/>
                        <a:pt x="9191" y="13451"/>
                      </a:cubicBezTo>
                      <a:cubicBezTo>
                        <a:pt x="9191" y="13710"/>
                        <a:pt x="9191" y="13710"/>
                        <a:pt x="9191" y="13710"/>
                      </a:cubicBezTo>
                      <a:cubicBezTo>
                        <a:pt x="9191" y="13710"/>
                        <a:pt x="9345" y="13710"/>
                        <a:pt x="9345" y="13840"/>
                      </a:cubicBezTo>
                      <a:cubicBezTo>
                        <a:pt x="9191" y="13969"/>
                        <a:pt x="9038" y="14098"/>
                        <a:pt x="9038" y="14098"/>
                      </a:cubicBezTo>
                      <a:cubicBezTo>
                        <a:pt x="8732" y="14357"/>
                        <a:pt x="8732" y="14357"/>
                        <a:pt x="8732" y="14357"/>
                      </a:cubicBezTo>
                      <a:cubicBezTo>
                        <a:pt x="8426" y="14486"/>
                        <a:pt x="8426" y="14486"/>
                        <a:pt x="8426" y="14486"/>
                      </a:cubicBezTo>
                      <a:cubicBezTo>
                        <a:pt x="8426" y="14486"/>
                        <a:pt x="8119" y="14357"/>
                        <a:pt x="8119" y="14486"/>
                      </a:cubicBezTo>
                      <a:cubicBezTo>
                        <a:pt x="7966" y="14486"/>
                        <a:pt x="7813" y="14486"/>
                        <a:pt x="7813" y="14486"/>
                      </a:cubicBezTo>
                      <a:cubicBezTo>
                        <a:pt x="7813" y="14616"/>
                        <a:pt x="8119" y="14874"/>
                        <a:pt x="8119" y="14874"/>
                      </a:cubicBezTo>
                      <a:cubicBezTo>
                        <a:pt x="7506" y="14357"/>
                        <a:pt x="7506" y="14357"/>
                        <a:pt x="7506" y="14357"/>
                      </a:cubicBezTo>
                      <a:cubicBezTo>
                        <a:pt x="7200" y="14357"/>
                        <a:pt x="7200" y="14357"/>
                        <a:pt x="7200" y="14357"/>
                      </a:cubicBezTo>
                      <a:cubicBezTo>
                        <a:pt x="7660" y="14616"/>
                        <a:pt x="7660" y="14616"/>
                        <a:pt x="7660" y="14616"/>
                      </a:cubicBezTo>
                      <a:cubicBezTo>
                        <a:pt x="7813" y="14874"/>
                        <a:pt x="7813" y="14874"/>
                        <a:pt x="7813" y="14874"/>
                      </a:cubicBezTo>
                      <a:cubicBezTo>
                        <a:pt x="8119" y="15004"/>
                        <a:pt x="8119" y="15004"/>
                        <a:pt x="8119" y="15004"/>
                      </a:cubicBezTo>
                      <a:cubicBezTo>
                        <a:pt x="7966" y="15133"/>
                        <a:pt x="7966" y="15133"/>
                        <a:pt x="7966" y="15133"/>
                      </a:cubicBezTo>
                      <a:cubicBezTo>
                        <a:pt x="7813" y="15262"/>
                        <a:pt x="7813" y="15262"/>
                        <a:pt x="7813" y="15262"/>
                      </a:cubicBezTo>
                      <a:cubicBezTo>
                        <a:pt x="7506" y="15521"/>
                        <a:pt x="7506" y="15521"/>
                        <a:pt x="7506" y="15521"/>
                      </a:cubicBezTo>
                      <a:cubicBezTo>
                        <a:pt x="7506" y="15521"/>
                        <a:pt x="7353" y="15650"/>
                        <a:pt x="7200" y="15650"/>
                      </a:cubicBezTo>
                      <a:cubicBezTo>
                        <a:pt x="7200" y="15650"/>
                        <a:pt x="6740" y="15650"/>
                        <a:pt x="6740" y="15650"/>
                      </a:cubicBezTo>
                      <a:cubicBezTo>
                        <a:pt x="6894" y="15780"/>
                        <a:pt x="6894" y="15780"/>
                        <a:pt x="6894" y="15780"/>
                      </a:cubicBezTo>
                      <a:cubicBezTo>
                        <a:pt x="7200" y="15909"/>
                        <a:pt x="7200" y="15909"/>
                        <a:pt x="7200" y="15909"/>
                      </a:cubicBezTo>
                      <a:cubicBezTo>
                        <a:pt x="7200" y="15909"/>
                        <a:pt x="7353" y="15780"/>
                        <a:pt x="7353" y="15909"/>
                      </a:cubicBezTo>
                      <a:cubicBezTo>
                        <a:pt x="7200" y="15909"/>
                        <a:pt x="7200" y="15909"/>
                        <a:pt x="7200" y="16038"/>
                      </a:cubicBezTo>
                      <a:cubicBezTo>
                        <a:pt x="7200" y="16297"/>
                        <a:pt x="7200" y="16685"/>
                        <a:pt x="7200" y="16685"/>
                      </a:cubicBezTo>
                      <a:cubicBezTo>
                        <a:pt x="7506" y="17073"/>
                        <a:pt x="7506" y="17073"/>
                        <a:pt x="7506" y="17073"/>
                      </a:cubicBezTo>
                      <a:cubicBezTo>
                        <a:pt x="7660" y="17202"/>
                        <a:pt x="7660" y="17202"/>
                        <a:pt x="7660" y="17202"/>
                      </a:cubicBezTo>
                      <a:cubicBezTo>
                        <a:pt x="7660" y="17202"/>
                        <a:pt x="7660" y="17202"/>
                        <a:pt x="7660" y="17332"/>
                      </a:cubicBezTo>
                      <a:cubicBezTo>
                        <a:pt x="7660" y="17332"/>
                        <a:pt x="7660" y="17461"/>
                        <a:pt x="7660" y="17461"/>
                      </a:cubicBezTo>
                      <a:cubicBezTo>
                        <a:pt x="7660" y="17720"/>
                        <a:pt x="7660" y="17720"/>
                        <a:pt x="7660" y="17720"/>
                      </a:cubicBezTo>
                      <a:cubicBezTo>
                        <a:pt x="7660" y="17720"/>
                        <a:pt x="7506" y="17849"/>
                        <a:pt x="7353" y="17849"/>
                      </a:cubicBezTo>
                      <a:cubicBezTo>
                        <a:pt x="7353" y="17849"/>
                        <a:pt x="6740" y="17978"/>
                        <a:pt x="6740" y="17978"/>
                      </a:cubicBezTo>
                      <a:cubicBezTo>
                        <a:pt x="6587" y="18237"/>
                        <a:pt x="6587" y="18237"/>
                        <a:pt x="6587" y="18237"/>
                      </a:cubicBezTo>
                      <a:cubicBezTo>
                        <a:pt x="6894" y="18366"/>
                        <a:pt x="6894" y="18366"/>
                        <a:pt x="6894" y="18366"/>
                      </a:cubicBezTo>
                      <a:cubicBezTo>
                        <a:pt x="6894" y="18366"/>
                        <a:pt x="6894" y="18625"/>
                        <a:pt x="6894" y="18625"/>
                      </a:cubicBezTo>
                      <a:cubicBezTo>
                        <a:pt x="6894" y="18754"/>
                        <a:pt x="6740" y="18884"/>
                        <a:pt x="6740" y="18884"/>
                      </a:cubicBezTo>
                      <a:cubicBezTo>
                        <a:pt x="7047" y="18884"/>
                        <a:pt x="7047" y="18884"/>
                        <a:pt x="7047" y="18884"/>
                      </a:cubicBezTo>
                      <a:cubicBezTo>
                        <a:pt x="7506" y="19013"/>
                        <a:pt x="7506" y="19013"/>
                        <a:pt x="7506" y="19013"/>
                      </a:cubicBezTo>
                      <a:cubicBezTo>
                        <a:pt x="8119" y="19660"/>
                        <a:pt x="8119" y="19660"/>
                        <a:pt x="8119" y="19660"/>
                      </a:cubicBezTo>
                      <a:cubicBezTo>
                        <a:pt x="7966" y="20177"/>
                        <a:pt x="7966" y="20177"/>
                        <a:pt x="7966" y="20177"/>
                      </a:cubicBezTo>
                      <a:cubicBezTo>
                        <a:pt x="7660" y="20436"/>
                        <a:pt x="7660" y="20436"/>
                        <a:pt x="7660" y="20436"/>
                      </a:cubicBezTo>
                      <a:cubicBezTo>
                        <a:pt x="7353" y="19919"/>
                        <a:pt x="7353" y="19919"/>
                        <a:pt x="7353" y="19919"/>
                      </a:cubicBezTo>
                      <a:cubicBezTo>
                        <a:pt x="7353" y="19919"/>
                        <a:pt x="7200" y="19919"/>
                        <a:pt x="7200" y="20048"/>
                      </a:cubicBezTo>
                      <a:cubicBezTo>
                        <a:pt x="7047" y="20048"/>
                        <a:pt x="6587" y="20307"/>
                        <a:pt x="6587" y="20307"/>
                      </a:cubicBezTo>
                      <a:cubicBezTo>
                        <a:pt x="6587" y="20307"/>
                        <a:pt x="6281" y="20436"/>
                        <a:pt x="6128" y="20436"/>
                      </a:cubicBezTo>
                      <a:cubicBezTo>
                        <a:pt x="6128" y="20436"/>
                        <a:pt x="5974" y="20436"/>
                        <a:pt x="5974" y="20436"/>
                      </a:cubicBezTo>
                      <a:cubicBezTo>
                        <a:pt x="5515" y="20307"/>
                        <a:pt x="5515" y="20307"/>
                        <a:pt x="5515" y="20307"/>
                      </a:cubicBezTo>
                      <a:cubicBezTo>
                        <a:pt x="4902" y="20048"/>
                        <a:pt x="4902" y="20048"/>
                        <a:pt x="4902" y="20048"/>
                      </a:cubicBezTo>
                      <a:cubicBezTo>
                        <a:pt x="4902" y="20048"/>
                        <a:pt x="4596" y="19919"/>
                        <a:pt x="4443" y="19919"/>
                      </a:cubicBezTo>
                      <a:cubicBezTo>
                        <a:pt x="4289" y="19919"/>
                        <a:pt x="3523" y="19660"/>
                        <a:pt x="3523" y="19660"/>
                      </a:cubicBezTo>
                      <a:cubicBezTo>
                        <a:pt x="3217" y="19789"/>
                        <a:pt x="3217" y="19789"/>
                        <a:pt x="3217" y="19789"/>
                      </a:cubicBezTo>
                      <a:cubicBezTo>
                        <a:pt x="2757" y="19789"/>
                        <a:pt x="2757" y="19789"/>
                        <a:pt x="2757" y="19789"/>
                      </a:cubicBezTo>
                      <a:cubicBezTo>
                        <a:pt x="2451" y="19660"/>
                        <a:pt x="2451" y="19660"/>
                        <a:pt x="2451" y="19660"/>
                      </a:cubicBezTo>
                      <a:cubicBezTo>
                        <a:pt x="2145" y="19272"/>
                        <a:pt x="2145" y="19272"/>
                        <a:pt x="2145" y="19272"/>
                      </a:cubicBezTo>
                      <a:cubicBezTo>
                        <a:pt x="2145" y="19272"/>
                        <a:pt x="1991" y="19013"/>
                        <a:pt x="1991" y="19013"/>
                      </a:cubicBezTo>
                      <a:cubicBezTo>
                        <a:pt x="1991" y="19013"/>
                        <a:pt x="2451" y="18754"/>
                        <a:pt x="2451" y="18754"/>
                      </a:cubicBezTo>
                      <a:cubicBezTo>
                        <a:pt x="2604" y="18754"/>
                        <a:pt x="2604" y="18625"/>
                        <a:pt x="2604" y="18625"/>
                      </a:cubicBezTo>
                      <a:cubicBezTo>
                        <a:pt x="2604" y="18108"/>
                        <a:pt x="2604" y="18108"/>
                        <a:pt x="2604" y="18108"/>
                      </a:cubicBezTo>
                      <a:cubicBezTo>
                        <a:pt x="2604" y="18108"/>
                        <a:pt x="2604" y="17849"/>
                        <a:pt x="2604" y="17849"/>
                      </a:cubicBezTo>
                      <a:cubicBezTo>
                        <a:pt x="2604" y="17720"/>
                        <a:pt x="2757" y="17590"/>
                        <a:pt x="2757" y="17590"/>
                      </a:cubicBezTo>
                      <a:cubicBezTo>
                        <a:pt x="2757" y="17590"/>
                        <a:pt x="2757" y="17202"/>
                        <a:pt x="2604" y="17073"/>
                      </a:cubicBezTo>
                      <a:cubicBezTo>
                        <a:pt x="2604" y="16814"/>
                        <a:pt x="2604" y="16556"/>
                        <a:pt x="2604" y="16556"/>
                      </a:cubicBezTo>
                      <a:cubicBezTo>
                        <a:pt x="2298" y="16168"/>
                        <a:pt x="2298" y="16168"/>
                        <a:pt x="2298" y="16168"/>
                      </a:cubicBezTo>
                      <a:cubicBezTo>
                        <a:pt x="2298" y="16168"/>
                        <a:pt x="2145" y="16168"/>
                        <a:pt x="1838" y="16038"/>
                      </a:cubicBezTo>
                      <a:cubicBezTo>
                        <a:pt x="1532" y="15909"/>
                        <a:pt x="1072" y="15780"/>
                        <a:pt x="1072" y="15780"/>
                      </a:cubicBezTo>
                      <a:cubicBezTo>
                        <a:pt x="1072" y="15392"/>
                        <a:pt x="1072" y="15392"/>
                        <a:pt x="1072" y="15392"/>
                      </a:cubicBezTo>
                      <a:cubicBezTo>
                        <a:pt x="919" y="15262"/>
                        <a:pt x="919" y="15262"/>
                        <a:pt x="919" y="15262"/>
                      </a:cubicBezTo>
                      <a:cubicBezTo>
                        <a:pt x="919" y="15262"/>
                        <a:pt x="613" y="15262"/>
                        <a:pt x="613" y="15392"/>
                      </a:cubicBezTo>
                      <a:cubicBezTo>
                        <a:pt x="613" y="15392"/>
                        <a:pt x="613" y="15521"/>
                        <a:pt x="613" y="15521"/>
                      </a:cubicBezTo>
                      <a:cubicBezTo>
                        <a:pt x="306" y="15392"/>
                        <a:pt x="306" y="15392"/>
                        <a:pt x="306" y="15392"/>
                      </a:cubicBezTo>
                      <a:cubicBezTo>
                        <a:pt x="306" y="15392"/>
                        <a:pt x="0" y="15004"/>
                        <a:pt x="0" y="14874"/>
                      </a:cubicBezTo>
                      <a:cubicBezTo>
                        <a:pt x="153" y="14874"/>
                        <a:pt x="306" y="14745"/>
                        <a:pt x="306" y="14616"/>
                      </a:cubicBezTo>
                      <a:cubicBezTo>
                        <a:pt x="460" y="14486"/>
                        <a:pt x="613" y="14228"/>
                        <a:pt x="613" y="14098"/>
                      </a:cubicBezTo>
                      <a:cubicBezTo>
                        <a:pt x="613" y="14098"/>
                        <a:pt x="613" y="13581"/>
                        <a:pt x="613" y="13581"/>
                      </a:cubicBezTo>
                      <a:cubicBezTo>
                        <a:pt x="613" y="13581"/>
                        <a:pt x="460" y="13451"/>
                        <a:pt x="613" y="13451"/>
                      </a:cubicBezTo>
                      <a:cubicBezTo>
                        <a:pt x="766" y="13451"/>
                        <a:pt x="613" y="13451"/>
                        <a:pt x="766" y="13451"/>
                      </a:cubicBezTo>
                      <a:cubicBezTo>
                        <a:pt x="919" y="13322"/>
                        <a:pt x="1379" y="13063"/>
                        <a:pt x="1379" y="13063"/>
                      </a:cubicBezTo>
                      <a:cubicBezTo>
                        <a:pt x="1379" y="12805"/>
                        <a:pt x="1379" y="12805"/>
                        <a:pt x="1379" y="12805"/>
                      </a:cubicBezTo>
                      <a:cubicBezTo>
                        <a:pt x="1379" y="12805"/>
                        <a:pt x="1226" y="12546"/>
                        <a:pt x="1226" y="12417"/>
                      </a:cubicBezTo>
                      <a:cubicBezTo>
                        <a:pt x="1226" y="12417"/>
                        <a:pt x="1226" y="12417"/>
                        <a:pt x="1226" y="12287"/>
                      </a:cubicBezTo>
                      <a:cubicBezTo>
                        <a:pt x="1226" y="12029"/>
                        <a:pt x="613" y="11511"/>
                        <a:pt x="613" y="11511"/>
                      </a:cubicBezTo>
                      <a:cubicBezTo>
                        <a:pt x="306" y="11511"/>
                        <a:pt x="306" y="11511"/>
                        <a:pt x="306" y="11511"/>
                      </a:cubicBezTo>
                      <a:cubicBezTo>
                        <a:pt x="306" y="11511"/>
                        <a:pt x="306" y="11382"/>
                        <a:pt x="306" y="11253"/>
                      </a:cubicBezTo>
                      <a:cubicBezTo>
                        <a:pt x="306" y="11253"/>
                        <a:pt x="306" y="10865"/>
                        <a:pt x="306" y="10865"/>
                      </a:cubicBezTo>
                      <a:cubicBezTo>
                        <a:pt x="460" y="10347"/>
                        <a:pt x="460" y="10347"/>
                        <a:pt x="460" y="10347"/>
                      </a:cubicBezTo>
                      <a:cubicBezTo>
                        <a:pt x="306" y="9442"/>
                        <a:pt x="306" y="9442"/>
                        <a:pt x="306" y="9442"/>
                      </a:cubicBezTo>
                      <a:cubicBezTo>
                        <a:pt x="306" y="8795"/>
                        <a:pt x="306" y="8795"/>
                        <a:pt x="306" y="8795"/>
                      </a:cubicBezTo>
                      <a:cubicBezTo>
                        <a:pt x="306" y="8795"/>
                        <a:pt x="306" y="8278"/>
                        <a:pt x="306" y="8149"/>
                      </a:cubicBezTo>
                      <a:cubicBezTo>
                        <a:pt x="306" y="8149"/>
                        <a:pt x="613" y="7631"/>
                        <a:pt x="613" y="7631"/>
                      </a:cubicBezTo>
                      <a:cubicBezTo>
                        <a:pt x="766" y="7372"/>
                        <a:pt x="766" y="7372"/>
                        <a:pt x="766" y="7372"/>
                      </a:cubicBezTo>
                      <a:cubicBezTo>
                        <a:pt x="919" y="7760"/>
                        <a:pt x="919" y="7760"/>
                        <a:pt x="919" y="7760"/>
                      </a:cubicBezTo>
                      <a:cubicBezTo>
                        <a:pt x="919" y="7760"/>
                        <a:pt x="766" y="7890"/>
                        <a:pt x="919" y="8019"/>
                      </a:cubicBezTo>
                      <a:cubicBezTo>
                        <a:pt x="1072" y="8019"/>
                        <a:pt x="1226" y="8019"/>
                        <a:pt x="1379" y="8019"/>
                      </a:cubicBezTo>
                      <a:cubicBezTo>
                        <a:pt x="1379" y="8019"/>
                        <a:pt x="1532" y="8149"/>
                        <a:pt x="1532" y="8149"/>
                      </a:cubicBezTo>
                      <a:cubicBezTo>
                        <a:pt x="1991" y="8407"/>
                        <a:pt x="1991" y="8407"/>
                        <a:pt x="1991" y="8407"/>
                      </a:cubicBezTo>
                      <a:cubicBezTo>
                        <a:pt x="2298" y="8666"/>
                        <a:pt x="2298" y="8666"/>
                        <a:pt x="2298" y="8666"/>
                      </a:cubicBezTo>
                      <a:cubicBezTo>
                        <a:pt x="2604" y="8795"/>
                        <a:pt x="2604" y="8795"/>
                        <a:pt x="2604" y="8795"/>
                      </a:cubicBezTo>
                      <a:cubicBezTo>
                        <a:pt x="2911" y="8795"/>
                        <a:pt x="2911" y="8795"/>
                        <a:pt x="2911" y="8795"/>
                      </a:cubicBezTo>
                      <a:cubicBezTo>
                        <a:pt x="3064" y="8666"/>
                        <a:pt x="3064" y="8666"/>
                        <a:pt x="3064" y="8666"/>
                      </a:cubicBezTo>
                      <a:cubicBezTo>
                        <a:pt x="3064" y="8666"/>
                        <a:pt x="3064" y="8537"/>
                        <a:pt x="3064" y="8537"/>
                      </a:cubicBezTo>
                      <a:cubicBezTo>
                        <a:pt x="3064" y="8537"/>
                        <a:pt x="2911" y="8278"/>
                        <a:pt x="2911" y="8278"/>
                      </a:cubicBezTo>
                      <a:cubicBezTo>
                        <a:pt x="2911" y="8149"/>
                        <a:pt x="2757" y="8019"/>
                        <a:pt x="2757" y="8019"/>
                      </a:cubicBezTo>
                      <a:cubicBezTo>
                        <a:pt x="3217" y="7760"/>
                        <a:pt x="3217" y="7760"/>
                        <a:pt x="3217" y="7760"/>
                      </a:cubicBezTo>
                      <a:cubicBezTo>
                        <a:pt x="3370" y="7502"/>
                        <a:pt x="3370" y="7502"/>
                        <a:pt x="3370" y="7502"/>
                      </a:cubicBezTo>
                      <a:cubicBezTo>
                        <a:pt x="3370" y="7502"/>
                        <a:pt x="3370" y="7372"/>
                        <a:pt x="3217" y="7372"/>
                      </a:cubicBezTo>
                      <a:cubicBezTo>
                        <a:pt x="3064" y="7372"/>
                        <a:pt x="2757" y="7372"/>
                        <a:pt x="2757" y="7372"/>
                      </a:cubicBezTo>
                      <a:cubicBezTo>
                        <a:pt x="2757" y="7372"/>
                        <a:pt x="2604" y="7243"/>
                        <a:pt x="2604" y="7243"/>
                      </a:cubicBezTo>
                      <a:cubicBezTo>
                        <a:pt x="2604" y="7243"/>
                        <a:pt x="2451" y="6984"/>
                        <a:pt x="2451" y="6984"/>
                      </a:cubicBezTo>
                      <a:cubicBezTo>
                        <a:pt x="2451" y="6984"/>
                        <a:pt x="2451" y="6726"/>
                        <a:pt x="2604" y="6726"/>
                      </a:cubicBezTo>
                      <a:cubicBezTo>
                        <a:pt x="2604" y="6596"/>
                        <a:pt x="2757" y="6208"/>
                        <a:pt x="2757" y="6208"/>
                      </a:cubicBezTo>
                      <a:cubicBezTo>
                        <a:pt x="2757" y="6208"/>
                        <a:pt x="2604" y="5950"/>
                        <a:pt x="2911" y="5950"/>
                      </a:cubicBezTo>
                      <a:cubicBezTo>
                        <a:pt x="3217" y="5950"/>
                        <a:pt x="3370" y="5950"/>
                        <a:pt x="3370" y="5950"/>
                      </a:cubicBezTo>
                      <a:cubicBezTo>
                        <a:pt x="3370" y="5950"/>
                        <a:pt x="3523" y="5691"/>
                        <a:pt x="3677" y="5691"/>
                      </a:cubicBezTo>
                      <a:cubicBezTo>
                        <a:pt x="3677" y="5691"/>
                        <a:pt x="3830" y="5562"/>
                        <a:pt x="3830" y="5691"/>
                      </a:cubicBezTo>
                      <a:cubicBezTo>
                        <a:pt x="3983" y="5691"/>
                        <a:pt x="3830" y="6079"/>
                        <a:pt x="3830" y="6079"/>
                      </a:cubicBezTo>
                      <a:cubicBezTo>
                        <a:pt x="3523" y="6338"/>
                        <a:pt x="3523" y="6338"/>
                        <a:pt x="3523" y="6338"/>
                      </a:cubicBezTo>
                      <a:cubicBezTo>
                        <a:pt x="3523" y="6338"/>
                        <a:pt x="3677" y="6467"/>
                        <a:pt x="3677" y="6596"/>
                      </a:cubicBezTo>
                      <a:cubicBezTo>
                        <a:pt x="3677" y="6726"/>
                        <a:pt x="3677" y="6855"/>
                        <a:pt x="3677" y="6855"/>
                      </a:cubicBezTo>
                      <a:cubicBezTo>
                        <a:pt x="3370" y="7243"/>
                        <a:pt x="3370" y="7243"/>
                        <a:pt x="3370" y="7243"/>
                      </a:cubicBezTo>
                      <a:cubicBezTo>
                        <a:pt x="3370" y="7243"/>
                        <a:pt x="3523" y="7243"/>
                        <a:pt x="3523" y="7243"/>
                      </a:cubicBezTo>
                      <a:cubicBezTo>
                        <a:pt x="3523" y="7372"/>
                        <a:pt x="3523" y="7502"/>
                        <a:pt x="3523" y="7502"/>
                      </a:cubicBezTo>
                      <a:cubicBezTo>
                        <a:pt x="3983" y="7372"/>
                        <a:pt x="3983" y="7372"/>
                        <a:pt x="3983" y="7372"/>
                      </a:cubicBezTo>
                      <a:cubicBezTo>
                        <a:pt x="3983" y="7372"/>
                        <a:pt x="3830" y="7243"/>
                        <a:pt x="3830" y="7243"/>
                      </a:cubicBezTo>
                      <a:cubicBezTo>
                        <a:pt x="3830" y="7243"/>
                        <a:pt x="3677" y="7114"/>
                        <a:pt x="3830" y="6984"/>
                      </a:cubicBezTo>
                      <a:cubicBezTo>
                        <a:pt x="3983" y="6855"/>
                        <a:pt x="3983" y="6726"/>
                        <a:pt x="4136" y="6726"/>
                      </a:cubicBezTo>
                      <a:cubicBezTo>
                        <a:pt x="4136" y="6596"/>
                        <a:pt x="4136" y="6596"/>
                        <a:pt x="4443" y="6596"/>
                      </a:cubicBezTo>
                      <a:cubicBezTo>
                        <a:pt x="4596" y="6596"/>
                        <a:pt x="4902" y="6855"/>
                        <a:pt x="4902" y="6855"/>
                      </a:cubicBezTo>
                      <a:cubicBezTo>
                        <a:pt x="4902" y="6855"/>
                        <a:pt x="5055" y="6984"/>
                        <a:pt x="4902" y="6984"/>
                      </a:cubicBezTo>
                      <a:cubicBezTo>
                        <a:pt x="4902" y="7114"/>
                        <a:pt x="4749" y="7243"/>
                        <a:pt x="4749" y="7243"/>
                      </a:cubicBezTo>
                      <a:cubicBezTo>
                        <a:pt x="5055" y="7631"/>
                        <a:pt x="5055" y="7631"/>
                        <a:pt x="5055" y="7631"/>
                      </a:cubicBezTo>
                      <a:cubicBezTo>
                        <a:pt x="5055" y="7631"/>
                        <a:pt x="4902" y="7631"/>
                        <a:pt x="4749" y="7760"/>
                      </a:cubicBezTo>
                      <a:cubicBezTo>
                        <a:pt x="4749" y="7760"/>
                        <a:pt x="4749" y="7890"/>
                        <a:pt x="4749" y="7890"/>
                      </a:cubicBezTo>
                      <a:cubicBezTo>
                        <a:pt x="4749" y="8019"/>
                        <a:pt x="4289" y="8149"/>
                        <a:pt x="4749" y="8149"/>
                      </a:cubicBezTo>
                      <a:cubicBezTo>
                        <a:pt x="5055" y="8149"/>
                        <a:pt x="5055" y="8149"/>
                        <a:pt x="5055" y="8019"/>
                      </a:cubicBezTo>
                      <a:cubicBezTo>
                        <a:pt x="5055" y="8019"/>
                        <a:pt x="5055" y="7760"/>
                        <a:pt x="5055" y="7760"/>
                      </a:cubicBezTo>
                      <a:cubicBezTo>
                        <a:pt x="5055" y="7760"/>
                        <a:pt x="5209" y="7760"/>
                        <a:pt x="5209" y="7760"/>
                      </a:cubicBezTo>
                      <a:cubicBezTo>
                        <a:pt x="5362" y="7760"/>
                        <a:pt x="5515" y="7760"/>
                        <a:pt x="5515" y="7760"/>
                      </a:cubicBezTo>
                      <a:cubicBezTo>
                        <a:pt x="5668" y="7890"/>
                        <a:pt x="5668" y="7890"/>
                        <a:pt x="5668" y="7890"/>
                      </a:cubicBezTo>
                      <a:cubicBezTo>
                        <a:pt x="5668" y="7890"/>
                        <a:pt x="5668" y="8019"/>
                        <a:pt x="5668" y="8149"/>
                      </a:cubicBezTo>
                      <a:cubicBezTo>
                        <a:pt x="5668" y="8149"/>
                        <a:pt x="5668" y="8278"/>
                        <a:pt x="5668" y="8278"/>
                      </a:cubicBezTo>
                      <a:cubicBezTo>
                        <a:pt x="5668" y="8278"/>
                        <a:pt x="5974" y="8537"/>
                        <a:pt x="5974" y="8407"/>
                      </a:cubicBezTo>
                      <a:cubicBezTo>
                        <a:pt x="5974" y="8278"/>
                        <a:pt x="6128" y="8407"/>
                        <a:pt x="5974" y="8149"/>
                      </a:cubicBezTo>
                      <a:cubicBezTo>
                        <a:pt x="5821" y="8019"/>
                        <a:pt x="5821" y="7760"/>
                        <a:pt x="5821" y="7760"/>
                      </a:cubicBezTo>
                      <a:cubicBezTo>
                        <a:pt x="5821" y="7760"/>
                        <a:pt x="5821" y="7760"/>
                        <a:pt x="5821" y="7631"/>
                      </a:cubicBezTo>
                      <a:cubicBezTo>
                        <a:pt x="5821" y="7631"/>
                        <a:pt x="5821" y="7502"/>
                        <a:pt x="5821" y="7502"/>
                      </a:cubicBezTo>
                      <a:cubicBezTo>
                        <a:pt x="5668" y="7372"/>
                        <a:pt x="5515" y="7372"/>
                        <a:pt x="5515" y="7243"/>
                      </a:cubicBezTo>
                      <a:cubicBezTo>
                        <a:pt x="5515" y="7243"/>
                        <a:pt x="5055" y="6855"/>
                        <a:pt x="5055" y="6855"/>
                      </a:cubicBezTo>
                      <a:cubicBezTo>
                        <a:pt x="5055" y="6855"/>
                        <a:pt x="5055" y="6726"/>
                        <a:pt x="5055" y="6596"/>
                      </a:cubicBezTo>
                      <a:cubicBezTo>
                        <a:pt x="5055" y="6338"/>
                        <a:pt x="5055" y="6208"/>
                        <a:pt x="5055" y="6079"/>
                      </a:cubicBezTo>
                      <a:cubicBezTo>
                        <a:pt x="5055" y="6079"/>
                        <a:pt x="5209" y="5820"/>
                        <a:pt x="5209" y="5820"/>
                      </a:cubicBezTo>
                      <a:cubicBezTo>
                        <a:pt x="5209" y="5820"/>
                        <a:pt x="5209" y="5562"/>
                        <a:pt x="5362" y="5432"/>
                      </a:cubicBezTo>
                      <a:cubicBezTo>
                        <a:pt x="5515" y="5432"/>
                        <a:pt x="5362" y="5303"/>
                        <a:pt x="5515" y="5303"/>
                      </a:cubicBezTo>
                      <a:cubicBezTo>
                        <a:pt x="5821" y="5174"/>
                        <a:pt x="5668" y="5174"/>
                        <a:pt x="5974" y="5174"/>
                      </a:cubicBezTo>
                      <a:cubicBezTo>
                        <a:pt x="6128" y="5174"/>
                        <a:pt x="6434" y="5303"/>
                        <a:pt x="6587" y="5303"/>
                      </a:cubicBezTo>
                      <a:cubicBezTo>
                        <a:pt x="6587" y="5303"/>
                        <a:pt x="7047" y="5432"/>
                        <a:pt x="7047" y="5432"/>
                      </a:cubicBezTo>
                      <a:cubicBezTo>
                        <a:pt x="7047" y="5432"/>
                        <a:pt x="7047" y="5303"/>
                        <a:pt x="7047" y="5303"/>
                      </a:cubicBezTo>
                      <a:cubicBezTo>
                        <a:pt x="7200" y="5303"/>
                        <a:pt x="7200" y="5044"/>
                        <a:pt x="7200" y="5174"/>
                      </a:cubicBezTo>
                      <a:cubicBezTo>
                        <a:pt x="7353" y="5174"/>
                        <a:pt x="7353" y="5303"/>
                        <a:pt x="7506" y="5174"/>
                      </a:cubicBezTo>
                      <a:cubicBezTo>
                        <a:pt x="7660" y="5044"/>
                        <a:pt x="7660" y="4915"/>
                        <a:pt x="7660" y="4915"/>
                      </a:cubicBezTo>
                      <a:cubicBezTo>
                        <a:pt x="7660" y="4915"/>
                        <a:pt x="7813" y="4915"/>
                        <a:pt x="7966" y="4786"/>
                      </a:cubicBezTo>
                      <a:cubicBezTo>
                        <a:pt x="7966" y="4786"/>
                        <a:pt x="7813" y="4656"/>
                        <a:pt x="7660" y="4656"/>
                      </a:cubicBezTo>
                      <a:cubicBezTo>
                        <a:pt x="7660" y="4656"/>
                        <a:pt x="7353" y="4656"/>
                        <a:pt x="7200" y="4786"/>
                      </a:cubicBezTo>
                      <a:cubicBezTo>
                        <a:pt x="7047" y="4786"/>
                        <a:pt x="7200" y="4786"/>
                        <a:pt x="6894" y="4786"/>
                      </a:cubicBezTo>
                      <a:cubicBezTo>
                        <a:pt x="6740" y="4915"/>
                        <a:pt x="6740" y="4915"/>
                        <a:pt x="6434" y="4915"/>
                      </a:cubicBezTo>
                      <a:cubicBezTo>
                        <a:pt x="6128" y="4915"/>
                        <a:pt x="6128" y="4915"/>
                        <a:pt x="5974" y="5044"/>
                      </a:cubicBezTo>
                      <a:cubicBezTo>
                        <a:pt x="5821" y="5174"/>
                        <a:pt x="5668" y="5174"/>
                        <a:pt x="5668" y="5174"/>
                      </a:cubicBezTo>
                      <a:cubicBezTo>
                        <a:pt x="5515" y="5174"/>
                        <a:pt x="5515" y="5174"/>
                        <a:pt x="5515" y="5174"/>
                      </a:cubicBezTo>
                      <a:cubicBezTo>
                        <a:pt x="5515" y="5174"/>
                        <a:pt x="5362" y="5174"/>
                        <a:pt x="5209" y="5174"/>
                      </a:cubicBezTo>
                      <a:cubicBezTo>
                        <a:pt x="5209" y="5174"/>
                        <a:pt x="5055" y="5044"/>
                        <a:pt x="5055" y="5044"/>
                      </a:cubicBezTo>
                      <a:cubicBezTo>
                        <a:pt x="5055" y="5044"/>
                        <a:pt x="5055" y="5044"/>
                        <a:pt x="4902" y="5044"/>
                      </a:cubicBezTo>
                      <a:cubicBezTo>
                        <a:pt x="4749" y="5044"/>
                        <a:pt x="4596" y="5174"/>
                        <a:pt x="4596" y="5174"/>
                      </a:cubicBezTo>
                      <a:cubicBezTo>
                        <a:pt x="4289" y="5174"/>
                        <a:pt x="4289" y="5174"/>
                        <a:pt x="4289" y="5174"/>
                      </a:cubicBezTo>
                      <a:cubicBezTo>
                        <a:pt x="4289" y="5174"/>
                        <a:pt x="4136" y="5174"/>
                        <a:pt x="3983" y="5174"/>
                      </a:cubicBezTo>
                      <a:cubicBezTo>
                        <a:pt x="3983" y="5303"/>
                        <a:pt x="3677" y="5303"/>
                        <a:pt x="3677" y="5303"/>
                      </a:cubicBezTo>
                      <a:cubicBezTo>
                        <a:pt x="3677" y="5303"/>
                        <a:pt x="3677" y="5303"/>
                        <a:pt x="3523" y="5303"/>
                      </a:cubicBezTo>
                      <a:cubicBezTo>
                        <a:pt x="3523" y="5432"/>
                        <a:pt x="3677" y="5432"/>
                        <a:pt x="3523" y="5562"/>
                      </a:cubicBezTo>
                      <a:cubicBezTo>
                        <a:pt x="3370" y="5562"/>
                        <a:pt x="3064" y="5562"/>
                        <a:pt x="3064" y="5562"/>
                      </a:cubicBezTo>
                      <a:cubicBezTo>
                        <a:pt x="2911" y="5691"/>
                        <a:pt x="2911" y="5691"/>
                        <a:pt x="2911" y="5691"/>
                      </a:cubicBezTo>
                      <a:cubicBezTo>
                        <a:pt x="2757" y="5950"/>
                        <a:pt x="2757" y="5950"/>
                        <a:pt x="2757" y="5950"/>
                      </a:cubicBezTo>
                      <a:cubicBezTo>
                        <a:pt x="2604" y="5950"/>
                        <a:pt x="2604" y="5950"/>
                        <a:pt x="2604" y="5950"/>
                      </a:cubicBezTo>
                      <a:cubicBezTo>
                        <a:pt x="2451" y="6338"/>
                        <a:pt x="2451" y="6338"/>
                        <a:pt x="2451" y="6338"/>
                      </a:cubicBezTo>
                      <a:cubicBezTo>
                        <a:pt x="2451" y="6467"/>
                        <a:pt x="2451" y="6467"/>
                        <a:pt x="2451" y="6467"/>
                      </a:cubicBezTo>
                      <a:cubicBezTo>
                        <a:pt x="2145" y="6726"/>
                        <a:pt x="2145" y="6726"/>
                        <a:pt x="2145" y="6726"/>
                      </a:cubicBezTo>
                      <a:cubicBezTo>
                        <a:pt x="1991" y="6855"/>
                        <a:pt x="1991" y="6855"/>
                        <a:pt x="1991" y="6855"/>
                      </a:cubicBezTo>
                      <a:cubicBezTo>
                        <a:pt x="1991" y="6855"/>
                        <a:pt x="1991" y="6855"/>
                        <a:pt x="2145" y="6984"/>
                      </a:cubicBezTo>
                      <a:cubicBezTo>
                        <a:pt x="2145" y="6984"/>
                        <a:pt x="2145" y="7114"/>
                        <a:pt x="2145" y="7114"/>
                      </a:cubicBezTo>
                      <a:cubicBezTo>
                        <a:pt x="1991" y="7243"/>
                        <a:pt x="1991" y="7243"/>
                        <a:pt x="1991" y="7243"/>
                      </a:cubicBezTo>
                      <a:cubicBezTo>
                        <a:pt x="2145" y="7502"/>
                        <a:pt x="2145" y="7502"/>
                        <a:pt x="2145" y="7502"/>
                      </a:cubicBezTo>
                      <a:cubicBezTo>
                        <a:pt x="2451" y="7372"/>
                        <a:pt x="2451" y="7372"/>
                        <a:pt x="2451" y="7372"/>
                      </a:cubicBezTo>
                      <a:cubicBezTo>
                        <a:pt x="2604" y="7631"/>
                        <a:pt x="2604" y="7631"/>
                        <a:pt x="2604" y="7631"/>
                      </a:cubicBezTo>
                      <a:cubicBezTo>
                        <a:pt x="2451" y="7890"/>
                        <a:pt x="2451" y="7890"/>
                        <a:pt x="2451" y="7890"/>
                      </a:cubicBezTo>
                      <a:cubicBezTo>
                        <a:pt x="2451" y="7890"/>
                        <a:pt x="2298" y="8019"/>
                        <a:pt x="2145" y="8019"/>
                      </a:cubicBezTo>
                      <a:cubicBezTo>
                        <a:pt x="2145" y="8019"/>
                        <a:pt x="1991" y="7890"/>
                        <a:pt x="1991" y="7890"/>
                      </a:cubicBezTo>
                      <a:cubicBezTo>
                        <a:pt x="1838" y="7631"/>
                        <a:pt x="1838" y="7631"/>
                        <a:pt x="1838" y="7631"/>
                      </a:cubicBezTo>
                      <a:cubicBezTo>
                        <a:pt x="1838" y="7502"/>
                        <a:pt x="1838" y="7502"/>
                        <a:pt x="1838" y="7502"/>
                      </a:cubicBezTo>
                      <a:cubicBezTo>
                        <a:pt x="1838" y="7372"/>
                        <a:pt x="1838" y="7372"/>
                        <a:pt x="1838" y="7372"/>
                      </a:cubicBezTo>
                      <a:cubicBezTo>
                        <a:pt x="1379" y="7502"/>
                        <a:pt x="1379" y="7502"/>
                        <a:pt x="1379" y="7502"/>
                      </a:cubicBezTo>
                      <a:cubicBezTo>
                        <a:pt x="1379" y="7372"/>
                        <a:pt x="1379" y="7372"/>
                        <a:pt x="1379" y="7372"/>
                      </a:cubicBezTo>
                      <a:cubicBezTo>
                        <a:pt x="1379" y="7372"/>
                        <a:pt x="1226" y="7243"/>
                        <a:pt x="1226" y="7243"/>
                      </a:cubicBezTo>
                      <a:cubicBezTo>
                        <a:pt x="1226" y="7114"/>
                        <a:pt x="1072" y="6984"/>
                        <a:pt x="1072" y="6984"/>
                      </a:cubicBezTo>
                      <a:cubicBezTo>
                        <a:pt x="766" y="6596"/>
                        <a:pt x="766" y="6596"/>
                        <a:pt x="766" y="6596"/>
                      </a:cubicBezTo>
                      <a:cubicBezTo>
                        <a:pt x="766" y="6596"/>
                        <a:pt x="766" y="6596"/>
                        <a:pt x="919" y="6596"/>
                      </a:cubicBezTo>
                      <a:cubicBezTo>
                        <a:pt x="919" y="6467"/>
                        <a:pt x="919" y="6467"/>
                        <a:pt x="1072" y="6338"/>
                      </a:cubicBezTo>
                      <a:cubicBezTo>
                        <a:pt x="1072" y="6208"/>
                        <a:pt x="1379" y="5950"/>
                        <a:pt x="1379" y="5950"/>
                      </a:cubicBezTo>
                      <a:cubicBezTo>
                        <a:pt x="1532" y="5562"/>
                        <a:pt x="1532" y="5562"/>
                        <a:pt x="1532" y="5562"/>
                      </a:cubicBezTo>
                      <a:cubicBezTo>
                        <a:pt x="1838" y="5303"/>
                        <a:pt x="1838" y="5303"/>
                        <a:pt x="1838" y="5303"/>
                      </a:cubicBezTo>
                      <a:cubicBezTo>
                        <a:pt x="1991" y="5044"/>
                        <a:pt x="1991" y="5044"/>
                        <a:pt x="1991" y="5044"/>
                      </a:cubicBezTo>
                      <a:cubicBezTo>
                        <a:pt x="2298" y="4656"/>
                        <a:pt x="2298" y="4656"/>
                        <a:pt x="2298" y="4656"/>
                      </a:cubicBezTo>
                      <a:cubicBezTo>
                        <a:pt x="2604" y="4398"/>
                        <a:pt x="2604" y="4398"/>
                        <a:pt x="2604" y="4398"/>
                      </a:cubicBezTo>
                      <a:cubicBezTo>
                        <a:pt x="3064" y="4398"/>
                        <a:pt x="3064" y="4398"/>
                        <a:pt x="3064" y="4398"/>
                      </a:cubicBezTo>
                      <a:cubicBezTo>
                        <a:pt x="3064" y="4398"/>
                        <a:pt x="3370" y="4527"/>
                        <a:pt x="3370" y="4527"/>
                      </a:cubicBezTo>
                      <a:cubicBezTo>
                        <a:pt x="3523" y="4398"/>
                        <a:pt x="3677" y="4268"/>
                        <a:pt x="3677" y="4268"/>
                      </a:cubicBezTo>
                      <a:cubicBezTo>
                        <a:pt x="4289" y="4139"/>
                        <a:pt x="4289" y="4139"/>
                        <a:pt x="4289" y="4139"/>
                      </a:cubicBezTo>
                      <a:cubicBezTo>
                        <a:pt x="4443" y="4139"/>
                        <a:pt x="4443" y="4139"/>
                        <a:pt x="4443" y="4139"/>
                      </a:cubicBezTo>
                      <a:cubicBezTo>
                        <a:pt x="4902" y="4268"/>
                        <a:pt x="4902" y="4268"/>
                        <a:pt x="4902" y="4268"/>
                      </a:cubicBezTo>
                      <a:cubicBezTo>
                        <a:pt x="5209" y="4268"/>
                        <a:pt x="5209" y="4268"/>
                        <a:pt x="5209" y="4268"/>
                      </a:cubicBezTo>
                      <a:cubicBezTo>
                        <a:pt x="5821" y="4268"/>
                        <a:pt x="5821" y="4268"/>
                        <a:pt x="5821" y="4268"/>
                      </a:cubicBezTo>
                      <a:close/>
                      <a:moveTo>
                        <a:pt x="2451" y="17978"/>
                      </a:moveTo>
                      <a:cubicBezTo>
                        <a:pt x="2451" y="17978"/>
                        <a:pt x="2451" y="17978"/>
                        <a:pt x="2451" y="17978"/>
                      </a:cubicBezTo>
                      <a:cubicBezTo>
                        <a:pt x="2451" y="17978"/>
                        <a:pt x="2145" y="17849"/>
                        <a:pt x="2145" y="17849"/>
                      </a:cubicBezTo>
                      <a:cubicBezTo>
                        <a:pt x="2145" y="17978"/>
                        <a:pt x="1991" y="18108"/>
                        <a:pt x="1991" y="18108"/>
                      </a:cubicBezTo>
                      <a:cubicBezTo>
                        <a:pt x="1838" y="18496"/>
                        <a:pt x="1838" y="18496"/>
                        <a:pt x="1838" y="18496"/>
                      </a:cubicBezTo>
                      <a:cubicBezTo>
                        <a:pt x="1685" y="18625"/>
                        <a:pt x="1685" y="18625"/>
                        <a:pt x="1685" y="18625"/>
                      </a:cubicBezTo>
                      <a:cubicBezTo>
                        <a:pt x="1685" y="18884"/>
                        <a:pt x="1685" y="18884"/>
                        <a:pt x="1685" y="18884"/>
                      </a:cubicBezTo>
                      <a:cubicBezTo>
                        <a:pt x="1226" y="19013"/>
                        <a:pt x="1226" y="19013"/>
                        <a:pt x="1226" y="19013"/>
                      </a:cubicBezTo>
                      <a:cubicBezTo>
                        <a:pt x="1226" y="19013"/>
                        <a:pt x="1226" y="19143"/>
                        <a:pt x="1379" y="19143"/>
                      </a:cubicBezTo>
                      <a:cubicBezTo>
                        <a:pt x="1532" y="19143"/>
                        <a:pt x="1685" y="19143"/>
                        <a:pt x="1685" y="19143"/>
                      </a:cubicBezTo>
                      <a:cubicBezTo>
                        <a:pt x="1685" y="19013"/>
                        <a:pt x="1838" y="18884"/>
                        <a:pt x="1838" y="18884"/>
                      </a:cubicBezTo>
                      <a:cubicBezTo>
                        <a:pt x="1838" y="18884"/>
                        <a:pt x="1991" y="18754"/>
                        <a:pt x="1991" y="18754"/>
                      </a:cubicBezTo>
                      <a:cubicBezTo>
                        <a:pt x="2145" y="18754"/>
                        <a:pt x="2451" y="18754"/>
                        <a:pt x="2451" y="18625"/>
                      </a:cubicBezTo>
                      <a:cubicBezTo>
                        <a:pt x="2451" y="18496"/>
                        <a:pt x="2451" y="18366"/>
                        <a:pt x="2451" y="18366"/>
                      </a:cubicBezTo>
                      <a:cubicBezTo>
                        <a:pt x="2451" y="18237"/>
                        <a:pt x="2451" y="18237"/>
                        <a:pt x="2451" y="18237"/>
                      </a:cubicBezTo>
                      <a:cubicBezTo>
                        <a:pt x="2451" y="17978"/>
                        <a:pt x="2451" y="17978"/>
                        <a:pt x="2451" y="17978"/>
                      </a:cubicBezTo>
                      <a:close/>
                      <a:moveTo>
                        <a:pt x="10417" y="14486"/>
                      </a:moveTo>
                      <a:cubicBezTo>
                        <a:pt x="10417" y="14486"/>
                        <a:pt x="10417" y="14486"/>
                        <a:pt x="10417" y="14486"/>
                      </a:cubicBezTo>
                      <a:cubicBezTo>
                        <a:pt x="10417" y="14486"/>
                        <a:pt x="10417" y="14486"/>
                        <a:pt x="10417" y="14486"/>
                      </a:cubicBezTo>
                      <a:cubicBezTo>
                        <a:pt x="10417" y="14486"/>
                        <a:pt x="10570" y="14357"/>
                        <a:pt x="10570" y="14357"/>
                      </a:cubicBezTo>
                      <a:cubicBezTo>
                        <a:pt x="10570" y="14228"/>
                        <a:pt x="10417" y="14098"/>
                        <a:pt x="10417" y="14098"/>
                      </a:cubicBezTo>
                      <a:cubicBezTo>
                        <a:pt x="10417" y="13969"/>
                        <a:pt x="10570" y="13969"/>
                        <a:pt x="10570" y="13969"/>
                      </a:cubicBezTo>
                      <a:cubicBezTo>
                        <a:pt x="10570" y="13969"/>
                        <a:pt x="10570" y="13840"/>
                        <a:pt x="10570" y="13840"/>
                      </a:cubicBezTo>
                      <a:cubicBezTo>
                        <a:pt x="10570" y="13840"/>
                        <a:pt x="10417" y="13840"/>
                        <a:pt x="10417" y="13840"/>
                      </a:cubicBezTo>
                      <a:cubicBezTo>
                        <a:pt x="10264" y="13840"/>
                        <a:pt x="10264" y="13969"/>
                        <a:pt x="10264" y="13969"/>
                      </a:cubicBezTo>
                      <a:cubicBezTo>
                        <a:pt x="10264" y="13969"/>
                        <a:pt x="10264" y="14098"/>
                        <a:pt x="10264" y="14098"/>
                      </a:cubicBezTo>
                      <a:cubicBezTo>
                        <a:pt x="10264" y="14098"/>
                        <a:pt x="10264" y="14228"/>
                        <a:pt x="10264" y="14228"/>
                      </a:cubicBezTo>
                      <a:cubicBezTo>
                        <a:pt x="10264" y="14228"/>
                        <a:pt x="10417" y="14486"/>
                        <a:pt x="10417" y="14486"/>
                      </a:cubicBezTo>
                      <a:close/>
                      <a:moveTo>
                        <a:pt x="14553" y="17978"/>
                      </a:moveTo>
                      <a:cubicBezTo>
                        <a:pt x="14553" y="17978"/>
                        <a:pt x="14553" y="17978"/>
                        <a:pt x="14553" y="17978"/>
                      </a:cubicBezTo>
                      <a:cubicBezTo>
                        <a:pt x="14706" y="17849"/>
                        <a:pt x="14706" y="17849"/>
                        <a:pt x="14706" y="17849"/>
                      </a:cubicBezTo>
                      <a:cubicBezTo>
                        <a:pt x="14860" y="17978"/>
                        <a:pt x="14860" y="17978"/>
                        <a:pt x="14860" y="17978"/>
                      </a:cubicBezTo>
                      <a:cubicBezTo>
                        <a:pt x="14860" y="17978"/>
                        <a:pt x="14706" y="18108"/>
                        <a:pt x="14706" y="18108"/>
                      </a:cubicBezTo>
                      <a:cubicBezTo>
                        <a:pt x="14706" y="18108"/>
                        <a:pt x="14553" y="17978"/>
                        <a:pt x="14553" y="17978"/>
                      </a:cubicBezTo>
                      <a:cubicBezTo>
                        <a:pt x="14553" y="17978"/>
                        <a:pt x="14553" y="17978"/>
                        <a:pt x="14553" y="17978"/>
                      </a:cubicBezTo>
                      <a:close/>
                      <a:moveTo>
                        <a:pt x="16238" y="19660"/>
                      </a:moveTo>
                      <a:cubicBezTo>
                        <a:pt x="16238" y="19660"/>
                        <a:pt x="16238" y="19660"/>
                        <a:pt x="16238" y="19660"/>
                      </a:cubicBezTo>
                      <a:cubicBezTo>
                        <a:pt x="16391" y="19660"/>
                        <a:pt x="16391" y="19660"/>
                        <a:pt x="16391" y="19660"/>
                      </a:cubicBezTo>
                      <a:cubicBezTo>
                        <a:pt x="16391" y="19789"/>
                        <a:pt x="16391" y="19789"/>
                        <a:pt x="16391" y="19789"/>
                      </a:cubicBezTo>
                      <a:cubicBezTo>
                        <a:pt x="16238" y="19919"/>
                        <a:pt x="16238" y="19919"/>
                        <a:pt x="16238" y="19919"/>
                      </a:cubicBezTo>
                      <a:cubicBezTo>
                        <a:pt x="16238" y="19789"/>
                        <a:pt x="16238" y="19789"/>
                        <a:pt x="16238" y="19789"/>
                      </a:cubicBezTo>
                      <a:cubicBezTo>
                        <a:pt x="16238" y="19660"/>
                        <a:pt x="16238" y="19660"/>
                        <a:pt x="16238" y="19660"/>
                      </a:cubicBezTo>
                      <a:close/>
                      <a:moveTo>
                        <a:pt x="15779" y="19401"/>
                      </a:moveTo>
                      <a:cubicBezTo>
                        <a:pt x="15779" y="19401"/>
                        <a:pt x="15779" y="19401"/>
                        <a:pt x="15779" y="19401"/>
                      </a:cubicBezTo>
                      <a:cubicBezTo>
                        <a:pt x="15626" y="19272"/>
                        <a:pt x="15626" y="19272"/>
                        <a:pt x="15626" y="19272"/>
                      </a:cubicBezTo>
                      <a:cubicBezTo>
                        <a:pt x="15932" y="19272"/>
                        <a:pt x="15932" y="19272"/>
                        <a:pt x="15932" y="19272"/>
                      </a:cubicBezTo>
                      <a:cubicBezTo>
                        <a:pt x="15932" y="19272"/>
                        <a:pt x="15932" y="19272"/>
                        <a:pt x="16085" y="19272"/>
                      </a:cubicBezTo>
                      <a:cubicBezTo>
                        <a:pt x="16085" y="19272"/>
                        <a:pt x="16238" y="19401"/>
                        <a:pt x="16238" y="19401"/>
                      </a:cubicBezTo>
                      <a:cubicBezTo>
                        <a:pt x="16238" y="19401"/>
                        <a:pt x="16238" y="19401"/>
                        <a:pt x="16238" y="19401"/>
                      </a:cubicBezTo>
                      <a:cubicBezTo>
                        <a:pt x="16085" y="19401"/>
                        <a:pt x="16085" y="19531"/>
                        <a:pt x="16085" y="19531"/>
                      </a:cubicBezTo>
                      <a:cubicBezTo>
                        <a:pt x="15932" y="19531"/>
                        <a:pt x="15779" y="19401"/>
                        <a:pt x="15779" y="19401"/>
                      </a:cubicBezTo>
                      <a:close/>
                      <a:moveTo>
                        <a:pt x="16545" y="19401"/>
                      </a:moveTo>
                      <a:cubicBezTo>
                        <a:pt x="16545" y="19401"/>
                        <a:pt x="16545" y="19401"/>
                        <a:pt x="16545" y="19401"/>
                      </a:cubicBezTo>
                      <a:cubicBezTo>
                        <a:pt x="16391" y="19143"/>
                        <a:pt x="16391" y="19143"/>
                        <a:pt x="16391" y="19143"/>
                      </a:cubicBezTo>
                      <a:cubicBezTo>
                        <a:pt x="16545" y="19013"/>
                        <a:pt x="16545" y="19013"/>
                        <a:pt x="16545" y="19013"/>
                      </a:cubicBezTo>
                      <a:cubicBezTo>
                        <a:pt x="16545" y="19013"/>
                        <a:pt x="16698" y="19143"/>
                        <a:pt x="16698" y="19143"/>
                      </a:cubicBezTo>
                      <a:cubicBezTo>
                        <a:pt x="16698" y="19143"/>
                        <a:pt x="16545" y="19272"/>
                        <a:pt x="16545" y="19272"/>
                      </a:cubicBezTo>
                      <a:cubicBezTo>
                        <a:pt x="16545" y="19401"/>
                        <a:pt x="16545" y="19401"/>
                        <a:pt x="16545" y="19401"/>
                      </a:cubicBezTo>
                      <a:close/>
                      <a:moveTo>
                        <a:pt x="19762" y="18625"/>
                      </a:moveTo>
                      <a:cubicBezTo>
                        <a:pt x="19762" y="18625"/>
                        <a:pt x="19762" y="18625"/>
                        <a:pt x="19762" y="18625"/>
                      </a:cubicBezTo>
                      <a:cubicBezTo>
                        <a:pt x="19609" y="18496"/>
                        <a:pt x="19609" y="18496"/>
                        <a:pt x="19609" y="18496"/>
                      </a:cubicBezTo>
                      <a:cubicBezTo>
                        <a:pt x="19609" y="18496"/>
                        <a:pt x="19762" y="18366"/>
                        <a:pt x="19762" y="18366"/>
                      </a:cubicBezTo>
                      <a:cubicBezTo>
                        <a:pt x="19915" y="18366"/>
                        <a:pt x="20068" y="18366"/>
                        <a:pt x="20068" y="18366"/>
                      </a:cubicBezTo>
                      <a:cubicBezTo>
                        <a:pt x="19762" y="18625"/>
                        <a:pt x="19762" y="18625"/>
                        <a:pt x="19762" y="18625"/>
                      </a:cubicBezTo>
                      <a:close/>
                      <a:moveTo>
                        <a:pt x="19455" y="18754"/>
                      </a:moveTo>
                      <a:cubicBezTo>
                        <a:pt x="19455" y="18754"/>
                        <a:pt x="19455" y="18754"/>
                        <a:pt x="19455" y="18754"/>
                      </a:cubicBezTo>
                      <a:cubicBezTo>
                        <a:pt x="19455" y="18366"/>
                        <a:pt x="19455" y="18366"/>
                        <a:pt x="19455" y="18366"/>
                      </a:cubicBezTo>
                      <a:cubicBezTo>
                        <a:pt x="19609" y="18237"/>
                        <a:pt x="19609" y="18237"/>
                        <a:pt x="19609" y="18237"/>
                      </a:cubicBezTo>
                      <a:cubicBezTo>
                        <a:pt x="19455" y="18108"/>
                        <a:pt x="19455" y="18108"/>
                        <a:pt x="19455" y="18108"/>
                      </a:cubicBezTo>
                      <a:cubicBezTo>
                        <a:pt x="19302" y="18108"/>
                        <a:pt x="19302" y="18108"/>
                        <a:pt x="19302" y="18108"/>
                      </a:cubicBezTo>
                      <a:cubicBezTo>
                        <a:pt x="19302" y="18108"/>
                        <a:pt x="19149" y="17849"/>
                        <a:pt x="19149" y="17849"/>
                      </a:cubicBezTo>
                      <a:cubicBezTo>
                        <a:pt x="19149" y="17849"/>
                        <a:pt x="18996" y="17849"/>
                        <a:pt x="18996" y="17849"/>
                      </a:cubicBezTo>
                      <a:cubicBezTo>
                        <a:pt x="18996" y="17849"/>
                        <a:pt x="18843" y="17849"/>
                        <a:pt x="18843" y="17849"/>
                      </a:cubicBezTo>
                      <a:cubicBezTo>
                        <a:pt x="18843" y="17849"/>
                        <a:pt x="18996" y="17720"/>
                        <a:pt x="18996" y="17720"/>
                      </a:cubicBezTo>
                      <a:cubicBezTo>
                        <a:pt x="18996" y="17720"/>
                        <a:pt x="18996" y="17720"/>
                        <a:pt x="19149" y="17720"/>
                      </a:cubicBezTo>
                      <a:cubicBezTo>
                        <a:pt x="19302" y="17590"/>
                        <a:pt x="19302" y="17590"/>
                        <a:pt x="19302" y="17590"/>
                      </a:cubicBezTo>
                      <a:cubicBezTo>
                        <a:pt x="19302" y="17590"/>
                        <a:pt x="19609" y="17202"/>
                        <a:pt x="19915" y="17202"/>
                      </a:cubicBezTo>
                      <a:cubicBezTo>
                        <a:pt x="20068" y="17202"/>
                        <a:pt x="20374" y="17202"/>
                        <a:pt x="20374" y="17202"/>
                      </a:cubicBezTo>
                      <a:cubicBezTo>
                        <a:pt x="20681" y="16944"/>
                        <a:pt x="20681" y="16944"/>
                        <a:pt x="20681" y="16944"/>
                      </a:cubicBezTo>
                      <a:cubicBezTo>
                        <a:pt x="20681" y="16944"/>
                        <a:pt x="20681" y="16814"/>
                        <a:pt x="20681" y="16814"/>
                      </a:cubicBezTo>
                      <a:cubicBezTo>
                        <a:pt x="20834" y="16814"/>
                        <a:pt x="20681" y="16556"/>
                        <a:pt x="20681" y="16556"/>
                      </a:cubicBezTo>
                      <a:cubicBezTo>
                        <a:pt x="20681" y="16297"/>
                        <a:pt x="20681" y="16297"/>
                        <a:pt x="20681" y="16297"/>
                      </a:cubicBezTo>
                      <a:cubicBezTo>
                        <a:pt x="20681" y="16297"/>
                        <a:pt x="20221" y="16038"/>
                        <a:pt x="20221" y="16038"/>
                      </a:cubicBezTo>
                      <a:cubicBezTo>
                        <a:pt x="20221" y="16038"/>
                        <a:pt x="19609" y="15780"/>
                        <a:pt x="19609" y="15780"/>
                      </a:cubicBezTo>
                      <a:cubicBezTo>
                        <a:pt x="19609" y="15780"/>
                        <a:pt x="19609" y="15521"/>
                        <a:pt x="19455" y="15521"/>
                      </a:cubicBezTo>
                      <a:cubicBezTo>
                        <a:pt x="19455" y="15521"/>
                        <a:pt x="19609" y="15262"/>
                        <a:pt x="19609" y="15262"/>
                      </a:cubicBezTo>
                      <a:cubicBezTo>
                        <a:pt x="19609" y="15262"/>
                        <a:pt x="19915" y="14874"/>
                        <a:pt x="20221" y="14745"/>
                      </a:cubicBezTo>
                      <a:cubicBezTo>
                        <a:pt x="20374" y="14616"/>
                        <a:pt x="20528" y="14616"/>
                        <a:pt x="20528" y="14616"/>
                      </a:cubicBezTo>
                      <a:cubicBezTo>
                        <a:pt x="20681" y="14616"/>
                        <a:pt x="20834" y="14745"/>
                        <a:pt x="20987" y="14874"/>
                      </a:cubicBezTo>
                      <a:cubicBezTo>
                        <a:pt x="20987" y="14874"/>
                        <a:pt x="21140" y="14874"/>
                        <a:pt x="21294" y="14874"/>
                      </a:cubicBezTo>
                      <a:cubicBezTo>
                        <a:pt x="21447" y="14874"/>
                        <a:pt x="21600" y="14874"/>
                        <a:pt x="21600" y="14874"/>
                      </a:cubicBezTo>
                      <a:cubicBezTo>
                        <a:pt x="21600" y="14874"/>
                        <a:pt x="21600" y="14616"/>
                        <a:pt x="21600" y="14486"/>
                      </a:cubicBezTo>
                      <a:cubicBezTo>
                        <a:pt x="21600" y="14357"/>
                        <a:pt x="21600" y="14486"/>
                        <a:pt x="21447" y="14357"/>
                      </a:cubicBezTo>
                      <a:cubicBezTo>
                        <a:pt x="21447" y="14357"/>
                        <a:pt x="21294" y="14228"/>
                        <a:pt x="21294" y="14228"/>
                      </a:cubicBezTo>
                      <a:cubicBezTo>
                        <a:pt x="21294" y="14228"/>
                        <a:pt x="21294" y="14098"/>
                        <a:pt x="21294" y="14098"/>
                      </a:cubicBezTo>
                      <a:cubicBezTo>
                        <a:pt x="21294" y="14098"/>
                        <a:pt x="21294" y="13969"/>
                        <a:pt x="21294" y="13840"/>
                      </a:cubicBezTo>
                      <a:cubicBezTo>
                        <a:pt x="21294" y="13840"/>
                        <a:pt x="21294" y="13451"/>
                        <a:pt x="21294" y="13451"/>
                      </a:cubicBezTo>
                      <a:cubicBezTo>
                        <a:pt x="21294" y="13322"/>
                        <a:pt x="21140" y="13063"/>
                        <a:pt x="21140" y="13063"/>
                      </a:cubicBezTo>
                      <a:cubicBezTo>
                        <a:pt x="21140" y="12934"/>
                        <a:pt x="20987" y="12805"/>
                        <a:pt x="20987" y="12805"/>
                      </a:cubicBezTo>
                      <a:cubicBezTo>
                        <a:pt x="20834" y="12546"/>
                        <a:pt x="20834" y="12546"/>
                        <a:pt x="20834" y="12546"/>
                      </a:cubicBezTo>
                      <a:cubicBezTo>
                        <a:pt x="20834" y="12546"/>
                        <a:pt x="20834" y="12546"/>
                        <a:pt x="20834" y="12417"/>
                      </a:cubicBezTo>
                      <a:cubicBezTo>
                        <a:pt x="20834" y="12158"/>
                        <a:pt x="20987" y="11899"/>
                        <a:pt x="20987" y="11899"/>
                      </a:cubicBezTo>
                      <a:cubicBezTo>
                        <a:pt x="21140" y="11770"/>
                        <a:pt x="21140" y="11511"/>
                        <a:pt x="21140" y="11511"/>
                      </a:cubicBezTo>
                      <a:cubicBezTo>
                        <a:pt x="20987" y="11382"/>
                        <a:pt x="20987" y="11382"/>
                        <a:pt x="20987" y="11382"/>
                      </a:cubicBezTo>
                      <a:cubicBezTo>
                        <a:pt x="20987" y="11382"/>
                        <a:pt x="20374" y="11253"/>
                        <a:pt x="20374" y="11253"/>
                      </a:cubicBezTo>
                      <a:cubicBezTo>
                        <a:pt x="20374" y="11253"/>
                        <a:pt x="20221" y="11123"/>
                        <a:pt x="20221" y="11123"/>
                      </a:cubicBezTo>
                      <a:cubicBezTo>
                        <a:pt x="20221" y="10994"/>
                        <a:pt x="20068" y="10994"/>
                        <a:pt x="20068" y="10994"/>
                      </a:cubicBezTo>
                      <a:cubicBezTo>
                        <a:pt x="20068" y="10994"/>
                        <a:pt x="19455" y="11123"/>
                        <a:pt x="19455" y="11123"/>
                      </a:cubicBezTo>
                      <a:cubicBezTo>
                        <a:pt x="19455" y="11123"/>
                        <a:pt x="19149" y="11253"/>
                        <a:pt x="18996" y="11382"/>
                      </a:cubicBezTo>
                      <a:cubicBezTo>
                        <a:pt x="18689" y="11382"/>
                        <a:pt x="18689" y="11382"/>
                        <a:pt x="18536" y="11511"/>
                      </a:cubicBezTo>
                      <a:cubicBezTo>
                        <a:pt x="18230" y="11641"/>
                        <a:pt x="18230" y="11770"/>
                        <a:pt x="18077" y="11899"/>
                      </a:cubicBezTo>
                      <a:cubicBezTo>
                        <a:pt x="17923" y="11899"/>
                        <a:pt x="17770" y="12158"/>
                        <a:pt x="17770" y="12158"/>
                      </a:cubicBezTo>
                      <a:cubicBezTo>
                        <a:pt x="17617" y="12287"/>
                        <a:pt x="17617" y="12287"/>
                        <a:pt x="17770" y="12417"/>
                      </a:cubicBezTo>
                      <a:cubicBezTo>
                        <a:pt x="17770" y="12546"/>
                        <a:pt x="17923" y="12417"/>
                        <a:pt x="17923" y="12417"/>
                      </a:cubicBezTo>
                      <a:cubicBezTo>
                        <a:pt x="17923" y="12417"/>
                        <a:pt x="18077" y="12417"/>
                        <a:pt x="18230" y="12417"/>
                      </a:cubicBezTo>
                      <a:cubicBezTo>
                        <a:pt x="18383" y="12417"/>
                        <a:pt x="18383" y="12546"/>
                        <a:pt x="18230" y="12546"/>
                      </a:cubicBezTo>
                      <a:cubicBezTo>
                        <a:pt x="18230" y="12546"/>
                        <a:pt x="18230" y="12675"/>
                        <a:pt x="18230" y="12675"/>
                      </a:cubicBezTo>
                      <a:cubicBezTo>
                        <a:pt x="18230" y="12675"/>
                        <a:pt x="18230" y="12675"/>
                        <a:pt x="18077" y="12805"/>
                      </a:cubicBezTo>
                      <a:cubicBezTo>
                        <a:pt x="18077" y="12805"/>
                        <a:pt x="18077" y="12934"/>
                        <a:pt x="18077" y="13063"/>
                      </a:cubicBezTo>
                      <a:cubicBezTo>
                        <a:pt x="18077" y="13193"/>
                        <a:pt x="17923" y="13193"/>
                        <a:pt x="17923" y="13193"/>
                      </a:cubicBezTo>
                      <a:cubicBezTo>
                        <a:pt x="17770" y="13322"/>
                        <a:pt x="17770" y="13322"/>
                        <a:pt x="17617" y="13451"/>
                      </a:cubicBezTo>
                      <a:cubicBezTo>
                        <a:pt x="17464" y="13451"/>
                        <a:pt x="17464" y="13581"/>
                        <a:pt x="17464" y="13581"/>
                      </a:cubicBezTo>
                      <a:cubicBezTo>
                        <a:pt x="17464" y="13710"/>
                        <a:pt x="17464" y="13710"/>
                        <a:pt x="17617" y="13840"/>
                      </a:cubicBezTo>
                      <a:cubicBezTo>
                        <a:pt x="17617" y="13969"/>
                        <a:pt x="17617" y="13969"/>
                        <a:pt x="17617" y="13969"/>
                      </a:cubicBezTo>
                      <a:cubicBezTo>
                        <a:pt x="17617" y="14098"/>
                        <a:pt x="17464" y="14228"/>
                        <a:pt x="17464" y="14098"/>
                      </a:cubicBezTo>
                      <a:cubicBezTo>
                        <a:pt x="17464" y="14098"/>
                        <a:pt x="17464" y="13969"/>
                        <a:pt x="17464" y="13969"/>
                      </a:cubicBezTo>
                      <a:cubicBezTo>
                        <a:pt x="17004" y="13969"/>
                        <a:pt x="17004" y="13969"/>
                        <a:pt x="17004" y="13969"/>
                      </a:cubicBezTo>
                      <a:cubicBezTo>
                        <a:pt x="17004" y="13969"/>
                        <a:pt x="17004" y="13969"/>
                        <a:pt x="16851" y="13969"/>
                      </a:cubicBezTo>
                      <a:cubicBezTo>
                        <a:pt x="16851" y="13969"/>
                        <a:pt x="17157" y="13710"/>
                        <a:pt x="17157" y="13710"/>
                      </a:cubicBezTo>
                      <a:cubicBezTo>
                        <a:pt x="17311" y="13581"/>
                        <a:pt x="17311" y="13581"/>
                        <a:pt x="17311" y="13581"/>
                      </a:cubicBezTo>
                      <a:cubicBezTo>
                        <a:pt x="17311" y="13451"/>
                        <a:pt x="17311" y="13451"/>
                        <a:pt x="17311" y="13451"/>
                      </a:cubicBezTo>
                      <a:cubicBezTo>
                        <a:pt x="16851" y="13451"/>
                        <a:pt x="16851" y="13451"/>
                        <a:pt x="16851" y="13451"/>
                      </a:cubicBezTo>
                      <a:cubicBezTo>
                        <a:pt x="16698" y="13451"/>
                        <a:pt x="16698" y="13451"/>
                        <a:pt x="16698" y="13451"/>
                      </a:cubicBezTo>
                      <a:cubicBezTo>
                        <a:pt x="16851" y="13322"/>
                        <a:pt x="16851" y="13322"/>
                        <a:pt x="16851" y="13322"/>
                      </a:cubicBezTo>
                      <a:cubicBezTo>
                        <a:pt x="16851" y="13063"/>
                        <a:pt x="16851" y="13063"/>
                        <a:pt x="16851" y="13063"/>
                      </a:cubicBezTo>
                      <a:cubicBezTo>
                        <a:pt x="17004" y="12805"/>
                        <a:pt x="17004" y="12805"/>
                        <a:pt x="17004" y="12805"/>
                      </a:cubicBezTo>
                      <a:cubicBezTo>
                        <a:pt x="17004" y="12805"/>
                        <a:pt x="17004" y="12546"/>
                        <a:pt x="17157" y="12546"/>
                      </a:cubicBezTo>
                      <a:cubicBezTo>
                        <a:pt x="17157" y="12546"/>
                        <a:pt x="17311" y="12417"/>
                        <a:pt x="17311" y="12287"/>
                      </a:cubicBezTo>
                      <a:cubicBezTo>
                        <a:pt x="17464" y="12287"/>
                        <a:pt x="17311" y="12158"/>
                        <a:pt x="17311" y="12158"/>
                      </a:cubicBezTo>
                      <a:cubicBezTo>
                        <a:pt x="17004" y="12158"/>
                        <a:pt x="17004" y="12158"/>
                        <a:pt x="17004" y="12158"/>
                      </a:cubicBezTo>
                      <a:cubicBezTo>
                        <a:pt x="16698" y="12287"/>
                        <a:pt x="16698" y="12287"/>
                        <a:pt x="16698" y="12287"/>
                      </a:cubicBezTo>
                      <a:cubicBezTo>
                        <a:pt x="16698" y="12287"/>
                        <a:pt x="16238" y="12417"/>
                        <a:pt x="16085" y="12417"/>
                      </a:cubicBezTo>
                      <a:cubicBezTo>
                        <a:pt x="15932" y="12417"/>
                        <a:pt x="16085" y="12417"/>
                        <a:pt x="15932" y="12417"/>
                      </a:cubicBezTo>
                      <a:cubicBezTo>
                        <a:pt x="15932" y="12287"/>
                        <a:pt x="15779" y="12287"/>
                        <a:pt x="15779" y="12287"/>
                      </a:cubicBezTo>
                      <a:cubicBezTo>
                        <a:pt x="15779" y="12287"/>
                        <a:pt x="15472" y="12287"/>
                        <a:pt x="15472" y="12287"/>
                      </a:cubicBezTo>
                      <a:cubicBezTo>
                        <a:pt x="15319" y="12287"/>
                        <a:pt x="15319" y="12417"/>
                        <a:pt x="15319" y="12417"/>
                      </a:cubicBezTo>
                      <a:cubicBezTo>
                        <a:pt x="15319" y="12417"/>
                        <a:pt x="15779" y="12546"/>
                        <a:pt x="15932" y="12675"/>
                      </a:cubicBezTo>
                      <a:cubicBezTo>
                        <a:pt x="15932" y="12675"/>
                        <a:pt x="16085" y="12675"/>
                        <a:pt x="16085" y="12675"/>
                      </a:cubicBezTo>
                      <a:cubicBezTo>
                        <a:pt x="16085" y="12805"/>
                        <a:pt x="16085" y="12805"/>
                        <a:pt x="16085" y="12805"/>
                      </a:cubicBezTo>
                      <a:cubicBezTo>
                        <a:pt x="16085" y="12805"/>
                        <a:pt x="15932" y="13063"/>
                        <a:pt x="15779" y="13063"/>
                      </a:cubicBezTo>
                      <a:cubicBezTo>
                        <a:pt x="15779" y="13193"/>
                        <a:pt x="15626" y="13193"/>
                        <a:pt x="15626" y="13193"/>
                      </a:cubicBezTo>
                      <a:cubicBezTo>
                        <a:pt x="15319" y="13322"/>
                        <a:pt x="15319" y="13322"/>
                        <a:pt x="15319" y="13322"/>
                      </a:cubicBezTo>
                      <a:cubicBezTo>
                        <a:pt x="15319" y="13322"/>
                        <a:pt x="15472" y="13581"/>
                        <a:pt x="15472" y="13581"/>
                      </a:cubicBezTo>
                      <a:cubicBezTo>
                        <a:pt x="15472" y="13581"/>
                        <a:pt x="15472" y="13840"/>
                        <a:pt x="15472" y="13840"/>
                      </a:cubicBezTo>
                      <a:cubicBezTo>
                        <a:pt x="15166" y="13710"/>
                        <a:pt x="15166" y="13710"/>
                        <a:pt x="15166" y="13710"/>
                      </a:cubicBezTo>
                      <a:cubicBezTo>
                        <a:pt x="14706" y="13969"/>
                        <a:pt x="14706" y="13969"/>
                        <a:pt x="14706" y="13969"/>
                      </a:cubicBezTo>
                      <a:cubicBezTo>
                        <a:pt x="14706" y="13969"/>
                        <a:pt x="14553" y="13969"/>
                        <a:pt x="14553" y="13969"/>
                      </a:cubicBezTo>
                      <a:cubicBezTo>
                        <a:pt x="14400" y="13969"/>
                        <a:pt x="14400" y="13840"/>
                        <a:pt x="14400" y="13840"/>
                      </a:cubicBezTo>
                      <a:cubicBezTo>
                        <a:pt x="14247" y="14098"/>
                        <a:pt x="14247" y="14098"/>
                        <a:pt x="14247" y="14098"/>
                      </a:cubicBezTo>
                      <a:cubicBezTo>
                        <a:pt x="14247" y="14098"/>
                        <a:pt x="13634" y="13969"/>
                        <a:pt x="13481" y="13969"/>
                      </a:cubicBezTo>
                      <a:cubicBezTo>
                        <a:pt x="13481" y="13969"/>
                        <a:pt x="13481" y="14228"/>
                        <a:pt x="13481" y="14228"/>
                      </a:cubicBezTo>
                      <a:cubicBezTo>
                        <a:pt x="13787" y="14357"/>
                        <a:pt x="13787" y="14357"/>
                        <a:pt x="13787" y="14357"/>
                      </a:cubicBezTo>
                      <a:cubicBezTo>
                        <a:pt x="13481" y="14486"/>
                        <a:pt x="13481" y="14486"/>
                        <a:pt x="13481" y="14486"/>
                      </a:cubicBezTo>
                      <a:cubicBezTo>
                        <a:pt x="14094" y="14745"/>
                        <a:pt x="14094" y="14745"/>
                        <a:pt x="14094" y="14745"/>
                      </a:cubicBezTo>
                      <a:cubicBezTo>
                        <a:pt x="14247" y="14874"/>
                        <a:pt x="14247" y="14874"/>
                        <a:pt x="14247" y="14874"/>
                      </a:cubicBezTo>
                      <a:cubicBezTo>
                        <a:pt x="14400" y="15262"/>
                        <a:pt x="14400" y="15262"/>
                        <a:pt x="14400" y="15262"/>
                      </a:cubicBezTo>
                      <a:cubicBezTo>
                        <a:pt x="14247" y="15392"/>
                        <a:pt x="14247" y="15392"/>
                        <a:pt x="14247" y="15392"/>
                      </a:cubicBezTo>
                      <a:cubicBezTo>
                        <a:pt x="14553" y="15650"/>
                        <a:pt x="14553" y="15650"/>
                        <a:pt x="14553" y="15650"/>
                      </a:cubicBezTo>
                      <a:cubicBezTo>
                        <a:pt x="14553" y="15650"/>
                        <a:pt x="14553" y="15780"/>
                        <a:pt x="14706" y="15909"/>
                      </a:cubicBezTo>
                      <a:cubicBezTo>
                        <a:pt x="14706" y="15909"/>
                        <a:pt x="14706" y="16168"/>
                        <a:pt x="14706" y="16168"/>
                      </a:cubicBezTo>
                      <a:cubicBezTo>
                        <a:pt x="14706" y="16426"/>
                        <a:pt x="14706" y="16426"/>
                        <a:pt x="14706" y="16426"/>
                      </a:cubicBezTo>
                      <a:cubicBezTo>
                        <a:pt x="14706" y="16556"/>
                        <a:pt x="14706" y="16556"/>
                        <a:pt x="14706" y="16556"/>
                      </a:cubicBezTo>
                      <a:cubicBezTo>
                        <a:pt x="14706" y="16556"/>
                        <a:pt x="14400" y="16685"/>
                        <a:pt x="14400" y="16814"/>
                      </a:cubicBezTo>
                      <a:cubicBezTo>
                        <a:pt x="14400" y="16814"/>
                        <a:pt x="14553" y="16814"/>
                        <a:pt x="14553" y="16814"/>
                      </a:cubicBezTo>
                      <a:cubicBezTo>
                        <a:pt x="14860" y="17073"/>
                        <a:pt x="14860" y="17073"/>
                        <a:pt x="14860" y="17073"/>
                      </a:cubicBezTo>
                      <a:cubicBezTo>
                        <a:pt x="15013" y="17332"/>
                        <a:pt x="15013" y="17332"/>
                        <a:pt x="15013" y="17332"/>
                      </a:cubicBezTo>
                      <a:cubicBezTo>
                        <a:pt x="15013" y="17332"/>
                        <a:pt x="14860" y="17461"/>
                        <a:pt x="14860" y="17590"/>
                      </a:cubicBezTo>
                      <a:cubicBezTo>
                        <a:pt x="14860" y="17590"/>
                        <a:pt x="15166" y="17720"/>
                        <a:pt x="15166" y="17720"/>
                      </a:cubicBezTo>
                      <a:cubicBezTo>
                        <a:pt x="15779" y="17720"/>
                        <a:pt x="15779" y="17720"/>
                        <a:pt x="15779" y="17720"/>
                      </a:cubicBezTo>
                      <a:cubicBezTo>
                        <a:pt x="16085" y="17720"/>
                        <a:pt x="16085" y="17720"/>
                        <a:pt x="16085" y="17720"/>
                      </a:cubicBezTo>
                      <a:cubicBezTo>
                        <a:pt x="16085" y="17720"/>
                        <a:pt x="16545" y="17720"/>
                        <a:pt x="16698" y="17720"/>
                      </a:cubicBezTo>
                      <a:cubicBezTo>
                        <a:pt x="16698" y="17720"/>
                        <a:pt x="17157" y="17590"/>
                        <a:pt x="17157" y="17590"/>
                      </a:cubicBezTo>
                      <a:cubicBezTo>
                        <a:pt x="17157" y="17590"/>
                        <a:pt x="17464" y="17849"/>
                        <a:pt x="17617" y="17849"/>
                      </a:cubicBezTo>
                      <a:cubicBezTo>
                        <a:pt x="17770" y="17978"/>
                        <a:pt x="17617" y="18108"/>
                        <a:pt x="17617" y="18108"/>
                      </a:cubicBezTo>
                      <a:cubicBezTo>
                        <a:pt x="17617" y="18237"/>
                        <a:pt x="17464" y="18237"/>
                        <a:pt x="17464" y="18237"/>
                      </a:cubicBezTo>
                      <a:cubicBezTo>
                        <a:pt x="17464" y="18237"/>
                        <a:pt x="17617" y="18625"/>
                        <a:pt x="17617" y="18625"/>
                      </a:cubicBezTo>
                      <a:cubicBezTo>
                        <a:pt x="17770" y="18754"/>
                        <a:pt x="17770" y="18625"/>
                        <a:pt x="17770" y="18625"/>
                      </a:cubicBezTo>
                      <a:cubicBezTo>
                        <a:pt x="17770" y="18625"/>
                        <a:pt x="17923" y="18754"/>
                        <a:pt x="18077" y="18884"/>
                      </a:cubicBezTo>
                      <a:cubicBezTo>
                        <a:pt x="18077" y="19013"/>
                        <a:pt x="18230" y="19013"/>
                        <a:pt x="18230" y="19013"/>
                      </a:cubicBezTo>
                      <a:cubicBezTo>
                        <a:pt x="18383" y="19013"/>
                        <a:pt x="18383" y="19013"/>
                        <a:pt x="18383" y="19013"/>
                      </a:cubicBezTo>
                      <a:cubicBezTo>
                        <a:pt x="18383" y="19013"/>
                        <a:pt x="18536" y="19013"/>
                        <a:pt x="18536" y="19143"/>
                      </a:cubicBezTo>
                      <a:cubicBezTo>
                        <a:pt x="18689" y="19143"/>
                        <a:pt x="18843" y="19143"/>
                        <a:pt x="18996" y="19143"/>
                      </a:cubicBezTo>
                      <a:cubicBezTo>
                        <a:pt x="18996" y="19143"/>
                        <a:pt x="19149" y="19143"/>
                        <a:pt x="19149" y="19013"/>
                      </a:cubicBezTo>
                      <a:cubicBezTo>
                        <a:pt x="19149" y="19013"/>
                        <a:pt x="19302" y="19013"/>
                        <a:pt x="19455" y="19013"/>
                      </a:cubicBezTo>
                      <a:cubicBezTo>
                        <a:pt x="19455" y="18884"/>
                        <a:pt x="19455" y="18754"/>
                        <a:pt x="19455" y="18754"/>
                      </a:cubicBezTo>
                      <a:cubicBezTo>
                        <a:pt x="19455" y="18754"/>
                        <a:pt x="19455" y="18754"/>
                        <a:pt x="19455" y="18754"/>
                      </a:cubicBezTo>
                      <a:close/>
                      <a:moveTo>
                        <a:pt x="19455" y="19401"/>
                      </a:moveTo>
                      <a:cubicBezTo>
                        <a:pt x="19455" y="19401"/>
                        <a:pt x="19455" y="19401"/>
                        <a:pt x="19455" y="19401"/>
                      </a:cubicBezTo>
                      <a:cubicBezTo>
                        <a:pt x="19302" y="19531"/>
                        <a:pt x="19302" y="19531"/>
                        <a:pt x="19302" y="19531"/>
                      </a:cubicBezTo>
                      <a:cubicBezTo>
                        <a:pt x="19455" y="19531"/>
                        <a:pt x="19455" y="19531"/>
                        <a:pt x="19455" y="19531"/>
                      </a:cubicBezTo>
                      <a:cubicBezTo>
                        <a:pt x="19455" y="19531"/>
                        <a:pt x="19762" y="19660"/>
                        <a:pt x="19762" y="19660"/>
                      </a:cubicBezTo>
                      <a:cubicBezTo>
                        <a:pt x="19915" y="19660"/>
                        <a:pt x="19915" y="19660"/>
                        <a:pt x="19915" y="19660"/>
                      </a:cubicBezTo>
                      <a:cubicBezTo>
                        <a:pt x="20068" y="19531"/>
                        <a:pt x="20068" y="19531"/>
                        <a:pt x="20068" y="19531"/>
                      </a:cubicBezTo>
                      <a:cubicBezTo>
                        <a:pt x="20221" y="19272"/>
                        <a:pt x="20221" y="19272"/>
                        <a:pt x="20221" y="19272"/>
                      </a:cubicBezTo>
                      <a:cubicBezTo>
                        <a:pt x="20681" y="19143"/>
                        <a:pt x="20681" y="19143"/>
                        <a:pt x="20681" y="19143"/>
                      </a:cubicBezTo>
                      <a:cubicBezTo>
                        <a:pt x="20681" y="19143"/>
                        <a:pt x="21140" y="19143"/>
                        <a:pt x="21140" y="19143"/>
                      </a:cubicBezTo>
                      <a:cubicBezTo>
                        <a:pt x="21140" y="19143"/>
                        <a:pt x="21294" y="19013"/>
                        <a:pt x="21294" y="19013"/>
                      </a:cubicBezTo>
                      <a:cubicBezTo>
                        <a:pt x="21294" y="18884"/>
                        <a:pt x="21294" y="18884"/>
                        <a:pt x="21294" y="18884"/>
                      </a:cubicBezTo>
                      <a:cubicBezTo>
                        <a:pt x="20987" y="18625"/>
                        <a:pt x="20987" y="18625"/>
                        <a:pt x="20987" y="18625"/>
                      </a:cubicBezTo>
                      <a:cubicBezTo>
                        <a:pt x="20681" y="18625"/>
                        <a:pt x="20681" y="18625"/>
                        <a:pt x="20681" y="18625"/>
                      </a:cubicBezTo>
                      <a:cubicBezTo>
                        <a:pt x="20681" y="18625"/>
                        <a:pt x="20374" y="18625"/>
                        <a:pt x="20221" y="18625"/>
                      </a:cubicBezTo>
                      <a:cubicBezTo>
                        <a:pt x="20221" y="18625"/>
                        <a:pt x="20068" y="18625"/>
                        <a:pt x="20068" y="18625"/>
                      </a:cubicBezTo>
                      <a:cubicBezTo>
                        <a:pt x="20068" y="18625"/>
                        <a:pt x="20068" y="18754"/>
                        <a:pt x="20068" y="18884"/>
                      </a:cubicBezTo>
                      <a:cubicBezTo>
                        <a:pt x="19915" y="19013"/>
                        <a:pt x="19915" y="19013"/>
                        <a:pt x="19762" y="19013"/>
                      </a:cubicBezTo>
                      <a:cubicBezTo>
                        <a:pt x="19762" y="19013"/>
                        <a:pt x="19609" y="19013"/>
                        <a:pt x="19609" y="19013"/>
                      </a:cubicBezTo>
                      <a:cubicBezTo>
                        <a:pt x="19455" y="19401"/>
                        <a:pt x="19455" y="19401"/>
                        <a:pt x="19455" y="19401"/>
                      </a:cubicBezTo>
                      <a:close/>
                      <a:moveTo>
                        <a:pt x="17770" y="20953"/>
                      </a:moveTo>
                      <a:cubicBezTo>
                        <a:pt x="17770" y="20953"/>
                        <a:pt x="17770" y="20953"/>
                        <a:pt x="17770" y="20953"/>
                      </a:cubicBezTo>
                      <a:cubicBezTo>
                        <a:pt x="17923" y="20953"/>
                        <a:pt x="17923" y="20953"/>
                        <a:pt x="17923" y="20953"/>
                      </a:cubicBezTo>
                      <a:cubicBezTo>
                        <a:pt x="18077" y="20824"/>
                        <a:pt x="18077" y="20824"/>
                        <a:pt x="18077" y="20824"/>
                      </a:cubicBezTo>
                      <a:cubicBezTo>
                        <a:pt x="17923" y="20565"/>
                        <a:pt x="17923" y="20565"/>
                        <a:pt x="17923" y="20565"/>
                      </a:cubicBezTo>
                      <a:cubicBezTo>
                        <a:pt x="17770" y="20436"/>
                        <a:pt x="17770" y="20436"/>
                        <a:pt x="17770" y="20436"/>
                      </a:cubicBezTo>
                      <a:cubicBezTo>
                        <a:pt x="17617" y="20048"/>
                        <a:pt x="17617" y="20048"/>
                        <a:pt x="17617" y="20048"/>
                      </a:cubicBezTo>
                      <a:cubicBezTo>
                        <a:pt x="17311" y="19789"/>
                        <a:pt x="17311" y="19789"/>
                        <a:pt x="17311" y="19789"/>
                      </a:cubicBezTo>
                      <a:cubicBezTo>
                        <a:pt x="17157" y="19660"/>
                        <a:pt x="17157" y="19660"/>
                        <a:pt x="17157" y="19660"/>
                      </a:cubicBezTo>
                      <a:cubicBezTo>
                        <a:pt x="17004" y="19919"/>
                        <a:pt x="17004" y="19919"/>
                        <a:pt x="17004" y="19919"/>
                      </a:cubicBezTo>
                      <a:cubicBezTo>
                        <a:pt x="16851" y="20048"/>
                        <a:pt x="16851" y="20048"/>
                        <a:pt x="16851" y="20048"/>
                      </a:cubicBezTo>
                      <a:cubicBezTo>
                        <a:pt x="16698" y="20177"/>
                        <a:pt x="16698" y="20177"/>
                        <a:pt x="16698" y="20177"/>
                      </a:cubicBezTo>
                      <a:cubicBezTo>
                        <a:pt x="16698" y="20177"/>
                        <a:pt x="16238" y="20048"/>
                        <a:pt x="16085" y="19919"/>
                      </a:cubicBezTo>
                      <a:cubicBezTo>
                        <a:pt x="15779" y="19789"/>
                        <a:pt x="15779" y="19789"/>
                        <a:pt x="15779" y="19789"/>
                      </a:cubicBezTo>
                      <a:cubicBezTo>
                        <a:pt x="15779" y="19789"/>
                        <a:pt x="15626" y="19789"/>
                        <a:pt x="15472" y="19660"/>
                      </a:cubicBezTo>
                      <a:cubicBezTo>
                        <a:pt x="15472" y="19660"/>
                        <a:pt x="15319" y="19531"/>
                        <a:pt x="15319" y="19531"/>
                      </a:cubicBezTo>
                      <a:cubicBezTo>
                        <a:pt x="15319" y="19531"/>
                        <a:pt x="15319" y="19401"/>
                        <a:pt x="15166" y="19401"/>
                      </a:cubicBezTo>
                      <a:cubicBezTo>
                        <a:pt x="15166" y="19272"/>
                        <a:pt x="15013" y="19401"/>
                        <a:pt x="14860" y="19401"/>
                      </a:cubicBezTo>
                      <a:cubicBezTo>
                        <a:pt x="14553" y="19401"/>
                        <a:pt x="14553" y="19401"/>
                        <a:pt x="14400" y="19401"/>
                      </a:cubicBezTo>
                      <a:cubicBezTo>
                        <a:pt x="14400" y="19531"/>
                        <a:pt x="14247" y="19531"/>
                        <a:pt x="14247" y="19531"/>
                      </a:cubicBezTo>
                      <a:cubicBezTo>
                        <a:pt x="14094" y="19660"/>
                        <a:pt x="14247" y="19919"/>
                        <a:pt x="14247" y="19919"/>
                      </a:cubicBezTo>
                      <a:cubicBezTo>
                        <a:pt x="14247" y="20048"/>
                        <a:pt x="14247" y="20048"/>
                        <a:pt x="14247" y="20048"/>
                      </a:cubicBezTo>
                      <a:cubicBezTo>
                        <a:pt x="14400" y="20307"/>
                        <a:pt x="14400" y="20307"/>
                        <a:pt x="14400" y="20307"/>
                      </a:cubicBezTo>
                      <a:cubicBezTo>
                        <a:pt x="14094" y="20307"/>
                        <a:pt x="14094" y="20307"/>
                        <a:pt x="14094" y="20307"/>
                      </a:cubicBezTo>
                      <a:cubicBezTo>
                        <a:pt x="13940" y="20307"/>
                        <a:pt x="13940" y="20307"/>
                        <a:pt x="13940" y="20307"/>
                      </a:cubicBezTo>
                      <a:cubicBezTo>
                        <a:pt x="14094" y="20565"/>
                        <a:pt x="14094" y="20565"/>
                        <a:pt x="14094" y="20565"/>
                      </a:cubicBezTo>
                      <a:cubicBezTo>
                        <a:pt x="14094" y="20565"/>
                        <a:pt x="14094" y="20695"/>
                        <a:pt x="14247" y="20824"/>
                      </a:cubicBezTo>
                      <a:cubicBezTo>
                        <a:pt x="14247" y="20824"/>
                        <a:pt x="14400" y="20953"/>
                        <a:pt x="14400" y="20953"/>
                      </a:cubicBezTo>
                      <a:cubicBezTo>
                        <a:pt x="14400" y="20953"/>
                        <a:pt x="15166" y="21083"/>
                        <a:pt x="15166" y="21083"/>
                      </a:cubicBezTo>
                      <a:cubicBezTo>
                        <a:pt x="15319" y="21083"/>
                        <a:pt x="15319" y="21083"/>
                        <a:pt x="15319" y="21083"/>
                      </a:cubicBezTo>
                      <a:cubicBezTo>
                        <a:pt x="15319" y="21083"/>
                        <a:pt x="15626" y="21212"/>
                        <a:pt x="15932" y="21341"/>
                      </a:cubicBezTo>
                      <a:cubicBezTo>
                        <a:pt x="16085" y="21471"/>
                        <a:pt x="16238" y="21600"/>
                        <a:pt x="16238" y="21600"/>
                      </a:cubicBezTo>
                      <a:cubicBezTo>
                        <a:pt x="16238" y="21600"/>
                        <a:pt x="16545" y="21600"/>
                        <a:pt x="16545" y="21600"/>
                      </a:cubicBezTo>
                      <a:cubicBezTo>
                        <a:pt x="16698" y="21471"/>
                        <a:pt x="16698" y="21471"/>
                        <a:pt x="16698" y="21471"/>
                      </a:cubicBezTo>
                      <a:cubicBezTo>
                        <a:pt x="17157" y="21341"/>
                        <a:pt x="17157" y="21341"/>
                        <a:pt x="17157" y="21341"/>
                      </a:cubicBezTo>
                      <a:cubicBezTo>
                        <a:pt x="17464" y="21341"/>
                        <a:pt x="17464" y="21341"/>
                        <a:pt x="17464" y="21341"/>
                      </a:cubicBezTo>
                      <a:cubicBezTo>
                        <a:pt x="17923" y="21471"/>
                        <a:pt x="17923" y="21471"/>
                        <a:pt x="17923" y="21471"/>
                      </a:cubicBezTo>
                      <a:cubicBezTo>
                        <a:pt x="18077" y="21471"/>
                        <a:pt x="18077" y="21471"/>
                        <a:pt x="18077" y="21471"/>
                      </a:cubicBezTo>
                      <a:cubicBezTo>
                        <a:pt x="18077" y="21212"/>
                        <a:pt x="18077" y="21212"/>
                        <a:pt x="18077" y="21212"/>
                      </a:cubicBezTo>
                      <a:cubicBezTo>
                        <a:pt x="18077" y="21083"/>
                        <a:pt x="18077" y="21083"/>
                        <a:pt x="18077" y="21083"/>
                      </a:cubicBezTo>
                      <a:cubicBezTo>
                        <a:pt x="17770" y="20953"/>
                        <a:pt x="17770" y="20953"/>
                        <a:pt x="17770" y="20953"/>
                      </a:cubicBezTo>
                      <a:close/>
                      <a:moveTo>
                        <a:pt x="11796" y="15650"/>
                      </a:moveTo>
                      <a:cubicBezTo>
                        <a:pt x="11796" y="15650"/>
                        <a:pt x="11796" y="15650"/>
                        <a:pt x="11796" y="15650"/>
                      </a:cubicBezTo>
                      <a:cubicBezTo>
                        <a:pt x="11489" y="15521"/>
                        <a:pt x="11489" y="15521"/>
                        <a:pt x="11489" y="15521"/>
                      </a:cubicBezTo>
                      <a:cubicBezTo>
                        <a:pt x="11183" y="15133"/>
                        <a:pt x="11183" y="15133"/>
                        <a:pt x="11183" y="15133"/>
                      </a:cubicBezTo>
                      <a:cubicBezTo>
                        <a:pt x="10723" y="15004"/>
                        <a:pt x="10723" y="15004"/>
                        <a:pt x="10723" y="15004"/>
                      </a:cubicBezTo>
                      <a:cubicBezTo>
                        <a:pt x="10723" y="15004"/>
                        <a:pt x="10570" y="14616"/>
                        <a:pt x="10570" y="14616"/>
                      </a:cubicBezTo>
                      <a:cubicBezTo>
                        <a:pt x="10417" y="14486"/>
                        <a:pt x="10417" y="14616"/>
                        <a:pt x="10417" y="14616"/>
                      </a:cubicBezTo>
                      <a:cubicBezTo>
                        <a:pt x="10417" y="14616"/>
                        <a:pt x="10417" y="14874"/>
                        <a:pt x="10264" y="15004"/>
                      </a:cubicBezTo>
                      <a:cubicBezTo>
                        <a:pt x="10111" y="15004"/>
                        <a:pt x="9957" y="15004"/>
                        <a:pt x="9957" y="15004"/>
                      </a:cubicBezTo>
                      <a:cubicBezTo>
                        <a:pt x="9651" y="15262"/>
                        <a:pt x="9651" y="15262"/>
                        <a:pt x="9651" y="15262"/>
                      </a:cubicBezTo>
                      <a:cubicBezTo>
                        <a:pt x="9651" y="15262"/>
                        <a:pt x="9191" y="15392"/>
                        <a:pt x="9038" y="15392"/>
                      </a:cubicBezTo>
                      <a:cubicBezTo>
                        <a:pt x="9038" y="15392"/>
                        <a:pt x="8885" y="15521"/>
                        <a:pt x="8885" y="15521"/>
                      </a:cubicBezTo>
                      <a:cubicBezTo>
                        <a:pt x="7966" y="15392"/>
                        <a:pt x="7966" y="15392"/>
                        <a:pt x="7966" y="15392"/>
                      </a:cubicBezTo>
                      <a:cubicBezTo>
                        <a:pt x="7660" y="15650"/>
                        <a:pt x="7660" y="15650"/>
                        <a:pt x="7660" y="15650"/>
                      </a:cubicBezTo>
                      <a:cubicBezTo>
                        <a:pt x="7660" y="15780"/>
                        <a:pt x="7660" y="15780"/>
                        <a:pt x="7660" y="15780"/>
                      </a:cubicBezTo>
                      <a:cubicBezTo>
                        <a:pt x="7813" y="16038"/>
                        <a:pt x="7813" y="16038"/>
                        <a:pt x="7813" y="16038"/>
                      </a:cubicBezTo>
                      <a:cubicBezTo>
                        <a:pt x="7966" y="16168"/>
                        <a:pt x="7966" y="16168"/>
                        <a:pt x="7966" y="16168"/>
                      </a:cubicBezTo>
                      <a:cubicBezTo>
                        <a:pt x="8119" y="16168"/>
                        <a:pt x="8119" y="16168"/>
                        <a:pt x="8119" y="16168"/>
                      </a:cubicBezTo>
                      <a:cubicBezTo>
                        <a:pt x="8119" y="16426"/>
                        <a:pt x="8119" y="16426"/>
                        <a:pt x="8119" y="16426"/>
                      </a:cubicBezTo>
                      <a:cubicBezTo>
                        <a:pt x="8272" y="16685"/>
                        <a:pt x="8272" y="16685"/>
                        <a:pt x="8272" y="16685"/>
                      </a:cubicBezTo>
                      <a:cubicBezTo>
                        <a:pt x="8272" y="16685"/>
                        <a:pt x="8426" y="16814"/>
                        <a:pt x="8579" y="17073"/>
                      </a:cubicBezTo>
                      <a:cubicBezTo>
                        <a:pt x="8732" y="17332"/>
                        <a:pt x="8579" y="17461"/>
                        <a:pt x="8579" y="17461"/>
                      </a:cubicBezTo>
                      <a:cubicBezTo>
                        <a:pt x="9038" y="17849"/>
                        <a:pt x="9038" y="17849"/>
                        <a:pt x="9038" y="17849"/>
                      </a:cubicBezTo>
                      <a:cubicBezTo>
                        <a:pt x="9345" y="17978"/>
                        <a:pt x="9345" y="17978"/>
                        <a:pt x="9345" y="17978"/>
                      </a:cubicBezTo>
                      <a:cubicBezTo>
                        <a:pt x="9345" y="17978"/>
                        <a:pt x="9498" y="18108"/>
                        <a:pt x="9651" y="18108"/>
                      </a:cubicBezTo>
                      <a:cubicBezTo>
                        <a:pt x="9651" y="18108"/>
                        <a:pt x="9651" y="18237"/>
                        <a:pt x="9651" y="18237"/>
                      </a:cubicBezTo>
                      <a:cubicBezTo>
                        <a:pt x="9651" y="18496"/>
                        <a:pt x="9651" y="18496"/>
                        <a:pt x="9651" y="18496"/>
                      </a:cubicBezTo>
                      <a:cubicBezTo>
                        <a:pt x="9804" y="18754"/>
                        <a:pt x="9804" y="18754"/>
                        <a:pt x="9804" y="18754"/>
                      </a:cubicBezTo>
                      <a:cubicBezTo>
                        <a:pt x="9957" y="18625"/>
                        <a:pt x="9957" y="18625"/>
                        <a:pt x="9957" y="18625"/>
                      </a:cubicBezTo>
                      <a:cubicBezTo>
                        <a:pt x="10111" y="18496"/>
                        <a:pt x="10111" y="18496"/>
                        <a:pt x="10111" y="18496"/>
                      </a:cubicBezTo>
                      <a:cubicBezTo>
                        <a:pt x="10877" y="18754"/>
                        <a:pt x="10877" y="18754"/>
                        <a:pt x="10877" y="18754"/>
                      </a:cubicBezTo>
                      <a:cubicBezTo>
                        <a:pt x="10877" y="18754"/>
                        <a:pt x="11489" y="19013"/>
                        <a:pt x="11643" y="19013"/>
                      </a:cubicBezTo>
                      <a:cubicBezTo>
                        <a:pt x="11643" y="19013"/>
                        <a:pt x="11949" y="18754"/>
                        <a:pt x="11949" y="18754"/>
                      </a:cubicBezTo>
                      <a:cubicBezTo>
                        <a:pt x="12102" y="18625"/>
                        <a:pt x="12562" y="18625"/>
                        <a:pt x="12562" y="18625"/>
                      </a:cubicBezTo>
                      <a:cubicBezTo>
                        <a:pt x="12715" y="18625"/>
                        <a:pt x="12715" y="18496"/>
                        <a:pt x="12715" y="18496"/>
                      </a:cubicBezTo>
                      <a:cubicBezTo>
                        <a:pt x="12715" y="18366"/>
                        <a:pt x="12868" y="18237"/>
                        <a:pt x="12868" y="18108"/>
                      </a:cubicBezTo>
                      <a:cubicBezTo>
                        <a:pt x="12868" y="17978"/>
                        <a:pt x="13021" y="17849"/>
                        <a:pt x="13021" y="17849"/>
                      </a:cubicBezTo>
                      <a:cubicBezTo>
                        <a:pt x="13021" y="17590"/>
                        <a:pt x="13021" y="17590"/>
                        <a:pt x="13021" y="17590"/>
                      </a:cubicBezTo>
                      <a:cubicBezTo>
                        <a:pt x="12868" y="17202"/>
                        <a:pt x="12868" y="17202"/>
                        <a:pt x="12868" y="17202"/>
                      </a:cubicBezTo>
                      <a:cubicBezTo>
                        <a:pt x="13021" y="16685"/>
                        <a:pt x="13021" y="16685"/>
                        <a:pt x="13021" y="16685"/>
                      </a:cubicBezTo>
                      <a:cubicBezTo>
                        <a:pt x="12715" y="16426"/>
                        <a:pt x="12715" y="16426"/>
                        <a:pt x="12715" y="16426"/>
                      </a:cubicBezTo>
                      <a:cubicBezTo>
                        <a:pt x="12562" y="16297"/>
                        <a:pt x="12562" y="16297"/>
                        <a:pt x="12562" y="16297"/>
                      </a:cubicBezTo>
                      <a:cubicBezTo>
                        <a:pt x="12562" y="16168"/>
                        <a:pt x="12562" y="16168"/>
                        <a:pt x="12562" y="16168"/>
                      </a:cubicBezTo>
                      <a:cubicBezTo>
                        <a:pt x="12562" y="16038"/>
                        <a:pt x="12562" y="16038"/>
                        <a:pt x="12562" y="16038"/>
                      </a:cubicBezTo>
                      <a:cubicBezTo>
                        <a:pt x="12868" y="15909"/>
                        <a:pt x="12868" y="15909"/>
                        <a:pt x="12868" y="15909"/>
                      </a:cubicBezTo>
                      <a:cubicBezTo>
                        <a:pt x="12868" y="15521"/>
                        <a:pt x="12868" y="15521"/>
                        <a:pt x="12868" y="15521"/>
                      </a:cubicBezTo>
                      <a:cubicBezTo>
                        <a:pt x="13328" y="15262"/>
                        <a:pt x="13328" y="15262"/>
                        <a:pt x="13328" y="15262"/>
                      </a:cubicBezTo>
                      <a:cubicBezTo>
                        <a:pt x="13481" y="14874"/>
                        <a:pt x="13481" y="14874"/>
                        <a:pt x="13481" y="14874"/>
                      </a:cubicBezTo>
                      <a:cubicBezTo>
                        <a:pt x="13481" y="14874"/>
                        <a:pt x="12868" y="14745"/>
                        <a:pt x="12715" y="14745"/>
                      </a:cubicBezTo>
                      <a:cubicBezTo>
                        <a:pt x="12409" y="14745"/>
                        <a:pt x="12562" y="14745"/>
                        <a:pt x="12562" y="14616"/>
                      </a:cubicBezTo>
                      <a:cubicBezTo>
                        <a:pt x="12562" y="14616"/>
                        <a:pt x="12409" y="14486"/>
                        <a:pt x="12409" y="14486"/>
                      </a:cubicBezTo>
                      <a:cubicBezTo>
                        <a:pt x="12409" y="14486"/>
                        <a:pt x="12102" y="14616"/>
                        <a:pt x="12102" y="14616"/>
                      </a:cubicBezTo>
                      <a:cubicBezTo>
                        <a:pt x="11949" y="14616"/>
                        <a:pt x="11949" y="14357"/>
                        <a:pt x="11949" y="14357"/>
                      </a:cubicBezTo>
                      <a:cubicBezTo>
                        <a:pt x="11949" y="14357"/>
                        <a:pt x="11643" y="14486"/>
                        <a:pt x="11643" y="14486"/>
                      </a:cubicBezTo>
                      <a:cubicBezTo>
                        <a:pt x="11489" y="14486"/>
                        <a:pt x="11183" y="14486"/>
                        <a:pt x="11183" y="14486"/>
                      </a:cubicBezTo>
                      <a:cubicBezTo>
                        <a:pt x="11183" y="14486"/>
                        <a:pt x="11183" y="14616"/>
                        <a:pt x="11183" y="14616"/>
                      </a:cubicBezTo>
                      <a:cubicBezTo>
                        <a:pt x="11030" y="14745"/>
                        <a:pt x="11183" y="14874"/>
                        <a:pt x="11336" y="14874"/>
                      </a:cubicBezTo>
                      <a:cubicBezTo>
                        <a:pt x="11336" y="15004"/>
                        <a:pt x="11489" y="15262"/>
                        <a:pt x="11489" y="15262"/>
                      </a:cubicBezTo>
                      <a:cubicBezTo>
                        <a:pt x="11643" y="15521"/>
                        <a:pt x="11643" y="15521"/>
                        <a:pt x="11643" y="15521"/>
                      </a:cubicBezTo>
                      <a:cubicBezTo>
                        <a:pt x="11796" y="15650"/>
                        <a:pt x="11796" y="15650"/>
                        <a:pt x="11796" y="15650"/>
                      </a:cubicBezTo>
                      <a:close/>
                      <a:moveTo>
                        <a:pt x="11489" y="13840"/>
                      </a:moveTo>
                      <a:cubicBezTo>
                        <a:pt x="11489" y="13840"/>
                        <a:pt x="11489" y="13840"/>
                        <a:pt x="11489" y="13840"/>
                      </a:cubicBezTo>
                      <a:cubicBezTo>
                        <a:pt x="11796" y="13840"/>
                        <a:pt x="11796" y="13840"/>
                        <a:pt x="11796" y="13840"/>
                      </a:cubicBezTo>
                      <a:cubicBezTo>
                        <a:pt x="11949" y="13581"/>
                        <a:pt x="11949" y="13581"/>
                        <a:pt x="11949" y="13581"/>
                      </a:cubicBezTo>
                      <a:cubicBezTo>
                        <a:pt x="11949" y="13581"/>
                        <a:pt x="12102" y="13451"/>
                        <a:pt x="12102" y="13322"/>
                      </a:cubicBezTo>
                      <a:cubicBezTo>
                        <a:pt x="12102" y="13322"/>
                        <a:pt x="12102" y="13193"/>
                        <a:pt x="12102" y="13193"/>
                      </a:cubicBezTo>
                      <a:cubicBezTo>
                        <a:pt x="12102" y="12934"/>
                        <a:pt x="12102" y="12934"/>
                        <a:pt x="12102" y="12934"/>
                      </a:cubicBezTo>
                      <a:cubicBezTo>
                        <a:pt x="11949" y="12805"/>
                        <a:pt x="11949" y="12805"/>
                        <a:pt x="11949" y="12805"/>
                      </a:cubicBezTo>
                      <a:cubicBezTo>
                        <a:pt x="11796" y="12546"/>
                        <a:pt x="11796" y="12546"/>
                        <a:pt x="11796" y="12546"/>
                      </a:cubicBezTo>
                      <a:cubicBezTo>
                        <a:pt x="11643" y="12158"/>
                        <a:pt x="11643" y="12158"/>
                        <a:pt x="11643" y="12158"/>
                      </a:cubicBezTo>
                      <a:cubicBezTo>
                        <a:pt x="11336" y="12158"/>
                        <a:pt x="11336" y="12158"/>
                        <a:pt x="11336" y="12158"/>
                      </a:cubicBezTo>
                      <a:cubicBezTo>
                        <a:pt x="11336" y="12158"/>
                        <a:pt x="11336" y="12417"/>
                        <a:pt x="11336" y="12417"/>
                      </a:cubicBezTo>
                      <a:cubicBezTo>
                        <a:pt x="11336" y="12546"/>
                        <a:pt x="11489" y="12675"/>
                        <a:pt x="11489" y="12675"/>
                      </a:cubicBezTo>
                      <a:cubicBezTo>
                        <a:pt x="11643" y="12805"/>
                        <a:pt x="11643" y="12805"/>
                        <a:pt x="11643" y="12805"/>
                      </a:cubicBezTo>
                      <a:cubicBezTo>
                        <a:pt x="11643" y="12934"/>
                        <a:pt x="11643" y="12934"/>
                        <a:pt x="11643" y="12934"/>
                      </a:cubicBezTo>
                      <a:cubicBezTo>
                        <a:pt x="11489" y="13063"/>
                        <a:pt x="11489" y="13063"/>
                        <a:pt x="11489" y="13063"/>
                      </a:cubicBezTo>
                      <a:cubicBezTo>
                        <a:pt x="11336" y="13322"/>
                        <a:pt x="11336" y="13322"/>
                        <a:pt x="11336" y="13322"/>
                      </a:cubicBezTo>
                      <a:cubicBezTo>
                        <a:pt x="11489" y="13581"/>
                        <a:pt x="11489" y="13581"/>
                        <a:pt x="11489" y="13581"/>
                      </a:cubicBezTo>
                      <a:cubicBezTo>
                        <a:pt x="11489" y="13840"/>
                        <a:pt x="11489" y="13840"/>
                        <a:pt x="11489" y="13840"/>
                      </a:cubicBezTo>
                      <a:close/>
                      <a:moveTo>
                        <a:pt x="12255" y="20307"/>
                      </a:moveTo>
                      <a:cubicBezTo>
                        <a:pt x="12255" y="20307"/>
                        <a:pt x="12255" y="20307"/>
                        <a:pt x="12255" y="20307"/>
                      </a:cubicBezTo>
                      <a:cubicBezTo>
                        <a:pt x="12409" y="20695"/>
                        <a:pt x="12409" y="20695"/>
                        <a:pt x="12409" y="20695"/>
                      </a:cubicBezTo>
                      <a:cubicBezTo>
                        <a:pt x="12562" y="20953"/>
                        <a:pt x="12562" y="20953"/>
                        <a:pt x="12562" y="20953"/>
                      </a:cubicBezTo>
                      <a:cubicBezTo>
                        <a:pt x="12562" y="20953"/>
                        <a:pt x="12868" y="21083"/>
                        <a:pt x="12868" y="20953"/>
                      </a:cubicBezTo>
                      <a:cubicBezTo>
                        <a:pt x="12868" y="20824"/>
                        <a:pt x="12715" y="20695"/>
                        <a:pt x="12868" y="20565"/>
                      </a:cubicBezTo>
                      <a:cubicBezTo>
                        <a:pt x="12868" y="20436"/>
                        <a:pt x="13021" y="20177"/>
                        <a:pt x="13021" y="20048"/>
                      </a:cubicBezTo>
                      <a:cubicBezTo>
                        <a:pt x="13021" y="19919"/>
                        <a:pt x="13174" y="19789"/>
                        <a:pt x="13174" y="19660"/>
                      </a:cubicBezTo>
                      <a:cubicBezTo>
                        <a:pt x="13328" y="19531"/>
                        <a:pt x="13481" y="19272"/>
                        <a:pt x="13481" y="19143"/>
                      </a:cubicBezTo>
                      <a:cubicBezTo>
                        <a:pt x="13481" y="19143"/>
                        <a:pt x="13634" y="18884"/>
                        <a:pt x="13634" y="18754"/>
                      </a:cubicBezTo>
                      <a:cubicBezTo>
                        <a:pt x="13634" y="18754"/>
                        <a:pt x="13634" y="18366"/>
                        <a:pt x="13634" y="18366"/>
                      </a:cubicBezTo>
                      <a:cubicBezTo>
                        <a:pt x="13634" y="18366"/>
                        <a:pt x="13481" y="17978"/>
                        <a:pt x="13481" y="17978"/>
                      </a:cubicBezTo>
                      <a:cubicBezTo>
                        <a:pt x="13328" y="18237"/>
                        <a:pt x="13328" y="18237"/>
                        <a:pt x="13328" y="18237"/>
                      </a:cubicBezTo>
                      <a:cubicBezTo>
                        <a:pt x="13328" y="18496"/>
                        <a:pt x="13328" y="18496"/>
                        <a:pt x="13328" y="18496"/>
                      </a:cubicBezTo>
                      <a:cubicBezTo>
                        <a:pt x="13021" y="19013"/>
                        <a:pt x="13021" y="19013"/>
                        <a:pt x="13021" y="19013"/>
                      </a:cubicBezTo>
                      <a:cubicBezTo>
                        <a:pt x="12868" y="19272"/>
                        <a:pt x="12868" y="19272"/>
                        <a:pt x="12868" y="19272"/>
                      </a:cubicBezTo>
                      <a:cubicBezTo>
                        <a:pt x="12562" y="19531"/>
                        <a:pt x="12562" y="19531"/>
                        <a:pt x="12562" y="19531"/>
                      </a:cubicBezTo>
                      <a:cubicBezTo>
                        <a:pt x="12562" y="19660"/>
                        <a:pt x="12562" y="19660"/>
                        <a:pt x="12562" y="19660"/>
                      </a:cubicBezTo>
                      <a:cubicBezTo>
                        <a:pt x="12562" y="19919"/>
                        <a:pt x="12562" y="19919"/>
                        <a:pt x="12562" y="19919"/>
                      </a:cubicBezTo>
                      <a:cubicBezTo>
                        <a:pt x="12409" y="20048"/>
                        <a:pt x="12409" y="20048"/>
                        <a:pt x="12409" y="20048"/>
                      </a:cubicBezTo>
                      <a:cubicBezTo>
                        <a:pt x="12409" y="20177"/>
                        <a:pt x="12409" y="20177"/>
                        <a:pt x="12409" y="20177"/>
                      </a:cubicBezTo>
                      <a:cubicBezTo>
                        <a:pt x="12255" y="20307"/>
                        <a:pt x="12255" y="20307"/>
                        <a:pt x="12255" y="20307"/>
                      </a:cubicBezTo>
                      <a:close/>
                      <a:moveTo>
                        <a:pt x="11489" y="19143"/>
                      </a:moveTo>
                      <a:cubicBezTo>
                        <a:pt x="11489" y="19143"/>
                        <a:pt x="11489" y="19143"/>
                        <a:pt x="11489" y="19143"/>
                      </a:cubicBezTo>
                      <a:cubicBezTo>
                        <a:pt x="11643" y="19272"/>
                        <a:pt x="11643" y="19272"/>
                        <a:pt x="11643" y="19272"/>
                      </a:cubicBezTo>
                      <a:cubicBezTo>
                        <a:pt x="11643" y="19272"/>
                        <a:pt x="11796" y="19660"/>
                        <a:pt x="11949" y="19660"/>
                      </a:cubicBezTo>
                      <a:cubicBezTo>
                        <a:pt x="11949" y="19660"/>
                        <a:pt x="12409" y="19272"/>
                        <a:pt x="12409" y="19272"/>
                      </a:cubicBezTo>
                      <a:cubicBezTo>
                        <a:pt x="12409" y="19013"/>
                        <a:pt x="12409" y="19013"/>
                        <a:pt x="12409" y="19013"/>
                      </a:cubicBezTo>
                      <a:cubicBezTo>
                        <a:pt x="12562" y="18754"/>
                        <a:pt x="12562" y="18754"/>
                        <a:pt x="12562" y="18754"/>
                      </a:cubicBezTo>
                      <a:cubicBezTo>
                        <a:pt x="12102" y="18884"/>
                        <a:pt x="12102" y="18884"/>
                        <a:pt x="12102" y="18884"/>
                      </a:cubicBezTo>
                      <a:cubicBezTo>
                        <a:pt x="11796" y="19143"/>
                        <a:pt x="11796" y="19143"/>
                        <a:pt x="11796" y="19143"/>
                      </a:cubicBezTo>
                      <a:cubicBezTo>
                        <a:pt x="11489" y="19143"/>
                        <a:pt x="11489" y="19143"/>
                        <a:pt x="11489" y="19143"/>
                      </a:cubicBezTo>
                      <a:close/>
                      <a:moveTo>
                        <a:pt x="10111" y="19401"/>
                      </a:moveTo>
                      <a:cubicBezTo>
                        <a:pt x="10111" y="19401"/>
                        <a:pt x="10111" y="19401"/>
                        <a:pt x="10111" y="19401"/>
                      </a:cubicBezTo>
                      <a:cubicBezTo>
                        <a:pt x="10111" y="19401"/>
                        <a:pt x="10264" y="19789"/>
                        <a:pt x="10264" y="19789"/>
                      </a:cubicBezTo>
                      <a:cubicBezTo>
                        <a:pt x="10417" y="19789"/>
                        <a:pt x="10570" y="19919"/>
                        <a:pt x="10570" y="19919"/>
                      </a:cubicBezTo>
                      <a:cubicBezTo>
                        <a:pt x="10877" y="20177"/>
                        <a:pt x="10877" y="20177"/>
                        <a:pt x="10877" y="20177"/>
                      </a:cubicBezTo>
                      <a:cubicBezTo>
                        <a:pt x="10877" y="20177"/>
                        <a:pt x="10877" y="20307"/>
                        <a:pt x="11030" y="20307"/>
                      </a:cubicBezTo>
                      <a:cubicBezTo>
                        <a:pt x="11030" y="20307"/>
                        <a:pt x="11336" y="20177"/>
                        <a:pt x="11336" y="20177"/>
                      </a:cubicBezTo>
                      <a:cubicBezTo>
                        <a:pt x="11489" y="19919"/>
                        <a:pt x="11489" y="19919"/>
                        <a:pt x="11489" y="19919"/>
                      </a:cubicBezTo>
                      <a:cubicBezTo>
                        <a:pt x="11489" y="19919"/>
                        <a:pt x="11183" y="19919"/>
                        <a:pt x="11183" y="19919"/>
                      </a:cubicBezTo>
                      <a:cubicBezTo>
                        <a:pt x="11030" y="19919"/>
                        <a:pt x="10877" y="19660"/>
                        <a:pt x="10877" y="19660"/>
                      </a:cubicBezTo>
                      <a:cubicBezTo>
                        <a:pt x="10877" y="19660"/>
                        <a:pt x="10723" y="19660"/>
                        <a:pt x="10723" y="19660"/>
                      </a:cubicBezTo>
                      <a:cubicBezTo>
                        <a:pt x="10570" y="19660"/>
                        <a:pt x="10264" y="19401"/>
                        <a:pt x="10264" y="19401"/>
                      </a:cubicBezTo>
                      <a:cubicBezTo>
                        <a:pt x="10111" y="19401"/>
                        <a:pt x="10111" y="19401"/>
                        <a:pt x="10111" y="19401"/>
                      </a:cubicBezTo>
                      <a:close/>
                      <a:moveTo>
                        <a:pt x="7660" y="19013"/>
                      </a:moveTo>
                      <a:cubicBezTo>
                        <a:pt x="7660" y="19013"/>
                        <a:pt x="7660" y="19013"/>
                        <a:pt x="7660" y="19013"/>
                      </a:cubicBezTo>
                      <a:cubicBezTo>
                        <a:pt x="7966" y="19143"/>
                        <a:pt x="7966" y="19143"/>
                        <a:pt x="7966" y="19143"/>
                      </a:cubicBezTo>
                      <a:cubicBezTo>
                        <a:pt x="8119" y="19272"/>
                        <a:pt x="8119" y="19272"/>
                        <a:pt x="8119" y="19272"/>
                      </a:cubicBezTo>
                      <a:cubicBezTo>
                        <a:pt x="8426" y="19401"/>
                        <a:pt x="8426" y="19401"/>
                        <a:pt x="8426" y="19401"/>
                      </a:cubicBezTo>
                      <a:cubicBezTo>
                        <a:pt x="8119" y="19660"/>
                        <a:pt x="8119" y="19660"/>
                        <a:pt x="8119" y="19660"/>
                      </a:cubicBezTo>
                      <a:cubicBezTo>
                        <a:pt x="8119" y="19660"/>
                        <a:pt x="8272" y="19919"/>
                        <a:pt x="8426" y="19789"/>
                      </a:cubicBezTo>
                      <a:cubicBezTo>
                        <a:pt x="8579" y="19789"/>
                        <a:pt x="8579" y="19789"/>
                        <a:pt x="8579" y="19789"/>
                      </a:cubicBezTo>
                      <a:cubicBezTo>
                        <a:pt x="8579" y="19789"/>
                        <a:pt x="8885" y="19919"/>
                        <a:pt x="8885" y="19919"/>
                      </a:cubicBezTo>
                      <a:cubicBezTo>
                        <a:pt x="9038" y="20048"/>
                        <a:pt x="9191" y="20048"/>
                        <a:pt x="9345" y="20048"/>
                      </a:cubicBezTo>
                      <a:cubicBezTo>
                        <a:pt x="9498" y="20048"/>
                        <a:pt x="9498" y="19919"/>
                        <a:pt x="9498" y="19919"/>
                      </a:cubicBezTo>
                      <a:cubicBezTo>
                        <a:pt x="9498" y="19789"/>
                        <a:pt x="9498" y="19660"/>
                        <a:pt x="9498" y="19660"/>
                      </a:cubicBezTo>
                      <a:cubicBezTo>
                        <a:pt x="9345" y="19401"/>
                        <a:pt x="9345" y="19401"/>
                        <a:pt x="9345" y="19401"/>
                      </a:cubicBezTo>
                      <a:cubicBezTo>
                        <a:pt x="9191" y="19143"/>
                        <a:pt x="9191" y="19143"/>
                        <a:pt x="9191" y="19143"/>
                      </a:cubicBezTo>
                      <a:cubicBezTo>
                        <a:pt x="8579" y="19013"/>
                        <a:pt x="8579" y="19013"/>
                        <a:pt x="8579" y="19013"/>
                      </a:cubicBezTo>
                      <a:cubicBezTo>
                        <a:pt x="8272" y="18754"/>
                        <a:pt x="8272" y="18754"/>
                        <a:pt x="8272" y="18754"/>
                      </a:cubicBezTo>
                      <a:cubicBezTo>
                        <a:pt x="7813" y="18625"/>
                        <a:pt x="7813" y="18625"/>
                        <a:pt x="7813" y="18625"/>
                      </a:cubicBezTo>
                      <a:cubicBezTo>
                        <a:pt x="7660" y="18625"/>
                        <a:pt x="7660" y="18625"/>
                        <a:pt x="7660" y="18625"/>
                      </a:cubicBezTo>
                      <a:cubicBezTo>
                        <a:pt x="7660" y="19013"/>
                        <a:pt x="7660" y="19013"/>
                        <a:pt x="7660" y="19013"/>
                      </a:cubicBezTo>
                      <a:close/>
                      <a:moveTo>
                        <a:pt x="12715" y="3234"/>
                      </a:moveTo>
                      <a:cubicBezTo>
                        <a:pt x="12715" y="3234"/>
                        <a:pt x="12715" y="3234"/>
                        <a:pt x="12715" y="3234"/>
                      </a:cubicBezTo>
                      <a:cubicBezTo>
                        <a:pt x="12715" y="3363"/>
                        <a:pt x="12715" y="3363"/>
                        <a:pt x="12715" y="3363"/>
                      </a:cubicBezTo>
                      <a:cubicBezTo>
                        <a:pt x="12715" y="3363"/>
                        <a:pt x="12868" y="3363"/>
                        <a:pt x="12868" y="3363"/>
                      </a:cubicBezTo>
                      <a:cubicBezTo>
                        <a:pt x="12868" y="3363"/>
                        <a:pt x="13021" y="3363"/>
                        <a:pt x="13021" y="3363"/>
                      </a:cubicBezTo>
                      <a:cubicBezTo>
                        <a:pt x="13021" y="3363"/>
                        <a:pt x="13328" y="3492"/>
                        <a:pt x="13328" y="3492"/>
                      </a:cubicBezTo>
                      <a:cubicBezTo>
                        <a:pt x="13328" y="3622"/>
                        <a:pt x="13481" y="3492"/>
                        <a:pt x="13481" y="3492"/>
                      </a:cubicBezTo>
                      <a:cubicBezTo>
                        <a:pt x="13634" y="3492"/>
                        <a:pt x="13634" y="3363"/>
                        <a:pt x="13634" y="3234"/>
                      </a:cubicBezTo>
                      <a:cubicBezTo>
                        <a:pt x="13634" y="3234"/>
                        <a:pt x="13787" y="3104"/>
                        <a:pt x="13787" y="3104"/>
                      </a:cubicBezTo>
                      <a:cubicBezTo>
                        <a:pt x="13787" y="3104"/>
                        <a:pt x="14247" y="2846"/>
                        <a:pt x="14247" y="2846"/>
                      </a:cubicBezTo>
                      <a:cubicBezTo>
                        <a:pt x="14247" y="2716"/>
                        <a:pt x="13940" y="2716"/>
                        <a:pt x="13940" y="2716"/>
                      </a:cubicBezTo>
                      <a:cubicBezTo>
                        <a:pt x="13940" y="2716"/>
                        <a:pt x="13481" y="2846"/>
                        <a:pt x="13481" y="2846"/>
                      </a:cubicBezTo>
                      <a:cubicBezTo>
                        <a:pt x="13481" y="2846"/>
                        <a:pt x="13021" y="2975"/>
                        <a:pt x="13021" y="2975"/>
                      </a:cubicBezTo>
                      <a:lnTo>
                        <a:pt x="12715" y="3234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23" name="Shape">
                  <a:extLst>
                    <a:ext uri="{FF2B5EF4-FFF2-40B4-BE49-F238E27FC236}">
                      <a16:creationId xmlns:a16="http://schemas.microsoft.com/office/drawing/2014/main" id="{2DB243B4-83E7-45F9-8539-D1DFB08080EC}"/>
                    </a:ext>
                  </a:extLst>
                </p:cNvPr>
                <p:cNvSpPr/>
                <p:nvPr/>
              </p:nvSpPr>
              <p:spPr>
                <a:xfrm>
                  <a:off x="2347960" y="3749812"/>
                  <a:ext cx="471352" cy="53685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12" h="21600" extrusionOk="0">
                      <a:moveTo>
                        <a:pt x="11435" y="4755"/>
                      </a:moveTo>
                      <a:cubicBezTo>
                        <a:pt x="11276" y="4483"/>
                        <a:pt x="11276" y="4483"/>
                        <a:pt x="11276" y="4483"/>
                      </a:cubicBezTo>
                      <a:cubicBezTo>
                        <a:pt x="10959" y="4483"/>
                        <a:pt x="10959" y="4483"/>
                        <a:pt x="10959" y="4483"/>
                      </a:cubicBezTo>
                      <a:cubicBezTo>
                        <a:pt x="10482" y="4755"/>
                        <a:pt x="10482" y="4755"/>
                        <a:pt x="10482" y="4755"/>
                      </a:cubicBezTo>
                      <a:cubicBezTo>
                        <a:pt x="10482" y="4483"/>
                        <a:pt x="10482" y="4483"/>
                        <a:pt x="10482" y="4483"/>
                      </a:cubicBezTo>
                      <a:cubicBezTo>
                        <a:pt x="11118" y="4211"/>
                        <a:pt x="11118" y="4211"/>
                        <a:pt x="11118" y="4211"/>
                      </a:cubicBezTo>
                      <a:cubicBezTo>
                        <a:pt x="11435" y="4075"/>
                        <a:pt x="11435" y="4075"/>
                        <a:pt x="11435" y="4075"/>
                      </a:cubicBezTo>
                      <a:cubicBezTo>
                        <a:pt x="11594" y="3804"/>
                        <a:pt x="11594" y="3804"/>
                        <a:pt x="11594" y="3804"/>
                      </a:cubicBezTo>
                      <a:cubicBezTo>
                        <a:pt x="11912" y="3396"/>
                        <a:pt x="11912" y="3396"/>
                        <a:pt x="11912" y="3396"/>
                      </a:cubicBezTo>
                      <a:cubicBezTo>
                        <a:pt x="11912" y="3396"/>
                        <a:pt x="12229" y="3125"/>
                        <a:pt x="12388" y="2989"/>
                      </a:cubicBezTo>
                      <a:cubicBezTo>
                        <a:pt x="12547" y="2989"/>
                        <a:pt x="13182" y="2717"/>
                        <a:pt x="13182" y="2717"/>
                      </a:cubicBezTo>
                      <a:cubicBezTo>
                        <a:pt x="13182" y="2717"/>
                        <a:pt x="13818" y="2445"/>
                        <a:pt x="13976" y="2445"/>
                      </a:cubicBezTo>
                      <a:cubicBezTo>
                        <a:pt x="14135" y="2445"/>
                        <a:pt x="15247" y="2309"/>
                        <a:pt x="15247" y="2309"/>
                      </a:cubicBezTo>
                      <a:cubicBezTo>
                        <a:pt x="16359" y="2581"/>
                        <a:pt x="16359" y="2581"/>
                        <a:pt x="16359" y="2581"/>
                      </a:cubicBezTo>
                      <a:cubicBezTo>
                        <a:pt x="16359" y="2581"/>
                        <a:pt x="16676" y="2309"/>
                        <a:pt x="16994" y="2309"/>
                      </a:cubicBezTo>
                      <a:cubicBezTo>
                        <a:pt x="16994" y="2309"/>
                        <a:pt x="17312" y="2445"/>
                        <a:pt x="17471" y="2445"/>
                      </a:cubicBezTo>
                      <a:cubicBezTo>
                        <a:pt x="17629" y="2445"/>
                        <a:pt x="17947" y="2309"/>
                        <a:pt x="17947" y="2309"/>
                      </a:cubicBezTo>
                      <a:cubicBezTo>
                        <a:pt x="18582" y="2309"/>
                        <a:pt x="18582" y="2309"/>
                        <a:pt x="18582" y="2309"/>
                      </a:cubicBezTo>
                      <a:cubicBezTo>
                        <a:pt x="19059" y="2853"/>
                        <a:pt x="19059" y="2853"/>
                        <a:pt x="19059" y="2853"/>
                      </a:cubicBezTo>
                      <a:cubicBezTo>
                        <a:pt x="19218" y="3396"/>
                        <a:pt x="19218" y="3396"/>
                        <a:pt x="19218" y="3396"/>
                      </a:cubicBezTo>
                      <a:cubicBezTo>
                        <a:pt x="20012" y="3532"/>
                        <a:pt x="20012" y="3532"/>
                        <a:pt x="20012" y="3532"/>
                      </a:cubicBezTo>
                      <a:cubicBezTo>
                        <a:pt x="20012" y="3532"/>
                        <a:pt x="19853" y="3804"/>
                        <a:pt x="19853" y="3940"/>
                      </a:cubicBezTo>
                      <a:cubicBezTo>
                        <a:pt x="20012" y="3940"/>
                        <a:pt x="20488" y="4075"/>
                        <a:pt x="20488" y="4075"/>
                      </a:cubicBezTo>
                      <a:cubicBezTo>
                        <a:pt x="20488" y="4211"/>
                        <a:pt x="20488" y="4211"/>
                        <a:pt x="20488" y="4211"/>
                      </a:cubicBezTo>
                      <a:cubicBezTo>
                        <a:pt x="20488" y="4211"/>
                        <a:pt x="20488" y="4755"/>
                        <a:pt x="20488" y="4891"/>
                      </a:cubicBezTo>
                      <a:cubicBezTo>
                        <a:pt x="20488" y="5026"/>
                        <a:pt x="20488" y="5842"/>
                        <a:pt x="20488" y="5842"/>
                      </a:cubicBezTo>
                      <a:cubicBezTo>
                        <a:pt x="20488" y="5842"/>
                        <a:pt x="20012" y="6657"/>
                        <a:pt x="19853" y="6657"/>
                      </a:cubicBezTo>
                      <a:cubicBezTo>
                        <a:pt x="19694" y="6792"/>
                        <a:pt x="19853" y="7336"/>
                        <a:pt x="19853" y="7336"/>
                      </a:cubicBezTo>
                      <a:cubicBezTo>
                        <a:pt x="19694" y="8015"/>
                        <a:pt x="19694" y="8015"/>
                        <a:pt x="19694" y="8015"/>
                      </a:cubicBezTo>
                      <a:cubicBezTo>
                        <a:pt x="19694" y="8015"/>
                        <a:pt x="19694" y="8558"/>
                        <a:pt x="19535" y="8423"/>
                      </a:cubicBezTo>
                      <a:cubicBezTo>
                        <a:pt x="19376" y="8423"/>
                        <a:pt x="18582" y="8151"/>
                        <a:pt x="18582" y="8151"/>
                      </a:cubicBezTo>
                      <a:cubicBezTo>
                        <a:pt x="17947" y="8287"/>
                        <a:pt x="17947" y="8287"/>
                        <a:pt x="17947" y="8287"/>
                      </a:cubicBezTo>
                      <a:cubicBezTo>
                        <a:pt x="17947" y="8694"/>
                        <a:pt x="17947" y="8694"/>
                        <a:pt x="17947" y="8694"/>
                      </a:cubicBezTo>
                      <a:cubicBezTo>
                        <a:pt x="18265" y="8830"/>
                        <a:pt x="18265" y="8830"/>
                        <a:pt x="18265" y="8830"/>
                      </a:cubicBezTo>
                      <a:cubicBezTo>
                        <a:pt x="17788" y="8830"/>
                        <a:pt x="17788" y="8830"/>
                        <a:pt x="17788" y="8830"/>
                      </a:cubicBezTo>
                      <a:cubicBezTo>
                        <a:pt x="17788" y="9102"/>
                        <a:pt x="17788" y="9102"/>
                        <a:pt x="17788" y="9102"/>
                      </a:cubicBezTo>
                      <a:cubicBezTo>
                        <a:pt x="17788" y="9102"/>
                        <a:pt x="17947" y="9374"/>
                        <a:pt x="18106" y="9509"/>
                      </a:cubicBezTo>
                      <a:cubicBezTo>
                        <a:pt x="18106" y="9645"/>
                        <a:pt x="18582" y="9645"/>
                        <a:pt x="18582" y="9645"/>
                      </a:cubicBezTo>
                      <a:cubicBezTo>
                        <a:pt x="18900" y="9917"/>
                        <a:pt x="18900" y="9917"/>
                        <a:pt x="18900" y="9917"/>
                      </a:cubicBezTo>
                      <a:cubicBezTo>
                        <a:pt x="19376" y="9781"/>
                        <a:pt x="19376" y="9781"/>
                        <a:pt x="19376" y="9781"/>
                      </a:cubicBezTo>
                      <a:cubicBezTo>
                        <a:pt x="19694" y="10325"/>
                        <a:pt x="19694" y="10325"/>
                        <a:pt x="19694" y="10325"/>
                      </a:cubicBezTo>
                      <a:cubicBezTo>
                        <a:pt x="19535" y="10596"/>
                        <a:pt x="19535" y="10596"/>
                        <a:pt x="19535" y="10596"/>
                      </a:cubicBezTo>
                      <a:cubicBezTo>
                        <a:pt x="19535" y="10596"/>
                        <a:pt x="19535" y="10868"/>
                        <a:pt x="19535" y="11004"/>
                      </a:cubicBezTo>
                      <a:cubicBezTo>
                        <a:pt x="19535" y="11140"/>
                        <a:pt x="19694" y="11275"/>
                        <a:pt x="19535" y="11275"/>
                      </a:cubicBezTo>
                      <a:cubicBezTo>
                        <a:pt x="19535" y="11275"/>
                        <a:pt x="19218" y="11411"/>
                        <a:pt x="19218" y="11411"/>
                      </a:cubicBezTo>
                      <a:cubicBezTo>
                        <a:pt x="19059" y="11683"/>
                        <a:pt x="19059" y="11683"/>
                        <a:pt x="19059" y="11683"/>
                      </a:cubicBezTo>
                      <a:cubicBezTo>
                        <a:pt x="19059" y="11683"/>
                        <a:pt x="18741" y="11819"/>
                        <a:pt x="18582" y="11819"/>
                      </a:cubicBezTo>
                      <a:cubicBezTo>
                        <a:pt x="18424" y="11955"/>
                        <a:pt x="18424" y="11955"/>
                        <a:pt x="18424" y="12091"/>
                      </a:cubicBezTo>
                      <a:cubicBezTo>
                        <a:pt x="18424" y="12091"/>
                        <a:pt x="17788" y="11955"/>
                        <a:pt x="17788" y="11955"/>
                      </a:cubicBezTo>
                      <a:cubicBezTo>
                        <a:pt x="17788" y="12362"/>
                        <a:pt x="17788" y="12362"/>
                        <a:pt x="17788" y="12362"/>
                      </a:cubicBezTo>
                      <a:cubicBezTo>
                        <a:pt x="17471" y="12362"/>
                        <a:pt x="17471" y="12362"/>
                        <a:pt x="17471" y="12362"/>
                      </a:cubicBezTo>
                      <a:cubicBezTo>
                        <a:pt x="17788" y="12770"/>
                        <a:pt x="17788" y="12770"/>
                        <a:pt x="17788" y="12770"/>
                      </a:cubicBezTo>
                      <a:cubicBezTo>
                        <a:pt x="18265" y="13042"/>
                        <a:pt x="18265" y="13042"/>
                        <a:pt x="18265" y="13042"/>
                      </a:cubicBezTo>
                      <a:cubicBezTo>
                        <a:pt x="18106" y="13177"/>
                        <a:pt x="18106" y="13177"/>
                        <a:pt x="18106" y="13177"/>
                      </a:cubicBezTo>
                      <a:cubicBezTo>
                        <a:pt x="17788" y="13313"/>
                        <a:pt x="17788" y="13313"/>
                        <a:pt x="17788" y="13313"/>
                      </a:cubicBezTo>
                      <a:cubicBezTo>
                        <a:pt x="17629" y="13585"/>
                        <a:pt x="17629" y="13585"/>
                        <a:pt x="17629" y="13585"/>
                      </a:cubicBezTo>
                      <a:cubicBezTo>
                        <a:pt x="17153" y="13585"/>
                        <a:pt x="17153" y="13585"/>
                        <a:pt x="17153" y="13585"/>
                      </a:cubicBezTo>
                      <a:cubicBezTo>
                        <a:pt x="16676" y="13721"/>
                        <a:pt x="16676" y="13721"/>
                        <a:pt x="16676" y="13721"/>
                      </a:cubicBezTo>
                      <a:cubicBezTo>
                        <a:pt x="16518" y="13721"/>
                        <a:pt x="16518" y="13721"/>
                        <a:pt x="16518" y="13721"/>
                      </a:cubicBezTo>
                      <a:cubicBezTo>
                        <a:pt x="16041" y="13721"/>
                        <a:pt x="16041" y="13721"/>
                        <a:pt x="16041" y="13721"/>
                      </a:cubicBezTo>
                      <a:cubicBezTo>
                        <a:pt x="15882" y="13992"/>
                        <a:pt x="15882" y="13992"/>
                        <a:pt x="15882" y="13992"/>
                      </a:cubicBezTo>
                      <a:cubicBezTo>
                        <a:pt x="15724" y="13721"/>
                        <a:pt x="15724" y="13721"/>
                        <a:pt x="15724" y="13721"/>
                      </a:cubicBezTo>
                      <a:cubicBezTo>
                        <a:pt x="15247" y="13585"/>
                        <a:pt x="15247" y="13585"/>
                        <a:pt x="15247" y="13585"/>
                      </a:cubicBezTo>
                      <a:cubicBezTo>
                        <a:pt x="14929" y="13313"/>
                        <a:pt x="14929" y="13313"/>
                        <a:pt x="14929" y="13313"/>
                      </a:cubicBezTo>
                      <a:cubicBezTo>
                        <a:pt x="14453" y="13449"/>
                        <a:pt x="14453" y="13449"/>
                        <a:pt x="14453" y="13449"/>
                      </a:cubicBezTo>
                      <a:cubicBezTo>
                        <a:pt x="14929" y="13721"/>
                        <a:pt x="14929" y="13721"/>
                        <a:pt x="14929" y="13721"/>
                      </a:cubicBezTo>
                      <a:cubicBezTo>
                        <a:pt x="14612" y="13721"/>
                        <a:pt x="14612" y="13721"/>
                        <a:pt x="14612" y="13721"/>
                      </a:cubicBezTo>
                      <a:cubicBezTo>
                        <a:pt x="13818" y="13585"/>
                        <a:pt x="13818" y="13585"/>
                        <a:pt x="13818" y="13585"/>
                      </a:cubicBezTo>
                      <a:cubicBezTo>
                        <a:pt x="13818" y="13992"/>
                        <a:pt x="13818" y="13992"/>
                        <a:pt x="13818" y="13992"/>
                      </a:cubicBezTo>
                      <a:cubicBezTo>
                        <a:pt x="13818" y="14264"/>
                        <a:pt x="13818" y="14264"/>
                        <a:pt x="13818" y="14264"/>
                      </a:cubicBezTo>
                      <a:cubicBezTo>
                        <a:pt x="13818" y="14264"/>
                        <a:pt x="13659" y="14400"/>
                        <a:pt x="13818" y="14400"/>
                      </a:cubicBezTo>
                      <a:cubicBezTo>
                        <a:pt x="13976" y="14400"/>
                        <a:pt x="14294" y="14672"/>
                        <a:pt x="14294" y="14672"/>
                      </a:cubicBezTo>
                      <a:cubicBezTo>
                        <a:pt x="14294" y="14943"/>
                        <a:pt x="14294" y="14943"/>
                        <a:pt x="14294" y="14943"/>
                      </a:cubicBezTo>
                      <a:cubicBezTo>
                        <a:pt x="14453" y="15215"/>
                        <a:pt x="14453" y="15215"/>
                        <a:pt x="14453" y="15215"/>
                      </a:cubicBezTo>
                      <a:cubicBezTo>
                        <a:pt x="14453" y="15351"/>
                        <a:pt x="14453" y="15351"/>
                        <a:pt x="14453" y="15351"/>
                      </a:cubicBezTo>
                      <a:cubicBezTo>
                        <a:pt x="14771" y="15758"/>
                        <a:pt x="14771" y="15758"/>
                        <a:pt x="14771" y="15758"/>
                      </a:cubicBezTo>
                      <a:cubicBezTo>
                        <a:pt x="14771" y="16166"/>
                        <a:pt x="14771" y="16166"/>
                        <a:pt x="14771" y="16166"/>
                      </a:cubicBezTo>
                      <a:cubicBezTo>
                        <a:pt x="15088" y="16574"/>
                        <a:pt x="15088" y="16574"/>
                        <a:pt x="15088" y="16574"/>
                      </a:cubicBezTo>
                      <a:cubicBezTo>
                        <a:pt x="14929" y="16981"/>
                        <a:pt x="14929" y="16981"/>
                        <a:pt x="14929" y="16981"/>
                      </a:cubicBezTo>
                      <a:cubicBezTo>
                        <a:pt x="14929" y="16981"/>
                        <a:pt x="15088" y="17253"/>
                        <a:pt x="14929" y="17389"/>
                      </a:cubicBezTo>
                      <a:cubicBezTo>
                        <a:pt x="14929" y="17389"/>
                        <a:pt x="14612" y="17660"/>
                        <a:pt x="14612" y="17660"/>
                      </a:cubicBezTo>
                      <a:cubicBezTo>
                        <a:pt x="14453" y="17932"/>
                        <a:pt x="14453" y="17932"/>
                        <a:pt x="14453" y="17932"/>
                      </a:cubicBezTo>
                      <a:cubicBezTo>
                        <a:pt x="14135" y="18068"/>
                        <a:pt x="14135" y="18068"/>
                        <a:pt x="14135" y="18068"/>
                      </a:cubicBezTo>
                      <a:cubicBezTo>
                        <a:pt x="14135" y="18340"/>
                        <a:pt x="14135" y="18340"/>
                        <a:pt x="14135" y="18340"/>
                      </a:cubicBezTo>
                      <a:cubicBezTo>
                        <a:pt x="14135" y="18340"/>
                        <a:pt x="14135" y="18747"/>
                        <a:pt x="14294" y="18747"/>
                      </a:cubicBezTo>
                      <a:cubicBezTo>
                        <a:pt x="14294" y="18747"/>
                        <a:pt x="14612" y="18475"/>
                        <a:pt x="14612" y="18475"/>
                      </a:cubicBezTo>
                      <a:cubicBezTo>
                        <a:pt x="14612" y="18475"/>
                        <a:pt x="14929" y="18747"/>
                        <a:pt x="14771" y="18883"/>
                      </a:cubicBezTo>
                      <a:cubicBezTo>
                        <a:pt x="14771" y="18883"/>
                        <a:pt x="14135" y="18883"/>
                        <a:pt x="14135" y="18883"/>
                      </a:cubicBezTo>
                      <a:cubicBezTo>
                        <a:pt x="13818" y="18883"/>
                        <a:pt x="13818" y="18883"/>
                        <a:pt x="13818" y="18883"/>
                      </a:cubicBezTo>
                      <a:cubicBezTo>
                        <a:pt x="13818" y="18883"/>
                        <a:pt x="13659" y="19155"/>
                        <a:pt x="13500" y="19155"/>
                      </a:cubicBezTo>
                      <a:cubicBezTo>
                        <a:pt x="13500" y="19291"/>
                        <a:pt x="13500" y="19426"/>
                        <a:pt x="13500" y="19426"/>
                      </a:cubicBezTo>
                      <a:cubicBezTo>
                        <a:pt x="13182" y="19155"/>
                        <a:pt x="13182" y="19155"/>
                        <a:pt x="13182" y="19155"/>
                      </a:cubicBezTo>
                      <a:cubicBezTo>
                        <a:pt x="13024" y="19291"/>
                        <a:pt x="13024" y="19291"/>
                        <a:pt x="13024" y="19291"/>
                      </a:cubicBezTo>
                      <a:cubicBezTo>
                        <a:pt x="13182" y="19562"/>
                        <a:pt x="13182" y="19562"/>
                        <a:pt x="13182" y="19562"/>
                      </a:cubicBezTo>
                      <a:cubicBezTo>
                        <a:pt x="13182" y="19834"/>
                        <a:pt x="13182" y="19834"/>
                        <a:pt x="13182" y="19834"/>
                      </a:cubicBezTo>
                      <a:cubicBezTo>
                        <a:pt x="13182" y="19834"/>
                        <a:pt x="13500" y="19834"/>
                        <a:pt x="13500" y="19834"/>
                      </a:cubicBezTo>
                      <a:cubicBezTo>
                        <a:pt x="13500" y="19834"/>
                        <a:pt x="13818" y="19970"/>
                        <a:pt x="13818" y="19970"/>
                      </a:cubicBezTo>
                      <a:cubicBezTo>
                        <a:pt x="13818" y="19970"/>
                        <a:pt x="13659" y="20106"/>
                        <a:pt x="13818" y="20106"/>
                      </a:cubicBezTo>
                      <a:cubicBezTo>
                        <a:pt x="13818" y="20242"/>
                        <a:pt x="13818" y="20242"/>
                        <a:pt x="13976" y="20242"/>
                      </a:cubicBezTo>
                      <a:cubicBezTo>
                        <a:pt x="14135" y="20377"/>
                        <a:pt x="14135" y="20377"/>
                        <a:pt x="14135" y="20377"/>
                      </a:cubicBezTo>
                      <a:cubicBezTo>
                        <a:pt x="14135" y="20377"/>
                        <a:pt x="14135" y="20649"/>
                        <a:pt x="14135" y="20785"/>
                      </a:cubicBezTo>
                      <a:cubicBezTo>
                        <a:pt x="13976" y="20785"/>
                        <a:pt x="13976" y="20921"/>
                        <a:pt x="13976" y="20921"/>
                      </a:cubicBezTo>
                      <a:cubicBezTo>
                        <a:pt x="13818" y="20921"/>
                        <a:pt x="13818" y="20921"/>
                        <a:pt x="13818" y="20921"/>
                      </a:cubicBezTo>
                      <a:cubicBezTo>
                        <a:pt x="13659" y="21057"/>
                        <a:pt x="13659" y="21192"/>
                        <a:pt x="13659" y="21192"/>
                      </a:cubicBezTo>
                      <a:cubicBezTo>
                        <a:pt x="13659" y="21192"/>
                        <a:pt x="13500" y="21192"/>
                        <a:pt x="13500" y="21192"/>
                      </a:cubicBezTo>
                      <a:cubicBezTo>
                        <a:pt x="13500" y="21328"/>
                        <a:pt x="13659" y="21464"/>
                        <a:pt x="13659" y="21600"/>
                      </a:cubicBezTo>
                      <a:cubicBezTo>
                        <a:pt x="13659" y="21600"/>
                        <a:pt x="13659" y="21600"/>
                        <a:pt x="13500" y="21600"/>
                      </a:cubicBezTo>
                      <a:cubicBezTo>
                        <a:pt x="13500" y="21600"/>
                        <a:pt x="13500" y="21600"/>
                        <a:pt x="13500" y="21600"/>
                      </a:cubicBezTo>
                      <a:cubicBezTo>
                        <a:pt x="13500" y="21600"/>
                        <a:pt x="13182" y="21328"/>
                        <a:pt x="13182" y="21328"/>
                      </a:cubicBezTo>
                      <a:cubicBezTo>
                        <a:pt x="13024" y="21328"/>
                        <a:pt x="12865" y="21464"/>
                        <a:pt x="12547" y="21464"/>
                      </a:cubicBezTo>
                      <a:cubicBezTo>
                        <a:pt x="12388" y="21328"/>
                        <a:pt x="12388" y="21328"/>
                        <a:pt x="12388" y="21328"/>
                      </a:cubicBezTo>
                      <a:cubicBezTo>
                        <a:pt x="11753" y="21464"/>
                        <a:pt x="11753" y="21464"/>
                        <a:pt x="11753" y="21464"/>
                      </a:cubicBezTo>
                      <a:cubicBezTo>
                        <a:pt x="11753" y="21192"/>
                        <a:pt x="11753" y="21192"/>
                        <a:pt x="11753" y="21192"/>
                      </a:cubicBezTo>
                      <a:cubicBezTo>
                        <a:pt x="11594" y="20921"/>
                        <a:pt x="11594" y="20921"/>
                        <a:pt x="11594" y="20921"/>
                      </a:cubicBezTo>
                      <a:cubicBezTo>
                        <a:pt x="11594" y="20921"/>
                        <a:pt x="11594" y="20649"/>
                        <a:pt x="11594" y="20513"/>
                      </a:cubicBezTo>
                      <a:cubicBezTo>
                        <a:pt x="11594" y="20513"/>
                        <a:pt x="11753" y="20377"/>
                        <a:pt x="11753" y="20377"/>
                      </a:cubicBezTo>
                      <a:cubicBezTo>
                        <a:pt x="11912" y="20377"/>
                        <a:pt x="12071" y="20106"/>
                        <a:pt x="12071" y="20106"/>
                      </a:cubicBezTo>
                      <a:cubicBezTo>
                        <a:pt x="12071" y="20106"/>
                        <a:pt x="12229" y="19834"/>
                        <a:pt x="12388" y="19698"/>
                      </a:cubicBezTo>
                      <a:cubicBezTo>
                        <a:pt x="12388" y="19698"/>
                        <a:pt x="12547" y="19291"/>
                        <a:pt x="12547" y="19291"/>
                      </a:cubicBezTo>
                      <a:cubicBezTo>
                        <a:pt x="12547" y="19155"/>
                        <a:pt x="12706" y="19019"/>
                        <a:pt x="12706" y="19019"/>
                      </a:cubicBezTo>
                      <a:cubicBezTo>
                        <a:pt x="12706" y="19019"/>
                        <a:pt x="13024" y="18747"/>
                        <a:pt x="13024" y="18611"/>
                      </a:cubicBezTo>
                      <a:cubicBezTo>
                        <a:pt x="13024" y="18475"/>
                        <a:pt x="12865" y="18475"/>
                        <a:pt x="12706" y="18475"/>
                      </a:cubicBezTo>
                      <a:cubicBezTo>
                        <a:pt x="12706" y="18475"/>
                        <a:pt x="12229" y="18340"/>
                        <a:pt x="12071" y="18204"/>
                      </a:cubicBezTo>
                      <a:cubicBezTo>
                        <a:pt x="11912" y="18204"/>
                        <a:pt x="11594" y="18068"/>
                        <a:pt x="11276" y="18068"/>
                      </a:cubicBezTo>
                      <a:cubicBezTo>
                        <a:pt x="10959" y="17932"/>
                        <a:pt x="11118" y="17932"/>
                        <a:pt x="11276" y="17660"/>
                      </a:cubicBezTo>
                      <a:cubicBezTo>
                        <a:pt x="11276" y="17525"/>
                        <a:pt x="10959" y="17525"/>
                        <a:pt x="10959" y="17389"/>
                      </a:cubicBezTo>
                      <a:cubicBezTo>
                        <a:pt x="10959" y="17389"/>
                        <a:pt x="10800" y="17525"/>
                        <a:pt x="10641" y="17660"/>
                      </a:cubicBezTo>
                      <a:cubicBezTo>
                        <a:pt x="10482" y="17660"/>
                        <a:pt x="10324" y="17525"/>
                        <a:pt x="10165" y="17525"/>
                      </a:cubicBezTo>
                      <a:cubicBezTo>
                        <a:pt x="10165" y="17525"/>
                        <a:pt x="9688" y="17525"/>
                        <a:pt x="9688" y="17525"/>
                      </a:cubicBezTo>
                      <a:cubicBezTo>
                        <a:pt x="9688" y="17525"/>
                        <a:pt x="9688" y="17389"/>
                        <a:pt x="9688" y="17253"/>
                      </a:cubicBezTo>
                      <a:cubicBezTo>
                        <a:pt x="9688" y="17117"/>
                        <a:pt x="9529" y="17117"/>
                        <a:pt x="9529" y="17117"/>
                      </a:cubicBezTo>
                      <a:cubicBezTo>
                        <a:pt x="9529" y="17117"/>
                        <a:pt x="9212" y="17117"/>
                        <a:pt x="9212" y="16981"/>
                      </a:cubicBezTo>
                      <a:cubicBezTo>
                        <a:pt x="9053" y="16981"/>
                        <a:pt x="9212" y="16981"/>
                        <a:pt x="9212" y="16845"/>
                      </a:cubicBezTo>
                      <a:cubicBezTo>
                        <a:pt x="9212" y="16709"/>
                        <a:pt x="9212" y="16845"/>
                        <a:pt x="9053" y="16845"/>
                      </a:cubicBezTo>
                      <a:cubicBezTo>
                        <a:pt x="8894" y="16845"/>
                        <a:pt x="8894" y="16438"/>
                        <a:pt x="8894" y="16438"/>
                      </a:cubicBezTo>
                      <a:cubicBezTo>
                        <a:pt x="8894" y="16438"/>
                        <a:pt x="8735" y="16166"/>
                        <a:pt x="8735" y="16030"/>
                      </a:cubicBezTo>
                      <a:cubicBezTo>
                        <a:pt x="8576" y="15758"/>
                        <a:pt x="8576" y="16030"/>
                        <a:pt x="8576" y="16030"/>
                      </a:cubicBezTo>
                      <a:cubicBezTo>
                        <a:pt x="8259" y="16438"/>
                        <a:pt x="8259" y="16438"/>
                        <a:pt x="8259" y="16438"/>
                      </a:cubicBezTo>
                      <a:cubicBezTo>
                        <a:pt x="8259" y="16438"/>
                        <a:pt x="8100" y="16438"/>
                        <a:pt x="7624" y="16302"/>
                      </a:cubicBezTo>
                      <a:cubicBezTo>
                        <a:pt x="7306" y="16166"/>
                        <a:pt x="7465" y="16166"/>
                        <a:pt x="7465" y="16166"/>
                      </a:cubicBezTo>
                      <a:cubicBezTo>
                        <a:pt x="7782" y="15894"/>
                        <a:pt x="7782" y="15894"/>
                        <a:pt x="7782" y="15894"/>
                      </a:cubicBezTo>
                      <a:cubicBezTo>
                        <a:pt x="7782" y="15894"/>
                        <a:pt x="7465" y="15758"/>
                        <a:pt x="7306" y="15758"/>
                      </a:cubicBezTo>
                      <a:cubicBezTo>
                        <a:pt x="7147" y="15623"/>
                        <a:pt x="7147" y="15623"/>
                        <a:pt x="6988" y="15894"/>
                      </a:cubicBezTo>
                      <a:cubicBezTo>
                        <a:pt x="6829" y="16030"/>
                        <a:pt x="6829" y="16030"/>
                        <a:pt x="6671" y="16166"/>
                      </a:cubicBezTo>
                      <a:cubicBezTo>
                        <a:pt x="6512" y="16302"/>
                        <a:pt x="6512" y="16302"/>
                        <a:pt x="6194" y="16302"/>
                      </a:cubicBezTo>
                      <a:cubicBezTo>
                        <a:pt x="6035" y="16302"/>
                        <a:pt x="6035" y="16166"/>
                        <a:pt x="5876" y="16166"/>
                      </a:cubicBezTo>
                      <a:cubicBezTo>
                        <a:pt x="5876" y="16030"/>
                        <a:pt x="5876" y="16030"/>
                        <a:pt x="5718" y="15894"/>
                      </a:cubicBezTo>
                      <a:cubicBezTo>
                        <a:pt x="5718" y="15758"/>
                        <a:pt x="5559" y="15758"/>
                        <a:pt x="5559" y="15758"/>
                      </a:cubicBezTo>
                      <a:cubicBezTo>
                        <a:pt x="5559" y="15758"/>
                        <a:pt x="5241" y="15894"/>
                        <a:pt x="5241" y="16030"/>
                      </a:cubicBezTo>
                      <a:cubicBezTo>
                        <a:pt x="5082" y="16030"/>
                        <a:pt x="5241" y="16166"/>
                        <a:pt x="5241" y="16302"/>
                      </a:cubicBezTo>
                      <a:cubicBezTo>
                        <a:pt x="5400" y="16438"/>
                        <a:pt x="5241" y="16574"/>
                        <a:pt x="5241" y="16574"/>
                      </a:cubicBezTo>
                      <a:cubicBezTo>
                        <a:pt x="5241" y="16574"/>
                        <a:pt x="4924" y="16574"/>
                        <a:pt x="4765" y="16574"/>
                      </a:cubicBezTo>
                      <a:cubicBezTo>
                        <a:pt x="4606" y="16574"/>
                        <a:pt x="4447" y="16574"/>
                        <a:pt x="4288" y="16438"/>
                      </a:cubicBezTo>
                      <a:cubicBezTo>
                        <a:pt x="3971" y="16302"/>
                        <a:pt x="4129" y="16574"/>
                        <a:pt x="4129" y="16709"/>
                      </a:cubicBezTo>
                      <a:cubicBezTo>
                        <a:pt x="4129" y="16709"/>
                        <a:pt x="3812" y="16981"/>
                        <a:pt x="3812" y="16981"/>
                      </a:cubicBezTo>
                      <a:cubicBezTo>
                        <a:pt x="3812" y="16981"/>
                        <a:pt x="3812" y="16981"/>
                        <a:pt x="3812" y="16981"/>
                      </a:cubicBezTo>
                      <a:cubicBezTo>
                        <a:pt x="3494" y="16981"/>
                        <a:pt x="3176" y="16845"/>
                        <a:pt x="3176" y="16845"/>
                      </a:cubicBezTo>
                      <a:cubicBezTo>
                        <a:pt x="3018" y="16981"/>
                        <a:pt x="3018" y="16981"/>
                        <a:pt x="3018" y="16981"/>
                      </a:cubicBezTo>
                      <a:cubicBezTo>
                        <a:pt x="2541" y="16845"/>
                        <a:pt x="2541" y="16845"/>
                        <a:pt x="2541" y="16845"/>
                      </a:cubicBezTo>
                      <a:cubicBezTo>
                        <a:pt x="2382" y="16845"/>
                        <a:pt x="2382" y="16845"/>
                        <a:pt x="2382" y="16845"/>
                      </a:cubicBezTo>
                      <a:cubicBezTo>
                        <a:pt x="2224" y="16438"/>
                        <a:pt x="2224" y="16438"/>
                        <a:pt x="2224" y="16438"/>
                      </a:cubicBezTo>
                      <a:cubicBezTo>
                        <a:pt x="2065" y="16438"/>
                        <a:pt x="2065" y="16438"/>
                        <a:pt x="2065" y="16438"/>
                      </a:cubicBezTo>
                      <a:cubicBezTo>
                        <a:pt x="1429" y="16166"/>
                        <a:pt x="1429" y="16166"/>
                        <a:pt x="1429" y="16166"/>
                      </a:cubicBezTo>
                      <a:cubicBezTo>
                        <a:pt x="1271" y="16030"/>
                        <a:pt x="1271" y="16030"/>
                        <a:pt x="1271" y="16030"/>
                      </a:cubicBezTo>
                      <a:cubicBezTo>
                        <a:pt x="953" y="16166"/>
                        <a:pt x="953" y="16166"/>
                        <a:pt x="953" y="16166"/>
                      </a:cubicBezTo>
                      <a:cubicBezTo>
                        <a:pt x="794" y="16302"/>
                        <a:pt x="794" y="16302"/>
                        <a:pt x="794" y="16302"/>
                      </a:cubicBezTo>
                      <a:cubicBezTo>
                        <a:pt x="794" y="16302"/>
                        <a:pt x="476" y="16438"/>
                        <a:pt x="318" y="16438"/>
                      </a:cubicBezTo>
                      <a:cubicBezTo>
                        <a:pt x="318" y="16302"/>
                        <a:pt x="0" y="15758"/>
                        <a:pt x="0" y="15758"/>
                      </a:cubicBezTo>
                      <a:cubicBezTo>
                        <a:pt x="159" y="15351"/>
                        <a:pt x="159" y="15351"/>
                        <a:pt x="159" y="15351"/>
                      </a:cubicBezTo>
                      <a:cubicBezTo>
                        <a:pt x="159" y="15351"/>
                        <a:pt x="635" y="15215"/>
                        <a:pt x="635" y="15215"/>
                      </a:cubicBezTo>
                      <a:cubicBezTo>
                        <a:pt x="635" y="15215"/>
                        <a:pt x="953" y="15215"/>
                        <a:pt x="953" y="15215"/>
                      </a:cubicBezTo>
                      <a:cubicBezTo>
                        <a:pt x="953" y="15215"/>
                        <a:pt x="1112" y="15215"/>
                        <a:pt x="1112" y="15351"/>
                      </a:cubicBezTo>
                      <a:cubicBezTo>
                        <a:pt x="1271" y="15351"/>
                        <a:pt x="1588" y="15623"/>
                        <a:pt x="1747" y="15623"/>
                      </a:cubicBezTo>
                      <a:cubicBezTo>
                        <a:pt x="1747" y="15623"/>
                        <a:pt x="2065" y="15758"/>
                        <a:pt x="2065" y="15758"/>
                      </a:cubicBezTo>
                      <a:cubicBezTo>
                        <a:pt x="2224" y="15758"/>
                        <a:pt x="2541" y="15894"/>
                        <a:pt x="2541" y="15894"/>
                      </a:cubicBezTo>
                      <a:cubicBezTo>
                        <a:pt x="2541" y="15894"/>
                        <a:pt x="2859" y="15894"/>
                        <a:pt x="2859" y="15894"/>
                      </a:cubicBezTo>
                      <a:cubicBezTo>
                        <a:pt x="2859" y="15894"/>
                        <a:pt x="3176" y="15758"/>
                        <a:pt x="3176" y="15758"/>
                      </a:cubicBezTo>
                      <a:cubicBezTo>
                        <a:pt x="3176" y="15758"/>
                        <a:pt x="3176" y="15758"/>
                        <a:pt x="3176" y="15758"/>
                      </a:cubicBezTo>
                      <a:cubicBezTo>
                        <a:pt x="3335" y="15623"/>
                        <a:pt x="3335" y="15487"/>
                        <a:pt x="3335" y="15487"/>
                      </a:cubicBezTo>
                      <a:cubicBezTo>
                        <a:pt x="3335" y="15487"/>
                        <a:pt x="3494" y="15487"/>
                        <a:pt x="3494" y="15487"/>
                      </a:cubicBezTo>
                      <a:cubicBezTo>
                        <a:pt x="3494" y="15623"/>
                        <a:pt x="3653" y="15758"/>
                        <a:pt x="3653" y="15758"/>
                      </a:cubicBezTo>
                      <a:cubicBezTo>
                        <a:pt x="3653" y="15758"/>
                        <a:pt x="3812" y="15894"/>
                        <a:pt x="3812" y="15894"/>
                      </a:cubicBezTo>
                      <a:cubicBezTo>
                        <a:pt x="3971" y="16030"/>
                        <a:pt x="4129" y="16030"/>
                        <a:pt x="4129" y="16030"/>
                      </a:cubicBezTo>
                      <a:cubicBezTo>
                        <a:pt x="4129" y="16030"/>
                        <a:pt x="4288" y="15894"/>
                        <a:pt x="4288" y="15894"/>
                      </a:cubicBezTo>
                      <a:cubicBezTo>
                        <a:pt x="4288" y="15894"/>
                        <a:pt x="4447" y="16030"/>
                        <a:pt x="4447" y="15894"/>
                      </a:cubicBezTo>
                      <a:cubicBezTo>
                        <a:pt x="4447" y="15894"/>
                        <a:pt x="4606" y="15894"/>
                        <a:pt x="4606" y="15894"/>
                      </a:cubicBezTo>
                      <a:cubicBezTo>
                        <a:pt x="4606" y="15894"/>
                        <a:pt x="4765" y="15758"/>
                        <a:pt x="4606" y="15758"/>
                      </a:cubicBezTo>
                      <a:cubicBezTo>
                        <a:pt x="4606" y="15758"/>
                        <a:pt x="4606" y="15623"/>
                        <a:pt x="4606" y="15758"/>
                      </a:cubicBezTo>
                      <a:cubicBezTo>
                        <a:pt x="4447" y="15758"/>
                        <a:pt x="4447" y="15758"/>
                        <a:pt x="4288" y="15758"/>
                      </a:cubicBezTo>
                      <a:cubicBezTo>
                        <a:pt x="4129" y="15758"/>
                        <a:pt x="3812" y="15623"/>
                        <a:pt x="3812" y="15623"/>
                      </a:cubicBezTo>
                      <a:cubicBezTo>
                        <a:pt x="3812" y="15487"/>
                        <a:pt x="3653" y="15487"/>
                        <a:pt x="3653" y="15351"/>
                      </a:cubicBezTo>
                      <a:cubicBezTo>
                        <a:pt x="3494" y="15351"/>
                        <a:pt x="3494" y="15215"/>
                        <a:pt x="3335" y="15215"/>
                      </a:cubicBezTo>
                      <a:cubicBezTo>
                        <a:pt x="3176" y="15215"/>
                        <a:pt x="3176" y="15215"/>
                        <a:pt x="3176" y="15215"/>
                      </a:cubicBezTo>
                      <a:cubicBezTo>
                        <a:pt x="3176" y="15215"/>
                        <a:pt x="3018" y="15351"/>
                        <a:pt x="3018" y="15487"/>
                      </a:cubicBezTo>
                      <a:cubicBezTo>
                        <a:pt x="3018" y="15487"/>
                        <a:pt x="3176" y="15623"/>
                        <a:pt x="2859" y="15487"/>
                      </a:cubicBezTo>
                      <a:cubicBezTo>
                        <a:pt x="2541" y="15487"/>
                        <a:pt x="2224" y="15487"/>
                        <a:pt x="2224" y="15487"/>
                      </a:cubicBezTo>
                      <a:cubicBezTo>
                        <a:pt x="1747" y="15079"/>
                        <a:pt x="1747" y="15079"/>
                        <a:pt x="1747" y="15079"/>
                      </a:cubicBezTo>
                      <a:cubicBezTo>
                        <a:pt x="1747" y="15079"/>
                        <a:pt x="1588" y="15079"/>
                        <a:pt x="1429" y="15079"/>
                      </a:cubicBezTo>
                      <a:cubicBezTo>
                        <a:pt x="1429" y="15079"/>
                        <a:pt x="1112" y="14943"/>
                        <a:pt x="1112" y="14808"/>
                      </a:cubicBezTo>
                      <a:cubicBezTo>
                        <a:pt x="1112" y="14808"/>
                        <a:pt x="953" y="14672"/>
                        <a:pt x="953" y="14536"/>
                      </a:cubicBezTo>
                      <a:cubicBezTo>
                        <a:pt x="953" y="14536"/>
                        <a:pt x="794" y="14536"/>
                        <a:pt x="794" y="14400"/>
                      </a:cubicBezTo>
                      <a:cubicBezTo>
                        <a:pt x="794" y="14400"/>
                        <a:pt x="635" y="14264"/>
                        <a:pt x="635" y="14264"/>
                      </a:cubicBezTo>
                      <a:cubicBezTo>
                        <a:pt x="635" y="14264"/>
                        <a:pt x="635" y="14128"/>
                        <a:pt x="794" y="13992"/>
                      </a:cubicBezTo>
                      <a:cubicBezTo>
                        <a:pt x="1112" y="13992"/>
                        <a:pt x="1112" y="13992"/>
                        <a:pt x="1271" y="13992"/>
                      </a:cubicBezTo>
                      <a:cubicBezTo>
                        <a:pt x="1429" y="13992"/>
                        <a:pt x="1271" y="13992"/>
                        <a:pt x="1588" y="13992"/>
                      </a:cubicBezTo>
                      <a:cubicBezTo>
                        <a:pt x="1906" y="13992"/>
                        <a:pt x="1747" y="13992"/>
                        <a:pt x="1906" y="13992"/>
                      </a:cubicBezTo>
                      <a:cubicBezTo>
                        <a:pt x="2065" y="13992"/>
                        <a:pt x="2382" y="13992"/>
                        <a:pt x="2382" y="13992"/>
                      </a:cubicBezTo>
                      <a:cubicBezTo>
                        <a:pt x="2382" y="13992"/>
                        <a:pt x="2065" y="13857"/>
                        <a:pt x="2541" y="13992"/>
                      </a:cubicBezTo>
                      <a:cubicBezTo>
                        <a:pt x="2541" y="13992"/>
                        <a:pt x="3176" y="14128"/>
                        <a:pt x="3018" y="14400"/>
                      </a:cubicBezTo>
                      <a:cubicBezTo>
                        <a:pt x="3018" y="14400"/>
                        <a:pt x="2859" y="14536"/>
                        <a:pt x="2859" y="14536"/>
                      </a:cubicBezTo>
                      <a:cubicBezTo>
                        <a:pt x="2859" y="14536"/>
                        <a:pt x="3176" y="14672"/>
                        <a:pt x="3176" y="14672"/>
                      </a:cubicBezTo>
                      <a:cubicBezTo>
                        <a:pt x="3176" y="14672"/>
                        <a:pt x="3335" y="14536"/>
                        <a:pt x="3335" y="14536"/>
                      </a:cubicBezTo>
                      <a:cubicBezTo>
                        <a:pt x="3494" y="14672"/>
                        <a:pt x="3494" y="14672"/>
                        <a:pt x="3494" y="14672"/>
                      </a:cubicBezTo>
                      <a:cubicBezTo>
                        <a:pt x="3812" y="14943"/>
                        <a:pt x="3812" y="14943"/>
                        <a:pt x="3812" y="14943"/>
                      </a:cubicBezTo>
                      <a:cubicBezTo>
                        <a:pt x="3812" y="14943"/>
                        <a:pt x="4129" y="14943"/>
                        <a:pt x="4129" y="14943"/>
                      </a:cubicBezTo>
                      <a:cubicBezTo>
                        <a:pt x="3971" y="15079"/>
                        <a:pt x="3812" y="14808"/>
                        <a:pt x="3971" y="15079"/>
                      </a:cubicBezTo>
                      <a:cubicBezTo>
                        <a:pt x="4129" y="15351"/>
                        <a:pt x="4288" y="15487"/>
                        <a:pt x="4288" y="15487"/>
                      </a:cubicBezTo>
                      <a:cubicBezTo>
                        <a:pt x="4447" y="15487"/>
                        <a:pt x="4447" y="15487"/>
                        <a:pt x="4447" y="15487"/>
                      </a:cubicBezTo>
                      <a:cubicBezTo>
                        <a:pt x="4447" y="15487"/>
                        <a:pt x="4447" y="15351"/>
                        <a:pt x="4606" y="15351"/>
                      </a:cubicBezTo>
                      <a:cubicBezTo>
                        <a:pt x="4606" y="15487"/>
                        <a:pt x="4924" y="15487"/>
                        <a:pt x="5082" y="15487"/>
                      </a:cubicBezTo>
                      <a:cubicBezTo>
                        <a:pt x="5082" y="15487"/>
                        <a:pt x="5082" y="15351"/>
                        <a:pt x="4924" y="15079"/>
                      </a:cubicBezTo>
                      <a:cubicBezTo>
                        <a:pt x="4765" y="14943"/>
                        <a:pt x="4606" y="14808"/>
                        <a:pt x="4606" y="14808"/>
                      </a:cubicBezTo>
                      <a:cubicBezTo>
                        <a:pt x="4447" y="14808"/>
                        <a:pt x="4606" y="14943"/>
                        <a:pt x="4288" y="14808"/>
                      </a:cubicBezTo>
                      <a:cubicBezTo>
                        <a:pt x="3971" y="14672"/>
                        <a:pt x="3971" y="14808"/>
                        <a:pt x="3812" y="14672"/>
                      </a:cubicBezTo>
                      <a:cubicBezTo>
                        <a:pt x="3653" y="14400"/>
                        <a:pt x="3494" y="14400"/>
                        <a:pt x="3494" y="14264"/>
                      </a:cubicBezTo>
                      <a:cubicBezTo>
                        <a:pt x="3494" y="14264"/>
                        <a:pt x="3653" y="14264"/>
                        <a:pt x="3812" y="14128"/>
                      </a:cubicBezTo>
                      <a:cubicBezTo>
                        <a:pt x="3971" y="14128"/>
                        <a:pt x="3653" y="13992"/>
                        <a:pt x="3971" y="14128"/>
                      </a:cubicBezTo>
                      <a:cubicBezTo>
                        <a:pt x="4447" y="14264"/>
                        <a:pt x="4447" y="14264"/>
                        <a:pt x="4606" y="14264"/>
                      </a:cubicBezTo>
                      <a:cubicBezTo>
                        <a:pt x="4606" y="14264"/>
                        <a:pt x="4924" y="14264"/>
                        <a:pt x="4606" y="14128"/>
                      </a:cubicBezTo>
                      <a:cubicBezTo>
                        <a:pt x="4288" y="14128"/>
                        <a:pt x="4129" y="13992"/>
                        <a:pt x="4129" y="13992"/>
                      </a:cubicBezTo>
                      <a:cubicBezTo>
                        <a:pt x="3812" y="13992"/>
                        <a:pt x="3812" y="13992"/>
                        <a:pt x="3812" y="13992"/>
                      </a:cubicBezTo>
                      <a:cubicBezTo>
                        <a:pt x="3812" y="13992"/>
                        <a:pt x="3812" y="13992"/>
                        <a:pt x="3653" y="13992"/>
                      </a:cubicBezTo>
                      <a:cubicBezTo>
                        <a:pt x="3494" y="13992"/>
                        <a:pt x="3494" y="14128"/>
                        <a:pt x="3494" y="13992"/>
                      </a:cubicBezTo>
                      <a:cubicBezTo>
                        <a:pt x="3335" y="13992"/>
                        <a:pt x="3176" y="13992"/>
                        <a:pt x="3176" y="13857"/>
                      </a:cubicBezTo>
                      <a:cubicBezTo>
                        <a:pt x="3018" y="13857"/>
                        <a:pt x="2859" y="13721"/>
                        <a:pt x="2859" y="13721"/>
                      </a:cubicBezTo>
                      <a:cubicBezTo>
                        <a:pt x="2859" y="13585"/>
                        <a:pt x="2700" y="13449"/>
                        <a:pt x="2700" y="13449"/>
                      </a:cubicBezTo>
                      <a:cubicBezTo>
                        <a:pt x="2700" y="13449"/>
                        <a:pt x="2700" y="13449"/>
                        <a:pt x="2700" y="13449"/>
                      </a:cubicBezTo>
                      <a:cubicBezTo>
                        <a:pt x="2541" y="13449"/>
                        <a:pt x="2382" y="13449"/>
                        <a:pt x="2224" y="13449"/>
                      </a:cubicBezTo>
                      <a:cubicBezTo>
                        <a:pt x="2224" y="13449"/>
                        <a:pt x="2065" y="13449"/>
                        <a:pt x="2065" y="13449"/>
                      </a:cubicBezTo>
                      <a:cubicBezTo>
                        <a:pt x="2065" y="13313"/>
                        <a:pt x="2065" y="13313"/>
                        <a:pt x="2065" y="13177"/>
                      </a:cubicBezTo>
                      <a:cubicBezTo>
                        <a:pt x="2065" y="13177"/>
                        <a:pt x="2065" y="13042"/>
                        <a:pt x="2224" y="13042"/>
                      </a:cubicBezTo>
                      <a:cubicBezTo>
                        <a:pt x="2382" y="13042"/>
                        <a:pt x="2541" y="13042"/>
                        <a:pt x="2700" y="13042"/>
                      </a:cubicBezTo>
                      <a:cubicBezTo>
                        <a:pt x="2859" y="13042"/>
                        <a:pt x="3018" y="13042"/>
                        <a:pt x="3176" y="13042"/>
                      </a:cubicBezTo>
                      <a:cubicBezTo>
                        <a:pt x="3176" y="13042"/>
                        <a:pt x="3335" y="13177"/>
                        <a:pt x="3335" y="13177"/>
                      </a:cubicBezTo>
                      <a:cubicBezTo>
                        <a:pt x="3494" y="13313"/>
                        <a:pt x="3653" y="13313"/>
                        <a:pt x="3653" y="13313"/>
                      </a:cubicBezTo>
                      <a:cubicBezTo>
                        <a:pt x="3653" y="13449"/>
                        <a:pt x="3653" y="13449"/>
                        <a:pt x="3812" y="13449"/>
                      </a:cubicBezTo>
                      <a:cubicBezTo>
                        <a:pt x="3812" y="13585"/>
                        <a:pt x="3971" y="13585"/>
                        <a:pt x="3971" y="13585"/>
                      </a:cubicBezTo>
                      <a:cubicBezTo>
                        <a:pt x="4129" y="13857"/>
                        <a:pt x="4129" y="13857"/>
                        <a:pt x="4129" y="13857"/>
                      </a:cubicBezTo>
                      <a:cubicBezTo>
                        <a:pt x="4129" y="13857"/>
                        <a:pt x="4129" y="13857"/>
                        <a:pt x="4129" y="13857"/>
                      </a:cubicBezTo>
                      <a:cubicBezTo>
                        <a:pt x="4447" y="13992"/>
                        <a:pt x="4447" y="13992"/>
                        <a:pt x="4447" y="13992"/>
                      </a:cubicBezTo>
                      <a:cubicBezTo>
                        <a:pt x="4447" y="13992"/>
                        <a:pt x="4924" y="14128"/>
                        <a:pt x="4924" y="14128"/>
                      </a:cubicBezTo>
                      <a:cubicBezTo>
                        <a:pt x="4924" y="14128"/>
                        <a:pt x="4924" y="14128"/>
                        <a:pt x="5082" y="14128"/>
                      </a:cubicBezTo>
                      <a:cubicBezTo>
                        <a:pt x="5241" y="14128"/>
                        <a:pt x="5241" y="13992"/>
                        <a:pt x="5241" y="13992"/>
                      </a:cubicBezTo>
                      <a:cubicBezTo>
                        <a:pt x="5241" y="13992"/>
                        <a:pt x="5400" y="13992"/>
                        <a:pt x="5400" y="13992"/>
                      </a:cubicBezTo>
                      <a:cubicBezTo>
                        <a:pt x="5400" y="13992"/>
                        <a:pt x="5876" y="13721"/>
                        <a:pt x="5876" y="13721"/>
                      </a:cubicBezTo>
                      <a:cubicBezTo>
                        <a:pt x="5876" y="13857"/>
                        <a:pt x="6035" y="13857"/>
                        <a:pt x="6194" y="13857"/>
                      </a:cubicBezTo>
                      <a:cubicBezTo>
                        <a:pt x="6194" y="13857"/>
                        <a:pt x="6671" y="14128"/>
                        <a:pt x="6671" y="14128"/>
                      </a:cubicBezTo>
                      <a:cubicBezTo>
                        <a:pt x="6671" y="13992"/>
                        <a:pt x="6671" y="13857"/>
                        <a:pt x="6671" y="13857"/>
                      </a:cubicBezTo>
                      <a:cubicBezTo>
                        <a:pt x="6671" y="13857"/>
                        <a:pt x="6829" y="13721"/>
                        <a:pt x="6829" y="13721"/>
                      </a:cubicBezTo>
                      <a:cubicBezTo>
                        <a:pt x="7465" y="13721"/>
                        <a:pt x="7465" y="13721"/>
                        <a:pt x="7465" y="13721"/>
                      </a:cubicBezTo>
                      <a:cubicBezTo>
                        <a:pt x="7465" y="13721"/>
                        <a:pt x="7624" y="13585"/>
                        <a:pt x="7624" y="13585"/>
                      </a:cubicBezTo>
                      <a:cubicBezTo>
                        <a:pt x="7465" y="13585"/>
                        <a:pt x="7306" y="13585"/>
                        <a:pt x="7306" y="13585"/>
                      </a:cubicBezTo>
                      <a:cubicBezTo>
                        <a:pt x="6988" y="13721"/>
                        <a:pt x="6988" y="13721"/>
                        <a:pt x="6988" y="13721"/>
                      </a:cubicBezTo>
                      <a:cubicBezTo>
                        <a:pt x="6671" y="13721"/>
                        <a:pt x="6671" y="13721"/>
                        <a:pt x="6671" y="13721"/>
                      </a:cubicBezTo>
                      <a:cubicBezTo>
                        <a:pt x="6671" y="13721"/>
                        <a:pt x="6512" y="13857"/>
                        <a:pt x="6512" y="13857"/>
                      </a:cubicBezTo>
                      <a:cubicBezTo>
                        <a:pt x="6353" y="13857"/>
                        <a:pt x="6194" y="13721"/>
                        <a:pt x="6194" y="13721"/>
                      </a:cubicBezTo>
                      <a:cubicBezTo>
                        <a:pt x="6035" y="13585"/>
                        <a:pt x="5718" y="13449"/>
                        <a:pt x="5718" y="13449"/>
                      </a:cubicBezTo>
                      <a:cubicBezTo>
                        <a:pt x="5559" y="13449"/>
                        <a:pt x="5718" y="13449"/>
                        <a:pt x="5400" y="13313"/>
                      </a:cubicBezTo>
                      <a:cubicBezTo>
                        <a:pt x="5082" y="13177"/>
                        <a:pt x="4924" y="13042"/>
                        <a:pt x="4924" y="13042"/>
                      </a:cubicBezTo>
                      <a:cubicBezTo>
                        <a:pt x="4765" y="12906"/>
                        <a:pt x="4765" y="12906"/>
                        <a:pt x="4765" y="12906"/>
                      </a:cubicBezTo>
                      <a:cubicBezTo>
                        <a:pt x="4765" y="12906"/>
                        <a:pt x="4765" y="12770"/>
                        <a:pt x="4606" y="12770"/>
                      </a:cubicBezTo>
                      <a:cubicBezTo>
                        <a:pt x="4447" y="12634"/>
                        <a:pt x="3971" y="12498"/>
                        <a:pt x="3971" y="12498"/>
                      </a:cubicBezTo>
                      <a:cubicBezTo>
                        <a:pt x="3971" y="12498"/>
                        <a:pt x="3971" y="12362"/>
                        <a:pt x="3971" y="12362"/>
                      </a:cubicBezTo>
                      <a:cubicBezTo>
                        <a:pt x="3971" y="12362"/>
                        <a:pt x="3971" y="11955"/>
                        <a:pt x="3971" y="11955"/>
                      </a:cubicBezTo>
                      <a:cubicBezTo>
                        <a:pt x="3971" y="11819"/>
                        <a:pt x="3812" y="11547"/>
                        <a:pt x="3812" y="11547"/>
                      </a:cubicBezTo>
                      <a:cubicBezTo>
                        <a:pt x="3812" y="11547"/>
                        <a:pt x="4129" y="11411"/>
                        <a:pt x="4129" y="11411"/>
                      </a:cubicBezTo>
                      <a:cubicBezTo>
                        <a:pt x="4288" y="11411"/>
                        <a:pt x="4447" y="11547"/>
                        <a:pt x="4447" y="11547"/>
                      </a:cubicBezTo>
                      <a:cubicBezTo>
                        <a:pt x="4606" y="11411"/>
                        <a:pt x="4606" y="11411"/>
                        <a:pt x="4606" y="11411"/>
                      </a:cubicBezTo>
                      <a:cubicBezTo>
                        <a:pt x="5876" y="9917"/>
                        <a:pt x="5876" y="9917"/>
                        <a:pt x="5876" y="9917"/>
                      </a:cubicBezTo>
                      <a:cubicBezTo>
                        <a:pt x="6988" y="8558"/>
                        <a:pt x="6988" y="8558"/>
                        <a:pt x="6988" y="8558"/>
                      </a:cubicBezTo>
                      <a:cubicBezTo>
                        <a:pt x="7465" y="6521"/>
                        <a:pt x="7465" y="6521"/>
                        <a:pt x="7465" y="6521"/>
                      </a:cubicBezTo>
                      <a:cubicBezTo>
                        <a:pt x="7782" y="5570"/>
                        <a:pt x="7782" y="5570"/>
                        <a:pt x="7782" y="5570"/>
                      </a:cubicBezTo>
                      <a:cubicBezTo>
                        <a:pt x="8100" y="4755"/>
                        <a:pt x="8100" y="4755"/>
                        <a:pt x="8100" y="4755"/>
                      </a:cubicBezTo>
                      <a:cubicBezTo>
                        <a:pt x="8100" y="4755"/>
                        <a:pt x="8100" y="4619"/>
                        <a:pt x="8259" y="4755"/>
                      </a:cubicBezTo>
                      <a:cubicBezTo>
                        <a:pt x="8259" y="4755"/>
                        <a:pt x="8418" y="5026"/>
                        <a:pt x="8418" y="5026"/>
                      </a:cubicBezTo>
                      <a:cubicBezTo>
                        <a:pt x="8576" y="5162"/>
                        <a:pt x="8576" y="5162"/>
                        <a:pt x="8576" y="5162"/>
                      </a:cubicBezTo>
                      <a:cubicBezTo>
                        <a:pt x="8735" y="5162"/>
                        <a:pt x="8735" y="5162"/>
                        <a:pt x="8735" y="5162"/>
                      </a:cubicBezTo>
                      <a:cubicBezTo>
                        <a:pt x="8735" y="5162"/>
                        <a:pt x="9053" y="5026"/>
                        <a:pt x="9212" y="5026"/>
                      </a:cubicBezTo>
                      <a:cubicBezTo>
                        <a:pt x="9212" y="5026"/>
                        <a:pt x="9847" y="5298"/>
                        <a:pt x="9847" y="5298"/>
                      </a:cubicBezTo>
                      <a:cubicBezTo>
                        <a:pt x="9847" y="5298"/>
                        <a:pt x="9847" y="5570"/>
                        <a:pt x="9847" y="5706"/>
                      </a:cubicBezTo>
                      <a:cubicBezTo>
                        <a:pt x="9847" y="5706"/>
                        <a:pt x="10165" y="5977"/>
                        <a:pt x="10006" y="6113"/>
                      </a:cubicBezTo>
                      <a:cubicBezTo>
                        <a:pt x="10006" y="6113"/>
                        <a:pt x="9847" y="6385"/>
                        <a:pt x="9847" y="6385"/>
                      </a:cubicBezTo>
                      <a:cubicBezTo>
                        <a:pt x="9847" y="6385"/>
                        <a:pt x="10006" y="6521"/>
                        <a:pt x="10006" y="6521"/>
                      </a:cubicBezTo>
                      <a:cubicBezTo>
                        <a:pt x="10165" y="6521"/>
                        <a:pt x="10165" y="6521"/>
                        <a:pt x="10324" y="6521"/>
                      </a:cubicBezTo>
                      <a:cubicBezTo>
                        <a:pt x="10482" y="6521"/>
                        <a:pt x="10641" y="6657"/>
                        <a:pt x="10641" y="6657"/>
                      </a:cubicBezTo>
                      <a:cubicBezTo>
                        <a:pt x="10641" y="6657"/>
                        <a:pt x="10641" y="6792"/>
                        <a:pt x="10641" y="6792"/>
                      </a:cubicBezTo>
                      <a:cubicBezTo>
                        <a:pt x="10641" y="6792"/>
                        <a:pt x="10641" y="7064"/>
                        <a:pt x="10641" y="7064"/>
                      </a:cubicBezTo>
                      <a:cubicBezTo>
                        <a:pt x="10641" y="7200"/>
                        <a:pt x="10324" y="7200"/>
                        <a:pt x="10324" y="7200"/>
                      </a:cubicBezTo>
                      <a:cubicBezTo>
                        <a:pt x="10324" y="7200"/>
                        <a:pt x="10324" y="7336"/>
                        <a:pt x="10324" y="7336"/>
                      </a:cubicBezTo>
                      <a:cubicBezTo>
                        <a:pt x="10165" y="7472"/>
                        <a:pt x="10006" y="7608"/>
                        <a:pt x="9847" y="7608"/>
                      </a:cubicBezTo>
                      <a:cubicBezTo>
                        <a:pt x="9847" y="7608"/>
                        <a:pt x="9529" y="7336"/>
                        <a:pt x="9529" y="7336"/>
                      </a:cubicBezTo>
                      <a:cubicBezTo>
                        <a:pt x="9529" y="7336"/>
                        <a:pt x="9371" y="7472"/>
                        <a:pt x="9371" y="7472"/>
                      </a:cubicBezTo>
                      <a:cubicBezTo>
                        <a:pt x="9529" y="7743"/>
                        <a:pt x="9529" y="7743"/>
                        <a:pt x="9529" y="7743"/>
                      </a:cubicBezTo>
                      <a:cubicBezTo>
                        <a:pt x="9688" y="8151"/>
                        <a:pt x="9688" y="8151"/>
                        <a:pt x="9688" y="8151"/>
                      </a:cubicBezTo>
                      <a:cubicBezTo>
                        <a:pt x="9529" y="8287"/>
                        <a:pt x="9529" y="8287"/>
                        <a:pt x="9529" y="8287"/>
                      </a:cubicBezTo>
                      <a:cubicBezTo>
                        <a:pt x="9688" y="8694"/>
                        <a:pt x="9688" y="8694"/>
                        <a:pt x="9688" y="8694"/>
                      </a:cubicBezTo>
                      <a:cubicBezTo>
                        <a:pt x="9688" y="8966"/>
                        <a:pt x="9688" y="8966"/>
                        <a:pt x="9688" y="8966"/>
                      </a:cubicBezTo>
                      <a:cubicBezTo>
                        <a:pt x="9371" y="9102"/>
                        <a:pt x="9371" y="9102"/>
                        <a:pt x="9371" y="9102"/>
                      </a:cubicBezTo>
                      <a:cubicBezTo>
                        <a:pt x="9371" y="9102"/>
                        <a:pt x="9212" y="9238"/>
                        <a:pt x="9053" y="9238"/>
                      </a:cubicBezTo>
                      <a:cubicBezTo>
                        <a:pt x="9053" y="9238"/>
                        <a:pt x="8894" y="9102"/>
                        <a:pt x="8894" y="9238"/>
                      </a:cubicBezTo>
                      <a:cubicBezTo>
                        <a:pt x="9053" y="9374"/>
                        <a:pt x="9053" y="9509"/>
                        <a:pt x="9212" y="9509"/>
                      </a:cubicBezTo>
                      <a:cubicBezTo>
                        <a:pt x="9371" y="9509"/>
                        <a:pt x="9688" y="9509"/>
                        <a:pt x="9688" y="9509"/>
                      </a:cubicBezTo>
                      <a:cubicBezTo>
                        <a:pt x="10006" y="9917"/>
                        <a:pt x="10006" y="9917"/>
                        <a:pt x="10006" y="9917"/>
                      </a:cubicBezTo>
                      <a:cubicBezTo>
                        <a:pt x="10006" y="9917"/>
                        <a:pt x="10165" y="9917"/>
                        <a:pt x="10324" y="9917"/>
                      </a:cubicBezTo>
                      <a:cubicBezTo>
                        <a:pt x="10324" y="9917"/>
                        <a:pt x="10641" y="10053"/>
                        <a:pt x="10641" y="10053"/>
                      </a:cubicBezTo>
                      <a:cubicBezTo>
                        <a:pt x="10641" y="10053"/>
                        <a:pt x="10641" y="10053"/>
                        <a:pt x="10800" y="10189"/>
                      </a:cubicBezTo>
                      <a:cubicBezTo>
                        <a:pt x="10959" y="10189"/>
                        <a:pt x="11276" y="10325"/>
                        <a:pt x="11276" y="10325"/>
                      </a:cubicBezTo>
                      <a:cubicBezTo>
                        <a:pt x="11276" y="10325"/>
                        <a:pt x="11276" y="10189"/>
                        <a:pt x="11118" y="10189"/>
                      </a:cubicBezTo>
                      <a:cubicBezTo>
                        <a:pt x="11118" y="10189"/>
                        <a:pt x="10959" y="9781"/>
                        <a:pt x="10641" y="9781"/>
                      </a:cubicBezTo>
                      <a:cubicBezTo>
                        <a:pt x="10482" y="9645"/>
                        <a:pt x="10324" y="9645"/>
                        <a:pt x="10165" y="9645"/>
                      </a:cubicBezTo>
                      <a:cubicBezTo>
                        <a:pt x="10006" y="9645"/>
                        <a:pt x="9688" y="9509"/>
                        <a:pt x="9688" y="9509"/>
                      </a:cubicBezTo>
                      <a:cubicBezTo>
                        <a:pt x="9688" y="9374"/>
                        <a:pt x="9529" y="9238"/>
                        <a:pt x="9688" y="9238"/>
                      </a:cubicBezTo>
                      <a:cubicBezTo>
                        <a:pt x="9688" y="9102"/>
                        <a:pt x="9688" y="8966"/>
                        <a:pt x="10006" y="8966"/>
                      </a:cubicBezTo>
                      <a:cubicBezTo>
                        <a:pt x="10165" y="8966"/>
                        <a:pt x="10324" y="9102"/>
                        <a:pt x="10482" y="8966"/>
                      </a:cubicBezTo>
                      <a:cubicBezTo>
                        <a:pt x="10641" y="8966"/>
                        <a:pt x="10959" y="8558"/>
                        <a:pt x="10959" y="8558"/>
                      </a:cubicBezTo>
                      <a:cubicBezTo>
                        <a:pt x="11276" y="8287"/>
                        <a:pt x="11276" y="8287"/>
                        <a:pt x="11276" y="8287"/>
                      </a:cubicBezTo>
                      <a:cubicBezTo>
                        <a:pt x="11753" y="8151"/>
                        <a:pt x="11753" y="8151"/>
                        <a:pt x="11753" y="8151"/>
                      </a:cubicBezTo>
                      <a:cubicBezTo>
                        <a:pt x="11753" y="8151"/>
                        <a:pt x="12388" y="7879"/>
                        <a:pt x="12388" y="7879"/>
                      </a:cubicBezTo>
                      <a:cubicBezTo>
                        <a:pt x="12388" y="7879"/>
                        <a:pt x="12547" y="7879"/>
                        <a:pt x="12706" y="8015"/>
                      </a:cubicBezTo>
                      <a:cubicBezTo>
                        <a:pt x="12865" y="8151"/>
                        <a:pt x="12865" y="8151"/>
                        <a:pt x="12865" y="8151"/>
                      </a:cubicBezTo>
                      <a:cubicBezTo>
                        <a:pt x="13024" y="8151"/>
                        <a:pt x="13341" y="8287"/>
                        <a:pt x="13341" y="8287"/>
                      </a:cubicBezTo>
                      <a:cubicBezTo>
                        <a:pt x="13341" y="8287"/>
                        <a:pt x="13341" y="8287"/>
                        <a:pt x="13500" y="8423"/>
                      </a:cubicBezTo>
                      <a:cubicBezTo>
                        <a:pt x="13500" y="8423"/>
                        <a:pt x="13659" y="8558"/>
                        <a:pt x="13500" y="8830"/>
                      </a:cubicBezTo>
                      <a:cubicBezTo>
                        <a:pt x="13500" y="8966"/>
                        <a:pt x="13500" y="9102"/>
                        <a:pt x="13500" y="9102"/>
                      </a:cubicBezTo>
                      <a:cubicBezTo>
                        <a:pt x="13500" y="9102"/>
                        <a:pt x="13659" y="8966"/>
                        <a:pt x="13659" y="8830"/>
                      </a:cubicBezTo>
                      <a:cubicBezTo>
                        <a:pt x="13659" y="8558"/>
                        <a:pt x="13659" y="8423"/>
                        <a:pt x="13659" y="8287"/>
                      </a:cubicBezTo>
                      <a:cubicBezTo>
                        <a:pt x="13659" y="8151"/>
                        <a:pt x="13500" y="8015"/>
                        <a:pt x="13500" y="8015"/>
                      </a:cubicBezTo>
                      <a:cubicBezTo>
                        <a:pt x="13500" y="8015"/>
                        <a:pt x="13182" y="8151"/>
                        <a:pt x="12865" y="8015"/>
                      </a:cubicBezTo>
                      <a:cubicBezTo>
                        <a:pt x="12706" y="7879"/>
                        <a:pt x="12706" y="7743"/>
                        <a:pt x="12547" y="7743"/>
                      </a:cubicBezTo>
                      <a:cubicBezTo>
                        <a:pt x="12547" y="7743"/>
                        <a:pt x="12388" y="7608"/>
                        <a:pt x="12229" y="7608"/>
                      </a:cubicBezTo>
                      <a:cubicBezTo>
                        <a:pt x="12229" y="7608"/>
                        <a:pt x="12229" y="7472"/>
                        <a:pt x="12229" y="7336"/>
                      </a:cubicBezTo>
                      <a:cubicBezTo>
                        <a:pt x="12229" y="7200"/>
                        <a:pt x="12229" y="7064"/>
                        <a:pt x="12229" y="6928"/>
                      </a:cubicBezTo>
                      <a:cubicBezTo>
                        <a:pt x="12229" y="6928"/>
                        <a:pt x="12071" y="6792"/>
                        <a:pt x="12229" y="6657"/>
                      </a:cubicBezTo>
                      <a:cubicBezTo>
                        <a:pt x="12388" y="6521"/>
                        <a:pt x="12388" y="6521"/>
                        <a:pt x="12547" y="6521"/>
                      </a:cubicBezTo>
                      <a:cubicBezTo>
                        <a:pt x="12547" y="6385"/>
                        <a:pt x="12865" y="6249"/>
                        <a:pt x="12706" y="6249"/>
                      </a:cubicBezTo>
                      <a:cubicBezTo>
                        <a:pt x="12706" y="6113"/>
                        <a:pt x="12547" y="6113"/>
                        <a:pt x="12388" y="6113"/>
                      </a:cubicBezTo>
                      <a:cubicBezTo>
                        <a:pt x="12229" y="6113"/>
                        <a:pt x="12388" y="6249"/>
                        <a:pt x="12229" y="6249"/>
                      </a:cubicBezTo>
                      <a:cubicBezTo>
                        <a:pt x="11912" y="6249"/>
                        <a:pt x="11912" y="6113"/>
                        <a:pt x="11753" y="5977"/>
                      </a:cubicBezTo>
                      <a:cubicBezTo>
                        <a:pt x="11753" y="5842"/>
                        <a:pt x="11753" y="5842"/>
                        <a:pt x="11594" y="5977"/>
                      </a:cubicBezTo>
                      <a:cubicBezTo>
                        <a:pt x="11435" y="5977"/>
                        <a:pt x="11276" y="5842"/>
                        <a:pt x="11276" y="5842"/>
                      </a:cubicBezTo>
                      <a:cubicBezTo>
                        <a:pt x="11276" y="5842"/>
                        <a:pt x="11118" y="5706"/>
                        <a:pt x="11276" y="5570"/>
                      </a:cubicBezTo>
                      <a:cubicBezTo>
                        <a:pt x="11276" y="5570"/>
                        <a:pt x="11435" y="5298"/>
                        <a:pt x="11435" y="5298"/>
                      </a:cubicBezTo>
                      <a:cubicBezTo>
                        <a:pt x="11435" y="5298"/>
                        <a:pt x="11435" y="4891"/>
                        <a:pt x="11435" y="4891"/>
                      </a:cubicBezTo>
                      <a:cubicBezTo>
                        <a:pt x="11435" y="4755"/>
                        <a:pt x="11435" y="4755"/>
                        <a:pt x="11435" y="4755"/>
                      </a:cubicBezTo>
                      <a:close/>
                      <a:moveTo>
                        <a:pt x="20171" y="136"/>
                      </a:moveTo>
                      <a:cubicBezTo>
                        <a:pt x="20171" y="136"/>
                        <a:pt x="20171" y="136"/>
                        <a:pt x="20171" y="136"/>
                      </a:cubicBezTo>
                      <a:cubicBezTo>
                        <a:pt x="20171" y="136"/>
                        <a:pt x="20171" y="0"/>
                        <a:pt x="20329" y="0"/>
                      </a:cubicBezTo>
                      <a:cubicBezTo>
                        <a:pt x="20488" y="0"/>
                        <a:pt x="20488" y="0"/>
                        <a:pt x="20647" y="0"/>
                      </a:cubicBezTo>
                      <a:cubicBezTo>
                        <a:pt x="20647" y="0"/>
                        <a:pt x="20965" y="0"/>
                        <a:pt x="20965" y="0"/>
                      </a:cubicBezTo>
                      <a:cubicBezTo>
                        <a:pt x="20965" y="0"/>
                        <a:pt x="21124" y="0"/>
                        <a:pt x="21282" y="0"/>
                      </a:cubicBezTo>
                      <a:cubicBezTo>
                        <a:pt x="21282" y="0"/>
                        <a:pt x="21441" y="0"/>
                        <a:pt x="21441" y="0"/>
                      </a:cubicBezTo>
                      <a:cubicBezTo>
                        <a:pt x="21600" y="0"/>
                        <a:pt x="21441" y="136"/>
                        <a:pt x="21441" y="136"/>
                      </a:cubicBezTo>
                      <a:cubicBezTo>
                        <a:pt x="21124" y="136"/>
                        <a:pt x="21124" y="136"/>
                        <a:pt x="21124" y="136"/>
                      </a:cubicBezTo>
                      <a:cubicBezTo>
                        <a:pt x="21124" y="136"/>
                        <a:pt x="20965" y="136"/>
                        <a:pt x="20806" y="136"/>
                      </a:cubicBezTo>
                      <a:cubicBezTo>
                        <a:pt x="20806" y="272"/>
                        <a:pt x="20647" y="272"/>
                        <a:pt x="20647" y="272"/>
                      </a:cubicBezTo>
                      <a:cubicBezTo>
                        <a:pt x="20647" y="272"/>
                        <a:pt x="20488" y="272"/>
                        <a:pt x="20488" y="272"/>
                      </a:cubicBezTo>
                      <a:cubicBezTo>
                        <a:pt x="20329" y="272"/>
                        <a:pt x="20329" y="136"/>
                        <a:pt x="20329" y="272"/>
                      </a:cubicBezTo>
                      <a:cubicBezTo>
                        <a:pt x="20171" y="272"/>
                        <a:pt x="20171" y="136"/>
                        <a:pt x="20171" y="136"/>
                      </a:cubicBezTo>
                      <a:close/>
                      <a:moveTo>
                        <a:pt x="18741" y="815"/>
                      </a:moveTo>
                      <a:cubicBezTo>
                        <a:pt x="18741" y="815"/>
                        <a:pt x="18741" y="815"/>
                        <a:pt x="18741" y="815"/>
                      </a:cubicBezTo>
                      <a:cubicBezTo>
                        <a:pt x="18741" y="815"/>
                        <a:pt x="18741" y="679"/>
                        <a:pt x="18900" y="679"/>
                      </a:cubicBezTo>
                      <a:cubicBezTo>
                        <a:pt x="18900" y="679"/>
                        <a:pt x="18900" y="543"/>
                        <a:pt x="19059" y="679"/>
                      </a:cubicBezTo>
                      <a:cubicBezTo>
                        <a:pt x="19059" y="679"/>
                        <a:pt x="19059" y="951"/>
                        <a:pt x="19059" y="951"/>
                      </a:cubicBezTo>
                      <a:cubicBezTo>
                        <a:pt x="18900" y="951"/>
                        <a:pt x="18900" y="951"/>
                        <a:pt x="18741" y="951"/>
                      </a:cubicBezTo>
                      <a:cubicBezTo>
                        <a:pt x="18741" y="951"/>
                        <a:pt x="18741" y="815"/>
                        <a:pt x="18741" y="815"/>
                      </a:cubicBezTo>
                      <a:close/>
                      <a:moveTo>
                        <a:pt x="17788" y="1223"/>
                      </a:moveTo>
                      <a:cubicBezTo>
                        <a:pt x="17788" y="1223"/>
                        <a:pt x="17788" y="1223"/>
                        <a:pt x="17788" y="1223"/>
                      </a:cubicBezTo>
                      <a:cubicBezTo>
                        <a:pt x="17788" y="1223"/>
                        <a:pt x="17629" y="1087"/>
                        <a:pt x="17629" y="1087"/>
                      </a:cubicBezTo>
                      <a:cubicBezTo>
                        <a:pt x="17629" y="1087"/>
                        <a:pt x="17629" y="951"/>
                        <a:pt x="17788" y="951"/>
                      </a:cubicBezTo>
                      <a:cubicBezTo>
                        <a:pt x="17788" y="951"/>
                        <a:pt x="17947" y="951"/>
                        <a:pt x="17947" y="951"/>
                      </a:cubicBezTo>
                      <a:cubicBezTo>
                        <a:pt x="18106" y="951"/>
                        <a:pt x="18106" y="951"/>
                        <a:pt x="18106" y="951"/>
                      </a:cubicBezTo>
                      <a:cubicBezTo>
                        <a:pt x="18106" y="951"/>
                        <a:pt x="18265" y="815"/>
                        <a:pt x="18265" y="815"/>
                      </a:cubicBezTo>
                      <a:cubicBezTo>
                        <a:pt x="18265" y="815"/>
                        <a:pt x="18424" y="1087"/>
                        <a:pt x="18424" y="1087"/>
                      </a:cubicBezTo>
                      <a:cubicBezTo>
                        <a:pt x="18424" y="1087"/>
                        <a:pt x="18424" y="1087"/>
                        <a:pt x="18265" y="1087"/>
                      </a:cubicBezTo>
                      <a:cubicBezTo>
                        <a:pt x="18265" y="1087"/>
                        <a:pt x="18106" y="1223"/>
                        <a:pt x="18106" y="1223"/>
                      </a:cubicBezTo>
                      <a:cubicBezTo>
                        <a:pt x="17947" y="1358"/>
                        <a:pt x="17947" y="1358"/>
                        <a:pt x="17947" y="1358"/>
                      </a:cubicBezTo>
                      <a:cubicBezTo>
                        <a:pt x="17788" y="1223"/>
                        <a:pt x="17788" y="1223"/>
                        <a:pt x="17788" y="1223"/>
                      </a:cubicBezTo>
                      <a:close/>
                      <a:moveTo>
                        <a:pt x="17153" y="1630"/>
                      </a:moveTo>
                      <a:cubicBezTo>
                        <a:pt x="17153" y="1630"/>
                        <a:pt x="17153" y="1630"/>
                        <a:pt x="17153" y="1630"/>
                      </a:cubicBezTo>
                      <a:cubicBezTo>
                        <a:pt x="17153" y="1494"/>
                        <a:pt x="16994" y="1494"/>
                        <a:pt x="16994" y="1494"/>
                      </a:cubicBezTo>
                      <a:cubicBezTo>
                        <a:pt x="16994" y="1494"/>
                        <a:pt x="16835" y="1358"/>
                        <a:pt x="16835" y="1358"/>
                      </a:cubicBezTo>
                      <a:cubicBezTo>
                        <a:pt x="16835" y="1358"/>
                        <a:pt x="16835" y="1223"/>
                        <a:pt x="16994" y="1223"/>
                      </a:cubicBezTo>
                      <a:cubicBezTo>
                        <a:pt x="16994" y="1223"/>
                        <a:pt x="16994" y="1223"/>
                        <a:pt x="16994" y="1358"/>
                      </a:cubicBezTo>
                      <a:cubicBezTo>
                        <a:pt x="17153" y="1358"/>
                        <a:pt x="17153" y="1494"/>
                        <a:pt x="17153" y="1494"/>
                      </a:cubicBezTo>
                      <a:cubicBezTo>
                        <a:pt x="17153" y="1630"/>
                        <a:pt x="17153" y="1630"/>
                        <a:pt x="17153" y="1630"/>
                      </a:cubicBezTo>
                      <a:close/>
                      <a:moveTo>
                        <a:pt x="15247" y="1630"/>
                      </a:moveTo>
                      <a:cubicBezTo>
                        <a:pt x="15247" y="1630"/>
                        <a:pt x="15247" y="1630"/>
                        <a:pt x="15247" y="1630"/>
                      </a:cubicBezTo>
                      <a:cubicBezTo>
                        <a:pt x="15247" y="1630"/>
                        <a:pt x="15247" y="1630"/>
                        <a:pt x="15406" y="1630"/>
                      </a:cubicBezTo>
                      <a:cubicBezTo>
                        <a:pt x="15565" y="1494"/>
                        <a:pt x="15565" y="1358"/>
                        <a:pt x="15724" y="1494"/>
                      </a:cubicBezTo>
                      <a:cubicBezTo>
                        <a:pt x="15882" y="1494"/>
                        <a:pt x="16200" y="1630"/>
                        <a:pt x="16200" y="1630"/>
                      </a:cubicBezTo>
                      <a:cubicBezTo>
                        <a:pt x="16200" y="1630"/>
                        <a:pt x="16200" y="1494"/>
                        <a:pt x="16200" y="1494"/>
                      </a:cubicBezTo>
                      <a:cubicBezTo>
                        <a:pt x="16359" y="1494"/>
                        <a:pt x="16359" y="1630"/>
                        <a:pt x="16359" y="1630"/>
                      </a:cubicBezTo>
                      <a:cubicBezTo>
                        <a:pt x="16359" y="1630"/>
                        <a:pt x="16200" y="1630"/>
                        <a:pt x="16200" y="1630"/>
                      </a:cubicBezTo>
                      <a:cubicBezTo>
                        <a:pt x="16041" y="1766"/>
                        <a:pt x="16041" y="1766"/>
                        <a:pt x="15882" y="1766"/>
                      </a:cubicBezTo>
                      <a:cubicBezTo>
                        <a:pt x="15724" y="1766"/>
                        <a:pt x="15724" y="1630"/>
                        <a:pt x="15565" y="1766"/>
                      </a:cubicBezTo>
                      <a:cubicBezTo>
                        <a:pt x="15565" y="1766"/>
                        <a:pt x="15565" y="1902"/>
                        <a:pt x="15406" y="1902"/>
                      </a:cubicBezTo>
                      <a:cubicBezTo>
                        <a:pt x="15406" y="1902"/>
                        <a:pt x="15247" y="1902"/>
                        <a:pt x="15247" y="1902"/>
                      </a:cubicBezTo>
                      <a:cubicBezTo>
                        <a:pt x="15247" y="1766"/>
                        <a:pt x="15247" y="1630"/>
                        <a:pt x="15247" y="1630"/>
                      </a:cubicBezTo>
                      <a:close/>
                      <a:moveTo>
                        <a:pt x="14771" y="1766"/>
                      </a:moveTo>
                      <a:cubicBezTo>
                        <a:pt x="14771" y="1766"/>
                        <a:pt x="14771" y="1766"/>
                        <a:pt x="14771" y="1766"/>
                      </a:cubicBezTo>
                      <a:cubicBezTo>
                        <a:pt x="14771" y="1766"/>
                        <a:pt x="14771" y="1630"/>
                        <a:pt x="14929" y="1766"/>
                      </a:cubicBezTo>
                      <a:cubicBezTo>
                        <a:pt x="14929" y="1766"/>
                        <a:pt x="14929" y="1630"/>
                        <a:pt x="14929" y="1766"/>
                      </a:cubicBezTo>
                      <a:cubicBezTo>
                        <a:pt x="15088" y="1902"/>
                        <a:pt x="15088" y="2038"/>
                        <a:pt x="14929" y="2038"/>
                      </a:cubicBezTo>
                      <a:cubicBezTo>
                        <a:pt x="14771" y="1902"/>
                        <a:pt x="14771" y="1766"/>
                        <a:pt x="14771" y="1766"/>
                      </a:cubicBezTo>
                      <a:close/>
                      <a:moveTo>
                        <a:pt x="12865" y="1766"/>
                      </a:moveTo>
                      <a:cubicBezTo>
                        <a:pt x="12865" y="1766"/>
                        <a:pt x="12865" y="1766"/>
                        <a:pt x="12865" y="1766"/>
                      </a:cubicBezTo>
                      <a:cubicBezTo>
                        <a:pt x="12865" y="1766"/>
                        <a:pt x="12865" y="1630"/>
                        <a:pt x="13024" y="1630"/>
                      </a:cubicBezTo>
                      <a:cubicBezTo>
                        <a:pt x="13024" y="1630"/>
                        <a:pt x="13024" y="1630"/>
                        <a:pt x="13182" y="1630"/>
                      </a:cubicBezTo>
                      <a:cubicBezTo>
                        <a:pt x="13182" y="1766"/>
                        <a:pt x="13341" y="1766"/>
                        <a:pt x="13341" y="1766"/>
                      </a:cubicBezTo>
                      <a:cubicBezTo>
                        <a:pt x="13500" y="1766"/>
                        <a:pt x="13500" y="1766"/>
                        <a:pt x="13500" y="1766"/>
                      </a:cubicBezTo>
                      <a:cubicBezTo>
                        <a:pt x="13659" y="1766"/>
                        <a:pt x="13659" y="1630"/>
                        <a:pt x="13818" y="1766"/>
                      </a:cubicBezTo>
                      <a:cubicBezTo>
                        <a:pt x="13976" y="1766"/>
                        <a:pt x="13976" y="1766"/>
                        <a:pt x="14135" y="1766"/>
                      </a:cubicBezTo>
                      <a:cubicBezTo>
                        <a:pt x="14135" y="1766"/>
                        <a:pt x="14453" y="1766"/>
                        <a:pt x="14453" y="1766"/>
                      </a:cubicBezTo>
                      <a:cubicBezTo>
                        <a:pt x="14453" y="1766"/>
                        <a:pt x="14453" y="1902"/>
                        <a:pt x="14453" y="1902"/>
                      </a:cubicBezTo>
                      <a:cubicBezTo>
                        <a:pt x="14294" y="1902"/>
                        <a:pt x="14294" y="1902"/>
                        <a:pt x="14135" y="1902"/>
                      </a:cubicBezTo>
                      <a:cubicBezTo>
                        <a:pt x="14135" y="1902"/>
                        <a:pt x="14294" y="1902"/>
                        <a:pt x="13976" y="1902"/>
                      </a:cubicBezTo>
                      <a:cubicBezTo>
                        <a:pt x="13818" y="1902"/>
                        <a:pt x="13818" y="1902"/>
                        <a:pt x="13659" y="1902"/>
                      </a:cubicBezTo>
                      <a:cubicBezTo>
                        <a:pt x="13659" y="1902"/>
                        <a:pt x="13659" y="1902"/>
                        <a:pt x="13500" y="1902"/>
                      </a:cubicBezTo>
                      <a:cubicBezTo>
                        <a:pt x="13500" y="1902"/>
                        <a:pt x="13500" y="1902"/>
                        <a:pt x="13500" y="1902"/>
                      </a:cubicBezTo>
                      <a:cubicBezTo>
                        <a:pt x="13341" y="1902"/>
                        <a:pt x="13818" y="1766"/>
                        <a:pt x="13341" y="1902"/>
                      </a:cubicBezTo>
                      <a:cubicBezTo>
                        <a:pt x="12865" y="2038"/>
                        <a:pt x="12865" y="2038"/>
                        <a:pt x="12865" y="2038"/>
                      </a:cubicBezTo>
                      <a:cubicBezTo>
                        <a:pt x="12865" y="2038"/>
                        <a:pt x="12865" y="1902"/>
                        <a:pt x="12865" y="1902"/>
                      </a:cubicBezTo>
                      <a:cubicBezTo>
                        <a:pt x="12865" y="1902"/>
                        <a:pt x="12865" y="1766"/>
                        <a:pt x="12865" y="1766"/>
                      </a:cubicBezTo>
                      <a:close/>
                      <a:moveTo>
                        <a:pt x="10800" y="2174"/>
                      </a:moveTo>
                      <a:cubicBezTo>
                        <a:pt x="10800" y="2174"/>
                        <a:pt x="10800" y="2174"/>
                        <a:pt x="10800" y="2174"/>
                      </a:cubicBezTo>
                      <a:cubicBezTo>
                        <a:pt x="10959" y="2174"/>
                        <a:pt x="10959" y="2174"/>
                        <a:pt x="10959" y="2174"/>
                      </a:cubicBezTo>
                      <a:cubicBezTo>
                        <a:pt x="10959" y="2174"/>
                        <a:pt x="11276" y="2174"/>
                        <a:pt x="11276" y="2038"/>
                      </a:cubicBezTo>
                      <a:cubicBezTo>
                        <a:pt x="11435" y="2038"/>
                        <a:pt x="11435" y="2038"/>
                        <a:pt x="11435" y="2038"/>
                      </a:cubicBezTo>
                      <a:cubicBezTo>
                        <a:pt x="11435" y="2038"/>
                        <a:pt x="11753" y="1902"/>
                        <a:pt x="11753" y="1902"/>
                      </a:cubicBezTo>
                      <a:cubicBezTo>
                        <a:pt x="11912" y="1902"/>
                        <a:pt x="12071" y="1766"/>
                        <a:pt x="12071" y="1766"/>
                      </a:cubicBezTo>
                      <a:cubicBezTo>
                        <a:pt x="12071" y="1766"/>
                        <a:pt x="12388" y="1902"/>
                        <a:pt x="12388" y="1902"/>
                      </a:cubicBezTo>
                      <a:cubicBezTo>
                        <a:pt x="12547" y="1902"/>
                        <a:pt x="12547" y="1766"/>
                        <a:pt x="12547" y="1766"/>
                      </a:cubicBezTo>
                      <a:cubicBezTo>
                        <a:pt x="12229" y="1630"/>
                        <a:pt x="12229" y="1630"/>
                        <a:pt x="12229" y="1630"/>
                      </a:cubicBezTo>
                      <a:cubicBezTo>
                        <a:pt x="11594" y="1766"/>
                        <a:pt x="11594" y="1766"/>
                        <a:pt x="11594" y="1766"/>
                      </a:cubicBezTo>
                      <a:cubicBezTo>
                        <a:pt x="11594" y="1766"/>
                        <a:pt x="11118" y="1902"/>
                        <a:pt x="10959" y="1902"/>
                      </a:cubicBezTo>
                      <a:cubicBezTo>
                        <a:pt x="10800" y="1766"/>
                        <a:pt x="10641" y="1902"/>
                        <a:pt x="10641" y="1902"/>
                      </a:cubicBezTo>
                      <a:cubicBezTo>
                        <a:pt x="10482" y="2038"/>
                        <a:pt x="10482" y="2038"/>
                        <a:pt x="10482" y="2038"/>
                      </a:cubicBezTo>
                      <a:cubicBezTo>
                        <a:pt x="10482" y="2038"/>
                        <a:pt x="10641" y="2174"/>
                        <a:pt x="10641" y="2174"/>
                      </a:cubicBezTo>
                      <a:cubicBezTo>
                        <a:pt x="10641" y="2309"/>
                        <a:pt x="10800" y="2174"/>
                        <a:pt x="10800" y="2174"/>
                      </a:cubicBezTo>
                      <a:close/>
                      <a:moveTo>
                        <a:pt x="8894" y="2989"/>
                      </a:moveTo>
                      <a:cubicBezTo>
                        <a:pt x="8894" y="2989"/>
                        <a:pt x="8894" y="2989"/>
                        <a:pt x="8894" y="2989"/>
                      </a:cubicBezTo>
                      <a:cubicBezTo>
                        <a:pt x="8894" y="2989"/>
                        <a:pt x="8894" y="2989"/>
                        <a:pt x="8894" y="2989"/>
                      </a:cubicBezTo>
                      <a:cubicBezTo>
                        <a:pt x="9053" y="3125"/>
                        <a:pt x="9053" y="3125"/>
                        <a:pt x="9053" y="3125"/>
                      </a:cubicBezTo>
                      <a:cubicBezTo>
                        <a:pt x="9053" y="3125"/>
                        <a:pt x="9212" y="2989"/>
                        <a:pt x="9212" y="2989"/>
                      </a:cubicBezTo>
                      <a:cubicBezTo>
                        <a:pt x="9212" y="2853"/>
                        <a:pt x="9371" y="2853"/>
                        <a:pt x="9371" y="2853"/>
                      </a:cubicBezTo>
                      <a:cubicBezTo>
                        <a:pt x="9371" y="2853"/>
                        <a:pt x="9529" y="2717"/>
                        <a:pt x="9688" y="2717"/>
                      </a:cubicBezTo>
                      <a:cubicBezTo>
                        <a:pt x="9688" y="2717"/>
                        <a:pt x="10006" y="2581"/>
                        <a:pt x="10006" y="2581"/>
                      </a:cubicBezTo>
                      <a:cubicBezTo>
                        <a:pt x="10006" y="2445"/>
                        <a:pt x="10006" y="2445"/>
                        <a:pt x="10006" y="2445"/>
                      </a:cubicBezTo>
                      <a:cubicBezTo>
                        <a:pt x="10006" y="2445"/>
                        <a:pt x="9529" y="2445"/>
                        <a:pt x="9529" y="2445"/>
                      </a:cubicBezTo>
                      <a:cubicBezTo>
                        <a:pt x="9529" y="2445"/>
                        <a:pt x="9212" y="2717"/>
                        <a:pt x="9212" y="2717"/>
                      </a:cubicBezTo>
                      <a:cubicBezTo>
                        <a:pt x="9212" y="2717"/>
                        <a:pt x="8894" y="2989"/>
                        <a:pt x="8894" y="2989"/>
                      </a:cubicBezTo>
                      <a:close/>
                      <a:moveTo>
                        <a:pt x="8735" y="4347"/>
                      </a:moveTo>
                      <a:cubicBezTo>
                        <a:pt x="8735" y="4347"/>
                        <a:pt x="8735" y="4347"/>
                        <a:pt x="8735" y="4347"/>
                      </a:cubicBezTo>
                      <a:cubicBezTo>
                        <a:pt x="8735" y="4347"/>
                        <a:pt x="9053" y="4075"/>
                        <a:pt x="9053" y="3940"/>
                      </a:cubicBezTo>
                      <a:cubicBezTo>
                        <a:pt x="9053" y="3940"/>
                        <a:pt x="9053" y="3668"/>
                        <a:pt x="9053" y="3668"/>
                      </a:cubicBezTo>
                      <a:cubicBezTo>
                        <a:pt x="9053" y="3396"/>
                        <a:pt x="9053" y="3396"/>
                        <a:pt x="9053" y="3396"/>
                      </a:cubicBezTo>
                      <a:cubicBezTo>
                        <a:pt x="8735" y="3125"/>
                        <a:pt x="8735" y="3125"/>
                        <a:pt x="8735" y="3125"/>
                      </a:cubicBezTo>
                      <a:cubicBezTo>
                        <a:pt x="8735" y="3125"/>
                        <a:pt x="8576" y="3396"/>
                        <a:pt x="8576" y="3396"/>
                      </a:cubicBezTo>
                      <a:cubicBezTo>
                        <a:pt x="8576" y="3532"/>
                        <a:pt x="8418" y="3532"/>
                        <a:pt x="8259" y="3668"/>
                      </a:cubicBezTo>
                      <a:cubicBezTo>
                        <a:pt x="8100" y="3804"/>
                        <a:pt x="8100" y="3940"/>
                        <a:pt x="8100" y="4075"/>
                      </a:cubicBezTo>
                      <a:cubicBezTo>
                        <a:pt x="8100" y="4075"/>
                        <a:pt x="7941" y="4211"/>
                        <a:pt x="7941" y="4347"/>
                      </a:cubicBezTo>
                      <a:cubicBezTo>
                        <a:pt x="7941" y="4483"/>
                        <a:pt x="8100" y="4483"/>
                        <a:pt x="8259" y="4483"/>
                      </a:cubicBezTo>
                      <a:cubicBezTo>
                        <a:pt x="8418" y="4483"/>
                        <a:pt x="8259" y="4483"/>
                        <a:pt x="8259" y="4483"/>
                      </a:cubicBezTo>
                      <a:cubicBezTo>
                        <a:pt x="8735" y="4347"/>
                        <a:pt x="8735" y="4347"/>
                        <a:pt x="8735" y="4347"/>
                      </a:cubicBezTo>
                      <a:close/>
                      <a:moveTo>
                        <a:pt x="3335" y="12770"/>
                      </a:moveTo>
                      <a:cubicBezTo>
                        <a:pt x="3335" y="12770"/>
                        <a:pt x="3335" y="12770"/>
                        <a:pt x="3335" y="12770"/>
                      </a:cubicBezTo>
                      <a:cubicBezTo>
                        <a:pt x="3335" y="12770"/>
                        <a:pt x="3335" y="12770"/>
                        <a:pt x="3494" y="12770"/>
                      </a:cubicBezTo>
                      <a:cubicBezTo>
                        <a:pt x="3494" y="12770"/>
                        <a:pt x="3494" y="12634"/>
                        <a:pt x="3494" y="12634"/>
                      </a:cubicBezTo>
                      <a:cubicBezTo>
                        <a:pt x="3653" y="12634"/>
                        <a:pt x="3653" y="12770"/>
                        <a:pt x="3653" y="12770"/>
                      </a:cubicBezTo>
                      <a:cubicBezTo>
                        <a:pt x="3812" y="12770"/>
                        <a:pt x="3812" y="12906"/>
                        <a:pt x="3812" y="12906"/>
                      </a:cubicBezTo>
                      <a:cubicBezTo>
                        <a:pt x="3971" y="13177"/>
                        <a:pt x="3971" y="13177"/>
                        <a:pt x="3971" y="13177"/>
                      </a:cubicBezTo>
                      <a:cubicBezTo>
                        <a:pt x="3971" y="13177"/>
                        <a:pt x="3971" y="13313"/>
                        <a:pt x="3971" y="13313"/>
                      </a:cubicBezTo>
                      <a:cubicBezTo>
                        <a:pt x="3971" y="13449"/>
                        <a:pt x="3971" y="13449"/>
                        <a:pt x="3971" y="13449"/>
                      </a:cubicBezTo>
                      <a:cubicBezTo>
                        <a:pt x="3971" y="13449"/>
                        <a:pt x="4129" y="13449"/>
                        <a:pt x="4288" y="13449"/>
                      </a:cubicBezTo>
                      <a:cubicBezTo>
                        <a:pt x="4288" y="13449"/>
                        <a:pt x="4288" y="13585"/>
                        <a:pt x="4447" y="13585"/>
                      </a:cubicBezTo>
                      <a:cubicBezTo>
                        <a:pt x="4606" y="13721"/>
                        <a:pt x="4606" y="13721"/>
                        <a:pt x="4606" y="13721"/>
                      </a:cubicBezTo>
                      <a:cubicBezTo>
                        <a:pt x="4765" y="13857"/>
                        <a:pt x="4765" y="13857"/>
                        <a:pt x="4924" y="13992"/>
                      </a:cubicBezTo>
                      <a:cubicBezTo>
                        <a:pt x="5082" y="13992"/>
                        <a:pt x="5082" y="13992"/>
                        <a:pt x="5241" y="13992"/>
                      </a:cubicBezTo>
                      <a:cubicBezTo>
                        <a:pt x="5241" y="13857"/>
                        <a:pt x="5241" y="13857"/>
                        <a:pt x="5400" y="13857"/>
                      </a:cubicBezTo>
                      <a:cubicBezTo>
                        <a:pt x="5400" y="13857"/>
                        <a:pt x="5400" y="13857"/>
                        <a:pt x="5559" y="13857"/>
                      </a:cubicBezTo>
                      <a:cubicBezTo>
                        <a:pt x="5559" y="13721"/>
                        <a:pt x="5400" y="13721"/>
                        <a:pt x="5400" y="13721"/>
                      </a:cubicBezTo>
                      <a:cubicBezTo>
                        <a:pt x="5400" y="13721"/>
                        <a:pt x="5241" y="13585"/>
                        <a:pt x="5082" y="13449"/>
                      </a:cubicBezTo>
                      <a:cubicBezTo>
                        <a:pt x="5082" y="13449"/>
                        <a:pt x="5082" y="13449"/>
                        <a:pt x="5082" y="13313"/>
                      </a:cubicBezTo>
                      <a:cubicBezTo>
                        <a:pt x="5082" y="13313"/>
                        <a:pt x="5082" y="13313"/>
                        <a:pt x="4924" y="13177"/>
                      </a:cubicBezTo>
                      <a:cubicBezTo>
                        <a:pt x="4765" y="13177"/>
                        <a:pt x="4765" y="13177"/>
                        <a:pt x="4765" y="13177"/>
                      </a:cubicBezTo>
                      <a:cubicBezTo>
                        <a:pt x="4606" y="13042"/>
                        <a:pt x="4606" y="12906"/>
                        <a:pt x="4606" y="12906"/>
                      </a:cubicBezTo>
                      <a:cubicBezTo>
                        <a:pt x="4606" y="12906"/>
                        <a:pt x="4288" y="12906"/>
                        <a:pt x="4288" y="12770"/>
                      </a:cubicBezTo>
                      <a:cubicBezTo>
                        <a:pt x="4288" y="12770"/>
                        <a:pt x="4129" y="12770"/>
                        <a:pt x="4129" y="12770"/>
                      </a:cubicBezTo>
                      <a:cubicBezTo>
                        <a:pt x="4129" y="12770"/>
                        <a:pt x="3812" y="12634"/>
                        <a:pt x="3812" y="12498"/>
                      </a:cubicBezTo>
                      <a:cubicBezTo>
                        <a:pt x="3812" y="12498"/>
                        <a:pt x="3812" y="12362"/>
                        <a:pt x="3812" y="12362"/>
                      </a:cubicBezTo>
                      <a:cubicBezTo>
                        <a:pt x="3812" y="12362"/>
                        <a:pt x="3653" y="12362"/>
                        <a:pt x="3494" y="12362"/>
                      </a:cubicBezTo>
                      <a:cubicBezTo>
                        <a:pt x="3335" y="12498"/>
                        <a:pt x="3176" y="12498"/>
                        <a:pt x="3176" y="12498"/>
                      </a:cubicBezTo>
                      <a:cubicBezTo>
                        <a:pt x="3018" y="12498"/>
                        <a:pt x="3018" y="12634"/>
                        <a:pt x="3018" y="12634"/>
                      </a:cubicBezTo>
                      <a:cubicBezTo>
                        <a:pt x="3018" y="12634"/>
                        <a:pt x="3018" y="12770"/>
                        <a:pt x="3176" y="12770"/>
                      </a:cubicBezTo>
                      <a:cubicBezTo>
                        <a:pt x="3176" y="12906"/>
                        <a:pt x="3335" y="12770"/>
                        <a:pt x="3335" y="12770"/>
                      </a:cubicBezTo>
                      <a:close/>
                      <a:moveTo>
                        <a:pt x="11276" y="10189"/>
                      </a:moveTo>
                      <a:cubicBezTo>
                        <a:pt x="11276" y="10189"/>
                        <a:pt x="11276" y="10189"/>
                        <a:pt x="11276" y="10189"/>
                      </a:cubicBezTo>
                      <a:cubicBezTo>
                        <a:pt x="11276" y="10325"/>
                        <a:pt x="11276" y="10325"/>
                        <a:pt x="11276" y="10325"/>
                      </a:cubicBezTo>
                      <a:cubicBezTo>
                        <a:pt x="11276" y="10325"/>
                        <a:pt x="11276" y="10325"/>
                        <a:pt x="11435" y="10325"/>
                      </a:cubicBezTo>
                      <a:cubicBezTo>
                        <a:pt x="11435" y="10189"/>
                        <a:pt x="11435" y="10325"/>
                        <a:pt x="11594" y="10325"/>
                      </a:cubicBezTo>
                      <a:cubicBezTo>
                        <a:pt x="11594" y="10325"/>
                        <a:pt x="11594" y="10325"/>
                        <a:pt x="11594" y="10325"/>
                      </a:cubicBezTo>
                      <a:cubicBezTo>
                        <a:pt x="11753" y="10325"/>
                        <a:pt x="11912" y="10053"/>
                        <a:pt x="11912" y="10053"/>
                      </a:cubicBezTo>
                      <a:cubicBezTo>
                        <a:pt x="11912" y="10053"/>
                        <a:pt x="11912" y="10053"/>
                        <a:pt x="12071" y="10053"/>
                      </a:cubicBezTo>
                      <a:cubicBezTo>
                        <a:pt x="12071" y="10053"/>
                        <a:pt x="12229" y="10053"/>
                        <a:pt x="12229" y="9917"/>
                      </a:cubicBezTo>
                      <a:cubicBezTo>
                        <a:pt x="12229" y="9917"/>
                        <a:pt x="12229" y="9917"/>
                        <a:pt x="12388" y="9917"/>
                      </a:cubicBezTo>
                      <a:cubicBezTo>
                        <a:pt x="12388" y="9781"/>
                        <a:pt x="12388" y="9781"/>
                        <a:pt x="12388" y="9781"/>
                      </a:cubicBezTo>
                      <a:cubicBezTo>
                        <a:pt x="12547" y="9645"/>
                        <a:pt x="12706" y="9645"/>
                        <a:pt x="12706" y="9645"/>
                      </a:cubicBezTo>
                      <a:cubicBezTo>
                        <a:pt x="12865" y="9509"/>
                        <a:pt x="12865" y="9509"/>
                        <a:pt x="12865" y="9374"/>
                      </a:cubicBezTo>
                      <a:cubicBezTo>
                        <a:pt x="12865" y="9374"/>
                        <a:pt x="12706" y="9374"/>
                        <a:pt x="12706" y="9509"/>
                      </a:cubicBezTo>
                      <a:cubicBezTo>
                        <a:pt x="12547" y="9509"/>
                        <a:pt x="12388" y="9509"/>
                        <a:pt x="12388" y="9509"/>
                      </a:cubicBezTo>
                      <a:cubicBezTo>
                        <a:pt x="12388" y="9645"/>
                        <a:pt x="12229" y="9645"/>
                        <a:pt x="12229" y="9645"/>
                      </a:cubicBezTo>
                      <a:cubicBezTo>
                        <a:pt x="12071" y="9645"/>
                        <a:pt x="11912" y="9781"/>
                        <a:pt x="11753" y="9781"/>
                      </a:cubicBezTo>
                      <a:cubicBezTo>
                        <a:pt x="11753" y="9781"/>
                        <a:pt x="11753" y="9917"/>
                        <a:pt x="11594" y="10053"/>
                      </a:cubicBezTo>
                      <a:cubicBezTo>
                        <a:pt x="11594" y="10053"/>
                        <a:pt x="11594" y="10053"/>
                        <a:pt x="11594" y="10189"/>
                      </a:cubicBezTo>
                      <a:cubicBezTo>
                        <a:pt x="11435" y="10189"/>
                        <a:pt x="11276" y="10189"/>
                        <a:pt x="11276" y="1018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24" name="Shape">
                  <a:extLst>
                    <a:ext uri="{FF2B5EF4-FFF2-40B4-BE49-F238E27FC236}">
                      <a16:creationId xmlns:a16="http://schemas.microsoft.com/office/drawing/2014/main" id="{6593C786-234E-4499-ACC0-1995481AB13B}"/>
                    </a:ext>
                  </a:extLst>
                </p:cNvPr>
                <p:cNvSpPr/>
                <p:nvPr/>
              </p:nvSpPr>
              <p:spPr>
                <a:xfrm>
                  <a:off x="7747093" y="5039879"/>
                  <a:ext cx="587412" cy="40182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56" y="5990"/>
                      </a:moveTo>
                      <a:cubicBezTo>
                        <a:pt x="0" y="5627"/>
                        <a:pt x="0" y="5627"/>
                        <a:pt x="0" y="5627"/>
                      </a:cubicBezTo>
                      <a:cubicBezTo>
                        <a:pt x="511" y="5082"/>
                        <a:pt x="511" y="5082"/>
                        <a:pt x="511" y="5082"/>
                      </a:cubicBezTo>
                      <a:cubicBezTo>
                        <a:pt x="511" y="5082"/>
                        <a:pt x="767" y="5082"/>
                        <a:pt x="895" y="4901"/>
                      </a:cubicBezTo>
                      <a:cubicBezTo>
                        <a:pt x="1150" y="4901"/>
                        <a:pt x="1917" y="4538"/>
                        <a:pt x="1917" y="4538"/>
                      </a:cubicBezTo>
                      <a:cubicBezTo>
                        <a:pt x="2173" y="4175"/>
                        <a:pt x="2173" y="4175"/>
                        <a:pt x="2173" y="4175"/>
                      </a:cubicBezTo>
                      <a:cubicBezTo>
                        <a:pt x="2173" y="4175"/>
                        <a:pt x="2428" y="3812"/>
                        <a:pt x="2428" y="3812"/>
                      </a:cubicBezTo>
                      <a:cubicBezTo>
                        <a:pt x="2556" y="3812"/>
                        <a:pt x="2812" y="3812"/>
                        <a:pt x="2940" y="3630"/>
                      </a:cubicBezTo>
                      <a:cubicBezTo>
                        <a:pt x="2940" y="3630"/>
                        <a:pt x="3067" y="3449"/>
                        <a:pt x="3067" y="3449"/>
                      </a:cubicBezTo>
                      <a:cubicBezTo>
                        <a:pt x="3067" y="3449"/>
                        <a:pt x="3067" y="3267"/>
                        <a:pt x="3195" y="3267"/>
                      </a:cubicBezTo>
                      <a:cubicBezTo>
                        <a:pt x="3195" y="3267"/>
                        <a:pt x="3323" y="3267"/>
                        <a:pt x="3451" y="3086"/>
                      </a:cubicBezTo>
                      <a:cubicBezTo>
                        <a:pt x="3579" y="3086"/>
                        <a:pt x="3579" y="3086"/>
                        <a:pt x="3707" y="2904"/>
                      </a:cubicBezTo>
                      <a:cubicBezTo>
                        <a:pt x="3707" y="2904"/>
                        <a:pt x="3834" y="2360"/>
                        <a:pt x="3834" y="2360"/>
                      </a:cubicBezTo>
                      <a:cubicBezTo>
                        <a:pt x="3834" y="2360"/>
                        <a:pt x="3834" y="2360"/>
                        <a:pt x="3834" y="2360"/>
                      </a:cubicBezTo>
                      <a:cubicBezTo>
                        <a:pt x="3962" y="2360"/>
                        <a:pt x="4090" y="2541"/>
                        <a:pt x="4090" y="2541"/>
                      </a:cubicBezTo>
                      <a:cubicBezTo>
                        <a:pt x="4090" y="2541"/>
                        <a:pt x="4346" y="2541"/>
                        <a:pt x="4473" y="2541"/>
                      </a:cubicBezTo>
                      <a:cubicBezTo>
                        <a:pt x="4473" y="2541"/>
                        <a:pt x="4729" y="2360"/>
                        <a:pt x="4729" y="2360"/>
                      </a:cubicBezTo>
                      <a:cubicBezTo>
                        <a:pt x="4729" y="2360"/>
                        <a:pt x="4729" y="2178"/>
                        <a:pt x="4857" y="2178"/>
                      </a:cubicBezTo>
                      <a:cubicBezTo>
                        <a:pt x="4985" y="2178"/>
                        <a:pt x="5112" y="2178"/>
                        <a:pt x="5240" y="2178"/>
                      </a:cubicBezTo>
                      <a:cubicBezTo>
                        <a:pt x="5240" y="2178"/>
                        <a:pt x="5496" y="2178"/>
                        <a:pt x="5496" y="2178"/>
                      </a:cubicBezTo>
                      <a:cubicBezTo>
                        <a:pt x="5624" y="1997"/>
                        <a:pt x="5624" y="1997"/>
                        <a:pt x="5624" y="1997"/>
                      </a:cubicBezTo>
                      <a:cubicBezTo>
                        <a:pt x="5751" y="1997"/>
                        <a:pt x="5624" y="1815"/>
                        <a:pt x="5751" y="1997"/>
                      </a:cubicBezTo>
                      <a:cubicBezTo>
                        <a:pt x="5879" y="1997"/>
                        <a:pt x="5751" y="2178"/>
                        <a:pt x="5879" y="1997"/>
                      </a:cubicBezTo>
                      <a:cubicBezTo>
                        <a:pt x="6007" y="1815"/>
                        <a:pt x="6135" y="1452"/>
                        <a:pt x="6135" y="1452"/>
                      </a:cubicBezTo>
                      <a:cubicBezTo>
                        <a:pt x="6135" y="1452"/>
                        <a:pt x="6007" y="1452"/>
                        <a:pt x="6263" y="1452"/>
                      </a:cubicBezTo>
                      <a:cubicBezTo>
                        <a:pt x="6518" y="1452"/>
                        <a:pt x="6518" y="1452"/>
                        <a:pt x="6774" y="1452"/>
                      </a:cubicBezTo>
                      <a:cubicBezTo>
                        <a:pt x="6902" y="1452"/>
                        <a:pt x="7157" y="1271"/>
                        <a:pt x="7157" y="1271"/>
                      </a:cubicBezTo>
                      <a:cubicBezTo>
                        <a:pt x="7285" y="1271"/>
                        <a:pt x="7413" y="1089"/>
                        <a:pt x="7413" y="1089"/>
                      </a:cubicBezTo>
                      <a:cubicBezTo>
                        <a:pt x="7413" y="908"/>
                        <a:pt x="6902" y="545"/>
                        <a:pt x="6902" y="545"/>
                      </a:cubicBezTo>
                      <a:cubicBezTo>
                        <a:pt x="6902" y="545"/>
                        <a:pt x="6646" y="363"/>
                        <a:pt x="7030" y="363"/>
                      </a:cubicBezTo>
                      <a:cubicBezTo>
                        <a:pt x="7413" y="545"/>
                        <a:pt x="7541" y="545"/>
                        <a:pt x="7541" y="545"/>
                      </a:cubicBezTo>
                      <a:cubicBezTo>
                        <a:pt x="7669" y="545"/>
                        <a:pt x="7669" y="363"/>
                        <a:pt x="7796" y="363"/>
                      </a:cubicBezTo>
                      <a:cubicBezTo>
                        <a:pt x="7924" y="182"/>
                        <a:pt x="8052" y="0"/>
                        <a:pt x="8052" y="0"/>
                      </a:cubicBezTo>
                      <a:cubicBezTo>
                        <a:pt x="8180" y="0"/>
                        <a:pt x="8436" y="363"/>
                        <a:pt x="8436" y="363"/>
                      </a:cubicBezTo>
                      <a:cubicBezTo>
                        <a:pt x="8436" y="726"/>
                        <a:pt x="8436" y="726"/>
                        <a:pt x="8436" y="726"/>
                      </a:cubicBezTo>
                      <a:cubicBezTo>
                        <a:pt x="8819" y="726"/>
                        <a:pt x="8819" y="726"/>
                        <a:pt x="8819" y="726"/>
                      </a:cubicBezTo>
                      <a:cubicBezTo>
                        <a:pt x="8819" y="726"/>
                        <a:pt x="8947" y="545"/>
                        <a:pt x="9075" y="726"/>
                      </a:cubicBezTo>
                      <a:cubicBezTo>
                        <a:pt x="9202" y="726"/>
                        <a:pt x="9458" y="1089"/>
                        <a:pt x="9458" y="1089"/>
                      </a:cubicBezTo>
                      <a:cubicBezTo>
                        <a:pt x="9330" y="1452"/>
                        <a:pt x="9330" y="1452"/>
                        <a:pt x="9330" y="1452"/>
                      </a:cubicBezTo>
                      <a:cubicBezTo>
                        <a:pt x="8819" y="1634"/>
                        <a:pt x="8819" y="1634"/>
                        <a:pt x="8819" y="1634"/>
                      </a:cubicBezTo>
                      <a:cubicBezTo>
                        <a:pt x="8819" y="1634"/>
                        <a:pt x="8819" y="1997"/>
                        <a:pt x="8947" y="1997"/>
                      </a:cubicBezTo>
                      <a:cubicBezTo>
                        <a:pt x="8947" y="1997"/>
                        <a:pt x="9075" y="2178"/>
                        <a:pt x="9202" y="1997"/>
                      </a:cubicBezTo>
                      <a:cubicBezTo>
                        <a:pt x="9330" y="1997"/>
                        <a:pt x="9330" y="1815"/>
                        <a:pt x="9330" y="1815"/>
                      </a:cubicBezTo>
                      <a:cubicBezTo>
                        <a:pt x="9330" y="1815"/>
                        <a:pt x="9714" y="1815"/>
                        <a:pt x="9714" y="1997"/>
                      </a:cubicBezTo>
                      <a:cubicBezTo>
                        <a:pt x="9714" y="1997"/>
                        <a:pt x="9969" y="2178"/>
                        <a:pt x="9969" y="2178"/>
                      </a:cubicBezTo>
                      <a:cubicBezTo>
                        <a:pt x="10097" y="1997"/>
                        <a:pt x="10225" y="1997"/>
                        <a:pt x="10353" y="1997"/>
                      </a:cubicBezTo>
                      <a:cubicBezTo>
                        <a:pt x="10353" y="1997"/>
                        <a:pt x="10480" y="2178"/>
                        <a:pt x="10608" y="2178"/>
                      </a:cubicBezTo>
                      <a:cubicBezTo>
                        <a:pt x="10736" y="2178"/>
                        <a:pt x="10864" y="1815"/>
                        <a:pt x="10864" y="1815"/>
                      </a:cubicBezTo>
                      <a:cubicBezTo>
                        <a:pt x="10864" y="1815"/>
                        <a:pt x="10992" y="1815"/>
                        <a:pt x="10992" y="1997"/>
                      </a:cubicBezTo>
                      <a:cubicBezTo>
                        <a:pt x="11120" y="1997"/>
                        <a:pt x="10992" y="1997"/>
                        <a:pt x="11120" y="2178"/>
                      </a:cubicBezTo>
                      <a:cubicBezTo>
                        <a:pt x="11120" y="2360"/>
                        <a:pt x="11120" y="2360"/>
                        <a:pt x="11247" y="2360"/>
                      </a:cubicBezTo>
                      <a:cubicBezTo>
                        <a:pt x="11375" y="2541"/>
                        <a:pt x="11631" y="2541"/>
                        <a:pt x="11631" y="2723"/>
                      </a:cubicBezTo>
                      <a:cubicBezTo>
                        <a:pt x="11631" y="2723"/>
                        <a:pt x="11759" y="3086"/>
                        <a:pt x="11886" y="3086"/>
                      </a:cubicBezTo>
                      <a:cubicBezTo>
                        <a:pt x="12014" y="2904"/>
                        <a:pt x="12014" y="2904"/>
                        <a:pt x="12142" y="2904"/>
                      </a:cubicBezTo>
                      <a:cubicBezTo>
                        <a:pt x="12270" y="3086"/>
                        <a:pt x="12525" y="2904"/>
                        <a:pt x="12525" y="3086"/>
                      </a:cubicBezTo>
                      <a:cubicBezTo>
                        <a:pt x="12398" y="3267"/>
                        <a:pt x="12398" y="3449"/>
                        <a:pt x="12398" y="3630"/>
                      </a:cubicBezTo>
                      <a:cubicBezTo>
                        <a:pt x="12398" y="3630"/>
                        <a:pt x="12270" y="3812"/>
                        <a:pt x="12142" y="3812"/>
                      </a:cubicBezTo>
                      <a:cubicBezTo>
                        <a:pt x="12014" y="3812"/>
                        <a:pt x="11886" y="3993"/>
                        <a:pt x="11886" y="3993"/>
                      </a:cubicBezTo>
                      <a:cubicBezTo>
                        <a:pt x="11886" y="4175"/>
                        <a:pt x="11759" y="4356"/>
                        <a:pt x="11759" y="4538"/>
                      </a:cubicBezTo>
                      <a:cubicBezTo>
                        <a:pt x="11631" y="4719"/>
                        <a:pt x="11631" y="4901"/>
                        <a:pt x="11631" y="4901"/>
                      </a:cubicBezTo>
                      <a:cubicBezTo>
                        <a:pt x="11503" y="5082"/>
                        <a:pt x="11503" y="5082"/>
                        <a:pt x="11503" y="5082"/>
                      </a:cubicBezTo>
                      <a:cubicBezTo>
                        <a:pt x="11503" y="5264"/>
                        <a:pt x="11886" y="5990"/>
                        <a:pt x="11886" y="5990"/>
                      </a:cubicBezTo>
                      <a:cubicBezTo>
                        <a:pt x="12142" y="6171"/>
                        <a:pt x="12142" y="6171"/>
                        <a:pt x="12142" y="6171"/>
                      </a:cubicBezTo>
                      <a:cubicBezTo>
                        <a:pt x="12270" y="6534"/>
                        <a:pt x="12270" y="6534"/>
                        <a:pt x="12270" y="6534"/>
                      </a:cubicBezTo>
                      <a:cubicBezTo>
                        <a:pt x="13037" y="7261"/>
                        <a:pt x="13037" y="7261"/>
                        <a:pt x="13037" y="7261"/>
                      </a:cubicBezTo>
                      <a:cubicBezTo>
                        <a:pt x="13037" y="7261"/>
                        <a:pt x="13292" y="7442"/>
                        <a:pt x="13548" y="7442"/>
                      </a:cubicBezTo>
                      <a:cubicBezTo>
                        <a:pt x="13804" y="7624"/>
                        <a:pt x="14059" y="7624"/>
                        <a:pt x="14059" y="7624"/>
                      </a:cubicBezTo>
                      <a:cubicBezTo>
                        <a:pt x="14443" y="8168"/>
                        <a:pt x="14443" y="8168"/>
                        <a:pt x="14443" y="8168"/>
                      </a:cubicBezTo>
                      <a:cubicBezTo>
                        <a:pt x="14443" y="8168"/>
                        <a:pt x="14698" y="8168"/>
                        <a:pt x="14826" y="8168"/>
                      </a:cubicBezTo>
                      <a:cubicBezTo>
                        <a:pt x="14826" y="8350"/>
                        <a:pt x="15209" y="8350"/>
                        <a:pt x="15209" y="8350"/>
                      </a:cubicBezTo>
                      <a:cubicBezTo>
                        <a:pt x="15465" y="8350"/>
                        <a:pt x="15465" y="8350"/>
                        <a:pt x="15465" y="8350"/>
                      </a:cubicBezTo>
                      <a:cubicBezTo>
                        <a:pt x="15465" y="8350"/>
                        <a:pt x="15593" y="8168"/>
                        <a:pt x="15721" y="8531"/>
                      </a:cubicBezTo>
                      <a:cubicBezTo>
                        <a:pt x="15721" y="8713"/>
                        <a:pt x="15849" y="9076"/>
                        <a:pt x="15849" y="9076"/>
                      </a:cubicBezTo>
                      <a:cubicBezTo>
                        <a:pt x="15849" y="9076"/>
                        <a:pt x="15849" y="9257"/>
                        <a:pt x="15849" y="9439"/>
                      </a:cubicBezTo>
                      <a:cubicBezTo>
                        <a:pt x="15721" y="9439"/>
                        <a:pt x="15721" y="9439"/>
                        <a:pt x="15721" y="9620"/>
                      </a:cubicBezTo>
                      <a:cubicBezTo>
                        <a:pt x="15721" y="9620"/>
                        <a:pt x="15721" y="10346"/>
                        <a:pt x="15721" y="10346"/>
                      </a:cubicBezTo>
                      <a:cubicBezTo>
                        <a:pt x="15721" y="10346"/>
                        <a:pt x="15721" y="10528"/>
                        <a:pt x="15593" y="10528"/>
                      </a:cubicBezTo>
                      <a:cubicBezTo>
                        <a:pt x="15337" y="10709"/>
                        <a:pt x="15337" y="10709"/>
                        <a:pt x="15209" y="10709"/>
                      </a:cubicBezTo>
                      <a:cubicBezTo>
                        <a:pt x="14954" y="10709"/>
                        <a:pt x="14570" y="10891"/>
                        <a:pt x="14443" y="11072"/>
                      </a:cubicBezTo>
                      <a:cubicBezTo>
                        <a:pt x="14443" y="11072"/>
                        <a:pt x="14187" y="11072"/>
                        <a:pt x="14187" y="11072"/>
                      </a:cubicBezTo>
                      <a:cubicBezTo>
                        <a:pt x="14187" y="11254"/>
                        <a:pt x="14059" y="11617"/>
                        <a:pt x="14059" y="11617"/>
                      </a:cubicBezTo>
                      <a:cubicBezTo>
                        <a:pt x="14059" y="11617"/>
                        <a:pt x="14059" y="11980"/>
                        <a:pt x="14315" y="11980"/>
                      </a:cubicBezTo>
                      <a:cubicBezTo>
                        <a:pt x="14698" y="11980"/>
                        <a:pt x="14698" y="11980"/>
                        <a:pt x="14826" y="11980"/>
                      </a:cubicBezTo>
                      <a:cubicBezTo>
                        <a:pt x="14954" y="11980"/>
                        <a:pt x="14954" y="11798"/>
                        <a:pt x="15209" y="11980"/>
                      </a:cubicBezTo>
                      <a:cubicBezTo>
                        <a:pt x="15337" y="11980"/>
                        <a:pt x="15465" y="12343"/>
                        <a:pt x="15465" y="12343"/>
                      </a:cubicBezTo>
                      <a:cubicBezTo>
                        <a:pt x="15721" y="12706"/>
                        <a:pt x="15721" y="12706"/>
                        <a:pt x="15721" y="12706"/>
                      </a:cubicBezTo>
                      <a:cubicBezTo>
                        <a:pt x="15976" y="12887"/>
                        <a:pt x="15976" y="12887"/>
                        <a:pt x="15976" y="12887"/>
                      </a:cubicBezTo>
                      <a:cubicBezTo>
                        <a:pt x="16743" y="12887"/>
                        <a:pt x="16743" y="12887"/>
                        <a:pt x="16743" y="12887"/>
                      </a:cubicBezTo>
                      <a:cubicBezTo>
                        <a:pt x="17254" y="13613"/>
                        <a:pt x="17254" y="13613"/>
                        <a:pt x="17254" y="13613"/>
                      </a:cubicBezTo>
                      <a:cubicBezTo>
                        <a:pt x="17893" y="13795"/>
                        <a:pt x="17893" y="13795"/>
                        <a:pt x="17893" y="13795"/>
                      </a:cubicBezTo>
                      <a:cubicBezTo>
                        <a:pt x="17893" y="13795"/>
                        <a:pt x="17893" y="14339"/>
                        <a:pt x="18021" y="14339"/>
                      </a:cubicBezTo>
                      <a:cubicBezTo>
                        <a:pt x="18277" y="14339"/>
                        <a:pt x="18405" y="14158"/>
                        <a:pt x="18405" y="14158"/>
                      </a:cubicBezTo>
                      <a:cubicBezTo>
                        <a:pt x="18405" y="14158"/>
                        <a:pt x="18660" y="13795"/>
                        <a:pt x="18788" y="13795"/>
                      </a:cubicBezTo>
                      <a:cubicBezTo>
                        <a:pt x="19044" y="13613"/>
                        <a:pt x="18916" y="13432"/>
                        <a:pt x="19172" y="13613"/>
                      </a:cubicBezTo>
                      <a:cubicBezTo>
                        <a:pt x="19427" y="13976"/>
                        <a:pt x="19938" y="13613"/>
                        <a:pt x="19938" y="13613"/>
                      </a:cubicBezTo>
                      <a:cubicBezTo>
                        <a:pt x="20194" y="13613"/>
                        <a:pt x="20194" y="13613"/>
                        <a:pt x="20194" y="13613"/>
                      </a:cubicBezTo>
                      <a:cubicBezTo>
                        <a:pt x="20194" y="14158"/>
                        <a:pt x="20194" y="14158"/>
                        <a:pt x="20194" y="14158"/>
                      </a:cubicBezTo>
                      <a:cubicBezTo>
                        <a:pt x="20194" y="14703"/>
                        <a:pt x="20194" y="14703"/>
                        <a:pt x="20194" y="14703"/>
                      </a:cubicBezTo>
                      <a:cubicBezTo>
                        <a:pt x="19811" y="15066"/>
                        <a:pt x="19811" y="15066"/>
                        <a:pt x="19811" y="15066"/>
                      </a:cubicBezTo>
                      <a:cubicBezTo>
                        <a:pt x="19683" y="15247"/>
                        <a:pt x="19683" y="15247"/>
                        <a:pt x="19683" y="15247"/>
                      </a:cubicBezTo>
                      <a:cubicBezTo>
                        <a:pt x="19683" y="15247"/>
                        <a:pt x="19683" y="15429"/>
                        <a:pt x="19683" y="15610"/>
                      </a:cubicBezTo>
                      <a:cubicBezTo>
                        <a:pt x="19811" y="15610"/>
                        <a:pt x="19938" y="15792"/>
                        <a:pt x="19938" y="15792"/>
                      </a:cubicBezTo>
                      <a:cubicBezTo>
                        <a:pt x="20450" y="15973"/>
                        <a:pt x="20450" y="15973"/>
                        <a:pt x="20450" y="15973"/>
                      </a:cubicBezTo>
                      <a:cubicBezTo>
                        <a:pt x="20833" y="16336"/>
                        <a:pt x="20833" y="16336"/>
                        <a:pt x="20833" y="16336"/>
                      </a:cubicBezTo>
                      <a:cubicBezTo>
                        <a:pt x="20833" y="16336"/>
                        <a:pt x="20833" y="16881"/>
                        <a:pt x="20961" y="16881"/>
                      </a:cubicBezTo>
                      <a:cubicBezTo>
                        <a:pt x="21089" y="16881"/>
                        <a:pt x="21344" y="17062"/>
                        <a:pt x="21344" y="17062"/>
                      </a:cubicBezTo>
                      <a:cubicBezTo>
                        <a:pt x="21344" y="17062"/>
                        <a:pt x="20833" y="17607"/>
                        <a:pt x="20705" y="17607"/>
                      </a:cubicBezTo>
                      <a:cubicBezTo>
                        <a:pt x="20578" y="17607"/>
                        <a:pt x="20194" y="17425"/>
                        <a:pt x="20194" y="17425"/>
                      </a:cubicBezTo>
                      <a:cubicBezTo>
                        <a:pt x="20322" y="18151"/>
                        <a:pt x="20322" y="18151"/>
                        <a:pt x="20322" y="18151"/>
                      </a:cubicBezTo>
                      <a:cubicBezTo>
                        <a:pt x="20833" y="18151"/>
                        <a:pt x="20833" y="18151"/>
                        <a:pt x="20833" y="18151"/>
                      </a:cubicBezTo>
                      <a:cubicBezTo>
                        <a:pt x="20833" y="18151"/>
                        <a:pt x="20833" y="18151"/>
                        <a:pt x="20961" y="18333"/>
                      </a:cubicBezTo>
                      <a:cubicBezTo>
                        <a:pt x="20961" y="18514"/>
                        <a:pt x="21089" y="18696"/>
                        <a:pt x="21089" y="18696"/>
                      </a:cubicBezTo>
                      <a:cubicBezTo>
                        <a:pt x="21089" y="18696"/>
                        <a:pt x="21600" y="18514"/>
                        <a:pt x="21600" y="19240"/>
                      </a:cubicBezTo>
                      <a:cubicBezTo>
                        <a:pt x="21472" y="19422"/>
                        <a:pt x="21344" y="19966"/>
                        <a:pt x="21344" y="20148"/>
                      </a:cubicBezTo>
                      <a:cubicBezTo>
                        <a:pt x="21472" y="20148"/>
                        <a:pt x="21472" y="20329"/>
                        <a:pt x="21472" y="20329"/>
                      </a:cubicBezTo>
                      <a:cubicBezTo>
                        <a:pt x="21217" y="20692"/>
                        <a:pt x="21217" y="20692"/>
                        <a:pt x="21217" y="20692"/>
                      </a:cubicBezTo>
                      <a:cubicBezTo>
                        <a:pt x="20705" y="20692"/>
                        <a:pt x="20705" y="20692"/>
                        <a:pt x="20705" y="20692"/>
                      </a:cubicBezTo>
                      <a:cubicBezTo>
                        <a:pt x="20194" y="21055"/>
                        <a:pt x="20194" y="21055"/>
                        <a:pt x="20194" y="21055"/>
                      </a:cubicBezTo>
                      <a:cubicBezTo>
                        <a:pt x="19938" y="21418"/>
                        <a:pt x="19938" y="21418"/>
                        <a:pt x="19938" y="21418"/>
                      </a:cubicBezTo>
                      <a:cubicBezTo>
                        <a:pt x="19683" y="21600"/>
                        <a:pt x="19683" y="21600"/>
                        <a:pt x="19683" y="21600"/>
                      </a:cubicBezTo>
                      <a:cubicBezTo>
                        <a:pt x="19299" y="20874"/>
                        <a:pt x="19299" y="20874"/>
                        <a:pt x="19299" y="20874"/>
                      </a:cubicBezTo>
                      <a:cubicBezTo>
                        <a:pt x="18533" y="19966"/>
                        <a:pt x="18533" y="19966"/>
                        <a:pt x="18533" y="19966"/>
                      </a:cubicBezTo>
                      <a:cubicBezTo>
                        <a:pt x="18149" y="19422"/>
                        <a:pt x="18149" y="19422"/>
                        <a:pt x="18149" y="19422"/>
                      </a:cubicBezTo>
                      <a:cubicBezTo>
                        <a:pt x="17893" y="18696"/>
                        <a:pt x="17893" y="18696"/>
                        <a:pt x="17893" y="18696"/>
                      </a:cubicBezTo>
                      <a:cubicBezTo>
                        <a:pt x="17893" y="18151"/>
                        <a:pt x="17893" y="18151"/>
                        <a:pt x="17893" y="18151"/>
                      </a:cubicBezTo>
                      <a:cubicBezTo>
                        <a:pt x="17638" y="17788"/>
                        <a:pt x="17638" y="17788"/>
                        <a:pt x="17638" y="17788"/>
                      </a:cubicBezTo>
                      <a:cubicBezTo>
                        <a:pt x="17638" y="17788"/>
                        <a:pt x="17510" y="17788"/>
                        <a:pt x="17254" y="17788"/>
                      </a:cubicBezTo>
                      <a:cubicBezTo>
                        <a:pt x="17127" y="17788"/>
                        <a:pt x="16743" y="17607"/>
                        <a:pt x="16743" y="17607"/>
                      </a:cubicBezTo>
                      <a:cubicBezTo>
                        <a:pt x="16488" y="17607"/>
                        <a:pt x="16488" y="17607"/>
                        <a:pt x="16488" y="17607"/>
                      </a:cubicBezTo>
                      <a:cubicBezTo>
                        <a:pt x="16488" y="16699"/>
                        <a:pt x="16488" y="16699"/>
                        <a:pt x="16488" y="16699"/>
                      </a:cubicBezTo>
                      <a:cubicBezTo>
                        <a:pt x="16488" y="16699"/>
                        <a:pt x="16360" y="15973"/>
                        <a:pt x="16232" y="15973"/>
                      </a:cubicBezTo>
                      <a:cubicBezTo>
                        <a:pt x="16232" y="15792"/>
                        <a:pt x="16104" y="15429"/>
                        <a:pt x="16104" y="15429"/>
                      </a:cubicBezTo>
                      <a:cubicBezTo>
                        <a:pt x="16104" y="15429"/>
                        <a:pt x="15721" y="15610"/>
                        <a:pt x="15465" y="15610"/>
                      </a:cubicBezTo>
                      <a:cubicBezTo>
                        <a:pt x="15337" y="15792"/>
                        <a:pt x="15082" y="15973"/>
                        <a:pt x="14954" y="16155"/>
                      </a:cubicBezTo>
                      <a:cubicBezTo>
                        <a:pt x="14826" y="16336"/>
                        <a:pt x="14570" y="16518"/>
                        <a:pt x="14570" y="16518"/>
                      </a:cubicBezTo>
                      <a:cubicBezTo>
                        <a:pt x="13931" y="16881"/>
                        <a:pt x="13931" y="16881"/>
                        <a:pt x="13931" y="16881"/>
                      </a:cubicBezTo>
                      <a:cubicBezTo>
                        <a:pt x="13548" y="16518"/>
                        <a:pt x="13548" y="16518"/>
                        <a:pt x="13548" y="16518"/>
                      </a:cubicBezTo>
                      <a:cubicBezTo>
                        <a:pt x="12909" y="16336"/>
                        <a:pt x="12909" y="16336"/>
                        <a:pt x="12909" y="16336"/>
                      </a:cubicBezTo>
                      <a:cubicBezTo>
                        <a:pt x="12653" y="17062"/>
                        <a:pt x="12653" y="17062"/>
                        <a:pt x="12653" y="17062"/>
                      </a:cubicBezTo>
                      <a:cubicBezTo>
                        <a:pt x="12653" y="17062"/>
                        <a:pt x="12525" y="16699"/>
                        <a:pt x="12398" y="16518"/>
                      </a:cubicBezTo>
                      <a:cubicBezTo>
                        <a:pt x="12398" y="16155"/>
                        <a:pt x="12270" y="15610"/>
                        <a:pt x="12270" y="15610"/>
                      </a:cubicBezTo>
                      <a:cubicBezTo>
                        <a:pt x="12270" y="15610"/>
                        <a:pt x="12142" y="15429"/>
                        <a:pt x="12014" y="15429"/>
                      </a:cubicBezTo>
                      <a:cubicBezTo>
                        <a:pt x="11886" y="15429"/>
                        <a:pt x="11631" y="15247"/>
                        <a:pt x="11631" y="15247"/>
                      </a:cubicBezTo>
                      <a:cubicBezTo>
                        <a:pt x="11247" y="15247"/>
                        <a:pt x="11247" y="15247"/>
                        <a:pt x="11247" y="15247"/>
                      </a:cubicBezTo>
                      <a:cubicBezTo>
                        <a:pt x="10864" y="15973"/>
                        <a:pt x="10864" y="15973"/>
                        <a:pt x="10864" y="15973"/>
                      </a:cubicBezTo>
                      <a:cubicBezTo>
                        <a:pt x="10225" y="16336"/>
                        <a:pt x="10225" y="16336"/>
                        <a:pt x="10225" y="16336"/>
                      </a:cubicBezTo>
                      <a:cubicBezTo>
                        <a:pt x="9714" y="15973"/>
                        <a:pt x="9714" y="15973"/>
                        <a:pt x="9714" y="15973"/>
                      </a:cubicBezTo>
                      <a:cubicBezTo>
                        <a:pt x="9714" y="15973"/>
                        <a:pt x="9586" y="15610"/>
                        <a:pt x="9458" y="15792"/>
                      </a:cubicBezTo>
                      <a:cubicBezTo>
                        <a:pt x="9330" y="15792"/>
                        <a:pt x="8947" y="15610"/>
                        <a:pt x="8947" y="15610"/>
                      </a:cubicBezTo>
                      <a:cubicBezTo>
                        <a:pt x="8947" y="15610"/>
                        <a:pt x="8819" y="15429"/>
                        <a:pt x="8819" y="15247"/>
                      </a:cubicBezTo>
                      <a:cubicBezTo>
                        <a:pt x="8819" y="15066"/>
                        <a:pt x="8436" y="14703"/>
                        <a:pt x="8436" y="14703"/>
                      </a:cubicBezTo>
                      <a:cubicBezTo>
                        <a:pt x="8436" y="14703"/>
                        <a:pt x="7924" y="14339"/>
                        <a:pt x="7796" y="14339"/>
                      </a:cubicBezTo>
                      <a:cubicBezTo>
                        <a:pt x="7669" y="14521"/>
                        <a:pt x="7285" y="14521"/>
                        <a:pt x="7157" y="14521"/>
                      </a:cubicBezTo>
                      <a:cubicBezTo>
                        <a:pt x="6902" y="14521"/>
                        <a:pt x="6263" y="14339"/>
                        <a:pt x="6263" y="14339"/>
                      </a:cubicBezTo>
                      <a:cubicBezTo>
                        <a:pt x="5751" y="14884"/>
                        <a:pt x="5751" y="14884"/>
                        <a:pt x="5751" y="14884"/>
                      </a:cubicBezTo>
                      <a:cubicBezTo>
                        <a:pt x="5751" y="14884"/>
                        <a:pt x="5496" y="14884"/>
                        <a:pt x="5240" y="15066"/>
                      </a:cubicBezTo>
                      <a:cubicBezTo>
                        <a:pt x="5112" y="15066"/>
                        <a:pt x="4857" y="15247"/>
                        <a:pt x="4857" y="15247"/>
                      </a:cubicBezTo>
                      <a:cubicBezTo>
                        <a:pt x="4857" y="15247"/>
                        <a:pt x="4346" y="15066"/>
                        <a:pt x="4218" y="15066"/>
                      </a:cubicBezTo>
                      <a:cubicBezTo>
                        <a:pt x="4090" y="15066"/>
                        <a:pt x="4090" y="15066"/>
                        <a:pt x="3834" y="15066"/>
                      </a:cubicBezTo>
                      <a:cubicBezTo>
                        <a:pt x="3579" y="15066"/>
                        <a:pt x="2940" y="15066"/>
                        <a:pt x="2940" y="15066"/>
                      </a:cubicBezTo>
                      <a:cubicBezTo>
                        <a:pt x="3323" y="14521"/>
                        <a:pt x="3323" y="14521"/>
                        <a:pt x="3323" y="14521"/>
                      </a:cubicBezTo>
                      <a:cubicBezTo>
                        <a:pt x="3323" y="14521"/>
                        <a:pt x="3451" y="14158"/>
                        <a:pt x="3323" y="13976"/>
                      </a:cubicBezTo>
                      <a:cubicBezTo>
                        <a:pt x="3195" y="13795"/>
                        <a:pt x="3195" y="13613"/>
                        <a:pt x="3067" y="13613"/>
                      </a:cubicBezTo>
                      <a:cubicBezTo>
                        <a:pt x="2940" y="13432"/>
                        <a:pt x="2556" y="13069"/>
                        <a:pt x="2556" y="13069"/>
                      </a:cubicBezTo>
                      <a:cubicBezTo>
                        <a:pt x="2556" y="13069"/>
                        <a:pt x="2556" y="13069"/>
                        <a:pt x="2556" y="12887"/>
                      </a:cubicBezTo>
                      <a:cubicBezTo>
                        <a:pt x="2428" y="12706"/>
                        <a:pt x="2301" y="12161"/>
                        <a:pt x="2301" y="12161"/>
                      </a:cubicBezTo>
                      <a:cubicBezTo>
                        <a:pt x="2173" y="11798"/>
                        <a:pt x="2173" y="11798"/>
                        <a:pt x="2173" y="11798"/>
                      </a:cubicBezTo>
                      <a:cubicBezTo>
                        <a:pt x="2173" y="11798"/>
                        <a:pt x="1789" y="11435"/>
                        <a:pt x="1917" y="11072"/>
                      </a:cubicBezTo>
                      <a:cubicBezTo>
                        <a:pt x="2045" y="10709"/>
                        <a:pt x="2301" y="9802"/>
                        <a:pt x="2301" y="9802"/>
                      </a:cubicBezTo>
                      <a:cubicBezTo>
                        <a:pt x="2428" y="8894"/>
                        <a:pt x="2428" y="8894"/>
                        <a:pt x="2428" y="8894"/>
                      </a:cubicBezTo>
                      <a:cubicBezTo>
                        <a:pt x="2301" y="8350"/>
                        <a:pt x="2301" y="8350"/>
                        <a:pt x="2301" y="8350"/>
                      </a:cubicBezTo>
                      <a:cubicBezTo>
                        <a:pt x="2045" y="7805"/>
                        <a:pt x="2045" y="7805"/>
                        <a:pt x="2045" y="7805"/>
                      </a:cubicBezTo>
                      <a:cubicBezTo>
                        <a:pt x="2045" y="7805"/>
                        <a:pt x="1917" y="7805"/>
                        <a:pt x="1789" y="7442"/>
                      </a:cubicBezTo>
                      <a:cubicBezTo>
                        <a:pt x="1789" y="6897"/>
                        <a:pt x="1789" y="6897"/>
                        <a:pt x="1662" y="6716"/>
                      </a:cubicBezTo>
                      <a:cubicBezTo>
                        <a:pt x="1534" y="6353"/>
                        <a:pt x="1022" y="6171"/>
                        <a:pt x="1022" y="6171"/>
                      </a:cubicBezTo>
                      <a:cubicBezTo>
                        <a:pt x="383" y="6171"/>
                        <a:pt x="383" y="6171"/>
                        <a:pt x="383" y="6171"/>
                      </a:cubicBezTo>
                      <a:lnTo>
                        <a:pt x="256" y="599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25" name="Shape">
                  <a:extLst>
                    <a:ext uri="{FF2B5EF4-FFF2-40B4-BE49-F238E27FC236}">
                      <a16:creationId xmlns:a16="http://schemas.microsoft.com/office/drawing/2014/main" id="{BEC4789F-75B0-4807-9460-FBAFC71CE6F1}"/>
                    </a:ext>
                  </a:extLst>
                </p:cNvPr>
                <p:cNvSpPr/>
                <p:nvPr/>
              </p:nvSpPr>
              <p:spPr>
                <a:xfrm>
                  <a:off x="3923896" y="4566475"/>
                  <a:ext cx="835801" cy="57426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520" y="7751"/>
                      </a:moveTo>
                      <a:cubicBezTo>
                        <a:pt x="2520" y="7751"/>
                        <a:pt x="2520" y="7751"/>
                        <a:pt x="2520" y="7751"/>
                      </a:cubicBezTo>
                      <a:cubicBezTo>
                        <a:pt x="2520" y="7751"/>
                        <a:pt x="2520" y="7751"/>
                        <a:pt x="2520" y="7751"/>
                      </a:cubicBezTo>
                      <a:cubicBezTo>
                        <a:pt x="2520" y="7624"/>
                        <a:pt x="2520" y="7624"/>
                        <a:pt x="2520" y="7624"/>
                      </a:cubicBezTo>
                      <a:cubicBezTo>
                        <a:pt x="2520" y="7369"/>
                        <a:pt x="2520" y="7369"/>
                        <a:pt x="2520" y="7369"/>
                      </a:cubicBezTo>
                      <a:cubicBezTo>
                        <a:pt x="2790" y="6861"/>
                        <a:pt x="2790" y="6861"/>
                        <a:pt x="2790" y="6861"/>
                      </a:cubicBezTo>
                      <a:cubicBezTo>
                        <a:pt x="2790" y="6226"/>
                        <a:pt x="2790" y="6226"/>
                        <a:pt x="2790" y="6226"/>
                      </a:cubicBezTo>
                      <a:cubicBezTo>
                        <a:pt x="3510" y="6353"/>
                        <a:pt x="3510" y="6353"/>
                        <a:pt x="3510" y="6353"/>
                      </a:cubicBezTo>
                      <a:cubicBezTo>
                        <a:pt x="3960" y="6988"/>
                        <a:pt x="3960" y="6988"/>
                        <a:pt x="3960" y="6988"/>
                      </a:cubicBezTo>
                      <a:cubicBezTo>
                        <a:pt x="4590" y="7496"/>
                        <a:pt x="4590" y="7496"/>
                        <a:pt x="4590" y="7496"/>
                      </a:cubicBezTo>
                      <a:cubicBezTo>
                        <a:pt x="4950" y="7751"/>
                        <a:pt x="4950" y="7751"/>
                        <a:pt x="4950" y="7751"/>
                      </a:cubicBezTo>
                      <a:cubicBezTo>
                        <a:pt x="5760" y="7496"/>
                        <a:pt x="5760" y="7496"/>
                        <a:pt x="5760" y="7496"/>
                      </a:cubicBezTo>
                      <a:cubicBezTo>
                        <a:pt x="7290" y="7369"/>
                        <a:pt x="7290" y="7369"/>
                        <a:pt x="7290" y="7369"/>
                      </a:cubicBezTo>
                      <a:cubicBezTo>
                        <a:pt x="7290" y="7369"/>
                        <a:pt x="8100" y="7242"/>
                        <a:pt x="8190" y="7115"/>
                      </a:cubicBezTo>
                      <a:cubicBezTo>
                        <a:pt x="8280" y="6988"/>
                        <a:pt x="8820" y="6861"/>
                        <a:pt x="8640" y="6607"/>
                      </a:cubicBezTo>
                      <a:cubicBezTo>
                        <a:pt x="8460" y="6480"/>
                        <a:pt x="8100" y="6099"/>
                        <a:pt x="8100" y="6099"/>
                      </a:cubicBezTo>
                      <a:cubicBezTo>
                        <a:pt x="8100" y="5845"/>
                        <a:pt x="8100" y="5845"/>
                        <a:pt x="8100" y="5845"/>
                      </a:cubicBezTo>
                      <a:cubicBezTo>
                        <a:pt x="8550" y="5209"/>
                        <a:pt x="8550" y="5209"/>
                        <a:pt x="8550" y="5209"/>
                      </a:cubicBezTo>
                      <a:cubicBezTo>
                        <a:pt x="9360" y="4828"/>
                        <a:pt x="9360" y="4828"/>
                        <a:pt x="9360" y="4828"/>
                      </a:cubicBezTo>
                      <a:cubicBezTo>
                        <a:pt x="9990" y="4701"/>
                        <a:pt x="9990" y="4701"/>
                        <a:pt x="9990" y="4701"/>
                      </a:cubicBezTo>
                      <a:cubicBezTo>
                        <a:pt x="10350" y="4574"/>
                        <a:pt x="10350" y="4574"/>
                        <a:pt x="10350" y="4574"/>
                      </a:cubicBezTo>
                      <a:cubicBezTo>
                        <a:pt x="10530" y="3812"/>
                        <a:pt x="10530" y="3812"/>
                        <a:pt x="10530" y="3812"/>
                      </a:cubicBezTo>
                      <a:cubicBezTo>
                        <a:pt x="11070" y="3685"/>
                        <a:pt x="11070" y="3685"/>
                        <a:pt x="11070" y="3685"/>
                      </a:cubicBezTo>
                      <a:cubicBezTo>
                        <a:pt x="11430" y="3812"/>
                        <a:pt x="11430" y="3812"/>
                        <a:pt x="11430" y="3812"/>
                      </a:cubicBezTo>
                      <a:cubicBezTo>
                        <a:pt x="11970" y="3812"/>
                        <a:pt x="11970" y="3812"/>
                        <a:pt x="11970" y="3812"/>
                      </a:cubicBezTo>
                      <a:cubicBezTo>
                        <a:pt x="12240" y="3304"/>
                        <a:pt x="12240" y="3304"/>
                        <a:pt x="12240" y="3304"/>
                      </a:cubicBezTo>
                      <a:cubicBezTo>
                        <a:pt x="12510" y="3049"/>
                        <a:pt x="12510" y="3049"/>
                        <a:pt x="12510" y="3049"/>
                      </a:cubicBezTo>
                      <a:cubicBezTo>
                        <a:pt x="12870" y="2795"/>
                        <a:pt x="12870" y="2795"/>
                        <a:pt x="12870" y="2795"/>
                      </a:cubicBezTo>
                      <a:cubicBezTo>
                        <a:pt x="13140" y="2033"/>
                        <a:pt x="13140" y="2033"/>
                        <a:pt x="13140" y="2033"/>
                      </a:cubicBezTo>
                      <a:cubicBezTo>
                        <a:pt x="13320" y="1144"/>
                        <a:pt x="13320" y="1144"/>
                        <a:pt x="13320" y="1144"/>
                      </a:cubicBezTo>
                      <a:cubicBezTo>
                        <a:pt x="13410" y="762"/>
                        <a:pt x="13410" y="762"/>
                        <a:pt x="13410" y="762"/>
                      </a:cubicBezTo>
                      <a:cubicBezTo>
                        <a:pt x="14670" y="254"/>
                        <a:pt x="14670" y="254"/>
                        <a:pt x="14670" y="254"/>
                      </a:cubicBezTo>
                      <a:cubicBezTo>
                        <a:pt x="15120" y="635"/>
                        <a:pt x="15120" y="635"/>
                        <a:pt x="15120" y="635"/>
                      </a:cubicBezTo>
                      <a:cubicBezTo>
                        <a:pt x="15750" y="508"/>
                        <a:pt x="15750" y="508"/>
                        <a:pt x="15750" y="508"/>
                      </a:cubicBezTo>
                      <a:cubicBezTo>
                        <a:pt x="16200" y="0"/>
                        <a:pt x="16200" y="0"/>
                        <a:pt x="16200" y="0"/>
                      </a:cubicBezTo>
                      <a:cubicBezTo>
                        <a:pt x="16740" y="127"/>
                        <a:pt x="16740" y="127"/>
                        <a:pt x="16740" y="127"/>
                      </a:cubicBezTo>
                      <a:cubicBezTo>
                        <a:pt x="17460" y="1144"/>
                        <a:pt x="17460" y="1144"/>
                        <a:pt x="17460" y="1144"/>
                      </a:cubicBezTo>
                      <a:cubicBezTo>
                        <a:pt x="18180" y="1144"/>
                        <a:pt x="18180" y="1144"/>
                        <a:pt x="18180" y="1144"/>
                      </a:cubicBezTo>
                      <a:cubicBezTo>
                        <a:pt x="18630" y="762"/>
                        <a:pt x="18630" y="762"/>
                        <a:pt x="18630" y="762"/>
                      </a:cubicBezTo>
                      <a:cubicBezTo>
                        <a:pt x="19080" y="508"/>
                        <a:pt x="19080" y="508"/>
                        <a:pt x="19080" y="508"/>
                      </a:cubicBezTo>
                      <a:cubicBezTo>
                        <a:pt x="19350" y="889"/>
                        <a:pt x="19350" y="889"/>
                        <a:pt x="19350" y="889"/>
                      </a:cubicBezTo>
                      <a:cubicBezTo>
                        <a:pt x="19620" y="1398"/>
                        <a:pt x="19620" y="1398"/>
                        <a:pt x="19620" y="1398"/>
                      </a:cubicBezTo>
                      <a:cubicBezTo>
                        <a:pt x="20070" y="1271"/>
                        <a:pt x="20070" y="1271"/>
                        <a:pt x="20070" y="1271"/>
                      </a:cubicBezTo>
                      <a:cubicBezTo>
                        <a:pt x="20340" y="1779"/>
                        <a:pt x="20340" y="1779"/>
                        <a:pt x="20340" y="1779"/>
                      </a:cubicBezTo>
                      <a:cubicBezTo>
                        <a:pt x="20610" y="2160"/>
                        <a:pt x="20610" y="2160"/>
                        <a:pt x="20610" y="2160"/>
                      </a:cubicBezTo>
                      <a:cubicBezTo>
                        <a:pt x="21060" y="2033"/>
                        <a:pt x="21060" y="2033"/>
                        <a:pt x="21060" y="2033"/>
                      </a:cubicBezTo>
                      <a:cubicBezTo>
                        <a:pt x="21510" y="2414"/>
                        <a:pt x="21510" y="2414"/>
                        <a:pt x="21510" y="2414"/>
                      </a:cubicBezTo>
                      <a:cubicBezTo>
                        <a:pt x="21420" y="2922"/>
                        <a:pt x="21420" y="2922"/>
                        <a:pt x="21420" y="2922"/>
                      </a:cubicBezTo>
                      <a:cubicBezTo>
                        <a:pt x="21600" y="3558"/>
                        <a:pt x="21600" y="3558"/>
                        <a:pt x="21600" y="3558"/>
                      </a:cubicBezTo>
                      <a:cubicBezTo>
                        <a:pt x="21330" y="3939"/>
                        <a:pt x="21330" y="3939"/>
                        <a:pt x="21330" y="3939"/>
                      </a:cubicBezTo>
                      <a:cubicBezTo>
                        <a:pt x="21330" y="3939"/>
                        <a:pt x="21240" y="4193"/>
                        <a:pt x="21060" y="4193"/>
                      </a:cubicBezTo>
                      <a:cubicBezTo>
                        <a:pt x="20970" y="4320"/>
                        <a:pt x="20790" y="4447"/>
                        <a:pt x="20790" y="4447"/>
                      </a:cubicBezTo>
                      <a:cubicBezTo>
                        <a:pt x="20520" y="4828"/>
                        <a:pt x="20520" y="4828"/>
                        <a:pt x="20520" y="4828"/>
                      </a:cubicBezTo>
                      <a:cubicBezTo>
                        <a:pt x="20160" y="4955"/>
                        <a:pt x="20160" y="4955"/>
                        <a:pt x="20160" y="4955"/>
                      </a:cubicBezTo>
                      <a:cubicBezTo>
                        <a:pt x="19890" y="5082"/>
                        <a:pt x="19890" y="5082"/>
                        <a:pt x="19890" y="5082"/>
                      </a:cubicBezTo>
                      <a:cubicBezTo>
                        <a:pt x="19710" y="5336"/>
                        <a:pt x="19710" y="5336"/>
                        <a:pt x="19710" y="5336"/>
                      </a:cubicBezTo>
                      <a:cubicBezTo>
                        <a:pt x="19530" y="6099"/>
                        <a:pt x="19530" y="6099"/>
                        <a:pt x="19530" y="6099"/>
                      </a:cubicBezTo>
                      <a:cubicBezTo>
                        <a:pt x="19260" y="6480"/>
                        <a:pt x="19260" y="6480"/>
                        <a:pt x="19260" y="6480"/>
                      </a:cubicBezTo>
                      <a:cubicBezTo>
                        <a:pt x="19170" y="7115"/>
                        <a:pt x="19170" y="7115"/>
                        <a:pt x="19170" y="7115"/>
                      </a:cubicBezTo>
                      <a:cubicBezTo>
                        <a:pt x="19170" y="7115"/>
                        <a:pt x="19350" y="7751"/>
                        <a:pt x="19170" y="7878"/>
                      </a:cubicBezTo>
                      <a:cubicBezTo>
                        <a:pt x="19080" y="7878"/>
                        <a:pt x="18990" y="8005"/>
                        <a:pt x="18990" y="8005"/>
                      </a:cubicBezTo>
                      <a:cubicBezTo>
                        <a:pt x="18900" y="9021"/>
                        <a:pt x="18900" y="9021"/>
                        <a:pt x="18900" y="9021"/>
                      </a:cubicBezTo>
                      <a:cubicBezTo>
                        <a:pt x="18540" y="9529"/>
                        <a:pt x="18540" y="9529"/>
                        <a:pt x="18540" y="9529"/>
                      </a:cubicBezTo>
                      <a:cubicBezTo>
                        <a:pt x="18450" y="10546"/>
                        <a:pt x="18450" y="10546"/>
                        <a:pt x="18450" y="10546"/>
                      </a:cubicBezTo>
                      <a:cubicBezTo>
                        <a:pt x="18450" y="10546"/>
                        <a:pt x="18630" y="11054"/>
                        <a:pt x="18360" y="11054"/>
                      </a:cubicBezTo>
                      <a:cubicBezTo>
                        <a:pt x="18180" y="11181"/>
                        <a:pt x="18090" y="11435"/>
                        <a:pt x="18090" y="11435"/>
                      </a:cubicBezTo>
                      <a:cubicBezTo>
                        <a:pt x="18090" y="12325"/>
                        <a:pt x="18090" y="12325"/>
                        <a:pt x="18090" y="12325"/>
                      </a:cubicBezTo>
                      <a:cubicBezTo>
                        <a:pt x="17820" y="12960"/>
                        <a:pt x="17820" y="12960"/>
                        <a:pt x="17820" y="12960"/>
                      </a:cubicBezTo>
                      <a:cubicBezTo>
                        <a:pt x="17910" y="13468"/>
                        <a:pt x="17910" y="13468"/>
                        <a:pt x="17910" y="13468"/>
                      </a:cubicBezTo>
                      <a:cubicBezTo>
                        <a:pt x="17730" y="13849"/>
                        <a:pt x="17730" y="13849"/>
                        <a:pt x="17730" y="13849"/>
                      </a:cubicBezTo>
                      <a:cubicBezTo>
                        <a:pt x="17820" y="14485"/>
                        <a:pt x="17820" y="14485"/>
                        <a:pt x="17820" y="14485"/>
                      </a:cubicBezTo>
                      <a:cubicBezTo>
                        <a:pt x="17640" y="14866"/>
                        <a:pt x="17640" y="14866"/>
                        <a:pt x="17640" y="14866"/>
                      </a:cubicBezTo>
                      <a:cubicBezTo>
                        <a:pt x="17550" y="14993"/>
                        <a:pt x="17550" y="14993"/>
                        <a:pt x="17550" y="14993"/>
                      </a:cubicBezTo>
                      <a:cubicBezTo>
                        <a:pt x="17460" y="15374"/>
                        <a:pt x="17460" y="15374"/>
                        <a:pt x="17460" y="15374"/>
                      </a:cubicBezTo>
                      <a:cubicBezTo>
                        <a:pt x="17280" y="16009"/>
                        <a:pt x="17280" y="16009"/>
                        <a:pt x="17280" y="16009"/>
                      </a:cubicBezTo>
                      <a:cubicBezTo>
                        <a:pt x="16560" y="16899"/>
                        <a:pt x="16560" y="16899"/>
                        <a:pt x="16560" y="16899"/>
                      </a:cubicBezTo>
                      <a:cubicBezTo>
                        <a:pt x="16200" y="16772"/>
                        <a:pt x="16200" y="16772"/>
                        <a:pt x="16200" y="16772"/>
                      </a:cubicBezTo>
                      <a:cubicBezTo>
                        <a:pt x="15930" y="17153"/>
                        <a:pt x="15930" y="17153"/>
                        <a:pt x="15930" y="17153"/>
                      </a:cubicBezTo>
                      <a:cubicBezTo>
                        <a:pt x="15930" y="17153"/>
                        <a:pt x="16020" y="17153"/>
                        <a:pt x="15840" y="17407"/>
                      </a:cubicBezTo>
                      <a:cubicBezTo>
                        <a:pt x="15660" y="17534"/>
                        <a:pt x="15300" y="17661"/>
                        <a:pt x="15300" y="17661"/>
                      </a:cubicBezTo>
                      <a:cubicBezTo>
                        <a:pt x="15120" y="17661"/>
                        <a:pt x="15120" y="17661"/>
                        <a:pt x="15120" y="17661"/>
                      </a:cubicBezTo>
                      <a:cubicBezTo>
                        <a:pt x="14490" y="17661"/>
                        <a:pt x="14490" y="17661"/>
                        <a:pt x="14490" y="17661"/>
                      </a:cubicBezTo>
                      <a:cubicBezTo>
                        <a:pt x="14490" y="17661"/>
                        <a:pt x="14400" y="17534"/>
                        <a:pt x="14310" y="17661"/>
                      </a:cubicBezTo>
                      <a:cubicBezTo>
                        <a:pt x="14220" y="17661"/>
                        <a:pt x="13770" y="17661"/>
                        <a:pt x="13770" y="17661"/>
                      </a:cubicBezTo>
                      <a:cubicBezTo>
                        <a:pt x="13770" y="17661"/>
                        <a:pt x="13590" y="17534"/>
                        <a:pt x="13500" y="17534"/>
                      </a:cubicBezTo>
                      <a:cubicBezTo>
                        <a:pt x="13410" y="17534"/>
                        <a:pt x="12870" y="17661"/>
                        <a:pt x="12870" y="17661"/>
                      </a:cubicBezTo>
                      <a:cubicBezTo>
                        <a:pt x="12510" y="17915"/>
                        <a:pt x="12510" y="17915"/>
                        <a:pt x="12510" y="17915"/>
                      </a:cubicBezTo>
                      <a:cubicBezTo>
                        <a:pt x="12510" y="17915"/>
                        <a:pt x="12420" y="17661"/>
                        <a:pt x="12330" y="17788"/>
                      </a:cubicBezTo>
                      <a:cubicBezTo>
                        <a:pt x="12150" y="17788"/>
                        <a:pt x="11700" y="18042"/>
                        <a:pt x="11700" y="18042"/>
                      </a:cubicBezTo>
                      <a:cubicBezTo>
                        <a:pt x="11700" y="18042"/>
                        <a:pt x="11880" y="18296"/>
                        <a:pt x="11700" y="18296"/>
                      </a:cubicBezTo>
                      <a:cubicBezTo>
                        <a:pt x="11610" y="18296"/>
                        <a:pt x="11340" y="18805"/>
                        <a:pt x="11340" y="18805"/>
                      </a:cubicBezTo>
                      <a:cubicBezTo>
                        <a:pt x="11160" y="18932"/>
                        <a:pt x="11160" y="18932"/>
                        <a:pt x="11160" y="18932"/>
                      </a:cubicBezTo>
                      <a:cubicBezTo>
                        <a:pt x="11070" y="19313"/>
                        <a:pt x="11070" y="19313"/>
                        <a:pt x="11070" y="19313"/>
                      </a:cubicBezTo>
                      <a:cubicBezTo>
                        <a:pt x="11070" y="19313"/>
                        <a:pt x="10980" y="19313"/>
                        <a:pt x="10800" y="19313"/>
                      </a:cubicBezTo>
                      <a:cubicBezTo>
                        <a:pt x="10710" y="19313"/>
                        <a:pt x="10440" y="19440"/>
                        <a:pt x="10440" y="19440"/>
                      </a:cubicBezTo>
                      <a:cubicBezTo>
                        <a:pt x="10350" y="19313"/>
                        <a:pt x="10350" y="19313"/>
                        <a:pt x="10350" y="19313"/>
                      </a:cubicBezTo>
                      <a:cubicBezTo>
                        <a:pt x="9990" y="20075"/>
                        <a:pt x="9990" y="20075"/>
                        <a:pt x="9990" y="20075"/>
                      </a:cubicBezTo>
                      <a:cubicBezTo>
                        <a:pt x="9630" y="20329"/>
                        <a:pt x="9630" y="20329"/>
                        <a:pt x="9630" y="20329"/>
                      </a:cubicBezTo>
                      <a:cubicBezTo>
                        <a:pt x="9450" y="20202"/>
                        <a:pt x="9450" y="20202"/>
                        <a:pt x="9450" y="20202"/>
                      </a:cubicBezTo>
                      <a:cubicBezTo>
                        <a:pt x="9270" y="20838"/>
                        <a:pt x="9270" y="20838"/>
                        <a:pt x="9270" y="20838"/>
                      </a:cubicBezTo>
                      <a:cubicBezTo>
                        <a:pt x="9270" y="20838"/>
                        <a:pt x="9000" y="20965"/>
                        <a:pt x="9000" y="21092"/>
                      </a:cubicBezTo>
                      <a:cubicBezTo>
                        <a:pt x="8910" y="21219"/>
                        <a:pt x="8460" y="21219"/>
                        <a:pt x="8460" y="21219"/>
                      </a:cubicBezTo>
                      <a:cubicBezTo>
                        <a:pt x="8100" y="21219"/>
                        <a:pt x="8100" y="21219"/>
                        <a:pt x="8100" y="21219"/>
                      </a:cubicBezTo>
                      <a:cubicBezTo>
                        <a:pt x="7470" y="21473"/>
                        <a:pt x="7470" y="21473"/>
                        <a:pt x="7470" y="21473"/>
                      </a:cubicBezTo>
                      <a:cubicBezTo>
                        <a:pt x="7470" y="21473"/>
                        <a:pt x="7290" y="21600"/>
                        <a:pt x="7200" y="21600"/>
                      </a:cubicBezTo>
                      <a:cubicBezTo>
                        <a:pt x="7110" y="21600"/>
                        <a:pt x="6660" y="21473"/>
                        <a:pt x="6660" y="21473"/>
                      </a:cubicBezTo>
                      <a:cubicBezTo>
                        <a:pt x="6390" y="21600"/>
                        <a:pt x="6390" y="21600"/>
                        <a:pt x="6390" y="21600"/>
                      </a:cubicBezTo>
                      <a:cubicBezTo>
                        <a:pt x="5760" y="21346"/>
                        <a:pt x="5760" y="21346"/>
                        <a:pt x="5760" y="21346"/>
                      </a:cubicBezTo>
                      <a:cubicBezTo>
                        <a:pt x="5580" y="20965"/>
                        <a:pt x="5580" y="20965"/>
                        <a:pt x="5580" y="20965"/>
                      </a:cubicBezTo>
                      <a:cubicBezTo>
                        <a:pt x="5040" y="20838"/>
                        <a:pt x="5040" y="20838"/>
                        <a:pt x="5040" y="20838"/>
                      </a:cubicBezTo>
                      <a:cubicBezTo>
                        <a:pt x="4950" y="20584"/>
                        <a:pt x="4950" y="20584"/>
                        <a:pt x="4950" y="20584"/>
                      </a:cubicBezTo>
                      <a:cubicBezTo>
                        <a:pt x="4590" y="20584"/>
                        <a:pt x="4590" y="20584"/>
                        <a:pt x="4590" y="20584"/>
                      </a:cubicBezTo>
                      <a:cubicBezTo>
                        <a:pt x="4230" y="20075"/>
                        <a:pt x="4230" y="20075"/>
                        <a:pt x="4230" y="20075"/>
                      </a:cubicBezTo>
                      <a:cubicBezTo>
                        <a:pt x="3780" y="19313"/>
                        <a:pt x="3780" y="19313"/>
                        <a:pt x="3780" y="19313"/>
                      </a:cubicBezTo>
                      <a:cubicBezTo>
                        <a:pt x="2880" y="18932"/>
                        <a:pt x="2880" y="18932"/>
                        <a:pt x="2880" y="18932"/>
                      </a:cubicBezTo>
                      <a:cubicBezTo>
                        <a:pt x="2610" y="18424"/>
                        <a:pt x="2610" y="18424"/>
                        <a:pt x="2610" y="18424"/>
                      </a:cubicBezTo>
                      <a:cubicBezTo>
                        <a:pt x="2340" y="18169"/>
                        <a:pt x="2340" y="18169"/>
                        <a:pt x="2340" y="18169"/>
                      </a:cubicBezTo>
                      <a:cubicBezTo>
                        <a:pt x="1980" y="17788"/>
                        <a:pt x="1980" y="17788"/>
                        <a:pt x="1980" y="17788"/>
                      </a:cubicBezTo>
                      <a:cubicBezTo>
                        <a:pt x="1620" y="17407"/>
                        <a:pt x="1620" y="17407"/>
                        <a:pt x="1620" y="17407"/>
                      </a:cubicBezTo>
                      <a:cubicBezTo>
                        <a:pt x="1440" y="17153"/>
                        <a:pt x="1440" y="17153"/>
                        <a:pt x="1440" y="17153"/>
                      </a:cubicBezTo>
                      <a:cubicBezTo>
                        <a:pt x="900" y="16136"/>
                        <a:pt x="900" y="16136"/>
                        <a:pt x="900" y="16136"/>
                      </a:cubicBezTo>
                      <a:cubicBezTo>
                        <a:pt x="900" y="15882"/>
                        <a:pt x="900" y="15882"/>
                        <a:pt x="900" y="15882"/>
                      </a:cubicBezTo>
                      <a:cubicBezTo>
                        <a:pt x="630" y="15374"/>
                        <a:pt x="630" y="15374"/>
                        <a:pt x="630" y="15374"/>
                      </a:cubicBezTo>
                      <a:cubicBezTo>
                        <a:pt x="540" y="14866"/>
                        <a:pt x="540" y="14866"/>
                        <a:pt x="540" y="14866"/>
                      </a:cubicBezTo>
                      <a:cubicBezTo>
                        <a:pt x="360" y="14612"/>
                        <a:pt x="360" y="14612"/>
                        <a:pt x="360" y="14612"/>
                      </a:cubicBezTo>
                      <a:cubicBezTo>
                        <a:pt x="0" y="14866"/>
                        <a:pt x="0" y="14866"/>
                        <a:pt x="0" y="14866"/>
                      </a:cubicBezTo>
                      <a:cubicBezTo>
                        <a:pt x="0" y="14866"/>
                        <a:pt x="0" y="14866"/>
                        <a:pt x="0" y="14866"/>
                      </a:cubicBezTo>
                      <a:cubicBezTo>
                        <a:pt x="0" y="14739"/>
                        <a:pt x="0" y="14739"/>
                        <a:pt x="0" y="14739"/>
                      </a:cubicBezTo>
                      <a:cubicBezTo>
                        <a:pt x="270" y="13849"/>
                        <a:pt x="270" y="13849"/>
                        <a:pt x="270" y="13849"/>
                      </a:cubicBezTo>
                      <a:cubicBezTo>
                        <a:pt x="540" y="13722"/>
                        <a:pt x="540" y="13722"/>
                        <a:pt x="540" y="13722"/>
                      </a:cubicBezTo>
                      <a:cubicBezTo>
                        <a:pt x="810" y="13087"/>
                        <a:pt x="810" y="13087"/>
                        <a:pt x="810" y="13087"/>
                      </a:cubicBezTo>
                      <a:cubicBezTo>
                        <a:pt x="720" y="12325"/>
                        <a:pt x="720" y="12325"/>
                        <a:pt x="720" y="12325"/>
                      </a:cubicBezTo>
                      <a:cubicBezTo>
                        <a:pt x="720" y="12071"/>
                        <a:pt x="720" y="12071"/>
                        <a:pt x="720" y="12071"/>
                      </a:cubicBezTo>
                      <a:cubicBezTo>
                        <a:pt x="450" y="11308"/>
                        <a:pt x="450" y="11308"/>
                        <a:pt x="450" y="11308"/>
                      </a:cubicBezTo>
                      <a:cubicBezTo>
                        <a:pt x="450" y="11308"/>
                        <a:pt x="540" y="11181"/>
                        <a:pt x="630" y="11181"/>
                      </a:cubicBezTo>
                      <a:cubicBezTo>
                        <a:pt x="720" y="11181"/>
                        <a:pt x="990" y="10927"/>
                        <a:pt x="990" y="10927"/>
                      </a:cubicBezTo>
                      <a:cubicBezTo>
                        <a:pt x="1530" y="10419"/>
                        <a:pt x="1530" y="10419"/>
                        <a:pt x="1530" y="10419"/>
                      </a:cubicBezTo>
                      <a:cubicBezTo>
                        <a:pt x="1080" y="9402"/>
                        <a:pt x="1080" y="9402"/>
                        <a:pt x="1080" y="9402"/>
                      </a:cubicBezTo>
                      <a:cubicBezTo>
                        <a:pt x="900" y="9402"/>
                        <a:pt x="900" y="9402"/>
                        <a:pt x="900" y="9402"/>
                      </a:cubicBezTo>
                      <a:cubicBezTo>
                        <a:pt x="360" y="9148"/>
                        <a:pt x="360" y="9148"/>
                        <a:pt x="360" y="9148"/>
                      </a:cubicBezTo>
                      <a:cubicBezTo>
                        <a:pt x="720" y="8767"/>
                        <a:pt x="720" y="8767"/>
                        <a:pt x="720" y="8767"/>
                      </a:cubicBezTo>
                      <a:cubicBezTo>
                        <a:pt x="900" y="8513"/>
                        <a:pt x="900" y="8513"/>
                        <a:pt x="900" y="8513"/>
                      </a:cubicBezTo>
                      <a:cubicBezTo>
                        <a:pt x="1620" y="8894"/>
                        <a:pt x="1620" y="8894"/>
                        <a:pt x="1620" y="8894"/>
                      </a:cubicBezTo>
                      <a:cubicBezTo>
                        <a:pt x="1620" y="8894"/>
                        <a:pt x="1890" y="9021"/>
                        <a:pt x="1800" y="8894"/>
                      </a:cubicBezTo>
                      <a:cubicBezTo>
                        <a:pt x="1800" y="8513"/>
                        <a:pt x="1890" y="8767"/>
                        <a:pt x="1890" y="8767"/>
                      </a:cubicBezTo>
                      <a:cubicBezTo>
                        <a:pt x="1980" y="9021"/>
                        <a:pt x="2250" y="8767"/>
                        <a:pt x="2430" y="8767"/>
                      </a:cubicBezTo>
                      <a:cubicBezTo>
                        <a:pt x="2700" y="8640"/>
                        <a:pt x="2520" y="8386"/>
                        <a:pt x="2430" y="8132"/>
                      </a:cubicBezTo>
                      <a:cubicBezTo>
                        <a:pt x="2430" y="8005"/>
                        <a:pt x="2430" y="7878"/>
                        <a:pt x="2520" y="775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26" name="Shape">
                  <a:extLst>
                    <a:ext uri="{FF2B5EF4-FFF2-40B4-BE49-F238E27FC236}">
                      <a16:creationId xmlns:a16="http://schemas.microsoft.com/office/drawing/2014/main" id="{28DFB94A-6593-4785-A412-48793E682FEE}"/>
                    </a:ext>
                  </a:extLst>
                </p:cNvPr>
                <p:cNvSpPr/>
                <p:nvPr/>
              </p:nvSpPr>
              <p:spPr>
                <a:xfrm>
                  <a:off x="4596901" y="3064922"/>
                  <a:ext cx="1001954" cy="9110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6075" y="5280"/>
                      </a:moveTo>
                      <a:cubicBezTo>
                        <a:pt x="6000" y="4880"/>
                        <a:pt x="6000" y="4880"/>
                        <a:pt x="6000" y="4880"/>
                      </a:cubicBezTo>
                      <a:cubicBezTo>
                        <a:pt x="6300" y="4720"/>
                        <a:pt x="6300" y="4720"/>
                        <a:pt x="6300" y="4720"/>
                      </a:cubicBezTo>
                      <a:cubicBezTo>
                        <a:pt x="6225" y="4400"/>
                        <a:pt x="6225" y="4400"/>
                        <a:pt x="6225" y="4400"/>
                      </a:cubicBezTo>
                      <a:cubicBezTo>
                        <a:pt x="5700" y="4480"/>
                        <a:pt x="5700" y="4480"/>
                        <a:pt x="5700" y="4480"/>
                      </a:cubicBezTo>
                      <a:cubicBezTo>
                        <a:pt x="5475" y="4400"/>
                        <a:pt x="5475" y="4400"/>
                        <a:pt x="5475" y="4400"/>
                      </a:cubicBezTo>
                      <a:cubicBezTo>
                        <a:pt x="5475" y="4000"/>
                        <a:pt x="5475" y="4000"/>
                        <a:pt x="5475" y="4000"/>
                      </a:cubicBezTo>
                      <a:cubicBezTo>
                        <a:pt x="5625" y="3600"/>
                        <a:pt x="5625" y="3600"/>
                        <a:pt x="5625" y="3600"/>
                      </a:cubicBezTo>
                      <a:cubicBezTo>
                        <a:pt x="5550" y="2880"/>
                        <a:pt x="5550" y="2880"/>
                        <a:pt x="5550" y="2880"/>
                      </a:cubicBezTo>
                      <a:cubicBezTo>
                        <a:pt x="5550" y="2880"/>
                        <a:pt x="5400" y="2880"/>
                        <a:pt x="5625" y="2720"/>
                      </a:cubicBezTo>
                      <a:cubicBezTo>
                        <a:pt x="5925" y="2640"/>
                        <a:pt x="6075" y="2640"/>
                        <a:pt x="6075" y="2640"/>
                      </a:cubicBezTo>
                      <a:cubicBezTo>
                        <a:pt x="6150" y="2160"/>
                        <a:pt x="6150" y="2160"/>
                        <a:pt x="6150" y="2160"/>
                      </a:cubicBezTo>
                      <a:cubicBezTo>
                        <a:pt x="6375" y="1920"/>
                        <a:pt x="6375" y="1920"/>
                        <a:pt x="6375" y="1920"/>
                      </a:cubicBezTo>
                      <a:cubicBezTo>
                        <a:pt x="6375" y="1920"/>
                        <a:pt x="6300" y="1920"/>
                        <a:pt x="6600" y="1920"/>
                      </a:cubicBezTo>
                      <a:cubicBezTo>
                        <a:pt x="6900" y="1920"/>
                        <a:pt x="6975" y="1920"/>
                        <a:pt x="6975" y="1920"/>
                      </a:cubicBezTo>
                      <a:cubicBezTo>
                        <a:pt x="7575" y="1920"/>
                        <a:pt x="7575" y="1920"/>
                        <a:pt x="7575" y="1920"/>
                      </a:cubicBezTo>
                      <a:cubicBezTo>
                        <a:pt x="7725" y="1680"/>
                        <a:pt x="7725" y="1680"/>
                        <a:pt x="7725" y="1680"/>
                      </a:cubicBezTo>
                      <a:cubicBezTo>
                        <a:pt x="7575" y="1280"/>
                        <a:pt x="7575" y="1280"/>
                        <a:pt x="7575" y="1280"/>
                      </a:cubicBezTo>
                      <a:cubicBezTo>
                        <a:pt x="7950" y="880"/>
                        <a:pt x="7950" y="880"/>
                        <a:pt x="7950" y="880"/>
                      </a:cubicBezTo>
                      <a:cubicBezTo>
                        <a:pt x="8025" y="320"/>
                        <a:pt x="8025" y="320"/>
                        <a:pt x="8025" y="320"/>
                      </a:cubicBezTo>
                      <a:cubicBezTo>
                        <a:pt x="8400" y="80"/>
                        <a:pt x="8400" y="80"/>
                        <a:pt x="8400" y="80"/>
                      </a:cubicBezTo>
                      <a:cubicBezTo>
                        <a:pt x="8400" y="80"/>
                        <a:pt x="8625" y="320"/>
                        <a:pt x="8700" y="320"/>
                      </a:cubicBezTo>
                      <a:cubicBezTo>
                        <a:pt x="8775" y="320"/>
                        <a:pt x="8850" y="400"/>
                        <a:pt x="8925" y="320"/>
                      </a:cubicBezTo>
                      <a:cubicBezTo>
                        <a:pt x="9000" y="320"/>
                        <a:pt x="9075" y="160"/>
                        <a:pt x="9075" y="160"/>
                      </a:cubicBezTo>
                      <a:cubicBezTo>
                        <a:pt x="9450" y="0"/>
                        <a:pt x="9450" y="0"/>
                        <a:pt x="9450" y="0"/>
                      </a:cubicBezTo>
                      <a:cubicBezTo>
                        <a:pt x="9675" y="80"/>
                        <a:pt x="9675" y="80"/>
                        <a:pt x="9675" y="80"/>
                      </a:cubicBezTo>
                      <a:cubicBezTo>
                        <a:pt x="9825" y="400"/>
                        <a:pt x="9825" y="400"/>
                        <a:pt x="9825" y="400"/>
                      </a:cubicBezTo>
                      <a:cubicBezTo>
                        <a:pt x="10200" y="400"/>
                        <a:pt x="10200" y="400"/>
                        <a:pt x="10200" y="400"/>
                      </a:cubicBezTo>
                      <a:cubicBezTo>
                        <a:pt x="10275" y="240"/>
                        <a:pt x="10275" y="240"/>
                        <a:pt x="10275" y="240"/>
                      </a:cubicBezTo>
                      <a:cubicBezTo>
                        <a:pt x="10800" y="80"/>
                        <a:pt x="10800" y="80"/>
                        <a:pt x="10800" y="80"/>
                      </a:cubicBezTo>
                      <a:cubicBezTo>
                        <a:pt x="11400" y="80"/>
                        <a:pt x="11400" y="80"/>
                        <a:pt x="11400" y="80"/>
                      </a:cubicBezTo>
                      <a:cubicBezTo>
                        <a:pt x="11475" y="560"/>
                        <a:pt x="11475" y="560"/>
                        <a:pt x="11475" y="560"/>
                      </a:cubicBezTo>
                      <a:cubicBezTo>
                        <a:pt x="11475" y="800"/>
                        <a:pt x="11475" y="800"/>
                        <a:pt x="11475" y="800"/>
                      </a:cubicBezTo>
                      <a:cubicBezTo>
                        <a:pt x="11475" y="800"/>
                        <a:pt x="11625" y="1040"/>
                        <a:pt x="11775" y="960"/>
                      </a:cubicBezTo>
                      <a:cubicBezTo>
                        <a:pt x="11850" y="960"/>
                        <a:pt x="12150" y="880"/>
                        <a:pt x="12225" y="720"/>
                      </a:cubicBezTo>
                      <a:cubicBezTo>
                        <a:pt x="12225" y="560"/>
                        <a:pt x="12300" y="400"/>
                        <a:pt x="12450" y="320"/>
                      </a:cubicBezTo>
                      <a:cubicBezTo>
                        <a:pt x="12600" y="320"/>
                        <a:pt x="12525" y="240"/>
                        <a:pt x="12750" y="160"/>
                      </a:cubicBezTo>
                      <a:cubicBezTo>
                        <a:pt x="13050" y="80"/>
                        <a:pt x="13275" y="0"/>
                        <a:pt x="13275" y="0"/>
                      </a:cubicBezTo>
                      <a:cubicBezTo>
                        <a:pt x="13950" y="160"/>
                        <a:pt x="13950" y="160"/>
                        <a:pt x="13950" y="160"/>
                      </a:cubicBezTo>
                      <a:cubicBezTo>
                        <a:pt x="14175" y="400"/>
                        <a:pt x="14175" y="400"/>
                        <a:pt x="14175" y="400"/>
                      </a:cubicBezTo>
                      <a:cubicBezTo>
                        <a:pt x="14400" y="560"/>
                        <a:pt x="14400" y="560"/>
                        <a:pt x="14400" y="560"/>
                      </a:cubicBezTo>
                      <a:cubicBezTo>
                        <a:pt x="14625" y="480"/>
                        <a:pt x="14625" y="480"/>
                        <a:pt x="14625" y="480"/>
                      </a:cubicBezTo>
                      <a:cubicBezTo>
                        <a:pt x="14700" y="640"/>
                        <a:pt x="14700" y="640"/>
                        <a:pt x="14700" y="640"/>
                      </a:cubicBezTo>
                      <a:cubicBezTo>
                        <a:pt x="15000" y="480"/>
                        <a:pt x="15000" y="480"/>
                        <a:pt x="15000" y="480"/>
                      </a:cubicBezTo>
                      <a:cubicBezTo>
                        <a:pt x="15150" y="800"/>
                        <a:pt x="15150" y="800"/>
                        <a:pt x="15150" y="800"/>
                      </a:cubicBezTo>
                      <a:cubicBezTo>
                        <a:pt x="15150" y="1440"/>
                        <a:pt x="15150" y="1440"/>
                        <a:pt x="15150" y="1440"/>
                      </a:cubicBezTo>
                      <a:cubicBezTo>
                        <a:pt x="15150" y="1680"/>
                        <a:pt x="15150" y="1680"/>
                        <a:pt x="15150" y="1680"/>
                      </a:cubicBezTo>
                      <a:cubicBezTo>
                        <a:pt x="15150" y="1920"/>
                        <a:pt x="15150" y="1920"/>
                        <a:pt x="15150" y="1920"/>
                      </a:cubicBezTo>
                      <a:cubicBezTo>
                        <a:pt x="15600" y="2240"/>
                        <a:pt x="15600" y="2240"/>
                        <a:pt x="15600" y="2240"/>
                      </a:cubicBezTo>
                      <a:cubicBezTo>
                        <a:pt x="15825" y="2480"/>
                        <a:pt x="15825" y="2480"/>
                        <a:pt x="15825" y="2480"/>
                      </a:cubicBezTo>
                      <a:cubicBezTo>
                        <a:pt x="15750" y="2880"/>
                        <a:pt x="15750" y="2880"/>
                        <a:pt x="15750" y="2880"/>
                      </a:cubicBezTo>
                      <a:cubicBezTo>
                        <a:pt x="15750" y="3120"/>
                        <a:pt x="15750" y="3120"/>
                        <a:pt x="15750" y="3120"/>
                      </a:cubicBezTo>
                      <a:cubicBezTo>
                        <a:pt x="15525" y="3760"/>
                        <a:pt x="15525" y="3760"/>
                        <a:pt x="15525" y="3760"/>
                      </a:cubicBezTo>
                      <a:cubicBezTo>
                        <a:pt x="16050" y="3920"/>
                        <a:pt x="16050" y="3920"/>
                        <a:pt x="16050" y="3920"/>
                      </a:cubicBezTo>
                      <a:cubicBezTo>
                        <a:pt x="16350" y="4240"/>
                        <a:pt x="16350" y="4240"/>
                        <a:pt x="16350" y="4240"/>
                      </a:cubicBezTo>
                      <a:cubicBezTo>
                        <a:pt x="16650" y="4240"/>
                        <a:pt x="16650" y="4240"/>
                        <a:pt x="16650" y="4240"/>
                      </a:cubicBezTo>
                      <a:cubicBezTo>
                        <a:pt x="16650" y="4640"/>
                        <a:pt x="16650" y="4640"/>
                        <a:pt x="16650" y="4640"/>
                      </a:cubicBezTo>
                      <a:cubicBezTo>
                        <a:pt x="16650" y="4640"/>
                        <a:pt x="16500" y="4880"/>
                        <a:pt x="16725" y="4880"/>
                      </a:cubicBezTo>
                      <a:cubicBezTo>
                        <a:pt x="16950" y="4960"/>
                        <a:pt x="17025" y="4960"/>
                        <a:pt x="17025" y="4960"/>
                      </a:cubicBezTo>
                      <a:cubicBezTo>
                        <a:pt x="17100" y="5200"/>
                        <a:pt x="17100" y="5200"/>
                        <a:pt x="17100" y="5200"/>
                      </a:cubicBezTo>
                      <a:cubicBezTo>
                        <a:pt x="17475" y="5760"/>
                        <a:pt x="17475" y="5760"/>
                        <a:pt x="17475" y="5760"/>
                      </a:cubicBezTo>
                      <a:cubicBezTo>
                        <a:pt x="18300" y="5920"/>
                        <a:pt x="18300" y="5920"/>
                        <a:pt x="18300" y="5920"/>
                      </a:cubicBezTo>
                      <a:cubicBezTo>
                        <a:pt x="18675" y="6080"/>
                        <a:pt x="18675" y="6080"/>
                        <a:pt x="18675" y="6080"/>
                      </a:cubicBezTo>
                      <a:cubicBezTo>
                        <a:pt x="18825" y="6400"/>
                        <a:pt x="18825" y="6400"/>
                        <a:pt x="18825" y="6400"/>
                      </a:cubicBezTo>
                      <a:cubicBezTo>
                        <a:pt x="18900" y="7120"/>
                        <a:pt x="18900" y="7120"/>
                        <a:pt x="18900" y="7120"/>
                      </a:cubicBezTo>
                      <a:cubicBezTo>
                        <a:pt x="19275" y="7120"/>
                        <a:pt x="19275" y="7120"/>
                        <a:pt x="19275" y="7120"/>
                      </a:cubicBezTo>
                      <a:cubicBezTo>
                        <a:pt x="19500" y="6880"/>
                        <a:pt x="19500" y="6880"/>
                        <a:pt x="19500" y="6880"/>
                      </a:cubicBezTo>
                      <a:cubicBezTo>
                        <a:pt x="19725" y="6800"/>
                        <a:pt x="19725" y="6800"/>
                        <a:pt x="19725" y="6800"/>
                      </a:cubicBezTo>
                      <a:cubicBezTo>
                        <a:pt x="20025" y="6880"/>
                        <a:pt x="20025" y="6880"/>
                        <a:pt x="20025" y="6880"/>
                      </a:cubicBezTo>
                      <a:cubicBezTo>
                        <a:pt x="20400" y="6960"/>
                        <a:pt x="20400" y="6960"/>
                        <a:pt x="20400" y="6960"/>
                      </a:cubicBezTo>
                      <a:cubicBezTo>
                        <a:pt x="20775" y="6960"/>
                        <a:pt x="20775" y="6960"/>
                        <a:pt x="20775" y="6960"/>
                      </a:cubicBezTo>
                      <a:cubicBezTo>
                        <a:pt x="20625" y="7360"/>
                        <a:pt x="20625" y="7360"/>
                        <a:pt x="20625" y="7360"/>
                      </a:cubicBezTo>
                      <a:cubicBezTo>
                        <a:pt x="20925" y="7600"/>
                        <a:pt x="20925" y="7600"/>
                        <a:pt x="20925" y="7600"/>
                      </a:cubicBezTo>
                      <a:cubicBezTo>
                        <a:pt x="21225" y="7680"/>
                        <a:pt x="21225" y="7680"/>
                        <a:pt x="21225" y="7680"/>
                      </a:cubicBezTo>
                      <a:cubicBezTo>
                        <a:pt x="21600" y="7840"/>
                        <a:pt x="21600" y="7840"/>
                        <a:pt x="21600" y="7840"/>
                      </a:cubicBezTo>
                      <a:cubicBezTo>
                        <a:pt x="21600" y="8320"/>
                        <a:pt x="21600" y="8320"/>
                        <a:pt x="21600" y="8320"/>
                      </a:cubicBezTo>
                      <a:cubicBezTo>
                        <a:pt x="21450" y="8560"/>
                        <a:pt x="21450" y="8560"/>
                        <a:pt x="21450" y="8560"/>
                      </a:cubicBezTo>
                      <a:cubicBezTo>
                        <a:pt x="21150" y="8640"/>
                        <a:pt x="21150" y="8640"/>
                        <a:pt x="21150" y="8640"/>
                      </a:cubicBezTo>
                      <a:cubicBezTo>
                        <a:pt x="21150" y="8640"/>
                        <a:pt x="21300" y="9040"/>
                        <a:pt x="21150" y="9120"/>
                      </a:cubicBezTo>
                      <a:cubicBezTo>
                        <a:pt x="21075" y="9200"/>
                        <a:pt x="20550" y="9680"/>
                        <a:pt x="20550" y="9680"/>
                      </a:cubicBezTo>
                      <a:cubicBezTo>
                        <a:pt x="20025" y="9840"/>
                        <a:pt x="20025" y="9840"/>
                        <a:pt x="20025" y="9840"/>
                      </a:cubicBezTo>
                      <a:cubicBezTo>
                        <a:pt x="19575" y="9680"/>
                        <a:pt x="19575" y="9680"/>
                        <a:pt x="19575" y="9680"/>
                      </a:cubicBezTo>
                      <a:cubicBezTo>
                        <a:pt x="19575" y="9680"/>
                        <a:pt x="19500" y="9600"/>
                        <a:pt x="19200" y="9680"/>
                      </a:cubicBezTo>
                      <a:cubicBezTo>
                        <a:pt x="18900" y="9840"/>
                        <a:pt x="18900" y="9920"/>
                        <a:pt x="18900" y="9920"/>
                      </a:cubicBezTo>
                      <a:cubicBezTo>
                        <a:pt x="18750" y="10480"/>
                        <a:pt x="18750" y="10480"/>
                        <a:pt x="18750" y="10480"/>
                      </a:cubicBezTo>
                      <a:cubicBezTo>
                        <a:pt x="18750" y="10720"/>
                        <a:pt x="18750" y="10720"/>
                        <a:pt x="18750" y="10720"/>
                      </a:cubicBezTo>
                      <a:cubicBezTo>
                        <a:pt x="19050" y="10960"/>
                        <a:pt x="19050" y="10960"/>
                        <a:pt x="19050" y="10960"/>
                      </a:cubicBezTo>
                      <a:cubicBezTo>
                        <a:pt x="19425" y="11040"/>
                        <a:pt x="19425" y="11040"/>
                        <a:pt x="19425" y="11040"/>
                      </a:cubicBezTo>
                      <a:cubicBezTo>
                        <a:pt x="19650" y="11360"/>
                        <a:pt x="19650" y="11360"/>
                        <a:pt x="19650" y="11360"/>
                      </a:cubicBezTo>
                      <a:cubicBezTo>
                        <a:pt x="19800" y="11600"/>
                        <a:pt x="19800" y="11600"/>
                        <a:pt x="19800" y="11600"/>
                      </a:cubicBezTo>
                      <a:cubicBezTo>
                        <a:pt x="19650" y="11920"/>
                        <a:pt x="19650" y="11920"/>
                        <a:pt x="19650" y="11920"/>
                      </a:cubicBezTo>
                      <a:cubicBezTo>
                        <a:pt x="19800" y="12080"/>
                        <a:pt x="19800" y="12080"/>
                        <a:pt x="19800" y="12080"/>
                      </a:cubicBezTo>
                      <a:cubicBezTo>
                        <a:pt x="20100" y="12240"/>
                        <a:pt x="20100" y="12240"/>
                        <a:pt x="20100" y="12240"/>
                      </a:cubicBezTo>
                      <a:cubicBezTo>
                        <a:pt x="19950" y="12400"/>
                        <a:pt x="19950" y="12400"/>
                        <a:pt x="19950" y="12400"/>
                      </a:cubicBezTo>
                      <a:cubicBezTo>
                        <a:pt x="20175" y="12880"/>
                        <a:pt x="20175" y="12880"/>
                        <a:pt x="20175" y="12880"/>
                      </a:cubicBezTo>
                      <a:cubicBezTo>
                        <a:pt x="20325" y="13120"/>
                        <a:pt x="20325" y="13120"/>
                        <a:pt x="20325" y="13120"/>
                      </a:cubicBezTo>
                      <a:cubicBezTo>
                        <a:pt x="20175" y="13280"/>
                        <a:pt x="20175" y="13280"/>
                        <a:pt x="20175" y="13280"/>
                      </a:cubicBezTo>
                      <a:cubicBezTo>
                        <a:pt x="20400" y="13360"/>
                        <a:pt x="20400" y="13360"/>
                        <a:pt x="20400" y="13360"/>
                      </a:cubicBezTo>
                      <a:cubicBezTo>
                        <a:pt x="20700" y="13360"/>
                        <a:pt x="20700" y="13360"/>
                        <a:pt x="20700" y="13360"/>
                      </a:cubicBezTo>
                      <a:cubicBezTo>
                        <a:pt x="20700" y="13600"/>
                        <a:pt x="20700" y="13600"/>
                        <a:pt x="20700" y="13600"/>
                      </a:cubicBezTo>
                      <a:cubicBezTo>
                        <a:pt x="21225" y="13920"/>
                        <a:pt x="21225" y="13920"/>
                        <a:pt x="21225" y="13920"/>
                      </a:cubicBezTo>
                      <a:cubicBezTo>
                        <a:pt x="21075" y="13920"/>
                        <a:pt x="21075" y="13920"/>
                        <a:pt x="21075" y="13920"/>
                      </a:cubicBezTo>
                      <a:cubicBezTo>
                        <a:pt x="20475" y="14080"/>
                        <a:pt x="20475" y="14080"/>
                        <a:pt x="20475" y="14080"/>
                      </a:cubicBezTo>
                      <a:cubicBezTo>
                        <a:pt x="20175" y="14560"/>
                        <a:pt x="20175" y="14560"/>
                        <a:pt x="20175" y="14560"/>
                      </a:cubicBezTo>
                      <a:cubicBezTo>
                        <a:pt x="19275" y="14560"/>
                        <a:pt x="19275" y="14560"/>
                        <a:pt x="19275" y="14560"/>
                      </a:cubicBezTo>
                      <a:cubicBezTo>
                        <a:pt x="19125" y="15520"/>
                        <a:pt x="19125" y="15520"/>
                        <a:pt x="19125" y="15520"/>
                      </a:cubicBezTo>
                      <a:cubicBezTo>
                        <a:pt x="18900" y="16160"/>
                        <a:pt x="18900" y="16160"/>
                        <a:pt x="18900" y="16160"/>
                      </a:cubicBezTo>
                      <a:cubicBezTo>
                        <a:pt x="18675" y="16880"/>
                        <a:pt x="18675" y="16880"/>
                        <a:pt x="18675" y="16880"/>
                      </a:cubicBezTo>
                      <a:cubicBezTo>
                        <a:pt x="18825" y="17280"/>
                        <a:pt x="18825" y="17280"/>
                        <a:pt x="18825" y="17280"/>
                      </a:cubicBezTo>
                      <a:cubicBezTo>
                        <a:pt x="19050" y="17840"/>
                        <a:pt x="19050" y="17840"/>
                        <a:pt x="19050" y="17840"/>
                      </a:cubicBezTo>
                      <a:cubicBezTo>
                        <a:pt x="19500" y="18400"/>
                        <a:pt x="19500" y="18400"/>
                        <a:pt x="19500" y="18400"/>
                      </a:cubicBezTo>
                      <a:cubicBezTo>
                        <a:pt x="19500" y="18400"/>
                        <a:pt x="19500" y="18400"/>
                        <a:pt x="19500" y="18400"/>
                      </a:cubicBezTo>
                      <a:cubicBezTo>
                        <a:pt x="19050" y="18560"/>
                        <a:pt x="19050" y="18560"/>
                        <a:pt x="19050" y="18560"/>
                      </a:cubicBezTo>
                      <a:cubicBezTo>
                        <a:pt x="18750" y="18640"/>
                        <a:pt x="18750" y="18640"/>
                        <a:pt x="18750" y="18640"/>
                      </a:cubicBezTo>
                      <a:cubicBezTo>
                        <a:pt x="18450" y="18160"/>
                        <a:pt x="18450" y="18160"/>
                        <a:pt x="18450" y="18160"/>
                      </a:cubicBezTo>
                      <a:cubicBezTo>
                        <a:pt x="18000" y="18000"/>
                        <a:pt x="18000" y="18000"/>
                        <a:pt x="18000" y="18000"/>
                      </a:cubicBezTo>
                      <a:cubicBezTo>
                        <a:pt x="17475" y="18240"/>
                        <a:pt x="17475" y="18240"/>
                        <a:pt x="17475" y="18240"/>
                      </a:cubicBezTo>
                      <a:cubicBezTo>
                        <a:pt x="16950" y="18400"/>
                        <a:pt x="16950" y="18400"/>
                        <a:pt x="16950" y="18400"/>
                      </a:cubicBezTo>
                      <a:cubicBezTo>
                        <a:pt x="16800" y="18400"/>
                        <a:pt x="16800" y="18400"/>
                        <a:pt x="16800" y="18400"/>
                      </a:cubicBezTo>
                      <a:cubicBezTo>
                        <a:pt x="16650" y="18720"/>
                        <a:pt x="16650" y="18720"/>
                        <a:pt x="16650" y="18720"/>
                      </a:cubicBezTo>
                      <a:cubicBezTo>
                        <a:pt x="16200" y="18960"/>
                        <a:pt x="16200" y="18960"/>
                        <a:pt x="16200" y="18960"/>
                      </a:cubicBezTo>
                      <a:cubicBezTo>
                        <a:pt x="16200" y="18960"/>
                        <a:pt x="16050" y="18800"/>
                        <a:pt x="15975" y="18720"/>
                      </a:cubicBezTo>
                      <a:cubicBezTo>
                        <a:pt x="15900" y="18640"/>
                        <a:pt x="15675" y="18480"/>
                        <a:pt x="15675" y="18480"/>
                      </a:cubicBezTo>
                      <a:cubicBezTo>
                        <a:pt x="15675" y="18480"/>
                        <a:pt x="15600" y="18320"/>
                        <a:pt x="15525" y="18240"/>
                      </a:cubicBezTo>
                      <a:cubicBezTo>
                        <a:pt x="15450" y="18240"/>
                        <a:pt x="15000" y="18560"/>
                        <a:pt x="15000" y="18560"/>
                      </a:cubicBezTo>
                      <a:cubicBezTo>
                        <a:pt x="15000" y="18560"/>
                        <a:pt x="14625" y="18800"/>
                        <a:pt x="14625" y="18880"/>
                      </a:cubicBezTo>
                      <a:cubicBezTo>
                        <a:pt x="14700" y="18880"/>
                        <a:pt x="14625" y="19280"/>
                        <a:pt x="14625" y="19280"/>
                      </a:cubicBezTo>
                      <a:cubicBezTo>
                        <a:pt x="14100" y="18800"/>
                        <a:pt x="14100" y="18800"/>
                        <a:pt x="14100" y="18800"/>
                      </a:cubicBezTo>
                      <a:cubicBezTo>
                        <a:pt x="13725" y="19120"/>
                        <a:pt x="13725" y="19120"/>
                        <a:pt x="13725" y="19120"/>
                      </a:cubicBezTo>
                      <a:cubicBezTo>
                        <a:pt x="13425" y="18880"/>
                        <a:pt x="13425" y="18880"/>
                        <a:pt x="13425" y="18880"/>
                      </a:cubicBezTo>
                      <a:cubicBezTo>
                        <a:pt x="13275" y="18800"/>
                        <a:pt x="13275" y="18800"/>
                        <a:pt x="13275" y="18800"/>
                      </a:cubicBezTo>
                      <a:cubicBezTo>
                        <a:pt x="12825" y="19360"/>
                        <a:pt x="12825" y="19360"/>
                        <a:pt x="12825" y="19360"/>
                      </a:cubicBezTo>
                      <a:cubicBezTo>
                        <a:pt x="12525" y="19200"/>
                        <a:pt x="12525" y="19200"/>
                        <a:pt x="12525" y="19200"/>
                      </a:cubicBezTo>
                      <a:cubicBezTo>
                        <a:pt x="12375" y="19760"/>
                        <a:pt x="12375" y="19760"/>
                        <a:pt x="12375" y="19760"/>
                      </a:cubicBezTo>
                      <a:cubicBezTo>
                        <a:pt x="12000" y="19440"/>
                        <a:pt x="12000" y="19440"/>
                        <a:pt x="12000" y="19440"/>
                      </a:cubicBezTo>
                      <a:cubicBezTo>
                        <a:pt x="12000" y="19440"/>
                        <a:pt x="11625" y="19360"/>
                        <a:pt x="11550" y="19360"/>
                      </a:cubicBezTo>
                      <a:cubicBezTo>
                        <a:pt x="11475" y="19360"/>
                        <a:pt x="11250" y="19680"/>
                        <a:pt x="11250" y="19680"/>
                      </a:cubicBezTo>
                      <a:cubicBezTo>
                        <a:pt x="10875" y="19360"/>
                        <a:pt x="10875" y="19360"/>
                        <a:pt x="10875" y="19360"/>
                      </a:cubicBezTo>
                      <a:cubicBezTo>
                        <a:pt x="10575" y="19120"/>
                        <a:pt x="10575" y="19120"/>
                        <a:pt x="10575" y="19120"/>
                      </a:cubicBezTo>
                      <a:cubicBezTo>
                        <a:pt x="10575" y="19120"/>
                        <a:pt x="9750" y="19200"/>
                        <a:pt x="9675" y="19200"/>
                      </a:cubicBezTo>
                      <a:cubicBezTo>
                        <a:pt x="9600" y="19200"/>
                        <a:pt x="9075" y="19120"/>
                        <a:pt x="9075" y="19120"/>
                      </a:cubicBezTo>
                      <a:cubicBezTo>
                        <a:pt x="8400" y="19280"/>
                        <a:pt x="8400" y="19280"/>
                        <a:pt x="8400" y="19280"/>
                      </a:cubicBezTo>
                      <a:cubicBezTo>
                        <a:pt x="7425" y="19280"/>
                        <a:pt x="7425" y="19280"/>
                        <a:pt x="7425" y="19280"/>
                      </a:cubicBezTo>
                      <a:cubicBezTo>
                        <a:pt x="6525" y="19360"/>
                        <a:pt x="6525" y="19360"/>
                        <a:pt x="6525" y="19360"/>
                      </a:cubicBezTo>
                      <a:cubicBezTo>
                        <a:pt x="5850" y="19360"/>
                        <a:pt x="5850" y="19360"/>
                        <a:pt x="5850" y="19360"/>
                      </a:cubicBezTo>
                      <a:cubicBezTo>
                        <a:pt x="5325" y="19760"/>
                        <a:pt x="5325" y="19760"/>
                        <a:pt x="5325" y="19760"/>
                      </a:cubicBezTo>
                      <a:cubicBezTo>
                        <a:pt x="4800" y="19840"/>
                        <a:pt x="4800" y="19840"/>
                        <a:pt x="4800" y="19840"/>
                      </a:cubicBezTo>
                      <a:cubicBezTo>
                        <a:pt x="4200" y="19920"/>
                        <a:pt x="4200" y="19920"/>
                        <a:pt x="4200" y="19920"/>
                      </a:cubicBezTo>
                      <a:cubicBezTo>
                        <a:pt x="4125" y="19920"/>
                        <a:pt x="4125" y="19920"/>
                        <a:pt x="4125" y="19920"/>
                      </a:cubicBezTo>
                      <a:cubicBezTo>
                        <a:pt x="4050" y="20000"/>
                        <a:pt x="4050" y="20000"/>
                        <a:pt x="4050" y="20000"/>
                      </a:cubicBezTo>
                      <a:cubicBezTo>
                        <a:pt x="3825" y="20160"/>
                        <a:pt x="3825" y="20160"/>
                        <a:pt x="3825" y="20160"/>
                      </a:cubicBezTo>
                      <a:cubicBezTo>
                        <a:pt x="3825" y="20240"/>
                        <a:pt x="3825" y="20240"/>
                        <a:pt x="3825" y="20240"/>
                      </a:cubicBezTo>
                      <a:cubicBezTo>
                        <a:pt x="3675" y="20400"/>
                        <a:pt x="3675" y="20400"/>
                        <a:pt x="3675" y="20400"/>
                      </a:cubicBezTo>
                      <a:cubicBezTo>
                        <a:pt x="3600" y="20800"/>
                        <a:pt x="3600" y="20800"/>
                        <a:pt x="3600" y="20800"/>
                      </a:cubicBezTo>
                      <a:cubicBezTo>
                        <a:pt x="3525" y="20960"/>
                        <a:pt x="3375" y="21120"/>
                        <a:pt x="3300" y="21280"/>
                      </a:cubicBezTo>
                      <a:cubicBezTo>
                        <a:pt x="3300" y="21280"/>
                        <a:pt x="3300" y="21280"/>
                        <a:pt x="3300" y="21280"/>
                      </a:cubicBezTo>
                      <a:cubicBezTo>
                        <a:pt x="3300" y="21280"/>
                        <a:pt x="3075" y="21200"/>
                        <a:pt x="3075" y="21360"/>
                      </a:cubicBezTo>
                      <a:cubicBezTo>
                        <a:pt x="3075" y="21440"/>
                        <a:pt x="3075" y="21440"/>
                        <a:pt x="3075" y="21440"/>
                      </a:cubicBezTo>
                      <a:cubicBezTo>
                        <a:pt x="2850" y="21520"/>
                        <a:pt x="2475" y="21360"/>
                        <a:pt x="2475" y="21360"/>
                      </a:cubicBezTo>
                      <a:cubicBezTo>
                        <a:pt x="2025" y="21600"/>
                        <a:pt x="2025" y="21600"/>
                        <a:pt x="2025" y="21600"/>
                      </a:cubicBezTo>
                      <a:cubicBezTo>
                        <a:pt x="2025" y="21600"/>
                        <a:pt x="2025" y="21600"/>
                        <a:pt x="2025" y="21600"/>
                      </a:cubicBezTo>
                      <a:cubicBezTo>
                        <a:pt x="2025" y="21520"/>
                        <a:pt x="1875" y="21200"/>
                        <a:pt x="1875" y="21200"/>
                      </a:cubicBezTo>
                      <a:cubicBezTo>
                        <a:pt x="1875" y="21200"/>
                        <a:pt x="1950" y="20640"/>
                        <a:pt x="1950" y="20640"/>
                      </a:cubicBezTo>
                      <a:cubicBezTo>
                        <a:pt x="1950" y="20560"/>
                        <a:pt x="1875" y="19920"/>
                        <a:pt x="1875" y="19920"/>
                      </a:cubicBezTo>
                      <a:cubicBezTo>
                        <a:pt x="1875" y="19600"/>
                        <a:pt x="1875" y="19600"/>
                        <a:pt x="1875" y="19600"/>
                      </a:cubicBezTo>
                      <a:cubicBezTo>
                        <a:pt x="1425" y="19280"/>
                        <a:pt x="1425" y="19280"/>
                        <a:pt x="1425" y="19280"/>
                      </a:cubicBezTo>
                      <a:cubicBezTo>
                        <a:pt x="1425" y="19280"/>
                        <a:pt x="900" y="19200"/>
                        <a:pt x="750" y="19200"/>
                      </a:cubicBezTo>
                      <a:cubicBezTo>
                        <a:pt x="675" y="19200"/>
                        <a:pt x="600" y="18960"/>
                        <a:pt x="600" y="18960"/>
                      </a:cubicBezTo>
                      <a:cubicBezTo>
                        <a:pt x="675" y="18720"/>
                        <a:pt x="675" y="18720"/>
                        <a:pt x="675" y="18720"/>
                      </a:cubicBezTo>
                      <a:cubicBezTo>
                        <a:pt x="900" y="18000"/>
                        <a:pt x="900" y="18000"/>
                        <a:pt x="900" y="18000"/>
                      </a:cubicBezTo>
                      <a:cubicBezTo>
                        <a:pt x="1275" y="17440"/>
                        <a:pt x="1275" y="17440"/>
                        <a:pt x="1275" y="17440"/>
                      </a:cubicBezTo>
                      <a:cubicBezTo>
                        <a:pt x="1575" y="17280"/>
                        <a:pt x="1575" y="17280"/>
                        <a:pt x="1575" y="17280"/>
                      </a:cubicBezTo>
                      <a:cubicBezTo>
                        <a:pt x="1575" y="17280"/>
                        <a:pt x="1875" y="16800"/>
                        <a:pt x="1950" y="16720"/>
                      </a:cubicBezTo>
                      <a:cubicBezTo>
                        <a:pt x="2025" y="16720"/>
                        <a:pt x="1950" y="16320"/>
                        <a:pt x="1875" y="16320"/>
                      </a:cubicBezTo>
                      <a:cubicBezTo>
                        <a:pt x="1875" y="16240"/>
                        <a:pt x="1875" y="16000"/>
                        <a:pt x="1875" y="15920"/>
                      </a:cubicBezTo>
                      <a:cubicBezTo>
                        <a:pt x="1875" y="15760"/>
                        <a:pt x="1650" y="15520"/>
                        <a:pt x="1650" y="15520"/>
                      </a:cubicBezTo>
                      <a:cubicBezTo>
                        <a:pt x="1575" y="14880"/>
                        <a:pt x="1575" y="14880"/>
                        <a:pt x="1575" y="14880"/>
                      </a:cubicBezTo>
                      <a:cubicBezTo>
                        <a:pt x="1425" y="14720"/>
                        <a:pt x="1425" y="14720"/>
                        <a:pt x="1425" y="14720"/>
                      </a:cubicBezTo>
                      <a:cubicBezTo>
                        <a:pt x="1425" y="14640"/>
                        <a:pt x="1425" y="14640"/>
                        <a:pt x="1425" y="14640"/>
                      </a:cubicBezTo>
                      <a:cubicBezTo>
                        <a:pt x="975" y="14000"/>
                        <a:pt x="975" y="14000"/>
                        <a:pt x="975" y="14000"/>
                      </a:cubicBezTo>
                      <a:cubicBezTo>
                        <a:pt x="600" y="13120"/>
                        <a:pt x="600" y="13120"/>
                        <a:pt x="600" y="13120"/>
                      </a:cubicBezTo>
                      <a:cubicBezTo>
                        <a:pt x="600" y="13120"/>
                        <a:pt x="150" y="12320"/>
                        <a:pt x="75" y="12000"/>
                      </a:cubicBezTo>
                      <a:cubicBezTo>
                        <a:pt x="0" y="11760"/>
                        <a:pt x="0" y="11760"/>
                        <a:pt x="0" y="11760"/>
                      </a:cubicBezTo>
                      <a:cubicBezTo>
                        <a:pt x="675" y="11600"/>
                        <a:pt x="675" y="11600"/>
                        <a:pt x="675" y="11600"/>
                      </a:cubicBezTo>
                      <a:cubicBezTo>
                        <a:pt x="1425" y="11280"/>
                        <a:pt x="1425" y="11280"/>
                        <a:pt x="1425" y="11280"/>
                      </a:cubicBezTo>
                      <a:cubicBezTo>
                        <a:pt x="1875" y="11360"/>
                        <a:pt x="1875" y="11360"/>
                        <a:pt x="1875" y="11360"/>
                      </a:cubicBezTo>
                      <a:cubicBezTo>
                        <a:pt x="2400" y="11280"/>
                        <a:pt x="2400" y="11280"/>
                        <a:pt x="2400" y="11280"/>
                      </a:cubicBezTo>
                      <a:cubicBezTo>
                        <a:pt x="2700" y="10880"/>
                        <a:pt x="2700" y="10880"/>
                        <a:pt x="2700" y="10880"/>
                      </a:cubicBezTo>
                      <a:cubicBezTo>
                        <a:pt x="3075" y="10880"/>
                        <a:pt x="3075" y="10880"/>
                        <a:pt x="3075" y="10880"/>
                      </a:cubicBezTo>
                      <a:cubicBezTo>
                        <a:pt x="2925" y="10320"/>
                        <a:pt x="2925" y="10320"/>
                        <a:pt x="2925" y="10320"/>
                      </a:cubicBezTo>
                      <a:cubicBezTo>
                        <a:pt x="2925" y="10320"/>
                        <a:pt x="3000" y="10080"/>
                        <a:pt x="3075" y="10160"/>
                      </a:cubicBezTo>
                      <a:cubicBezTo>
                        <a:pt x="3225" y="10160"/>
                        <a:pt x="3525" y="10160"/>
                        <a:pt x="3525" y="10160"/>
                      </a:cubicBezTo>
                      <a:cubicBezTo>
                        <a:pt x="3675" y="9840"/>
                        <a:pt x="3675" y="9840"/>
                        <a:pt x="3675" y="9840"/>
                      </a:cubicBezTo>
                      <a:cubicBezTo>
                        <a:pt x="3675" y="9680"/>
                        <a:pt x="3675" y="9680"/>
                        <a:pt x="3675" y="9680"/>
                      </a:cubicBezTo>
                      <a:cubicBezTo>
                        <a:pt x="4200" y="9520"/>
                        <a:pt x="4200" y="9520"/>
                        <a:pt x="4200" y="9520"/>
                      </a:cubicBezTo>
                      <a:cubicBezTo>
                        <a:pt x="4425" y="9280"/>
                        <a:pt x="4425" y="9280"/>
                        <a:pt x="4425" y="9280"/>
                      </a:cubicBezTo>
                      <a:cubicBezTo>
                        <a:pt x="4575" y="9440"/>
                        <a:pt x="4575" y="9440"/>
                        <a:pt x="4575" y="9440"/>
                      </a:cubicBezTo>
                      <a:cubicBezTo>
                        <a:pt x="4500" y="9760"/>
                        <a:pt x="4500" y="9760"/>
                        <a:pt x="4500" y="9760"/>
                      </a:cubicBezTo>
                      <a:cubicBezTo>
                        <a:pt x="4875" y="9680"/>
                        <a:pt x="4875" y="9680"/>
                        <a:pt x="4875" y="9680"/>
                      </a:cubicBezTo>
                      <a:cubicBezTo>
                        <a:pt x="5025" y="9200"/>
                        <a:pt x="5025" y="9200"/>
                        <a:pt x="5025" y="9200"/>
                      </a:cubicBezTo>
                      <a:cubicBezTo>
                        <a:pt x="4875" y="9120"/>
                        <a:pt x="4875" y="9120"/>
                        <a:pt x="4875" y="9120"/>
                      </a:cubicBezTo>
                      <a:cubicBezTo>
                        <a:pt x="4500" y="8960"/>
                        <a:pt x="4500" y="8960"/>
                        <a:pt x="4500" y="8960"/>
                      </a:cubicBezTo>
                      <a:cubicBezTo>
                        <a:pt x="4500" y="8960"/>
                        <a:pt x="4350" y="9040"/>
                        <a:pt x="4350" y="8880"/>
                      </a:cubicBezTo>
                      <a:cubicBezTo>
                        <a:pt x="4425" y="8640"/>
                        <a:pt x="4575" y="8240"/>
                        <a:pt x="4575" y="8240"/>
                      </a:cubicBezTo>
                      <a:cubicBezTo>
                        <a:pt x="4500" y="7760"/>
                        <a:pt x="4500" y="7760"/>
                        <a:pt x="4500" y="7760"/>
                      </a:cubicBezTo>
                      <a:cubicBezTo>
                        <a:pt x="4425" y="7200"/>
                        <a:pt x="4425" y="7200"/>
                        <a:pt x="4425" y="7200"/>
                      </a:cubicBezTo>
                      <a:cubicBezTo>
                        <a:pt x="4500" y="6880"/>
                        <a:pt x="4500" y="6880"/>
                        <a:pt x="4500" y="6880"/>
                      </a:cubicBezTo>
                      <a:cubicBezTo>
                        <a:pt x="4500" y="6560"/>
                        <a:pt x="4500" y="6560"/>
                        <a:pt x="4500" y="6560"/>
                      </a:cubicBezTo>
                      <a:cubicBezTo>
                        <a:pt x="4650" y="6240"/>
                        <a:pt x="4650" y="6240"/>
                        <a:pt x="4650" y="6240"/>
                      </a:cubicBezTo>
                      <a:cubicBezTo>
                        <a:pt x="5250" y="6000"/>
                        <a:pt x="5250" y="6000"/>
                        <a:pt x="5250" y="6000"/>
                      </a:cubicBezTo>
                      <a:cubicBezTo>
                        <a:pt x="5250" y="5440"/>
                        <a:pt x="5250" y="5440"/>
                        <a:pt x="5250" y="5440"/>
                      </a:cubicBezTo>
                      <a:cubicBezTo>
                        <a:pt x="5475" y="5200"/>
                        <a:pt x="5475" y="5200"/>
                        <a:pt x="5475" y="5200"/>
                      </a:cubicBezTo>
                      <a:lnTo>
                        <a:pt x="6075" y="528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27" name="Shape">
                  <a:extLst>
                    <a:ext uri="{FF2B5EF4-FFF2-40B4-BE49-F238E27FC236}">
                      <a16:creationId xmlns:a16="http://schemas.microsoft.com/office/drawing/2014/main" id="{BCA46BCE-FF04-4114-85C6-77B172AAEFBB}"/>
                    </a:ext>
                  </a:extLst>
                </p:cNvPr>
                <p:cNvSpPr/>
                <p:nvPr/>
              </p:nvSpPr>
              <p:spPr>
                <a:xfrm>
                  <a:off x="5184309" y="4423669"/>
                  <a:ext cx="540419" cy="5120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17" extrusionOk="0">
                      <a:moveTo>
                        <a:pt x="13796" y="21517"/>
                      </a:moveTo>
                      <a:cubicBezTo>
                        <a:pt x="13935" y="20949"/>
                        <a:pt x="13935" y="20949"/>
                        <a:pt x="13935" y="20949"/>
                      </a:cubicBezTo>
                      <a:cubicBezTo>
                        <a:pt x="13935" y="20949"/>
                        <a:pt x="14354" y="20806"/>
                        <a:pt x="14493" y="20806"/>
                      </a:cubicBezTo>
                      <a:cubicBezTo>
                        <a:pt x="14632" y="20664"/>
                        <a:pt x="14772" y="20806"/>
                        <a:pt x="14911" y="20664"/>
                      </a:cubicBezTo>
                      <a:cubicBezTo>
                        <a:pt x="15050" y="20664"/>
                        <a:pt x="15329" y="20522"/>
                        <a:pt x="15329" y="20522"/>
                      </a:cubicBezTo>
                      <a:cubicBezTo>
                        <a:pt x="15190" y="20522"/>
                        <a:pt x="15190" y="20522"/>
                        <a:pt x="15190" y="20522"/>
                      </a:cubicBezTo>
                      <a:cubicBezTo>
                        <a:pt x="15190" y="20238"/>
                        <a:pt x="15190" y="20238"/>
                        <a:pt x="15190" y="20238"/>
                      </a:cubicBezTo>
                      <a:cubicBezTo>
                        <a:pt x="15329" y="19954"/>
                        <a:pt x="15329" y="19954"/>
                        <a:pt x="15329" y="19954"/>
                      </a:cubicBezTo>
                      <a:cubicBezTo>
                        <a:pt x="14772" y="19670"/>
                        <a:pt x="14772" y="19670"/>
                        <a:pt x="14772" y="19670"/>
                      </a:cubicBezTo>
                      <a:cubicBezTo>
                        <a:pt x="14911" y="19385"/>
                        <a:pt x="14911" y="19385"/>
                        <a:pt x="14911" y="19385"/>
                      </a:cubicBezTo>
                      <a:cubicBezTo>
                        <a:pt x="14911" y="19385"/>
                        <a:pt x="14772" y="19101"/>
                        <a:pt x="14911" y="19101"/>
                      </a:cubicBezTo>
                      <a:cubicBezTo>
                        <a:pt x="15050" y="19101"/>
                        <a:pt x="15050" y="18675"/>
                        <a:pt x="15050" y="18675"/>
                      </a:cubicBezTo>
                      <a:cubicBezTo>
                        <a:pt x="15190" y="18391"/>
                        <a:pt x="15190" y="18391"/>
                        <a:pt x="15190" y="18391"/>
                      </a:cubicBezTo>
                      <a:cubicBezTo>
                        <a:pt x="15468" y="18391"/>
                        <a:pt x="15468" y="18391"/>
                        <a:pt x="15468" y="18391"/>
                      </a:cubicBezTo>
                      <a:cubicBezTo>
                        <a:pt x="15468" y="18391"/>
                        <a:pt x="15468" y="18106"/>
                        <a:pt x="15608" y="17964"/>
                      </a:cubicBezTo>
                      <a:cubicBezTo>
                        <a:pt x="15608" y="17964"/>
                        <a:pt x="15747" y="17822"/>
                        <a:pt x="15747" y="17822"/>
                      </a:cubicBezTo>
                      <a:cubicBezTo>
                        <a:pt x="15608" y="17396"/>
                        <a:pt x="15608" y="17396"/>
                        <a:pt x="15608" y="17396"/>
                      </a:cubicBezTo>
                      <a:cubicBezTo>
                        <a:pt x="15608" y="17396"/>
                        <a:pt x="15329" y="16970"/>
                        <a:pt x="15468" y="16970"/>
                      </a:cubicBezTo>
                      <a:cubicBezTo>
                        <a:pt x="15608" y="16970"/>
                        <a:pt x="15747" y="16828"/>
                        <a:pt x="15747" y="16828"/>
                      </a:cubicBezTo>
                      <a:cubicBezTo>
                        <a:pt x="15747" y="16828"/>
                        <a:pt x="16165" y="16401"/>
                        <a:pt x="16305" y="16401"/>
                      </a:cubicBezTo>
                      <a:cubicBezTo>
                        <a:pt x="16305" y="16401"/>
                        <a:pt x="16583" y="16117"/>
                        <a:pt x="16583" y="15975"/>
                      </a:cubicBezTo>
                      <a:cubicBezTo>
                        <a:pt x="16444" y="15833"/>
                        <a:pt x="16305" y="15691"/>
                        <a:pt x="16305" y="15691"/>
                      </a:cubicBezTo>
                      <a:cubicBezTo>
                        <a:pt x="16444" y="15122"/>
                        <a:pt x="16444" y="15122"/>
                        <a:pt x="16444" y="15122"/>
                      </a:cubicBezTo>
                      <a:cubicBezTo>
                        <a:pt x="16444" y="15122"/>
                        <a:pt x="16583" y="14838"/>
                        <a:pt x="16444" y="14838"/>
                      </a:cubicBezTo>
                      <a:cubicBezTo>
                        <a:pt x="16305" y="14696"/>
                        <a:pt x="16026" y="14696"/>
                        <a:pt x="16026" y="14696"/>
                      </a:cubicBezTo>
                      <a:cubicBezTo>
                        <a:pt x="15747" y="14412"/>
                        <a:pt x="15747" y="14412"/>
                        <a:pt x="15747" y="14412"/>
                      </a:cubicBezTo>
                      <a:cubicBezTo>
                        <a:pt x="15747" y="13985"/>
                        <a:pt x="15747" y="13985"/>
                        <a:pt x="15747" y="13985"/>
                      </a:cubicBezTo>
                      <a:cubicBezTo>
                        <a:pt x="15468" y="13559"/>
                        <a:pt x="15468" y="13559"/>
                        <a:pt x="15468" y="13559"/>
                      </a:cubicBezTo>
                      <a:cubicBezTo>
                        <a:pt x="15468" y="13559"/>
                        <a:pt x="15468" y="13275"/>
                        <a:pt x="15468" y="13133"/>
                      </a:cubicBezTo>
                      <a:cubicBezTo>
                        <a:pt x="15608" y="13133"/>
                        <a:pt x="15886" y="12564"/>
                        <a:pt x="15886" y="12422"/>
                      </a:cubicBezTo>
                      <a:cubicBezTo>
                        <a:pt x="16026" y="12422"/>
                        <a:pt x="16583" y="11854"/>
                        <a:pt x="16583" y="11854"/>
                      </a:cubicBezTo>
                      <a:cubicBezTo>
                        <a:pt x="16862" y="12564"/>
                        <a:pt x="16862" y="12564"/>
                        <a:pt x="16862" y="12564"/>
                      </a:cubicBezTo>
                      <a:cubicBezTo>
                        <a:pt x="16862" y="13133"/>
                        <a:pt x="16862" y="13133"/>
                        <a:pt x="16862" y="13133"/>
                      </a:cubicBezTo>
                      <a:cubicBezTo>
                        <a:pt x="16862" y="13133"/>
                        <a:pt x="16723" y="13417"/>
                        <a:pt x="16862" y="13417"/>
                      </a:cubicBezTo>
                      <a:cubicBezTo>
                        <a:pt x="17141" y="13275"/>
                        <a:pt x="17141" y="12991"/>
                        <a:pt x="17141" y="12991"/>
                      </a:cubicBezTo>
                      <a:cubicBezTo>
                        <a:pt x="17280" y="12849"/>
                        <a:pt x="17280" y="12849"/>
                        <a:pt x="17280" y="12849"/>
                      </a:cubicBezTo>
                      <a:cubicBezTo>
                        <a:pt x="17280" y="12849"/>
                        <a:pt x="17001" y="12422"/>
                        <a:pt x="17141" y="12422"/>
                      </a:cubicBezTo>
                      <a:cubicBezTo>
                        <a:pt x="17280" y="12422"/>
                        <a:pt x="17280" y="12138"/>
                        <a:pt x="17280" y="12422"/>
                      </a:cubicBezTo>
                      <a:cubicBezTo>
                        <a:pt x="17419" y="12564"/>
                        <a:pt x="17419" y="12849"/>
                        <a:pt x="17559" y="12706"/>
                      </a:cubicBezTo>
                      <a:cubicBezTo>
                        <a:pt x="17837" y="12706"/>
                        <a:pt x="17837" y="12849"/>
                        <a:pt x="17837" y="12706"/>
                      </a:cubicBezTo>
                      <a:cubicBezTo>
                        <a:pt x="17977" y="12564"/>
                        <a:pt x="17977" y="12422"/>
                        <a:pt x="17977" y="12422"/>
                      </a:cubicBezTo>
                      <a:cubicBezTo>
                        <a:pt x="18116" y="12280"/>
                        <a:pt x="18116" y="12280"/>
                        <a:pt x="18116" y="12280"/>
                      </a:cubicBezTo>
                      <a:cubicBezTo>
                        <a:pt x="18116" y="12280"/>
                        <a:pt x="18116" y="12564"/>
                        <a:pt x="18255" y="12564"/>
                      </a:cubicBezTo>
                      <a:cubicBezTo>
                        <a:pt x="18395" y="12564"/>
                        <a:pt x="18674" y="12564"/>
                        <a:pt x="18674" y="12564"/>
                      </a:cubicBezTo>
                      <a:cubicBezTo>
                        <a:pt x="18952" y="12706"/>
                        <a:pt x="18952" y="12706"/>
                        <a:pt x="18952" y="12706"/>
                      </a:cubicBezTo>
                      <a:cubicBezTo>
                        <a:pt x="18952" y="12706"/>
                        <a:pt x="19092" y="12706"/>
                        <a:pt x="19092" y="12564"/>
                      </a:cubicBezTo>
                      <a:cubicBezTo>
                        <a:pt x="19092" y="12422"/>
                        <a:pt x="19092" y="12280"/>
                        <a:pt x="19092" y="12280"/>
                      </a:cubicBezTo>
                      <a:cubicBezTo>
                        <a:pt x="19370" y="12138"/>
                        <a:pt x="19370" y="12138"/>
                        <a:pt x="19370" y="12138"/>
                      </a:cubicBezTo>
                      <a:cubicBezTo>
                        <a:pt x="19370" y="11712"/>
                        <a:pt x="19370" y="11712"/>
                        <a:pt x="19370" y="11712"/>
                      </a:cubicBezTo>
                      <a:cubicBezTo>
                        <a:pt x="19928" y="12138"/>
                        <a:pt x="19928" y="12138"/>
                        <a:pt x="19928" y="12138"/>
                      </a:cubicBezTo>
                      <a:cubicBezTo>
                        <a:pt x="20067" y="12564"/>
                        <a:pt x="20067" y="12564"/>
                        <a:pt x="20067" y="12564"/>
                      </a:cubicBezTo>
                      <a:cubicBezTo>
                        <a:pt x="20346" y="12422"/>
                        <a:pt x="20346" y="12422"/>
                        <a:pt x="20346" y="12422"/>
                      </a:cubicBezTo>
                      <a:cubicBezTo>
                        <a:pt x="20485" y="11996"/>
                        <a:pt x="20485" y="11996"/>
                        <a:pt x="20485" y="11996"/>
                      </a:cubicBezTo>
                      <a:cubicBezTo>
                        <a:pt x="20485" y="11996"/>
                        <a:pt x="20903" y="11996"/>
                        <a:pt x="21043" y="11854"/>
                      </a:cubicBezTo>
                      <a:cubicBezTo>
                        <a:pt x="21182" y="11854"/>
                        <a:pt x="21600" y="11712"/>
                        <a:pt x="21600" y="11712"/>
                      </a:cubicBezTo>
                      <a:cubicBezTo>
                        <a:pt x="21600" y="11570"/>
                        <a:pt x="21321" y="11428"/>
                        <a:pt x="21182" y="11570"/>
                      </a:cubicBezTo>
                      <a:cubicBezTo>
                        <a:pt x="21043" y="11570"/>
                        <a:pt x="20764" y="11712"/>
                        <a:pt x="20625" y="11570"/>
                      </a:cubicBezTo>
                      <a:cubicBezTo>
                        <a:pt x="20625" y="11428"/>
                        <a:pt x="20346" y="11143"/>
                        <a:pt x="20346" y="11143"/>
                      </a:cubicBezTo>
                      <a:cubicBezTo>
                        <a:pt x="20067" y="11143"/>
                        <a:pt x="20067" y="11143"/>
                        <a:pt x="20067" y="11143"/>
                      </a:cubicBezTo>
                      <a:cubicBezTo>
                        <a:pt x="20067" y="11143"/>
                        <a:pt x="19788" y="11001"/>
                        <a:pt x="19928" y="10859"/>
                      </a:cubicBezTo>
                      <a:cubicBezTo>
                        <a:pt x="20067" y="10717"/>
                        <a:pt x="20206" y="10717"/>
                        <a:pt x="20206" y="10717"/>
                      </a:cubicBezTo>
                      <a:cubicBezTo>
                        <a:pt x="20206" y="10717"/>
                        <a:pt x="20067" y="10433"/>
                        <a:pt x="20067" y="10291"/>
                      </a:cubicBezTo>
                      <a:cubicBezTo>
                        <a:pt x="20067" y="10149"/>
                        <a:pt x="20067" y="9864"/>
                        <a:pt x="19928" y="9722"/>
                      </a:cubicBezTo>
                      <a:cubicBezTo>
                        <a:pt x="19928" y="9722"/>
                        <a:pt x="19649" y="9154"/>
                        <a:pt x="19649" y="9154"/>
                      </a:cubicBezTo>
                      <a:cubicBezTo>
                        <a:pt x="19649" y="8870"/>
                        <a:pt x="19649" y="8870"/>
                        <a:pt x="19649" y="8870"/>
                      </a:cubicBezTo>
                      <a:cubicBezTo>
                        <a:pt x="19370" y="9012"/>
                        <a:pt x="19370" y="9012"/>
                        <a:pt x="19370" y="9012"/>
                      </a:cubicBezTo>
                      <a:cubicBezTo>
                        <a:pt x="19092" y="8728"/>
                        <a:pt x="19092" y="8728"/>
                        <a:pt x="19092" y="8728"/>
                      </a:cubicBezTo>
                      <a:cubicBezTo>
                        <a:pt x="19092" y="8728"/>
                        <a:pt x="18813" y="8728"/>
                        <a:pt x="18813" y="8870"/>
                      </a:cubicBezTo>
                      <a:cubicBezTo>
                        <a:pt x="18674" y="8870"/>
                        <a:pt x="18534" y="8728"/>
                        <a:pt x="18534" y="8728"/>
                      </a:cubicBezTo>
                      <a:cubicBezTo>
                        <a:pt x="18255" y="8728"/>
                        <a:pt x="18255" y="8728"/>
                        <a:pt x="18255" y="8728"/>
                      </a:cubicBezTo>
                      <a:cubicBezTo>
                        <a:pt x="18255" y="8728"/>
                        <a:pt x="18255" y="8728"/>
                        <a:pt x="17977" y="8728"/>
                      </a:cubicBezTo>
                      <a:cubicBezTo>
                        <a:pt x="17837" y="8728"/>
                        <a:pt x="17559" y="8585"/>
                        <a:pt x="17419" y="8585"/>
                      </a:cubicBezTo>
                      <a:cubicBezTo>
                        <a:pt x="17419" y="8443"/>
                        <a:pt x="17419" y="8301"/>
                        <a:pt x="17419" y="8301"/>
                      </a:cubicBezTo>
                      <a:cubicBezTo>
                        <a:pt x="17559" y="8159"/>
                        <a:pt x="17559" y="8017"/>
                        <a:pt x="17559" y="8017"/>
                      </a:cubicBezTo>
                      <a:cubicBezTo>
                        <a:pt x="17559" y="8017"/>
                        <a:pt x="17559" y="7591"/>
                        <a:pt x="17419" y="7591"/>
                      </a:cubicBezTo>
                      <a:cubicBezTo>
                        <a:pt x="17280" y="7591"/>
                        <a:pt x="17001" y="7591"/>
                        <a:pt x="17001" y="7591"/>
                      </a:cubicBezTo>
                      <a:cubicBezTo>
                        <a:pt x="16723" y="7449"/>
                        <a:pt x="16723" y="7449"/>
                        <a:pt x="16723" y="7449"/>
                      </a:cubicBezTo>
                      <a:cubicBezTo>
                        <a:pt x="17141" y="7306"/>
                        <a:pt x="17141" y="7306"/>
                        <a:pt x="17141" y="7306"/>
                      </a:cubicBezTo>
                      <a:cubicBezTo>
                        <a:pt x="17001" y="7022"/>
                        <a:pt x="17001" y="7022"/>
                        <a:pt x="17001" y="7022"/>
                      </a:cubicBezTo>
                      <a:cubicBezTo>
                        <a:pt x="17001" y="7022"/>
                        <a:pt x="17001" y="6738"/>
                        <a:pt x="17001" y="6738"/>
                      </a:cubicBezTo>
                      <a:cubicBezTo>
                        <a:pt x="17001" y="6596"/>
                        <a:pt x="16862" y="6454"/>
                        <a:pt x="16862" y="6454"/>
                      </a:cubicBezTo>
                      <a:cubicBezTo>
                        <a:pt x="16862" y="5885"/>
                        <a:pt x="16862" y="5885"/>
                        <a:pt x="16862" y="5885"/>
                      </a:cubicBezTo>
                      <a:cubicBezTo>
                        <a:pt x="16583" y="5885"/>
                        <a:pt x="16583" y="5885"/>
                        <a:pt x="16583" y="5885"/>
                      </a:cubicBezTo>
                      <a:cubicBezTo>
                        <a:pt x="16305" y="5743"/>
                        <a:pt x="16305" y="5743"/>
                        <a:pt x="16305" y="5743"/>
                      </a:cubicBezTo>
                      <a:cubicBezTo>
                        <a:pt x="16165" y="6170"/>
                        <a:pt x="16165" y="6170"/>
                        <a:pt x="16165" y="6170"/>
                      </a:cubicBezTo>
                      <a:cubicBezTo>
                        <a:pt x="15886" y="6312"/>
                        <a:pt x="15886" y="6312"/>
                        <a:pt x="15886" y="6312"/>
                      </a:cubicBezTo>
                      <a:cubicBezTo>
                        <a:pt x="15747" y="5885"/>
                        <a:pt x="15747" y="5885"/>
                        <a:pt x="15747" y="5885"/>
                      </a:cubicBezTo>
                      <a:cubicBezTo>
                        <a:pt x="15468" y="5743"/>
                        <a:pt x="15468" y="5743"/>
                        <a:pt x="15468" y="5743"/>
                      </a:cubicBezTo>
                      <a:cubicBezTo>
                        <a:pt x="15329" y="5743"/>
                        <a:pt x="15329" y="5743"/>
                        <a:pt x="15329" y="5743"/>
                      </a:cubicBezTo>
                      <a:cubicBezTo>
                        <a:pt x="15050" y="5317"/>
                        <a:pt x="15050" y="5317"/>
                        <a:pt x="15050" y="5317"/>
                      </a:cubicBezTo>
                      <a:cubicBezTo>
                        <a:pt x="14772" y="5317"/>
                        <a:pt x="14772" y="5317"/>
                        <a:pt x="14772" y="5317"/>
                      </a:cubicBezTo>
                      <a:cubicBezTo>
                        <a:pt x="14772" y="5317"/>
                        <a:pt x="14632" y="5743"/>
                        <a:pt x="14493" y="5459"/>
                      </a:cubicBezTo>
                      <a:cubicBezTo>
                        <a:pt x="14354" y="5317"/>
                        <a:pt x="14354" y="4891"/>
                        <a:pt x="14354" y="4891"/>
                      </a:cubicBezTo>
                      <a:cubicBezTo>
                        <a:pt x="14214" y="4749"/>
                        <a:pt x="14214" y="4749"/>
                        <a:pt x="14214" y="4749"/>
                      </a:cubicBezTo>
                      <a:cubicBezTo>
                        <a:pt x="14354" y="4464"/>
                        <a:pt x="14354" y="4464"/>
                        <a:pt x="14354" y="4464"/>
                      </a:cubicBezTo>
                      <a:cubicBezTo>
                        <a:pt x="14354" y="4038"/>
                        <a:pt x="14354" y="4038"/>
                        <a:pt x="14354" y="4038"/>
                      </a:cubicBezTo>
                      <a:cubicBezTo>
                        <a:pt x="14354" y="4038"/>
                        <a:pt x="14214" y="3754"/>
                        <a:pt x="14214" y="3754"/>
                      </a:cubicBezTo>
                      <a:cubicBezTo>
                        <a:pt x="14214" y="3612"/>
                        <a:pt x="14075" y="3328"/>
                        <a:pt x="14075" y="3328"/>
                      </a:cubicBezTo>
                      <a:cubicBezTo>
                        <a:pt x="14214" y="3043"/>
                        <a:pt x="14214" y="3043"/>
                        <a:pt x="14214" y="3043"/>
                      </a:cubicBezTo>
                      <a:cubicBezTo>
                        <a:pt x="13935" y="2901"/>
                        <a:pt x="13935" y="2901"/>
                        <a:pt x="13935" y="2901"/>
                      </a:cubicBezTo>
                      <a:cubicBezTo>
                        <a:pt x="13935" y="2475"/>
                        <a:pt x="13935" y="2475"/>
                        <a:pt x="13935" y="2475"/>
                      </a:cubicBezTo>
                      <a:cubicBezTo>
                        <a:pt x="13935" y="2333"/>
                        <a:pt x="13935" y="2333"/>
                        <a:pt x="13935" y="2333"/>
                      </a:cubicBezTo>
                      <a:cubicBezTo>
                        <a:pt x="13517" y="2191"/>
                        <a:pt x="13517" y="2191"/>
                        <a:pt x="13517" y="2191"/>
                      </a:cubicBezTo>
                      <a:cubicBezTo>
                        <a:pt x="13517" y="2191"/>
                        <a:pt x="13517" y="2049"/>
                        <a:pt x="13378" y="1906"/>
                      </a:cubicBezTo>
                      <a:cubicBezTo>
                        <a:pt x="13378" y="1906"/>
                        <a:pt x="13099" y="1622"/>
                        <a:pt x="13099" y="1622"/>
                      </a:cubicBezTo>
                      <a:cubicBezTo>
                        <a:pt x="13099" y="1622"/>
                        <a:pt x="12960" y="1622"/>
                        <a:pt x="12960" y="1764"/>
                      </a:cubicBezTo>
                      <a:cubicBezTo>
                        <a:pt x="12821" y="1906"/>
                        <a:pt x="12821" y="2191"/>
                        <a:pt x="12681" y="2191"/>
                      </a:cubicBezTo>
                      <a:cubicBezTo>
                        <a:pt x="12681" y="2191"/>
                        <a:pt x="12821" y="2191"/>
                        <a:pt x="12403" y="2191"/>
                      </a:cubicBezTo>
                      <a:cubicBezTo>
                        <a:pt x="12124" y="2049"/>
                        <a:pt x="12124" y="2049"/>
                        <a:pt x="11985" y="1906"/>
                      </a:cubicBezTo>
                      <a:cubicBezTo>
                        <a:pt x="11845" y="1906"/>
                        <a:pt x="11566" y="1622"/>
                        <a:pt x="11566" y="1622"/>
                      </a:cubicBezTo>
                      <a:cubicBezTo>
                        <a:pt x="11427" y="1054"/>
                        <a:pt x="11427" y="1054"/>
                        <a:pt x="11427" y="1054"/>
                      </a:cubicBezTo>
                      <a:cubicBezTo>
                        <a:pt x="11148" y="1054"/>
                        <a:pt x="11148" y="1054"/>
                        <a:pt x="11148" y="1054"/>
                      </a:cubicBezTo>
                      <a:cubicBezTo>
                        <a:pt x="11148" y="1054"/>
                        <a:pt x="11566" y="1196"/>
                        <a:pt x="11009" y="1196"/>
                      </a:cubicBezTo>
                      <a:cubicBezTo>
                        <a:pt x="10452" y="1196"/>
                        <a:pt x="9894" y="1196"/>
                        <a:pt x="9894" y="1196"/>
                      </a:cubicBezTo>
                      <a:cubicBezTo>
                        <a:pt x="9755" y="1480"/>
                        <a:pt x="9755" y="1480"/>
                        <a:pt x="9755" y="1480"/>
                      </a:cubicBezTo>
                      <a:cubicBezTo>
                        <a:pt x="9755" y="1480"/>
                        <a:pt x="9615" y="1764"/>
                        <a:pt x="9615" y="1906"/>
                      </a:cubicBezTo>
                      <a:cubicBezTo>
                        <a:pt x="9615" y="1906"/>
                        <a:pt x="9755" y="2049"/>
                        <a:pt x="9615" y="1906"/>
                      </a:cubicBezTo>
                      <a:cubicBezTo>
                        <a:pt x="9615" y="1764"/>
                        <a:pt x="9476" y="1764"/>
                        <a:pt x="9476" y="1622"/>
                      </a:cubicBezTo>
                      <a:cubicBezTo>
                        <a:pt x="9476" y="1622"/>
                        <a:pt x="9476" y="1480"/>
                        <a:pt x="9476" y="1480"/>
                      </a:cubicBezTo>
                      <a:cubicBezTo>
                        <a:pt x="9476" y="1338"/>
                        <a:pt x="9197" y="1196"/>
                        <a:pt x="9197" y="1196"/>
                      </a:cubicBezTo>
                      <a:cubicBezTo>
                        <a:pt x="9058" y="1480"/>
                        <a:pt x="9058" y="1480"/>
                        <a:pt x="9058" y="1480"/>
                      </a:cubicBezTo>
                      <a:cubicBezTo>
                        <a:pt x="9058" y="1480"/>
                        <a:pt x="9197" y="1622"/>
                        <a:pt x="8919" y="1622"/>
                      </a:cubicBezTo>
                      <a:cubicBezTo>
                        <a:pt x="8779" y="1764"/>
                        <a:pt x="8779" y="1764"/>
                        <a:pt x="8779" y="1764"/>
                      </a:cubicBezTo>
                      <a:cubicBezTo>
                        <a:pt x="8779" y="1622"/>
                        <a:pt x="8919" y="1480"/>
                        <a:pt x="8919" y="1480"/>
                      </a:cubicBezTo>
                      <a:cubicBezTo>
                        <a:pt x="8919" y="1480"/>
                        <a:pt x="9058" y="1196"/>
                        <a:pt x="9058" y="1196"/>
                      </a:cubicBezTo>
                      <a:cubicBezTo>
                        <a:pt x="9058" y="1196"/>
                        <a:pt x="9058" y="912"/>
                        <a:pt x="8919" y="912"/>
                      </a:cubicBezTo>
                      <a:cubicBezTo>
                        <a:pt x="8919" y="912"/>
                        <a:pt x="8640" y="912"/>
                        <a:pt x="8501" y="912"/>
                      </a:cubicBezTo>
                      <a:cubicBezTo>
                        <a:pt x="8501" y="912"/>
                        <a:pt x="8361" y="1054"/>
                        <a:pt x="8361" y="1054"/>
                      </a:cubicBezTo>
                      <a:cubicBezTo>
                        <a:pt x="8361" y="1054"/>
                        <a:pt x="8501" y="1196"/>
                        <a:pt x="8361" y="1196"/>
                      </a:cubicBezTo>
                      <a:cubicBezTo>
                        <a:pt x="8361" y="1196"/>
                        <a:pt x="8222" y="1196"/>
                        <a:pt x="8222" y="1338"/>
                      </a:cubicBezTo>
                      <a:cubicBezTo>
                        <a:pt x="8083" y="1338"/>
                        <a:pt x="8083" y="1054"/>
                        <a:pt x="8083" y="1054"/>
                      </a:cubicBezTo>
                      <a:cubicBezTo>
                        <a:pt x="8083" y="1054"/>
                        <a:pt x="7943" y="912"/>
                        <a:pt x="7943" y="912"/>
                      </a:cubicBezTo>
                      <a:cubicBezTo>
                        <a:pt x="7943" y="1054"/>
                        <a:pt x="7804" y="1338"/>
                        <a:pt x="7804" y="1338"/>
                      </a:cubicBezTo>
                      <a:cubicBezTo>
                        <a:pt x="7665" y="1338"/>
                        <a:pt x="7665" y="1338"/>
                        <a:pt x="7665" y="1196"/>
                      </a:cubicBezTo>
                      <a:cubicBezTo>
                        <a:pt x="7525" y="1196"/>
                        <a:pt x="7525" y="912"/>
                        <a:pt x="7525" y="912"/>
                      </a:cubicBezTo>
                      <a:cubicBezTo>
                        <a:pt x="7386" y="770"/>
                        <a:pt x="7386" y="770"/>
                        <a:pt x="7386" y="770"/>
                      </a:cubicBezTo>
                      <a:cubicBezTo>
                        <a:pt x="7386" y="770"/>
                        <a:pt x="6968" y="770"/>
                        <a:pt x="6828" y="770"/>
                      </a:cubicBezTo>
                      <a:cubicBezTo>
                        <a:pt x="6828" y="770"/>
                        <a:pt x="6550" y="770"/>
                        <a:pt x="6550" y="628"/>
                      </a:cubicBezTo>
                      <a:cubicBezTo>
                        <a:pt x="6410" y="485"/>
                        <a:pt x="6271" y="485"/>
                        <a:pt x="6271" y="485"/>
                      </a:cubicBezTo>
                      <a:cubicBezTo>
                        <a:pt x="6271" y="485"/>
                        <a:pt x="6271" y="485"/>
                        <a:pt x="6132" y="343"/>
                      </a:cubicBezTo>
                      <a:cubicBezTo>
                        <a:pt x="5992" y="343"/>
                        <a:pt x="5992" y="343"/>
                        <a:pt x="5853" y="343"/>
                      </a:cubicBezTo>
                      <a:cubicBezTo>
                        <a:pt x="5714" y="201"/>
                        <a:pt x="5853" y="201"/>
                        <a:pt x="5574" y="201"/>
                      </a:cubicBezTo>
                      <a:cubicBezTo>
                        <a:pt x="5295" y="201"/>
                        <a:pt x="5295" y="485"/>
                        <a:pt x="5156" y="343"/>
                      </a:cubicBezTo>
                      <a:cubicBezTo>
                        <a:pt x="4877" y="343"/>
                        <a:pt x="4877" y="343"/>
                        <a:pt x="4877" y="343"/>
                      </a:cubicBezTo>
                      <a:cubicBezTo>
                        <a:pt x="4738" y="201"/>
                        <a:pt x="4738" y="201"/>
                        <a:pt x="4738" y="201"/>
                      </a:cubicBezTo>
                      <a:cubicBezTo>
                        <a:pt x="4738" y="59"/>
                        <a:pt x="4599" y="-83"/>
                        <a:pt x="4599" y="59"/>
                      </a:cubicBezTo>
                      <a:cubicBezTo>
                        <a:pt x="4599" y="343"/>
                        <a:pt x="4599" y="201"/>
                        <a:pt x="4459" y="343"/>
                      </a:cubicBezTo>
                      <a:cubicBezTo>
                        <a:pt x="4459" y="485"/>
                        <a:pt x="4181" y="628"/>
                        <a:pt x="4181" y="628"/>
                      </a:cubicBezTo>
                      <a:cubicBezTo>
                        <a:pt x="4181" y="628"/>
                        <a:pt x="4041" y="628"/>
                        <a:pt x="4041" y="770"/>
                      </a:cubicBezTo>
                      <a:cubicBezTo>
                        <a:pt x="4041" y="770"/>
                        <a:pt x="3902" y="912"/>
                        <a:pt x="3902" y="912"/>
                      </a:cubicBezTo>
                      <a:cubicBezTo>
                        <a:pt x="3902" y="912"/>
                        <a:pt x="3902" y="770"/>
                        <a:pt x="3763" y="770"/>
                      </a:cubicBezTo>
                      <a:cubicBezTo>
                        <a:pt x="3763" y="770"/>
                        <a:pt x="3763" y="770"/>
                        <a:pt x="3763" y="770"/>
                      </a:cubicBezTo>
                      <a:cubicBezTo>
                        <a:pt x="3763" y="770"/>
                        <a:pt x="3484" y="770"/>
                        <a:pt x="3484" y="912"/>
                      </a:cubicBezTo>
                      <a:cubicBezTo>
                        <a:pt x="3484" y="912"/>
                        <a:pt x="3484" y="1054"/>
                        <a:pt x="3484" y="1196"/>
                      </a:cubicBezTo>
                      <a:cubicBezTo>
                        <a:pt x="3484" y="1196"/>
                        <a:pt x="3345" y="1338"/>
                        <a:pt x="3345" y="1338"/>
                      </a:cubicBezTo>
                      <a:cubicBezTo>
                        <a:pt x="3066" y="1480"/>
                        <a:pt x="3066" y="1480"/>
                        <a:pt x="3066" y="1480"/>
                      </a:cubicBezTo>
                      <a:cubicBezTo>
                        <a:pt x="3066" y="1480"/>
                        <a:pt x="3066" y="1480"/>
                        <a:pt x="2926" y="1480"/>
                      </a:cubicBezTo>
                      <a:cubicBezTo>
                        <a:pt x="2787" y="1480"/>
                        <a:pt x="2508" y="1480"/>
                        <a:pt x="2508" y="1480"/>
                      </a:cubicBezTo>
                      <a:cubicBezTo>
                        <a:pt x="2369" y="1480"/>
                        <a:pt x="2230" y="1480"/>
                        <a:pt x="2230" y="1480"/>
                      </a:cubicBezTo>
                      <a:cubicBezTo>
                        <a:pt x="2230" y="1622"/>
                        <a:pt x="2230" y="1622"/>
                        <a:pt x="2230" y="1622"/>
                      </a:cubicBezTo>
                      <a:cubicBezTo>
                        <a:pt x="2090" y="1764"/>
                        <a:pt x="2090" y="1764"/>
                        <a:pt x="2090" y="1764"/>
                      </a:cubicBezTo>
                      <a:cubicBezTo>
                        <a:pt x="2090" y="1764"/>
                        <a:pt x="1951" y="2049"/>
                        <a:pt x="1812" y="1906"/>
                      </a:cubicBezTo>
                      <a:cubicBezTo>
                        <a:pt x="1812" y="1906"/>
                        <a:pt x="1672" y="1906"/>
                        <a:pt x="1672" y="1906"/>
                      </a:cubicBezTo>
                      <a:cubicBezTo>
                        <a:pt x="1394" y="1764"/>
                        <a:pt x="1394" y="1764"/>
                        <a:pt x="1394" y="1764"/>
                      </a:cubicBezTo>
                      <a:cubicBezTo>
                        <a:pt x="1394" y="1764"/>
                        <a:pt x="1254" y="1906"/>
                        <a:pt x="1254" y="1906"/>
                      </a:cubicBezTo>
                      <a:cubicBezTo>
                        <a:pt x="1254" y="1906"/>
                        <a:pt x="1115" y="1906"/>
                        <a:pt x="1115" y="1906"/>
                      </a:cubicBezTo>
                      <a:cubicBezTo>
                        <a:pt x="1115" y="1906"/>
                        <a:pt x="1115" y="1906"/>
                        <a:pt x="1115" y="1906"/>
                      </a:cubicBezTo>
                      <a:cubicBezTo>
                        <a:pt x="1115" y="1906"/>
                        <a:pt x="1115" y="2049"/>
                        <a:pt x="1254" y="2191"/>
                      </a:cubicBezTo>
                      <a:cubicBezTo>
                        <a:pt x="1254" y="2191"/>
                        <a:pt x="1254" y="2333"/>
                        <a:pt x="1254" y="2475"/>
                      </a:cubicBezTo>
                      <a:cubicBezTo>
                        <a:pt x="1254" y="2475"/>
                        <a:pt x="1115" y="2617"/>
                        <a:pt x="1115" y="2617"/>
                      </a:cubicBezTo>
                      <a:cubicBezTo>
                        <a:pt x="975" y="2617"/>
                        <a:pt x="836" y="2475"/>
                        <a:pt x="836" y="2475"/>
                      </a:cubicBezTo>
                      <a:cubicBezTo>
                        <a:pt x="836" y="2475"/>
                        <a:pt x="836" y="2333"/>
                        <a:pt x="697" y="2333"/>
                      </a:cubicBezTo>
                      <a:cubicBezTo>
                        <a:pt x="697" y="2475"/>
                        <a:pt x="279" y="2617"/>
                        <a:pt x="279" y="2617"/>
                      </a:cubicBezTo>
                      <a:cubicBezTo>
                        <a:pt x="279" y="2901"/>
                        <a:pt x="279" y="2901"/>
                        <a:pt x="279" y="2901"/>
                      </a:cubicBezTo>
                      <a:cubicBezTo>
                        <a:pt x="0" y="3043"/>
                        <a:pt x="0" y="3043"/>
                        <a:pt x="0" y="3043"/>
                      </a:cubicBezTo>
                      <a:cubicBezTo>
                        <a:pt x="697" y="3043"/>
                        <a:pt x="697" y="3043"/>
                        <a:pt x="697" y="3043"/>
                      </a:cubicBezTo>
                      <a:cubicBezTo>
                        <a:pt x="836" y="3043"/>
                        <a:pt x="836" y="3043"/>
                        <a:pt x="836" y="3043"/>
                      </a:cubicBezTo>
                      <a:cubicBezTo>
                        <a:pt x="1115" y="3043"/>
                        <a:pt x="1115" y="3043"/>
                        <a:pt x="1115" y="3043"/>
                      </a:cubicBezTo>
                      <a:cubicBezTo>
                        <a:pt x="1254" y="2901"/>
                        <a:pt x="1254" y="2901"/>
                        <a:pt x="1254" y="2901"/>
                      </a:cubicBezTo>
                      <a:cubicBezTo>
                        <a:pt x="1254" y="2901"/>
                        <a:pt x="1394" y="2901"/>
                        <a:pt x="1394" y="3043"/>
                      </a:cubicBezTo>
                      <a:cubicBezTo>
                        <a:pt x="1394" y="3043"/>
                        <a:pt x="1672" y="3185"/>
                        <a:pt x="1672" y="3185"/>
                      </a:cubicBezTo>
                      <a:cubicBezTo>
                        <a:pt x="1672" y="3185"/>
                        <a:pt x="1672" y="3185"/>
                        <a:pt x="1672" y="3185"/>
                      </a:cubicBezTo>
                      <a:cubicBezTo>
                        <a:pt x="2090" y="3043"/>
                        <a:pt x="2090" y="3043"/>
                        <a:pt x="2090" y="3043"/>
                      </a:cubicBezTo>
                      <a:cubicBezTo>
                        <a:pt x="2090" y="3185"/>
                        <a:pt x="2090" y="3185"/>
                        <a:pt x="2090" y="3185"/>
                      </a:cubicBezTo>
                      <a:cubicBezTo>
                        <a:pt x="2090" y="3185"/>
                        <a:pt x="2090" y="3328"/>
                        <a:pt x="2230" y="3328"/>
                      </a:cubicBezTo>
                      <a:cubicBezTo>
                        <a:pt x="2369" y="3328"/>
                        <a:pt x="2369" y="3328"/>
                        <a:pt x="2369" y="3328"/>
                      </a:cubicBezTo>
                      <a:cubicBezTo>
                        <a:pt x="2369" y="3612"/>
                        <a:pt x="2369" y="3612"/>
                        <a:pt x="2369" y="3612"/>
                      </a:cubicBezTo>
                      <a:cubicBezTo>
                        <a:pt x="2648" y="3612"/>
                        <a:pt x="2648" y="3612"/>
                        <a:pt x="2648" y="3612"/>
                      </a:cubicBezTo>
                      <a:cubicBezTo>
                        <a:pt x="2648" y="3612"/>
                        <a:pt x="2787" y="3612"/>
                        <a:pt x="2787" y="3612"/>
                      </a:cubicBezTo>
                      <a:cubicBezTo>
                        <a:pt x="2787" y="3612"/>
                        <a:pt x="2787" y="3754"/>
                        <a:pt x="2787" y="3754"/>
                      </a:cubicBezTo>
                      <a:cubicBezTo>
                        <a:pt x="2787" y="3754"/>
                        <a:pt x="2926" y="3896"/>
                        <a:pt x="3066" y="4038"/>
                      </a:cubicBezTo>
                      <a:cubicBezTo>
                        <a:pt x="3066" y="4038"/>
                        <a:pt x="3205" y="4180"/>
                        <a:pt x="3205" y="4180"/>
                      </a:cubicBezTo>
                      <a:cubicBezTo>
                        <a:pt x="3345" y="4322"/>
                        <a:pt x="3345" y="4322"/>
                        <a:pt x="3345" y="4322"/>
                      </a:cubicBezTo>
                      <a:cubicBezTo>
                        <a:pt x="3484" y="4464"/>
                        <a:pt x="3484" y="4464"/>
                        <a:pt x="3484" y="4464"/>
                      </a:cubicBezTo>
                      <a:cubicBezTo>
                        <a:pt x="3623" y="4606"/>
                        <a:pt x="3623" y="4606"/>
                        <a:pt x="3623" y="4606"/>
                      </a:cubicBezTo>
                      <a:cubicBezTo>
                        <a:pt x="3623" y="4606"/>
                        <a:pt x="3623" y="4606"/>
                        <a:pt x="3623" y="4606"/>
                      </a:cubicBezTo>
                      <a:cubicBezTo>
                        <a:pt x="3623" y="4749"/>
                        <a:pt x="3623" y="4891"/>
                        <a:pt x="3763" y="4891"/>
                      </a:cubicBezTo>
                      <a:cubicBezTo>
                        <a:pt x="3763" y="4891"/>
                        <a:pt x="3763" y="4891"/>
                        <a:pt x="3902" y="4891"/>
                      </a:cubicBezTo>
                      <a:cubicBezTo>
                        <a:pt x="3902" y="4891"/>
                        <a:pt x="3902" y="4891"/>
                        <a:pt x="3902" y="5033"/>
                      </a:cubicBezTo>
                      <a:cubicBezTo>
                        <a:pt x="3902" y="5033"/>
                        <a:pt x="3902" y="5033"/>
                        <a:pt x="4041" y="5175"/>
                      </a:cubicBezTo>
                      <a:cubicBezTo>
                        <a:pt x="4041" y="5175"/>
                        <a:pt x="4181" y="5317"/>
                        <a:pt x="4181" y="5317"/>
                      </a:cubicBezTo>
                      <a:cubicBezTo>
                        <a:pt x="4181" y="5317"/>
                        <a:pt x="4181" y="5317"/>
                        <a:pt x="4181" y="5459"/>
                      </a:cubicBezTo>
                      <a:cubicBezTo>
                        <a:pt x="4181" y="5601"/>
                        <a:pt x="4320" y="5743"/>
                        <a:pt x="4320" y="5743"/>
                      </a:cubicBezTo>
                      <a:cubicBezTo>
                        <a:pt x="4320" y="5885"/>
                        <a:pt x="4459" y="5885"/>
                        <a:pt x="4459" y="5885"/>
                      </a:cubicBezTo>
                      <a:cubicBezTo>
                        <a:pt x="4459" y="5885"/>
                        <a:pt x="4459" y="5885"/>
                        <a:pt x="4459" y="5885"/>
                      </a:cubicBezTo>
                      <a:cubicBezTo>
                        <a:pt x="4459" y="5885"/>
                        <a:pt x="4599" y="5885"/>
                        <a:pt x="4599" y="6028"/>
                      </a:cubicBezTo>
                      <a:cubicBezTo>
                        <a:pt x="4599" y="6170"/>
                        <a:pt x="4459" y="6312"/>
                        <a:pt x="4599" y="6312"/>
                      </a:cubicBezTo>
                      <a:cubicBezTo>
                        <a:pt x="4599" y="6312"/>
                        <a:pt x="4738" y="6596"/>
                        <a:pt x="4877" y="6596"/>
                      </a:cubicBezTo>
                      <a:cubicBezTo>
                        <a:pt x="5017" y="6596"/>
                        <a:pt x="5017" y="6596"/>
                        <a:pt x="5017" y="6596"/>
                      </a:cubicBezTo>
                      <a:cubicBezTo>
                        <a:pt x="5156" y="6596"/>
                        <a:pt x="5156" y="6880"/>
                        <a:pt x="5295" y="6880"/>
                      </a:cubicBezTo>
                      <a:cubicBezTo>
                        <a:pt x="5295" y="7022"/>
                        <a:pt x="5295" y="7022"/>
                        <a:pt x="5435" y="7022"/>
                      </a:cubicBezTo>
                      <a:cubicBezTo>
                        <a:pt x="5574" y="7022"/>
                        <a:pt x="5574" y="7022"/>
                        <a:pt x="5574" y="7022"/>
                      </a:cubicBezTo>
                      <a:cubicBezTo>
                        <a:pt x="5574" y="7022"/>
                        <a:pt x="5574" y="7022"/>
                        <a:pt x="5574" y="7164"/>
                      </a:cubicBezTo>
                      <a:cubicBezTo>
                        <a:pt x="5714" y="7164"/>
                        <a:pt x="5992" y="7449"/>
                        <a:pt x="5992" y="7449"/>
                      </a:cubicBezTo>
                      <a:cubicBezTo>
                        <a:pt x="5992" y="7449"/>
                        <a:pt x="6132" y="7591"/>
                        <a:pt x="6132" y="7591"/>
                      </a:cubicBezTo>
                      <a:cubicBezTo>
                        <a:pt x="6132" y="7591"/>
                        <a:pt x="6271" y="7591"/>
                        <a:pt x="6410" y="7591"/>
                      </a:cubicBezTo>
                      <a:cubicBezTo>
                        <a:pt x="6410" y="7591"/>
                        <a:pt x="6550" y="7591"/>
                        <a:pt x="6550" y="7733"/>
                      </a:cubicBezTo>
                      <a:cubicBezTo>
                        <a:pt x="6550" y="7875"/>
                        <a:pt x="6689" y="7875"/>
                        <a:pt x="6689" y="8017"/>
                      </a:cubicBezTo>
                      <a:cubicBezTo>
                        <a:pt x="6689" y="8159"/>
                        <a:pt x="6828" y="8159"/>
                        <a:pt x="6828" y="8301"/>
                      </a:cubicBezTo>
                      <a:cubicBezTo>
                        <a:pt x="6828" y="8301"/>
                        <a:pt x="6968" y="8585"/>
                        <a:pt x="6968" y="8585"/>
                      </a:cubicBezTo>
                      <a:cubicBezTo>
                        <a:pt x="7804" y="8870"/>
                        <a:pt x="7804" y="8870"/>
                        <a:pt x="7804" y="8870"/>
                      </a:cubicBezTo>
                      <a:cubicBezTo>
                        <a:pt x="7943" y="9154"/>
                        <a:pt x="7943" y="9154"/>
                        <a:pt x="7943" y="9154"/>
                      </a:cubicBezTo>
                      <a:cubicBezTo>
                        <a:pt x="7943" y="9154"/>
                        <a:pt x="8083" y="9438"/>
                        <a:pt x="8083" y="9438"/>
                      </a:cubicBezTo>
                      <a:cubicBezTo>
                        <a:pt x="8222" y="9580"/>
                        <a:pt x="8361" y="9580"/>
                        <a:pt x="8361" y="9580"/>
                      </a:cubicBezTo>
                      <a:cubicBezTo>
                        <a:pt x="8779" y="10006"/>
                        <a:pt x="8779" y="10006"/>
                        <a:pt x="8779" y="10006"/>
                      </a:cubicBezTo>
                      <a:cubicBezTo>
                        <a:pt x="9197" y="10149"/>
                        <a:pt x="9197" y="10149"/>
                        <a:pt x="9197" y="10149"/>
                      </a:cubicBezTo>
                      <a:cubicBezTo>
                        <a:pt x="9197" y="10149"/>
                        <a:pt x="9476" y="10291"/>
                        <a:pt x="9615" y="10291"/>
                      </a:cubicBezTo>
                      <a:cubicBezTo>
                        <a:pt x="9615" y="10291"/>
                        <a:pt x="9894" y="10433"/>
                        <a:pt x="10034" y="10433"/>
                      </a:cubicBezTo>
                      <a:cubicBezTo>
                        <a:pt x="10034" y="10575"/>
                        <a:pt x="10173" y="11001"/>
                        <a:pt x="10173" y="11001"/>
                      </a:cubicBezTo>
                      <a:cubicBezTo>
                        <a:pt x="10312" y="11001"/>
                        <a:pt x="10591" y="11285"/>
                        <a:pt x="10591" y="11570"/>
                      </a:cubicBezTo>
                      <a:cubicBezTo>
                        <a:pt x="10730" y="11712"/>
                        <a:pt x="10730" y="11712"/>
                        <a:pt x="10730" y="11996"/>
                      </a:cubicBezTo>
                      <a:cubicBezTo>
                        <a:pt x="10870" y="12138"/>
                        <a:pt x="11148" y="12422"/>
                        <a:pt x="11148" y="12422"/>
                      </a:cubicBezTo>
                      <a:cubicBezTo>
                        <a:pt x="11148" y="12422"/>
                        <a:pt x="11148" y="12422"/>
                        <a:pt x="11288" y="12706"/>
                      </a:cubicBezTo>
                      <a:cubicBezTo>
                        <a:pt x="11427" y="12849"/>
                        <a:pt x="11566" y="12991"/>
                        <a:pt x="11566" y="13133"/>
                      </a:cubicBezTo>
                      <a:cubicBezTo>
                        <a:pt x="11566" y="13133"/>
                        <a:pt x="11566" y="13133"/>
                        <a:pt x="11566" y="13275"/>
                      </a:cubicBezTo>
                      <a:cubicBezTo>
                        <a:pt x="11566" y="13275"/>
                        <a:pt x="11566" y="13417"/>
                        <a:pt x="11566" y="13417"/>
                      </a:cubicBezTo>
                      <a:cubicBezTo>
                        <a:pt x="11566" y="13417"/>
                        <a:pt x="11706" y="13701"/>
                        <a:pt x="11706" y="13843"/>
                      </a:cubicBezTo>
                      <a:cubicBezTo>
                        <a:pt x="11706" y="13843"/>
                        <a:pt x="11845" y="14128"/>
                        <a:pt x="11845" y="14128"/>
                      </a:cubicBezTo>
                      <a:cubicBezTo>
                        <a:pt x="11845" y="14270"/>
                        <a:pt x="11845" y="14270"/>
                        <a:pt x="11845" y="14270"/>
                      </a:cubicBezTo>
                      <a:cubicBezTo>
                        <a:pt x="11985" y="14696"/>
                        <a:pt x="11985" y="14696"/>
                        <a:pt x="11985" y="14696"/>
                      </a:cubicBezTo>
                      <a:cubicBezTo>
                        <a:pt x="11845" y="14980"/>
                        <a:pt x="11845" y="14980"/>
                        <a:pt x="11845" y="14980"/>
                      </a:cubicBezTo>
                      <a:cubicBezTo>
                        <a:pt x="11845" y="14980"/>
                        <a:pt x="11706" y="15122"/>
                        <a:pt x="11845" y="15122"/>
                      </a:cubicBezTo>
                      <a:cubicBezTo>
                        <a:pt x="11985" y="15122"/>
                        <a:pt x="12124" y="15264"/>
                        <a:pt x="11985" y="15406"/>
                      </a:cubicBezTo>
                      <a:cubicBezTo>
                        <a:pt x="11985" y="15406"/>
                        <a:pt x="11845" y="15691"/>
                        <a:pt x="11845" y="15691"/>
                      </a:cubicBezTo>
                      <a:cubicBezTo>
                        <a:pt x="11845" y="15833"/>
                        <a:pt x="11845" y="15833"/>
                        <a:pt x="11845" y="15833"/>
                      </a:cubicBezTo>
                      <a:cubicBezTo>
                        <a:pt x="11706" y="16117"/>
                        <a:pt x="11706" y="16117"/>
                        <a:pt x="11706" y="16117"/>
                      </a:cubicBezTo>
                      <a:cubicBezTo>
                        <a:pt x="11706" y="16117"/>
                        <a:pt x="11985" y="16259"/>
                        <a:pt x="11985" y="16259"/>
                      </a:cubicBezTo>
                      <a:cubicBezTo>
                        <a:pt x="11985" y="16401"/>
                        <a:pt x="12124" y="16543"/>
                        <a:pt x="11985" y="16685"/>
                      </a:cubicBezTo>
                      <a:cubicBezTo>
                        <a:pt x="11985" y="16685"/>
                        <a:pt x="11985" y="16970"/>
                        <a:pt x="11985" y="16970"/>
                      </a:cubicBezTo>
                      <a:cubicBezTo>
                        <a:pt x="11985" y="16970"/>
                        <a:pt x="11985" y="17254"/>
                        <a:pt x="11985" y="17254"/>
                      </a:cubicBezTo>
                      <a:cubicBezTo>
                        <a:pt x="11985" y="17254"/>
                        <a:pt x="12263" y="17396"/>
                        <a:pt x="12124" y="17538"/>
                      </a:cubicBezTo>
                      <a:cubicBezTo>
                        <a:pt x="12124" y="17538"/>
                        <a:pt x="12124" y="17680"/>
                        <a:pt x="12124" y="17822"/>
                      </a:cubicBezTo>
                      <a:cubicBezTo>
                        <a:pt x="12263" y="18106"/>
                        <a:pt x="12542" y="18533"/>
                        <a:pt x="12542" y="18533"/>
                      </a:cubicBezTo>
                      <a:cubicBezTo>
                        <a:pt x="12542" y="18533"/>
                        <a:pt x="12681" y="18817"/>
                        <a:pt x="12681" y="18817"/>
                      </a:cubicBezTo>
                      <a:cubicBezTo>
                        <a:pt x="12681" y="18959"/>
                        <a:pt x="12542" y="18959"/>
                        <a:pt x="12681" y="19101"/>
                      </a:cubicBezTo>
                      <a:cubicBezTo>
                        <a:pt x="12681" y="19101"/>
                        <a:pt x="12542" y="19243"/>
                        <a:pt x="12681" y="19243"/>
                      </a:cubicBezTo>
                      <a:cubicBezTo>
                        <a:pt x="12821" y="19385"/>
                        <a:pt x="12960" y="19670"/>
                        <a:pt x="12960" y="19670"/>
                      </a:cubicBezTo>
                      <a:cubicBezTo>
                        <a:pt x="12960" y="19670"/>
                        <a:pt x="12960" y="19670"/>
                        <a:pt x="13099" y="19812"/>
                      </a:cubicBezTo>
                      <a:cubicBezTo>
                        <a:pt x="13099" y="19954"/>
                        <a:pt x="13099" y="20238"/>
                        <a:pt x="13099" y="20238"/>
                      </a:cubicBezTo>
                      <a:cubicBezTo>
                        <a:pt x="13099" y="20380"/>
                        <a:pt x="13239" y="20380"/>
                        <a:pt x="13099" y="20380"/>
                      </a:cubicBezTo>
                      <a:cubicBezTo>
                        <a:pt x="13099" y="20380"/>
                        <a:pt x="12960" y="20522"/>
                        <a:pt x="12960" y="20522"/>
                      </a:cubicBezTo>
                      <a:cubicBezTo>
                        <a:pt x="12821" y="20806"/>
                        <a:pt x="12821" y="20806"/>
                        <a:pt x="12821" y="20806"/>
                      </a:cubicBezTo>
                      <a:cubicBezTo>
                        <a:pt x="12821" y="20806"/>
                        <a:pt x="12960" y="20949"/>
                        <a:pt x="13099" y="20949"/>
                      </a:cubicBezTo>
                      <a:cubicBezTo>
                        <a:pt x="13099" y="20949"/>
                        <a:pt x="13239" y="20949"/>
                        <a:pt x="13239" y="20949"/>
                      </a:cubicBezTo>
                      <a:cubicBezTo>
                        <a:pt x="13517" y="21233"/>
                        <a:pt x="13517" y="21233"/>
                        <a:pt x="13517" y="21233"/>
                      </a:cubicBezTo>
                      <a:cubicBezTo>
                        <a:pt x="13517" y="21517"/>
                        <a:pt x="13517" y="21517"/>
                        <a:pt x="13517" y="21517"/>
                      </a:cubicBezTo>
                      <a:lnTo>
                        <a:pt x="13796" y="21517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28" name="Shape">
                  <a:extLst>
                    <a:ext uri="{FF2B5EF4-FFF2-40B4-BE49-F238E27FC236}">
                      <a16:creationId xmlns:a16="http://schemas.microsoft.com/office/drawing/2014/main" id="{25219546-F6FA-4F10-BCA7-290082B63E2A}"/>
                    </a:ext>
                  </a:extLst>
                </p:cNvPr>
                <p:cNvSpPr/>
                <p:nvPr/>
              </p:nvSpPr>
              <p:spPr>
                <a:xfrm>
                  <a:off x="2238870" y="4139779"/>
                  <a:ext cx="449788" cy="3665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32" extrusionOk="0">
                      <a:moveTo>
                        <a:pt x="167" y="3499"/>
                      </a:moveTo>
                      <a:cubicBezTo>
                        <a:pt x="167" y="3499"/>
                        <a:pt x="3516" y="1121"/>
                        <a:pt x="3516" y="1121"/>
                      </a:cubicBezTo>
                      <a:cubicBezTo>
                        <a:pt x="4521" y="923"/>
                        <a:pt x="4521" y="923"/>
                        <a:pt x="4521" y="923"/>
                      </a:cubicBezTo>
                      <a:cubicBezTo>
                        <a:pt x="5023" y="923"/>
                        <a:pt x="5023" y="923"/>
                        <a:pt x="5023" y="923"/>
                      </a:cubicBezTo>
                      <a:cubicBezTo>
                        <a:pt x="5191" y="725"/>
                        <a:pt x="5191" y="725"/>
                        <a:pt x="5191" y="725"/>
                      </a:cubicBezTo>
                      <a:cubicBezTo>
                        <a:pt x="5191" y="725"/>
                        <a:pt x="5358" y="1319"/>
                        <a:pt x="5526" y="1319"/>
                      </a:cubicBezTo>
                      <a:cubicBezTo>
                        <a:pt x="5526" y="1319"/>
                        <a:pt x="5860" y="1715"/>
                        <a:pt x="5860" y="1517"/>
                      </a:cubicBezTo>
                      <a:cubicBezTo>
                        <a:pt x="6028" y="1319"/>
                        <a:pt x="6028" y="1121"/>
                        <a:pt x="6195" y="1121"/>
                      </a:cubicBezTo>
                      <a:cubicBezTo>
                        <a:pt x="6195" y="923"/>
                        <a:pt x="6363" y="725"/>
                        <a:pt x="6698" y="923"/>
                      </a:cubicBezTo>
                      <a:cubicBezTo>
                        <a:pt x="6865" y="1121"/>
                        <a:pt x="6865" y="1914"/>
                        <a:pt x="6865" y="1914"/>
                      </a:cubicBezTo>
                      <a:cubicBezTo>
                        <a:pt x="8205" y="2310"/>
                        <a:pt x="7367" y="2508"/>
                        <a:pt x="9209" y="1914"/>
                      </a:cubicBezTo>
                      <a:cubicBezTo>
                        <a:pt x="9209" y="1914"/>
                        <a:pt x="9544" y="1517"/>
                        <a:pt x="9544" y="1517"/>
                      </a:cubicBezTo>
                      <a:cubicBezTo>
                        <a:pt x="9544" y="1319"/>
                        <a:pt x="9377" y="923"/>
                        <a:pt x="9712" y="1121"/>
                      </a:cubicBezTo>
                      <a:cubicBezTo>
                        <a:pt x="9879" y="1319"/>
                        <a:pt x="10047" y="1319"/>
                        <a:pt x="10214" y="1319"/>
                      </a:cubicBezTo>
                      <a:cubicBezTo>
                        <a:pt x="10381" y="1319"/>
                        <a:pt x="10716" y="1319"/>
                        <a:pt x="10716" y="1319"/>
                      </a:cubicBezTo>
                      <a:cubicBezTo>
                        <a:pt x="10716" y="1319"/>
                        <a:pt x="10884" y="1121"/>
                        <a:pt x="10716" y="923"/>
                      </a:cubicBezTo>
                      <a:cubicBezTo>
                        <a:pt x="10716" y="725"/>
                        <a:pt x="10549" y="526"/>
                        <a:pt x="10716" y="526"/>
                      </a:cubicBezTo>
                      <a:cubicBezTo>
                        <a:pt x="10716" y="328"/>
                        <a:pt x="11051" y="130"/>
                        <a:pt x="11051" y="130"/>
                      </a:cubicBezTo>
                      <a:cubicBezTo>
                        <a:pt x="11051" y="130"/>
                        <a:pt x="11219" y="130"/>
                        <a:pt x="11219" y="328"/>
                      </a:cubicBezTo>
                      <a:cubicBezTo>
                        <a:pt x="11386" y="526"/>
                        <a:pt x="11386" y="526"/>
                        <a:pt x="11386" y="725"/>
                      </a:cubicBezTo>
                      <a:cubicBezTo>
                        <a:pt x="11553" y="725"/>
                        <a:pt x="11553" y="923"/>
                        <a:pt x="11721" y="923"/>
                      </a:cubicBezTo>
                      <a:cubicBezTo>
                        <a:pt x="12056" y="923"/>
                        <a:pt x="12056" y="923"/>
                        <a:pt x="12223" y="725"/>
                      </a:cubicBezTo>
                      <a:cubicBezTo>
                        <a:pt x="12391" y="526"/>
                        <a:pt x="12391" y="526"/>
                        <a:pt x="12558" y="328"/>
                      </a:cubicBezTo>
                      <a:cubicBezTo>
                        <a:pt x="12726" y="-68"/>
                        <a:pt x="12726" y="-68"/>
                        <a:pt x="12893" y="130"/>
                      </a:cubicBezTo>
                      <a:cubicBezTo>
                        <a:pt x="13060" y="130"/>
                        <a:pt x="13395" y="328"/>
                        <a:pt x="13395" y="328"/>
                      </a:cubicBezTo>
                      <a:cubicBezTo>
                        <a:pt x="13060" y="725"/>
                        <a:pt x="13060" y="725"/>
                        <a:pt x="13060" y="725"/>
                      </a:cubicBezTo>
                      <a:cubicBezTo>
                        <a:pt x="13060" y="725"/>
                        <a:pt x="12893" y="725"/>
                        <a:pt x="13228" y="923"/>
                      </a:cubicBezTo>
                      <a:cubicBezTo>
                        <a:pt x="13730" y="1121"/>
                        <a:pt x="13898" y="1121"/>
                        <a:pt x="13898" y="1121"/>
                      </a:cubicBezTo>
                      <a:cubicBezTo>
                        <a:pt x="14233" y="526"/>
                        <a:pt x="14233" y="526"/>
                        <a:pt x="14233" y="526"/>
                      </a:cubicBezTo>
                      <a:cubicBezTo>
                        <a:pt x="14233" y="526"/>
                        <a:pt x="14233" y="130"/>
                        <a:pt x="14400" y="526"/>
                      </a:cubicBezTo>
                      <a:cubicBezTo>
                        <a:pt x="14400" y="725"/>
                        <a:pt x="14567" y="1121"/>
                        <a:pt x="14567" y="1121"/>
                      </a:cubicBezTo>
                      <a:cubicBezTo>
                        <a:pt x="14567" y="1121"/>
                        <a:pt x="14567" y="1715"/>
                        <a:pt x="14735" y="1715"/>
                      </a:cubicBezTo>
                      <a:cubicBezTo>
                        <a:pt x="14902" y="1715"/>
                        <a:pt x="14902" y="1517"/>
                        <a:pt x="14902" y="1715"/>
                      </a:cubicBezTo>
                      <a:cubicBezTo>
                        <a:pt x="14902" y="1914"/>
                        <a:pt x="14735" y="1914"/>
                        <a:pt x="14902" y="1914"/>
                      </a:cubicBezTo>
                      <a:cubicBezTo>
                        <a:pt x="14902" y="2112"/>
                        <a:pt x="15237" y="2112"/>
                        <a:pt x="15237" y="2112"/>
                      </a:cubicBezTo>
                      <a:cubicBezTo>
                        <a:pt x="15237" y="2112"/>
                        <a:pt x="15405" y="2112"/>
                        <a:pt x="15405" y="2310"/>
                      </a:cubicBezTo>
                      <a:cubicBezTo>
                        <a:pt x="15405" y="2508"/>
                        <a:pt x="15405" y="2706"/>
                        <a:pt x="15405" y="2706"/>
                      </a:cubicBezTo>
                      <a:cubicBezTo>
                        <a:pt x="15405" y="2706"/>
                        <a:pt x="15907" y="2706"/>
                        <a:pt x="15907" y="2706"/>
                      </a:cubicBezTo>
                      <a:cubicBezTo>
                        <a:pt x="16074" y="2706"/>
                        <a:pt x="16242" y="2904"/>
                        <a:pt x="16409" y="2904"/>
                      </a:cubicBezTo>
                      <a:cubicBezTo>
                        <a:pt x="16577" y="2706"/>
                        <a:pt x="16744" y="2508"/>
                        <a:pt x="16744" y="2508"/>
                      </a:cubicBezTo>
                      <a:cubicBezTo>
                        <a:pt x="16744" y="2706"/>
                        <a:pt x="17079" y="2706"/>
                        <a:pt x="17079" y="2904"/>
                      </a:cubicBezTo>
                      <a:cubicBezTo>
                        <a:pt x="16912" y="3301"/>
                        <a:pt x="16744" y="3301"/>
                        <a:pt x="17079" y="3499"/>
                      </a:cubicBezTo>
                      <a:cubicBezTo>
                        <a:pt x="17414" y="3499"/>
                        <a:pt x="17749" y="3697"/>
                        <a:pt x="17916" y="3697"/>
                      </a:cubicBezTo>
                      <a:cubicBezTo>
                        <a:pt x="18084" y="3895"/>
                        <a:pt x="18586" y="4093"/>
                        <a:pt x="18586" y="4093"/>
                      </a:cubicBezTo>
                      <a:cubicBezTo>
                        <a:pt x="18753" y="4093"/>
                        <a:pt x="18921" y="4093"/>
                        <a:pt x="18921" y="4292"/>
                      </a:cubicBezTo>
                      <a:cubicBezTo>
                        <a:pt x="18921" y="4490"/>
                        <a:pt x="18586" y="4886"/>
                        <a:pt x="18586" y="4886"/>
                      </a:cubicBezTo>
                      <a:cubicBezTo>
                        <a:pt x="18586" y="4886"/>
                        <a:pt x="18419" y="5084"/>
                        <a:pt x="18419" y="5282"/>
                      </a:cubicBezTo>
                      <a:cubicBezTo>
                        <a:pt x="18419" y="5282"/>
                        <a:pt x="18251" y="5877"/>
                        <a:pt x="18251" y="5877"/>
                      </a:cubicBezTo>
                      <a:cubicBezTo>
                        <a:pt x="18084" y="6075"/>
                        <a:pt x="17916" y="6471"/>
                        <a:pt x="17916" y="6471"/>
                      </a:cubicBezTo>
                      <a:cubicBezTo>
                        <a:pt x="17916" y="6471"/>
                        <a:pt x="17749" y="6868"/>
                        <a:pt x="17581" y="6868"/>
                      </a:cubicBezTo>
                      <a:cubicBezTo>
                        <a:pt x="17581" y="6868"/>
                        <a:pt x="17414" y="7066"/>
                        <a:pt x="17414" y="7066"/>
                      </a:cubicBezTo>
                      <a:cubicBezTo>
                        <a:pt x="17414" y="7264"/>
                        <a:pt x="17414" y="7660"/>
                        <a:pt x="17414" y="7660"/>
                      </a:cubicBezTo>
                      <a:cubicBezTo>
                        <a:pt x="17581" y="8057"/>
                        <a:pt x="17581" y="8057"/>
                        <a:pt x="17581" y="8057"/>
                      </a:cubicBezTo>
                      <a:cubicBezTo>
                        <a:pt x="17581" y="8453"/>
                        <a:pt x="17581" y="8453"/>
                        <a:pt x="17581" y="8453"/>
                      </a:cubicBezTo>
                      <a:cubicBezTo>
                        <a:pt x="18251" y="8255"/>
                        <a:pt x="18251" y="8255"/>
                        <a:pt x="18251" y="8255"/>
                      </a:cubicBezTo>
                      <a:cubicBezTo>
                        <a:pt x="18251" y="8255"/>
                        <a:pt x="18251" y="8255"/>
                        <a:pt x="18419" y="8453"/>
                      </a:cubicBezTo>
                      <a:cubicBezTo>
                        <a:pt x="18753" y="8453"/>
                        <a:pt x="18921" y="8255"/>
                        <a:pt x="19088" y="8255"/>
                      </a:cubicBezTo>
                      <a:cubicBezTo>
                        <a:pt x="19088" y="8255"/>
                        <a:pt x="19423" y="8651"/>
                        <a:pt x="19423" y="8651"/>
                      </a:cubicBezTo>
                      <a:cubicBezTo>
                        <a:pt x="19423" y="8651"/>
                        <a:pt x="19591" y="8849"/>
                        <a:pt x="19591" y="8849"/>
                      </a:cubicBezTo>
                      <a:cubicBezTo>
                        <a:pt x="19758" y="8849"/>
                        <a:pt x="20093" y="9048"/>
                        <a:pt x="20093" y="9048"/>
                      </a:cubicBezTo>
                      <a:cubicBezTo>
                        <a:pt x="20093" y="9642"/>
                        <a:pt x="20093" y="9642"/>
                        <a:pt x="20093" y="9642"/>
                      </a:cubicBezTo>
                      <a:cubicBezTo>
                        <a:pt x="20093" y="9642"/>
                        <a:pt x="20428" y="9642"/>
                        <a:pt x="20428" y="9642"/>
                      </a:cubicBezTo>
                      <a:cubicBezTo>
                        <a:pt x="20595" y="9642"/>
                        <a:pt x="20763" y="9840"/>
                        <a:pt x="20763" y="9840"/>
                      </a:cubicBezTo>
                      <a:cubicBezTo>
                        <a:pt x="20763" y="9840"/>
                        <a:pt x="20763" y="10435"/>
                        <a:pt x="20595" y="10435"/>
                      </a:cubicBezTo>
                      <a:cubicBezTo>
                        <a:pt x="20595" y="10633"/>
                        <a:pt x="20428" y="10831"/>
                        <a:pt x="20428" y="10831"/>
                      </a:cubicBezTo>
                      <a:cubicBezTo>
                        <a:pt x="20428" y="10831"/>
                        <a:pt x="20595" y="11227"/>
                        <a:pt x="20763" y="11227"/>
                      </a:cubicBezTo>
                      <a:cubicBezTo>
                        <a:pt x="20763" y="11227"/>
                        <a:pt x="21098" y="11227"/>
                        <a:pt x="21098" y="11227"/>
                      </a:cubicBezTo>
                      <a:cubicBezTo>
                        <a:pt x="21265" y="11227"/>
                        <a:pt x="21433" y="11624"/>
                        <a:pt x="21433" y="11624"/>
                      </a:cubicBezTo>
                      <a:cubicBezTo>
                        <a:pt x="21433" y="11624"/>
                        <a:pt x="21600" y="11822"/>
                        <a:pt x="21600" y="12020"/>
                      </a:cubicBezTo>
                      <a:cubicBezTo>
                        <a:pt x="21600" y="12218"/>
                        <a:pt x="21433" y="12615"/>
                        <a:pt x="21433" y="12615"/>
                      </a:cubicBezTo>
                      <a:cubicBezTo>
                        <a:pt x="21433" y="12615"/>
                        <a:pt x="21433" y="12813"/>
                        <a:pt x="21433" y="13011"/>
                      </a:cubicBezTo>
                      <a:cubicBezTo>
                        <a:pt x="21433" y="13011"/>
                        <a:pt x="21265" y="13209"/>
                        <a:pt x="21265" y="13209"/>
                      </a:cubicBezTo>
                      <a:cubicBezTo>
                        <a:pt x="20930" y="13209"/>
                        <a:pt x="20930" y="13209"/>
                        <a:pt x="20930" y="13209"/>
                      </a:cubicBezTo>
                      <a:cubicBezTo>
                        <a:pt x="20930" y="13209"/>
                        <a:pt x="20930" y="13804"/>
                        <a:pt x="20763" y="13804"/>
                      </a:cubicBezTo>
                      <a:cubicBezTo>
                        <a:pt x="20763" y="13804"/>
                        <a:pt x="20595" y="13804"/>
                        <a:pt x="20595" y="13804"/>
                      </a:cubicBezTo>
                      <a:cubicBezTo>
                        <a:pt x="20428" y="13804"/>
                        <a:pt x="20260" y="14002"/>
                        <a:pt x="20260" y="14002"/>
                      </a:cubicBezTo>
                      <a:cubicBezTo>
                        <a:pt x="20260" y="14200"/>
                        <a:pt x="20260" y="14200"/>
                        <a:pt x="20260" y="14200"/>
                      </a:cubicBezTo>
                      <a:cubicBezTo>
                        <a:pt x="20093" y="14596"/>
                        <a:pt x="20093" y="14596"/>
                        <a:pt x="20093" y="14596"/>
                      </a:cubicBezTo>
                      <a:cubicBezTo>
                        <a:pt x="20093" y="14596"/>
                        <a:pt x="20093" y="14596"/>
                        <a:pt x="19926" y="14596"/>
                      </a:cubicBezTo>
                      <a:cubicBezTo>
                        <a:pt x="19926" y="14596"/>
                        <a:pt x="19926" y="14596"/>
                        <a:pt x="19758" y="14596"/>
                      </a:cubicBezTo>
                      <a:cubicBezTo>
                        <a:pt x="19758" y="14794"/>
                        <a:pt x="19591" y="14794"/>
                        <a:pt x="19591" y="14794"/>
                      </a:cubicBezTo>
                      <a:cubicBezTo>
                        <a:pt x="19591" y="14794"/>
                        <a:pt x="19423" y="14596"/>
                        <a:pt x="19256" y="14596"/>
                      </a:cubicBezTo>
                      <a:cubicBezTo>
                        <a:pt x="19256" y="14596"/>
                        <a:pt x="19088" y="14596"/>
                        <a:pt x="19088" y="14794"/>
                      </a:cubicBezTo>
                      <a:cubicBezTo>
                        <a:pt x="18921" y="14993"/>
                        <a:pt x="18921" y="15191"/>
                        <a:pt x="18753" y="15191"/>
                      </a:cubicBezTo>
                      <a:cubicBezTo>
                        <a:pt x="18753" y="15191"/>
                        <a:pt x="18586" y="15389"/>
                        <a:pt x="18586" y="15389"/>
                      </a:cubicBezTo>
                      <a:cubicBezTo>
                        <a:pt x="18586" y="15389"/>
                        <a:pt x="18586" y="15785"/>
                        <a:pt x="18419" y="15785"/>
                      </a:cubicBezTo>
                      <a:cubicBezTo>
                        <a:pt x="18419" y="15983"/>
                        <a:pt x="18251" y="16182"/>
                        <a:pt x="18251" y="16182"/>
                      </a:cubicBezTo>
                      <a:cubicBezTo>
                        <a:pt x="18251" y="16182"/>
                        <a:pt x="18251" y="16380"/>
                        <a:pt x="18251" y="16380"/>
                      </a:cubicBezTo>
                      <a:cubicBezTo>
                        <a:pt x="18251" y="16578"/>
                        <a:pt x="18251" y="16776"/>
                        <a:pt x="18084" y="16974"/>
                      </a:cubicBezTo>
                      <a:cubicBezTo>
                        <a:pt x="17916" y="16974"/>
                        <a:pt x="17581" y="17371"/>
                        <a:pt x="17581" y="17371"/>
                      </a:cubicBezTo>
                      <a:cubicBezTo>
                        <a:pt x="17581" y="17371"/>
                        <a:pt x="17581" y="17371"/>
                        <a:pt x="17581" y="17569"/>
                      </a:cubicBezTo>
                      <a:cubicBezTo>
                        <a:pt x="17749" y="17569"/>
                        <a:pt x="17749" y="17767"/>
                        <a:pt x="17749" y="17767"/>
                      </a:cubicBezTo>
                      <a:cubicBezTo>
                        <a:pt x="17749" y="18163"/>
                        <a:pt x="17749" y="18163"/>
                        <a:pt x="17749" y="18163"/>
                      </a:cubicBezTo>
                      <a:cubicBezTo>
                        <a:pt x="17749" y="18163"/>
                        <a:pt x="17581" y="18361"/>
                        <a:pt x="17581" y="18560"/>
                      </a:cubicBezTo>
                      <a:cubicBezTo>
                        <a:pt x="17749" y="18560"/>
                        <a:pt x="17749" y="18560"/>
                        <a:pt x="17749" y="18560"/>
                      </a:cubicBezTo>
                      <a:cubicBezTo>
                        <a:pt x="17916" y="18956"/>
                        <a:pt x="17916" y="18956"/>
                        <a:pt x="17916" y="18956"/>
                      </a:cubicBezTo>
                      <a:cubicBezTo>
                        <a:pt x="18084" y="19352"/>
                        <a:pt x="18084" y="19352"/>
                        <a:pt x="18084" y="19352"/>
                      </a:cubicBezTo>
                      <a:cubicBezTo>
                        <a:pt x="18251" y="19352"/>
                        <a:pt x="18251" y="19352"/>
                        <a:pt x="18251" y="19352"/>
                      </a:cubicBezTo>
                      <a:cubicBezTo>
                        <a:pt x="18251" y="19352"/>
                        <a:pt x="18419" y="19749"/>
                        <a:pt x="18419" y="19947"/>
                      </a:cubicBezTo>
                      <a:cubicBezTo>
                        <a:pt x="18419" y="19947"/>
                        <a:pt x="18419" y="20343"/>
                        <a:pt x="18419" y="20343"/>
                      </a:cubicBezTo>
                      <a:cubicBezTo>
                        <a:pt x="18084" y="20739"/>
                        <a:pt x="18084" y="20739"/>
                        <a:pt x="18084" y="20739"/>
                      </a:cubicBezTo>
                      <a:cubicBezTo>
                        <a:pt x="17916" y="21136"/>
                        <a:pt x="17916" y="21136"/>
                        <a:pt x="17916" y="21136"/>
                      </a:cubicBezTo>
                      <a:cubicBezTo>
                        <a:pt x="17916" y="21136"/>
                        <a:pt x="17749" y="21136"/>
                        <a:pt x="17749" y="21136"/>
                      </a:cubicBezTo>
                      <a:cubicBezTo>
                        <a:pt x="17581" y="21136"/>
                        <a:pt x="17414" y="21136"/>
                        <a:pt x="17414" y="21136"/>
                      </a:cubicBezTo>
                      <a:cubicBezTo>
                        <a:pt x="17247" y="21334"/>
                        <a:pt x="17247" y="21334"/>
                        <a:pt x="17247" y="21334"/>
                      </a:cubicBezTo>
                      <a:cubicBezTo>
                        <a:pt x="16912" y="21334"/>
                        <a:pt x="16912" y="21334"/>
                        <a:pt x="16912" y="21334"/>
                      </a:cubicBezTo>
                      <a:cubicBezTo>
                        <a:pt x="16577" y="21532"/>
                        <a:pt x="16577" y="21532"/>
                        <a:pt x="16577" y="21532"/>
                      </a:cubicBezTo>
                      <a:cubicBezTo>
                        <a:pt x="16074" y="21532"/>
                        <a:pt x="16074" y="21532"/>
                        <a:pt x="16074" y="21532"/>
                      </a:cubicBezTo>
                      <a:cubicBezTo>
                        <a:pt x="15907" y="21136"/>
                        <a:pt x="15907" y="21136"/>
                        <a:pt x="15907" y="21136"/>
                      </a:cubicBezTo>
                      <a:cubicBezTo>
                        <a:pt x="15740" y="20739"/>
                        <a:pt x="15740" y="20739"/>
                        <a:pt x="15740" y="20739"/>
                      </a:cubicBezTo>
                      <a:cubicBezTo>
                        <a:pt x="15572" y="20541"/>
                        <a:pt x="15572" y="20541"/>
                        <a:pt x="15572" y="20541"/>
                      </a:cubicBezTo>
                      <a:cubicBezTo>
                        <a:pt x="15405" y="20541"/>
                        <a:pt x="15405" y="20541"/>
                        <a:pt x="15405" y="20541"/>
                      </a:cubicBezTo>
                      <a:cubicBezTo>
                        <a:pt x="14902" y="20343"/>
                        <a:pt x="14902" y="20343"/>
                        <a:pt x="14902" y="20343"/>
                      </a:cubicBezTo>
                      <a:cubicBezTo>
                        <a:pt x="15070" y="19947"/>
                        <a:pt x="15070" y="19947"/>
                        <a:pt x="15070" y="19947"/>
                      </a:cubicBezTo>
                      <a:cubicBezTo>
                        <a:pt x="15070" y="19947"/>
                        <a:pt x="14902" y="19550"/>
                        <a:pt x="14902" y="19550"/>
                      </a:cubicBezTo>
                      <a:cubicBezTo>
                        <a:pt x="14735" y="19550"/>
                        <a:pt x="14567" y="19550"/>
                        <a:pt x="14567" y="19550"/>
                      </a:cubicBezTo>
                      <a:cubicBezTo>
                        <a:pt x="14233" y="19154"/>
                        <a:pt x="14233" y="19154"/>
                        <a:pt x="14233" y="19154"/>
                      </a:cubicBezTo>
                      <a:cubicBezTo>
                        <a:pt x="14233" y="19154"/>
                        <a:pt x="14233" y="18956"/>
                        <a:pt x="14065" y="18758"/>
                      </a:cubicBezTo>
                      <a:cubicBezTo>
                        <a:pt x="13898" y="18758"/>
                        <a:pt x="13898" y="18560"/>
                        <a:pt x="13730" y="18560"/>
                      </a:cubicBezTo>
                      <a:cubicBezTo>
                        <a:pt x="13563" y="18560"/>
                        <a:pt x="13228" y="18560"/>
                        <a:pt x="13228" y="18560"/>
                      </a:cubicBezTo>
                      <a:cubicBezTo>
                        <a:pt x="13228" y="18560"/>
                        <a:pt x="13060" y="18163"/>
                        <a:pt x="12893" y="18163"/>
                      </a:cubicBezTo>
                      <a:cubicBezTo>
                        <a:pt x="12893" y="18163"/>
                        <a:pt x="12223" y="18163"/>
                        <a:pt x="12223" y="18163"/>
                      </a:cubicBezTo>
                      <a:cubicBezTo>
                        <a:pt x="12223" y="18163"/>
                        <a:pt x="12391" y="17569"/>
                        <a:pt x="12391" y="17569"/>
                      </a:cubicBezTo>
                      <a:cubicBezTo>
                        <a:pt x="12391" y="17371"/>
                        <a:pt x="12391" y="16776"/>
                        <a:pt x="12391" y="16776"/>
                      </a:cubicBezTo>
                      <a:cubicBezTo>
                        <a:pt x="12391" y="16578"/>
                        <a:pt x="12391" y="16578"/>
                        <a:pt x="12391" y="16578"/>
                      </a:cubicBezTo>
                      <a:cubicBezTo>
                        <a:pt x="12391" y="16578"/>
                        <a:pt x="12223" y="16380"/>
                        <a:pt x="12391" y="15983"/>
                      </a:cubicBezTo>
                      <a:cubicBezTo>
                        <a:pt x="12558" y="15587"/>
                        <a:pt x="12391" y="15785"/>
                        <a:pt x="12558" y="15389"/>
                      </a:cubicBezTo>
                      <a:cubicBezTo>
                        <a:pt x="12726" y="14794"/>
                        <a:pt x="12726" y="14596"/>
                        <a:pt x="12726" y="14596"/>
                      </a:cubicBezTo>
                      <a:cubicBezTo>
                        <a:pt x="12391" y="14398"/>
                        <a:pt x="12391" y="14398"/>
                        <a:pt x="12391" y="14398"/>
                      </a:cubicBezTo>
                      <a:cubicBezTo>
                        <a:pt x="12391" y="14398"/>
                        <a:pt x="12223" y="14200"/>
                        <a:pt x="12056" y="14398"/>
                      </a:cubicBezTo>
                      <a:cubicBezTo>
                        <a:pt x="12056" y="14794"/>
                        <a:pt x="11888" y="14794"/>
                        <a:pt x="11888" y="14794"/>
                      </a:cubicBezTo>
                      <a:cubicBezTo>
                        <a:pt x="11553" y="15389"/>
                        <a:pt x="11553" y="15389"/>
                        <a:pt x="11553" y="15389"/>
                      </a:cubicBezTo>
                      <a:cubicBezTo>
                        <a:pt x="11553" y="15983"/>
                        <a:pt x="11553" y="15983"/>
                        <a:pt x="11553" y="15983"/>
                      </a:cubicBezTo>
                      <a:cubicBezTo>
                        <a:pt x="11553" y="15983"/>
                        <a:pt x="11721" y="16182"/>
                        <a:pt x="11219" y="16182"/>
                      </a:cubicBezTo>
                      <a:cubicBezTo>
                        <a:pt x="10884" y="16182"/>
                        <a:pt x="10549" y="16182"/>
                        <a:pt x="10549" y="16182"/>
                      </a:cubicBezTo>
                      <a:cubicBezTo>
                        <a:pt x="10549" y="16182"/>
                        <a:pt x="10884" y="16578"/>
                        <a:pt x="10549" y="16578"/>
                      </a:cubicBezTo>
                      <a:cubicBezTo>
                        <a:pt x="10047" y="16578"/>
                        <a:pt x="9544" y="16578"/>
                        <a:pt x="9544" y="16578"/>
                      </a:cubicBezTo>
                      <a:cubicBezTo>
                        <a:pt x="9209" y="16182"/>
                        <a:pt x="9209" y="16182"/>
                        <a:pt x="9209" y="16182"/>
                      </a:cubicBezTo>
                      <a:cubicBezTo>
                        <a:pt x="8540" y="16380"/>
                        <a:pt x="8540" y="16380"/>
                        <a:pt x="8540" y="16380"/>
                      </a:cubicBezTo>
                      <a:cubicBezTo>
                        <a:pt x="8540" y="16380"/>
                        <a:pt x="8540" y="16182"/>
                        <a:pt x="8540" y="15785"/>
                      </a:cubicBezTo>
                      <a:cubicBezTo>
                        <a:pt x="8540" y="15587"/>
                        <a:pt x="8372" y="15191"/>
                        <a:pt x="8540" y="15191"/>
                      </a:cubicBezTo>
                      <a:cubicBezTo>
                        <a:pt x="8707" y="15191"/>
                        <a:pt x="8874" y="14993"/>
                        <a:pt x="8874" y="14993"/>
                      </a:cubicBezTo>
                      <a:cubicBezTo>
                        <a:pt x="8707" y="14398"/>
                        <a:pt x="8707" y="14398"/>
                        <a:pt x="8707" y="14398"/>
                      </a:cubicBezTo>
                      <a:cubicBezTo>
                        <a:pt x="8707" y="14398"/>
                        <a:pt x="8707" y="14398"/>
                        <a:pt x="8707" y="14398"/>
                      </a:cubicBezTo>
                      <a:cubicBezTo>
                        <a:pt x="8707" y="14398"/>
                        <a:pt x="8540" y="14398"/>
                        <a:pt x="8540" y="14200"/>
                      </a:cubicBezTo>
                      <a:cubicBezTo>
                        <a:pt x="8540" y="14002"/>
                        <a:pt x="8707" y="13605"/>
                        <a:pt x="8707" y="13605"/>
                      </a:cubicBezTo>
                      <a:cubicBezTo>
                        <a:pt x="8874" y="13407"/>
                        <a:pt x="8874" y="13011"/>
                        <a:pt x="8874" y="13011"/>
                      </a:cubicBezTo>
                      <a:cubicBezTo>
                        <a:pt x="8707" y="13011"/>
                        <a:pt x="8707" y="13011"/>
                        <a:pt x="8707" y="13011"/>
                      </a:cubicBezTo>
                      <a:cubicBezTo>
                        <a:pt x="8707" y="13011"/>
                        <a:pt x="8372" y="13209"/>
                        <a:pt x="8372" y="12813"/>
                      </a:cubicBezTo>
                      <a:cubicBezTo>
                        <a:pt x="8372" y="12615"/>
                        <a:pt x="8205" y="12218"/>
                        <a:pt x="8205" y="12218"/>
                      </a:cubicBezTo>
                      <a:cubicBezTo>
                        <a:pt x="8205" y="12218"/>
                        <a:pt x="7870" y="12020"/>
                        <a:pt x="7870" y="12020"/>
                      </a:cubicBezTo>
                      <a:cubicBezTo>
                        <a:pt x="7702" y="12020"/>
                        <a:pt x="7702" y="12020"/>
                        <a:pt x="7535" y="12218"/>
                      </a:cubicBezTo>
                      <a:cubicBezTo>
                        <a:pt x="7535" y="12218"/>
                        <a:pt x="7033" y="12020"/>
                        <a:pt x="7033" y="12020"/>
                      </a:cubicBezTo>
                      <a:cubicBezTo>
                        <a:pt x="7033" y="12020"/>
                        <a:pt x="6530" y="12020"/>
                        <a:pt x="6530" y="12020"/>
                      </a:cubicBezTo>
                      <a:cubicBezTo>
                        <a:pt x="6363" y="12020"/>
                        <a:pt x="6195" y="12416"/>
                        <a:pt x="6195" y="12416"/>
                      </a:cubicBezTo>
                      <a:cubicBezTo>
                        <a:pt x="5860" y="11822"/>
                        <a:pt x="5860" y="11822"/>
                        <a:pt x="5860" y="11822"/>
                      </a:cubicBezTo>
                      <a:cubicBezTo>
                        <a:pt x="6028" y="11227"/>
                        <a:pt x="6028" y="11227"/>
                        <a:pt x="6028" y="11227"/>
                      </a:cubicBezTo>
                      <a:cubicBezTo>
                        <a:pt x="6028" y="11227"/>
                        <a:pt x="5693" y="10831"/>
                        <a:pt x="5693" y="10633"/>
                      </a:cubicBezTo>
                      <a:cubicBezTo>
                        <a:pt x="5693" y="10633"/>
                        <a:pt x="5526" y="10237"/>
                        <a:pt x="5526" y="10237"/>
                      </a:cubicBezTo>
                      <a:cubicBezTo>
                        <a:pt x="5191" y="10237"/>
                        <a:pt x="5191" y="10237"/>
                        <a:pt x="5191" y="10237"/>
                      </a:cubicBezTo>
                      <a:cubicBezTo>
                        <a:pt x="5023" y="10038"/>
                        <a:pt x="5023" y="10038"/>
                        <a:pt x="5023" y="10038"/>
                      </a:cubicBezTo>
                      <a:cubicBezTo>
                        <a:pt x="5023" y="10038"/>
                        <a:pt x="4688" y="10038"/>
                        <a:pt x="4521" y="10038"/>
                      </a:cubicBezTo>
                      <a:cubicBezTo>
                        <a:pt x="4353" y="10038"/>
                        <a:pt x="4353" y="10038"/>
                        <a:pt x="4186" y="10038"/>
                      </a:cubicBezTo>
                      <a:cubicBezTo>
                        <a:pt x="4186" y="10038"/>
                        <a:pt x="3851" y="9642"/>
                        <a:pt x="3851" y="9642"/>
                      </a:cubicBezTo>
                      <a:cubicBezTo>
                        <a:pt x="3851" y="9444"/>
                        <a:pt x="3851" y="9246"/>
                        <a:pt x="3851" y="9048"/>
                      </a:cubicBezTo>
                      <a:cubicBezTo>
                        <a:pt x="3684" y="8849"/>
                        <a:pt x="3516" y="8453"/>
                        <a:pt x="3516" y="8255"/>
                      </a:cubicBezTo>
                      <a:cubicBezTo>
                        <a:pt x="3516" y="8255"/>
                        <a:pt x="3684" y="7859"/>
                        <a:pt x="3684" y="7859"/>
                      </a:cubicBezTo>
                      <a:cubicBezTo>
                        <a:pt x="3516" y="7660"/>
                        <a:pt x="3181" y="7264"/>
                        <a:pt x="3181" y="7264"/>
                      </a:cubicBezTo>
                      <a:cubicBezTo>
                        <a:pt x="3014" y="6868"/>
                        <a:pt x="3014" y="6868"/>
                        <a:pt x="3014" y="6868"/>
                      </a:cubicBezTo>
                      <a:cubicBezTo>
                        <a:pt x="3014" y="6868"/>
                        <a:pt x="2512" y="7264"/>
                        <a:pt x="2344" y="7264"/>
                      </a:cubicBezTo>
                      <a:cubicBezTo>
                        <a:pt x="2177" y="7264"/>
                        <a:pt x="1842" y="7066"/>
                        <a:pt x="1842" y="7264"/>
                      </a:cubicBezTo>
                      <a:cubicBezTo>
                        <a:pt x="1842" y="7264"/>
                        <a:pt x="2009" y="7660"/>
                        <a:pt x="1842" y="7660"/>
                      </a:cubicBezTo>
                      <a:cubicBezTo>
                        <a:pt x="1674" y="7660"/>
                        <a:pt x="1340" y="7660"/>
                        <a:pt x="1172" y="7462"/>
                      </a:cubicBezTo>
                      <a:cubicBezTo>
                        <a:pt x="1005" y="7264"/>
                        <a:pt x="1005" y="7066"/>
                        <a:pt x="1005" y="6868"/>
                      </a:cubicBezTo>
                      <a:cubicBezTo>
                        <a:pt x="837" y="6868"/>
                        <a:pt x="837" y="6471"/>
                        <a:pt x="670" y="6471"/>
                      </a:cubicBezTo>
                      <a:cubicBezTo>
                        <a:pt x="502" y="6471"/>
                        <a:pt x="335" y="6471"/>
                        <a:pt x="335" y="6273"/>
                      </a:cubicBezTo>
                      <a:cubicBezTo>
                        <a:pt x="335" y="6273"/>
                        <a:pt x="335" y="5679"/>
                        <a:pt x="335" y="5679"/>
                      </a:cubicBezTo>
                      <a:cubicBezTo>
                        <a:pt x="335" y="5282"/>
                        <a:pt x="335" y="5282"/>
                        <a:pt x="335" y="5282"/>
                      </a:cubicBezTo>
                      <a:cubicBezTo>
                        <a:pt x="335" y="5282"/>
                        <a:pt x="335" y="4688"/>
                        <a:pt x="167" y="4688"/>
                      </a:cubicBezTo>
                      <a:cubicBezTo>
                        <a:pt x="167" y="4490"/>
                        <a:pt x="0" y="4292"/>
                        <a:pt x="0" y="4292"/>
                      </a:cubicBezTo>
                      <a:cubicBezTo>
                        <a:pt x="0" y="3697"/>
                        <a:pt x="0" y="3697"/>
                        <a:pt x="0" y="3697"/>
                      </a:cubicBezTo>
                      <a:lnTo>
                        <a:pt x="167" y="3499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29" name="Shape">
                  <a:extLst>
                    <a:ext uri="{FF2B5EF4-FFF2-40B4-BE49-F238E27FC236}">
                      <a16:creationId xmlns:a16="http://schemas.microsoft.com/office/drawing/2014/main" id="{5A7DD0BC-D6B9-4374-9B18-7CC5B20EA731}"/>
                    </a:ext>
                  </a:extLst>
                </p:cNvPr>
                <p:cNvSpPr/>
                <p:nvPr/>
              </p:nvSpPr>
              <p:spPr>
                <a:xfrm>
                  <a:off x="3370053" y="4219962"/>
                  <a:ext cx="835801" cy="4490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3870" y="4385"/>
                      </a:moveTo>
                      <a:cubicBezTo>
                        <a:pt x="3960" y="4385"/>
                        <a:pt x="4500" y="3573"/>
                        <a:pt x="4500" y="3573"/>
                      </a:cubicBezTo>
                      <a:cubicBezTo>
                        <a:pt x="5040" y="3248"/>
                        <a:pt x="5040" y="3248"/>
                        <a:pt x="5040" y="3248"/>
                      </a:cubicBezTo>
                      <a:cubicBezTo>
                        <a:pt x="5220" y="2923"/>
                        <a:pt x="5220" y="2923"/>
                        <a:pt x="5220" y="2923"/>
                      </a:cubicBezTo>
                      <a:cubicBezTo>
                        <a:pt x="5400" y="2274"/>
                        <a:pt x="5400" y="2274"/>
                        <a:pt x="5400" y="2274"/>
                      </a:cubicBezTo>
                      <a:cubicBezTo>
                        <a:pt x="5400" y="2274"/>
                        <a:pt x="5310" y="1949"/>
                        <a:pt x="5580" y="1949"/>
                      </a:cubicBezTo>
                      <a:cubicBezTo>
                        <a:pt x="5850" y="1949"/>
                        <a:pt x="6660" y="1624"/>
                        <a:pt x="6660" y="1624"/>
                      </a:cubicBezTo>
                      <a:cubicBezTo>
                        <a:pt x="6750" y="1299"/>
                        <a:pt x="6750" y="1299"/>
                        <a:pt x="6750" y="1299"/>
                      </a:cubicBezTo>
                      <a:cubicBezTo>
                        <a:pt x="6570" y="812"/>
                        <a:pt x="6570" y="812"/>
                        <a:pt x="6570" y="812"/>
                      </a:cubicBezTo>
                      <a:cubicBezTo>
                        <a:pt x="6570" y="812"/>
                        <a:pt x="6570" y="162"/>
                        <a:pt x="6570" y="162"/>
                      </a:cubicBezTo>
                      <a:cubicBezTo>
                        <a:pt x="6660" y="0"/>
                        <a:pt x="7020" y="0"/>
                        <a:pt x="7200" y="0"/>
                      </a:cubicBezTo>
                      <a:cubicBezTo>
                        <a:pt x="7380" y="162"/>
                        <a:pt x="7560" y="325"/>
                        <a:pt x="7650" y="487"/>
                      </a:cubicBezTo>
                      <a:cubicBezTo>
                        <a:pt x="7650" y="650"/>
                        <a:pt x="7650" y="487"/>
                        <a:pt x="7650" y="812"/>
                      </a:cubicBezTo>
                      <a:cubicBezTo>
                        <a:pt x="7650" y="1137"/>
                        <a:pt x="7650" y="1462"/>
                        <a:pt x="7650" y="1462"/>
                      </a:cubicBezTo>
                      <a:cubicBezTo>
                        <a:pt x="7650" y="1462"/>
                        <a:pt x="7740" y="1624"/>
                        <a:pt x="7830" y="1786"/>
                      </a:cubicBezTo>
                      <a:cubicBezTo>
                        <a:pt x="8010" y="1786"/>
                        <a:pt x="8190" y="2111"/>
                        <a:pt x="8190" y="1949"/>
                      </a:cubicBezTo>
                      <a:cubicBezTo>
                        <a:pt x="8190" y="1949"/>
                        <a:pt x="8280" y="1786"/>
                        <a:pt x="8370" y="1624"/>
                      </a:cubicBezTo>
                      <a:cubicBezTo>
                        <a:pt x="8370" y="1624"/>
                        <a:pt x="8370" y="1624"/>
                        <a:pt x="8370" y="1624"/>
                      </a:cubicBezTo>
                      <a:cubicBezTo>
                        <a:pt x="8370" y="1949"/>
                        <a:pt x="8460" y="1786"/>
                        <a:pt x="8550" y="1786"/>
                      </a:cubicBezTo>
                      <a:cubicBezTo>
                        <a:pt x="8640" y="1786"/>
                        <a:pt x="9000" y="1462"/>
                        <a:pt x="9000" y="1462"/>
                      </a:cubicBezTo>
                      <a:cubicBezTo>
                        <a:pt x="9000" y="1462"/>
                        <a:pt x="8910" y="974"/>
                        <a:pt x="8910" y="974"/>
                      </a:cubicBezTo>
                      <a:cubicBezTo>
                        <a:pt x="8910" y="812"/>
                        <a:pt x="8910" y="650"/>
                        <a:pt x="8910" y="487"/>
                      </a:cubicBezTo>
                      <a:cubicBezTo>
                        <a:pt x="9000" y="325"/>
                        <a:pt x="9000" y="325"/>
                        <a:pt x="9000" y="325"/>
                      </a:cubicBezTo>
                      <a:cubicBezTo>
                        <a:pt x="9090" y="325"/>
                        <a:pt x="9270" y="487"/>
                        <a:pt x="9270" y="487"/>
                      </a:cubicBezTo>
                      <a:cubicBezTo>
                        <a:pt x="9270" y="487"/>
                        <a:pt x="9450" y="650"/>
                        <a:pt x="9540" y="650"/>
                      </a:cubicBezTo>
                      <a:cubicBezTo>
                        <a:pt x="9720" y="650"/>
                        <a:pt x="9630" y="974"/>
                        <a:pt x="9630" y="974"/>
                      </a:cubicBezTo>
                      <a:cubicBezTo>
                        <a:pt x="9630" y="974"/>
                        <a:pt x="9720" y="1462"/>
                        <a:pt x="9900" y="1624"/>
                      </a:cubicBezTo>
                      <a:cubicBezTo>
                        <a:pt x="10080" y="1786"/>
                        <a:pt x="10080" y="1949"/>
                        <a:pt x="10080" y="2111"/>
                      </a:cubicBezTo>
                      <a:cubicBezTo>
                        <a:pt x="10170" y="2111"/>
                        <a:pt x="10350" y="2111"/>
                        <a:pt x="10350" y="2111"/>
                      </a:cubicBezTo>
                      <a:cubicBezTo>
                        <a:pt x="10620" y="1949"/>
                        <a:pt x="10620" y="1949"/>
                        <a:pt x="10620" y="1949"/>
                      </a:cubicBezTo>
                      <a:cubicBezTo>
                        <a:pt x="10620" y="1949"/>
                        <a:pt x="10800" y="2111"/>
                        <a:pt x="10890" y="2436"/>
                      </a:cubicBezTo>
                      <a:cubicBezTo>
                        <a:pt x="10890" y="2598"/>
                        <a:pt x="11160" y="2598"/>
                        <a:pt x="11250" y="2436"/>
                      </a:cubicBezTo>
                      <a:cubicBezTo>
                        <a:pt x="11340" y="2436"/>
                        <a:pt x="11340" y="2436"/>
                        <a:pt x="11340" y="2436"/>
                      </a:cubicBezTo>
                      <a:cubicBezTo>
                        <a:pt x="11430" y="2598"/>
                        <a:pt x="11430" y="2598"/>
                        <a:pt x="11430" y="2598"/>
                      </a:cubicBezTo>
                      <a:cubicBezTo>
                        <a:pt x="11430" y="2598"/>
                        <a:pt x="11610" y="3248"/>
                        <a:pt x="11880" y="2761"/>
                      </a:cubicBezTo>
                      <a:cubicBezTo>
                        <a:pt x="12150" y="2274"/>
                        <a:pt x="11970" y="2761"/>
                        <a:pt x="11970" y="2761"/>
                      </a:cubicBezTo>
                      <a:cubicBezTo>
                        <a:pt x="11970" y="2761"/>
                        <a:pt x="12150" y="3248"/>
                        <a:pt x="12240" y="3248"/>
                      </a:cubicBezTo>
                      <a:cubicBezTo>
                        <a:pt x="12420" y="3248"/>
                        <a:pt x="12420" y="3248"/>
                        <a:pt x="12420" y="3248"/>
                      </a:cubicBezTo>
                      <a:cubicBezTo>
                        <a:pt x="12780" y="2923"/>
                        <a:pt x="12780" y="2923"/>
                        <a:pt x="12780" y="2923"/>
                      </a:cubicBezTo>
                      <a:cubicBezTo>
                        <a:pt x="13050" y="2761"/>
                        <a:pt x="13050" y="2761"/>
                        <a:pt x="13050" y="2761"/>
                      </a:cubicBezTo>
                      <a:cubicBezTo>
                        <a:pt x="13050" y="2761"/>
                        <a:pt x="13320" y="2761"/>
                        <a:pt x="13230" y="3573"/>
                      </a:cubicBezTo>
                      <a:cubicBezTo>
                        <a:pt x="13230" y="4223"/>
                        <a:pt x="13140" y="4060"/>
                        <a:pt x="13140" y="4060"/>
                      </a:cubicBezTo>
                      <a:cubicBezTo>
                        <a:pt x="12960" y="4547"/>
                        <a:pt x="12960" y="4547"/>
                        <a:pt x="12960" y="4547"/>
                      </a:cubicBezTo>
                      <a:cubicBezTo>
                        <a:pt x="12960" y="5035"/>
                        <a:pt x="12960" y="5035"/>
                        <a:pt x="12960" y="5035"/>
                      </a:cubicBezTo>
                      <a:cubicBezTo>
                        <a:pt x="12960" y="5035"/>
                        <a:pt x="13050" y="5035"/>
                        <a:pt x="13140" y="5035"/>
                      </a:cubicBezTo>
                      <a:cubicBezTo>
                        <a:pt x="13230" y="5035"/>
                        <a:pt x="13320" y="5684"/>
                        <a:pt x="13320" y="5684"/>
                      </a:cubicBezTo>
                      <a:cubicBezTo>
                        <a:pt x="13590" y="5847"/>
                        <a:pt x="13590" y="5847"/>
                        <a:pt x="13590" y="5847"/>
                      </a:cubicBezTo>
                      <a:cubicBezTo>
                        <a:pt x="13590" y="5847"/>
                        <a:pt x="13680" y="6009"/>
                        <a:pt x="13860" y="6171"/>
                      </a:cubicBezTo>
                      <a:cubicBezTo>
                        <a:pt x="13950" y="6334"/>
                        <a:pt x="14040" y="6659"/>
                        <a:pt x="14040" y="6659"/>
                      </a:cubicBezTo>
                      <a:cubicBezTo>
                        <a:pt x="14040" y="6659"/>
                        <a:pt x="14130" y="7308"/>
                        <a:pt x="14220" y="7471"/>
                      </a:cubicBezTo>
                      <a:cubicBezTo>
                        <a:pt x="14220" y="7795"/>
                        <a:pt x="14760" y="7146"/>
                        <a:pt x="14760" y="7146"/>
                      </a:cubicBezTo>
                      <a:cubicBezTo>
                        <a:pt x="14850" y="6334"/>
                        <a:pt x="14850" y="6334"/>
                        <a:pt x="14850" y="6334"/>
                      </a:cubicBezTo>
                      <a:cubicBezTo>
                        <a:pt x="15390" y="6009"/>
                        <a:pt x="15390" y="6009"/>
                        <a:pt x="15390" y="6009"/>
                      </a:cubicBezTo>
                      <a:cubicBezTo>
                        <a:pt x="15210" y="5035"/>
                        <a:pt x="15210" y="5035"/>
                        <a:pt x="15210" y="5035"/>
                      </a:cubicBezTo>
                      <a:cubicBezTo>
                        <a:pt x="15030" y="4385"/>
                        <a:pt x="15030" y="4385"/>
                        <a:pt x="15030" y="4385"/>
                      </a:cubicBezTo>
                      <a:cubicBezTo>
                        <a:pt x="15030" y="4385"/>
                        <a:pt x="15390" y="4547"/>
                        <a:pt x="15480" y="4385"/>
                      </a:cubicBezTo>
                      <a:cubicBezTo>
                        <a:pt x="15570" y="4385"/>
                        <a:pt x="15840" y="4547"/>
                        <a:pt x="15840" y="4547"/>
                      </a:cubicBezTo>
                      <a:cubicBezTo>
                        <a:pt x="16830" y="5359"/>
                        <a:pt x="16830" y="5359"/>
                        <a:pt x="16830" y="5359"/>
                      </a:cubicBezTo>
                      <a:cubicBezTo>
                        <a:pt x="16830" y="5359"/>
                        <a:pt x="17100" y="5197"/>
                        <a:pt x="17280" y="5197"/>
                      </a:cubicBezTo>
                      <a:cubicBezTo>
                        <a:pt x="17460" y="5035"/>
                        <a:pt x="17460" y="4710"/>
                        <a:pt x="17460" y="4710"/>
                      </a:cubicBezTo>
                      <a:cubicBezTo>
                        <a:pt x="17460" y="4710"/>
                        <a:pt x="17550" y="4872"/>
                        <a:pt x="17730" y="5197"/>
                      </a:cubicBezTo>
                      <a:cubicBezTo>
                        <a:pt x="17820" y="5684"/>
                        <a:pt x="17640" y="5522"/>
                        <a:pt x="17640" y="5684"/>
                      </a:cubicBezTo>
                      <a:cubicBezTo>
                        <a:pt x="17550" y="5847"/>
                        <a:pt x="17370" y="6334"/>
                        <a:pt x="17370" y="6334"/>
                      </a:cubicBezTo>
                      <a:cubicBezTo>
                        <a:pt x="17370" y="6334"/>
                        <a:pt x="17460" y="6659"/>
                        <a:pt x="17640" y="6659"/>
                      </a:cubicBezTo>
                      <a:cubicBezTo>
                        <a:pt x="17730" y="6659"/>
                        <a:pt x="17640" y="6821"/>
                        <a:pt x="17820" y="7146"/>
                      </a:cubicBezTo>
                      <a:cubicBezTo>
                        <a:pt x="17910" y="7308"/>
                        <a:pt x="18270" y="7471"/>
                        <a:pt x="18270" y="7471"/>
                      </a:cubicBezTo>
                      <a:cubicBezTo>
                        <a:pt x="18540" y="7471"/>
                        <a:pt x="18540" y="7471"/>
                        <a:pt x="18540" y="7471"/>
                      </a:cubicBezTo>
                      <a:cubicBezTo>
                        <a:pt x="18810" y="6983"/>
                        <a:pt x="18810" y="6983"/>
                        <a:pt x="18810" y="6983"/>
                      </a:cubicBezTo>
                      <a:cubicBezTo>
                        <a:pt x="18810" y="6983"/>
                        <a:pt x="19080" y="7146"/>
                        <a:pt x="19170" y="7308"/>
                      </a:cubicBezTo>
                      <a:cubicBezTo>
                        <a:pt x="19260" y="7471"/>
                        <a:pt x="19710" y="7795"/>
                        <a:pt x="19710" y="7795"/>
                      </a:cubicBezTo>
                      <a:cubicBezTo>
                        <a:pt x="20430" y="7471"/>
                        <a:pt x="20430" y="7471"/>
                        <a:pt x="20430" y="7471"/>
                      </a:cubicBezTo>
                      <a:cubicBezTo>
                        <a:pt x="20520" y="8770"/>
                        <a:pt x="20520" y="8770"/>
                        <a:pt x="20520" y="8770"/>
                      </a:cubicBezTo>
                      <a:cubicBezTo>
                        <a:pt x="20520" y="8770"/>
                        <a:pt x="20700" y="8770"/>
                        <a:pt x="20880" y="9257"/>
                      </a:cubicBezTo>
                      <a:cubicBezTo>
                        <a:pt x="21060" y="9582"/>
                        <a:pt x="20970" y="9257"/>
                        <a:pt x="20970" y="9257"/>
                      </a:cubicBezTo>
                      <a:cubicBezTo>
                        <a:pt x="20970" y="9257"/>
                        <a:pt x="21330" y="9582"/>
                        <a:pt x="21330" y="9744"/>
                      </a:cubicBezTo>
                      <a:cubicBezTo>
                        <a:pt x="21330" y="10069"/>
                        <a:pt x="21420" y="10394"/>
                        <a:pt x="21420" y="10394"/>
                      </a:cubicBezTo>
                      <a:cubicBezTo>
                        <a:pt x="21600" y="11044"/>
                        <a:pt x="21600" y="11044"/>
                        <a:pt x="21600" y="11044"/>
                      </a:cubicBezTo>
                      <a:cubicBezTo>
                        <a:pt x="21510" y="11044"/>
                        <a:pt x="21330" y="11044"/>
                        <a:pt x="21240" y="11044"/>
                      </a:cubicBezTo>
                      <a:cubicBezTo>
                        <a:pt x="21240" y="11044"/>
                        <a:pt x="21150" y="11206"/>
                        <a:pt x="21060" y="11206"/>
                      </a:cubicBezTo>
                      <a:cubicBezTo>
                        <a:pt x="20970" y="11206"/>
                        <a:pt x="20880" y="11206"/>
                        <a:pt x="20880" y="11206"/>
                      </a:cubicBezTo>
                      <a:cubicBezTo>
                        <a:pt x="20610" y="11368"/>
                        <a:pt x="20610" y="11368"/>
                        <a:pt x="20610" y="11368"/>
                      </a:cubicBezTo>
                      <a:cubicBezTo>
                        <a:pt x="20430" y="11693"/>
                        <a:pt x="20430" y="11693"/>
                        <a:pt x="20430" y="11693"/>
                      </a:cubicBezTo>
                      <a:cubicBezTo>
                        <a:pt x="20250" y="12018"/>
                        <a:pt x="20250" y="12018"/>
                        <a:pt x="20250" y="12018"/>
                      </a:cubicBezTo>
                      <a:cubicBezTo>
                        <a:pt x="20070" y="12668"/>
                        <a:pt x="20070" y="12668"/>
                        <a:pt x="20070" y="12668"/>
                      </a:cubicBezTo>
                      <a:cubicBezTo>
                        <a:pt x="20070" y="12992"/>
                        <a:pt x="20070" y="12992"/>
                        <a:pt x="20070" y="12992"/>
                      </a:cubicBezTo>
                      <a:cubicBezTo>
                        <a:pt x="19800" y="13480"/>
                        <a:pt x="19800" y="13480"/>
                        <a:pt x="19800" y="13480"/>
                      </a:cubicBezTo>
                      <a:cubicBezTo>
                        <a:pt x="19800" y="13480"/>
                        <a:pt x="19530" y="13805"/>
                        <a:pt x="19440" y="13805"/>
                      </a:cubicBezTo>
                      <a:cubicBezTo>
                        <a:pt x="19350" y="13805"/>
                        <a:pt x="19350" y="14454"/>
                        <a:pt x="19350" y="14454"/>
                      </a:cubicBezTo>
                      <a:cubicBezTo>
                        <a:pt x="19440" y="14941"/>
                        <a:pt x="19440" y="14941"/>
                        <a:pt x="19440" y="14941"/>
                      </a:cubicBezTo>
                      <a:cubicBezTo>
                        <a:pt x="19350" y="15753"/>
                        <a:pt x="19350" y="15753"/>
                        <a:pt x="19350" y="15753"/>
                      </a:cubicBezTo>
                      <a:cubicBezTo>
                        <a:pt x="18900" y="16078"/>
                        <a:pt x="18900" y="16078"/>
                        <a:pt x="18900" y="16078"/>
                      </a:cubicBezTo>
                      <a:cubicBezTo>
                        <a:pt x="18810" y="16565"/>
                        <a:pt x="18810" y="16565"/>
                        <a:pt x="18810" y="16565"/>
                      </a:cubicBezTo>
                      <a:cubicBezTo>
                        <a:pt x="18720" y="16890"/>
                        <a:pt x="18720" y="16890"/>
                        <a:pt x="18720" y="16890"/>
                      </a:cubicBezTo>
                      <a:cubicBezTo>
                        <a:pt x="18720" y="16890"/>
                        <a:pt x="18540" y="17053"/>
                        <a:pt x="18540" y="17053"/>
                      </a:cubicBezTo>
                      <a:cubicBezTo>
                        <a:pt x="18450" y="16890"/>
                        <a:pt x="18450" y="17377"/>
                        <a:pt x="18450" y="17377"/>
                      </a:cubicBezTo>
                      <a:cubicBezTo>
                        <a:pt x="18270" y="17702"/>
                        <a:pt x="18270" y="17702"/>
                        <a:pt x="18270" y="17702"/>
                      </a:cubicBezTo>
                      <a:cubicBezTo>
                        <a:pt x="18180" y="17702"/>
                        <a:pt x="18180" y="17702"/>
                        <a:pt x="18180" y="17702"/>
                      </a:cubicBezTo>
                      <a:cubicBezTo>
                        <a:pt x="18000" y="17865"/>
                        <a:pt x="18000" y="17865"/>
                        <a:pt x="18000" y="17865"/>
                      </a:cubicBezTo>
                      <a:cubicBezTo>
                        <a:pt x="18000" y="17865"/>
                        <a:pt x="17910" y="18027"/>
                        <a:pt x="17820" y="18027"/>
                      </a:cubicBezTo>
                      <a:cubicBezTo>
                        <a:pt x="17820" y="18189"/>
                        <a:pt x="17730" y="18027"/>
                        <a:pt x="17730" y="18027"/>
                      </a:cubicBezTo>
                      <a:cubicBezTo>
                        <a:pt x="17730" y="18027"/>
                        <a:pt x="17550" y="17865"/>
                        <a:pt x="17460" y="17865"/>
                      </a:cubicBezTo>
                      <a:cubicBezTo>
                        <a:pt x="17460" y="17865"/>
                        <a:pt x="17460" y="18027"/>
                        <a:pt x="17370" y="18027"/>
                      </a:cubicBezTo>
                      <a:cubicBezTo>
                        <a:pt x="17370" y="18027"/>
                        <a:pt x="17370" y="18027"/>
                        <a:pt x="17280" y="18189"/>
                      </a:cubicBezTo>
                      <a:cubicBezTo>
                        <a:pt x="17280" y="18189"/>
                        <a:pt x="17190" y="18027"/>
                        <a:pt x="17100" y="18027"/>
                      </a:cubicBezTo>
                      <a:cubicBezTo>
                        <a:pt x="17010" y="18027"/>
                        <a:pt x="17010" y="17865"/>
                        <a:pt x="17010" y="17865"/>
                      </a:cubicBezTo>
                      <a:cubicBezTo>
                        <a:pt x="16920" y="17865"/>
                        <a:pt x="16830" y="17865"/>
                        <a:pt x="16830" y="17865"/>
                      </a:cubicBezTo>
                      <a:cubicBezTo>
                        <a:pt x="16740" y="17865"/>
                        <a:pt x="16650" y="17865"/>
                        <a:pt x="16650" y="17865"/>
                      </a:cubicBezTo>
                      <a:cubicBezTo>
                        <a:pt x="16650" y="17865"/>
                        <a:pt x="16560" y="18027"/>
                        <a:pt x="16560" y="18027"/>
                      </a:cubicBezTo>
                      <a:cubicBezTo>
                        <a:pt x="16380" y="18189"/>
                        <a:pt x="16380" y="18189"/>
                        <a:pt x="16380" y="18189"/>
                      </a:cubicBezTo>
                      <a:cubicBezTo>
                        <a:pt x="16380" y="18189"/>
                        <a:pt x="16380" y="18352"/>
                        <a:pt x="16380" y="18514"/>
                      </a:cubicBezTo>
                      <a:cubicBezTo>
                        <a:pt x="16380" y="18514"/>
                        <a:pt x="16380" y="18677"/>
                        <a:pt x="16290" y="18677"/>
                      </a:cubicBezTo>
                      <a:cubicBezTo>
                        <a:pt x="16290" y="18677"/>
                        <a:pt x="16200" y="19002"/>
                        <a:pt x="16200" y="19002"/>
                      </a:cubicBezTo>
                      <a:cubicBezTo>
                        <a:pt x="16200" y="19002"/>
                        <a:pt x="16200" y="19489"/>
                        <a:pt x="16110" y="19489"/>
                      </a:cubicBezTo>
                      <a:cubicBezTo>
                        <a:pt x="16110" y="19489"/>
                        <a:pt x="16110" y="19651"/>
                        <a:pt x="16110" y="19651"/>
                      </a:cubicBezTo>
                      <a:cubicBezTo>
                        <a:pt x="16110" y="19976"/>
                        <a:pt x="16110" y="19976"/>
                        <a:pt x="16110" y="19976"/>
                      </a:cubicBezTo>
                      <a:cubicBezTo>
                        <a:pt x="16110" y="20138"/>
                        <a:pt x="16110" y="20138"/>
                        <a:pt x="16110" y="20138"/>
                      </a:cubicBezTo>
                      <a:cubicBezTo>
                        <a:pt x="15930" y="19976"/>
                        <a:pt x="15930" y="19976"/>
                        <a:pt x="15930" y="19976"/>
                      </a:cubicBezTo>
                      <a:cubicBezTo>
                        <a:pt x="15750" y="19002"/>
                        <a:pt x="15750" y="19002"/>
                        <a:pt x="15750" y="19002"/>
                      </a:cubicBezTo>
                      <a:cubicBezTo>
                        <a:pt x="15750" y="19002"/>
                        <a:pt x="15480" y="19164"/>
                        <a:pt x="15210" y="19164"/>
                      </a:cubicBezTo>
                      <a:cubicBezTo>
                        <a:pt x="14940" y="19002"/>
                        <a:pt x="14760" y="18677"/>
                        <a:pt x="14670" y="18677"/>
                      </a:cubicBezTo>
                      <a:cubicBezTo>
                        <a:pt x="14670" y="18514"/>
                        <a:pt x="14310" y="18677"/>
                        <a:pt x="14310" y="18677"/>
                      </a:cubicBezTo>
                      <a:cubicBezTo>
                        <a:pt x="14220" y="19326"/>
                        <a:pt x="14220" y="19326"/>
                        <a:pt x="14220" y="19326"/>
                      </a:cubicBezTo>
                      <a:cubicBezTo>
                        <a:pt x="13230" y="19164"/>
                        <a:pt x="13230" y="19164"/>
                        <a:pt x="13230" y="19164"/>
                      </a:cubicBezTo>
                      <a:cubicBezTo>
                        <a:pt x="12870" y="18839"/>
                        <a:pt x="12870" y="18839"/>
                        <a:pt x="12870" y="18839"/>
                      </a:cubicBezTo>
                      <a:cubicBezTo>
                        <a:pt x="12240" y="18352"/>
                        <a:pt x="12240" y="18352"/>
                        <a:pt x="12240" y="18352"/>
                      </a:cubicBezTo>
                      <a:cubicBezTo>
                        <a:pt x="12060" y="18189"/>
                        <a:pt x="12060" y="18189"/>
                        <a:pt x="12060" y="18189"/>
                      </a:cubicBezTo>
                      <a:cubicBezTo>
                        <a:pt x="12060" y="18189"/>
                        <a:pt x="11700" y="18189"/>
                        <a:pt x="11610" y="18189"/>
                      </a:cubicBezTo>
                      <a:cubicBezTo>
                        <a:pt x="11520" y="18189"/>
                        <a:pt x="11160" y="18027"/>
                        <a:pt x="11160" y="18027"/>
                      </a:cubicBezTo>
                      <a:cubicBezTo>
                        <a:pt x="11160" y="18027"/>
                        <a:pt x="10800" y="17865"/>
                        <a:pt x="10710" y="17865"/>
                      </a:cubicBezTo>
                      <a:cubicBezTo>
                        <a:pt x="10620" y="17865"/>
                        <a:pt x="10440" y="17865"/>
                        <a:pt x="10440" y="17865"/>
                      </a:cubicBezTo>
                      <a:cubicBezTo>
                        <a:pt x="9990" y="17702"/>
                        <a:pt x="9990" y="17702"/>
                        <a:pt x="9990" y="17702"/>
                      </a:cubicBezTo>
                      <a:cubicBezTo>
                        <a:pt x="9990" y="17702"/>
                        <a:pt x="9720" y="17377"/>
                        <a:pt x="9540" y="17540"/>
                      </a:cubicBezTo>
                      <a:cubicBezTo>
                        <a:pt x="9450" y="17540"/>
                        <a:pt x="9540" y="18027"/>
                        <a:pt x="9540" y="18027"/>
                      </a:cubicBezTo>
                      <a:cubicBezTo>
                        <a:pt x="9540" y="18027"/>
                        <a:pt x="9450" y="18839"/>
                        <a:pt x="9540" y="19002"/>
                      </a:cubicBezTo>
                      <a:cubicBezTo>
                        <a:pt x="9540" y="19326"/>
                        <a:pt x="9360" y="19651"/>
                        <a:pt x="9360" y="19651"/>
                      </a:cubicBezTo>
                      <a:cubicBezTo>
                        <a:pt x="9090" y="19814"/>
                        <a:pt x="9090" y="19814"/>
                        <a:pt x="9090" y="19814"/>
                      </a:cubicBezTo>
                      <a:cubicBezTo>
                        <a:pt x="9090" y="19814"/>
                        <a:pt x="8910" y="20301"/>
                        <a:pt x="8820" y="20301"/>
                      </a:cubicBezTo>
                      <a:cubicBezTo>
                        <a:pt x="8730" y="20301"/>
                        <a:pt x="8730" y="21275"/>
                        <a:pt x="8730" y="21275"/>
                      </a:cubicBezTo>
                      <a:cubicBezTo>
                        <a:pt x="8370" y="21438"/>
                        <a:pt x="8370" y="21438"/>
                        <a:pt x="8370" y="21438"/>
                      </a:cubicBezTo>
                      <a:cubicBezTo>
                        <a:pt x="8010" y="20950"/>
                        <a:pt x="8010" y="20950"/>
                        <a:pt x="8010" y="20950"/>
                      </a:cubicBezTo>
                      <a:cubicBezTo>
                        <a:pt x="7740" y="21275"/>
                        <a:pt x="7740" y="21275"/>
                        <a:pt x="7740" y="21275"/>
                      </a:cubicBezTo>
                      <a:cubicBezTo>
                        <a:pt x="7650" y="21600"/>
                        <a:pt x="7650" y="21600"/>
                        <a:pt x="7650" y="21600"/>
                      </a:cubicBezTo>
                      <a:cubicBezTo>
                        <a:pt x="7650" y="21600"/>
                        <a:pt x="7200" y="21438"/>
                        <a:pt x="7200" y="21438"/>
                      </a:cubicBezTo>
                      <a:cubicBezTo>
                        <a:pt x="7110" y="21438"/>
                        <a:pt x="6660" y="21275"/>
                        <a:pt x="6660" y="21275"/>
                      </a:cubicBezTo>
                      <a:cubicBezTo>
                        <a:pt x="6660" y="21275"/>
                        <a:pt x="6390" y="20788"/>
                        <a:pt x="6300" y="20626"/>
                      </a:cubicBezTo>
                      <a:cubicBezTo>
                        <a:pt x="6210" y="20463"/>
                        <a:pt x="5850" y="20138"/>
                        <a:pt x="5760" y="19976"/>
                      </a:cubicBezTo>
                      <a:cubicBezTo>
                        <a:pt x="5670" y="19976"/>
                        <a:pt x="5670" y="19814"/>
                        <a:pt x="5670" y="19814"/>
                      </a:cubicBezTo>
                      <a:cubicBezTo>
                        <a:pt x="5490" y="19489"/>
                        <a:pt x="5580" y="19489"/>
                        <a:pt x="5400" y="19326"/>
                      </a:cubicBezTo>
                      <a:cubicBezTo>
                        <a:pt x="5220" y="19164"/>
                        <a:pt x="5040" y="19164"/>
                        <a:pt x="5040" y="19002"/>
                      </a:cubicBezTo>
                      <a:cubicBezTo>
                        <a:pt x="5040" y="18839"/>
                        <a:pt x="5130" y="18514"/>
                        <a:pt x="4950" y="18514"/>
                      </a:cubicBezTo>
                      <a:cubicBezTo>
                        <a:pt x="4680" y="18677"/>
                        <a:pt x="4590" y="18839"/>
                        <a:pt x="4500" y="18677"/>
                      </a:cubicBezTo>
                      <a:cubicBezTo>
                        <a:pt x="4320" y="18352"/>
                        <a:pt x="4320" y="18352"/>
                        <a:pt x="4230" y="18027"/>
                      </a:cubicBezTo>
                      <a:cubicBezTo>
                        <a:pt x="4230" y="17702"/>
                        <a:pt x="4230" y="17377"/>
                        <a:pt x="4050" y="17377"/>
                      </a:cubicBezTo>
                      <a:cubicBezTo>
                        <a:pt x="3870" y="17377"/>
                        <a:pt x="3780" y="17215"/>
                        <a:pt x="3780" y="17215"/>
                      </a:cubicBezTo>
                      <a:cubicBezTo>
                        <a:pt x="3780" y="17215"/>
                        <a:pt x="3690" y="17377"/>
                        <a:pt x="3600" y="17053"/>
                      </a:cubicBezTo>
                      <a:cubicBezTo>
                        <a:pt x="3510" y="16565"/>
                        <a:pt x="3780" y="16890"/>
                        <a:pt x="3510" y="16241"/>
                      </a:cubicBezTo>
                      <a:cubicBezTo>
                        <a:pt x="3150" y="15753"/>
                        <a:pt x="3240" y="15916"/>
                        <a:pt x="3060" y="15591"/>
                      </a:cubicBezTo>
                      <a:cubicBezTo>
                        <a:pt x="2880" y="15266"/>
                        <a:pt x="2340" y="15591"/>
                        <a:pt x="2340" y="15591"/>
                      </a:cubicBezTo>
                      <a:cubicBezTo>
                        <a:pt x="2340" y="15591"/>
                        <a:pt x="2340" y="15429"/>
                        <a:pt x="2160" y="15104"/>
                      </a:cubicBezTo>
                      <a:cubicBezTo>
                        <a:pt x="1980" y="14779"/>
                        <a:pt x="2070" y="14941"/>
                        <a:pt x="1890" y="14617"/>
                      </a:cubicBezTo>
                      <a:cubicBezTo>
                        <a:pt x="1710" y="14129"/>
                        <a:pt x="1710" y="14292"/>
                        <a:pt x="1710" y="13805"/>
                      </a:cubicBezTo>
                      <a:cubicBezTo>
                        <a:pt x="1620" y="13317"/>
                        <a:pt x="1710" y="13155"/>
                        <a:pt x="1530" y="12830"/>
                      </a:cubicBezTo>
                      <a:cubicBezTo>
                        <a:pt x="1350" y="12505"/>
                        <a:pt x="1260" y="12180"/>
                        <a:pt x="1260" y="12180"/>
                      </a:cubicBezTo>
                      <a:cubicBezTo>
                        <a:pt x="1260" y="12180"/>
                        <a:pt x="1080" y="11856"/>
                        <a:pt x="1260" y="11368"/>
                      </a:cubicBezTo>
                      <a:cubicBezTo>
                        <a:pt x="1440" y="11044"/>
                        <a:pt x="1440" y="11044"/>
                        <a:pt x="1440" y="10719"/>
                      </a:cubicBezTo>
                      <a:cubicBezTo>
                        <a:pt x="1440" y="10556"/>
                        <a:pt x="1530" y="10232"/>
                        <a:pt x="1260" y="9907"/>
                      </a:cubicBezTo>
                      <a:cubicBezTo>
                        <a:pt x="990" y="9582"/>
                        <a:pt x="990" y="9582"/>
                        <a:pt x="720" y="9257"/>
                      </a:cubicBezTo>
                      <a:cubicBezTo>
                        <a:pt x="540" y="9095"/>
                        <a:pt x="450" y="9095"/>
                        <a:pt x="360" y="8932"/>
                      </a:cubicBezTo>
                      <a:cubicBezTo>
                        <a:pt x="270" y="8770"/>
                        <a:pt x="90" y="7633"/>
                        <a:pt x="90" y="7633"/>
                      </a:cubicBezTo>
                      <a:cubicBezTo>
                        <a:pt x="0" y="7146"/>
                        <a:pt x="0" y="7146"/>
                        <a:pt x="0" y="7146"/>
                      </a:cubicBezTo>
                      <a:cubicBezTo>
                        <a:pt x="450" y="7146"/>
                        <a:pt x="450" y="7146"/>
                        <a:pt x="450" y="7146"/>
                      </a:cubicBezTo>
                      <a:cubicBezTo>
                        <a:pt x="540" y="7795"/>
                        <a:pt x="540" y="7795"/>
                        <a:pt x="540" y="7795"/>
                      </a:cubicBezTo>
                      <a:cubicBezTo>
                        <a:pt x="630" y="8283"/>
                        <a:pt x="630" y="8283"/>
                        <a:pt x="630" y="8283"/>
                      </a:cubicBezTo>
                      <a:cubicBezTo>
                        <a:pt x="900" y="7308"/>
                        <a:pt x="900" y="7308"/>
                        <a:pt x="900" y="7308"/>
                      </a:cubicBezTo>
                      <a:cubicBezTo>
                        <a:pt x="1260" y="6496"/>
                        <a:pt x="1260" y="6496"/>
                        <a:pt x="1260" y="6496"/>
                      </a:cubicBezTo>
                      <a:cubicBezTo>
                        <a:pt x="1260" y="6496"/>
                        <a:pt x="1260" y="6496"/>
                        <a:pt x="1530" y="6496"/>
                      </a:cubicBezTo>
                      <a:cubicBezTo>
                        <a:pt x="1710" y="6496"/>
                        <a:pt x="1980" y="6171"/>
                        <a:pt x="2070" y="6171"/>
                      </a:cubicBezTo>
                      <a:cubicBezTo>
                        <a:pt x="2250" y="6171"/>
                        <a:pt x="2520" y="6334"/>
                        <a:pt x="2610" y="6334"/>
                      </a:cubicBezTo>
                      <a:cubicBezTo>
                        <a:pt x="2790" y="6171"/>
                        <a:pt x="2880" y="6171"/>
                        <a:pt x="2880" y="5847"/>
                      </a:cubicBezTo>
                      <a:cubicBezTo>
                        <a:pt x="2970" y="5684"/>
                        <a:pt x="2790" y="5359"/>
                        <a:pt x="3150" y="5197"/>
                      </a:cubicBezTo>
                      <a:cubicBezTo>
                        <a:pt x="3420" y="4872"/>
                        <a:pt x="3510" y="4872"/>
                        <a:pt x="3510" y="4872"/>
                      </a:cubicBezTo>
                      <a:lnTo>
                        <a:pt x="3870" y="4385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30" name="Shape">
                  <a:extLst>
                    <a:ext uri="{FF2B5EF4-FFF2-40B4-BE49-F238E27FC236}">
                      <a16:creationId xmlns:a16="http://schemas.microsoft.com/office/drawing/2014/main" id="{378CFCD0-C041-4B7B-8574-93B9C927CAF4}"/>
                    </a:ext>
                  </a:extLst>
                </p:cNvPr>
                <p:cNvSpPr/>
                <p:nvPr/>
              </p:nvSpPr>
              <p:spPr>
                <a:xfrm>
                  <a:off x="7188575" y="4820257"/>
                  <a:ext cx="1007512" cy="3583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04" h="21431" extrusionOk="0">
                      <a:moveTo>
                        <a:pt x="17103" y="13929"/>
                      </a:moveTo>
                      <a:cubicBezTo>
                        <a:pt x="17178" y="13929"/>
                        <a:pt x="17178" y="13929"/>
                        <a:pt x="17178" y="13929"/>
                      </a:cubicBezTo>
                      <a:cubicBezTo>
                        <a:pt x="17103" y="13727"/>
                        <a:pt x="17103" y="13727"/>
                        <a:pt x="17103" y="13727"/>
                      </a:cubicBezTo>
                      <a:cubicBezTo>
                        <a:pt x="17103" y="13727"/>
                        <a:pt x="17252" y="13525"/>
                        <a:pt x="17252" y="13525"/>
                      </a:cubicBezTo>
                      <a:cubicBezTo>
                        <a:pt x="17252" y="13525"/>
                        <a:pt x="17252" y="13525"/>
                        <a:pt x="17252" y="13525"/>
                      </a:cubicBezTo>
                      <a:cubicBezTo>
                        <a:pt x="17252" y="13525"/>
                        <a:pt x="17252" y="13525"/>
                        <a:pt x="17252" y="13525"/>
                      </a:cubicBezTo>
                      <a:cubicBezTo>
                        <a:pt x="17252" y="13525"/>
                        <a:pt x="17252" y="13525"/>
                        <a:pt x="17252" y="13525"/>
                      </a:cubicBezTo>
                      <a:cubicBezTo>
                        <a:pt x="17252" y="13525"/>
                        <a:pt x="17252" y="13525"/>
                        <a:pt x="17252" y="13525"/>
                      </a:cubicBezTo>
                      <a:cubicBezTo>
                        <a:pt x="17252" y="13525"/>
                        <a:pt x="17252" y="13525"/>
                        <a:pt x="17252" y="13525"/>
                      </a:cubicBezTo>
                      <a:cubicBezTo>
                        <a:pt x="17252" y="13525"/>
                        <a:pt x="17252" y="13525"/>
                        <a:pt x="17252" y="13525"/>
                      </a:cubicBezTo>
                      <a:cubicBezTo>
                        <a:pt x="17326" y="13525"/>
                        <a:pt x="17326" y="13525"/>
                        <a:pt x="17326" y="13525"/>
                      </a:cubicBezTo>
                      <a:cubicBezTo>
                        <a:pt x="17326" y="13525"/>
                        <a:pt x="17326" y="13525"/>
                        <a:pt x="17326" y="13525"/>
                      </a:cubicBezTo>
                      <a:cubicBezTo>
                        <a:pt x="17400" y="13525"/>
                        <a:pt x="17549" y="13525"/>
                        <a:pt x="17623" y="13525"/>
                      </a:cubicBezTo>
                      <a:cubicBezTo>
                        <a:pt x="17623" y="13525"/>
                        <a:pt x="17623" y="13525"/>
                        <a:pt x="17623" y="13525"/>
                      </a:cubicBezTo>
                      <a:cubicBezTo>
                        <a:pt x="17623" y="13525"/>
                        <a:pt x="17623" y="13525"/>
                        <a:pt x="17623" y="13525"/>
                      </a:cubicBezTo>
                      <a:cubicBezTo>
                        <a:pt x="17623" y="13525"/>
                        <a:pt x="17623" y="13525"/>
                        <a:pt x="17623" y="13525"/>
                      </a:cubicBezTo>
                      <a:cubicBezTo>
                        <a:pt x="17623" y="13525"/>
                        <a:pt x="17623" y="13525"/>
                        <a:pt x="17623" y="13525"/>
                      </a:cubicBezTo>
                      <a:cubicBezTo>
                        <a:pt x="17623" y="13525"/>
                        <a:pt x="17623" y="13525"/>
                        <a:pt x="17623" y="13525"/>
                      </a:cubicBezTo>
                      <a:cubicBezTo>
                        <a:pt x="17697" y="13525"/>
                        <a:pt x="17697" y="13525"/>
                        <a:pt x="17697" y="13525"/>
                      </a:cubicBezTo>
                      <a:cubicBezTo>
                        <a:pt x="17697" y="13525"/>
                        <a:pt x="17697" y="13525"/>
                        <a:pt x="17697" y="13525"/>
                      </a:cubicBezTo>
                      <a:cubicBezTo>
                        <a:pt x="17697" y="13525"/>
                        <a:pt x="17697" y="13525"/>
                        <a:pt x="17697" y="13525"/>
                      </a:cubicBezTo>
                      <a:cubicBezTo>
                        <a:pt x="17697" y="13525"/>
                        <a:pt x="17697" y="13525"/>
                        <a:pt x="17697" y="13525"/>
                      </a:cubicBezTo>
                      <a:cubicBezTo>
                        <a:pt x="17697" y="13525"/>
                        <a:pt x="17697" y="13525"/>
                        <a:pt x="17697" y="13525"/>
                      </a:cubicBezTo>
                      <a:cubicBezTo>
                        <a:pt x="17697" y="13525"/>
                        <a:pt x="17697" y="13525"/>
                        <a:pt x="17697" y="13525"/>
                      </a:cubicBezTo>
                      <a:cubicBezTo>
                        <a:pt x="17771" y="13525"/>
                        <a:pt x="17771" y="13525"/>
                        <a:pt x="17771" y="13525"/>
                      </a:cubicBezTo>
                      <a:cubicBezTo>
                        <a:pt x="17771" y="13525"/>
                        <a:pt x="17771" y="13525"/>
                        <a:pt x="17771" y="13525"/>
                      </a:cubicBezTo>
                      <a:cubicBezTo>
                        <a:pt x="17771" y="13525"/>
                        <a:pt x="17771" y="13525"/>
                        <a:pt x="17771" y="13525"/>
                      </a:cubicBezTo>
                      <a:cubicBezTo>
                        <a:pt x="17771" y="13525"/>
                        <a:pt x="17771" y="13525"/>
                        <a:pt x="17771" y="13525"/>
                      </a:cubicBezTo>
                      <a:cubicBezTo>
                        <a:pt x="17771" y="13525"/>
                        <a:pt x="17771" y="13525"/>
                        <a:pt x="17771" y="13525"/>
                      </a:cubicBezTo>
                      <a:cubicBezTo>
                        <a:pt x="17771" y="13525"/>
                        <a:pt x="17771" y="13525"/>
                        <a:pt x="17771" y="13525"/>
                      </a:cubicBezTo>
                      <a:cubicBezTo>
                        <a:pt x="17771" y="13727"/>
                        <a:pt x="17771" y="13727"/>
                        <a:pt x="17771" y="13727"/>
                      </a:cubicBezTo>
                      <a:cubicBezTo>
                        <a:pt x="17771" y="13727"/>
                        <a:pt x="17771" y="13727"/>
                        <a:pt x="17771" y="13727"/>
                      </a:cubicBezTo>
                      <a:cubicBezTo>
                        <a:pt x="17771" y="13727"/>
                        <a:pt x="17771" y="13727"/>
                        <a:pt x="17771" y="13727"/>
                      </a:cubicBezTo>
                      <a:cubicBezTo>
                        <a:pt x="17771" y="13727"/>
                        <a:pt x="17771" y="13727"/>
                        <a:pt x="17771" y="13727"/>
                      </a:cubicBezTo>
                      <a:cubicBezTo>
                        <a:pt x="17771" y="13727"/>
                        <a:pt x="17771" y="13727"/>
                        <a:pt x="17771" y="13727"/>
                      </a:cubicBezTo>
                      <a:cubicBezTo>
                        <a:pt x="17771" y="13727"/>
                        <a:pt x="17771" y="13727"/>
                        <a:pt x="17771" y="13727"/>
                      </a:cubicBezTo>
                      <a:cubicBezTo>
                        <a:pt x="17771" y="13727"/>
                        <a:pt x="17771" y="13727"/>
                        <a:pt x="17771" y="13727"/>
                      </a:cubicBezTo>
                      <a:cubicBezTo>
                        <a:pt x="17846" y="13727"/>
                        <a:pt x="17846" y="13727"/>
                        <a:pt x="17846" y="13727"/>
                      </a:cubicBezTo>
                      <a:cubicBezTo>
                        <a:pt x="17846" y="13727"/>
                        <a:pt x="17846" y="13727"/>
                        <a:pt x="17846" y="13727"/>
                      </a:cubicBezTo>
                      <a:cubicBezTo>
                        <a:pt x="17846" y="13727"/>
                        <a:pt x="17846" y="13727"/>
                        <a:pt x="17846" y="13727"/>
                      </a:cubicBezTo>
                      <a:cubicBezTo>
                        <a:pt x="17846" y="13727"/>
                        <a:pt x="17846" y="13727"/>
                        <a:pt x="17846" y="13727"/>
                      </a:cubicBezTo>
                      <a:cubicBezTo>
                        <a:pt x="17846" y="13727"/>
                        <a:pt x="17846" y="13727"/>
                        <a:pt x="17846" y="13727"/>
                      </a:cubicBezTo>
                      <a:cubicBezTo>
                        <a:pt x="17846" y="13727"/>
                        <a:pt x="17846" y="13727"/>
                        <a:pt x="17846" y="13727"/>
                      </a:cubicBezTo>
                      <a:cubicBezTo>
                        <a:pt x="17846" y="13727"/>
                        <a:pt x="17846" y="13727"/>
                        <a:pt x="17846" y="13727"/>
                      </a:cubicBezTo>
                      <a:cubicBezTo>
                        <a:pt x="17846" y="13727"/>
                        <a:pt x="17846" y="13727"/>
                        <a:pt x="17846" y="13727"/>
                      </a:cubicBezTo>
                      <a:cubicBezTo>
                        <a:pt x="17846" y="13727"/>
                        <a:pt x="17846" y="13727"/>
                        <a:pt x="17846" y="13727"/>
                      </a:cubicBezTo>
                      <a:cubicBezTo>
                        <a:pt x="17846" y="13727"/>
                        <a:pt x="17846" y="13727"/>
                        <a:pt x="17846" y="13727"/>
                      </a:cubicBezTo>
                      <a:cubicBezTo>
                        <a:pt x="17846" y="13727"/>
                        <a:pt x="17846" y="13727"/>
                        <a:pt x="17846" y="13727"/>
                      </a:cubicBezTo>
                      <a:cubicBezTo>
                        <a:pt x="17920" y="13525"/>
                        <a:pt x="17920" y="13525"/>
                        <a:pt x="17920" y="13525"/>
                      </a:cubicBezTo>
                      <a:cubicBezTo>
                        <a:pt x="17920" y="13525"/>
                        <a:pt x="17920" y="13525"/>
                        <a:pt x="17920" y="13525"/>
                      </a:cubicBezTo>
                      <a:cubicBezTo>
                        <a:pt x="17920" y="13525"/>
                        <a:pt x="17920" y="13525"/>
                        <a:pt x="17920" y="13525"/>
                      </a:cubicBezTo>
                      <a:cubicBezTo>
                        <a:pt x="17920" y="13525"/>
                        <a:pt x="17920" y="13525"/>
                        <a:pt x="17920" y="13525"/>
                      </a:cubicBezTo>
                      <a:cubicBezTo>
                        <a:pt x="17920" y="13525"/>
                        <a:pt x="17920" y="13525"/>
                        <a:pt x="17920" y="13525"/>
                      </a:cubicBezTo>
                      <a:cubicBezTo>
                        <a:pt x="17920" y="13525"/>
                        <a:pt x="17920" y="13525"/>
                        <a:pt x="17920" y="13525"/>
                      </a:cubicBezTo>
                      <a:cubicBezTo>
                        <a:pt x="17994" y="13525"/>
                        <a:pt x="17994" y="13525"/>
                        <a:pt x="17994" y="13525"/>
                      </a:cubicBezTo>
                      <a:cubicBezTo>
                        <a:pt x="17994" y="13525"/>
                        <a:pt x="17994" y="13525"/>
                        <a:pt x="17994" y="13525"/>
                      </a:cubicBezTo>
                      <a:cubicBezTo>
                        <a:pt x="17994" y="13525"/>
                        <a:pt x="17994" y="13525"/>
                        <a:pt x="17994" y="13525"/>
                      </a:cubicBezTo>
                      <a:cubicBezTo>
                        <a:pt x="17994" y="13525"/>
                        <a:pt x="17994" y="13525"/>
                        <a:pt x="17994" y="13525"/>
                      </a:cubicBezTo>
                      <a:cubicBezTo>
                        <a:pt x="17994" y="13525"/>
                        <a:pt x="17994" y="13525"/>
                        <a:pt x="17994" y="13525"/>
                      </a:cubicBezTo>
                      <a:cubicBezTo>
                        <a:pt x="17994" y="13525"/>
                        <a:pt x="17994" y="13525"/>
                        <a:pt x="17994" y="13525"/>
                      </a:cubicBezTo>
                      <a:cubicBezTo>
                        <a:pt x="18068" y="13525"/>
                        <a:pt x="18068" y="13525"/>
                        <a:pt x="18068" y="13525"/>
                      </a:cubicBezTo>
                      <a:cubicBezTo>
                        <a:pt x="18068" y="13525"/>
                        <a:pt x="18068" y="13525"/>
                        <a:pt x="18068" y="13525"/>
                      </a:cubicBezTo>
                      <a:cubicBezTo>
                        <a:pt x="18068" y="13525"/>
                        <a:pt x="18068" y="13525"/>
                        <a:pt x="18068" y="13525"/>
                      </a:cubicBezTo>
                      <a:cubicBezTo>
                        <a:pt x="18068" y="13525"/>
                        <a:pt x="18068" y="13525"/>
                        <a:pt x="18068" y="13525"/>
                      </a:cubicBezTo>
                      <a:cubicBezTo>
                        <a:pt x="18068" y="13525"/>
                        <a:pt x="18068" y="13525"/>
                        <a:pt x="18068" y="13525"/>
                      </a:cubicBezTo>
                      <a:cubicBezTo>
                        <a:pt x="18143" y="13525"/>
                        <a:pt x="18143" y="13525"/>
                        <a:pt x="18143" y="13525"/>
                      </a:cubicBezTo>
                      <a:cubicBezTo>
                        <a:pt x="18143" y="13525"/>
                        <a:pt x="18143" y="13525"/>
                        <a:pt x="18143" y="13525"/>
                      </a:cubicBezTo>
                      <a:cubicBezTo>
                        <a:pt x="18143" y="13525"/>
                        <a:pt x="18143" y="13525"/>
                        <a:pt x="18143" y="13525"/>
                      </a:cubicBezTo>
                      <a:cubicBezTo>
                        <a:pt x="18143" y="13525"/>
                        <a:pt x="18143" y="13525"/>
                        <a:pt x="18143" y="13525"/>
                      </a:cubicBezTo>
                      <a:cubicBezTo>
                        <a:pt x="18143" y="13525"/>
                        <a:pt x="18143" y="13525"/>
                        <a:pt x="18143" y="13525"/>
                      </a:cubicBezTo>
                      <a:cubicBezTo>
                        <a:pt x="18217" y="13525"/>
                        <a:pt x="18217" y="13525"/>
                        <a:pt x="18217" y="13525"/>
                      </a:cubicBezTo>
                      <a:cubicBezTo>
                        <a:pt x="18217" y="13525"/>
                        <a:pt x="18217" y="13525"/>
                        <a:pt x="18217" y="13525"/>
                      </a:cubicBezTo>
                      <a:cubicBezTo>
                        <a:pt x="18217" y="13525"/>
                        <a:pt x="18217" y="13525"/>
                        <a:pt x="18217" y="13525"/>
                      </a:cubicBezTo>
                      <a:cubicBezTo>
                        <a:pt x="18217" y="13525"/>
                        <a:pt x="18217" y="13525"/>
                        <a:pt x="18217" y="13525"/>
                      </a:cubicBezTo>
                      <a:cubicBezTo>
                        <a:pt x="18217" y="13525"/>
                        <a:pt x="18217" y="13525"/>
                        <a:pt x="18217" y="13525"/>
                      </a:cubicBezTo>
                      <a:cubicBezTo>
                        <a:pt x="18217" y="13525"/>
                        <a:pt x="18217" y="13525"/>
                        <a:pt x="18217" y="13525"/>
                      </a:cubicBezTo>
                      <a:cubicBezTo>
                        <a:pt x="18291" y="13525"/>
                        <a:pt x="18291" y="13525"/>
                        <a:pt x="18291" y="13525"/>
                      </a:cubicBezTo>
                      <a:cubicBezTo>
                        <a:pt x="18291" y="13525"/>
                        <a:pt x="18291" y="13525"/>
                        <a:pt x="18291" y="13525"/>
                      </a:cubicBezTo>
                      <a:cubicBezTo>
                        <a:pt x="18291" y="13525"/>
                        <a:pt x="18291" y="13525"/>
                        <a:pt x="18291" y="13525"/>
                      </a:cubicBezTo>
                      <a:cubicBezTo>
                        <a:pt x="18291" y="13525"/>
                        <a:pt x="18291" y="13525"/>
                        <a:pt x="18291" y="13525"/>
                      </a:cubicBezTo>
                      <a:cubicBezTo>
                        <a:pt x="18291" y="13525"/>
                        <a:pt x="18291" y="13525"/>
                        <a:pt x="18291" y="13525"/>
                      </a:cubicBezTo>
                      <a:cubicBezTo>
                        <a:pt x="18365" y="13525"/>
                        <a:pt x="18365" y="13525"/>
                        <a:pt x="18365" y="13525"/>
                      </a:cubicBezTo>
                      <a:cubicBezTo>
                        <a:pt x="18365" y="13525"/>
                        <a:pt x="18365" y="13525"/>
                        <a:pt x="18365" y="13525"/>
                      </a:cubicBezTo>
                      <a:cubicBezTo>
                        <a:pt x="18365" y="13525"/>
                        <a:pt x="18365" y="13525"/>
                        <a:pt x="18365" y="13525"/>
                      </a:cubicBezTo>
                      <a:cubicBezTo>
                        <a:pt x="18365" y="13525"/>
                        <a:pt x="18365" y="13525"/>
                        <a:pt x="18365" y="13525"/>
                      </a:cubicBezTo>
                      <a:cubicBezTo>
                        <a:pt x="18365" y="13525"/>
                        <a:pt x="18365" y="13525"/>
                        <a:pt x="18365" y="13525"/>
                      </a:cubicBezTo>
                      <a:cubicBezTo>
                        <a:pt x="18365" y="13525"/>
                        <a:pt x="18365" y="13525"/>
                        <a:pt x="18365" y="13525"/>
                      </a:cubicBezTo>
                      <a:cubicBezTo>
                        <a:pt x="18365" y="13525"/>
                        <a:pt x="18365" y="13525"/>
                        <a:pt x="18365" y="13525"/>
                      </a:cubicBezTo>
                      <a:cubicBezTo>
                        <a:pt x="18439" y="13525"/>
                        <a:pt x="18439" y="13525"/>
                        <a:pt x="18439" y="13525"/>
                      </a:cubicBezTo>
                      <a:cubicBezTo>
                        <a:pt x="18439" y="13323"/>
                        <a:pt x="18439" y="13323"/>
                        <a:pt x="18439" y="13323"/>
                      </a:cubicBezTo>
                      <a:cubicBezTo>
                        <a:pt x="18439" y="13323"/>
                        <a:pt x="18439" y="13323"/>
                        <a:pt x="18439" y="13323"/>
                      </a:cubicBezTo>
                      <a:cubicBezTo>
                        <a:pt x="18439" y="13323"/>
                        <a:pt x="18439" y="13323"/>
                        <a:pt x="18439" y="13323"/>
                      </a:cubicBezTo>
                      <a:cubicBezTo>
                        <a:pt x="18439" y="13323"/>
                        <a:pt x="18439" y="13323"/>
                        <a:pt x="18439" y="13323"/>
                      </a:cubicBezTo>
                      <a:cubicBezTo>
                        <a:pt x="18439" y="13323"/>
                        <a:pt x="18439" y="13323"/>
                        <a:pt x="18439" y="13323"/>
                      </a:cubicBezTo>
                      <a:cubicBezTo>
                        <a:pt x="18439" y="13323"/>
                        <a:pt x="18439" y="13323"/>
                        <a:pt x="18439" y="13323"/>
                      </a:cubicBezTo>
                      <a:cubicBezTo>
                        <a:pt x="18439" y="13323"/>
                        <a:pt x="18439" y="13323"/>
                        <a:pt x="18439" y="13323"/>
                      </a:cubicBezTo>
                      <a:cubicBezTo>
                        <a:pt x="18439" y="13323"/>
                        <a:pt x="18439" y="13323"/>
                        <a:pt x="18439" y="13323"/>
                      </a:cubicBezTo>
                      <a:cubicBezTo>
                        <a:pt x="18514" y="13323"/>
                        <a:pt x="18514" y="13323"/>
                        <a:pt x="18514" y="13323"/>
                      </a:cubicBezTo>
                      <a:cubicBezTo>
                        <a:pt x="18514" y="13323"/>
                        <a:pt x="18514" y="13323"/>
                        <a:pt x="18514" y="13323"/>
                      </a:cubicBezTo>
                      <a:cubicBezTo>
                        <a:pt x="18514" y="13323"/>
                        <a:pt x="18514" y="13323"/>
                        <a:pt x="18514" y="13323"/>
                      </a:cubicBezTo>
                      <a:cubicBezTo>
                        <a:pt x="18514" y="13323"/>
                        <a:pt x="18514" y="13323"/>
                        <a:pt x="18514" y="13323"/>
                      </a:cubicBezTo>
                      <a:cubicBezTo>
                        <a:pt x="18514" y="13323"/>
                        <a:pt x="18514" y="13323"/>
                        <a:pt x="18514" y="13323"/>
                      </a:cubicBezTo>
                      <a:cubicBezTo>
                        <a:pt x="18514" y="13323"/>
                        <a:pt x="18514" y="13323"/>
                        <a:pt x="18514" y="13323"/>
                      </a:cubicBezTo>
                      <a:cubicBezTo>
                        <a:pt x="18514" y="13323"/>
                        <a:pt x="18514" y="13323"/>
                        <a:pt x="18514" y="13323"/>
                      </a:cubicBezTo>
                      <a:cubicBezTo>
                        <a:pt x="18514" y="13323"/>
                        <a:pt x="18514" y="13323"/>
                        <a:pt x="18514" y="13323"/>
                      </a:cubicBezTo>
                      <a:cubicBezTo>
                        <a:pt x="18662" y="14131"/>
                        <a:pt x="18662" y="14131"/>
                        <a:pt x="18662" y="14131"/>
                      </a:cubicBezTo>
                      <a:cubicBezTo>
                        <a:pt x="18662" y="14131"/>
                        <a:pt x="19479" y="14535"/>
                        <a:pt x="19776" y="14333"/>
                      </a:cubicBezTo>
                      <a:cubicBezTo>
                        <a:pt x="19776" y="14333"/>
                        <a:pt x="19776" y="14333"/>
                        <a:pt x="19776" y="14333"/>
                      </a:cubicBezTo>
                      <a:cubicBezTo>
                        <a:pt x="19776" y="14333"/>
                        <a:pt x="19776" y="14333"/>
                        <a:pt x="19776" y="14333"/>
                      </a:cubicBezTo>
                      <a:cubicBezTo>
                        <a:pt x="19776" y="14333"/>
                        <a:pt x="19776" y="14333"/>
                        <a:pt x="19776" y="14333"/>
                      </a:cubicBezTo>
                      <a:cubicBezTo>
                        <a:pt x="19776" y="14333"/>
                        <a:pt x="19776" y="14333"/>
                        <a:pt x="19776" y="14333"/>
                      </a:cubicBezTo>
                      <a:cubicBezTo>
                        <a:pt x="19776" y="14333"/>
                        <a:pt x="19776" y="14333"/>
                        <a:pt x="19776" y="14333"/>
                      </a:cubicBezTo>
                      <a:cubicBezTo>
                        <a:pt x="19776" y="14333"/>
                        <a:pt x="19776" y="14333"/>
                        <a:pt x="19776" y="14333"/>
                      </a:cubicBezTo>
                      <a:cubicBezTo>
                        <a:pt x="19776" y="14333"/>
                        <a:pt x="19776" y="14333"/>
                        <a:pt x="19776" y="14333"/>
                      </a:cubicBezTo>
                      <a:cubicBezTo>
                        <a:pt x="19776" y="14333"/>
                        <a:pt x="19776" y="14333"/>
                        <a:pt x="19776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9850" y="14333"/>
                        <a:pt x="19850" y="14333"/>
                        <a:pt x="19850" y="14333"/>
                      </a:cubicBezTo>
                      <a:cubicBezTo>
                        <a:pt x="17103" y="13929"/>
                        <a:pt x="17103" y="13929"/>
                        <a:pt x="17103" y="13929"/>
                      </a:cubicBezTo>
                      <a:close/>
                      <a:moveTo>
                        <a:pt x="17252" y="13525"/>
                      </a:moveTo>
                      <a:cubicBezTo>
                        <a:pt x="17252" y="13525"/>
                        <a:pt x="17252" y="13525"/>
                        <a:pt x="17252" y="13525"/>
                      </a:cubicBezTo>
                      <a:cubicBezTo>
                        <a:pt x="17252" y="13525"/>
                        <a:pt x="17252" y="13525"/>
                        <a:pt x="17252" y="13525"/>
                      </a:cubicBezTo>
                      <a:cubicBezTo>
                        <a:pt x="17252" y="13525"/>
                        <a:pt x="17252" y="13525"/>
                        <a:pt x="17252" y="13525"/>
                      </a:cubicBezTo>
                      <a:close/>
                      <a:moveTo>
                        <a:pt x="19924" y="14333"/>
                      </a:move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98" y="14333"/>
                        <a:pt x="19998" y="14333"/>
                        <a:pt x="19998" y="14333"/>
                      </a:cubicBezTo>
                      <a:cubicBezTo>
                        <a:pt x="19998" y="14333"/>
                        <a:pt x="19998" y="14333"/>
                        <a:pt x="19998" y="14333"/>
                      </a:cubicBezTo>
                      <a:cubicBezTo>
                        <a:pt x="19998" y="14333"/>
                        <a:pt x="19998" y="14333"/>
                        <a:pt x="19998" y="14333"/>
                      </a:cubicBezTo>
                      <a:cubicBezTo>
                        <a:pt x="19998" y="14333"/>
                        <a:pt x="19998" y="14333"/>
                        <a:pt x="19998" y="14333"/>
                      </a:cubicBezTo>
                      <a:cubicBezTo>
                        <a:pt x="19998" y="14131"/>
                        <a:pt x="19998" y="14131"/>
                        <a:pt x="19998" y="14131"/>
                      </a:cubicBezTo>
                      <a:cubicBezTo>
                        <a:pt x="19998" y="14131"/>
                        <a:pt x="19998" y="14131"/>
                        <a:pt x="19998" y="14131"/>
                      </a:cubicBezTo>
                      <a:cubicBezTo>
                        <a:pt x="19998" y="14131"/>
                        <a:pt x="19998" y="14131"/>
                        <a:pt x="19998" y="14131"/>
                      </a:cubicBezTo>
                      <a:cubicBezTo>
                        <a:pt x="19998" y="14131"/>
                        <a:pt x="19998" y="14131"/>
                        <a:pt x="19998" y="14131"/>
                      </a:cubicBezTo>
                      <a:cubicBezTo>
                        <a:pt x="19998" y="14131"/>
                        <a:pt x="19998" y="14131"/>
                        <a:pt x="19998" y="14131"/>
                      </a:cubicBezTo>
                      <a:cubicBezTo>
                        <a:pt x="19998" y="14131"/>
                        <a:pt x="19998" y="14131"/>
                        <a:pt x="19998" y="14131"/>
                      </a:cubicBezTo>
                      <a:cubicBezTo>
                        <a:pt x="19998" y="14131"/>
                        <a:pt x="19998" y="14131"/>
                        <a:pt x="19998" y="14131"/>
                      </a:cubicBezTo>
                      <a:cubicBezTo>
                        <a:pt x="19998" y="14131"/>
                        <a:pt x="19998" y="14131"/>
                        <a:pt x="19998" y="14131"/>
                      </a:cubicBezTo>
                      <a:cubicBezTo>
                        <a:pt x="19998" y="14131"/>
                        <a:pt x="19998" y="14131"/>
                        <a:pt x="19998" y="14131"/>
                      </a:cubicBezTo>
                      <a:cubicBezTo>
                        <a:pt x="19998" y="14131"/>
                        <a:pt x="19998" y="14131"/>
                        <a:pt x="19998" y="14131"/>
                      </a:cubicBezTo>
                      <a:cubicBezTo>
                        <a:pt x="19998" y="14131"/>
                        <a:pt x="19998" y="14131"/>
                        <a:pt x="19998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072" y="14131"/>
                        <a:pt x="20072" y="14131"/>
                        <a:pt x="20072" y="14131"/>
                      </a:cubicBezTo>
                      <a:cubicBezTo>
                        <a:pt x="20147" y="14131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147" y="13929"/>
                        <a:pt x="20147" y="13929"/>
                        <a:pt x="20147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21" y="13929"/>
                        <a:pt x="20221" y="13929"/>
                        <a:pt x="20221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295" y="13929"/>
                        <a:pt x="20295" y="13929"/>
                        <a:pt x="20295" y="13929"/>
                      </a:cubicBezTo>
                      <a:cubicBezTo>
                        <a:pt x="20369" y="13929"/>
                        <a:pt x="20369" y="13929"/>
                        <a:pt x="20369" y="13929"/>
                      </a:cubicBezTo>
                      <a:cubicBezTo>
                        <a:pt x="20369" y="13929"/>
                        <a:pt x="20369" y="13929"/>
                        <a:pt x="20369" y="13929"/>
                      </a:cubicBezTo>
                      <a:cubicBezTo>
                        <a:pt x="20369" y="13929"/>
                        <a:pt x="20369" y="13929"/>
                        <a:pt x="20369" y="13929"/>
                      </a:cubicBezTo>
                      <a:cubicBezTo>
                        <a:pt x="20369" y="13929"/>
                        <a:pt x="20369" y="13929"/>
                        <a:pt x="20369" y="13929"/>
                      </a:cubicBezTo>
                      <a:cubicBezTo>
                        <a:pt x="20369" y="13929"/>
                        <a:pt x="20369" y="13929"/>
                        <a:pt x="20369" y="13929"/>
                      </a:cubicBezTo>
                      <a:cubicBezTo>
                        <a:pt x="20369" y="13929"/>
                        <a:pt x="20369" y="13929"/>
                        <a:pt x="20369" y="13929"/>
                      </a:cubicBezTo>
                      <a:cubicBezTo>
                        <a:pt x="20369" y="13929"/>
                        <a:pt x="20369" y="13929"/>
                        <a:pt x="20369" y="13929"/>
                      </a:cubicBezTo>
                      <a:cubicBezTo>
                        <a:pt x="20444" y="13929"/>
                        <a:pt x="20444" y="13929"/>
                        <a:pt x="20592" y="14131"/>
                      </a:cubicBezTo>
                      <a:cubicBezTo>
                        <a:pt x="20741" y="14333"/>
                        <a:pt x="20963" y="14535"/>
                        <a:pt x="21112" y="14535"/>
                      </a:cubicBezTo>
                      <a:cubicBezTo>
                        <a:pt x="21409" y="14535"/>
                        <a:pt x="21409" y="14535"/>
                        <a:pt x="21409" y="14535"/>
                      </a:cubicBezTo>
                      <a:cubicBezTo>
                        <a:pt x="21483" y="13929"/>
                        <a:pt x="21483" y="13929"/>
                        <a:pt x="21483" y="13929"/>
                      </a:cubicBezTo>
                      <a:cubicBezTo>
                        <a:pt x="21557" y="14333"/>
                        <a:pt x="21409" y="12314"/>
                        <a:pt x="21483" y="11708"/>
                      </a:cubicBezTo>
                      <a:cubicBezTo>
                        <a:pt x="21409" y="11507"/>
                        <a:pt x="21334" y="11305"/>
                        <a:pt x="21334" y="11103"/>
                      </a:cubicBezTo>
                      <a:cubicBezTo>
                        <a:pt x="21260" y="10901"/>
                        <a:pt x="20889" y="10901"/>
                        <a:pt x="20889" y="10901"/>
                      </a:cubicBezTo>
                      <a:cubicBezTo>
                        <a:pt x="20592" y="10699"/>
                        <a:pt x="20592" y="10699"/>
                        <a:pt x="20592" y="10699"/>
                      </a:cubicBezTo>
                      <a:cubicBezTo>
                        <a:pt x="20369" y="10497"/>
                        <a:pt x="20369" y="10497"/>
                        <a:pt x="20369" y="10497"/>
                      </a:cubicBezTo>
                      <a:cubicBezTo>
                        <a:pt x="20147" y="9488"/>
                        <a:pt x="20147" y="9488"/>
                        <a:pt x="20147" y="9488"/>
                      </a:cubicBezTo>
                      <a:cubicBezTo>
                        <a:pt x="19924" y="9084"/>
                        <a:pt x="19924" y="9084"/>
                        <a:pt x="19924" y="9084"/>
                      </a:cubicBezTo>
                      <a:cubicBezTo>
                        <a:pt x="19701" y="8277"/>
                        <a:pt x="19701" y="8277"/>
                        <a:pt x="19701" y="8277"/>
                      </a:cubicBezTo>
                      <a:cubicBezTo>
                        <a:pt x="19776" y="7873"/>
                        <a:pt x="19776" y="7873"/>
                        <a:pt x="19776" y="7873"/>
                      </a:cubicBezTo>
                      <a:cubicBezTo>
                        <a:pt x="19998" y="7065"/>
                        <a:pt x="19998" y="7065"/>
                        <a:pt x="19998" y="7065"/>
                      </a:cubicBezTo>
                      <a:cubicBezTo>
                        <a:pt x="19998" y="7065"/>
                        <a:pt x="20072" y="7065"/>
                        <a:pt x="20147" y="6662"/>
                      </a:cubicBezTo>
                      <a:cubicBezTo>
                        <a:pt x="20295" y="6056"/>
                        <a:pt x="20147" y="6056"/>
                        <a:pt x="20147" y="6056"/>
                      </a:cubicBezTo>
                      <a:cubicBezTo>
                        <a:pt x="20147" y="6056"/>
                        <a:pt x="19850" y="5652"/>
                        <a:pt x="19701" y="5450"/>
                      </a:cubicBezTo>
                      <a:cubicBezTo>
                        <a:pt x="19553" y="5249"/>
                        <a:pt x="19330" y="5854"/>
                        <a:pt x="19330" y="5854"/>
                      </a:cubicBezTo>
                      <a:cubicBezTo>
                        <a:pt x="18885" y="5652"/>
                        <a:pt x="18885" y="5652"/>
                        <a:pt x="18885" y="5652"/>
                      </a:cubicBezTo>
                      <a:cubicBezTo>
                        <a:pt x="18514" y="5652"/>
                        <a:pt x="18514" y="5652"/>
                        <a:pt x="18514" y="5652"/>
                      </a:cubicBezTo>
                      <a:cubicBezTo>
                        <a:pt x="18217" y="4845"/>
                        <a:pt x="18217" y="4845"/>
                        <a:pt x="18217" y="4845"/>
                      </a:cubicBezTo>
                      <a:cubicBezTo>
                        <a:pt x="17697" y="4441"/>
                        <a:pt x="17697" y="4441"/>
                        <a:pt x="17697" y="4441"/>
                      </a:cubicBezTo>
                      <a:cubicBezTo>
                        <a:pt x="17400" y="4037"/>
                        <a:pt x="17400" y="4037"/>
                        <a:pt x="17400" y="4037"/>
                      </a:cubicBezTo>
                      <a:cubicBezTo>
                        <a:pt x="17400" y="4037"/>
                        <a:pt x="17400" y="2422"/>
                        <a:pt x="17400" y="2221"/>
                      </a:cubicBezTo>
                      <a:cubicBezTo>
                        <a:pt x="17400" y="1817"/>
                        <a:pt x="17400" y="1211"/>
                        <a:pt x="17400" y="1211"/>
                      </a:cubicBezTo>
                      <a:cubicBezTo>
                        <a:pt x="17400" y="1211"/>
                        <a:pt x="16955" y="1009"/>
                        <a:pt x="16732" y="1211"/>
                      </a:cubicBezTo>
                      <a:cubicBezTo>
                        <a:pt x="16584" y="1413"/>
                        <a:pt x="16361" y="1211"/>
                        <a:pt x="16361" y="1211"/>
                      </a:cubicBezTo>
                      <a:cubicBezTo>
                        <a:pt x="16361" y="1211"/>
                        <a:pt x="15767" y="1009"/>
                        <a:pt x="15693" y="606"/>
                      </a:cubicBezTo>
                      <a:cubicBezTo>
                        <a:pt x="15693" y="202"/>
                        <a:pt x="15693" y="404"/>
                        <a:pt x="15619" y="404"/>
                      </a:cubicBezTo>
                      <a:cubicBezTo>
                        <a:pt x="15470" y="404"/>
                        <a:pt x="15025" y="404"/>
                        <a:pt x="15025" y="404"/>
                      </a:cubicBezTo>
                      <a:cubicBezTo>
                        <a:pt x="14580" y="0"/>
                        <a:pt x="14580" y="0"/>
                        <a:pt x="14580" y="0"/>
                      </a:cubicBezTo>
                      <a:cubicBezTo>
                        <a:pt x="14580" y="1817"/>
                        <a:pt x="14580" y="1817"/>
                        <a:pt x="14580" y="1817"/>
                      </a:cubicBezTo>
                      <a:cubicBezTo>
                        <a:pt x="14505" y="1413"/>
                        <a:pt x="14505" y="1413"/>
                        <a:pt x="14505" y="1413"/>
                      </a:cubicBezTo>
                      <a:cubicBezTo>
                        <a:pt x="13763" y="1211"/>
                        <a:pt x="13763" y="1211"/>
                        <a:pt x="13763" y="1211"/>
                      </a:cubicBezTo>
                      <a:cubicBezTo>
                        <a:pt x="13318" y="1817"/>
                        <a:pt x="13318" y="1817"/>
                        <a:pt x="13318" y="1817"/>
                      </a:cubicBezTo>
                      <a:cubicBezTo>
                        <a:pt x="12947" y="2221"/>
                        <a:pt x="12947" y="2221"/>
                        <a:pt x="12947" y="2221"/>
                      </a:cubicBezTo>
                      <a:cubicBezTo>
                        <a:pt x="12947" y="2826"/>
                        <a:pt x="12947" y="2826"/>
                        <a:pt x="12947" y="2826"/>
                      </a:cubicBezTo>
                      <a:cubicBezTo>
                        <a:pt x="12798" y="3432"/>
                        <a:pt x="12798" y="3432"/>
                        <a:pt x="12798" y="3432"/>
                      </a:cubicBezTo>
                      <a:cubicBezTo>
                        <a:pt x="12798" y="3432"/>
                        <a:pt x="12576" y="3634"/>
                        <a:pt x="12427" y="3634"/>
                      </a:cubicBezTo>
                      <a:cubicBezTo>
                        <a:pt x="12427" y="3836"/>
                        <a:pt x="12353" y="4239"/>
                        <a:pt x="12353" y="4441"/>
                      </a:cubicBezTo>
                      <a:cubicBezTo>
                        <a:pt x="12279" y="4643"/>
                        <a:pt x="12130" y="4643"/>
                        <a:pt x="12130" y="4643"/>
                      </a:cubicBezTo>
                      <a:cubicBezTo>
                        <a:pt x="11833" y="4441"/>
                        <a:pt x="11833" y="4441"/>
                        <a:pt x="11833" y="4441"/>
                      </a:cubicBezTo>
                      <a:cubicBezTo>
                        <a:pt x="11611" y="4441"/>
                        <a:pt x="11611" y="4441"/>
                        <a:pt x="11611" y="4441"/>
                      </a:cubicBezTo>
                      <a:cubicBezTo>
                        <a:pt x="11462" y="4037"/>
                        <a:pt x="11462" y="4037"/>
                        <a:pt x="11462" y="4037"/>
                      </a:cubicBezTo>
                      <a:cubicBezTo>
                        <a:pt x="11611" y="3230"/>
                        <a:pt x="11611" y="3230"/>
                        <a:pt x="11611" y="3230"/>
                      </a:cubicBezTo>
                      <a:cubicBezTo>
                        <a:pt x="11611" y="2826"/>
                        <a:pt x="11611" y="2826"/>
                        <a:pt x="11611" y="2826"/>
                      </a:cubicBezTo>
                      <a:cubicBezTo>
                        <a:pt x="11165" y="2826"/>
                        <a:pt x="11165" y="2826"/>
                        <a:pt x="11165" y="2826"/>
                      </a:cubicBezTo>
                      <a:cubicBezTo>
                        <a:pt x="10720" y="2422"/>
                        <a:pt x="10720" y="2422"/>
                        <a:pt x="10720" y="2422"/>
                      </a:cubicBezTo>
                      <a:cubicBezTo>
                        <a:pt x="9755" y="2221"/>
                        <a:pt x="9755" y="2221"/>
                        <a:pt x="9755" y="2221"/>
                      </a:cubicBezTo>
                      <a:cubicBezTo>
                        <a:pt x="9161" y="1817"/>
                        <a:pt x="9161" y="1817"/>
                        <a:pt x="9161" y="1817"/>
                      </a:cubicBezTo>
                      <a:cubicBezTo>
                        <a:pt x="8790" y="807"/>
                        <a:pt x="8790" y="807"/>
                        <a:pt x="8790" y="807"/>
                      </a:cubicBezTo>
                      <a:cubicBezTo>
                        <a:pt x="8196" y="404"/>
                        <a:pt x="8196" y="404"/>
                        <a:pt x="8196" y="404"/>
                      </a:cubicBezTo>
                      <a:cubicBezTo>
                        <a:pt x="7677" y="1413"/>
                        <a:pt x="7677" y="1413"/>
                        <a:pt x="7677" y="1413"/>
                      </a:cubicBezTo>
                      <a:cubicBezTo>
                        <a:pt x="7677" y="1413"/>
                        <a:pt x="7157" y="807"/>
                        <a:pt x="6934" y="807"/>
                      </a:cubicBezTo>
                      <a:cubicBezTo>
                        <a:pt x="6786" y="1009"/>
                        <a:pt x="6489" y="1211"/>
                        <a:pt x="6415" y="1413"/>
                      </a:cubicBezTo>
                      <a:cubicBezTo>
                        <a:pt x="6341" y="1413"/>
                        <a:pt x="6192" y="2019"/>
                        <a:pt x="6118" y="2019"/>
                      </a:cubicBezTo>
                      <a:cubicBezTo>
                        <a:pt x="5969" y="2221"/>
                        <a:pt x="5821" y="2019"/>
                        <a:pt x="5672" y="2019"/>
                      </a:cubicBezTo>
                      <a:cubicBezTo>
                        <a:pt x="5598" y="2221"/>
                        <a:pt x="5524" y="2422"/>
                        <a:pt x="5376" y="2422"/>
                      </a:cubicBezTo>
                      <a:cubicBezTo>
                        <a:pt x="5227" y="2422"/>
                        <a:pt x="5153" y="2221"/>
                        <a:pt x="5004" y="2221"/>
                      </a:cubicBezTo>
                      <a:cubicBezTo>
                        <a:pt x="4930" y="2422"/>
                        <a:pt x="4856" y="2624"/>
                        <a:pt x="4708" y="2624"/>
                      </a:cubicBezTo>
                      <a:cubicBezTo>
                        <a:pt x="4559" y="2624"/>
                        <a:pt x="4485" y="2221"/>
                        <a:pt x="4485" y="2221"/>
                      </a:cubicBezTo>
                      <a:cubicBezTo>
                        <a:pt x="4262" y="2221"/>
                        <a:pt x="4262" y="2221"/>
                        <a:pt x="4262" y="2221"/>
                      </a:cubicBezTo>
                      <a:cubicBezTo>
                        <a:pt x="4039" y="1615"/>
                        <a:pt x="4039" y="1615"/>
                        <a:pt x="4039" y="1615"/>
                      </a:cubicBezTo>
                      <a:cubicBezTo>
                        <a:pt x="4039" y="1615"/>
                        <a:pt x="3965" y="2019"/>
                        <a:pt x="3743" y="2019"/>
                      </a:cubicBezTo>
                      <a:cubicBezTo>
                        <a:pt x="3594" y="1817"/>
                        <a:pt x="3446" y="1615"/>
                        <a:pt x="3297" y="1817"/>
                      </a:cubicBezTo>
                      <a:cubicBezTo>
                        <a:pt x="3149" y="1817"/>
                        <a:pt x="2926" y="2019"/>
                        <a:pt x="2926" y="2019"/>
                      </a:cubicBezTo>
                      <a:cubicBezTo>
                        <a:pt x="2332" y="1413"/>
                        <a:pt x="2332" y="1413"/>
                        <a:pt x="2332" y="1413"/>
                      </a:cubicBezTo>
                      <a:cubicBezTo>
                        <a:pt x="1961" y="1211"/>
                        <a:pt x="1961" y="1211"/>
                        <a:pt x="1961" y="1211"/>
                      </a:cubicBezTo>
                      <a:cubicBezTo>
                        <a:pt x="1664" y="1009"/>
                        <a:pt x="1664" y="1009"/>
                        <a:pt x="1664" y="1009"/>
                      </a:cubicBezTo>
                      <a:cubicBezTo>
                        <a:pt x="1516" y="1615"/>
                        <a:pt x="1516" y="1615"/>
                        <a:pt x="1516" y="1615"/>
                      </a:cubicBezTo>
                      <a:cubicBezTo>
                        <a:pt x="1145" y="1615"/>
                        <a:pt x="1145" y="1615"/>
                        <a:pt x="1145" y="1615"/>
                      </a:cubicBezTo>
                      <a:cubicBezTo>
                        <a:pt x="1145" y="1615"/>
                        <a:pt x="699" y="1211"/>
                        <a:pt x="402" y="1413"/>
                      </a:cubicBezTo>
                      <a:cubicBezTo>
                        <a:pt x="328" y="1413"/>
                        <a:pt x="105" y="2019"/>
                        <a:pt x="31" y="2019"/>
                      </a:cubicBezTo>
                      <a:cubicBezTo>
                        <a:pt x="-43" y="2221"/>
                        <a:pt x="31" y="2221"/>
                        <a:pt x="105" y="2826"/>
                      </a:cubicBezTo>
                      <a:cubicBezTo>
                        <a:pt x="105" y="3230"/>
                        <a:pt x="31" y="4037"/>
                        <a:pt x="31" y="4037"/>
                      </a:cubicBezTo>
                      <a:cubicBezTo>
                        <a:pt x="477" y="4239"/>
                        <a:pt x="477" y="4239"/>
                        <a:pt x="477" y="4239"/>
                      </a:cubicBezTo>
                      <a:cubicBezTo>
                        <a:pt x="848" y="4643"/>
                        <a:pt x="848" y="4643"/>
                        <a:pt x="848" y="4643"/>
                      </a:cubicBezTo>
                      <a:cubicBezTo>
                        <a:pt x="922" y="5450"/>
                        <a:pt x="922" y="5450"/>
                        <a:pt x="922" y="5450"/>
                      </a:cubicBezTo>
                      <a:cubicBezTo>
                        <a:pt x="922" y="5450"/>
                        <a:pt x="1145" y="6056"/>
                        <a:pt x="1219" y="5854"/>
                      </a:cubicBezTo>
                      <a:cubicBezTo>
                        <a:pt x="1293" y="5854"/>
                        <a:pt x="1219" y="5652"/>
                        <a:pt x="1293" y="5450"/>
                      </a:cubicBezTo>
                      <a:cubicBezTo>
                        <a:pt x="1293" y="5450"/>
                        <a:pt x="1367" y="5854"/>
                        <a:pt x="1516" y="5854"/>
                      </a:cubicBezTo>
                      <a:cubicBezTo>
                        <a:pt x="1516" y="5854"/>
                        <a:pt x="1664" y="5652"/>
                        <a:pt x="1738" y="5652"/>
                      </a:cubicBezTo>
                      <a:cubicBezTo>
                        <a:pt x="1887" y="5854"/>
                        <a:pt x="1961" y="6056"/>
                        <a:pt x="2035" y="6056"/>
                      </a:cubicBezTo>
                      <a:cubicBezTo>
                        <a:pt x="2110" y="6056"/>
                        <a:pt x="2258" y="5854"/>
                        <a:pt x="2258" y="5854"/>
                      </a:cubicBezTo>
                      <a:cubicBezTo>
                        <a:pt x="2406" y="5652"/>
                        <a:pt x="2629" y="5450"/>
                        <a:pt x="2852" y="6056"/>
                      </a:cubicBezTo>
                      <a:cubicBezTo>
                        <a:pt x="3000" y="6460"/>
                        <a:pt x="2926" y="6662"/>
                        <a:pt x="3075" y="6662"/>
                      </a:cubicBezTo>
                      <a:cubicBezTo>
                        <a:pt x="3149" y="6662"/>
                        <a:pt x="3149" y="6258"/>
                        <a:pt x="3223" y="6258"/>
                      </a:cubicBezTo>
                      <a:cubicBezTo>
                        <a:pt x="3371" y="6258"/>
                        <a:pt x="3371" y="6460"/>
                        <a:pt x="3446" y="6662"/>
                      </a:cubicBezTo>
                      <a:cubicBezTo>
                        <a:pt x="3594" y="7065"/>
                        <a:pt x="3594" y="7469"/>
                        <a:pt x="3743" y="7671"/>
                      </a:cubicBezTo>
                      <a:cubicBezTo>
                        <a:pt x="3743" y="7873"/>
                        <a:pt x="3817" y="8075"/>
                        <a:pt x="3965" y="8075"/>
                      </a:cubicBezTo>
                      <a:cubicBezTo>
                        <a:pt x="3965" y="8075"/>
                        <a:pt x="4039" y="7873"/>
                        <a:pt x="4039" y="7873"/>
                      </a:cubicBezTo>
                      <a:cubicBezTo>
                        <a:pt x="4188" y="7873"/>
                        <a:pt x="4336" y="7873"/>
                        <a:pt x="4411" y="8075"/>
                      </a:cubicBezTo>
                      <a:cubicBezTo>
                        <a:pt x="4708" y="8075"/>
                        <a:pt x="4782" y="8075"/>
                        <a:pt x="4856" y="8277"/>
                      </a:cubicBezTo>
                      <a:cubicBezTo>
                        <a:pt x="4930" y="8680"/>
                        <a:pt x="5079" y="9286"/>
                        <a:pt x="5153" y="9690"/>
                      </a:cubicBezTo>
                      <a:cubicBezTo>
                        <a:pt x="5227" y="10093"/>
                        <a:pt x="5301" y="10901"/>
                        <a:pt x="5376" y="11103"/>
                      </a:cubicBezTo>
                      <a:cubicBezTo>
                        <a:pt x="5450" y="11507"/>
                        <a:pt x="5672" y="11708"/>
                        <a:pt x="5747" y="12112"/>
                      </a:cubicBezTo>
                      <a:cubicBezTo>
                        <a:pt x="5821" y="12314"/>
                        <a:pt x="5969" y="13525"/>
                        <a:pt x="6044" y="13929"/>
                      </a:cubicBezTo>
                      <a:cubicBezTo>
                        <a:pt x="6044" y="14333"/>
                        <a:pt x="6266" y="14938"/>
                        <a:pt x="6341" y="15746"/>
                      </a:cubicBezTo>
                      <a:cubicBezTo>
                        <a:pt x="6489" y="16553"/>
                        <a:pt x="6489" y="17159"/>
                        <a:pt x="6489" y="17159"/>
                      </a:cubicBezTo>
                      <a:cubicBezTo>
                        <a:pt x="6489" y="17966"/>
                        <a:pt x="6489" y="17966"/>
                        <a:pt x="6489" y="17966"/>
                      </a:cubicBezTo>
                      <a:cubicBezTo>
                        <a:pt x="6489" y="17966"/>
                        <a:pt x="6266" y="19783"/>
                        <a:pt x="6118" y="20187"/>
                      </a:cubicBezTo>
                      <a:cubicBezTo>
                        <a:pt x="5969" y="20591"/>
                        <a:pt x="6192" y="21196"/>
                        <a:pt x="6415" y="21398"/>
                      </a:cubicBezTo>
                      <a:cubicBezTo>
                        <a:pt x="6637" y="21600"/>
                        <a:pt x="7231" y="20793"/>
                        <a:pt x="7231" y="20793"/>
                      </a:cubicBezTo>
                      <a:cubicBezTo>
                        <a:pt x="7602" y="20389"/>
                        <a:pt x="7602" y="20389"/>
                        <a:pt x="7602" y="20389"/>
                      </a:cubicBezTo>
                      <a:cubicBezTo>
                        <a:pt x="7973" y="20187"/>
                        <a:pt x="7973" y="20187"/>
                        <a:pt x="7973" y="20187"/>
                      </a:cubicBezTo>
                      <a:cubicBezTo>
                        <a:pt x="7973" y="20187"/>
                        <a:pt x="8864" y="19985"/>
                        <a:pt x="9013" y="19783"/>
                      </a:cubicBezTo>
                      <a:cubicBezTo>
                        <a:pt x="9235" y="19379"/>
                        <a:pt x="9235" y="18976"/>
                        <a:pt x="9235" y="18976"/>
                      </a:cubicBezTo>
                      <a:cubicBezTo>
                        <a:pt x="9161" y="18370"/>
                        <a:pt x="9161" y="18370"/>
                        <a:pt x="9161" y="18370"/>
                      </a:cubicBezTo>
                      <a:cubicBezTo>
                        <a:pt x="9161" y="18370"/>
                        <a:pt x="9606" y="17764"/>
                        <a:pt x="9829" y="17563"/>
                      </a:cubicBezTo>
                      <a:cubicBezTo>
                        <a:pt x="9978" y="17361"/>
                        <a:pt x="10126" y="17764"/>
                        <a:pt x="10126" y="17764"/>
                      </a:cubicBezTo>
                      <a:cubicBezTo>
                        <a:pt x="10349" y="18370"/>
                        <a:pt x="10349" y="18370"/>
                        <a:pt x="10349" y="18370"/>
                      </a:cubicBezTo>
                      <a:cubicBezTo>
                        <a:pt x="10646" y="19178"/>
                        <a:pt x="10646" y="19178"/>
                        <a:pt x="10646" y="19178"/>
                      </a:cubicBezTo>
                      <a:cubicBezTo>
                        <a:pt x="11017" y="19379"/>
                        <a:pt x="11017" y="19379"/>
                        <a:pt x="11017" y="19379"/>
                      </a:cubicBezTo>
                      <a:cubicBezTo>
                        <a:pt x="11017" y="19379"/>
                        <a:pt x="11239" y="19985"/>
                        <a:pt x="11314" y="20187"/>
                      </a:cubicBezTo>
                      <a:cubicBezTo>
                        <a:pt x="11314" y="20591"/>
                        <a:pt x="11314" y="20591"/>
                        <a:pt x="11314" y="20591"/>
                      </a:cubicBezTo>
                      <a:cubicBezTo>
                        <a:pt x="11759" y="20591"/>
                        <a:pt x="11759" y="20591"/>
                        <a:pt x="11759" y="20591"/>
                      </a:cubicBezTo>
                      <a:cubicBezTo>
                        <a:pt x="12130" y="20187"/>
                        <a:pt x="12130" y="20187"/>
                        <a:pt x="12130" y="20187"/>
                      </a:cubicBezTo>
                      <a:cubicBezTo>
                        <a:pt x="12501" y="20793"/>
                        <a:pt x="12501" y="20793"/>
                        <a:pt x="12501" y="20793"/>
                      </a:cubicBezTo>
                      <a:cubicBezTo>
                        <a:pt x="12872" y="20389"/>
                        <a:pt x="12872" y="20389"/>
                        <a:pt x="12872" y="20389"/>
                      </a:cubicBezTo>
                      <a:cubicBezTo>
                        <a:pt x="12798" y="20187"/>
                        <a:pt x="12501" y="19985"/>
                        <a:pt x="12501" y="19985"/>
                      </a:cubicBezTo>
                      <a:cubicBezTo>
                        <a:pt x="12130" y="19985"/>
                        <a:pt x="12130" y="19985"/>
                        <a:pt x="12130" y="19985"/>
                      </a:cubicBezTo>
                      <a:cubicBezTo>
                        <a:pt x="12056" y="19783"/>
                        <a:pt x="12056" y="19783"/>
                        <a:pt x="12056" y="19783"/>
                      </a:cubicBezTo>
                      <a:cubicBezTo>
                        <a:pt x="11908" y="19379"/>
                        <a:pt x="11908" y="19379"/>
                        <a:pt x="11908" y="19379"/>
                      </a:cubicBezTo>
                      <a:cubicBezTo>
                        <a:pt x="12204" y="18774"/>
                        <a:pt x="12204" y="18774"/>
                        <a:pt x="12204" y="18774"/>
                      </a:cubicBezTo>
                      <a:cubicBezTo>
                        <a:pt x="12204" y="18774"/>
                        <a:pt x="12353" y="18774"/>
                        <a:pt x="12427" y="18572"/>
                      </a:cubicBezTo>
                      <a:cubicBezTo>
                        <a:pt x="12576" y="18572"/>
                        <a:pt x="13021" y="18168"/>
                        <a:pt x="13021" y="18168"/>
                      </a:cubicBezTo>
                      <a:cubicBezTo>
                        <a:pt x="13169" y="17764"/>
                        <a:pt x="13169" y="17764"/>
                        <a:pt x="13169" y="17764"/>
                      </a:cubicBezTo>
                      <a:cubicBezTo>
                        <a:pt x="13169" y="17764"/>
                        <a:pt x="13318" y="17361"/>
                        <a:pt x="13318" y="17361"/>
                      </a:cubicBezTo>
                      <a:cubicBezTo>
                        <a:pt x="13392" y="17361"/>
                        <a:pt x="13541" y="17361"/>
                        <a:pt x="13615" y="17159"/>
                      </a:cubicBezTo>
                      <a:cubicBezTo>
                        <a:pt x="13615" y="17159"/>
                        <a:pt x="13689" y="16957"/>
                        <a:pt x="13689" y="16957"/>
                      </a:cubicBezTo>
                      <a:cubicBezTo>
                        <a:pt x="13689" y="16957"/>
                        <a:pt x="13689" y="16755"/>
                        <a:pt x="13763" y="16755"/>
                      </a:cubicBezTo>
                      <a:cubicBezTo>
                        <a:pt x="13763" y="16755"/>
                        <a:pt x="13837" y="16755"/>
                        <a:pt x="13912" y="16553"/>
                      </a:cubicBezTo>
                      <a:cubicBezTo>
                        <a:pt x="13986" y="16553"/>
                        <a:pt x="13986" y="16553"/>
                        <a:pt x="14060" y="16351"/>
                      </a:cubicBezTo>
                      <a:cubicBezTo>
                        <a:pt x="14060" y="16351"/>
                        <a:pt x="14134" y="15746"/>
                        <a:pt x="14134" y="15746"/>
                      </a:cubicBezTo>
                      <a:cubicBezTo>
                        <a:pt x="14134" y="15746"/>
                        <a:pt x="14134" y="15746"/>
                        <a:pt x="14134" y="15746"/>
                      </a:cubicBezTo>
                      <a:cubicBezTo>
                        <a:pt x="14209" y="15746"/>
                        <a:pt x="14283" y="15948"/>
                        <a:pt x="14283" y="15948"/>
                      </a:cubicBezTo>
                      <a:cubicBezTo>
                        <a:pt x="14283" y="15948"/>
                        <a:pt x="14431" y="15948"/>
                        <a:pt x="14505" y="15948"/>
                      </a:cubicBezTo>
                      <a:cubicBezTo>
                        <a:pt x="14505" y="15948"/>
                        <a:pt x="14654" y="15746"/>
                        <a:pt x="14654" y="15746"/>
                      </a:cubicBezTo>
                      <a:cubicBezTo>
                        <a:pt x="14654" y="15746"/>
                        <a:pt x="14654" y="15544"/>
                        <a:pt x="14728" y="15544"/>
                      </a:cubicBezTo>
                      <a:cubicBezTo>
                        <a:pt x="14802" y="15544"/>
                        <a:pt x="14877" y="15544"/>
                        <a:pt x="14951" y="15544"/>
                      </a:cubicBezTo>
                      <a:cubicBezTo>
                        <a:pt x="14951" y="15544"/>
                        <a:pt x="15099" y="15544"/>
                        <a:pt x="15099" y="15544"/>
                      </a:cubicBezTo>
                      <a:cubicBezTo>
                        <a:pt x="15173" y="15342"/>
                        <a:pt x="15173" y="15342"/>
                        <a:pt x="15173" y="15342"/>
                      </a:cubicBezTo>
                      <a:cubicBezTo>
                        <a:pt x="15248" y="15342"/>
                        <a:pt x="15173" y="15140"/>
                        <a:pt x="15248" y="15342"/>
                      </a:cubicBezTo>
                      <a:cubicBezTo>
                        <a:pt x="15322" y="15342"/>
                        <a:pt x="15248" y="15544"/>
                        <a:pt x="15322" y="15342"/>
                      </a:cubicBezTo>
                      <a:cubicBezTo>
                        <a:pt x="15396" y="15140"/>
                        <a:pt x="15470" y="14736"/>
                        <a:pt x="15470" y="14736"/>
                      </a:cubicBezTo>
                      <a:cubicBezTo>
                        <a:pt x="15470" y="14736"/>
                        <a:pt x="15396" y="14736"/>
                        <a:pt x="15545" y="14736"/>
                      </a:cubicBezTo>
                      <a:cubicBezTo>
                        <a:pt x="15693" y="14736"/>
                        <a:pt x="15693" y="14736"/>
                        <a:pt x="15842" y="14736"/>
                      </a:cubicBezTo>
                      <a:cubicBezTo>
                        <a:pt x="15916" y="14736"/>
                        <a:pt x="16064" y="14535"/>
                        <a:pt x="16064" y="14535"/>
                      </a:cubicBezTo>
                      <a:cubicBezTo>
                        <a:pt x="16138" y="14535"/>
                        <a:pt x="16213" y="14333"/>
                        <a:pt x="16213" y="14333"/>
                      </a:cubicBezTo>
                      <a:cubicBezTo>
                        <a:pt x="16213" y="14131"/>
                        <a:pt x="15916" y="13727"/>
                        <a:pt x="15916" y="13727"/>
                      </a:cubicBezTo>
                      <a:cubicBezTo>
                        <a:pt x="15916" y="13727"/>
                        <a:pt x="15767" y="13525"/>
                        <a:pt x="15990" y="13525"/>
                      </a:cubicBezTo>
                      <a:cubicBezTo>
                        <a:pt x="16213" y="13727"/>
                        <a:pt x="16287" y="13727"/>
                        <a:pt x="16287" y="13727"/>
                      </a:cubicBezTo>
                      <a:cubicBezTo>
                        <a:pt x="16361" y="13727"/>
                        <a:pt x="16361" y="13525"/>
                        <a:pt x="16435" y="13525"/>
                      </a:cubicBezTo>
                      <a:cubicBezTo>
                        <a:pt x="16510" y="13323"/>
                        <a:pt x="16584" y="13121"/>
                        <a:pt x="16584" y="13121"/>
                      </a:cubicBezTo>
                      <a:cubicBezTo>
                        <a:pt x="16658" y="13121"/>
                        <a:pt x="16806" y="13525"/>
                        <a:pt x="16806" y="13525"/>
                      </a:cubicBezTo>
                      <a:cubicBezTo>
                        <a:pt x="16806" y="13929"/>
                        <a:pt x="16806" y="13929"/>
                        <a:pt x="16806" y="13929"/>
                      </a:cubicBezTo>
                      <a:cubicBezTo>
                        <a:pt x="17029" y="13929"/>
                        <a:pt x="17029" y="13929"/>
                        <a:pt x="17029" y="13929"/>
                      </a:cubicBezTo>
                      <a:cubicBezTo>
                        <a:pt x="17029" y="13929"/>
                        <a:pt x="17103" y="13929"/>
                        <a:pt x="17103" y="13929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lose/>
                      <a:moveTo>
                        <a:pt x="19924" y="14333"/>
                      </a:moveTo>
                      <a:cubicBezTo>
                        <a:pt x="19924" y="14333"/>
                        <a:pt x="19924" y="14333"/>
                        <a:pt x="19924" y="14333"/>
                      </a:cubicBezTo>
                      <a:cubicBezTo>
                        <a:pt x="19924" y="14333"/>
                        <a:pt x="19924" y="14333"/>
                        <a:pt x="19924" y="1433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31" name="Shape">
                  <a:extLst>
                    <a:ext uri="{FF2B5EF4-FFF2-40B4-BE49-F238E27FC236}">
                      <a16:creationId xmlns:a16="http://schemas.microsoft.com/office/drawing/2014/main" id="{EDC171FF-1E49-44C7-B035-4B56F952FA96}"/>
                    </a:ext>
                  </a:extLst>
                </p:cNvPr>
                <p:cNvSpPr/>
                <p:nvPr/>
              </p:nvSpPr>
              <p:spPr>
                <a:xfrm>
                  <a:off x="4260392" y="3092578"/>
                  <a:ext cx="628537" cy="4717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14" h="21600" extrusionOk="0">
                      <a:moveTo>
                        <a:pt x="2062" y="4011"/>
                      </a:moveTo>
                      <a:cubicBezTo>
                        <a:pt x="2778" y="3394"/>
                        <a:pt x="2778" y="3394"/>
                        <a:pt x="2778" y="3394"/>
                      </a:cubicBezTo>
                      <a:cubicBezTo>
                        <a:pt x="3136" y="2931"/>
                        <a:pt x="3136" y="2931"/>
                        <a:pt x="3136" y="2931"/>
                      </a:cubicBezTo>
                      <a:cubicBezTo>
                        <a:pt x="3971" y="3086"/>
                        <a:pt x="3971" y="3086"/>
                        <a:pt x="3971" y="3086"/>
                      </a:cubicBezTo>
                      <a:cubicBezTo>
                        <a:pt x="3971" y="3086"/>
                        <a:pt x="4568" y="2777"/>
                        <a:pt x="4687" y="2777"/>
                      </a:cubicBezTo>
                      <a:cubicBezTo>
                        <a:pt x="4807" y="2777"/>
                        <a:pt x="5642" y="2623"/>
                        <a:pt x="5642" y="2623"/>
                      </a:cubicBezTo>
                      <a:cubicBezTo>
                        <a:pt x="6120" y="2160"/>
                        <a:pt x="6120" y="2160"/>
                        <a:pt x="6120" y="2160"/>
                      </a:cubicBezTo>
                      <a:cubicBezTo>
                        <a:pt x="6120" y="2160"/>
                        <a:pt x="6478" y="2314"/>
                        <a:pt x="6478" y="2469"/>
                      </a:cubicBezTo>
                      <a:cubicBezTo>
                        <a:pt x="6597" y="2623"/>
                        <a:pt x="6955" y="3086"/>
                        <a:pt x="7074" y="3086"/>
                      </a:cubicBezTo>
                      <a:cubicBezTo>
                        <a:pt x="7194" y="2931"/>
                        <a:pt x="7313" y="2314"/>
                        <a:pt x="7313" y="2314"/>
                      </a:cubicBezTo>
                      <a:cubicBezTo>
                        <a:pt x="8029" y="2160"/>
                        <a:pt x="8029" y="2160"/>
                        <a:pt x="8029" y="2160"/>
                      </a:cubicBezTo>
                      <a:cubicBezTo>
                        <a:pt x="8626" y="2006"/>
                        <a:pt x="8626" y="2006"/>
                        <a:pt x="8626" y="2006"/>
                      </a:cubicBezTo>
                      <a:cubicBezTo>
                        <a:pt x="8626" y="2006"/>
                        <a:pt x="8626" y="1851"/>
                        <a:pt x="8745" y="1851"/>
                      </a:cubicBezTo>
                      <a:cubicBezTo>
                        <a:pt x="8864" y="2006"/>
                        <a:pt x="9580" y="2006"/>
                        <a:pt x="9580" y="2006"/>
                      </a:cubicBezTo>
                      <a:cubicBezTo>
                        <a:pt x="10296" y="2006"/>
                        <a:pt x="10296" y="2006"/>
                        <a:pt x="10296" y="2006"/>
                      </a:cubicBezTo>
                      <a:cubicBezTo>
                        <a:pt x="10296" y="2006"/>
                        <a:pt x="10774" y="2314"/>
                        <a:pt x="10893" y="2314"/>
                      </a:cubicBezTo>
                      <a:cubicBezTo>
                        <a:pt x="10893" y="2160"/>
                        <a:pt x="11251" y="1543"/>
                        <a:pt x="11251" y="1543"/>
                      </a:cubicBezTo>
                      <a:cubicBezTo>
                        <a:pt x="11967" y="1851"/>
                        <a:pt x="11967" y="1851"/>
                        <a:pt x="11967" y="1851"/>
                      </a:cubicBezTo>
                      <a:cubicBezTo>
                        <a:pt x="12086" y="1234"/>
                        <a:pt x="12086" y="1234"/>
                        <a:pt x="12086" y="1234"/>
                      </a:cubicBezTo>
                      <a:cubicBezTo>
                        <a:pt x="12086" y="1234"/>
                        <a:pt x="12444" y="463"/>
                        <a:pt x="12444" y="463"/>
                      </a:cubicBezTo>
                      <a:cubicBezTo>
                        <a:pt x="12564" y="463"/>
                        <a:pt x="13041" y="0"/>
                        <a:pt x="13041" y="0"/>
                      </a:cubicBezTo>
                      <a:cubicBezTo>
                        <a:pt x="13280" y="926"/>
                        <a:pt x="13280" y="926"/>
                        <a:pt x="13280" y="926"/>
                      </a:cubicBezTo>
                      <a:cubicBezTo>
                        <a:pt x="13757" y="1389"/>
                        <a:pt x="13757" y="1389"/>
                        <a:pt x="13757" y="1389"/>
                      </a:cubicBezTo>
                      <a:cubicBezTo>
                        <a:pt x="13876" y="1543"/>
                        <a:pt x="13876" y="1543"/>
                        <a:pt x="13876" y="1543"/>
                      </a:cubicBezTo>
                      <a:cubicBezTo>
                        <a:pt x="14354" y="2006"/>
                        <a:pt x="14354" y="2006"/>
                        <a:pt x="14354" y="2006"/>
                      </a:cubicBezTo>
                      <a:cubicBezTo>
                        <a:pt x="15189" y="1697"/>
                        <a:pt x="15189" y="1697"/>
                        <a:pt x="15189" y="1697"/>
                      </a:cubicBezTo>
                      <a:cubicBezTo>
                        <a:pt x="15666" y="1543"/>
                        <a:pt x="15666" y="1543"/>
                        <a:pt x="15666" y="1543"/>
                      </a:cubicBezTo>
                      <a:cubicBezTo>
                        <a:pt x="16024" y="1543"/>
                        <a:pt x="16024" y="1543"/>
                        <a:pt x="16024" y="1543"/>
                      </a:cubicBezTo>
                      <a:cubicBezTo>
                        <a:pt x="16144" y="1851"/>
                        <a:pt x="16144" y="1851"/>
                        <a:pt x="16144" y="1851"/>
                      </a:cubicBezTo>
                      <a:cubicBezTo>
                        <a:pt x="16502" y="2160"/>
                        <a:pt x="16502" y="2160"/>
                        <a:pt x="16502" y="2160"/>
                      </a:cubicBezTo>
                      <a:cubicBezTo>
                        <a:pt x="17099" y="2160"/>
                        <a:pt x="17099" y="2160"/>
                        <a:pt x="17099" y="2160"/>
                      </a:cubicBezTo>
                      <a:cubicBezTo>
                        <a:pt x="17337" y="2623"/>
                        <a:pt x="17337" y="2623"/>
                        <a:pt x="17337" y="2623"/>
                      </a:cubicBezTo>
                      <a:cubicBezTo>
                        <a:pt x="17815" y="2777"/>
                        <a:pt x="17815" y="2777"/>
                        <a:pt x="17815" y="2777"/>
                      </a:cubicBezTo>
                      <a:cubicBezTo>
                        <a:pt x="18173" y="3394"/>
                        <a:pt x="18173" y="3394"/>
                        <a:pt x="18173" y="3394"/>
                      </a:cubicBezTo>
                      <a:cubicBezTo>
                        <a:pt x="18531" y="3549"/>
                        <a:pt x="18531" y="3549"/>
                        <a:pt x="18531" y="3549"/>
                      </a:cubicBezTo>
                      <a:cubicBezTo>
                        <a:pt x="18769" y="4166"/>
                        <a:pt x="18769" y="4166"/>
                        <a:pt x="18769" y="4166"/>
                      </a:cubicBezTo>
                      <a:cubicBezTo>
                        <a:pt x="19247" y="4166"/>
                        <a:pt x="19247" y="4166"/>
                        <a:pt x="19247" y="4166"/>
                      </a:cubicBezTo>
                      <a:cubicBezTo>
                        <a:pt x="19843" y="4320"/>
                        <a:pt x="19843" y="4320"/>
                        <a:pt x="19843" y="4320"/>
                      </a:cubicBezTo>
                      <a:cubicBezTo>
                        <a:pt x="20201" y="4320"/>
                        <a:pt x="20201" y="4320"/>
                        <a:pt x="20201" y="4320"/>
                      </a:cubicBezTo>
                      <a:cubicBezTo>
                        <a:pt x="20201" y="4320"/>
                        <a:pt x="20201" y="4320"/>
                        <a:pt x="20201" y="4320"/>
                      </a:cubicBezTo>
                      <a:cubicBezTo>
                        <a:pt x="20321" y="4320"/>
                        <a:pt x="20321" y="4320"/>
                        <a:pt x="20321" y="4320"/>
                      </a:cubicBezTo>
                      <a:cubicBezTo>
                        <a:pt x="20440" y="5709"/>
                        <a:pt x="20440" y="5709"/>
                        <a:pt x="20440" y="5709"/>
                      </a:cubicBezTo>
                      <a:cubicBezTo>
                        <a:pt x="20201" y="6480"/>
                        <a:pt x="20201" y="6480"/>
                        <a:pt x="20201" y="6480"/>
                      </a:cubicBezTo>
                      <a:cubicBezTo>
                        <a:pt x="20201" y="7251"/>
                        <a:pt x="20201" y="7251"/>
                        <a:pt x="20201" y="7251"/>
                      </a:cubicBezTo>
                      <a:cubicBezTo>
                        <a:pt x="20559" y="7406"/>
                        <a:pt x="20559" y="7406"/>
                        <a:pt x="20559" y="7406"/>
                      </a:cubicBezTo>
                      <a:cubicBezTo>
                        <a:pt x="21395" y="7251"/>
                        <a:pt x="21395" y="7251"/>
                        <a:pt x="21395" y="7251"/>
                      </a:cubicBezTo>
                      <a:cubicBezTo>
                        <a:pt x="21514" y="7869"/>
                        <a:pt x="21514" y="7869"/>
                        <a:pt x="21514" y="7869"/>
                      </a:cubicBezTo>
                      <a:cubicBezTo>
                        <a:pt x="21037" y="8177"/>
                        <a:pt x="21037" y="8177"/>
                        <a:pt x="21037" y="8177"/>
                      </a:cubicBezTo>
                      <a:cubicBezTo>
                        <a:pt x="21156" y="8949"/>
                        <a:pt x="21156" y="8949"/>
                        <a:pt x="21156" y="8949"/>
                      </a:cubicBezTo>
                      <a:cubicBezTo>
                        <a:pt x="20201" y="8794"/>
                        <a:pt x="20201" y="8794"/>
                        <a:pt x="20201" y="8794"/>
                      </a:cubicBezTo>
                      <a:cubicBezTo>
                        <a:pt x="19843" y="9257"/>
                        <a:pt x="19843" y="9257"/>
                        <a:pt x="19843" y="9257"/>
                      </a:cubicBezTo>
                      <a:cubicBezTo>
                        <a:pt x="19843" y="10337"/>
                        <a:pt x="19843" y="10337"/>
                        <a:pt x="19843" y="10337"/>
                      </a:cubicBezTo>
                      <a:cubicBezTo>
                        <a:pt x="18889" y="10800"/>
                        <a:pt x="18889" y="10800"/>
                        <a:pt x="18889" y="10800"/>
                      </a:cubicBezTo>
                      <a:cubicBezTo>
                        <a:pt x="18650" y="11417"/>
                        <a:pt x="18650" y="11417"/>
                        <a:pt x="18650" y="11417"/>
                      </a:cubicBezTo>
                      <a:cubicBezTo>
                        <a:pt x="18650" y="12034"/>
                        <a:pt x="18650" y="12034"/>
                        <a:pt x="18650" y="12034"/>
                      </a:cubicBezTo>
                      <a:cubicBezTo>
                        <a:pt x="18531" y="12651"/>
                        <a:pt x="18531" y="12651"/>
                        <a:pt x="18531" y="12651"/>
                      </a:cubicBezTo>
                      <a:cubicBezTo>
                        <a:pt x="18650" y="13731"/>
                        <a:pt x="18650" y="13731"/>
                        <a:pt x="18650" y="13731"/>
                      </a:cubicBezTo>
                      <a:cubicBezTo>
                        <a:pt x="18769" y="14657"/>
                        <a:pt x="18769" y="14657"/>
                        <a:pt x="18769" y="14657"/>
                      </a:cubicBezTo>
                      <a:cubicBezTo>
                        <a:pt x="18769" y="14657"/>
                        <a:pt x="18531" y="15429"/>
                        <a:pt x="18411" y="15891"/>
                      </a:cubicBezTo>
                      <a:cubicBezTo>
                        <a:pt x="18411" y="16200"/>
                        <a:pt x="18650" y="16046"/>
                        <a:pt x="18650" y="16046"/>
                      </a:cubicBezTo>
                      <a:cubicBezTo>
                        <a:pt x="19247" y="16354"/>
                        <a:pt x="19247" y="16354"/>
                        <a:pt x="19247" y="16354"/>
                      </a:cubicBezTo>
                      <a:cubicBezTo>
                        <a:pt x="19485" y="16509"/>
                        <a:pt x="19485" y="16509"/>
                        <a:pt x="19485" y="16509"/>
                      </a:cubicBezTo>
                      <a:cubicBezTo>
                        <a:pt x="19247" y="17434"/>
                        <a:pt x="19247" y="17434"/>
                        <a:pt x="19247" y="17434"/>
                      </a:cubicBezTo>
                      <a:cubicBezTo>
                        <a:pt x="18650" y="17589"/>
                        <a:pt x="18650" y="17589"/>
                        <a:pt x="18650" y="17589"/>
                      </a:cubicBezTo>
                      <a:cubicBezTo>
                        <a:pt x="18769" y="16971"/>
                        <a:pt x="18769" y="16971"/>
                        <a:pt x="18769" y="16971"/>
                      </a:cubicBezTo>
                      <a:cubicBezTo>
                        <a:pt x="18531" y="16663"/>
                        <a:pt x="18531" y="16663"/>
                        <a:pt x="18531" y="16663"/>
                      </a:cubicBezTo>
                      <a:cubicBezTo>
                        <a:pt x="18173" y="17126"/>
                        <a:pt x="18173" y="17126"/>
                        <a:pt x="18173" y="17126"/>
                      </a:cubicBezTo>
                      <a:cubicBezTo>
                        <a:pt x="17337" y="17434"/>
                        <a:pt x="17337" y="17434"/>
                        <a:pt x="17337" y="17434"/>
                      </a:cubicBezTo>
                      <a:cubicBezTo>
                        <a:pt x="17337" y="17743"/>
                        <a:pt x="17337" y="17743"/>
                        <a:pt x="17337" y="17743"/>
                      </a:cubicBezTo>
                      <a:cubicBezTo>
                        <a:pt x="17099" y="18360"/>
                        <a:pt x="17099" y="18360"/>
                        <a:pt x="17099" y="18360"/>
                      </a:cubicBezTo>
                      <a:cubicBezTo>
                        <a:pt x="17099" y="18360"/>
                        <a:pt x="16621" y="18360"/>
                        <a:pt x="16383" y="18360"/>
                      </a:cubicBezTo>
                      <a:cubicBezTo>
                        <a:pt x="16263" y="18206"/>
                        <a:pt x="16144" y="18669"/>
                        <a:pt x="16144" y="18669"/>
                      </a:cubicBezTo>
                      <a:cubicBezTo>
                        <a:pt x="16383" y="19749"/>
                        <a:pt x="16383" y="19749"/>
                        <a:pt x="16383" y="19749"/>
                      </a:cubicBezTo>
                      <a:cubicBezTo>
                        <a:pt x="15786" y="19749"/>
                        <a:pt x="15786" y="19749"/>
                        <a:pt x="15786" y="19749"/>
                      </a:cubicBezTo>
                      <a:cubicBezTo>
                        <a:pt x="15308" y="20520"/>
                        <a:pt x="15308" y="20520"/>
                        <a:pt x="15308" y="20520"/>
                      </a:cubicBezTo>
                      <a:cubicBezTo>
                        <a:pt x="14473" y="20674"/>
                        <a:pt x="14473" y="20674"/>
                        <a:pt x="14473" y="20674"/>
                      </a:cubicBezTo>
                      <a:cubicBezTo>
                        <a:pt x="13757" y="20520"/>
                        <a:pt x="13757" y="20520"/>
                        <a:pt x="13757" y="20520"/>
                      </a:cubicBezTo>
                      <a:cubicBezTo>
                        <a:pt x="12564" y="21137"/>
                        <a:pt x="12564" y="21137"/>
                        <a:pt x="12564" y="21137"/>
                      </a:cubicBezTo>
                      <a:cubicBezTo>
                        <a:pt x="11490" y="21446"/>
                        <a:pt x="11490" y="21446"/>
                        <a:pt x="11490" y="21446"/>
                      </a:cubicBezTo>
                      <a:cubicBezTo>
                        <a:pt x="11490" y="21600"/>
                        <a:pt x="11490" y="21600"/>
                        <a:pt x="11490" y="21600"/>
                      </a:cubicBezTo>
                      <a:cubicBezTo>
                        <a:pt x="11370" y="20674"/>
                        <a:pt x="11370" y="20674"/>
                        <a:pt x="11370" y="20674"/>
                      </a:cubicBezTo>
                      <a:cubicBezTo>
                        <a:pt x="11012" y="20211"/>
                        <a:pt x="11012" y="20211"/>
                        <a:pt x="11012" y="20211"/>
                      </a:cubicBezTo>
                      <a:cubicBezTo>
                        <a:pt x="11012" y="20211"/>
                        <a:pt x="10654" y="19286"/>
                        <a:pt x="10654" y="19131"/>
                      </a:cubicBezTo>
                      <a:cubicBezTo>
                        <a:pt x="10654" y="19131"/>
                        <a:pt x="9342" y="19131"/>
                        <a:pt x="9342" y="19131"/>
                      </a:cubicBezTo>
                      <a:cubicBezTo>
                        <a:pt x="9342" y="19131"/>
                        <a:pt x="9103" y="18669"/>
                        <a:pt x="8984" y="18360"/>
                      </a:cubicBezTo>
                      <a:cubicBezTo>
                        <a:pt x="8984" y="18206"/>
                        <a:pt x="8626" y="18669"/>
                        <a:pt x="8626" y="18669"/>
                      </a:cubicBezTo>
                      <a:cubicBezTo>
                        <a:pt x="8148" y="18823"/>
                        <a:pt x="8148" y="18823"/>
                        <a:pt x="8148" y="18823"/>
                      </a:cubicBezTo>
                      <a:cubicBezTo>
                        <a:pt x="8148" y="18669"/>
                        <a:pt x="8148" y="18669"/>
                        <a:pt x="8148" y="18669"/>
                      </a:cubicBezTo>
                      <a:cubicBezTo>
                        <a:pt x="7790" y="18051"/>
                        <a:pt x="7790" y="18051"/>
                        <a:pt x="7790" y="18051"/>
                      </a:cubicBezTo>
                      <a:cubicBezTo>
                        <a:pt x="7790" y="16509"/>
                        <a:pt x="7790" y="16509"/>
                        <a:pt x="7790" y="16509"/>
                      </a:cubicBezTo>
                      <a:cubicBezTo>
                        <a:pt x="7790" y="16046"/>
                        <a:pt x="7790" y="16046"/>
                        <a:pt x="7790" y="16046"/>
                      </a:cubicBezTo>
                      <a:cubicBezTo>
                        <a:pt x="8029" y="14966"/>
                        <a:pt x="8029" y="14966"/>
                        <a:pt x="8029" y="14966"/>
                      </a:cubicBezTo>
                      <a:cubicBezTo>
                        <a:pt x="8029" y="14966"/>
                        <a:pt x="7790" y="14811"/>
                        <a:pt x="7671" y="14503"/>
                      </a:cubicBezTo>
                      <a:cubicBezTo>
                        <a:pt x="7432" y="14194"/>
                        <a:pt x="7194" y="13886"/>
                        <a:pt x="7194" y="13886"/>
                      </a:cubicBezTo>
                      <a:cubicBezTo>
                        <a:pt x="6955" y="13886"/>
                        <a:pt x="6955" y="13886"/>
                        <a:pt x="6955" y="13886"/>
                      </a:cubicBezTo>
                      <a:cubicBezTo>
                        <a:pt x="6597" y="13269"/>
                        <a:pt x="6597" y="13269"/>
                        <a:pt x="6597" y="13269"/>
                      </a:cubicBezTo>
                      <a:cubicBezTo>
                        <a:pt x="5762" y="13577"/>
                        <a:pt x="5762" y="13577"/>
                        <a:pt x="5762" y="13577"/>
                      </a:cubicBezTo>
                      <a:cubicBezTo>
                        <a:pt x="5284" y="13731"/>
                        <a:pt x="5284" y="13731"/>
                        <a:pt x="5284" y="13731"/>
                      </a:cubicBezTo>
                      <a:cubicBezTo>
                        <a:pt x="5045" y="14040"/>
                        <a:pt x="5045" y="14040"/>
                        <a:pt x="5045" y="14040"/>
                      </a:cubicBezTo>
                      <a:cubicBezTo>
                        <a:pt x="3613" y="13886"/>
                        <a:pt x="3613" y="13886"/>
                        <a:pt x="3613" y="13886"/>
                      </a:cubicBezTo>
                      <a:cubicBezTo>
                        <a:pt x="2897" y="13423"/>
                        <a:pt x="2897" y="13423"/>
                        <a:pt x="2897" y="13423"/>
                      </a:cubicBezTo>
                      <a:cubicBezTo>
                        <a:pt x="2539" y="13269"/>
                        <a:pt x="2539" y="13269"/>
                        <a:pt x="2539" y="13269"/>
                      </a:cubicBezTo>
                      <a:cubicBezTo>
                        <a:pt x="2062" y="12806"/>
                        <a:pt x="2062" y="12806"/>
                        <a:pt x="2062" y="12806"/>
                      </a:cubicBezTo>
                      <a:cubicBezTo>
                        <a:pt x="1465" y="12189"/>
                        <a:pt x="1465" y="12189"/>
                        <a:pt x="1465" y="12189"/>
                      </a:cubicBezTo>
                      <a:cubicBezTo>
                        <a:pt x="1346" y="11263"/>
                        <a:pt x="1346" y="11263"/>
                        <a:pt x="1346" y="11263"/>
                      </a:cubicBezTo>
                      <a:cubicBezTo>
                        <a:pt x="1227" y="10646"/>
                        <a:pt x="1227" y="10646"/>
                        <a:pt x="1227" y="10646"/>
                      </a:cubicBezTo>
                      <a:cubicBezTo>
                        <a:pt x="630" y="9874"/>
                        <a:pt x="630" y="9874"/>
                        <a:pt x="630" y="9874"/>
                      </a:cubicBezTo>
                      <a:cubicBezTo>
                        <a:pt x="391" y="9257"/>
                        <a:pt x="391" y="9257"/>
                        <a:pt x="391" y="9257"/>
                      </a:cubicBezTo>
                      <a:cubicBezTo>
                        <a:pt x="391" y="8331"/>
                        <a:pt x="391" y="8331"/>
                        <a:pt x="391" y="8331"/>
                      </a:cubicBezTo>
                      <a:cubicBezTo>
                        <a:pt x="33" y="7560"/>
                        <a:pt x="33" y="7560"/>
                        <a:pt x="33" y="7560"/>
                      </a:cubicBezTo>
                      <a:cubicBezTo>
                        <a:pt x="153" y="6789"/>
                        <a:pt x="153" y="6789"/>
                        <a:pt x="153" y="6789"/>
                      </a:cubicBezTo>
                      <a:cubicBezTo>
                        <a:pt x="153" y="6789"/>
                        <a:pt x="-86" y="6634"/>
                        <a:pt x="33" y="6480"/>
                      </a:cubicBezTo>
                      <a:cubicBezTo>
                        <a:pt x="272" y="6480"/>
                        <a:pt x="630" y="6326"/>
                        <a:pt x="630" y="6326"/>
                      </a:cubicBezTo>
                      <a:cubicBezTo>
                        <a:pt x="749" y="5400"/>
                        <a:pt x="749" y="5400"/>
                        <a:pt x="749" y="5400"/>
                      </a:cubicBezTo>
                      <a:cubicBezTo>
                        <a:pt x="869" y="5091"/>
                        <a:pt x="869" y="5091"/>
                        <a:pt x="869" y="5091"/>
                      </a:cubicBezTo>
                      <a:cubicBezTo>
                        <a:pt x="1346" y="4783"/>
                        <a:pt x="1346" y="4783"/>
                        <a:pt x="1346" y="4783"/>
                      </a:cubicBezTo>
                      <a:cubicBezTo>
                        <a:pt x="1585" y="4011"/>
                        <a:pt x="1585" y="4011"/>
                        <a:pt x="1585" y="4011"/>
                      </a:cubicBezTo>
                      <a:lnTo>
                        <a:pt x="2062" y="4011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32" name="Shape">
                  <a:extLst>
                    <a:ext uri="{FF2B5EF4-FFF2-40B4-BE49-F238E27FC236}">
                      <a16:creationId xmlns:a16="http://schemas.microsoft.com/office/drawing/2014/main" id="{0B014589-9C00-4978-9B08-8443096178EA}"/>
                    </a:ext>
                  </a:extLst>
                </p:cNvPr>
                <p:cNvSpPr/>
                <p:nvPr/>
              </p:nvSpPr>
              <p:spPr>
                <a:xfrm>
                  <a:off x="4256458" y="2487403"/>
                  <a:ext cx="610652" cy="4025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32" h="21465" extrusionOk="0">
                      <a:moveTo>
                        <a:pt x="4718" y="9360"/>
                      </a:moveTo>
                      <a:cubicBezTo>
                        <a:pt x="4841" y="9000"/>
                        <a:pt x="4841" y="9000"/>
                        <a:pt x="4841" y="9000"/>
                      </a:cubicBezTo>
                      <a:cubicBezTo>
                        <a:pt x="4964" y="8640"/>
                        <a:pt x="4964" y="8640"/>
                        <a:pt x="4964" y="8640"/>
                      </a:cubicBezTo>
                      <a:cubicBezTo>
                        <a:pt x="4964" y="8100"/>
                        <a:pt x="4964" y="8100"/>
                        <a:pt x="4964" y="8100"/>
                      </a:cubicBezTo>
                      <a:cubicBezTo>
                        <a:pt x="4718" y="8100"/>
                        <a:pt x="4718" y="8100"/>
                        <a:pt x="4718" y="8100"/>
                      </a:cubicBezTo>
                      <a:cubicBezTo>
                        <a:pt x="4596" y="7560"/>
                        <a:pt x="4596" y="7560"/>
                        <a:pt x="4596" y="7560"/>
                      </a:cubicBezTo>
                      <a:cubicBezTo>
                        <a:pt x="4596" y="7560"/>
                        <a:pt x="4718" y="7380"/>
                        <a:pt x="4841" y="7380"/>
                      </a:cubicBezTo>
                      <a:cubicBezTo>
                        <a:pt x="4841" y="7200"/>
                        <a:pt x="5209" y="7200"/>
                        <a:pt x="5209" y="7200"/>
                      </a:cubicBezTo>
                      <a:cubicBezTo>
                        <a:pt x="5455" y="6840"/>
                        <a:pt x="5455" y="6840"/>
                        <a:pt x="5455" y="6840"/>
                      </a:cubicBezTo>
                      <a:cubicBezTo>
                        <a:pt x="5455" y="6840"/>
                        <a:pt x="5332" y="6480"/>
                        <a:pt x="5577" y="6480"/>
                      </a:cubicBezTo>
                      <a:cubicBezTo>
                        <a:pt x="5700" y="6480"/>
                        <a:pt x="5946" y="6480"/>
                        <a:pt x="6068" y="6480"/>
                      </a:cubicBezTo>
                      <a:cubicBezTo>
                        <a:pt x="6191" y="6480"/>
                        <a:pt x="6314" y="6300"/>
                        <a:pt x="6314" y="6300"/>
                      </a:cubicBezTo>
                      <a:cubicBezTo>
                        <a:pt x="6559" y="6300"/>
                        <a:pt x="6682" y="6480"/>
                        <a:pt x="6559" y="6300"/>
                      </a:cubicBezTo>
                      <a:cubicBezTo>
                        <a:pt x="6559" y="6300"/>
                        <a:pt x="6559" y="6120"/>
                        <a:pt x="6437" y="5940"/>
                      </a:cubicBezTo>
                      <a:cubicBezTo>
                        <a:pt x="6314" y="5760"/>
                        <a:pt x="5946" y="5400"/>
                        <a:pt x="6191" y="5220"/>
                      </a:cubicBezTo>
                      <a:cubicBezTo>
                        <a:pt x="6314" y="5040"/>
                        <a:pt x="6437" y="5040"/>
                        <a:pt x="6559" y="5220"/>
                      </a:cubicBezTo>
                      <a:cubicBezTo>
                        <a:pt x="6682" y="5220"/>
                        <a:pt x="6805" y="5580"/>
                        <a:pt x="6805" y="5580"/>
                      </a:cubicBezTo>
                      <a:cubicBezTo>
                        <a:pt x="6805" y="4860"/>
                        <a:pt x="6805" y="4860"/>
                        <a:pt x="6805" y="4860"/>
                      </a:cubicBezTo>
                      <a:cubicBezTo>
                        <a:pt x="6805" y="4860"/>
                        <a:pt x="7173" y="4860"/>
                        <a:pt x="7296" y="4680"/>
                      </a:cubicBezTo>
                      <a:cubicBezTo>
                        <a:pt x="7296" y="4500"/>
                        <a:pt x="7173" y="4140"/>
                        <a:pt x="7173" y="4140"/>
                      </a:cubicBezTo>
                      <a:cubicBezTo>
                        <a:pt x="7173" y="4140"/>
                        <a:pt x="7173" y="4140"/>
                        <a:pt x="7541" y="4140"/>
                      </a:cubicBezTo>
                      <a:cubicBezTo>
                        <a:pt x="7909" y="3960"/>
                        <a:pt x="7787" y="3960"/>
                        <a:pt x="8032" y="3960"/>
                      </a:cubicBezTo>
                      <a:cubicBezTo>
                        <a:pt x="8155" y="3960"/>
                        <a:pt x="8523" y="3960"/>
                        <a:pt x="8523" y="3960"/>
                      </a:cubicBezTo>
                      <a:cubicBezTo>
                        <a:pt x="8523" y="3960"/>
                        <a:pt x="8768" y="3780"/>
                        <a:pt x="8646" y="3600"/>
                      </a:cubicBezTo>
                      <a:cubicBezTo>
                        <a:pt x="8646" y="3420"/>
                        <a:pt x="8400" y="3060"/>
                        <a:pt x="8400" y="3060"/>
                      </a:cubicBezTo>
                      <a:cubicBezTo>
                        <a:pt x="8400" y="3060"/>
                        <a:pt x="8523" y="2520"/>
                        <a:pt x="8523" y="2700"/>
                      </a:cubicBezTo>
                      <a:cubicBezTo>
                        <a:pt x="8523" y="3060"/>
                        <a:pt x="8891" y="3420"/>
                        <a:pt x="8891" y="3420"/>
                      </a:cubicBezTo>
                      <a:cubicBezTo>
                        <a:pt x="9137" y="3060"/>
                        <a:pt x="9137" y="3060"/>
                        <a:pt x="9137" y="3060"/>
                      </a:cubicBezTo>
                      <a:cubicBezTo>
                        <a:pt x="9505" y="2880"/>
                        <a:pt x="9505" y="2880"/>
                        <a:pt x="9505" y="2880"/>
                      </a:cubicBezTo>
                      <a:cubicBezTo>
                        <a:pt x="9873" y="2700"/>
                        <a:pt x="9873" y="2700"/>
                        <a:pt x="9873" y="2700"/>
                      </a:cubicBezTo>
                      <a:cubicBezTo>
                        <a:pt x="9873" y="2700"/>
                        <a:pt x="10241" y="2700"/>
                        <a:pt x="10487" y="2700"/>
                      </a:cubicBezTo>
                      <a:cubicBezTo>
                        <a:pt x="10609" y="2700"/>
                        <a:pt x="10977" y="2520"/>
                        <a:pt x="10977" y="2520"/>
                      </a:cubicBezTo>
                      <a:cubicBezTo>
                        <a:pt x="11100" y="2160"/>
                        <a:pt x="11100" y="2160"/>
                        <a:pt x="11100" y="2160"/>
                      </a:cubicBezTo>
                      <a:cubicBezTo>
                        <a:pt x="10609" y="1440"/>
                        <a:pt x="10609" y="1440"/>
                        <a:pt x="10609" y="1440"/>
                      </a:cubicBezTo>
                      <a:cubicBezTo>
                        <a:pt x="10609" y="1440"/>
                        <a:pt x="10855" y="900"/>
                        <a:pt x="10855" y="1080"/>
                      </a:cubicBezTo>
                      <a:cubicBezTo>
                        <a:pt x="10977" y="1260"/>
                        <a:pt x="10977" y="1620"/>
                        <a:pt x="11100" y="1620"/>
                      </a:cubicBezTo>
                      <a:cubicBezTo>
                        <a:pt x="11223" y="1620"/>
                        <a:pt x="11346" y="1800"/>
                        <a:pt x="11468" y="1620"/>
                      </a:cubicBezTo>
                      <a:cubicBezTo>
                        <a:pt x="11468" y="1440"/>
                        <a:pt x="11468" y="900"/>
                        <a:pt x="11468" y="900"/>
                      </a:cubicBezTo>
                      <a:cubicBezTo>
                        <a:pt x="11468" y="900"/>
                        <a:pt x="11346" y="720"/>
                        <a:pt x="11468" y="720"/>
                      </a:cubicBezTo>
                      <a:cubicBezTo>
                        <a:pt x="11591" y="900"/>
                        <a:pt x="11837" y="1260"/>
                        <a:pt x="11837" y="1260"/>
                      </a:cubicBezTo>
                      <a:cubicBezTo>
                        <a:pt x="12205" y="1260"/>
                        <a:pt x="12205" y="1260"/>
                        <a:pt x="12205" y="1260"/>
                      </a:cubicBezTo>
                      <a:cubicBezTo>
                        <a:pt x="12573" y="720"/>
                        <a:pt x="12573" y="720"/>
                        <a:pt x="12573" y="720"/>
                      </a:cubicBezTo>
                      <a:cubicBezTo>
                        <a:pt x="12696" y="1080"/>
                        <a:pt x="12696" y="1080"/>
                        <a:pt x="12696" y="1080"/>
                      </a:cubicBezTo>
                      <a:cubicBezTo>
                        <a:pt x="12696" y="1080"/>
                        <a:pt x="12941" y="900"/>
                        <a:pt x="13064" y="900"/>
                      </a:cubicBezTo>
                      <a:cubicBezTo>
                        <a:pt x="13187" y="900"/>
                        <a:pt x="13187" y="720"/>
                        <a:pt x="13309" y="720"/>
                      </a:cubicBezTo>
                      <a:cubicBezTo>
                        <a:pt x="13432" y="720"/>
                        <a:pt x="13677" y="900"/>
                        <a:pt x="13677" y="900"/>
                      </a:cubicBezTo>
                      <a:cubicBezTo>
                        <a:pt x="14291" y="1080"/>
                        <a:pt x="14291" y="1080"/>
                        <a:pt x="14291" y="1080"/>
                      </a:cubicBezTo>
                      <a:cubicBezTo>
                        <a:pt x="14537" y="540"/>
                        <a:pt x="14537" y="540"/>
                        <a:pt x="14537" y="540"/>
                      </a:cubicBezTo>
                      <a:cubicBezTo>
                        <a:pt x="15150" y="900"/>
                        <a:pt x="15150" y="900"/>
                        <a:pt x="15150" y="900"/>
                      </a:cubicBezTo>
                      <a:cubicBezTo>
                        <a:pt x="15641" y="1260"/>
                        <a:pt x="15641" y="1260"/>
                        <a:pt x="15641" y="1260"/>
                      </a:cubicBezTo>
                      <a:cubicBezTo>
                        <a:pt x="16255" y="1260"/>
                        <a:pt x="16255" y="1260"/>
                        <a:pt x="16255" y="1260"/>
                      </a:cubicBezTo>
                      <a:cubicBezTo>
                        <a:pt x="16255" y="1260"/>
                        <a:pt x="16746" y="900"/>
                        <a:pt x="16868" y="900"/>
                      </a:cubicBezTo>
                      <a:cubicBezTo>
                        <a:pt x="17114" y="720"/>
                        <a:pt x="17605" y="720"/>
                        <a:pt x="17605" y="720"/>
                      </a:cubicBezTo>
                      <a:cubicBezTo>
                        <a:pt x="17605" y="720"/>
                        <a:pt x="17727" y="720"/>
                        <a:pt x="17973" y="720"/>
                      </a:cubicBezTo>
                      <a:cubicBezTo>
                        <a:pt x="18218" y="540"/>
                        <a:pt x="18832" y="540"/>
                        <a:pt x="18832" y="540"/>
                      </a:cubicBezTo>
                      <a:cubicBezTo>
                        <a:pt x="19200" y="0"/>
                        <a:pt x="19200" y="0"/>
                        <a:pt x="19200" y="0"/>
                      </a:cubicBezTo>
                      <a:cubicBezTo>
                        <a:pt x="19814" y="360"/>
                        <a:pt x="19814" y="360"/>
                        <a:pt x="19814" y="360"/>
                      </a:cubicBezTo>
                      <a:cubicBezTo>
                        <a:pt x="19814" y="720"/>
                        <a:pt x="19814" y="720"/>
                        <a:pt x="19814" y="720"/>
                      </a:cubicBezTo>
                      <a:cubicBezTo>
                        <a:pt x="19200" y="1440"/>
                        <a:pt x="19200" y="1440"/>
                        <a:pt x="19200" y="1440"/>
                      </a:cubicBezTo>
                      <a:cubicBezTo>
                        <a:pt x="19200" y="2700"/>
                        <a:pt x="19200" y="2700"/>
                        <a:pt x="19200" y="2700"/>
                      </a:cubicBezTo>
                      <a:cubicBezTo>
                        <a:pt x="19077" y="4500"/>
                        <a:pt x="18709" y="5400"/>
                        <a:pt x="18587" y="6480"/>
                      </a:cubicBezTo>
                      <a:cubicBezTo>
                        <a:pt x="18464" y="7020"/>
                        <a:pt x="18218" y="7200"/>
                        <a:pt x="18587" y="8100"/>
                      </a:cubicBezTo>
                      <a:cubicBezTo>
                        <a:pt x="18832" y="8460"/>
                        <a:pt x="18832" y="9720"/>
                        <a:pt x="19323" y="10440"/>
                      </a:cubicBezTo>
                      <a:cubicBezTo>
                        <a:pt x="19568" y="10800"/>
                        <a:pt x="19323" y="11700"/>
                        <a:pt x="19691" y="12060"/>
                      </a:cubicBezTo>
                      <a:cubicBezTo>
                        <a:pt x="19691" y="12060"/>
                        <a:pt x="19691" y="12240"/>
                        <a:pt x="19814" y="12600"/>
                      </a:cubicBezTo>
                      <a:cubicBezTo>
                        <a:pt x="20059" y="12960"/>
                        <a:pt x="20059" y="12780"/>
                        <a:pt x="20182" y="12960"/>
                      </a:cubicBezTo>
                      <a:cubicBezTo>
                        <a:pt x="20182" y="12960"/>
                        <a:pt x="20427" y="13140"/>
                        <a:pt x="20550" y="13320"/>
                      </a:cubicBezTo>
                      <a:cubicBezTo>
                        <a:pt x="20673" y="13500"/>
                        <a:pt x="20673" y="13860"/>
                        <a:pt x="20673" y="14040"/>
                      </a:cubicBezTo>
                      <a:cubicBezTo>
                        <a:pt x="20673" y="14220"/>
                        <a:pt x="20796" y="14400"/>
                        <a:pt x="20796" y="14400"/>
                      </a:cubicBezTo>
                      <a:cubicBezTo>
                        <a:pt x="20796" y="14400"/>
                        <a:pt x="20918" y="14220"/>
                        <a:pt x="20918" y="14400"/>
                      </a:cubicBezTo>
                      <a:cubicBezTo>
                        <a:pt x="20918" y="14580"/>
                        <a:pt x="20796" y="14220"/>
                        <a:pt x="20918" y="14580"/>
                      </a:cubicBezTo>
                      <a:cubicBezTo>
                        <a:pt x="21164" y="14940"/>
                        <a:pt x="21532" y="14940"/>
                        <a:pt x="21532" y="14940"/>
                      </a:cubicBezTo>
                      <a:cubicBezTo>
                        <a:pt x="21409" y="15660"/>
                        <a:pt x="21409" y="15660"/>
                        <a:pt x="21409" y="15660"/>
                      </a:cubicBezTo>
                      <a:cubicBezTo>
                        <a:pt x="21164" y="15840"/>
                        <a:pt x="21164" y="15840"/>
                        <a:pt x="21164" y="15840"/>
                      </a:cubicBezTo>
                      <a:cubicBezTo>
                        <a:pt x="21164" y="15840"/>
                        <a:pt x="20550" y="15840"/>
                        <a:pt x="20550" y="16200"/>
                      </a:cubicBezTo>
                      <a:cubicBezTo>
                        <a:pt x="20550" y="16380"/>
                        <a:pt x="20550" y="17100"/>
                        <a:pt x="20550" y="17100"/>
                      </a:cubicBezTo>
                      <a:cubicBezTo>
                        <a:pt x="20182" y="17640"/>
                        <a:pt x="20182" y="17640"/>
                        <a:pt x="20182" y="17640"/>
                      </a:cubicBezTo>
                      <a:cubicBezTo>
                        <a:pt x="20182" y="17640"/>
                        <a:pt x="20427" y="18360"/>
                        <a:pt x="20427" y="18540"/>
                      </a:cubicBezTo>
                      <a:cubicBezTo>
                        <a:pt x="20427" y="18720"/>
                        <a:pt x="20550" y="18720"/>
                        <a:pt x="20550" y="18720"/>
                      </a:cubicBezTo>
                      <a:cubicBezTo>
                        <a:pt x="20182" y="18900"/>
                        <a:pt x="20182" y="18900"/>
                        <a:pt x="20182" y="18900"/>
                      </a:cubicBezTo>
                      <a:cubicBezTo>
                        <a:pt x="19691" y="18900"/>
                        <a:pt x="19691" y="18900"/>
                        <a:pt x="19691" y="18900"/>
                      </a:cubicBezTo>
                      <a:cubicBezTo>
                        <a:pt x="18709" y="18540"/>
                        <a:pt x="18709" y="18540"/>
                        <a:pt x="18709" y="18540"/>
                      </a:cubicBezTo>
                      <a:cubicBezTo>
                        <a:pt x="18464" y="19080"/>
                        <a:pt x="18464" y="19080"/>
                        <a:pt x="18464" y="19080"/>
                      </a:cubicBezTo>
                      <a:cubicBezTo>
                        <a:pt x="18218" y="19080"/>
                        <a:pt x="18218" y="19080"/>
                        <a:pt x="18218" y="19080"/>
                      </a:cubicBezTo>
                      <a:cubicBezTo>
                        <a:pt x="18218" y="19080"/>
                        <a:pt x="18096" y="19440"/>
                        <a:pt x="17850" y="19620"/>
                      </a:cubicBezTo>
                      <a:cubicBezTo>
                        <a:pt x="17727" y="19800"/>
                        <a:pt x="17605" y="19980"/>
                        <a:pt x="17482" y="19980"/>
                      </a:cubicBezTo>
                      <a:cubicBezTo>
                        <a:pt x="17237" y="20160"/>
                        <a:pt x="16991" y="19800"/>
                        <a:pt x="16991" y="19800"/>
                      </a:cubicBezTo>
                      <a:cubicBezTo>
                        <a:pt x="16623" y="19620"/>
                        <a:pt x="16623" y="19620"/>
                        <a:pt x="16623" y="19620"/>
                      </a:cubicBezTo>
                      <a:cubicBezTo>
                        <a:pt x="16255" y="18900"/>
                        <a:pt x="16255" y="18900"/>
                        <a:pt x="16255" y="18900"/>
                      </a:cubicBezTo>
                      <a:cubicBezTo>
                        <a:pt x="15150" y="17820"/>
                        <a:pt x="15150" y="17820"/>
                        <a:pt x="15150" y="17820"/>
                      </a:cubicBezTo>
                      <a:cubicBezTo>
                        <a:pt x="14537" y="17460"/>
                        <a:pt x="14537" y="17460"/>
                        <a:pt x="14537" y="17460"/>
                      </a:cubicBezTo>
                      <a:cubicBezTo>
                        <a:pt x="14046" y="17280"/>
                        <a:pt x="14046" y="17280"/>
                        <a:pt x="14046" y="17280"/>
                      </a:cubicBezTo>
                      <a:cubicBezTo>
                        <a:pt x="13432" y="17280"/>
                        <a:pt x="13432" y="17280"/>
                        <a:pt x="13432" y="17280"/>
                      </a:cubicBezTo>
                      <a:cubicBezTo>
                        <a:pt x="12941" y="16920"/>
                        <a:pt x="12941" y="16920"/>
                        <a:pt x="12941" y="16920"/>
                      </a:cubicBezTo>
                      <a:cubicBezTo>
                        <a:pt x="12450" y="16920"/>
                        <a:pt x="12450" y="16920"/>
                        <a:pt x="12450" y="16920"/>
                      </a:cubicBezTo>
                      <a:cubicBezTo>
                        <a:pt x="11837" y="16560"/>
                        <a:pt x="11837" y="16560"/>
                        <a:pt x="11837" y="16560"/>
                      </a:cubicBezTo>
                      <a:cubicBezTo>
                        <a:pt x="11346" y="17100"/>
                        <a:pt x="11346" y="17100"/>
                        <a:pt x="11346" y="17100"/>
                      </a:cubicBezTo>
                      <a:cubicBezTo>
                        <a:pt x="10732" y="17640"/>
                        <a:pt x="10732" y="17640"/>
                        <a:pt x="10732" y="17640"/>
                      </a:cubicBezTo>
                      <a:cubicBezTo>
                        <a:pt x="10118" y="18540"/>
                        <a:pt x="10118" y="18540"/>
                        <a:pt x="10118" y="18540"/>
                      </a:cubicBezTo>
                      <a:cubicBezTo>
                        <a:pt x="10118" y="18540"/>
                        <a:pt x="9750" y="19080"/>
                        <a:pt x="9505" y="19260"/>
                      </a:cubicBezTo>
                      <a:cubicBezTo>
                        <a:pt x="9382" y="19080"/>
                        <a:pt x="9382" y="19080"/>
                        <a:pt x="9382" y="19080"/>
                      </a:cubicBezTo>
                      <a:cubicBezTo>
                        <a:pt x="9382" y="19080"/>
                        <a:pt x="9382" y="18540"/>
                        <a:pt x="9505" y="18180"/>
                      </a:cubicBezTo>
                      <a:cubicBezTo>
                        <a:pt x="9627" y="18000"/>
                        <a:pt x="9627" y="17640"/>
                        <a:pt x="9627" y="17460"/>
                      </a:cubicBezTo>
                      <a:cubicBezTo>
                        <a:pt x="9627" y="17280"/>
                        <a:pt x="9627" y="16920"/>
                        <a:pt x="9505" y="16560"/>
                      </a:cubicBezTo>
                      <a:cubicBezTo>
                        <a:pt x="9505" y="16200"/>
                        <a:pt x="9382" y="15660"/>
                        <a:pt x="9382" y="15660"/>
                      </a:cubicBezTo>
                      <a:cubicBezTo>
                        <a:pt x="9750" y="15300"/>
                        <a:pt x="9750" y="15300"/>
                        <a:pt x="9750" y="15300"/>
                      </a:cubicBezTo>
                      <a:cubicBezTo>
                        <a:pt x="9505" y="14400"/>
                        <a:pt x="9505" y="14400"/>
                        <a:pt x="9505" y="14400"/>
                      </a:cubicBezTo>
                      <a:cubicBezTo>
                        <a:pt x="9259" y="14400"/>
                        <a:pt x="9259" y="14400"/>
                        <a:pt x="9259" y="14400"/>
                      </a:cubicBezTo>
                      <a:cubicBezTo>
                        <a:pt x="8891" y="14400"/>
                        <a:pt x="8891" y="14400"/>
                        <a:pt x="8891" y="14400"/>
                      </a:cubicBezTo>
                      <a:cubicBezTo>
                        <a:pt x="8646" y="14940"/>
                        <a:pt x="8646" y="14940"/>
                        <a:pt x="8646" y="14940"/>
                      </a:cubicBezTo>
                      <a:cubicBezTo>
                        <a:pt x="8646" y="14940"/>
                        <a:pt x="8768" y="15300"/>
                        <a:pt x="8768" y="15480"/>
                      </a:cubicBezTo>
                      <a:cubicBezTo>
                        <a:pt x="8646" y="15660"/>
                        <a:pt x="8400" y="15660"/>
                        <a:pt x="8400" y="15660"/>
                      </a:cubicBezTo>
                      <a:cubicBezTo>
                        <a:pt x="8277" y="15840"/>
                        <a:pt x="8277" y="16380"/>
                        <a:pt x="8277" y="16380"/>
                      </a:cubicBezTo>
                      <a:cubicBezTo>
                        <a:pt x="7787" y="15660"/>
                        <a:pt x="7787" y="15660"/>
                        <a:pt x="7787" y="15660"/>
                      </a:cubicBezTo>
                      <a:cubicBezTo>
                        <a:pt x="7787" y="15660"/>
                        <a:pt x="7541" y="15660"/>
                        <a:pt x="7418" y="15480"/>
                      </a:cubicBezTo>
                      <a:cubicBezTo>
                        <a:pt x="7296" y="15480"/>
                        <a:pt x="7050" y="15480"/>
                        <a:pt x="7050" y="15480"/>
                      </a:cubicBezTo>
                      <a:cubicBezTo>
                        <a:pt x="7050" y="15480"/>
                        <a:pt x="7050" y="15480"/>
                        <a:pt x="6927" y="15480"/>
                      </a:cubicBezTo>
                      <a:cubicBezTo>
                        <a:pt x="6682" y="15480"/>
                        <a:pt x="6682" y="15480"/>
                        <a:pt x="6559" y="15120"/>
                      </a:cubicBezTo>
                      <a:cubicBezTo>
                        <a:pt x="6437" y="14760"/>
                        <a:pt x="6068" y="13860"/>
                        <a:pt x="6068" y="13860"/>
                      </a:cubicBezTo>
                      <a:cubicBezTo>
                        <a:pt x="6068" y="13860"/>
                        <a:pt x="5946" y="13500"/>
                        <a:pt x="5823" y="13500"/>
                      </a:cubicBezTo>
                      <a:cubicBezTo>
                        <a:pt x="5823" y="13500"/>
                        <a:pt x="5700" y="13860"/>
                        <a:pt x="5700" y="13860"/>
                      </a:cubicBezTo>
                      <a:cubicBezTo>
                        <a:pt x="5577" y="13860"/>
                        <a:pt x="5577" y="13500"/>
                        <a:pt x="5577" y="13320"/>
                      </a:cubicBezTo>
                      <a:cubicBezTo>
                        <a:pt x="5577" y="13140"/>
                        <a:pt x="5577" y="12960"/>
                        <a:pt x="5577" y="12600"/>
                      </a:cubicBezTo>
                      <a:cubicBezTo>
                        <a:pt x="5577" y="12240"/>
                        <a:pt x="5455" y="11880"/>
                        <a:pt x="5577" y="11880"/>
                      </a:cubicBezTo>
                      <a:cubicBezTo>
                        <a:pt x="5577" y="11880"/>
                        <a:pt x="5700" y="12060"/>
                        <a:pt x="5823" y="12060"/>
                      </a:cubicBezTo>
                      <a:cubicBezTo>
                        <a:pt x="5946" y="12060"/>
                        <a:pt x="5946" y="11700"/>
                        <a:pt x="5946" y="11700"/>
                      </a:cubicBezTo>
                      <a:cubicBezTo>
                        <a:pt x="6068" y="11700"/>
                        <a:pt x="6191" y="11880"/>
                        <a:pt x="6191" y="11880"/>
                      </a:cubicBezTo>
                      <a:cubicBezTo>
                        <a:pt x="6314" y="11880"/>
                        <a:pt x="6437" y="11880"/>
                        <a:pt x="6437" y="11880"/>
                      </a:cubicBezTo>
                      <a:cubicBezTo>
                        <a:pt x="6559" y="11700"/>
                        <a:pt x="6559" y="11700"/>
                        <a:pt x="6559" y="11520"/>
                      </a:cubicBezTo>
                      <a:cubicBezTo>
                        <a:pt x="6559" y="11340"/>
                        <a:pt x="6437" y="11160"/>
                        <a:pt x="6437" y="11160"/>
                      </a:cubicBezTo>
                      <a:cubicBezTo>
                        <a:pt x="6314" y="11160"/>
                        <a:pt x="5577" y="11700"/>
                        <a:pt x="5577" y="11700"/>
                      </a:cubicBezTo>
                      <a:cubicBezTo>
                        <a:pt x="5087" y="11700"/>
                        <a:pt x="5087" y="11700"/>
                        <a:pt x="5087" y="11700"/>
                      </a:cubicBezTo>
                      <a:cubicBezTo>
                        <a:pt x="5332" y="11340"/>
                        <a:pt x="5332" y="11340"/>
                        <a:pt x="5332" y="11340"/>
                      </a:cubicBezTo>
                      <a:cubicBezTo>
                        <a:pt x="5087" y="10980"/>
                        <a:pt x="5087" y="10980"/>
                        <a:pt x="5087" y="10980"/>
                      </a:cubicBezTo>
                      <a:cubicBezTo>
                        <a:pt x="5087" y="10620"/>
                        <a:pt x="5087" y="10620"/>
                        <a:pt x="5087" y="10620"/>
                      </a:cubicBezTo>
                      <a:cubicBezTo>
                        <a:pt x="4841" y="10440"/>
                        <a:pt x="4841" y="10440"/>
                        <a:pt x="4841" y="10440"/>
                      </a:cubicBezTo>
                      <a:cubicBezTo>
                        <a:pt x="4964" y="10080"/>
                        <a:pt x="4964" y="10080"/>
                        <a:pt x="4964" y="10080"/>
                      </a:cubicBezTo>
                      <a:cubicBezTo>
                        <a:pt x="5209" y="10080"/>
                        <a:pt x="5209" y="10080"/>
                        <a:pt x="5209" y="10080"/>
                      </a:cubicBezTo>
                      <a:cubicBezTo>
                        <a:pt x="5455" y="9900"/>
                        <a:pt x="5455" y="9900"/>
                        <a:pt x="5455" y="9900"/>
                      </a:cubicBezTo>
                      <a:cubicBezTo>
                        <a:pt x="5455" y="9180"/>
                        <a:pt x="5455" y="9180"/>
                        <a:pt x="5455" y="9180"/>
                      </a:cubicBezTo>
                      <a:cubicBezTo>
                        <a:pt x="5209" y="9360"/>
                        <a:pt x="5209" y="9360"/>
                        <a:pt x="5209" y="9360"/>
                      </a:cubicBezTo>
                      <a:cubicBezTo>
                        <a:pt x="5332" y="9720"/>
                        <a:pt x="5332" y="9720"/>
                        <a:pt x="5332" y="9720"/>
                      </a:cubicBezTo>
                      <a:cubicBezTo>
                        <a:pt x="4841" y="9720"/>
                        <a:pt x="4841" y="9720"/>
                        <a:pt x="4841" y="9720"/>
                      </a:cubicBezTo>
                      <a:cubicBezTo>
                        <a:pt x="4718" y="9360"/>
                        <a:pt x="4718" y="9360"/>
                        <a:pt x="4718" y="9360"/>
                      </a:cubicBezTo>
                      <a:close/>
                      <a:moveTo>
                        <a:pt x="2755" y="18540"/>
                      </a:moveTo>
                      <a:cubicBezTo>
                        <a:pt x="2755" y="18540"/>
                        <a:pt x="2755" y="18540"/>
                        <a:pt x="2755" y="18540"/>
                      </a:cubicBezTo>
                      <a:cubicBezTo>
                        <a:pt x="2755" y="18540"/>
                        <a:pt x="3000" y="18540"/>
                        <a:pt x="3000" y="18540"/>
                      </a:cubicBezTo>
                      <a:cubicBezTo>
                        <a:pt x="3000" y="18540"/>
                        <a:pt x="3123" y="18720"/>
                        <a:pt x="3000" y="18720"/>
                      </a:cubicBezTo>
                      <a:cubicBezTo>
                        <a:pt x="3000" y="18900"/>
                        <a:pt x="3123" y="18900"/>
                        <a:pt x="3000" y="18900"/>
                      </a:cubicBezTo>
                      <a:cubicBezTo>
                        <a:pt x="2877" y="18900"/>
                        <a:pt x="2632" y="19080"/>
                        <a:pt x="2632" y="18900"/>
                      </a:cubicBezTo>
                      <a:cubicBezTo>
                        <a:pt x="2632" y="18900"/>
                        <a:pt x="2755" y="18720"/>
                        <a:pt x="2755" y="18720"/>
                      </a:cubicBezTo>
                      <a:cubicBezTo>
                        <a:pt x="2755" y="18540"/>
                        <a:pt x="2755" y="18540"/>
                        <a:pt x="2755" y="18540"/>
                      </a:cubicBezTo>
                      <a:close/>
                      <a:moveTo>
                        <a:pt x="7787" y="17100"/>
                      </a:moveTo>
                      <a:cubicBezTo>
                        <a:pt x="7787" y="17100"/>
                        <a:pt x="7787" y="17100"/>
                        <a:pt x="7787" y="17100"/>
                      </a:cubicBezTo>
                      <a:cubicBezTo>
                        <a:pt x="7787" y="17100"/>
                        <a:pt x="7664" y="17640"/>
                        <a:pt x="7787" y="17640"/>
                      </a:cubicBezTo>
                      <a:cubicBezTo>
                        <a:pt x="7787" y="17640"/>
                        <a:pt x="7909" y="17640"/>
                        <a:pt x="8032" y="17640"/>
                      </a:cubicBezTo>
                      <a:cubicBezTo>
                        <a:pt x="8155" y="17460"/>
                        <a:pt x="8155" y="17460"/>
                        <a:pt x="8155" y="17460"/>
                      </a:cubicBezTo>
                      <a:cubicBezTo>
                        <a:pt x="8155" y="17280"/>
                        <a:pt x="8155" y="17100"/>
                        <a:pt x="8155" y="17100"/>
                      </a:cubicBezTo>
                      <a:cubicBezTo>
                        <a:pt x="7787" y="17100"/>
                        <a:pt x="7787" y="17100"/>
                        <a:pt x="7787" y="17100"/>
                      </a:cubicBezTo>
                      <a:close/>
                      <a:moveTo>
                        <a:pt x="1037" y="16380"/>
                      </a:moveTo>
                      <a:cubicBezTo>
                        <a:pt x="1037" y="16380"/>
                        <a:pt x="1037" y="16380"/>
                        <a:pt x="1037" y="16380"/>
                      </a:cubicBezTo>
                      <a:cubicBezTo>
                        <a:pt x="914" y="16560"/>
                        <a:pt x="914" y="16560"/>
                        <a:pt x="914" y="16560"/>
                      </a:cubicBezTo>
                      <a:cubicBezTo>
                        <a:pt x="914" y="16560"/>
                        <a:pt x="791" y="16020"/>
                        <a:pt x="791" y="15840"/>
                      </a:cubicBezTo>
                      <a:cubicBezTo>
                        <a:pt x="791" y="15840"/>
                        <a:pt x="546" y="15660"/>
                        <a:pt x="546" y="15660"/>
                      </a:cubicBezTo>
                      <a:cubicBezTo>
                        <a:pt x="546" y="15660"/>
                        <a:pt x="423" y="15660"/>
                        <a:pt x="423" y="15660"/>
                      </a:cubicBezTo>
                      <a:cubicBezTo>
                        <a:pt x="300" y="15660"/>
                        <a:pt x="300" y="15840"/>
                        <a:pt x="300" y="15840"/>
                      </a:cubicBezTo>
                      <a:cubicBezTo>
                        <a:pt x="177" y="15840"/>
                        <a:pt x="177" y="15840"/>
                        <a:pt x="177" y="15840"/>
                      </a:cubicBezTo>
                      <a:cubicBezTo>
                        <a:pt x="177" y="15840"/>
                        <a:pt x="55" y="15840"/>
                        <a:pt x="55" y="15840"/>
                      </a:cubicBezTo>
                      <a:cubicBezTo>
                        <a:pt x="-68" y="16020"/>
                        <a:pt x="55" y="16200"/>
                        <a:pt x="55" y="16200"/>
                      </a:cubicBezTo>
                      <a:cubicBezTo>
                        <a:pt x="55" y="16200"/>
                        <a:pt x="177" y="16200"/>
                        <a:pt x="300" y="16380"/>
                      </a:cubicBezTo>
                      <a:cubicBezTo>
                        <a:pt x="423" y="16380"/>
                        <a:pt x="423" y="16380"/>
                        <a:pt x="423" y="16380"/>
                      </a:cubicBezTo>
                      <a:cubicBezTo>
                        <a:pt x="423" y="16380"/>
                        <a:pt x="668" y="16740"/>
                        <a:pt x="791" y="16920"/>
                      </a:cubicBezTo>
                      <a:cubicBezTo>
                        <a:pt x="791" y="16920"/>
                        <a:pt x="791" y="17100"/>
                        <a:pt x="791" y="17100"/>
                      </a:cubicBezTo>
                      <a:cubicBezTo>
                        <a:pt x="423" y="17460"/>
                        <a:pt x="423" y="17460"/>
                        <a:pt x="423" y="17460"/>
                      </a:cubicBezTo>
                      <a:cubicBezTo>
                        <a:pt x="423" y="17460"/>
                        <a:pt x="546" y="17640"/>
                        <a:pt x="546" y="17640"/>
                      </a:cubicBezTo>
                      <a:cubicBezTo>
                        <a:pt x="668" y="17640"/>
                        <a:pt x="423" y="17820"/>
                        <a:pt x="423" y="17820"/>
                      </a:cubicBezTo>
                      <a:cubicBezTo>
                        <a:pt x="423" y="17820"/>
                        <a:pt x="423" y="18180"/>
                        <a:pt x="423" y="18180"/>
                      </a:cubicBezTo>
                      <a:cubicBezTo>
                        <a:pt x="423" y="18180"/>
                        <a:pt x="546" y="18360"/>
                        <a:pt x="791" y="18360"/>
                      </a:cubicBezTo>
                      <a:cubicBezTo>
                        <a:pt x="1037" y="18540"/>
                        <a:pt x="1037" y="18360"/>
                        <a:pt x="1037" y="18360"/>
                      </a:cubicBezTo>
                      <a:cubicBezTo>
                        <a:pt x="1159" y="18540"/>
                        <a:pt x="1159" y="18540"/>
                        <a:pt x="1159" y="18540"/>
                      </a:cubicBezTo>
                      <a:cubicBezTo>
                        <a:pt x="1159" y="18720"/>
                        <a:pt x="1159" y="18720"/>
                        <a:pt x="1159" y="18720"/>
                      </a:cubicBezTo>
                      <a:cubicBezTo>
                        <a:pt x="1282" y="18900"/>
                        <a:pt x="1282" y="18900"/>
                        <a:pt x="1282" y="18900"/>
                      </a:cubicBezTo>
                      <a:cubicBezTo>
                        <a:pt x="1650" y="19080"/>
                        <a:pt x="1650" y="19080"/>
                        <a:pt x="1650" y="19080"/>
                      </a:cubicBezTo>
                      <a:cubicBezTo>
                        <a:pt x="1650" y="19260"/>
                        <a:pt x="1650" y="19260"/>
                        <a:pt x="1650" y="19260"/>
                      </a:cubicBezTo>
                      <a:cubicBezTo>
                        <a:pt x="1650" y="19800"/>
                        <a:pt x="1650" y="19800"/>
                        <a:pt x="1650" y="19800"/>
                      </a:cubicBezTo>
                      <a:cubicBezTo>
                        <a:pt x="1650" y="19800"/>
                        <a:pt x="1527" y="19800"/>
                        <a:pt x="1405" y="19800"/>
                      </a:cubicBezTo>
                      <a:cubicBezTo>
                        <a:pt x="1405" y="19980"/>
                        <a:pt x="1405" y="20160"/>
                        <a:pt x="1282" y="20160"/>
                      </a:cubicBezTo>
                      <a:cubicBezTo>
                        <a:pt x="1282" y="20160"/>
                        <a:pt x="1282" y="20520"/>
                        <a:pt x="1159" y="20700"/>
                      </a:cubicBezTo>
                      <a:cubicBezTo>
                        <a:pt x="1159" y="20880"/>
                        <a:pt x="1282" y="21060"/>
                        <a:pt x="1282" y="21240"/>
                      </a:cubicBezTo>
                      <a:cubicBezTo>
                        <a:pt x="1282" y="21600"/>
                        <a:pt x="1405" y="21420"/>
                        <a:pt x="1527" y="21420"/>
                      </a:cubicBezTo>
                      <a:cubicBezTo>
                        <a:pt x="1527" y="21420"/>
                        <a:pt x="1650" y="21240"/>
                        <a:pt x="1650" y="21240"/>
                      </a:cubicBezTo>
                      <a:cubicBezTo>
                        <a:pt x="1773" y="21240"/>
                        <a:pt x="1896" y="20880"/>
                        <a:pt x="2018" y="20700"/>
                      </a:cubicBezTo>
                      <a:cubicBezTo>
                        <a:pt x="2018" y="20520"/>
                        <a:pt x="2018" y="20340"/>
                        <a:pt x="2018" y="20340"/>
                      </a:cubicBezTo>
                      <a:cubicBezTo>
                        <a:pt x="1896" y="20160"/>
                        <a:pt x="2018" y="19800"/>
                        <a:pt x="2018" y="19800"/>
                      </a:cubicBezTo>
                      <a:cubicBezTo>
                        <a:pt x="2018" y="19620"/>
                        <a:pt x="2018" y="19620"/>
                        <a:pt x="2018" y="19620"/>
                      </a:cubicBezTo>
                      <a:cubicBezTo>
                        <a:pt x="1896" y="18900"/>
                        <a:pt x="1896" y="18900"/>
                        <a:pt x="1896" y="18900"/>
                      </a:cubicBezTo>
                      <a:cubicBezTo>
                        <a:pt x="2141" y="18180"/>
                        <a:pt x="2141" y="18180"/>
                        <a:pt x="2141" y="18180"/>
                      </a:cubicBezTo>
                      <a:cubicBezTo>
                        <a:pt x="2387" y="18180"/>
                        <a:pt x="2387" y="18180"/>
                        <a:pt x="2387" y="18180"/>
                      </a:cubicBezTo>
                      <a:cubicBezTo>
                        <a:pt x="2755" y="17820"/>
                        <a:pt x="2755" y="17820"/>
                        <a:pt x="2755" y="17820"/>
                      </a:cubicBezTo>
                      <a:cubicBezTo>
                        <a:pt x="2755" y="17820"/>
                        <a:pt x="2755" y="17820"/>
                        <a:pt x="2755" y="17820"/>
                      </a:cubicBezTo>
                      <a:cubicBezTo>
                        <a:pt x="2755" y="17820"/>
                        <a:pt x="2877" y="17820"/>
                        <a:pt x="3000" y="17640"/>
                      </a:cubicBezTo>
                      <a:cubicBezTo>
                        <a:pt x="3246" y="17640"/>
                        <a:pt x="3123" y="17820"/>
                        <a:pt x="3246" y="17820"/>
                      </a:cubicBezTo>
                      <a:cubicBezTo>
                        <a:pt x="3246" y="18000"/>
                        <a:pt x="3368" y="18000"/>
                        <a:pt x="3491" y="18000"/>
                      </a:cubicBezTo>
                      <a:cubicBezTo>
                        <a:pt x="3491" y="18000"/>
                        <a:pt x="3614" y="17640"/>
                        <a:pt x="3614" y="17640"/>
                      </a:cubicBezTo>
                      <a:cubicBezTo>
                        <a:pt x="3614" y="17460"/>
                        <a:pt x="3491" y="17460"/>
                        <a:pt x="3491" y="17460"/>
                      </a:cubicBezTo>
                      <a:cubicBezTo>
                        <a:pt x="3368" y="17100"/>
                        <a:pt x="3368" y="17100"/>
                        <a:pt x="3368" y="17100"/>
                      </a:cubicBezTo>
                      <a:cubicBezTo>
                        <a:pt x="3737" y="16920"/>
                        <a:pt x="3737" y="16920"/>
                        <a:pt x="3737" y="16920"/>
                      </a:cubicBezTo>
                      <a:cubicBezTo>
                        <a:pt x="3859" y="16740"/>
                        <a:pt x="3859" y="16740"/>
                        <a:pt x="3859" y="16740"/>
                      </a:cubicBezTo>
                      <a:cubicBezTo>
                        <a:pt x="4105" y="16380"/>
                        <a:pt x="4105" y="16380"/>
                        <a:pt x="4105" y="16380"/>
                      </a:cubicBezTo>
                      <a:cubicBezTo>
                        <a:pt x="3982" y="16020"/>
                        <a:pt x="3982" y="16020"/>
                        <a:pt x="3982" y="16020"/>
                      </a:cubicBezTo>
                      <a:cubicBezTo>
                        <a:pt x="3982" y="16020"/>
                        <a:pt x="4227" y="16020"/>
                        <a:pt x="4350" y="16020"/>
                      </a:cubicBezTo>
                      <a:cubicBezTo>
                        <a:pt x="4350" y="16020"/>
                        <a:pt x="4350" y="15840"/>
                        <a:pt x="4350" y="15840"/>
                      </a:cubicBezTo>
                      <a:cubicBezTo>
                        <a:pt x="4227" y="15480"/>
                        <a:pt x="4227" y="15480"/>
                        <a:pt x="4227" y="15480"/>
                      </a:cubicBezTo>
                      <a:cubicBezTo>
                        <a:pt x="4227" y="15480"/>
                        <a:pt x="4473" y="15480"/>
                        <a:pt x="4596" y="15300"/>
                      </a:cubicBezTo>
                      <a:cubicBezTo>
                        <a:pt x="4596" y="15300"/>
                        <a:pt x="4473" y="15120"/>
                        <a:pt x="4473" y="15120"/>
                      </a:cubicBezTo>
                      <a:cubicBezTo>
                        <a:pt x="4473" y="14940"/>
                        <a:pt x="4596" y="14760"/>
                        <a:pt x="4596" y="14760"/>
                      </a:cubicBezTo>
                      <a:cubicBezTo>
                        <a:pt x="4596" y="14760"/>
                        <a:pt x="4841" y="15120"/>
                        <a:pt x="4964" y="15120"/>
                      </a:cubicBezTo>
                      <a:cubicBezTo>
                        <a:pt x="5087" y="15300"/>
                        <a:pt x="5087" y="15120"/>
                        <a:pt x="5209" y="15120"/>
                      </a:cubicBezTo>
                      <a:cubicBezTo>
                        <a:pt x="5209" y="14940"/>
                        <a:pt x="5087" y="14760"/>
                        <a:pt x="5087" y="14760"/>
                      </a:cubicBezTo>
                      <a:cubicBezTo>
                        <a:pt x="4964" y="14580"/>
                        <a:pt x="4964" y="14580"/>
                        <a:pt x="4964" y="14580"/>
                      </a:cubicBezTo>
                      <a:cubicBezTo>
                        <a:pt x="4596" y="14400"/>
                        <a:pt x="4596" y="14400"/>
                        <a:pt x="4596" y="14400"/>
                      </a:cubicBezTo>
                      <a:cubicBezTo>
                        <a:pt x="4105" y="14040"/>
                        <a:pt x="4105" y="14040"/>
                        <a:pt x="4105" y="14040"/>
                      </a:cubicBezTo>
                      <a:cubicBezTo>
                        <a:pt x="4105" y="14040"/>
                        <a:pt x="3737" y="14040"/>
                        <a:pt x="3737" y="13860"/>
                      </a:cubicBezTo>
                      <a:cubicBezTo>
                        <a:pt x="3614" y="13860"/>
                        <a:pt x="3614" y="13860"/>
                        <a:pt x="3614" y="13860"/>
                      </a:cubicBezTo>
                      <a:cubicBezTo>
                        <a:pt x="3614" y="13860"/>
                        <a:pt x="3368" y="13860"/>
                        <a:pt x="3368" y="13860"/>
                      </a:cubicBezTo>
                      <a:cubicBezTo>
                        <a:pt x="3246" y="13860"/>
                        <a:pt x="3123" y="14040"/>
                        <a:pt x="3000" y="14220"/>
                      </a:cubicBezTo>
                      <a:cubicBezTo>
                        <a:pt x="3000" y="14220"/>
                        <a:pt x="2877" y="14400"/>
                        <a:pt x="2755" y="14400"/>
                      </a:cubicBezTo>
                      <a:cubicBezTo>
                        <a:pt x="2755" y="14400"/>
                        <a:pt x="2632" y="14040"/>
                        <a:pt x="2632" y="14040"/>
                      </a:cubicBezTo>
                      <a:cubicBezTo>
                        <a:pt x="2387" y="14040"/>
                        <a:pt x="2387" y="14040"/>
                        <a:pt x="2387" y="14040"/>
                      </a:cubicBezTo>
                      <a:cubicBezTo>
                        <a:pt x="2387" y="14040"/>
                        <a:pt x="2264" y="14400"/>
                        <a:pt x="2264" y="14580"/>
                      </a:cubicBezTo>
                      <a:cubicBezTo>
                        <a:pt x="2264" y="14580"/>
                        <a:pt x="2018" y="14580"/>
                        <a:pt x="1896" y="14580"/>
                      </a:cubicBezTo>
                      <a:cubicBezTo>
                        <a:pt x="1773" y="14760"/>
                        <a:pt x="1650" y="14760"/>
                        <a:pt x="1527" y="14940"/>
                      </a:cubicBezTo>
                      <a:cubicBezTo>
                        <a:pt x="1405" y="14940"/>
                        <a:pt x="1650" y="15120"/>
                        <a:pt x="1650" y="15120"/>
                      </a:cubicBezTo>
                      <a:cubicBezTo>
                        <a:pt x="1650" y="15480"/>
                        <a:pt x="1650" y="15480"/>
                        <a:pt x="1650" y="15480"/>
                      </a:cubicBezTo>
                      <a:cubicBezTo>
                        <a:pt x="1405" y="15480"/>
                        <a:pt x="1405" y="15480"/>
                        <a:pt x="1405" y="15480"/>
                      </a:cubicBezTo>
                      <a:cubicBezTo>
                        <a:pt x="1282" y="15300"/>
                        <a:pt x="1282" y="15300"/>
                        <a:pt x="1282" y="15300"/>
                      </a:cubicBezTo>
                      <a:cubicBezTo>
                        <a:pt x="1037" y="15660"/>
                        <a:pt x="1037" y="15660"/>
                        <a:pt x="1037" y="15660"/>
                      </a:cubicBezTo>
                      <a:cubicBezTo>
                        <a:pt x="914" y="16020"/>
                        <a:pt x="914" y="16020"/>
                        <a:pt x="914" y="16020"/>
                      </a:cubicBezTo>
                      <a:cubicBezTo>
                        <a:pt x="914" y="16020"/>
                        <a:pt x="1037" y="16380"/>
                        <a:pt x="1037" y="16380"/>
                      </a:cubicBezTo>
                      <a:close/>
                      <a:moveTo>
                        <a:pt x="4227" y="13680"/>
                      </a:moveTo>
                      <a:cubicBezTo>
                        <a:pt x="4227" y="13680"/>
                        <a:pt x="4227" y="13680"/>
                        <a:pt x="4227" y="13680"/>
                      </a:cubicBezTo>
                      <a:cubicBezTo>
                        <a:pt x="4350" y="13860"/>
                        <a:pt x="4350" y="13860"/>
                        <a:pt x="4350" y="13860"/>
                      </a:cubicBezTo>
                      <a:cubicBezTo>
                        <a:pt x="4350" y="13860"/>
                        <a:pt x="4473" y="14040"/>
                        <a:pt x="4718" y="14040"/>
                      </a:cubicBezTo>
                      <a:cubicBezTo>
                        <a:pt x="5087" y="14040"/>
                        <a:pt x="5087" y="14400"/>
                        <a:pt x="5332" y="14040"/>
                      </a:cubicBezTo>
                      <a:cubicBezTo>
                        <a:pt x="5332" y="13860"/>
                        <a:pt x="5332" y="13860"/>
                        <a:pt x="5209" y="13680"/>
                      </a:cubicBezTo>
                      <a:cubicBezTo>
                        <a:pt x="5209" y="13500"/>
                        <a:pt x="5087" y="13500"/>
                        <a:pt x="5087" y="13320"/>
                      </a:cubicBezTo>
                      <a:cubicBezTo>
                        <a:pt x="5087" y="13320"/>
                        <a:pt x="5087" y="13320"/>
                        <a:pt x="4841" y="12960"/>
                      </a:cubicBezTo>
                      <a:cubicBezTo>
                        <a:pt x="4718" y="12780"/>
                        <a:pt x="4718" y="12960"/>
                        <a:pt x="4596" y="12960"/>
                      </a:cubicBezTo>
                      <a:cubicBezTo>
                        <a:pt x="4473" y="12960"/>
                        <a:pt x="4350" y="12960"/>
                        <a:pt x="4227" y="12960"/>
                      </a:cubicBezTo>
                      <a:cubicBezTo>
                        <a:pt x="4105" y="13140"/>
                        <a:pt x="4350" y="13320"/>
                        <a:pt x="4350" y="13500"/>
                      </a:cubicBezTo>
                      <a:cubicBezTo>
                        <a:pt x="4350" y="13500"/>
                        <a:pt x="4227" y="13680"/>
                        <a:pt x="4227" y="13680"/>
                      </a:cubicBezTo>
                      <a:close/>
                      <a:moveTo>
                        <a:pt x="2632" y="10260"/>
                      </a:moveTo>
                      <a:cubicBezTo>
                        <a:pt x="2632" y="10260"/>
                        <a:pt x="2632" y="10260"/>
                        <a:pt x="2632" y="10260"/>
                      </a:cubicBezTo>
                      <a:cubicBezTo>
                        <a:pt x="2632" y="10080"/>
                        <a:pt x="2877" y="10080"/>
                        <a:pt x="3000" y="10260"/>
                      </a:cubicBezTo>
                      <a:cubicBezTo>
                        <a:pt x="3000" y="10260"/>
                        <a:pt x="3246" y="10440"/>
                        <a:pt x="3246" y="10620"/>
                      </a:cubicBezTo>
                      <a:cubicBezTo>
                        <a:pt x="3246" y="10620"/>
                        <a:pt x="3368" y="10620"/>
                        <a:pt x="3368" y="10800"/>
                      </a:cubicBezTo>
                      <a:cubicBezTo>
                        <a:pt x="3368" y="10800"/>
                        <a:pt x="3491" y="10980"/>
                        <a:pt x="3491" y="11160"/>
                      </a:cubicBezTo>
                      <a:cubicBezTo>
                        <a:pt x="3614" y="11340"/>
                        <a:pt x="3737" y="11520"/>
                        <a:pt x="3737" y="11520"/>
                      </a:cubicBezTo>
                      <a:cubicBezTo>
                        <a:pt x="3737" y="11520"/>
                        <a:pt x="3859" y="11700"/>
                        <a:pt x="3737" y="11700"/>
                      </a:cubicBezTo>
                      <a:cubicBezTo>
                        <a:pt x="3614" y="11700"/>
                        <a:pt x="3246" y="11700"/>
                        <a:pt x="3246" y="11700"/>
                      </a:cubicBezTo>
                      <a:cubicBezTo>
                        <a:pt x="3246" y="11700"/>
                        <a:pt x="3123" y="11880"/>
                        <a:pt x="3123" y="11880"/>
                      </a:cubicBezTo>
                      <a:cubicBezTo>
                        <a:pt x="3123" y="12060"/>
                        <a:pt x="3368" y="12240"/>
                        <a:pt x="3246" y="12240"/>
                      </a:cubicBezTo>
                      <a:cubicBezTo>
                        <a:pt x="3123" y="12420"/>
                        <a:pt x="3123" y="12420"/>
                        <a:pt x="3000" y="12420"/>
                      </a:cubicBezTo>
                      <a:cubicBezTo>
                        <a:pt x="2877" y="12240"/>
                        <a:pt x="2755" y="11880"/>
                        <a:pt x="2755" y="11880"/>
                      </a:cubicBezTo>
                      <a:cubicBezTo>
                        <a:pt x="2632" y="12060"/>
                        <a:pt x="2632" y="12600"/>
                        <a:pt x="2632" y="12600"/>
                      </a:cubicBezTo>
                      <a:cubicBezTo>
                        <a:pt x="2632" y="12780"/>
                        <a:pt x="2755" y="12960"/>
                        <a:pt x="2632" y="13140"/>
                      </a:cubicBezTo>
                      <a:cubicBezTo>
                        <a:pt x="2632" y="13140"/>
                        <a:pt x="2264" y="13320"/>
                        <a:pt x="2264" y="13320"/>
                      </a:cubicBezTo>
                      <a:cubicBezTo>
                        <a:pt x="2264" y="13320"/>
                        <a:pt x="2141" y="13320"/>
                        <a:pt x="2141" y="13320"/>
                      </a:cubicBezTo>
                      <a:cubicBezTo>
                        <a:pt x="2018" y="13320"/>
                        <a:pt x="1773" y="12960"/>
                        <a:pt x="1650" y="12780"/>
                      </a:cubicBezTo>
                      <a:cubicBezTo>
                        <a:pt x="1650" y="12600"/>
                        <a:pt x="1650" y="12240"/>
                        <a:pt x="1650" y="12240"/>
                      </a:cubicBezTo>
                      <a:cubicBezTo>
                        <a:pt x="1527" y="12060"/>
                        <a:pt x="1405" y="11880"/>
                        <a:pt x="1405" y="11880"/>
                      </a:cubicBezTo>
                      <a:cubicBezTo>
                        <a:pt x="1405" y="11880"/>
                        <a:pt x="1527" y="11700"/>
                        <a:pt x="1282" y="11880"/>
                      </a:cubicBezTo>
                      <a:cubicBezTo>
                        <a:pt x="914" y="11880"/>
                        <a:pt x="1037" y="12060"/>
                        <a:pt x="914" y="12060"/>
                      </a:cubicBezTo>
                      <a:cubicBezTo>
                        <a:pt x="791" y="11880"/>
                        <a:pt x="791" y="11700"/>
                        <a:pt x="546" y="11700"/>
                      </a:cubicBezTo>
                      <a:cubicBezTo>
                        <a:pt x="423" y="11700"/>
                        <a:pt x="300" y="11520"/>
                        <a:pt x="300" y="11520"/>
                      </a:cubicBezTo>
                      <a:cubicBezTo>
                        <a:pt x="300" y="11520"/>
                        <a:pt x="668" y="11160"/>
                        <a:pt x="791" y="11160"/>
                      </a:cubicBezTo>
                      <a:cubicBezTo>
                        <a:pt x="914" y="11160"/>
                        <a:pt x="791" y="11160"/>
                        <a:pt x="1037" y="11160"/>
                      </a:cubicBezTo>
                      <a:cubicBezTo>
                        <a:pt x="1405" y="10980"/>
                        <a:pt x="1527" y="11340"/>
                        <a:pt x="1527" y="10980"/>
                      </a:cubicBezTo>
                      <a:cubicBezTo>
                        <a:pt x="1650" y="10620"/>
                        <a:pt x="1650" y="10440"/>
                        <a:pt x="1773" y="10260"/>
                      </a:cubicBezTo>
                      <a:cubicBezTo>
                        <a:pt x="1773" y="10080"/>
                        <a:pt x="1896" y="9720"/>
                        <a:pt x="1896" y="9720"/>
                      </a:cubicBezTo>
                      <a:cubicBezTo>
                        <a:pt x="1896" y="9540"/>
                        <a:pt x="2264" y="9540"/>
                        <a:pt x="2264" y="9540"/>
                      </a:cubicBezTo>
                      <a:cubicBezTo>
                        <a:pt x="2387" y="10080"/>
                        <a:pt x="2387" y="10080"/>
                        <a:pt x="2387" y="10080"/>
                      </a:cubicBezTo>
                      <a:cubicBezTo>
                        <a:pt x="2387" y="10080"/>
                        <a:pt x="2387" y="10260"/>
                        <a:pt x="2509" y="10260"/>
                      </a:cubicBezTo>
                      <a:cubicBezTo>
                        <a:pt x="2632" y="10260"/>
                        <a:pt x="2632" y="10260"/>
                        <a:pt x="2632" y="10260"/>
                      </a:cubicBezTo>
                      <a:close/>
                      <a:moveTo>
                        <a:pt x="4350" y="9360"/>
                      </a:moveTo>
                      <a:cubicBezTo>
                        <a:pt x="4350" y="9360"/>
                        <a:pt x="4350" y="9360"/>
                        <a:pt x="4350" y="9360"/>
                      </a:cubicBezTo>
                      <a:cubicBezTo>
                        <a:pt x="4227" y="9540"/>
                        <a:pt x="4227" y="9540"/>
                        <a:pt x="4227" y="9540"/>
                      </a:cubicBezTo>
                      <a:cubicBezTo>
                        <a:pt x="3737" y="9540"/>
                        <a:pt x="3737" y="9540"/>
                        <a:pt x="3737" y="9540"/>
                      </a:cubicBezTo>
                      <a:cubicBezTo>
                        <a:pt x="3737" y="9900"/>
                        <a:pt x="3737" y="9900"/>
                        <a:pt x="3737" y="9900"/>
                      </a:cubicBezTo>
                      <a:cubicBezTo>
                        <a:pt x="3982" y="10260"/>
                        <a:pt x="3982" y="10260"/>
                        <a:pt x="3982" y="10260"/>
                      </a:cubicBezTo>
                      <a:cubicBezTo>
                        <a:pt x="3982" y="10260"/>
                        <a:pt x="4105" y="10080"/>
                        <a:pt x="4227" y="10080"/>
                      </a:cubicBezTo>
                      <a:cubicBezTo>
                        <a:pt x="4350" y="10080"/>
                        <a:pt x="4596" y="10080"/>
                        <a:pt x="4596" y="10080"/>
                      </a:cubicBezTo>
                      <a:cubicBezTo>
                        <a:pt x="4718" y="9900"/>
                        <a:pt x="4718" y="9900"/>
                        <a:pt x="4718" y="9900"/>
                      </a:cubicBezTo>
                      <a:cubicBezTo>
                        <a:pt x="4596" y="9360"/>
                        <a:pt x="4596" y="9360"/>
                        <a:pt x="4596" y="9360"/>
                      </a:cubicBezTo>
                      <a:lnTo>
                        <a:pt x="4350" y="936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33" name="Shape">
                  <a:extLst>
                    <a:ext uri="{FF2B5EF4-FFF2-40B4-BE49-F238E27FC236}">
                      <a16:creationId xmlns:a16="http://schemas.microsoft.com/office/drawing/2014/main" id="{FFB628B2-C75A-4623-AF9F-35039C96DAFF}"/>
                    </a:ext>
                  </a:extLst>
                </p:cNvPr>
                <p:cNvSpPr/>
                <p:nvPr/>
              </p:nvSpPr>
              <p:spPr>
                <a:xfrm>
                  <a:off x="4832119" y="5209067"/>
                  <a:ext cx="847294" cy="6198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51" h="21600" extrusionOk="0">
                      <a:moveTo>
                        <a:pt x="571" y="4461"/>
                      </a:moveTo>
                      <a:cubicBezTo>
                        <a:pt x="571" y="4226"/>
                        <a:pt x="571" y="4226"/>
                        <a:pt x="571" y="4226"/>
                      </a:cubicBezTo>
                      <a:cubicBezTo>
                        <a:pt x="571" y="4226"/>
                        <a:pt x="571" y="4226"/>
                        <a:pt x="571" y="4226"/>
                      </a:cubicBezTo>
                      <a:cubicBezTo>
                        <a:pt x="1190" y="3991"/>
                        <a:pt x="1721" y="4461"/>
                        <a:pt x="1987" y="4461"/>
                      </a:cubicBezTo>
                      <a:cubicBezTo>
                        <a:pt x="2518" y="4578"/>
                        <a:pt x="1367" y="5400"/>
                        <a:pt x="1544" y="5400"/>
                      </a:cubicBezTo>
                      <a:cubicBezTo>
                        <a:pt x="1721" y="5283"/>
                        <a:pt x="1544" y="5987"/>
                        <a:pt x="1810" y="6104"/>
                      </a:cubicBezTo>
                      <a:cubicBezTo>
                        <a:pt x="2253" y="6222"/>
                        <a:pt x="2607" y="5752"/>
                        <a:pt x="3138" y="5752"/>
                      </a:cubicBezTo>
                      <a:cubicBezTo>
                        <a:pt x="3581" y="5635"/>
                        <a:pt x="4112" y="5987"/>
                        <a:pt x="4289" y="5752"/>
                      </a:cubicBezTo>
                      <a:cubicBezTo>
                        <a:pt x="4643" y="5165"/>
                        <a:pt x="6059" y="6339"/>
                        <a:pt x="6767" y="5752"/>
                      </a:cubicBezTo>
                      <a:cubicBezTo>
                        <a:pt x="7210" y="5283"/>
                        <a:pt x="8981" y="5048"/>
                        <a:pt x="9600" y="5048"/>
                      </a:cubicBezTo>
                      <a:cubicBezTo>
                        <a:pt x="11194" y="4930"/>
                        <a:pt x="11282" y="4930"/>
                        <a:pt x="11990" y="4343"/>
                      </a:cubicBezTo>
                      <a:cubicBezTo>
                        <a:pt x="11990" y="4343"/>
                        <a:pt x="12433" y="3052"/>
                        <a:pt x="12699" y="2465"/>
                      </a:cubicBezTo>
                      <a:cubicBezTo>
                        <a:pt x="12876" y="1996"/>
                        <a:pt x="13407" y="1761"/>
                        <a:pt x="13938" y="1291"/>
                      </a:cubicBezTo>
                      <a:cubicBezTo>
                        <a:pt x="14381" y="822"/>
                        <a:pt x="15531" y="352"/>
                        <a:pt x="15797" y="235"/>
                      </a:cubicBezTo>
                      <a:cubicBezTo>
                        <a:pt x="16062" y="235"/>
                        <a:pt x="17921" y="352"/>
                        <a:pt x="17921" y="352"/>
                      </a:cubicBezTo>
                      <a:cubicBezTo>
                        <a:pt x="18895" y="0"/>
                        <a:pt x="18895" y="0"/>
                        <a:pt x="18895" y="0"/>
                      </a:cubicBezTo>
                      <a:cubicBezTo>
                        <a:pt x="18895" y="0"/>
                        <a:pt x="19072" y="939"/>
                        <a:pt x="19338" y="1057"/>
                      </a:cubicBezTo>
                      <a:cubicBezTo>
                        <a:pt x="20135" y="1174"/>
                        <a:pt x="20754" y="1174"/>
                        <a:pt x="21020" y="939"/>
                      </a:cubicBezTo>
                      <a:cubicBezTo>
                        <a:pt x="21108" y="939"/>
                        <a:pt x="21108" y="1174"/>
                        <a:pt x="21197" y="1291"/>
                      </a:cubicBezTo>
                      <a:cubicBezTo>
                        <a:pt x="21285" y="1526"/>
                        <a:pt x="21374" y="1996"/>
                        <a:pt x="21374" y="1996"/>
                      </a:cubicBezTo>
                      <a:cubicBezTo>
                        <a:pt x="21285" y="2583"/>
                        <a:pt x="21285" y="2583"/>
                        <a:pt x="21285" y="2583"/>
                      </a:cubicBezTo>
                      <a:cubicBezTo>
                        <a:pt x="21197" y="2700"/>
                        <a:pt x="21197" y="2700"/>
                        <a:pt x="21197" y="2700"/>
                      </a:cubicBezTo>
                      <a:cubicBezTo>
                        <a:pt x="20754" y="3052"/>
                        <a:pt x="20754" y="3052"/>
                        <a:pt x="20754" y="3052"/>
                      </a:cubicBezTo>
                      <a:cubicBezTo>
                        <a:pt x="20754" y="3052"/>
                        <a:pt x="20577" y="3052"/>
                        <a:pt x="20489" y="3170"/>
                      </a:cubicBezTo>
                      <a:cubicBezTo>
                        <a:pt x="20400" y="3170"/>
                        <a:pt x="20223" y="3287"/>
                        <a:pt x="20223" y="3287"/>
                      </a:cubicBezTo>
                      <a:cubicBezTo>
                        <a:pt x="20223" y="3287"/>
                        <a:pt x="20046" y="3522"/>
                        <a:pt x="20046" y="3639"/>
                      </a:cubicBezTo>
                      <a:cubicBezTo>
                        <a:pt x="19958" y="3874"/>
                        <a:pt x="19869" y="4226"/>
                        <a:pt x="19869" y="4226"/>
                      </a:cubicBezTo>
                      <a:cubicBezTo>
                        <a:pt x="19692" y="4813"/>
                        <a:pt x="19692" y="4813"/>
                        <a:pt x="19692" y="4813"/>
                      </a:cubicBezTo>
                      <a:cubicBezTo>
                        <a:pt x="19692" y="5635"/>
                        <a:pt x="19692" y="5635"/>
                        <a:pt x="19692" y="5635"/>
                      </a:cubicBezTo>
                      <a:cubicBezTo>
                        <a:pt x="19869" y="6574"/>
                        <a:pt x="19869" y="6574"/>
                        <a:pt x="19869" y="6574"/>
                      </a:cubicBezTo>
                      <a:cubicBezTo>
                        <a:pt x="20046" y="7630"/>
                        <a:pt x="20046" y="7630"/>
                        <a:pt x="20046" y="7630"/>
                      </a:cubicBezTo>
                      <a:cubicBezTo>
                        <a:pt x="20046" y="7630"/>
                        <a:pt x="19781" y="7983"/>
                        <a:pt x="19692" y="7983"/>
                      </a:cubicBezTo>
                      <a:cubicBezTo>
                        <a:pt x="19692" y="7983"/>
                        <a:pt x="19603" y="8100"/>
                        <a:pt x="19603" y="8100"/>
                      </a:cubicBezTo>
                      <a:cubicBezTo>
                        <a:pt x="19603" y="8335"/>
                        <a:pt x="19603" y="8335"/>
                        <a:pt x="19603" y="8335"/>
                      </a:cubicBezTo>
                      <a:cubicBezTo>
                        <a:pt x="19515" y="8687"/>
                        <a:pt x="19515" y="8687"/>
                        <a:pt x="19515" y="8687"/>
                      </a:cubicBezTo>
                      <a:cubicBezTo>
                        <a:pt x="19426" y="8922"/>
                        <a:pt x="19426" y="8922"/>
                        <a:pt x="19426" y="8922"/>
                      </a:cubicBezTo>
                      <a:cubicBezTo>
                        <a:pt x="19426" y="8922"/>
                        <a:pt x="19338" y="9157"/>
                        <a:pt x="19249" y="9157"/>
                      </a:cubicBezTo>
                      <a:cubicBezTo>
                        <a:pt x="19161" y="9274"/>
                        <a:pt x="18984" y="9509"/>
                        <a:pt x="18984" y="9509"/>
                      </a:cubicBezTo>
                      <a:cubicBezTo>
                        <a:pt x="19072" y="9743"/>
                        <a:pt x="19072" y="9743"/>
                        <a:pt x="19072" y="9743"/>
                      </a:cubicBezTo>
                      <a:cubicBezTo>
                        <a:pt x="20046" y="9978"/>
                        <a:pt x="20046" y="9978"/>
                        <a:pt x="20046" y="9978"/>
                      </a:cubicBezTo>
                      <a:cubicBezTo>
                        <a:pt x="20046" y="10213"/>
                        <a:pt x="20046" y="10213"/>
                        <a:pt x="20046" y="10213"/>
                      </a:cubicBezTo>
                      <a:cubicBezTo>
                        <a:pt x="20489" y="10800"/>
                        <a:pt x="20489" y="10800"/>
                        <a:pt x="20489" y="10800"/>
                      </a:cubicBezTo>
                      <a:cubicBezTo>
                        <a:pt x="20754" y="11387"/>
                        <a:pt x="20754" y="11387"/>
                        <a:pt x="20754" y="11387"/>
                      </a:cubicBezTo>
                      <a:cubicBezTo>
                        <a:pt x="21197" y="11622"/>
                        <a:pt x="21197" y="11622"/>
                        <a:pt x="21197" y="11622"/>
                      </a:cubicBezTo>
                      <a:cubicBezTo>
                        <a:pt x="21197" y="11622"/>
                        <a:pt x="21551" y="11974"/>
                        <a:pt x="21551" y="11974"/>
                      </a:cubicBezTo>
                      <a:cubicBezTo>
                        <a:pt x="21462" y="12091"/>
                        <a:pt x="21020" y="12326"/>
                        <a:pt x="21020" y="12326"/>
                      </a:cubicBezTo>
                      <a:cubicBezTo>
                        <a:pt x="20754" y="12561"/>
                        <a:pt x="20754" y="12561"/>
                        <a:pt x="20754" y="12561"/>
                      </a:cubicBezTo>
                      <a:cubicBezTo>
                        <a:pt x="20754" y="12561"/>
                        <a:pt x="20577" y="12561"/>
                        <a:pt x="20400" y="12678"/>
                      </a:cubicBezTo>
                      <a:cubicBezTo>
                        <a:pt x="20312" y="12796"/>
                        <a:pt x="19781" y="13148"/>
                        <a:pt x="19781" y="13148"/>
                      </a:cubicBezTo>
                      <a:cubicBezTo>
                        <a:pt x="19072" y="12561"/>
                        <a:pt x="19072" y="12561"/>
                        <a:pt x="19072" y="12561"/>
                      </a:cubicBezTo>
                      <a:cubicBezTo>
                        <a:pt x="18630" y="12443"/>
                        <a:pt x="18630" y="12443"/>
                        <a:pt x="18630" y="12443"/>
                      </a:cubicBezTo>
                      <a:cubicBezTo>
                        <a:pt x="18453" y="12796"/>
                        <a:pt x="18453" y="12796"/>
                        <a:pt x="18453" y="12796"/>
                      </a:cubicBezTo>
                      <a:cubicBezTo>
                        <a:pt x="18010" y="12913"/>
                        <a:pt x="18010" y="12913"/>
                        <a:pt x="18010" y="12913"/>
                      </a:cubicBezTo>
                      <a:cubicBezTo>
                        <a:pt x="17744" y="13500"/>
                        <a:pt x="17744" y="13500"/>
                        <a:pt x="17744" y="13500"/>
                      </a:cubicBezTo>
                      <a:cubicBezTo>
                        <a:pt x="17744" y="13500"/>
                        <a:pt x="17125" y="13735"/>
                        <a:pt x="16948" y="13852"/>
                      </a:cubicBezTo>
                      <a:cubicBezTo>
                        <a:pt x="16859" y="13970"/>
                        <a:pt x="16505" y="14322"/>
                        <a:pt x="16505" y="14322"/>
                      </a:cubicBezTo>
                      <a:cubicBezTo>
                        <a:pt x="16594" y="14791"/>
                        <a:pt x="16594" y="14791"/>
                        <a:pt x="16594" y="14791"/>
                      </a:cubicBezTo>
                      <a:cubicBezTo>
                        <a:pt x="16240" y="15143"/>
                        <a:pt x="16240" y="15143"/>
                        <a:pt x="16240" y="15143"/>
                      </a:cubicBezTo>
                      <a:cubicBezTo>
                        <a:pt x="16240" y="15143"/>
                        <a:pt x="15974" y="15261"/>
                        <a:pt x="15885" y="15496"/>
                      </a:cubicBezTo>
                      <a:cubicBezTo>
                        <a:pt x="15885" y="15730"/>
                        <a:pt x="15974" y="15848"/>
                        <a:pt x="15974" y="15848"/>
                      </a:cubicBezTo>
                      <a:cubicBezTo>
                        <a:pt x="15797" y="15848"/>
                        <a:pt x="15531" y="15965"/>
                        <a:pt x="15443" y="16083"/>
                      </a:cubicBezTo>
                      <a:cubicBezTo>
                        <a:pt x="15354" y="16083"/>
                        <a:pt x="15354" y="16317"/>
                        <a:pt x="15443" y="16552"/>
                      </a:cubicBezTo>
                      <a:cubicBezTo>
                        <a:pt x="15443" y="16670"/>
                        <a:pt x="15620" y="16904"/>
                        <a:pt x="15797" y="17257"/>
                      </a:cubicBezTo>
                      <a:cubicBezTo>
                        <a:pt x="15885" y="17609"/>
                        <a:pt x="15974" y="17609"/>
                        <a:pt x="15974" y="17726"/>
                      </a:cubicBezTo>
                      <a:cubicBezTo>
                        <a:pt x="15974" y="17843"/>
                        <a:pt x="15885" y="18196"/>
                        <a:pt x="15797" y="18313"/>
                      </a:cubicBezTo>
                      <a:cubicBezTo>
                        <a:pt x="15620" y="18548"/>
                        <a:pt x="15443" y="18548"/>
                        <a:pt x="15354" y="18548"/>
                      </a:cubicBezTo>
                      <a:cubicBezTo>
                        <a:pt x="15266" y="18665"/>
                        <a:pt x="15000" y="18900"/>
                        <a:pt x="14912" y="18900"/>
                      </a:cubicBezTo>
                      <a:cubicBezTo>
                        <a:pt x="14823" y="19017"/>
                        <a:pt x="14381" y="19135"/>
                        <a:pt x="14292" y="19135"/>
                      </a:cubicBezTo>
                      <a:cubicBezTo>
                        <a:pt x="14203" y="19135"/>
                        <a:pt x="13672" y="19370"/>
                        <a:pt x="13672" y="19370"/>
                      </a:cubicBezTo>
                      <a:cubicBezTo>
                        <a:pt x="13230" y="19604"/>
                        <a:pt x="13230" y="19604"/>
                        <a:pt x="13230" y="19604"/>
                      </a:cubicBezTo>
                      <a:cubicBezTo>
                        <a:pt x="12964" y="19839"/>
                        <a:pt x="12964" y="19839"/>
                        <a:pt x="12964" y="19839"/>
                      </a:cubicBezTo>
                      <a:cubicBezTo>
                        <a:pt x="12256" y="19604"/>
                        <a:pt x="12256" y="19604"/>
                        <a:pt x="12256" y="19604"/>
                      </a:cubicBezTo>
                      <a:cubicBezTo>
                        <a:pt x="11371" y="19252"/>
                        <a:pt x="11371" y="19252"/>
                        <a:pt x="11371" y="19252"/>
                      </a:cubicBezTo>
                      <a:cubicBezTo>
                        <a:pt x="11371" y="19252"/>
                        <a:pt x="10928" y="19722"/>
                        <a:pt x="10840" y="19722"/>
                      </a:cubicBezTo>
                      <a:cubicBezTo>
                        <a:pt x="10751" y="19722"/>
                        <a:pt x="10220" y="19252"/>
                        <a:pt x="10220" y="19252"/>
                      </a:cubicBezTo>
                      <a:cubicBezTo>
                        <a:pt x="9954" y="18665"/>
                        <a:pt x="9954" y="18665"/>
                        <a:pt x="9954" y="18665"/>
                      </a:cubicBezTo>
                      <a:cubicBezTo>
                        <a:pt x="9954" y="18665"/>
                        <a:pt x="9423" y="18783"/>
                        <a:pt x="9335" y="18783"/>
                      </a:cubicBezTo>
                      <a:cubicBezTo>
                        <a:pt x="9246" y="18783"/>
                        <a:pt x="9158" y="19017"/>
                        <a:pt x="9158" y="19135"/>
                      </a:cubicBezTo>
                      <a:cubicBezTo>
                        <a:pt x="9069" y="19135"/>
                        <a:pt x="8892" y="19135"/>
                        <a:pt x="8715" y="19135"/>
                      </a:cubicBezTo>
                      <a:cubicBezTo>
                        <a:pt x="8449" y="19135"/>
                        <a:pt x="8272" y="19370"/>
                        <a:pt x="8272" y="19370"/>
                      </a:cubicBezTo>
                      <a:cubicBezTo>
                        <a:pt x="8095" y="19839"/>
                        <a:pt x="8095" y="19839"/>
                        <a:pt x="8095" y="19839"/>
                      </a:cubicBezTo>
                      <a:cubicBezTo>
                        <a:pt x="8095" y="19839"/>
                        <a:pt x="7653" y="20074"/>
                        <a:pt x="7653" y="20074"/>
                      </a:cubicBezTo>
                      <a:cubicBezTo>
                        <a:pt x="7564" y="20191"/>
                        <a:pt x="6767" y="20543"/>
                        <a:pt x="6767" y="20543"/>
                      </a:cubicBezTo>
                      <a:cubicBezTo>
                        <a:pt x="6148" y="20778"/>
                        <a:pt x="6148" y="20778"/>
                        <a:pt x="6148" y="20778"/>
                      </a:cubicBezTo>
                      <a:cubicBezTo>
                        <a:pt x="6148" y="20778"/>
                        <a:pt x="5971" y="20896"/>
                        <a:pt x="5882" y="20778"/>
                      </a:cubicBezTo>
                      <a:cubicBezTo>
                        <a:pt x="5794" y="20778"/>
                        <a:pt x="5528" y="21130"/>
                        <a:pt x="5528" y="21130"/>
                      </a:cubicBezTo>
                      <a:cubicBezTo>
                        <a:pt x="4997" y="21600"/>
                        <a:pt x="4997" y="21600"/>
                        <a:pt x="4997" y="21600"/>
                      </a:cubicBezTo>
                      <a:cubicBezTo>
                        <a:pt x="4466" y="21600"/>
                        <a:pt x="4466" y="21600"/>
                        <a:pt x="4466" y="21600"/>
                      </a:cubicBezTo>
                      <a:cubicBezTo>
                        <a:pt x="4466" y="21600"/>
                        <a:pt x="4466" y="21483"/>
                        <a:pt x="4466" y="21483"/>
                      </a:cubicBezTo>
                      <a:cubicBezTo>
                        <a:pt x="4466" y="21483"/>
                        <a:pt x="4466" y="21483"/>
                        <a:pt x="4466" y="21483"/>
                      </a:cubicBezTo>
                      <a:cubicBezTo>
                        <a:pt x="4466" y="21365"/>
                        <a:pt x="4466" y="21365"/>
                        <a:pt x="4466" y="21365"/>
                      </a:cubicBezTo>
                      <a:cubicBezTo>
                        <a:pt x="4466" y="21248"/>
                        <a:pt x="4377" y="21130"/>
                        <a:pt x="4377" y="20896"/>
                      </a:cubicBezTo>
                      <a:cubicBezTo>
                        <a:pt x="4289" y="20661"/>
                        <a:pt x="4200" y="20426"/>
                        <a:pt x="4200" y="20191"/>
                      </a:cubicBezTo>
                      <a:cubicBezTo>
                        <a:pt x="4200" y="20074"/>
                        <a:pt x="4289" y="19957"/>
                        <a:pt x="4289" y="19839"/>
                      </a:cubicBezTo>
                      <a:cubicBezTo>
                        <a:pt x="4289" y="19839"/>
                        <a:pt x="4289" y="19839"/>
                        <a:pt x="4289" y="19839"/>
                      </a:cubicBezTo>
                      <a:cubicBezTo>
                        <a:pt x="4377" y="19722"/>
                        <a:pt x="4377" y="19604"/>
                        <a:pt x="4377" y="19370"/>
                      </a:cubicBezTo>
                      <a:cubicBezTo>
                        <a:pt x="4289" y="18900"/>
                        <a:pt x="3935" y="18900"/>
                        <a:pt x="3846" y="18430"/>
                      </a:cubicBezTo>
                      <a:cubicBezTo>
                        <a:pt x="3758" y="18078"/>
                        <a:pt x="3403" y="17726"/>
                        <a:pt x="3403" y="17609"/>
                      </a:cubicBezTo>
                      <a:cubicBezTo>
                        <a:pt x="2784" y="17139"/>
                        <a:pt x="2430" y="17257"/>
                        <a:pt x="2076" y="16787"/>
                      </a:cubicBezTo>
                      <a:cubicBezTo>
                        <a:pt x="1987" y="16670"/>
                        <a:pt x="1899" y="16552"/>
                        <a:pt x="1899" y="16435"/>
                      </a:cubicBezTo>
                      <a:cubicBezTo>
                        <a:pt x="1987" y="16317"/>
                        <a:pt x="1987" y="16317"/>
                        <a:pt x="1987" y="16317"/>
                      </a:cubicBezTo>
                      <a:cubicBezTo>
                        <a:pt x="1987" y="16317"/>
                        <a:pt x="1899" y="16317"/>
                        <a:pt x="1810" y="16200"/>
                      </a:cubicBezTo>
                      <a:cubicBezTo>
                        <a:pt x="1721" y="16083"/>
                        <a:pt x="1633" y="15965"/>
                        <a:pt x="1544" y="15848"/>
                      </a:cubicBezTo>
                      <a:cubicBezTo>
                        <a:pt x="1544" y="15848"/>
                        <a:pt x="1544" y="15848"/>
                        <a:pt x="1544" y="15848"/>
                      </a:cubicBezTo>
                      <a:cubicBezTo>
                        <a:pt x="1633" y="15848"/>
                        <a:pt x="1721" y="15613"/>
                        <a:pt x="1721" y="15613"/>
                      </a:cubicBezTo>
                      <a:cubicBezTo>
                        <a:pt x="1810" y="15261"/>
                        <a:pt x="1810" y="15261"/>
                        <a:pt x="1810" y="15261"/>
                      </a:cubicBezTo>
                      <a:cubicBezTo>
                        <a:pt x="1899" y="15026"/>
                        <a:pt x="1899" y="15026"/>
                        <a:pt x="1899" y="15026"/>
                      </a:cubicBezTo>
                      <a:cubicBezTo>
                        <a:pt x="1899" y="15026"/>
                        <a:pt x="1810" y="14674"/>
                        <a:pt x="1721" y="14674"/>
                      </a:cubicBezTo>
                      <a:cubicBezTo>
                        <a:pt x="1721" y="14557"/>
                        <a:pt x="1456" y="14439"/>
                        <a:pt x="1456" y="14439"/>
                      </a:cubicBezTo>
                      <a:cubicBezTo>
                        <a:pt x="1456" y="13852"/>
                        <a:pt x="1456" y="13852"/>
                        <a:pt x="1456" y="13852"/>
                      </a:cubicBezTo>
                      <a:cubicBezTo>
                        <a:pt x="1367" y="13265"/>
                        <a:pt x="1367" y="13265"/>
                        <a:pt x="1367" y="13265"/>
                      </a:cubicBezTo>
                      <a:cubicBezTo>
                        <a:pt x="1190" y="12913"/>
                        <a:pt x="1190" y="12913"/>
                        <a:pt x="1190" y="12913"/>
                      </a:cubicBezTo>
                      <a:cubicBezTo>
                        <a:pt x="1190" y="12913"/>
                        <a:pt x="1367" y="12678"/>
                        <a:pt x="1456" y="12561"/>
                      </a:cubicBezTo>
                      <a:cubicBezTo>
                        <a:pt x="1456" y="12561"/>
                        <a:pt x="1544" y="12443"/>
                        <a:pt x="1633" y="12443"/>
                      </a:cubicBezTo>
                      <a:cubicBezTo>
                        <a:pt x="1721" y="12326"/>
                        <a:pt x="1899" y="12326"/>
                        <a:pt x="1987" y="12326"/>
                      </a:cubicBezTo>
                      <a:cubicBezTo>
                        <a:pt x="2076" y="12326"/>
                        <a:pt x="2253" y="12091"/>
                        <a:pt x="2253" y="12091"/>
                      </a:cubicBezTo>
                      <a:cubicBezTo>
                        <a:pt x="2253" y="12091"/>
                        <a:pt x="2253" y="11739"/>
                        <a:pt x="2164" y="11622"/>
                      </a:cubicBezTo>
                      <a:cubicBezTo>
                        <a:pt x="2164" y="11387"/>
                        <a:pt x="2341" y="11152"/>
                        <a:pt x="2341" y="11152"/>
                      </a:cubicBezTo>
                      <a:cubicBezTo>
                        <a:pt x="2341" y="11152"/>
                        <a:pt x="2607" y="10683"/>
                        <a:pt x="2695" y="10565"/>
                      </a:cubicBezTo>
                      <a:cubicBezTo>
                        <a:pt x="2784" y="10448"/>
                        <a:pt x="2872" y="9861"/>
                        <a:pt x="2872" y="9861"/>
                      </a:cubicBezTo>
                      <a:cubicBezTo>
                        <a:pt x="2518" y="9861"/>
                        <a:pt x="2518" y="9861"/>
                        <a:pt x="2518" y="9861"/>
                      </a:cubicBezTo>
                      <a:cubicBezTo>
                        <a:pt x="2164" y="9743"/>
                        <a:pt x="2164" y="9743"/>
                        <a:pt x="2164" y="9743"/>
                      </a:cubicBezTo>
                      <a:cubicBezTo>
                        <a:pt x="2164" y="9743"/>
                        <a:pt x="1810" y="9039"/>
                        <a:pt x="1810" y="9039"/>
                      </a:cubicBezTo>
                      <a:cubicBezTo>
                        <a:pt x="1810" y="8922"/>
                        <a:pt x="1633" y="8922"/>
                        <a:pt x="1633" y="8922"/>
                      </a:cubicBezTo>
                      <a:cubicBezTo>
                        <a:pt x="1633" y="8922"/>
                        <a:pt x="1279" y="8687"/>
                        <a:pt x="1279" y="8687"/>
                      </a:cubicBezTo>
                      <a:cubicBezTo>
                        <a:pt x="1190" y="8687"/>
                        <a:pt x="925" y="8570"/>
                        <a:pt x="925" y="8570"/>
                      </a:cubicBezTo>
                      <a:cubicBezTo>
                        <a:pt x="925" y="8570"/>
                        <a:pt x="571" y="7983"/>
                        <a:pt x="482" y="7748"/>
                      </a:cubicBezTo>
                      <a:cubicBezTo>
                        <a:pt x="394" y="7513"/>
                        <a:pt x="305" y="7396"/>
                        <a:pt x="305" y="7396"/>
                      </a:cubicBezTo>
                      <a:cubicBezTo>
                        <a:pt x="305" y="7396"/>
                        <a:pt x="217" y="7161"/>
                        <a:pt x="128" y="7043"/>
                      </a:cubicBezTo>
                      <a:cubicBezTo>
                        <a:pt x="40" y="6926"/>
                        <a:pt x="40" y="6691"/>
                        <a:pt x="40" y="6691"/>
                      </a:cubicBezTo>
                      <a:cubicBezTo>
                        <a:pt x="40" y="6691"/>
                        <a:pt x="128" y="6339"/>
                        <a:pt x="40" y="6104"/>
                      </a:cubicBezTo>
                      <a:cubicBezTo>
                        <a:pt x="40" y="5987"/>
                        <a:pt x="-49" y="5517"/>
                        <a:pt x="40" y="5517"/>
                      </a:cubicBezTo>
                      <a:cubicBezTo>
                        <a:pt x="128" y="5283"/>
                        <a:pt x="217" y="5048"/>
                        <a:pt x="394" y="4930"/>
                      </a:cubicBezTo>
                      <a:cubicBezTo>
                        <a:pt x="482" y="4930"/>
                        <a:pt x="482" y="4930"/>
                        <a:pt x="571" y="4930"/>
                      </a:cubicBezTo>
                      <a:cubicBezTo>
                        <a:pt x="659" y="4930"/>
                        <a:pt x="571" y="4578"/>
                        <a:pt x="571" y="4578"/>
                      </a:cubicBezTo>
                      <a:lnTo>
                        <a:pt x="571" y="4461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34" name="Shape">
                  <a:extLst>
                    <a:ext uri="{FF2B5EF4-FFF2-40B4-BE49-F238E27FC236}">
                      <a16:creationId xmlns:a16="http://schemas.microsoft.com/office/drawing/2014/main" id="{A8555066-CF4F-44BB-9158-E8EC4ABA4D1C}"/>
                    </a:ext>
                  </a:extLst>
                </p:cNvPr>
                <p:cNvSpPr/>
                <p:nvPr/>
              </p:nvSpPr>
              <p:spPr>
                <a:xfrm>
                  <a:off x="7987093" y="4817004"/>
                  <a:ext cx="949927" cy="7532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7265"/>
                      </a:moveTo>
                      <a:cubicBezTo>
                        <a:pt x="79" y="7265"/>
                        <a:pt x="237" y="7168"/>
                        <a:pt x="316" y="7168"/>
                      </a:cubicBezTo>
                      <a:cubicBezTo>
                        <a:pt x="316" y="7071"/>
                        <a:pt x="396" y="7071"/>
                        <a:pt x="396" y="6974"/>
                      </a:cubicBezTo>
                      <a:cubicBezTo>
                        <a:pt x="396" y="6974"/>
                        <a:pt x="158" y="6877"/>
                        <a:pt x="79" y="6683"/>
                      </a:cubicBezTo>
                      <a:cubicBezTo>
                        <a:pt x="79" y="6683"/>
                        <a:pt x="237" y="6587"/>
                        <a:pt x="237" y="6587"/>
                      </a:cubicBezTo>
                      <a:cubicBezTo>
                        <a:pt x="237" y="6587"/>
                        <a:pt x="712" y="6683"/>
                        <a:pt x="870" y="6683"/>
                      </a:cubicBezTo>
                      <a:cubicBezTo>
                        <a:pt x="1029" y="6683"/>
                        <a:pt x="1582" y="6490"/>
                        <a:pt x="1582" y="6490"/>
                      </a:cubicBezTo>
                      <a:cubicBezTo>
                        <a:pt x="1741" y="6877"/>
                        <a:pt x="1741" y="6877"/>
                        <a:pt x="1741" y="6877"/>
                      </a:cubicBezTo>
                      <a:cubicBezTo>
                        <a:pt x="1741" y="6877"/>
                        <a:pt x="2611" y="6877"/>
                        <a:pt x="2927" y="6974"/>
                      </a:cubicBezTo>
                      <a:cubicBezTo>
                        <a:pt x="3086" y="7071"/>
                        <a:pt x="3086" y="6974"/>
                        <a:pt x="3244" y="6877"/>
                      </a:cubicBezTo>
                      <a:cubicBezTo>
                        <a:pt x="3323" y="6780"/>
                        <a:pt x="3481" y="6683"/>
                        <a:pt x="3560" y="6780"/>
                      </a:cubicBezTo>
                      <a:cubicBezTo>
                        <a:pt x="3640" y="6780"/>
                        <a:pt x="3640" y="6780"/>
                        <a:pt x="3798" y="6877"/>
                      </a:cubicBezTo>
                      <a:cubicBezTo>
                        <a:pt x="3956" y="6974"/>
                        <a:pt x="4193" y="7071"/>
                        <a:pt x="4352" y="7071"/>
                      </a:cubicBezTo>
                      <a:cubicBezTo>
                        <a:pt x="4668" y="7071"/>
                        <a:pt x="4668" y="7071"/>
                        <a:pt x="4668" y="7071"/>
                      </a:cubicBezTo>
                      <a:cubicBezTo>
                        <a:pt x="4747" y="6780"/>
                        <a:pt x="4747" y="6780"/>
                        <a:pt x="4747" y="6780"/>
                      </a:cubicBezTo>
                      <a:cubicBezTo>
                        <a:pt x="4905" y="6974"/>
                        <a:pt x="4589" y="5715"/>
                        <a:pt x="4747" y="5715"/>
                      </a:cubicBezTo>
                      <a:cubicBezTo>
                        <a:pt x="4985" y="5618"/>
                        <a:pt x="5064" y="5909"/>
                        <a:pt x="5380" y="5812"/>
                      </a:cubicBezTo>
                      <a:cubicBezTo>
                        <a:pt x="5697" y="5618"/>
                        <a:pt x="6171" y="6393"/>
                        <a:pt x="6251" y="6005"/>
                      </a:cubicBezTo>
                      <a:cubicBezTo>
                        <a:pt x="6330" y="5715"/>
                        <a:pt x="6804" y="6102"/>
                        <a:pt x="6409" y="5715"/>
                      </a:cubicBezTo>
                      <a:cubicBezTo>
                        <a:pt x="5934" y="5230"/>
                        <a:pt x="6092" y="5327"/>
                        <a:pt x="5776" y="5230"/>
                      </a:cubicBezTo>
                      <a:cubicBezTo>
                        <a:pt x="5459" y="5037"/>
                        <a:pt x="5222" y="4940"/>
                        <a:pt x="5064" y="4843"/>
                      </a:cubicBezTo>
                      <a:cubicBezTo>
                        <a:pt x="4905" y="4843"/>
                        <a:pt x="4985" y="4843"/>
                        <a:pt x="4747" y="4649"/>
                      </a:cubicBezTo>
                      <a:cubicBezTo>
                        <a:pt x="4510" y="4456"/>
                        <a:pt x="4273" y="4262"/>
                        <a:pt x="4273" y="4262"/>
                      </a:cubicBezTo>
                      <a:cubicBezTo>
                        <a:pt x="4273" y="4262"/>
                        <a:pt x="4035" y="4165"/>
                        <a:pt x="4035" y="3971"/>
                      </a:cubicBezTo>
                      <a:cubicBezTo>
                        <a:pt x="3956" y="3778"/>
                        <a:pt x="3877" y="3487"/>
                        <a:pt x="3877" y="3487"/>
                      </a:cubicBezTo>
                      <a:cubicBezTo>
                        <a:pt x="4273" y="3100"/>
                        <a:pt x="4273" y="3100"/>
                        <a:pt x="4273" y="3100"/>
                      </a:cubicBezTo>
                      <a:cubicBezTo>
                        <a:pt x="4510" y="2422"/>
                        <a:pt x="4510" y="2422"/>
                        <a:pt x="4510" y="2422"/>
                      </a:cubicBezTo>
                      <a:cubicBezTo>
                        <a:pt x="4510" y="2422"/>
                        <a:pt x="4273" y="2228"/>
                        <a:pt x="4668" y="2228"/>
                      </a:cubicBezTo>
                      <a:cubicBezTo>
                        <a:pt x="4985" y="2228"/>
                        <a:pt x="4985" y="2228"/>
                        <a:pt x="4985" y="2228"/>
                      </a:cubicBezTo>
                      <a:cubicBezTo>
                        <a:pt x="4985" y="2228"/>
                        <a:pt x="5064" y="2809"/>
                        <a:pt x="5143" y="2712"/>
                      </a:cubicBezTo>
                      <a:cubicBezTo>
                        <a:pt x="5301" y="2712"/>
                        <a:pt x="5380" y="2518"/>
                        <a:pt x="5459" y="2422"/>
                      </a:cubicBezTo>
                      <a:cubicBezTo>
                        <a:pt x="5538" y="2325"/>
                        <a:pt x="5776" y="2034"/>
                        <a:pt x="5855" y="2131"/>
                      </a:cubicBezTo>
                      <a:cubicBezTo>
                        <a:pt x="5855" y="2325"/>
                        <a:pt x="5618" y="2615"/>
                        <a:pt x="5934" y="2615"/>
                      </a:cubicBezTo>
                      <a:cubicBezTo>
                        <a:pt x="6251" y="2615"/>
                        <a:pt x="6171" y="2809"/>
                        <a:pt x="6409" y="2906"/>
                      </a:cubicBezTo>
                      <a:cubicBezTo>
                        <a:pt x="6646" y="2906"/>
                        <a:pt x="6884" y="3100"/>
                        <a:pt x="6884" y="3196"/>
                      </a:cubicBezTo>
                      <a:cubicBezTo>
                        <a:pt x="6884" y="3293"/>
                        <a:pt x="6884" y="3390"/>
                        <a:pt x="6963" y="3487"/>
                      </a:cubicBezTo>
                      <a:cubicBezTo>
                        <a:pt x="7121" y="3584"/>
                        <a:pt x="7200" y="3487"/>
                        <a:pt x="7358" y="3487"/>
                      </a:cubicBezTo>
                      <a:cubicBezTo>
                        <a:pt x="7516" y="3487"/>
                        <a:pt x="7516" y="3293"/>
                        <a:pt x="7596" y="3487"/>
                      </a:cubicBezTo>
                      <a:cubicBezTo>
                        <a:pt x="7596" y="3681"/>
                        <a:pt x="7675" y="3778"/>
                        <a:pt x="7675" y="3778"/>
                      </a:cubicBezTo>
                      <a:cubicBezTo>
                        <a:pt x="7991" y="4262"/>
                        <a:pt x="7991" y="4262"/>
                        <a:pt x="7991" y="4262"/>
                      </a:cubicBezTo>
                      <a:cubicBezTo>
                        <a:pt x="8308" y="4649"/>
                        <a:pt x="8308" y="4649"/>
                        <a:pt x="8308" y="4649"/>
                      </a:cubicBezTo>
                      <a:cubicBezTo>
                        <a:pt x="8308" y="4649"/>
                        <a:pt x="8070" y="4649"/>
                        <a:pt x="8387" y="4843"/>
                      </a:cubicBezTo>
                      <a:cubicBezTo>
                        <a:pt x="8703" y="4940"/>
                        <a:pt x="8941" y="4940"/>
                        <a:pt x="8941" y="4940"/>
                      </a:cubicBezTo>
                      <a:cubicBezTo>
                        <a:pt x="8941" y="4940"/>
                        <a:pt x="8941" y="4940"/>
                        <a:pt x="9257" y="5037"/>
                      </a:cubicBezTo>
                      <a:cubicBezTo>
                        <a:pt x="9574" y="5134"/>
                        <a:pt x="9811" y="5327"/>
                        <a:pt x="10127" y="5230"/>
                      </a:cubicBezTo>
                      <a:cubicBezTo>
                        <a:pt x="10523" y="5230"/>
                        <a:pt x="10840" y="4746"/>
                        <a:pt x="10840" y="4746"/>
                      </a:cubicBezTo>
                      <a:cubicBezTo>
                        <a:pt x="10840" y="4746"/>
                        <a:pt x="10998" y="4456"/>
                        <a:pt x="10919" y="4262"/>
                      </a:cubicBezTo>
                      <a:cubicBezTo>
                        <a:pt x="10919" y="4068"/>
                        <a:pt x="11077" y="3681"/>
                        <a:pt x="11235" y="3584"/>
                      </a:cubicBezTo>
                      <a:cubicBezTo>
                        <a:pt x="11393" y="3487"/>
                        <a:pt x="11156" y="3390"/>
                        <a:pt x="11235" y="3196"/>
                      </a:cubicBezTo>
                      <a:cubicBezTo>
                        <a:pt x="11314" y="3100"/>
                        <a:pt x="11393" y="3003"/>
                        <a:pt x="11473" y="2906"/>
                      </a:cubicBezTo>
                      <a:cubicBezTo>
                        <a:pt x="11631" y="2809"/>
                        <a:pt x="12105" y="2228"/>
                        <a:pt x="12105" y="2228"/>
                      </a:cubicBezTo>
                      <a:cubicBezTo>
                        <a:pt x="12264" y="1743"/>
                        <a:pt x="12264" y="1743"/>
                        <a:pt x="12264" y="1743"/>
                      </a:cubicBezTo>
                      <a:cubicBezTo>
                        <a:pt x="12264" y="1743"/>
                        <a:pt x="12264" y="1162"/>
                        <a:pt x="12343" y="1065"/>
                      </a:cubicBezTo>
                      <a:cubicBezTo>
                        <a:pt x="12422" y="969"/>
                        <a:pt x="12659" y="194"/>
                        <a:pt x="12659" y="194"/>
                      </a:cubicBezTo>
                      <a:cubicBezTo>
                        <a:pt x="12738" y="0"/>
                        <a:pt x="12738" y="0"/>
                        <a:pt x="12738" y="0"/>
                      </a:cubicBezTo>
                      <a:cubicBezTo>
                        <a:pt x="12738" y="0"/>
                        <a:pt x="14321" y="1743"/>
                        <a:pt x="14400" y="1743"/>
                      </a:cubicBezTo>
                      <a:cubicBezTo>
                        <a:pt x="14479" y="1743"/>
                        <a:pt x="15112" y="2228"/>
                        <a:pt x="15191" y="2422"/>
                      </a:cubicBezTo>
                      <a:cubicBezTo>
                        <a:pt x="15270" y="2518"/>
                        <a:pt x="15745" y="3293"/>
                        <a:pt x="15745" y="3293"/>
                      </a:cubicBezTo>
                      <a:cubicBezTo>
                        <a:pt x="15824" y="3681"/>
                        <a:pt x="15824" y="3681"/>
                        <a:pt x="15824" y="3681"/>
                      </a:cubicBezTo>
                      <a:cubicBezTo>
                        <a:pt x="15824" y="3681"/>
                        <a:pt x="15824" y="3971"/>
                        <a:pt x="15982" y="4165"/>
                      </a:cubicBezTo>
                      <a:cubicBezTo>
                        <a:pt x="16141" y="4262"/>
                        <a:pt x="16457" y="4649"/>
                        <a:pt x="16615" y="4746"/>
                      </a:cubicBezTo>
                      <a:cubicBezTo>
                        <a:pt x="16774" y="4746"/>
                        <a:pt x="17407" y="5230"/>
                        <a:pt x="17407" y="5230"/>
                      </a:cubicBezTo>
                      <a:cubicBezTo>
                        <a:pt x="17407" y="5230"/>
                        <a:pt x="17486" y="4940"/>
                        <a:pt x="17565" y="5134"/>
                      </a:cubicBezTo>
                      <a:cubicBezTo>
                        <a:pt x="17644" y="5327"/>
                        <a:pt x="17723" y="5618"/>
                        <a:pt x="17723" y="5715"/>
                      </a:cubicBezTo>
                      <a:cubicBezTo>
                        <a:pt x="17723" y="5812"/>
                        <a:pt x="17802" y="6199"/>
                        <a:pt x="17960" y="6102"/>
                      </a:cubicBezTo>
                      <a:cubicBezTo>
                        <a:pt x="18119" y="6102"/>
                        <a:pt x="18593" y="6102"/>
                        <a:pt x="18593" y="6102"/>
                      </a:cubicBezTo>
                      <a:cubicBezTo>
                        <a:pt x="18593" y="6102"/>
                        <a:pt x="18673" y="6296"/>
                        <a:pt x="18910" y="6296"/>
                      </a:cubicBezTo>
                      <a:cubicBezTo>
                        <a:pt x="19147" y="6296"/>
                        <a:pt x="19226" y="6199"/>
                        <a:pt x="19385" y="6102"/>
                      </a:cubicBezTo>
                      <a:cubicBezTo>
                        <a:pt x="19464" y="6102"/>
                        <a:pt x="20097" y="6005"/>
                        <a:pt x="20097" y="6005"/>
                      </a:cubicBezTo>
                      <a:cubicBezTo>
                        <a:pt x="20571" y="6296"/>
                        <a:pt x="20571" y="6296"/>
                        <a:pt x="20571" y="6296"/>
                      </a:cubicBezTo>
                      <a:cubicBezTo>
                        <a:pt x="21046" y="6490"/>
                        <a:pt x="21046" y="6490"/>
                        <a:pt x="21046" y="6490"/>
                      </a:cubicBezTo>
                      <a:cubicBezTo>
                        <a:pt x="21442" y="6974"/>
                        <a:pt x="21442" y="6974"/>
                        <a:pt x="21442" y="6974"/>
                      </a:cubicBezTo>
                      <a:cubicBezTo>
                        <a:pt x="21600" y="7361"/>
                        <a:pt x="21600" y="7361"/>
                        <a:pt x="21600" y="7361"/>
                      </a:cubicBezTo>
                      <a:cubicBezTo>
                        <a:pt x="21600" y="7361"/>
                        <a:pt x="21125" y="6877"/>
                        <a:pt x="21046" y="6877"/>
                      </a:cubicBezTo>
                      <a:cubicBezTo>
                        <a:pt x="20967" y="6974"/>
                        <a:pt x="20809" y="6974"/>
                        <a:pt x="20730" y="6974"/>
                      </a:cubicBezTo>
                      <a:cubicBezTo>
                        <a:pt x="20571" y="7071"/>
                        <a:pt x="20176" y="7168"/>
                        <a:pt x="20176" y="7168"/>
                      </a:cubicBezTo>
                      <a:cubicBezTo>
                        <a:pt x="19938" y="7361"/>
                        <a:pt x="19938" y="7361"/>
                        <a:pt x="19938" y="7361"/>
                      </a:cubicBezTo>
                      <a:cubicBezTo>
                        <a:pt x="19622" y="7361"/>
                        <a:pt x="19622" y="7361"/>
                        <a:pt x="19622" y="7361"/>
                      </a:cubicBezTo>
                      <a:cubicBezTo>
                        <a:pt x="19385" y="7846"/>
                        <a:pt x="19385" y="7846"/>
                        <a:pt x="19385" y="7846"/>
                      </a:cubicBezTo>
                      <a:cubicBezTo>
                        <a:pt x="18989" y="8233"/>
                        <a:pt x="18989" y="8233"/>
                        <a:pt x="18989" y="8233"/>
                      </a:cubicBezTo>
                      <a:cubicBezTo>
                        <a:pt x="18514" y="8717"/>
                        <a:pt x="18514" y="8717"/>
                        <a:pt x="18514" y="8717"/>
                      </a:cubicBezTo>
                      <a:cubicBezTo>
                        <a:pt x="18277" y="9396"/>
                        <a:pt x="18277" y="9396"/>
                        <a:pt x="18277" y="9396"/>
                      </a:cubicBezTo>
                      <a:cubicBezTo>
                        <a:pt x="18277" y="9396"/>
                        <a:pt x="18593" y="9686"/>
                        <a:pt x="18514" y="9686"/>
                      </a:cubicBezTo>
                      <a:cubicBezTo>
                        <a:pt x="18435" y="9783"/>
                        <a:pt x="18277" y="9977"/>
                        <a:pt x="18277" y="9977"/>
                      </a:cubicBezTo>
                      <a:cubicBezTo>
                        <a:pt x="18435" y="10267"/>
                        <a:pt x="18435" y="10267"/>
                        <a:pt x="18435" y="10267"/>
                      </a:cubicBezTo>
                      <a:cubicBezTo>
                        <a:pt x="18356" y="10655"/>
                        <a:pt x="18356" y="10655"/>
                        <a:pt x="18356" y="10655"/>
                      </a:cubicBezTo>
                      <a:cubicBezTo>
                        <a:pt x="18673" y="11042"/>
                        <a:pt x="18673" y="11042"/>
                        <a:pt x="18673" y="11042"/>
                      </a:cubicBezTo>
                      <a:cubicBezTo>
                        <a:pt x="18593" y="11333"/>
                        <a:pt x="18593" y="11333"/>
                        <a:pt x="18593" y="11333"/>
                      </a:cubicBezTo>
                      <a:cubicBezTo>
                        <a:pt x="18673" y="11720"/>
                        <a:pt x="18673" y="11720"/>
                        <a:pt x="18673" y="11720"/>
                      </a:cubicBezTo>
                      <a:cubicBezTo>
                        <a:pt x="18673" y="11720"/>
                        <a:pt x="18989" y="11720"/>
                        <a:pt x="18673" y="12108"/>
                      </a:cubicBezTo>
                      <a:cubicBezTo>
                        <a:pt x="18435" y="12398"/>
                        <a:pt x="18356" y="12495"/>
                        <a:pt x="18356" y="12592"/>
                      </a:cubicBezTo>
                      <a:cubicBezTo>
                        <a:pt x="18435" y="12786"/>
                        <a:pt x="18514" y="13173"/>
                        <a:pt x="18514" y="13173"/>
                      </a:cubicBezTo>
                      <a:cubicBezTo>
                        <a:pt x="18514" y="13173"/>
                        <a:pt x="18435" y="13464"/>
                        <a:pt x="18593" y="13657"/>
                      </a:cubicBezTo>
                      <a:cubicBezTo>
                        <a:pt x="18673" y="13754"/>
                        <a:pt x="19068" y="13948"/>
                        <a:pt x="19068" y="13948"/>
                      </a:cubicBezTo>
                      <a:cubicBezTo>
                        <a:pt x="19068" y="13948"/>
                        <a:pt x="19226" y="14239"/>
                        <a:pt x="19226" y="14335"/>
                      </a:cubicBezTo>
                      <a:cubicBezTo>
                        <a:pt x="19147" y="14432"/>
                        <a:pt x="18673" y="14529"/>
                        <a:pt x="18673" y="14529"/>
                      </a:cubicBezTo>
                      <a:cubicBezTo>
                        <a:pt x="18673" y="14529"/>
                        <a:pt x="18673" y="14820"/>
                        <a:pt x="18673" y="14917"/>
                      </a:cubicBezTo>
                      <a:cubicBezTo>
                        <a:pt x="18673" y="15013"/>
                        <a:pt x="18752" y="15498"/>
                        <a:pt x="18752" y="15498"/>
                      </a:cubicBezTo>
                      <a:cubicBezTo>
                        <a:pt x="18910" y="16079"/>
                        <a:pt x="18910" y="16079"/>
                        <a:pt x="18910" y="16079"/>
                      </a:cubicBezTo>
                      <a:cubicBezTo>
                        <a:pt x="18910" y="16079"/>
                        <a:pt x="18910" y="16466"/>
                        <a:pt x="18752" y="16660"/>
                      </a:cubicBezTo>
                      <a:cubicBezTo>
                        <a:pt x="18514" y="16854"/>
                        <a:pt x="18435" y="16951"/>
                        <a:pt x="18277" y="16757"/>
                      </a:cubicBezTo>
                      <a:cubicBezTo>
                        <a:pt x="18593" y="16370"/>
                        <a:pt x="18593" y="16370"/>
                        <a:pt x="18593" y="16370"/>
                      </a:cubicBezTo>
                      <a:cubicBezTo>
                        <a:pt x="18514" y="15982"/>
                        <a:pt x="18514" y="15982"/>
                        <a:pt x="18514" y="15982"/>
                      </a:cubicBezTo>
                      <a:cubicBezTo>
                        <a:pt x="18277" y="16079"/>
                        <a:pt x="18277" y="16079"/>
                        <a:pt x="18277" y="16079"/>
                      </a:cubicBezTo>
                      <a:cubicBezTo>
                        <a:pt x="18119" y="15595"/>
                        <a:pt x="18119" y="15595"/>
                        <a:pt x="18119" y="15595"/>
                      </a:cubicBezTo>
                      <a:cubicBezTo>
                        <a:pt x="17802" y="15691"/>
                        <a:pt x="17802" y="15691"/>
                        <a:pt x="17802" y="15691"/>
                      </a:cubicBezTo>
                      <a:cubicBezTo>
                        <a:pt x="17644" y="16273"/>
                        <a:pt x="17644" y="16273"/>
                        <a:pt x="17644" y="16273"/>
                      </a:cubicBezTo>
                      <a:cubicBezTo>
                        <a:pt x="17802" y="16854"/>
                        <a:pt x="17802" y="16854"/>
                        <a:pt x="17802" y="16854"/>
                      </a:cubicBezTo>
                      <a:cubicBezTo>
                        <a:pt x="17881" y="17144"/>
                        <a:pt x="17881" y="17144"/>
                        <a:pt x="17881" y="17144"/>
                      </a:cubicBezTo>
                      <a:cubicBezTo>
                        <a:pt x="17881" y="17144"/>
                        <a:pt x="17723" y="17144"/>
                        <a:pt x="17644" y="17241"/>
                      </a:cubicBezTo>
                      <a:cubicBezTo>
                        <a:pt x="17644" y="17241"/>
                        <a:pt x="17486" y="17338"/>
                        <a:pt x="17565" y="17435"/>
                      </a:cubicBezTo>
                      <a:cubicBezTo>
                        <a:pt x="17644" y="17532"/>
                        <a:pt x="17723" y="17726"/>
                        <a:pt x="17723" y="17726"/>
                      </a:cubicBezTo>
                      <a:cubicBezTo>
                        <a:pt x="17723" y="17822"/>
                        <a:pt x="17802" y="18210"/>
                        <a:pt x="17802" y="18210"/>
                      </a:cubicBezTo>
                      <a:cubicBezTo>
                        <a:pt x="17960" y="18597"/>
                        <a:pt x="17960" y="18597"/>
                        <a:pt x="17960" y="18597"/>
                      </a:cubicBezTo>
                      <a:cubicBezTo>
                        <a:pt x="17960" y="18597"/>
                        <a:pt x="18198" y="19372"/>
                        <a:pt x="18198" y="19469"/>
                      </a:cubicBezTo>
                      <a:cubicBezTo>
                        <a:pt x="18198" y="19469"/>
                        <a:pt x="18356" y="20244"/>
                        <a:pt x="18356" y="20244"/>
                      </a:cubicBezTo>
                      <a:cubicBezTo>
                        <a:pt x="18356" y="20244"/>
                        <a:pt x="17960" y="20728"/>
                        <a:pt x="17881" y="20825"/>
                      </a:cubicBezTo>
                      <a:cubicBezTo>
                        <a:pt x="17723" y="20922"/>
                        <a:pt x="17723" y="21116"/>
                        <a:pt x="17644" y="21019"/>
                      </a:cubicBezTo>
                      <a:cubicBezTo>
                        <a:pt x="17565" y="20922"/>
                        <a:pt x="17407" y="20728"/>
                        <a:pt x="17248" y="20631"/>
                      </a:cubicBezTo>
                      <a:cubicBezTo>
                        <a:pt x="17169" y="20535"/>
                        <a:pt x="16774" y="20147"/>
                        <a:pt x="16695" y="20050"/>
                      </a:cubicBezTo>
                      <a:cubicBezTo>
                        <a:pt x="16615" y="19953"/>
                        <a:pt x="16457" y="19857"/>
                        <a:pt x="16457" y="19857"/>
                      </a:cubicBezTo>
                      <a:cubicBezTo>
                        <a:pt x="16457" y="19857"/>
                        <a:pt x="16378" y="20050"/>
                        <a:pt x="16299" y="20050"/>
                      </a:cubicBezTo>
                      <a:cubicBezTo>
                        <a:pt x="16220" y="20050"/>
                        <a:pt x="16062" y="19953"/>
                        <a:pt x="16062" y="19953"/>
                      </a:cubicBezTo>
                      <a:cubicBezTo>
                        <a:pt x="15982" y="19953"/>
                        <a:pt x="15824" y="19857"/>
                        <a:pt x="15745" y="19760"/>
                      </a:cubicBezTo>
                      <a:cubicBezTo>
                        <a:pt x="15587" y="19566"/>
                        <a:pt x="15508" y="19372"/>
                        <a:pt x="15429" y="19372"/>
                      </a:cubicBezTo>
                      <a:cubicBezTo>
                        <a:pt x="15429" y="19372"/>
                        <a:pt x="15429" y="19275"/>
                        <a:pt x="15112" y="19275"/>
                      </a:cubicBezTo>
                      <a:cubicBezTo>
                        <a:pt x="14796" y="19372"/>
                        <a:pt x="14163" y="19372"/>
                        <a:pt x="14558" y="18791"/>
                      </a:cubicBezTo>
                      <a:cubicBezTo>
                        <a:pt x="14637" y="18597"/>
                        <a:pt x="14479" y="18307"/>
                        <a:pt x="14954" y="18016"/>
                      </a:cubicBezTo>
                      <a:cubicBezTo>
                        <a:pt x="14954" y="18016"/>
                        <a:pt x="15349" y="17822"/>
                        <a:pt x="15429" y="17629"/>
                      </a:cubicBezTo>
                      <a:cubicBezTo>
                        <a:pt x="15587" y="17435"/>
                        <a:pt x="15270" y="17144"/>
                        <a:pt x="15270" y="17144"/>
                      </a:cubicBezTo>
                      <a:cubicBezTo>
                        <a:pt x="15191" y="17144"/>
                        <a:pt x="15112" y="17144"/>
                        <a:pt x="14954" y="17048"/>
                      </a:cubicBezTo>
                      <a:cubicBezTo>
                        <a:pt x="14875" y="17048"/>
                        <a:pt x="14479" y="16757"/>
                        <a:pt x="14479" y="16660"/>
                      </a:cubicBezTo>
                      <a:cubicBezTo>
                        <a:pt x="14400" y="16466"/>
                        <a:pt x="14400" y="16370"/>
                        <a:pt x="14479" y="15982"/>
                      </a:cubicBezTo>
                      <a:cubicBezTo>
                        <a:pt x="14558" y="15595"/>
                        <a:pt x="14637" y="15788"/>
                        <a:pt x="14796" y="15595"/>
                      </a:cubicBezTo>
                      <a:cubicBezTo>
                        <a:pt x="15033" y="15304"/>
                        <a:pt x="15191" y="15110"/>
                        <a:pt x="14954" y="14917"/>
                      </a:cubicBezTo>
                      <a:cubicBezTo>
                        <a:pt x="14716" y="14820"/>
                        <a:pt x="14637" y="14917"/>
                        <a:pt x="14163" y="14529"/>
                      </a:cubicBezTo>
                      <a:cubicBezTo>
                        <a:pt x="13688" y="14142"/>
                        <a:pt x="13530" y="13948"/>
                        <a:pt x="13451" y="13948"/>
                      </a:cubicBezTo>
                      <a:cubicBezTo>
                        <a:pt x="13371" y="13851"/>
                        <a:pt x="13292" y="13754"/>
                        <a:pt x="13134" y="13851"/>
                      </a:cubicBezTo>
                      <a:cubicBezTo>
                        <a:pt x="13055" y="13948"/>
                        <a:pt x="12659" y="14432"/>
                        <a:pt x="12580" y="14529"/>
                      </a:cubicBezTo>
                      <a:cubicBezTo>
                        <a:pt x="12501" y="14626"/>
                        <a:pt x="12026" y="15110"/>
                        <a:pt x="12026" y="15110"/>
                      </a:cubicBezTo>
                      <a:cubicBezTo>
                        <a:pt x="11947" y="15207"/>
                        <a:pt x="11156" y="15885"/>
                        <a:pt x="11156" y="15885"/>
                      </a:cubicBezTo>
                      <a:cubicBezTo>
                        <a:pt x="11156" y="15885"/>
                        <a:pt x="10919" y="16660"/>
                        <a:pt x="10760" y="16951"/>
                      </a:cubicBezTo>
                      <a:cubicBezTo>
                        <a:pt x="10681" y="17241"/>
                        <a:pt x="10207" y="17629"/>
                        <a:pt x="10207" y="17822"/>
                      </a:cubicBezTo>
                      <a:cubicBezTo>
                        <a:pt x="10207" y="17919"/>
                        <a:pt x="10207" y="18210"/>
                        <a:pt x="10127" y="18307"/>
                      </a:cubicBezTo>
                      <a:cubicBezTo>
                        <a:pt x="10127" y="18307"/>
                        <a:pt x="9890" y="18694"/>
                        <a:pt x="9732" y="18694"/>
                      </a:cubicBezTo>
                      <a:cubicBezTo>
                        <a:pt x="9653" y="18791"/>
                        <a:pt x="9178" y="18888"/>
                        <a:pt x="9178" y="19082"/>
                      </a:cubicBezTo>
                      <a:cubicBezTo>
                        <a:pt x="9178" y="19275"/>
                        <a:pt x="9415" y="19275"/>
                        <a:pt x="9178" y="19663"/>
                      </a:cubicBezTo>
                      <a:cubicBezTo>
                        <a:pt x="8941" y="19953"/>
                        <a:pt x="8703" y="21309"/>
                        <a:pt x="8466" y="20147"/>
                      </a:cubicBezTo>
                      <a:cubicBezTo>
                        <a:pt x="8308" y="19372"/>
                        <a:pt x="8308" y="19275"/>
                        <a:pt x="8149" y="19178"/>
                      </a:cubicBezTo>
                      <a:cubicBezTo>
                        <a:pt x="7912" y="18985"/>
                        <a:pt x="7754" y="18888"/>
                        <a:pt x="7754" y="18888"/>
                      </a:cubicBezTo>
                      <a:cubicBezTo>
                        <a:pt x="7754" y="18888"/>
                        <a:pt x="7596" y="18597"/>
                        <a:pt x="7912" y="18500"/>
                      </a:cubicBezTo>
                      <a:cubicBezTo>
                        <a:pt x="8229" y="18500"/>
                        <a:pt x="8308" y="18694"/>
                        <a:pt x="8466" y="18500"/>
                      </a:cubicBezTo>
                      <a:cubicBezTo>
                        <a:pt x="8703" y="18307"/>
                        <a:pt x="8782" y="18210"/>
                        <a:pt x="8466" y="18113"/>
                      </a:cubicBezTo>
                      <a:cubicBezTo>
                        <a:pt x="8149" y="18016"/>
                        <a:pt x="8308" y="18210"/>
                        <a:pt x="7991" y="18016"/>
                      </a:cubicBezTo>
                      <a:cubicBezTo>
                        <a:pt x="7754" y="17726"/>
                        <a:pt x="7675" y="17726"/>
                        <a:pt x="7596" y="17629"/>
                      </a:cubicBezTo>
                      <a:cubicBezTo>
                        <a:pt x="7596" y="17532"/>
                        <a:pt x="7596" y="17532"/>
                        <a:pt x="7675" y="17435"/>
                      </a:cubicBezTo>
                      <a:cubicBezTo>
                        <a:pt x="7833" y="17144"/>
                        <a:pt x="7833" y="17144"/>
                        <a:pt x="7833" y="17144"/>
                      </a:cubicBezTo>
                      <a:cubicBezTo>
                        <a:pt x="7833" y="17144"/>
                        <a:pt x="7833" y="17144"/>
                        <a:pt x="7754" y="17144"/>
                      </a:cubicBezTo>
                      <a:cubicBezTo>
                        <a:pt x="7754" y="16951"/>
                        <a:pt x="7912" y="16757"/>
                        <a:pt x="7912" y="16563"/>
                      </a:cubicBezTo>
                      <a:cubicBezTo>
                        <a:pt x="7912" y="16466"/>
                        <a:pt x="7833" y="16370"/>
                        <a:pt x="7754" y="16370"/>
                      </a:cubicBezTo>
                      <a:cubicBezTo>
                        <a:pt x="7675" y="16370"/>
                        <a:pt x="7754" y="16370"/>
                        <a:pt x="7596" y="16370"/>
                      </a:cubicBezTo>
                      <a:cubicBezTo>
                        <a:pt x="7596" y="16273"/>
                        <a:pt x="7516" y="16273"/>
                        <a:pt x="7516" y="16176"/>
                      </a:cubicBezTo>
                      <a:cubicBezTo>
                        <a:pt x="7437" y="16079"/>
                        <a:pt x="7437" y="16079"/>
                        <a:pt x="7437" y="16079"/>
                      </a:cubicBezTo>
                      <a:cubicBezTo>
                        <a:pt x="7121" y="16079"/>
                        <a:pt x="7121" y="16079"/>
                        <a:pt x="7121" y="16079"/>
                      </a:cubicBezTo>
                      <a:cubicBezTo>
                        <a:pt x="7042" y="15691"/>
                        <a:pt x="7042" y="15691"/>
                        <a:pt x="7042" y="15691"/>
                      </a:cubicBezTo>
                      <a:cubicBezTo>
                        <a:pt x="7042" y="15691"/>
                        <a:pt x="7279" y="15788"/>
                        <a:pt x="7358" y="15788"/>
                      </a:cubicBezTo>
                      <a:cubicBezTo>
                        <a:pt x="7437" y="15788"/>
                        <a:pt x="7754" y="15498"/>
                        <a:pt x="7754" y="15498"/>
                      </a:cubicBezTo>
                      <a:cubicBezTo>
                        <a:pt x="7754" y="15498"/>
                        <a:pt x="7596" y="15401"/>
                        <a:pt x="7516" y="15401"/>
                      </a:cubicBezTo>
                      <a:cubicBezTo>
                        <a:pt x="7437" y="15401"/>
                        <a:pt x="7437" y="15110"/>
                        <a:pt x="7437" y="15110"/>
                      </a:cubicBezTo>
                      <a:cubicBezTo>
                        <a:pt x="7200" y="14917"/>
                        <a:pt x="7200" y="14917"/>
                        <a:pt x="7200" y="14917"/>
                      </a:cubicBezTo>
                      <a:cubicBezTo>
                        <a:pt x="6884" y="14820"/>
                        <a:pt x="6884" y="14820"/>
                        <a:pt x="6884" y="14820"/>
                      </a:cubicBezTo>
                      <a:cubicBezTo>
                        <a:pt x="6884" y="14820"/>
                        <a:pt x="6804" y="14723"/>
                        <a:pt x="6725" y="14723"/>
                      </a:cubicBezTo>
                      <a:cubicBezTo>
                        <a:pt x="6725" y="14626"/>
                        <a:pt x="6725" y="14529"/>
                        <a:pt x="6725" y="14529"/>
                      </a:cubicBezTo>
                      <a:cubicBezTo>
                        <a:pt x="6804" y="14432"/>
                        <a:pt x="6804" y="14432"/>
                        <a:pt x="6804" y="14432"/>
                      </a:cubicBezTo>
                      <a:cubicBezTo>
                        <a:pt x="7042" y="14239"/>
                        <a:pt x="7042" y="14239"/>
                        <a:pt x="7042" y="14239"/>
                      </a:cubicBezTo>
                      <a:cubicBezTo>
                        <a:pt x="7042" y="13948"/>
                        <a:pt x="7042" y="13948"/>
                        <a:pt x="7042" y="13948"/>
                      </a:cubicBezTo>
                      <a:cubicBezTo>
                        <a:pt x="7042" y="13657"/>
                        <a:pt x="7042" y="13657"/>
                        <a:pt x="7042" y="13657"/>
                      </a:cubicBezTo>
                      <a:cubicBezTo>
                        <a:pt x="6884" y="13657"/>
                        <a:pt x="6884" y="13657"/>
                        <a:pt x="6884" y="13657"/>
                      </a:cubicBezTo>
                      <a:cubicBezTo>
                        <a:pt x="6884" y="13657"/>
                        <a:pt x="6567" y="13851"/>
                        <a:pt x="6409" y="13657"/>
                      </a:cubicBezTo>
                      <a:cubicBezTo>
                        <a:pt x="6251" y="13561"/>
                        <a:pt x="6330" y="13657"/>
                        <a:pt x="6171" y="13754"/>
                      </a:cubicBezTo>
                      <a:cubicBezTo>
                        <a:pt x="6092" y="13754"/>
                        <a:pt x="5934" y="13948"/>
                        <a:pt x="5934" y="13948"/>
                      </a:cubicBezTo>
                      <a:cubicBezTo>
                        <a:pt x="5934" y="13948"/>
                        <a:pt x="5855" y="14045"/>
                        <a:pt x="5697" y="14045"/>
                      </a:cubicBezTo>
                      <a:cubicBezTo>
                        <a:pt x="5618" y="14045"/>
                        <a:pt x="5618" y="13754"/>
                        <a:pt x="5618" y="13754"/>
                      </a:cubicBezTo>
                      <a:cubicBezTo>
                        <a:pt x="5222" y="13657"/>
                        <a:pt x="5222" y="13657"/>
                        <a:pt x="5222" y="13657"/>
                      </a:cubicBezTo>
                      <a:cubicBezTo>
                        <a:pt x="4905" y="13270"/>
                        <a:pt x="4905" y="13270"/>
                        <a:pt x="4905" y="13270"/>
                      </a:cubicBezTo>
                      <a:cubicBezTo>
                        <a:pt x="4431" y="13270"/>
                        <a:pt x="4431" y="13270"/>
                        <a:pt x="4431" y="13270"/>
                      </a:cubicBezTo>
                      <a:cubicBezTo>
                        <a:pt x="4273" y="13173"/>
                        <a:pt x="4273" y="13173"/>
                        <a:pt x="4273" y="13173"/>
                      </a:cubicBezTo>
                      <a:cubicBezTo>
                        <a:pt x="4114" y="12979"/>
                        <a:pt x="4114" y="12979"/>
                        <a:pt x="4114" y="12979"/>
                      </a:cubicBezTo>
                      <a:cubicBezTo>
                        <a:pt x="4114" y="12979"/>
                        <a:pt x="4035" y="12786"/>
                        <a:pt x="3956" y="12786"/>
                      </a:cubicBezTo>
                      <a:cubicBezTo>
                        <a:pt x="3798" y="12689"/>
                        <a:pt x="3798" y="12786"/>
                        <a:pt x="3719" y="12786"/>
                      </a:cubicBezTo>
                      <a:cubicBezTo>
                        <a:pt x="3640" y="12786"/>
                        <a:pt x="3640" y="12786"/>
                        <a:pt x="3402" y="12786"/>
                      </a:cubicBezTo>
                      <a:cubicBezTo>
                        <a:pt x="3244" y="12786"/>
                        <a:pt x="3244" y="12592"/>
                        <a:pt x="3244" y="12592"/>
                      </a:cubicBezTo>
                      <a:cubicBezTo>
                        <a:pt x="3244" y="12592"/>
                        <a:pt x="3323" y="12398"/>
                        <a:pt x="3323" y="12301"/>
                      </a:cubicBezTo>
                      <a:cubicBezTo>
                        <a:pt x="3323" y="12301"/>
                        <a:pt x="3481" y="12301"/>
                        <a:pt x="3481" y="12301"/>
                      </a:cubicBezTo>
                      <a:cubicBezTo>
                        <a:pt x="3560" y="12204"/>
                        <a:pt x="3798" y="12108"/>
                        <a:pt x="3956" y="12108"/>
                      </a:cubicBezTo>
                      <a:cubicBezTo>
                        <a:pt x="4035" y="12108"/>
                        <a:pt x="4035" y="12108"/>
                        <a:pt x="4193" y="12011"/>
                      </a:cubicBezTo>
                      <a:cubicBezTo>
                        <a:pt x="4273" y="12011"/>
                        <a:pt x="4273" y="11914"/>
                        <a:pt x="4273" y="11914"/>
                      </a:cubicBezTo>
                      <a:cubicBezTo>
                        <a:pt x="4273" y="11914"/>
                        <a:pt x="4273" y="11526"/>
                        <a:pt x="4273" y="11526"/>
                      </a:cubicBezTo>
                      <a:cubicBezTo>
                        <a:pt x="4273" y="11430"/>
                        <a:pt x="4273" y="11430"/>
                        <a:pt x="4352" y="11430"/>
                      </a:cubicBezTo>
                      <a:cubicBezTo>
                        <a:pt x="4352" y="11333"/>
                        <a:pt x="4352" y="11236"/>
                        <a:pt x="4352" y="11236"/>
                      </a:cubicBezTo>
                      <a:cubicBezTo>
                        <a:pt x="4352" y="11236"/>
                        <a:pt x="4273" y="11042"/>
                        <a:pt x="4273" y="10945"/>
                      </a:cubicBezTo>
                      <a:cubicBezTo>
                        <a:pt x="4193" y="10752"/>
                        <a:pt x="4114" y="10848"/>
                        <a:pt x="4114" y="10848"/>
                      </a:cubicBezTo>
                      <a:cubicBezTo>
                        <a:pt x="3956" y="10848"/>
                        <a:pt x="3956" y="10848"/>
                        <a:pt x="3956" y="10848"/>
                      </a:cubicBezTo>
                      <a:cubicBezTo>
                        <a:pt x="3956" y="10848"/>
                        <a:pt x="3719" y="10848"/>
                        <a:pt x="3719" y="10752"/>
                      </a:cubicBezTo>
                      <a:cubicBezTo>
                        <a:pt x="3640" y="10752"/>
                        <a:pt x="3481" y="10752"/>
                        <a:pt x="3481" y="10752"/>
                      </a:cubicBezTo>
                      <a:cubicBezTo>
                        <a:pt x="3244" y="10461"/>
                        <a:pt x="3244" y="10461"/>
                        <a:pt x="3244" y="10461"/>
                      </a:cubicBezTo>
                      <a:cubicBezTo>
                        <a:pt x="3244" y="10461"/>
                        <a:pt x="3086" y="10461"/>
                        <a:pt x="2927" y="10461"/>
                      </a:cubicBezTo>
                      <a:cubicBezTo>
                        <a:pt x="2769" y="10364"/>
                        <a:pt x="2611" y="10267"/>
                        <a:pt x="2611" y="10267"/>
                      </a:cubicBezTo>
                      <a:cubicBezTo>
                        <a:pt x="2136" y="9880"/>
                        <a:pt x="2136" y="9880"/>
                        <a:pt x="2136" y="9880"/>
                      </a:cubicBezTo>
                      <a:cubicBezTo>
                        <a:pt x="2057" y="9686"/>
                        <a:pt x="2057" y="9686"/>
                        <a:pt x="2057" y="9686"/>
                      </a:cubicBezTo>
                      <a:cubicBezTo>
                        <a:pt x="1899" y="9589"/>
                        <a:pt x="1899" y="9589"/>
                        <a:pt x="1899" y="9589"/>
                      </a:cubicBezTo>
                      <a:cubicBezTo>
                        <a:pt x="1899" y="9589"/>
                        <a:pt x="1662" y="9202"/>
                        <a:pt x="1662" y="9105"/>
                      </a:cubicBezTo>
                      <a:cubicBezTo>
                        <a:pt x="1662" y="9105"/>
                        <a:pt x="1662" y="9105"/>
                        <a:pt x="1741" y="9008"/>
                      </a:cubicBezTo>
                      <a:cubicBezTo>
                        <a:pt x="1741" y="9008"/>
                        <a:pt x="1741" y="8911"/>
                        <a:pt x="1820" y="8814"/>
                      </a:cubicBezTo>
                      <a:cubicBezTo>
                        <a:pt x="1820" y="8717"/>
                        <a:pt x="1899" y="8621"/>
                        <a:pt x="1899" y="8524"/>
                      </a:cubicBezTo>
                      <a:cubicBezTo>
                        <a:pt x="1899" y="8524"/>
                        <a:pt x="1978" y="8427"/>
                        <a:pt x="2057" y="8427"/>
                      </a:cubicBezTo>
                      <a:cubicBezTo>
                        <a:pt x="2136" y="8427"/>
                        <a:pt x="2215" y="8330"/>
                        <a:pt x="2215" y="8330"/>
                      </a:cubicBezTo>
                      <a:cubicBezTo>
                        <a:pt x="2215" y="8233"/>
                        <a:pt x="2215" y="8136"/>
                        <a:pt x="2295" y="8039"/>
                      </a:cubicBezTo>
                      <a:cubicBezTo>
                        <a:pt x="2295" y="7943"/>
                        <a:pt x="2136" y="8039"/>
                        <a:pt x="2057" y="7943"/>
                      </a:cubicBezTo>
                      <a:cubicBezTo>
                        <a:pt x="1978" y="7943"/>
                        <a:pt x="1978" y="7943"/>
                        <a:pt x="1899" y="8039"/>
                      </a:cubicBezTo>
                      <a:cubicBezTo>
                        <a:pt x="1820" y="8039"/>
                        <a:pt x="1741" y="7846"/>
                        <a:pt x="1741" y="7846"/>
                      </a:cubicBezTo>
                      <a:cubicBezTo>
                        <a:pt x="1741" y="7749"/>
                        <a:pt x="1582" y="7749"/>
                        <a:pt x="1503" y="7652"/>
                      </a:cubicBezTo>
                      <a:cubicBezTo>
                        <a:pt x="1424" y="7652"/>
                        <a:pt x="1424" y="7652"/>
                        <a:pt x="1424" y="7555"/>
                      </a:cubicBezTo>
                      <a:cubicBezTo>
                        <a:pt x="1345" y="7458"/>
                        <a:pt x="1424" y="7458"/>
                        <a:pt x="1345" y="7458"/>
                      </a:cubicBezTo>
                      <a:cubicBezTo>
                        <a:pt x="1345" y="7361"/>
                        <a:pt x="1266" y="7361"/>
                        <a:pt x="1266" y="7361"/>
                      </a:cubicBezTo>
                      <a:cubicBezTo>
                        <a:pt x="1266" y="7361"/>
                        <a:pt x="1187" y="7555"/>
                        <a:pt x="1108" y="7555"/>
                      </a:cubicBezTo>
                      <a:cubicBezTo>
                        <a:pt x="1029" y="7555"/>
                        <a:pt x="949" y="7458"/>
                        <a:pt x="949" y="7458"/>
                      </a:cubicBezTo>
                      <a:cubicBezTo>
                        <a:pt x="870" y="7458"/>
                        <a:pt x="791" y="7458"/>
                        <a:pt x="712" y="7555"/>
                      </a:cubicBezTo>
                      <a:cubicBezTo>
                        <a:pt x="712" y="7555"/>
                        <a:pt x="554" y="7458"/>
                        <a:pt x="554" y="7458"/>
                      </a:cubicBezTo>
                      <a:cubicBezTo>
                        <a:pt x="554" y="7361"/>
                        <a:pt x="316" y="7361"/>
                        <a:pt x="316" y="7361"/>
                      </a:cubicBezTo>
                      <a:cubicBezTo>
                        <a:pt x="316" y="7361"/>
                        <a:pt x="316" y="7458"/>
                        <a:pt x="237" y="7458"/>
                      </a:cubicBezTo>
                      <a:cubicBezTo>
                        <a:pt x="158" y="7555"/>
                        <a:pt x="79" y="7458"/>
                        <a:pt x="79" y="7458"/>
                      </a:cubicBezTo>
                      <a:cubicBezTo>
                        <a:pt x="0" y="7458"/>
                        <a:pt x="0" y="7361"/>
                        <a:pt x="0" y="7265"/>
                      </a:cubicBezTo>
                      <a:close/>
                      <a:moveTo>
                        <a:pt x="791" y="17629"/>
                      </a:moveTo>
                      <a:cubicBezTo>
                        <a:pt x="791" y="17629"/>
                        <a:pt x="791" y="17629"/>
                        <a:pt x="791" y="17629"/>
                      </a:cubicBezTo>
                      <a:cubicBezTo>
                        <a:pt x="791" y="17919"/>
                        <a:pt x="791" y="17919"/>
                        <a:pt x="791" y="17919"/>
                      </a:cubicBezTo>
                      <a:cubicBezTo>
                        <a:pt x="1266" y="18113"/>
                        <a:pt x="1266" y="18113"/>
                        <a:pt x="1266" y="18113"/>
                      </a:cubicBezTo>
                      <a:cubicBezTo>
                        <a:pt x="1582" y="18404"/>
                        <a:pt x="1582" y="18404"/>
                        <a:pt x="1582" y="18404"/>
                      </a:cubicBezTo>
                      <a:cubicBezTo>
                        <a:pt x="1582" y="18404"/>
                        <a:pt x="1741" y="18888"/>
                        <a:pt x="1741" y="18985"/>
                      </a:cubicBezTo>
                      <a:cubicBezTo>
                        <a:pt x="1741" y="19178"/>
                        <a:pt x="1978" y="19178"/>
                        <a:pt x="2057" y="19178"/>
                      </a:cubicBezTo>
                      <a:cubicBezTo>
                        <a:pt x="2057" y="19178"/>
                        <a:pt x="2374" y="19275"/>
                        <a:pt x="2374" y="19275"/>
                      </a:cubicBezTo>
                      <a:cubicBezTo>
                        <a:pt x="2374" y="19275"/>
                        <a:pt x="2532" y="19469"/>
                        <a:pt x="2611" y="19566"/>
                      </a:cubicBezTo>
                      <a:cubicBezTo>
                        <a:pt x="2611" y="19663"/>
                        <a:pt x="2611" y="19857"/>
                        <a:pt x="2611" y="19857"/>
                      </a:cubicBezTo>
                      <a:cubicBezTo>
                        <a:pt x="2927" y="20244"/>
                        <a:pt x="2927" y="20244"/>
                        <a:pt x="2927" y="20244"/>
                      </a:cubicBezTo>
                      <a:cubicBezTo>
                        <a:pt x="3481" y="20244"/>
                        <a:pt x="3481" y="20244"/>
                        <a:pt x="3481" y="20244"/>
                      </a:cubicBezTo>
                      <a:cubicBezTo>
                        <a:pt x="3481" y="20244"/>
                        <a:pt x="4035" y="20825"/>
                        <a:pt x="4114" y="20922"/>
                      </a:cubicBezTo>
                      <a:cubicBezTo>
                        <a:pt x="4114" y="21019"/>
                        <a:pt x="4431" y="21406"/>
                        <a:pt x="4431" y="21406"/>
                      </a:cubicBezTo>
                      <a:cubicBezTo>
                        <a:pt x="4431" y="21406"/>
                        <a:pt x="4985" y="21406"/>
                        <a:pt x="5064" y="21406"/>
                      </a:cubicBezTo>
                      <a:cubicBezTo>
                        <a:pt x="5064" y="21406"/>
                        <a:pt x="5618" y="21406"/>
                        <a:pt x="5618" y="21406"/>
                      </a:cubicBezTo>
                      <a:cubicBezTo>
                        <a:pt x="6013" y="21600"/>
                        <a:pt x="6013" y="21600"/>
                        <a:pt x="6013" y="21600"/>
                      </a:cubicBezTo>
                      <a:cubicBezTo>
                        <a:pt x="6409" y="21503"/>
                        <a:pt x="6409" y="21503"/>
                        <a:pt x="6409" y="21503"/>
                      </a:cubicBezTo>
                      <a:cubicBezTo>
                        <a:pt x="7279" y="21213"/>
                        <a:pt x="7279" y="21213"/>
                        <a:pt x="7279" y="21213"/>
                      </a:cubicBezTo>
                      <a:cubicBezTo>
                        <a:pt x="7279" y="21213"/>
                        <a:pt x="7042" y="21019"/>
                        <a:pt x="7042" y="21019"/>
                      </a:cubicBezTo>
                      <a:cubicBezTo>
                        <a:pt x="7042" y="20922"/>
                        <a:pt x="6725" y="20438"/>
                        <a:pt x="6725" y="20438"/>
                      </a:cubicBezTo>
                      <a:cubicBezTo>
                        <a:pt x="6725" y="20438"/>
                        <a:pt x="6251" y="19760"/>
                        <a:pt x="6171" y="19760"/>
                      </a:cubicBezTo>
                      <a:cubicBezTo>
                        <a:pt x="6171" y="19663"/>
                        <a:pt x="6092" y="19566"/>
                        <a:pt x="6092" y="19469"/>
                      </a:cubicBezTo>
                      <a:cubicBezTo>
                        <a:pt x="6092" y="19275"/>
                        <a:pt x="6171" y="19178"/>
                        <a:pt x="6171" y="19082"/>
                      </a:cubicBezTo>
                      <a:cubicBezTo>
                        <a:pt x="6251" y="18985"/>
                        <a:pt x="6251" y="18791"/>
                        <a:pt x="6251" y="18791"/>
                      </a:cubicBezTo>
                      <a:cubicBezTo>
                        <a:pt x="6251" y="18791"/>
                        <a:pt x="6013" y="18791"/>
                        <a:pt x="5855" y="18791"/>
                      </a:cubicBezTo>
                      <a:cubicBezTo>
                        <a:pt x="5776" y="18791"/>
                        <a:pt x="5618" y="18888"/>
                        <a:pt x="5459" y="18888"/>
                      </a:cubicBezTo>
                      <a:cubicBezTo>
                        <a:pt x="5380" y="18888"/>
                        <a:pt x="5222" y="18791"/>
                        <a:pt x="5222" y="18791"/>
                      </a:cubicBezTo>
                      <a:cubicBezTo>
                        <a:pt x="5143" y="18791"/>
                        <a:pt x="5143" y="18500"/>
                        <a:pt x="5143" y="18500"/>
                      </a:cubicBezTo>
                      <a:cubicBezTo>
                        <a:pt x="5301" y="18113"/>
                        <a:pt x="5301" y="18113"/>
                        <a:pt x="5301" y="18113"/>
                      </a:cubicBezTo>
                      <a:cubicBezTo>
                        <a:pt x="5143" y="17822"/>
                        <a:pt x="5143" y="17822"/>
                        <a:pt x="5143" y="17822"/>
                      </a:cubicBezTo>
                      <a:cubicBezTo>
                        <a:pt x="4826" y="17435"/>
                        <a:pt x="4826" y="17435"/>
                        <a:pt x="4826" y="17435"/>
                      </a:cubicBezTo>
                      <a:cubicBezTo>
                        <a:pt x="4826" y="17435"/>
                        <a:pt x="4273" y="17726"/>
                        <a:pt x="4193" y="17726"/>
                      </a:cubicBezTo>
                      <a:cubicBezTo>
                        <a:pt x="4114" y="17726"/>
                        <a:pt x="3798" y="18210"/>
                        <a:pt x="3719" y="18210"/>
                      </a:cubicBezTo>
                      <a:cubicBezTo>
                        <a:pt x="3719" y="18210"/>
                        <a:pt x="3481" y="17919"/>
                        <a:pt x="3481" y="17919"/>
                      </a:cubicBezTo>
                      <a:cubicBezTo>
                        <a:pt x="2848" y="17726"/>
                        <a:pt x="2848" y="17726"/>
                        <a:pt x="2848" y="17726"/>
                      </a:cubicBezTo>
                      <a:cubicBezTo>
                        <a:pt x="2848" y="17726"/>
                        <a:pt x="2769" y="17919"/>
                        <a:pt x="2690" y="18016"/>
                      </a:cubicBezTo>
                      <a:cubicBezTo>
                        <a:pt x="2611" y="18113"/>
                        <a:pt x="2532" y="18016"/>
                        <a:pt x="2532" y="17919"/>
                      </a:cubicBezTo>
                      <a:cubicBezTo>
                        <a:pt x="2453" y="17726"/>
                        <a:pt x="2611" y="17435"/>
                        <a:pt x="2611" y="17435"/>
                      </a:cubicBezTo>
                      <a:cubicBezTo>
                        <a:pt x="2136" y="17144"/>
                        <a:pt x="2136" y="17144"/>
                        <a:pt x="2136" y="17144"/>
                      </a:cubicBezTo>
                      <a:cubicBezTo>
                        <a:pt x="1820" y="16951"/>
                        <a:pt x="1820" y="16951"/>
                        <a:pt x="1820" y="16951"/>
                      </a:cubicBezTo>
                      <a:cubicBezTo>
                        <a:pt x="1424" y="17435"/>
                        <a:pt x="1424" y="17435"/>
                        <a:pt x="1424" y="17435"/>
                      </a:cubicBezTo>
                      <a:cubicBezTo>
                        <a:pt x="1424" y="17435"/>
                        <a:pt x="870" y="17532"/>
                        <a:pt x="791" y="1762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35" name="Shape">
                  <a:extLst>
                    <a:ext uri="{FF2B5EF4-FFF2-40B4-BE49-F238E27FC236}">
                      <a16:creationId xmlns:a16="http://schemas.microsoft.com/office/drawing/2014/main" id="{B74D2D6B-EF73-4615-8FB4-937A6CFFE3B0}"/>
                    </a:ext>
                  </a:extLst>
                </p:cNvPr>
                <p:cNvSpPr/>
                <p:nvPr/>
              </p:nvSpPr>
              <p:spPr>
                <a:xfrm>
                  <a:off x="3057886" y="4583541"/>
                  <a:ext cx="965145" cy="4758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90" h="21490" extrusionOk="0">
                      <a:moveTo>
                        <a:pt x="14477" y="3541"/>
                      </a:moveTo>
                      <a:cubicBezTo>
                        <a:pt x="14477" y="3541"/>
                        <a:pt x="14477" y="2628"/>
                        <a:pt x="14555" y="2628"/>
                      </a:cubicBezTo>
                      <a:cubicBezTo>
                        <a:pt x="14632" y="2628"/>
                        <a:pt x="14787" y="2172"/>
                        <a:pt x="14787" y="2172"/>
                      </a:cubicBezTo>
                      <a:cubicBezTo>
                        <a:pt x="15019" y="2020"/>
                        <a:pt x="15019" y="2020"/>
                        <a:pt x="15019" y="2020"/>
                      </a:cubicBezTo>
                      <a:cubicBezTo>
                        <a:pt x="15019" y="2020"/>
                        <a:pt x="15174" y="1715"/>
                        <a:pt x="15174" y="1411"/>
                      </a:cubicBezTo>
                      <a:cubicBezTo>
                        <a:pt x="15097" y="1259"/>
                        <a:pt x="15174" y="498"/>
                        <a:pt x="15174" y="498"/>
                      </a:cubicBezTo>
                      <a:cubicBezTo>
                        <a:pt x="15174" y="498"/>
                        <a:pt x="15097" y="42"/>
                        <a:pt x="15174" y="42"/>
                      </a:cubicBezTo>
                      <a:cubicBezTo>
                        <a:pt x="15329" y="-110"/>
                        <a:pt x="15561" y="194"/>
                        <a:pt x="15561" y="194"/>
                      </a:cubicBezTo>
                      <a:cubicBezTo>
                        <a:pt x="15948" y="346"/>
                        <a:pt x="15948" y="346"/>
                        <a:pt x="15948" y="346"/>
                      </a:cubicBezTo>
                      <a:cubicBezTo>
                        <a:pt x="15948" y="346"/>
                        <a:pt x="16103" y="346"/>
                        <a:pt x="16181" y="346"/>
                      </a:cubicBezTo>
                      <a:cubicBezTo>
                        <a:pt x="16258" y="346"/>
                        <a:pt x="16568" y="498"/>
                        <a:pt x="16568" y="498"/>
                      </a:cubicBezTo>
                      <a:cubicBezTo>
                        <a:pt x="16568" y="498"/>
                        <a:pt x="16877" y="651"/>
                        <a:pt x="16955" y="651"/>
                      </a:cubicBezTo>
                      <a:cubicBezTo>
                        <a:pt x="17032" y="651"/>
                        <a:pt x="17342" y="651"/>
                        <a:pt x="17342" y="651"/>
                      </a:cubicBezTo>
                      <a:cubicBezTo>
                        <a:pt x="17497" y="803"/>
                        <a:pt x="17497" y="803"/>
                        <a:pt x="17497" y="803"/>
                      </a:cubicBezTo>
                      <a:cubicBezTo>
                        <a:pt x="18039" y="1259"/>
                        <a:pt x="18039" y="1259"/>
                        <a:pt x="18039" y="1259"/>
                      </a:cubicBezTo>
                      <a:cubicBezTo>
                        <a:pt x="18348" y="1563"/>
                        <a:pt x="18348" y="1563"/>
                        <a:pt x="18348" y="1563"/>
                      </a:cubicBezTo>
                      <a:cubicBezTo>
                        <a:pt x="19200" y="1715"/>
                        <a:pt x="19200" y="1715"/>
                        <a:pt x="19200" y="1715"/>
                      </a:cubicBezTo>
                      <a:cubicBezTo>
                        <a:pt x="19277" y="1107"/>
                        <a:pt x="19277" y="1107"/>
                        <a:pt x="19277" y="1107"/>
                      </a:cubicBezTo>
                      <a:cubicBezTo>
                        <a:pt x="19277" y="1107"/>
                        <a:pt x="19587" y="955"/>
                        <a:pt x="19587" y="1107"/>
                      </a:cubicBezTo>
                      <a:cubicBezTo>
                        <a:pt x="19665" y="1107"/>
                        <a:pt x="19819" y="1411"/>
                        <a:pt x="20052" y="1563"/>
                      </a:cubicBezTo>
                      <a:cubicBezTo>
                        <a:pt x="20284" y="1563"/>
                        <a:pt x="20516" y="1411"/>
                        <a:pt x="20516" y="1411"/>
                      </a:cubicBezTo>
                      <a:cubicBezTo>
                        <a:pt x="20671" y="2324"/>
                        <a:pt x="20671" y="2324"/>
                        <a:pt x="20671" y="2324"/>
                      </a:cubicBezTo>
                      <a:cubicBezTo>
                        <a:pt x="20826" y="2476"/>
                        <a:pt x="20826" y="2476"/>
                        <a:pt x="20826" y="2476"/>
                      </a:cubicBezTo>
                      <a:cubicBezTo>
                        <a:pt x="20748" y="2476"/>
                        <a:pt x="20748" y="2476"/>
                        <a:pt x="20748" y="2476"/>
                      </a:cubicBezTo>
                      <a:cubicBezTo>
                        <a:pt x="20748" y="2932"/>
                        <a:pt x="20748" y="2932"/>
                        <a:pt x="20748" y="2932"/>
                      </a:cubicBezTo>
                      <a:cubicBezTo>
                        <a:pt x="20826" y="3084"/>
                        <a:pt x="20826" y="3084"/>
                        <a:pt x="20826" y="3084"/>
                      </a:cubicBezTo>
                      <a:cubicBezTo>
                        <a:pt x="20826" y="3084"/>
                        <a:pt x="20748" y="3389"/>
                        <a:pt x="20748" y="3389"/>
                      </a:cubicBezTo>
                      <a:cubicBezTo>
                        <a:pt x="20748" y="3389"/>
                        <a:pt x="20748" y="3693"/>
                        <a:pt x="20748" y="3693"/>
                      </a:cubicBezTo>
                      <a:cubicBezTo>
                        <a:pt x="20594" y="3997"/>
                        <a:pt x="20594" y="3997"/>
                        <a:pt x="20594" y="3997"/>
                      </a:cubicBezTo>
                      <a:cubicBezTo>
                        <a:pt x="20594" y="4301"/>
                        <a:pt x="20594" y="4301"/>
                        <a:pt x="20594" y="4301"/>
                      </a:cubicBezTo>
                      <a:cubicBezTo>
                        <a:pt x="20594" y="4301"/>
                        <a:pt x="20594" y="4758"/>
                        <a:pt x="20594" y="4758"/>
                      </a:cubicBezTo>
                      <a:cubicBezTo>
                        <a:pt x="20594" y="4758"/>
                        <a:pt x="20671" y="4910"/>
                        <a:pt x="20748" y="4910"/>
                      </a:cubicBezTo>
                      <a:cubicBezTo>
                        <a:pt x="20748" y="4910"/>
                        <a:pt x="20748" y="5062"/>
                        <a:pt x="20748" y="5062"/>
                      </a:cubicBezTo>
                      <a:cubicBezTo>
                        <a:pt x="20748" y="5062"/>
                        <a:pt x="20826" y="5214"/>
                        <a:pt x="20903" y="5366"/>
                      </a:cubicBezTo>
                      <a:cubicBezTo>
                        <a:pt x="20903" y="5366"/>
                        <a:pt x="20903" y="5366"/>
                        <a:pt x="20903" y="5366"/>
                      </a:cubicBezTo>
                      <a:cubicBezTo>
                        <a:pt x="20903" y="5366"/>
                        <a:pt x="20981" y="5670"/>
                        <a:pt x="20981" y="5822"/>
                      </a:cubicBezTo>
                      <a:cubicBezTo>
                        <a:pt x="21058" y="5975"/>
                        <a:pt x="21058" y="6127"/>
                        <a:pt x="21058" y="6127"/>
                      </a:cubicBezTo>
                      <a:cubicBezTo>
                        <a:pt x="21058" y="6127"/>
                        <a:pt x="21135" y="6431"/>
                        <a:pt x="21213" y="6431"/>
                      </a:cubicBezTo>
                      <a:cubicBezTo>
                        <a:pt x="21213" y="6431"/>
                        <a:pt x="21290" y="6431"/>
                        <a:pt x="21368" y="6431"/>
                      </a:cubicBezTo>
                      <a:cubicBezTo>
                        <a:pt x="21368" y="6431"/>
                        <a:pt x="21445" y="6431"/>
                        <a:pt x="21445" y="6431"/>
                      </a:cubicBezTo>
                      <a:cubicBezTo>
                        <a:pt x="21445" y="6583"/>
                        <a:pt x="21368" y="7496"/>
                        <a:pt x="21368" y="7496"/>
                      </a:cubicBezTo>
                      <a:cubicBezTo>
                        <a:pt x="21445" y="8408"/>
                        <a:pt x="21445" y="8408"/>
                        <a:pt x="21445" y="8408"/>
                      </a:cubicBezTo>
                      <a:cubicBezTo>
                        <a:pt x="21445" y="8408"/>
                        <a:pt x="21368" y="8865"/>
                        <a:pt x="21368" y="9017"/>
                      </a:cubicBezTo>
                      <a:cubicBezTo>
                        <a:pt x="21445" y="9321"/>
                        <a:pt x="21600" y="9625"/>
                        <a:pt x="21368" y="9777"/>
                      </a:cubicBezTo>
                      <a:cubicBezTo>
                        <a:pt x="21213" y="9777"/>
                        <a:pt x="20981" y="10082"/>
                        <a:pt x="20903" y="9777"/>
                      </a:cubicBezTo>
                      <a:cubicBezTo>
                        <a:pt x="20903" y="9777"/>
                        <a:pt x="20826" y="9473"/>
                        <a:pt x="20826" y="9929"/>
                      </a:cubicBezTo>
                      <a:cubicBezTo>
                        <a:pt x="20903" y="10082"/>
                        <a:pt x="20671" y="9929"/>
                        <a:pt x="20671" y="9929"/>
                      </a:cubicBezTo>
                      <a:cubicBezTo>
                        <a:pt x="20052" y="9473"/>
                        <a:pt x="20052" y="9473"/>
                        <a:pt x="20052" y="9473"/>
                      </a:cubicBezTo>
                      <a:cubicBezTo>
                        <a:pt x="19897" y="9777"/>
                        <a:pt x="19897" y="9777"/>
                        <a:pt x="19897" y="9777"/>
                      </a:cubicBezTo>
                      <a:cubicBezTo>
                        <a:pt x="19587" y="10234"/>
                        <a:pt x="19587" y="10234"/>
                        <a:pt x="19587" y="10234"/>
                      </a:cubicBezTo>
                      <a:cubicBezTo>
                        <a:pt x="20052" y="10538"/>
                        <a:pt x="20052" y="10538"/>
                        <a:pt x="20052" y="10538"/>
                      </a:cubicBezTo>
                      <a:cubicBezTo>
                        <a:pt x="20206" y="10538"/>
                        <a:pt x="20206" y="10538"/>
                        <a:pt x="20206" y="10538"/>
                      </a:cubicBezTo>
                      <a:cubicBezTo>
                        <a:pt x="20594" y="11755"/>
                        <a:pt x="20594" y="11755"/>
                        <a:pt x="20594" y="11755"/>
                      </a:cubicBezTo>
                      <a:cubicBezTo>
                        <a:pt x="20129" y="12363"/>
                        <a:pt x="20129" y="12363"/>
                        <a:pt x="20129" y="12363"/>
                      </a:cubicBezTo>
                      <a:cubicBezTo>
                        <a:pt x="20129" y="12363"/>
                        <a:pt x="19897" y="12667"/>
                        <a:pt x="19819" y="12667"/>
                      </a:cubicBezTo>
                      <a:cubicBezTo>
                        <a:pt x="19742" y="12667"/>
                        <a:pt x="19665" y="12820"/>
                        <a:pt x="19665" y="12820"/>
                      </a:cubicBezTo>
                      <a:cubicBezTo>
                        <a:pt x="19897" y="13732"/>
                        <a:pt x="19897" y="13732"/>
                        <a:pt x="19897" y="13732"/>
                      </a:cubicBezTo>
                      <a:cubicBezTo>
                        <a:pt x="19897" y="14036"/>
                        <a:pt x="19897" y="14036"/>
                        <a:pt x="19897" y="14036"/>
                      </a:cubicBezTo>
                      <a:cubicBezTo>
                        <a:pt x="19974" y="14949"/>
                        <a:pt x="19974" y="14949"/>
                        <a:pt x="19974" y="14949"/>
                      </a:cubicBezTo>
                      <a:cubicBezTo>
                        <a:pt x="19742" y="15710"/>
                        <a:pt x="19742" y="15710"/>
                        <a:pt x="19742" y="15710"/>
                      </a:cubicBezTo>
                      <a:cubicBezTo>
                        <a:pt x="19510" y="15862"/>
                        <a:pt x="19510" y="15862"/>
                        <a:pt x="19510" y="15862"/>
                      </a:cubicBezTo>
                      <a:cubicBezTo>
                        <a:pt x="19277" y="16927"/>
                        <a:pt x="19277" y="16927"/>
                        <a:pt x="19277" y="16927"/>
                      </a:cubicBezTo>
                      <a:cubicBezTo>
                        <a:pt x="18890" y="17383"/>
                        <a:pt x="18890" y="17383"/>
                        <a:pt x="18890" y="17383"/>
                      </a:cubicBezTo>
                      <a:cubicBezTo>
                        <a:pt x="18813" y="17991"/>
                        <a:pt x="18813" y="17991"/>
                        <a:pt x="18813" y="17991"/>
                      </a:cubicBezTo>
                      <a:cubicBezTo>
                        <a:pt x="18890" y="18904"/>
                        <a:pt x="18890" y="18904"/>
                        <a:pt x="18890" y="18904"/>
                      </a:cubicBezTo>
                      <a:cubicBezTo>
                        <a:pt x="18426" y="18296"/>
                        <a:pt x="18426" y="18296"/>
                        <a:pt x="18426" y="18296"/>
                      </a:cubicBezTo>
                      <a:cubicBezTo>
                        <a:pt x="18039" y="18600"/>
                        <a:pt x="18039" y="18600"/>
                        <a:pt x="18039" y="18600"/>
                      </a:cubicBezTo>
                      <a:cubicBezTo>
                        <a:pt x="17806" y="18752"/>
                        <a:pt x="17806" y="18752"/>
                        <a:pt x="17806" y="18752"/>
                      </a:cubicBezTo>
                      <a:cubicBezTo>
                        <a:pt x="17342" y="19360"/>
                        <a:pt x="17342" y="19360"/>
                        <a:pt x="17342" y="19360"/>
                      </a:cubicBezTo>
                      <a:cubicBezTo>
                        <a:pt x="16955" y="19056"/>
                        <a:pt x="16955" y="19056"/>
                        <a:pt x="16955" y="19056"/>
                      </a:cubicBezTo>
                      <a:cubicBezTo>
                        <a:pt x="16413" y="19360"/>
                        <a:pt x="16413" y="19360"/>
                        <a:pt x="16413" y="19360"/>
                      </a:cubicBezTo>
                      <a:cubicBezTo>
                        <a:pt x="15948" y="19360"/>
                        <a:pt x="15948" y="19360"/>
                        <a:pt x="15948" y="19360"/>
                      </a:cubicBezTo>
                      <a:cubicBezTo>
                        <a:pt x="15716" y="19665"/>
                        <a:pt x="15716" y="19665"/>
                        <a:pt x="15716" y="19665"/>
                      </a:cubicBezTo>
                      <a:cubicBezTo>
                        <a:pt x="15561" y="20273"/>
                        <a:pt x="15561" y="20273"/>
                        <a:pt x="15561" y="20273"/>
                      </a:cubicBezTo>
                      <a:cubicBezTo>
                        <a:pt x="15484" y="20577"/>
                        <a:pt x="15484" y="20577"/>
                        <a:pt x="15484" y="20577"/>
                      </a:cubicBezTo>
                      <a:cubicBezTo>
                        <a:pt x="15174" y="20729"/>
                        <a:pt x="15174" y="20729"/>
                        <a:pt x="15174" y="20729"/>
                      </a:cubicBezTo>
                      <a:cubicBezTo>
                        <a:pt x="15019" y="21186"/>
                        <a:pt x="15019" y="21186"/>
                        <a:pt x="15019" y="21186"/>
                      </a:cubicBezTo>
                      <a:cubicBezTo>
                        <a:pt x="14787" y="21490"/>
                        <a:pt x="14787" y="21490"/>
                        <a:pt x="14787" y="21490"/>
                      </a:cubicBezTo>
                      <a:cubicBezTo>
                        <a:pt x="14632" y="21490"/>
                        <a:pt x="14632" y="21490"/>
                        <a:pt x="14632" y="21490"/>
                      </a:cubicBezTo>
                      <a:cubicBezTo>
                        <a:pt x="13935" y="21490"/>
                        <a:pt x="13935" y="21490"/>
                        <a:pt x="13935" y="21490"/>
                      </a:cubicBezTo>
                      <a:cubicBezTo>
                        <a:pt x="13161" y="21338"/>
                        <a:pt x="13161" y="21338"/>
                        <a:pt x="13161" y="21338"/>
                      </a:cubicBezTo>
                      <a:cubicBezTo>
                        <a:pt x="12465" y="20882"/>
                        <a:pt x="12465" y="20882"/>
                        <a:pt x="12465" y="20882"/>
                      </a:cubicBezTo>
                      <a:cubicBezTo>
                        <a:pt x="11923" y="21034"/>
                        <a:pt x="11923" y="21034"/>
                        <a:pt x="11923" y="21034"/>
                      </a:cubicBezTo>
                      <a:cubicBezTo>
                        <a:pt x="11923" y="21034"/>
                        <a:pt x="11535" y="20882"/>
                        <a:pt x="11303" y="20882"/>
                      </a:cubicBezTo>
                      <a:cubicBezTo>
                        <a:pt x="10994" y="20882"/>
                        <a:pt x="10374" y="20577"/>
                        <a:pt x="10374" y="20577"/>
                      </a:cubicBezTo>
                      <a:cubicBezTo>
                        <a:pt x="9600" y="20121"/>
                        <a:pt x="9600" y="20121"/>
                        <a:pt x="9600" y="20121"/>
                      </a:cubicBezTo>
                      <a:cubicBezTo>
                        <a:pt x="9135" y="20121"/>
                        <a:pt x="9135" y="20121"/>
                        <a:pt x="9135" y="20121"/>
                      </a:cubicBezTo>
                      <a:cubicBezTo>
                        <a:pt x="8439" y="19969"/>
                        <a:pt x="8439" y="19969"/>
                        <a:pt x="8439" y="19969"/>
                      </a:cubicBezTo>
                      <a:cubicBezTo>
                        <a:pt x="8439" y="19969"/>
                        <a:pt x="8361" y="19665"/>
                        <a:pt x="8284" y="19513"/>
                      </a:cubicBezTo>
                      <a:cubicBezTo>
                        <a:pt x="8284" y="19360"/>
                        <a:pt x="8052" y="19056"/>
                        <a:pt x="8052" y="19056"/>
                      </a:cubicBezTo>
                      <a:cubicBezTo>
                        <a:pt x="8052" y="18752"/>
                        <a:pt x="8052" y="18752"/>
                        <a:pt x="8052" y="18752"/>
                      </a:cubicBezTo>
                      <a:cubicBezTo>
                        <a:pt x="7897" y="17991"/>
                        <a:pt x="7897" y="17991"/>
                        <a:pt x="7897" y="17991"/>
                      </a:cubicBezTo>
                      <a:cubicBezTo>
                        <a:pt x="7742" y="17383"/>
                        <a:pt x="7742" y="17383"/>
                        <a:pt x="7742" y="17383"/>
                      </a:cubicBezTo>
                      <a:cubicBezTo>
                        <a:pt x="7897" y="16927"/>
                        <a:pt x="7897" y="16927"/>
                        <a:pt x="7897" y="16927"/>
                      </a:cubicBezTo>
                      <a:cubicBezTo>
                        <a:pt x="7742" y="16775"/>
                        <a:pt x="7742" y="16775"/>
                        <a:pt x="7742" y="16775"/>
                      </a:cubicBezTo>
                      <a:cubicBezTo>
                        <a:pt x="7742" y="16775"/>
                        <a:pt x="7432" y="16927"/>
                        <a:pt x="7277" y="16927"/>
                      </a:cubicBezTo>
                      <a:cubicBezTo>
                        <a:pt x="7200" y="17079"/>
                        <a:pt x="6735" y="17231"/>
                        <a:pt x="6735" y="17231"/>
                      </a:cubicBezTo>
                      <a:cubicBezTo>
                        <a:pt x="6581" y="17383"/>
                        <a:pt x="6581" y="17383"/>
                        <a:pt x="6581" y="17383"/>
                      </a:cubicBezTo>
                      <a:cubicBezTo>
                        <a:pt x="5961" y="17383"/>
                        <a:pt x="5961" y="17383"/>
                        <a:pt x="5961" y="17383"/>
                      </a:cubicBezTo>
                      <a:cubicBezTo>
                        <a:pt x="5342" y="17535"/>
                        <a:pt x="5342" y="17535"/>
                        <a:pt x="5342" y="17535"/>
                      </a:cubicBezTo>
                      <a:cubicBezTo>
                        <a:pt x="5110" y="17839"/>
                        <a:pt x="5110" y="17839"/>
                        <a:pt x="5110" y="17839"/>
                      </a:cubicBezTo>
                      <a:cubicBezTo>
                        <a:pt x="4645" y="18296"/>
                        <a:pt x="4645" y="18296"/>
                        <a:pt x="4645" y="18296"/>
                      </a:cubicBezTo>
                      <a:cubicBezTo>
                        <a:pt x="4645" y="18904"/>
                        <a:pt x="4645" y="18904"/>
                        <a:pt x="4645" y="18904"/>
                      </a:cubicBezTo>
                      <a:cubicBezTo>
                        <a:pt x="4413" y="19513"/>
                        <a:pt x="4413" y="19513"/>
                        <a:pt x="4413" y="19513"/>
                      </a:cubicBezTo>
                      <a:cubicBezTo>
                        <a:pt x="4026" y="19513"/>
                        <a:pt x="4026" y="19513"/>
                        <a:pt x="4026" y="19513"/>
                      </a:cubicBezTo>
                      <a:cubicBezTo>
                        <a:pt x="3639" y="18904"/>
                        <a:pt x="3639" y="18904"/>
                        <a:pt x="3639" y="18904"/>
                      </a:cubicBezTo>
                      <a:cubicBezTo>
                        <a:pt x="3484" y="19208"/>
                        <a:pt x="3484" y="19208"/>
                        <a:pt x="3484" y="19208"/>
                      </a:cubicBezTo>
                      <a:cubicBezTo>
                        <a:pt x="3019" y="19056"/>
                        <a:pt x="3019" y="19056"/>
                        <a:pt x="3019" y="19056"/>
                      </a:cubicBezTo>
                      <a:cubicBezTo>
                        <a:pt x="2942" y="19208"/>
                        <a:pt x="2942" y="19208"/>
                        <a:pt x="2942" y="19208"/>
                      </a:cubicBezTo>
                      <a:cubicBezTo>
                        <a:pt x="2942" y="19208"/>
                        <a:pt x="2942" y="19056"/>
                        <a:pt x="2942" y="19056"/>
                      </a:cubicBezTo>
                      <a:cubicBezTo>
                        <a:pt x="2942" y="18904"/>
                        <a:pt x="3019" y="18448"/>
                        <a:pt x="3019" y="18448"/>
                      </a:cubicBezTo>
                      <a:cubicBezTo>
                        <a:pt x="3019" y="18448"/>
                        <a:pt x="3019" y="18296"/>
                        <a:pt x="3019" y="18144"/>
                      </a:cubicBezTo>
                      <a:cubicBezTo>
                        <a:pt x="3019" y="18144"/>
                        <a:pt x="2942" y="17991"/>
                        <a:pt x="2942" y="17991"/>
                      </a:cubicBezTo>
                      <a:cubicBezTo>
                        <a:pt x="2865" y="17839"/>
                        <a:pt x="2865" y="17839"/>
                        <a:pt x="2865" y="17839"/>
                      </a:cubicBezTo>
                      <a:cubicBezTo>
                        <a:pt x="2865" y="17839"/>
                        <a:pt x="2787" y="17535"/>
                        <a:pt x="2787" y="17535"/>
                      </a:cubicBezTo>
                      <a:cubicBezTo>
                        <a:pt x="2710" y="17687"/>
                        <a:pt x="2632" y="17687"/>
                        <a:pt x="2632" y="17687"/>
                      </a:cubicBezTo>
                      <a:cubicBezTo>
                        <a:pt x="2632" y="17687"/>
                        <a:pt x="2632" y="17991"/>
                        <a:pt x="2632" y="17991"/>
                      </a:cubicBezTo>
                      <a:cubicBezTo>
                        <a:pt x="2555" y="18144"/>
                        <a:pt x="2477" y="18144"/>
                        <a:pt x="2477" y="18144"/>
                      </a:cubicBezTo>
                      <a:cubicBezTo>
                        <a:pt x="2477" y="18144"/>
                        <a:pt x="2477" y="18144"/>
                        <a:pt x="2477" y="18144"/>
                      </a:cubicBezTo>
                      <a:cubicBezTo>
                        <a:pt x="2400" y="18144"/>
                        <a:pt x="2400" y="18144"/>
                        <a:pt x="2400" y="18144"/>
                      </a:cubicBezTo>
                      <a:cubicBezTo>
                        <a:pt x="2323" y="18448"/>
                        <a:pt x="2323" y="18448"/>
                        <a:pt x="2323" y="18448"/>
                      </a:cubicBezTo>
                      <a:cubicBezTo>
                        <a:pt x="2245" y="18600"/>
                        <a:pt x="2245" y="18600"/>
                        <a:pt x="2245" y="18600"/>
                      </a:cubicBezTo>
                      <a:cubicBezTo>
                        <a:pt x="2245" y="18600"/>
                        <a:pt x="2245" y="18600"/>
                        <a:pt x="2245" y="18600"/>
                      </a:cubicBezTo>
                      <a:cubicBezTo>
                        <a:pt x="2245" y="18600"/>
                        <a:pt x="2245" y="18600"/>
                        <a:pt x="2245" y="18600"/>
                      </a:cubicBezTo>
                      <a:cubicBezTo>
                        <a:pt x="2245" y="18600"/>
                        <a:pt x="2168" y="18600"/>
                        <a:pt x="2168" y="18752"/>
                      </a:cubicBezTo>
                      <a:cubicBezTo>
                        <a:pt x="2168" y="18752"/>
                        <a:pt x="2090" y="18752"/>
                        <a:pt x="2013" y="18752"/>
                      </a:cubicBezTo>
                      <a:cubicBezTo>
                        <a:pt x="2013" y="18752"/>
                        <a:pt x="1858" y="18752"/>
                        <a:pt x="1858" y="18752"/>
                      </a:cubicBezTo>
                      <a:cubicBezTo>
                        <a:pt x="1781" y="18600"/>
                        <a:pt x="1781" y="18600"/>
                        <a:pt x="1781" y="18600"/>
                      </a:cubicBezTo>
                      <a:cubicBezTo>
                        <a:pt x="1548" y="18448"/>
                        <a:pt x="1548" y="18448"/>
                        <a:pt x="1548" y="18448"/>
                      </a:cubicBezTo>
                      <a:cubicBezTo>
                        <a:pt x="1548" y="18448"/>
                        <a:pt x="1548" y="18448"/>
                        <a:pt x="1548" y="18448"/>
                      </a:cubicBezTo>
                      <a:cubicBezTo>
                        <a:pt x="1394" y="18296"/>
                        <a:pt x="1394" y="18296"/>
                        <a:pt x="1394" y="18296"/>
                      </a:cubicBezTo>
                      <a:cubicBezTo>
                        <a:pt x="1316" y="18144"/>
                        <a:pt x="1316" y="18144"/>
                        <a:pt x="1316" y="18144"/>
                      </a:cubicBezTo>
                      <a:cubicBezTo>
                        <a:pt x="1316" y="17839"/>
                        <a:pt x="1316" y="17839"/>
                        <a:pt x="1316" y="17839"/>
                      </a:cubicBezTo>
                      <a:cubicBezTo>
                        <a:pt x="1161" y="17535"/>
                        <a:pt x="1161" y="17535"/>
                        <a:pt x="1161" y="17535"/>
                      </a:cubicBezTo>
                      <a:cubicBezTo>
                        <a:pt x="852" y="17383"/>
                        <a:pt x="852" y="17383"/>
                        <a:pt x="852" y="17383"/>
                      </a:cubicBezTo>
                      <a:cubicBezTo>
                        <a:pt x="619" y="17231"/>
                        <a:pt x="619" y="17231"/>
                        <a:pt x="619" y="17231"/>
                      </a:cubicBezTo>
                      <a:cubicBezTo>
                        <a:pt x="465" y="17231"/>
                        <a:pt x="465" y="17231"/>
                        <a:pt x="465" y="17231"/>
                      </a:cubicBezTo>
                      <a:cubicBezTo>
                        <a:pt x="465" y="17231"/>
                        <a:pt x="155" y="17231"/>
                        <a:pt x="155" y="17231"/>
                      </a:cubicBezTo>
                      <a:cubicBezTo>
                        <a:pt x="155" y="17231"/>
                        <a:pt x="77" y="17231"/>
                        <a:pt x="77" y="17231"/>
                      </a:cubicBezTo>
                      <a:cubicBezTo>
                        <a:pt x="77" y="17231"/>
                        <a:pt x="77" y="17231"/>
                        <a:pt x="77" y="17231"/>
                      </a:cubicBezTo>
                      <a:cubicBezTo>
                        <a:pt x="77" y="17231"/>
                        <a:pt x="77" y="17231"/>
                        <a:pt x="77" y="17231"/>
                      </a:cubicBezTo>
                      <a:cubicBezTo>
                        <a:pt x="77" y="17231"/>
                        <a:pt x="77" y="17231"/>
                        <a:pt x="77" y="17231"/>
                      </a:cubicBezTo>
                      <a:cubicBezTo>
                        <a:pt x="155" y="17231"/>
                        <a:pt x="155" y="17231"/>
                        <a:pt x="155" y="17231"/>
                      </a:cubicBezTo>
                      <a:cubicBezTo>
                        <a:pt x="155" y="17231"/>
                        <a:pt x="155" y="17079"/>
                        <a:pt x="155" y="17079"/>
                      </a:cubicBezTo>
                      <a:cubicBezTo>
                        <a:pt x="155" y="17079"/>
                        <a:pt x="155" y="17079"/>
                        <a:pt x="155" y="17079"/>
                      </a:cubicBezTo>
                      <a:cubicBezTo>
                        <a:pt x="155" y="17079"/>
                        <a:pt x="232" y="17231"/>
                        <a:pt x="232" y="17231"/>
                      </a:cubicBezTo>
                      <a:cubicBezTo>
                        <a:pt x="232" y="17231"/>
                        <a:pt x="232" y="17231"/>
                        <a:pt x="232" y="17231"/>
                      </a:cubicBezTo>
                      <a:cubicBezTo>
                        <a:pt x="232" y="17231"/>
                        <a:pt x="232" y="17231"/>
                        <a:pt x="232" y="17231"/>
                      </a:cubicBezTo>
                      <a:cubicBezTo>
                        <a:pt x="232" y="17231"/>
                        <a:pt x="310" y="17079"/>
                        <a:pt x="310" y="17079"/>
                      </a:cubicBezTo>
                      <a:cubicBezTo>
                        <a:pt x="310" y="17079"/>
                        <a:pt x="310" y="17079"/>
                        <a:pt x="310" y="17079"/>
                      </a:cubicBezTo>
                      <a:cubicBezTo>
                        <a:pt x="310" y="17079"/>
                        <a:pt x="310" y="17079"/>
                        <a:pt x="310" y="17079"/>
                      </a:cubicBezTo>
                      <a:cubicBezTo>
                        <a:pt x="310" y="17079"/>
                        <a:pt x="310" y="17079"/>
                        <a:pt x="310" y="17079"/>
                      </a:cubicBezTo>
                      <a:cubicBezTo>
                        <a:pt x="310" y="17079"/>
                        <a:pt x="310" y="17079"/>
                        <a:pt x="310" y="17079"/>
                      </a:cubicBezTo>
                      <a:cubicBezTo>
                        <a:pt x="310" y="17079"/>
                        <a:pt x="310" y="17079"/>
                        <a:pt x="310" y="17079"/>
                      </a:cubicBezTo>
                      <a:cubicBezTo>
                        <a:pt x="310" y="17079"/>
                        <a:pt x="310" y="17079"/>
                        <a:pt x="387" y="17079"/>
                      </a:cubicBezTo>
                      <a:cubicBezTo>
                        <a:pt x="387" y="17079"/>
                        <a:pt x="387" y="17079"/>
                        <a:pt x="387" y="16927"/>
                      </a:cubicBezTo>
                      <a:cubicBezTo>
                        <a:pt x="387" y="16927"/>
                        <a:pt x="387" y="16927"/>
                        <a:pt x="387" y="16927"/>
                      </a:cubicBezTo>
                      <a:cubicBezTo>
                        <a:pt x="387" y="16927"/>
                        <a:pt x="387" y="16927"/>
                        <a:pt x="310" y="16927"/>
                      </a:cubicBezTo>
                      <a:cubicBezTo>
                        <a:pt x="310" y="16927"/>
                        <a:pt x="310" y="16927"/>
                        <a:pt x="310" y="16927"/>
                      </a:cubicBezTo>
                      <a:cubicBezTo>
                        <a:pt x="310" y="16927"/>
                        <a:pt x="310" y="16927"/>
                        <a:pt x="310" y="16775"/>
                      </a:cubicBezTo>
                      <a:cubicBezTo>
                        <a:pt x="310" y="16775"/>
                        <a:pt x="387" y="16775"/>
                        <a:pt x="387" y="16775"/>
                      </a:cubicBezTo>
                      <a:cubicBezTo>
                        <a:pt x="387" y="16775"/>
                        <a:pt x="387" y="16775"/>
                        <a:pt x="310" y="16775"/>
                      </a:cubicBezTo>
                      <a:cubicBezTo>
                        <a:pt x="310" y="16775"/>
                        <a:pt x="310" y="16775"/>
                        <a:pt x="310" y="16775"/>
                      </a:cubicBezTo>
                      <a:cubicBezTo>
                        <a:pt x="310" y="16622"/>
                        <a:pt x="310" y="16775"/>
                        <a:pt x="310" y="16775"/>
                      </a:cubicBezTo>
                      <a:cubicBezTo>
                        <a:pt x="310" y="16622"/>
                        <a:pt x="310" y="16622"/>
                        <a:pt x="310" y="16622"/>
                      </a:cubicBezTo>
                      <a:cubicBezTo>
                        <a:pt x="310" y="16622"/>
                        <a:pt x="310" y="16622"/>
                        <a:pt x="310" y="16622"/>
                      </a:cubicBezTo>
                      <a:cubicBezTo>
                        <a:pt x="310" y="16622"/>
                        <a:pt x="310" y="16622"/>
                        <a:pt x="310" y="16622"/>
                      </a:cubicBezTo>
                      <a:cubicBezTo>
                        <a:pt x="310" y="16622"/>
                        <a:pt x="310" y="16622"/>
                        <a:pt x="310" y="16622"/>
                      </a:cubicBezTo>
                      <a:cubicBezTo>
                        <a:pt x="310" y="16622"/>
                        <a:pt x="310" y="16622"/>
                        <a:pt x="310" y="16622"/>
                      </a:cubicBezTo>
                      <a:cubicBezTo>
                        <a:pt x="232" y="16622"/>
                        <a:pt x="232" y="16622"/>
                        <a:pt x="232" y="16622"/>
                      </a:cubicBezTo>
                      <a:cubicBezTo>
                        <a:pt x="232" y="16622"/>
                        <a:pt x="232" y="16622"/>
                        <a:pt x="232" y="16622"/>
                      </a:cubicBezTo>
                      <a:cubicBezTo>
                        <a:pt x="232" y="16470"/>
                        <a:pt x="232" y="16470"/>
                        <a:pt x="232" y="16470"/>
                      </a:cubicBezTo>
                      <a:cubicBezTo>
                        <a:pt x="232" y="16470"/>
                        <a:pt x="232" y="16470"/>
                        <a:pt x="232" y="16470"/>
                      </a:cubicBezTo>
                      <a:cubicBezTo>
                        <a:pt x="232" y="16470"/>
                        <a:pt x="232" y="16470"/>
                        <a:pt x="232" y="16470"/>
                      </a:cubicBezTo>
                      <a:cubicBezTo>
                        <a:pt x="232" y="16470"/>
                        <a:pt x="232" y="16318"/>
                        <a:pt x="232" y="16318"/>
                      </a:cubicBezTo>
                      <a:cubicBezTo>
                        <a:pt x="232" y="16318"/>
                        <a:pt x="232" y="16318"/>
                        <a:pt x="232" y="16318"/>
                      </a:cubicBezTo>
                      <a:cubicBezTo>
                        <a:pt x="232" y="16318"/>
                        <a:pt x="232" y="16318"/>
                        <a:pt x="232" y="16318"/>
                      </a:cubicBezTo>
                      <a:cubicBezTo>
                        <a:pt x="232" y="16318"/>
                        <a:pt x="232" y="16318"/>
                        <a:pt x="232" y="16318"/>
                      </a:cubicBezTo>
                      <a:cubicBezTo>
                        <a:pt x="232" y="16318"/>
                        <a:pt x="232" y="16318"/>
                        <a:pt x="232" y="16318"/>
                      </a:cubicBezTo>
                      <a:cubicBezTo>
                        <a:pt x="232" y="16318"/>
                        <a:pt x="232" y="16318"/>
                        <a:pt x="232" y="16318"/>
                      </a:cubicBezTo>
                      <a:cubicBezTo>
                        <a:pt x="232" y="16166"/>
                        <a:pt x="232" y="16318"/>
                        <a:pt x="232" y="16166"/>
                      </a:cubicBezTo>
                      <a:cubicBezTo>
                        <a:pt x="232" y="16166"/>
                        <a:pt x="232" y="16166"/>
                        <a:pt x="232" y="16166"/>
                      </a:cubicBezTo>
                      <a:cubicBezTo>
                        <a:pt x="232" y="16166"/>
                        <a:pt x="232" y="16166"/>
                        <a:pt x="232" y="16166"/>
                      </a:cubicBezTo>
                      <a:cubicBezTo>
                        <a:pt x="232" y="16166"/>
                        <a:pt x="155" y="16166"/>
                        <a:pt x="155" y="16014"/>
                      </a:cubicBezTo>
                      <a:cubicBezTo>
                        <a:pt x="155" y="16014"/>
                        <a:pt x="155" y="16014"/>
                        <a:pt x="155" y="16014"/>
                      </a:cubicBezTo>
                      <a:cubicBezTo>
                        <a:pt x="155" y="16014"/>
                        <a:pt x="155" y="16014"/>
                        <a:pt x="155" y="16014"/>
                      </a:cubicBezTo>
                      <a:cubicBezTo>
                        <a:pt x="155" y="16014"/>
                        <a:pt x="155" y="16014"/>
                        <a:pt x="155" y="16014"/>
                      </a:cubicBezTo>
                      <a:cubicBezTo>
                        <a:pt x="155" y="16166"/>
                        <a:pt x="155" y="16166"/>
                        <a:pt x="155" y="16166"/>
                      </a:cubicBezTo>
                      <a:cubicBezTo>
                        <a:pt x="155" y="16318"/>
                        <a:pt x="155" y="16318"/>
                        <a:pt x="155" y="16318"/>
                      </a:cubicBezTo>
                      <a:cubicBezTo>
                        <a:pt x="77" y="16318"/>
                        <a:pt x="77" y="16318"/>
                        <a:pt x="77" y="16318"/>
                      </a:cubicBezTo>
                      <a:cubicBezTo>
                        <a:pt x="77" y="16166"/>
                        <a:pt x="77" y="16166"/>
                        <a:pt x="77" y="16166"/>
                      </a:cubicBezTo>
                      <a:cubicBezTo>
                        <a:pt x="155" y="15710"/>
                        <a:pt x="155" y="15710"/>
                        <a:pt x="155" y="15710"/>
                      </a:cubicBezTo>
                      <a:cubicBezTo>
                        <a:pt x="310" y="15405"/>
                        <a:pt x="310" y="15405"/>
                        <a:pt x="310" y="15405"/>
                      </a:cubicBezTo>
                      <a:cubicBezTo>
                        <a:pt x="310" y="15405"/>
                        <a:pt x="310" y="15101"/>
                        <a:pt x="387" y="15101"/>
                      </a:cubicBezTo>
                      <a:cubicBezTo>
                        <a:pt x="387" y="14949"/>
                        <a:pt x="387" y="14797"/>
                        <a:pt x="387" y="14797"/>
                      </a:cubicBezTo>
                      <a:cubicBezTo>
                        <a:pt x="542" y="14645"/>
                        <a:pt x="542" y="14645"/>
                        <a:pt x="542" y="14645"/>
                      </a:cubicBezTo>
                      <a:cubicBezTo>
                        <a:pt x="542" y="14645"/>
                        <a:pt x="619" y="14493"/>
                        <a:pt x="619" y="14493"/>
                      </a:cubicBezTo>
                      <a:cubicBezTo>
                        <a:pt x="619" y="14341"/>
                        <a:pt x="542" y="14189"/>
                        <a:pt x="542" y="14189"/>
                      </a:cubicBezTo>
                      <a:cubicBezTo>
                        <a:pt x="542" y="14036"/>
                        <a:pt x="619" y="13884"/>
                        <a:pt x="619" y="13884"/>
                      </a:cubicBezTo>
                      <a:cubicBezTo>
                        <a:pt x="542" y="13884"/>
                        <a:pt x="542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732"/>
                      </a:cubicBezTo>
                      <a:cubicBezTo>
                        <a:pt x="465" y="13732"/>
                        <a:pt x="465" y="13732"/>
                        <a:pt x="465" y="13580"/>
                      </a:cubicBezTo>
                      <a:cubicBezTo>
                        <a:pt x="465" y="13580"/>
                        <a:pt x="465" y="13580"/>
                        <a:pt x="465" y="13580"/>
                      </a:cubicBezTo>
                      <a:cubicBezTo>
                        <a:pt x="465" y="13580"/>
                        <a:pt x="465" y="13580"/>
                        <a:pt x="465" y="13580"/>
                      </a:cubicBezTo>
                      <a:cubicBezTo>
                        <a:pt x="465" y="13580"/>
                        <a:pt x="465" y="13580"/>
                        <a:pt x="465" y="13580"/>
                      </a:cubicBezTo>
                      <a:cubicBezTo>
                        <a:pt x="465" y="13580"/>
                        <a:pt x="465" y="13580"/>
                        <a:pt x="465" y="13580"/>
                      </a:cubicBezTo>
                      <a:cubicBezTo>
                        <a:pt x="465" y="13580"/>
                        <a:pt x="465" y="13580"/>
                        <a:pt x="465" y="13580"/>
                      </a:cubicBezTo>
                      <a:cubicBezTo>
                        <a:pt x="465" y="13580"/>
                        <a:pt x="465" y="13580"/>
                        <a:pt x="465" y="13580"/>
                      </a:cubicBezTo>
                      <a:cubicBezTo>
                        <a:pt x="465" y="13580"/>
                        <a:pt x="465" y="13580"/>
                        <a:pt x="465" y="13580"/>
                      </a:cubicBezTo>
                      <a:cubicBezTo>
                        <a:pt x="619" y="13276"/>
                        <a:pt x="774" y="12972"/>
                        <a:pt x="774" y="12972"/>
                      </a:cubicBezTo>
                      <a:cubicBezTo>
                        <a:pt x="774" y="12972"/>
                        <a:pt x="929" y="12820"/>
                        <a:pt x="1084" y="12972"/>
                      </a:cubicBezTo>
                      <a:cubicBezTo>
                        <a:pt x="1161" y="13124"/>
                        <a:pt x="1316" y="13428"/>
                        <a:pt x="1394" y="13580"/>
                      </a:cubicBezTo>
                      <a:cubicBezTo>
                        <a:pt x="1394" y="13580"/>
                        <a:pt x="1471" y="13732"/>
                        <a:pt x="1548" y="13732"/>
                      </a:cubicBezTo>
                      <a:cubicBezTo>
                        <a:pt x="1626" y="13732"/>
                        <a:pt x="1703" y="13884"/>
                        <a:pt x="1703" y="13884"/>
                      </a:cubicBezTo>
                      <a:cubicBezTo>
                        <a:pt x="1703" y="14036"/>
                        <a:pt x="1781" y="13884"/>
                        <a:pt x="1781" y="14189"/>
                      </a:cubicBezTo>
                      <a:cubicBezTo>
                        <a:pt x="1703" y="14493"/>
                        <a:pt x="1703" y="14797"/>
                        <a:pt x="1781" y="14797"/>
                      </a:cubicBezTo>
                      <a:cubicBezTo>
                        <a:pt x="1935" y="14645"/>
                        <a:pt x="2013" y="14493"/>
                        <a:pt x="2013" y="14645"/>
                      </a:cubicBezTo>
                      <a:cubicBezTo>
                        <a:pt x="2013" y="14797"/>
                        <a:pt x="2090" y="14645"/>
                        <a:pt x="2013" y="14949"/>
                      </a:cubicBezTo>
                      <a:cubicBezTo>
                        <a:pt x="2013" y="15253"/>
                        <a:pt x="1935" y="15405"/>
                        <a:pt x="2013" y="15405"/>
                      </a:cubicBezTo>
                      <a:cubicBezTo>
                        <a:pt x="2168" y="15558"/>
                        <a:pt x="2323" y="15710"/>
                        <a:pt x="2400" y="15558"/>
                      </a:cubicBezTo>
                      <a:cubicBezTo>
                        <a:pt x="2477" y="15253"/>
                        <a:pt x="2400" y="15558"/>
                        <a:pt x="2477" y="15253"/>
                      </a:cubicBezTo>
                      <a:cubicBezTo>
                        <a:pt x="2555" y="14797"/>
                        <a:pt x="2555" y="14949"/>
                        <a:pt x="2632" y="14797"/>
                      </a:cubicBezTo>
                      <a:cubicBezTo>
                        <a:pt x="2632" y="14493"/>
                        <a:pt x="2632" y="14645"/>
                        <a:pt x="2710" y="14341"/>
                      </a:cubicBezTo>
                      <a:cubicBezTo>
                        <a:pt x="2710" y="14036"/>
                        <a:pt x="2787" y="14189"/>
                        <a:pt x="2710" y="14036"/>
                      </a:cubicBezTo>
                      <a:cubicBezTo>
                        <a:pt x="2710" y="14036"/>
                        <a:pt x="2710" y="13884"/>
                        <a:pt x="2632" y="13732"/>
                      </a:cubicBezTo>
                      <a:cubicBezTo>
                        <a:pt x="2632" y="13428"/>
                        <a:pt x="2477" y="13580"/>
                        <a:pt x="2710" y="13428"/>
                      </a:cubicBezTo>
                      <a:cubicBezTo>
                        <a:pt x="2865" y="13276"/>
                        <a:pt x="2942" y="13276"/>
                        <a:pt x="2942" y="13276"/>
                      </a:cubicBezTo>
                      <a:cubicBezTo>
                        <a:pt x="2942" y="13124"/>
                        <a:pt x="3174" y="13124"/>
                        <a:pt x="3174" y="13124"/>
                      </a:cubicBezTo>
                      <a:cubicBezTo>
                        <a:pt x="3174" y="13124"/>
                        <a:pt x="3406" y="13124"/>
                        <a:pt x="3406" y="13124"/>
                      </a:cubicBezTo>
                      <a:cubicBezTo>
                        <a:pt x="3484" y="13124"/>
                        <a:pt x="3794" y="13124"/>
                        <a:pt x="3794" y="13276"/>
                      </a:cubicBezTo>
                      <a:cubicBezTo>
                        <a:pt x="3794" y="13428"/>
                        <a:pt x="3948" y="13428"/>
                        <a:pt x="3948" y="13428"/>
                      </a:cubicBezTo>
                      <a:cubicBezTo>
                        <a:pt x="3948" y="13428"/>
                        <a:pt x="4103" y="13428"/>
                        <a:pt x="4181" y="13732"/>
                      </a:cubicBezTo>
                      <a:cubicBezTo>
                        <a:pt x="4181" y="14189"/>
                        <a:pt x="4181" y="14493"/>
                        <a:pt x="4258" y="14341"/>
                      </a:cubicBezTo>
                      <a:cubicBezTo>
                        <a:pt x="4335" y="14341"/>
                        <a:pt x="4490" y="14645"/>
                        <a:pt x="4490" y="14493"/>
                      </a:cubicBezTo>
                      <a:cubicBezTo>
                        <a:pt x="4568" y="14341"/>
                        <a:pt x="4645" y="14189"/>
                        <a:pt x="4723" y="14189"/>
                      </a:cubicBezTo>
                      <a:cubicBezTo>
                        <a:pt x="4800" y="14189"/>
                        <a:pt x="4645" y="14036"/>
                        <a:pt x="4877" y="14036"/>
                      </a:cubicBezTo>
                      <a:cubicBezTo>
                        <a:pt x="5187" y="14189"/>
                        <a:pt x="5110" y="14341"/>
                        <a:pt x="5265" y="14036"/>
                      </a:cubicBezTo>
                      <a:cubicBezTo>
                        <a:pt x="5342" y="13732"/>
                        <a:pt x="5342" y="13732"/>
                        <a:pt x="5497" y="13580"/>
                      </a:cubicBezTo>
                      <a:cubicBezTo>
                        <a:pt x="5574" y="13428"/>
                        <a:pt x="5574" y="13428"/>
                        <a:pt x="5652" y="13276"/>
                      </a:cubicBezTo>
                      <a:cubicBezTo>
                        <a:pt x="5652" y="13276"/>
                        <a:pt x="5961" y="13276"/>
                        <a:pt x="5961" y="13276"/>
                      </a:cubicBezTo>
                      <a:cubicBezTo>
                        <a:pt x="6039" y="13124"/>
                        <a:pt x="6116" y="12820"/>
                        <a:pt x="6194" y="12820"/>
                      </a:cubicBezTo>
                      <a:cubicBezTo>
                        <a:pt x="6194" y="12820"/>
                        <a:pt x="6503" y="12820"/>
                        <a:pt x="6581" y="12820"/>
                      </a:cubicBezTo>
                      <a:cubicBezTo>
                        <a:pt x="6658" y="12820"/>
                        <a:pt x="6813" y="12820"/>
                        <a:pt x="6890" y="12667"/>
                      </a:cubicBezTo>
                      <a:cubicBezTo>
                        <a:pt x="6890" y="12515"/>
                        <a:pt x="6890" y="12515"/>
                        <a:pt x="6968" y="12363"/>
                      </a:cubicBezTo>
                      <a:cubicBezTo>
                        <a:pt x="7123" y="12363"/>
                        <a:pt x="7200" y="12363"/>
                        <a:pt x="7355" y="12363"/>
                      </a:cubicBezTo>
                      <a:cubicBezTo>
                        <a:pt x="7510" y="12363"/>
                        <a:pt x="7510" y="12363"/>
                        <a:pt x="7587" y="12363"/>
                      </a:cubicBezTo>
                      <a:cubicBezTo>
                        <a:pt x="7665" y="12363"/>
                        <a:pt x="7742" y="12667"/>
                        <a:pt x="7742" y="12211"/>
                      </a:cubicBezTo>
                      <a:cubicBezTo>
                        <a:pt x="7665" y="11755"/>
                        <a:pt x="7587" y="11755"/>
                        <a:pt x="7665" y="11603"/>
                      </a:cubicBezTo>
                      <a:cubicBezTo>
                        <a:pt x="7819" y="11603"/>
                        <a:pt x="7974" y="11603"/>
                        <a:pt x="7974" y="11603"/>
                      </a:cubicBezTo>
                      <a:cubicBezTo>
                        <a:pt x="8052" y="11603"/>
                        <a:pt x="8361" y="11755"/>
                        <a:pt x="8439" y="11755"/>
                      </a:cubicBezTo>
                      <a:cubicBezTo>
                        <a:pt x="8439" y="11755"/>
                        <a:pt x="8516" y="12059"/>
                        <a:pt x="8516" y="12059"/>
                      </a:cubicBezTo>
                      <a:cubicBezTo>
                        <a:pt x="8594" y="12059"/>
                        <a:pt x="8671" y="12211"/>
                        <a:pt x="8748" y="12059"/>
                      </a:cubicBezTo>
                      <a:cubicBezTo>
                        <a:pt x="8748" y="12059"/>
                        <a:pt x="8826" y="11755"/>
                        <a:pt x="8903" y="11755"/>
                      </a:cubicBezTo>
                      <a:cubicBezTo>
                        <a:pt x="8981" y="11755"/>
                        <a:pt x="9213" y="11755"/>
                        <a:pt x="9213" y="11755"/>
                      </a:cubicBezTo>
                      <a:cubicBezTo>
                        <a:pt x="9213" y="11755"/>
                        <a:pt x="9523" y="11907"/>
                        <a:pt x="9523" y="11907"/>
                      </a:cubicBezTo>
                      <a:cubicBezTo>
                        <a:pt x="9523" y="11907"/>
                        <a:pt x="9445" y="12211"/>
                        <a:pt x="9445" y="12363"/>
                      </a:cubicBezTo>
                      <a:cubicBezTo>
                        <a:pt x="9445" y="12515"/>
                        <a:pt x="9445" y="12667"/>
                        <a:pt x="9523" y="12820"/>
                      </a:cubicBezTo>
                      <a:cubicBezTo>
                        <a:pt x="9523" y="12820"/>
                        <a:pt x="9677" y="13124"/>
                        <a:pt x="9677" y="13124"/>
                      </a:cubicBezTo>
                      <a:cubicBezTo>
                        <a:pt x="9677" y="13124"/>
                        <a:pt x="10065" y="13428"/>
                        <a:pt x="10065" y="13428"/>
                      </a:cubicBezTo>
                      <a:cubicBezTo>
                        <a:pt x="10065" y="13428"/>
                        <a:pt x="10142" y="13580"/>
                        <a:pt x="10142" y="12972"/>
                      </a:cubicBezTo>
                      <a:cubicBezTo>
                        <a:pt x="10142" y="12363"/>
                        <a:pt x="10142" y="12211"/>
                        <a:pt x="10142" y="12211"/>
                      </a:cubicBezTo>
                      <a:cubicBezTo>
                        <a:pt x="10142" y="11603"/>
                        <a:pt x="10142" y="11603"/>
                        <a:pt x="10142" y="11603"/>
                      </a:cubicBezTo>
                      <a:cubicBezTo>
                        <a:pt x="10142" y="11603"/>
                        <a:pt x="10142" y="11451"/>
                        <a:pt x="10065" y="11451"/>
                      </a:cubicBezTo>
                      <a:cubicBezTo>
                        <a:pt x="10065" y="11451"/>
                        <a:pt x="9987" y="11451"/>
                        <a:pt x="9987" y="11451"/>
                      </a:cubicBezTo>
                      <a:cubicBezTo>
                        <a:pt x="9987" y="11451"/>
                        <a:pt x="9677" y="11298"/>
                        <a:pt x="9600" y="11298"/>
                      </a:cubicBezTo>
                      <a:cubicBezTo>
                        <a:pt x="9523" y="11298"/>
                        <a:pt x="9600" y="10994"/>
                        <a:pt x="9600" y="10842"/>
                      </a:cubicBezTo>
                      <a:cubicBezTo>
                        <a:pt x="9600" y="10842"/>
                        <a:pt x="9755" y="10538"/>
                        <a:pt x="9755" y="10538"/>
                      </a:cubicBezTo>
                      <a:cubicBezTo>
                        <a:pt x="9755" y="10082"/>
                        <a:pt x="9755" y="10082"/>
                        <a:pt x="9755" y="10082"/>
                      </a:cubicBezTo>
                      <a:cubicBezTo>
                        <a:pt x="9523" y="9321"/>
                        <a:pt x="9523" y="9321"/>
                        <a:pt x="9523" y="9321"/>
                      </a:cubicBezTo>
                      <a:cubicBezTo>
                        <a:pt x="9290" y="8865"/>
                        <a:pt x="9290" y="8865"/>
                        <a:pt x="9290" y="8865"/>
                      </a:cubicBezTo>
                      <a:cubicBezTo>
                        <a:pt x="9135" y="8104"/>
                        <a:pt x="9135" y="8104"/>
                        <a:pt x="9135" y="8104"/>
                      </a:cubicBezTo>
                      <a:cubicBezTo>
                        <a:pt x="9135" y="8104"/>
                        <a:pt x="9135" y="8104"/>
                        <a:pt x="9135" y="8104"/>
                      </a:cubicBezTo>
                      <a:cubicBezTo>
                        <a:pt x="9135" y="8104"/>
                        <a:pt x="9135" y="8104"/>
                        <a:pt x="9135" y="8104"/>
                      </a:cubicBezTo>
                      <a:cubicBezTo>
                        <a:pt x="9368" y="7800"/>
                        <a:pt x="9368" y="7800"/>
                        <a:pt x="9368" y="7800"/>
                      </a:cubicBezTo>
                      <a:cubicBezTo>
                        <a:pt x="9523" y="7496"/>
                        <a:pt x="9755" y="7191"/>
                        <a:pt x="9755" y="7191"/>
                      </a:cubicBezTo>
                      <a:cubicBezTo>
                        <a:pt x="9755" y="7191"/>
                        <a:pt x="9755" y="7191"/>
                        <a:pt x="9832" y="7191"/>
                      </a:cubicBezTo>
                      <a:cubicBezTo>
                        <a:pt x="9987" y="6887"/>
                        <a:pt x="9987" y="6887"/>
                        <a:pt x="9987" y="6887"/>
                      </a:cubicBezTo>
                      <a:cubicBezTo>
                        <a:pt x="9987" y="6887"/>
                        <a:pt x="10374" y="6583"/>
                        <a:pt x="10374" y="6583"/>
                      </a:cubicBezTo>
                      <a:cubicBezTo>
                        <a:pt x="10374" y="6583"/>
                        <a:pt x="10452" y="6431"/>
                        <a:pt x="10452" y="6431"/>
                      </a:cubicBezTo>
                      <a:cubicBezTo>
                        <a:pt x="10529" y="6431"/>
                        <a:pt x="10529" y="6431"/>
                        <a:pt x="10529" y="6431"/>
                      </a:cubicBezTo>
                      <a:cubicBezTo>
                        <a:pt x="10916" y="5670"/>
                        <a:pt x="10916" y="5670"/>
                        <a:pt x="10916" y="5670"/>
                      </a:cubicBezTo>
                      <a:cubicBezTo>
                        <a:pt x="10916" y="4910"/>
                        <a:pt x="10916" y="4910"/>
                        <a:pt x="10916" y="4910"/>
                      </a:cubicBezTo>
                      <a:cubicBezTo>
                        <a:pt x="10994" y="4605"/>
                        <a:pt x="10994" y="4605"/>
                        <a:pt x="10994" y="4605"/>
                      </a:cubicBezTo>
                      <a:cubicBezTo>
                        <a:pt x="10994" y="4453"/>
                        <a:pt x="10994" y="4149"/>
                        <a:pt x="10994" y="4149"/>
                      </a:cubicBezTo>
                      <a:cubicBezTo>
                        <a:pt x="11458" y="4149"/>
                        <a:pt x="11458" y="4149"/>
                        <a:pt x="11458" y="4149"/>
                      </a:cubicBezTo>
                      <a:cubicBezTo>
                        <a:pt x="11458" y="4149"/>
                        <a:pt x="11535" y="4301"/>
                        <a:pt x="11613" y="4453"/>
                      </a:cubicBezTo>
                      <a:cubicBezTo>
                        <a:pt x="11690" y="4453"/>
                        <a:pt x="11768" y="4301"/>
                        <a:pt x="11768" y="4301"/>
                      </a:cubicBezTo>
                      <a:cubicBezTo>
                        <a:pt x="11845" y="4301"/>
                        <a:pt x="11923" y="3997"/>
                        <a:pt x="11923" y="3997"/>
                      </a:cubicBezTo>
                      <a:cubicBezTo>
                        <a:pt x="11923" y="3541"/>
                        <a:pt x="11923" y="3541"/>
                        <a:pt x="11923" y="3541"/>
                      </a:cubicBezTo>
                      <a:cubicBezTo>
                        <a:pt x="11845" y="2780"/>
                        <a:pt x="11845" y="2780"/>
                        <a:pt x="11845" y="2780"/>
                      </a:cubicBezTo>
                      <a:cubicBezTo>
                        <a:pt x="11845" y="2324"/>
                        <a:pt x="11845" y="2324"/>
                        <a:pt x="11845" y="2324"/>
                      </a:cubicBezTo>
                      <a:cubicBezTo>
                        <a:pt x="11845" y="2324"/>
                        <a:pt x="11845" y="2324"/>
                        <a:pt x="11845" y="2324"/>
                      </a:cubicBezTo>
                      <a:cubicBezTo>
                        <a:pt x="11923" y="2324"/>
                        <a:pt x="12232" y="2780"/>
                        <a:pt x="12387" y="2932"/>
                      </a:cubicBezTo>
                      <a:cubicBezTo>
                        <a:pt x="12465" y="3084"/>
                        <a:pt x="12697" y="3541"/>
                        <a:pt x="12697" y="3541"/>
                      </a:cubicBezTo>
                      <a:cubicBezTo>
                        <a:pt x="12697" y="3541"/>
                        <a:pt x="13084" y="3693"/>
                        <a:pt x="13161" y="3693"/>
                      </a:cubicBezTo>
                      <a:cubicBezTo>
                        <a:pt x="13161" y="3693"/>
                        <a:pt x="13548" y="3845"/>
                        <a:pt x="13548" y="3845"/>
                      </a:cubicBezTo>
                      <a:cubicBezTo>
                        <a:pt x="13626" y="3541"/>
                        <a:pt x="13626" y="3541"/>
                        <a:pt x="13626" y="3541"/>
                      </a:cubicBezTo>
                      <a:cubicBezTo>
                        <a:pt x="13858" y="3236"/>
                        <a:pt x="13858" y="3236"/>
                        <a:pt x="13858" y="3236"/>
                      </a:cubicBezTo>
                      <a:cubicBezTo>
                        <a:pt x="14168" y="3693"/>
                        <a:pt x="14168" y="3693"/>
                        <a:pt x="14168" y="3693"/>
                      </a:cubicBezTo>
                      <a:cubicBezTo>
                        <a:pt x="14477" y="3541"/>
                        <a:pt x="14477" y="3541"/>
                        <a:pt x="14477" y="3541"/>
                      </a:cubicBezTo>
                      <a:close/>
                      <a:moveTo>
                        <a:pt x="387" y="13732"/>
                      </a:moveTo>
                      <a:cubicBezTo>
                        <a:pt x="387" y="13732"/>
                        <a:pt x="387" y="13732"/>
                        <a:pt x="387" y="13732"/>
                      </a:cubicBezTo>
                      <a:cubicBezTo>
                        <a:pt x="387" y="13732"/>
                        <a:pt x="387" y="13732"/>
                        <a:pt x="387" y="13732"/>
                      </a:cubicBezTo>
                      <a:cubicBezTo>
                        <a:pt x="387" y="13732"/>
                        <a:pt x="387" y="13732"/>
                        <a:pt x="387" y="13732"/>
                      </a:cubicBezTo>
                      <a:close/>
                      <a:moveTo>
                        <a:pt x="77" y="17231"/>
                      </a:moveTo>
                      <a:cubicBezTo>
                        <a:pt x="77" y="17231"/>
                        <a:pt x="77" y="17231"/>
                        <a:pt x="77" y="17231"/>
                      </a:cubicBezTo>
                      <a:cubicBezTo>
                        <a:pt x="77" y="17231"/>
                        <a:pt x="77" y="17231"/>
                        <a:pt x="77" y="17231"/>
                      </a:cubicBezTo>
                      <a:cubicBezTo>
                        <a:pt x="77" y="17231"/>
                        <a:pt x="77" y="17231"/>
                        <a:pt x="77" y="17231"/>
                      </a:cubicBezTo>
                      <a:cubicBezTo>
                        <a:pt x="77" y="17231"/>
                        <a:pt x="77" y="17231"/>
                        <a:pt x="77" y="17231"/>
                      </a:cubicBezTo>
                      <a:close/>
                      <a:moveTo>
                        <a:pt x="77" y="17231"/>
                      </a:moveTo>
                      <a:cubicBezTo>
                        <a:pt x="77" y="17231"/>
                        <a:pt x="77" y="17231"/>
                        <a:pt x="77" y="17231"/>
                      </a:cubicBezTo>
                      <a:cubicBezTo>
                        <a:pt x="77" y="17231"/>
                        <a:pt x="77" y="17079"/>
                        <a:pt x="77" y="17079"/>
                      </a:cubicBezTo>
                      <a:cubicBezTo>
                        <a:pt x="77" y="17079"/>
                        <a:pt x="77" y="17079"/>
                        <a:pt x="77" y="17079"/>
                      </a:cubicBezTo>
                      <a:cubicBezTo>
                        <a:pt x="77" y="17079"/>
                        <a:pt x="155" y="17079"/>
                        <a:pt x="155" y="16927"/>
                      </a:cubicBezTo>
                      <a:cubicBezTo>
                        <a:pt x="155" y="16927"/>
                        <a:pt x="155" y="16927"/>
                        <a:pt x="155" y="16927"/>
                      </a:cubicBezTo>
                      <a:cubicBezTo>
                        <a:pt x="155" y="16927"/>
                        <a:pt x="155" y="16927"/>
                        <a:pt x="155" y="16927"/>
                      </a:cubicBezTo>
                      <a:cubicBezTo>
                        <a:pt x="155" y="16927"/>
                        <a:pt x="155" y="16927"/>
                        <a:pt x="155" y="16927"/>
                      </a:cubicBezTo>
                      <a:cubicBezTo>
                        <a:pt x="77" y="16927"/>
                        <a:pt x="77" y="16927"/>
                        <a:pt x="77" y="16927"/>
                      </a:cubicBezTo>
                      <a:cubicBezTo>
                        <a:pt x="0" y="17231"/>
                        <a:pt x="0" y="17231"/>
                        <a:pt x="0" y="17231"/>
                      </a:cubicBezTo>
                      <a:lnTo>
                        <a:pt x="77" y="17231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36" name="Shape">
                  <a:extLst>
                    <a:ext uri="{FF2B5EF4-FFF2-40B4-BE49-F238E27FC236}">
                      <a16:creationId xmlns:a16="http://schemas.microsoft.com/office/drawing/2014/main" id="{E961071A-25DA-4D0B-BE5D-DB9999C302B7}"/>
                    </a:ext>
                  </a:extLst>
                </p:cNvPr>
                <p:cNvSpPr/>
                <p:nvPr/>
              </p:nvSpPr>
              <p:spPr>
                <a:xfrm>
                  <a:off x="1265447" y="4195561"/>
                  <a:ext cx="1809223" cy="18171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758" y="18910"/>
                      </a:moveTo>
                      <a:cubicBezTo>
                        <a:pt x="10842" y="18790"/>
                        <a:pt x="10842" y="18790"/>
                        <a:pt x="10842" y="18790"/>
                      </a:cubicBezTo>
                      <a:cubicBezTo>
                        <a:pt x="10842" y="18790"/>
                        <a:pt x="10842" y="18549"/>
                        <a:pt x="10758" y="18509"/>
                      </a:cubicBezTo>
                      <a:cubicBezTo>
                        <a:pt x="10717" y="18468"/>
                        <a:pt x="10675" y="18428"/>
                        <a:pt x="10675" y="18428"/>
                      </a:cubicBezTo>
                      <a:cubicBezTo>
                        <a:pt x="10675" y="18428"/>
                        <a:pt x="10675" y="18268"/>
                        <a:pt x="10675" y="18187"/>
                      </a:cubicBezTo>
                      <a:cubicBezTo>
                        <a:pt x="10675" y="18147"/>
                        <a:pt x="10675" y="17987"/>
                        <a:pt x="10675" y="17946"/>
                      </a:cubicBezTo>
                      <a:cubicBezTo>
                        <a:pt x="10675" y="17906"/>
                        <a:pt x="10717" y="17746"/>
                        <a:pt x="10717" y="17706"/>
                      </a:cubicBezTo>
                      <a:cubicBezTo>
                        <a:pt x="10717" y="17706"/>
                        <a:pt x="10675" y="17706"/>
                        <a:pt x="10758" y="17625"/>
                      </a:cubicBezTo>
                      <a:cubicBezTo>
                        <a:pt x="10842" y="17505"/>
                        <a:pt x="10842" y="17425"/>
                        <a:pt x="10842" y="17425"/>
                      </a:cubicBezTo>
                      <a:cubicBezTo>
                        <a:pt x="11008" y="17224"/>
                        <a:pt x="11008" y="17224"/>
                        <a:pt x="11008" y="17224"/>
                      </a:cubicBezTo>
                      <a:cubicBezTo>
                        <a:pt x="11008" y="17224"/>
                        <a:pt x="11132" y="17023"/>
                        <a:pt x="11174" y="17023"/>
                      </a:cubicBezTo>
                      <a:cubicBezTo>
                        <a:pt x="11215" y="17063"/>
                        <a:pt x="11382" y="17023"/>
                        <a:pt x="11423" y="17023"/>
                      </a:cubicBezTo>
                      <a:cubicBezTo>
                        <a:pt x="11465" y="17023"/>
                        <a:pt x="11631" y="17184"/>
                        <a:pt x="11714" y="17023"/>
                      </a:cubicBezTo>
                      <a:cubicBezTo>
                        <a:pt x="11797" y="16903"/>
                        <a:pt x="11838" y="16822"/>
                        <a:pt x="11838" y="16782"/>
                      </a:cubicBezTo>
                      <a:cubicBezTo>
                        <a:pt x="11880" y="16742"/>
                        <a:pt x="11922" y="16622"/>
                        <a:pt x="12046" y="16622"/>
                      </a:cubicBezTo>
                      <a:cubicBezTo>
                        <a:pt x="12171" y="16581"/>
                        <a:pt x="12462" y="16581"/>
                        <a:pt x="12462" y="16581"/>
                      </a:cubicBezTo>
                      <a:cubicBezTo>
                        <a:pt x="12586" y="16622"/>
                        <a:pt x="12586" y="16622"/>
                        <a:pt x="12586" y="16622"/>
                      </a:cubicBezTo>
                      <a:cubicBezTo>
                        <a:pt x="12918" y="16742"/>
                        <a:pt x="12918" y="16742"/>
                        <a:pt x="12918" y="16742"/>
                      </a:cubicBezTo>
                      <a:cubicBezTo>
                        <a:pt x="12918" y="16742"/>
                        <a:pt x="13043" y="16742"/>
                        <a:pt x="13126" y="16742"/>
                      </a:cubicBezTo>
                      <a:cubicBezTo>
                        <a:pt x="13168" y="16742"/>
                        <a:pt x="13209" y="16742"/>
                        <a:pt x="13209" y="16742"/>
                      </a:cubicBezTo>
                      <a:cubicBezTo>
                        <a:pt x="13334" y="16903"/>
                        <a:pt x="13334" y="16903"/>
                        <a:pt x="13334" y="16903"/>
                      </a:cubicBezTo>
                      <a:cubicBezTo>
                        <a:pt x="13334" y="16903"/>
                        <a:pt x="13500" y="16983"/>
                        <a:pt x="13542" y="16983"/>
                      </a:cubicBezTo>
                      <a:cubicBezTo>
                        <a:pt x="13583" y="16983"/>
                        <a:pt x="13915" y="16903"/>
                        <a:pt x="13915" y="16903"/>
                      </a:cubicBezTo>
                      <a:cubicBezTo>
                        <a:pt x="13915" y="16903"/>
                        <a:pt x="14040" y="16862"/>
                        <a:pt x="14082" y="16903"/>
                      </a:cubicBezTo>
                      <a:cubicBezTo>
                        <a:pt x="14123" y="16943"/>
                        <a:pt x="14248" y="16983"/>
                        <a:pt x="14289" y="17023"/>
                      </a:cubicBezTo>
                      <a:cubicBezTo>
                        <a:pt x="14289" y="17063"/>
                        <a:pt x="14622" y="17224"/>
                        <a:pt x="14705" y="17264"/>
                      </a:cubicBezTo>
                      <a:cubicBezTo>
                        <a:pt x="14746" y="17304"/>
                        <a:pt x="14912" y="17264"/>
                        <a:pt x="14912" y="17264"/>
                      </a:cubicBezTo>
                      <a:cubicBezTo>
                        <a:pt x="14995" y="17465"/>
                        <a:pt x="14995" y="17465"/>
                        <a:pt x="14995" y="17465"/>
                      </a:cubicBezTo>
                      <a:cubicBezTo>
                        <a:pt x="15411" y="17585"/>
                        <a:pt x="15411" y="17585"/>
                        <a:pt x="15411" y="17585"/>
                      </a:cubicBezTo>
                      <a:cubicBezTo>
                        <a:pt x="15577" y="17585"/>
                        <a:pt x="15577" y="17585"/>
                        <a:pt x="15577" y="17585"/>
                      </a:cubicBezTo>
                      <a:cubicBezTo>
                        <a:pt x="16158" y="17786"/>
                        <a:pt x="16158" y="17786"/>
                        <a:pt x="16158" y="17786"/>
                      </a:cubicBezTo>
                      <a:cubicBezTo>
                        <a:pt x="16532" y="17505"/>
                        <a:pt x="16532" y="17505"/>
                        <a:pt x="16532" y="17505"/>
                      </a:cubicBezTo>
                      <a:cubicBezTo>
                        <a:pt x="16532" y="17505"/>
                        <a:pt x="16615" y="17545"/>
                        <a:pt x="16657" y="17545"/>
                      </a:cubicBezTo>
                      <a:cubicBezTo>
                        <a:pt x="16698" y="17545"/>
                        <a:pt x="16782" y="17224"/>
                        <a:pt x="16782" y="17224"/>
                      </a:cubicBezTo>
                      <a:cubicBezTo>
                        <a:pt x="16782" y="17224"/>
                        <a:pt x="16782" y="17143"/>
                        <a:pt x="16823" y="17143"/>
                      </a:cubicBezTo>
                      <a:cubicBezTo>
                        <a:pt x="16906" y="17143"/>
                        <a:pt x="17197" y="17023"/>
                        <a:pt x="17197" y="17023"/>
                      </a:cubicBezTo>
                      <a:cubicBezTo>
                        <a:pt x="17197" y="16983"/>
                        <a:pt x="17155" y="16822"/>
                        <a:pt x="17280" y="16782"/>
                      </a:cubicBezTo>
                      <a:cubicBezTo>
                        <a:pt x="17363" y="16742"/>
                        <a:pt x="17529" y="16622"/>
                        <a:pt x="17529" y="16622"/>
                      </a:cubicBezTo>
                      <a:cubicBezTo>
                        <a:pt x="17571" y="16581"/>
                        <a:pt x="17488" y="16501"/>
                        <a:pt x="17612" y="16461"/>
                      </a:cubicBezTo>
                      <a:cubicBezTo>
                        <a:pt x="17695" y="16461"/>
                        <a:pt x="17820" y="16421"/>
                        <a:pt x="17903" y="16421"/>
                      </a:cubicBezTo>
                      <a:cubicBezTo>
                        <a:pt x="17903" y="16421"/>
                        <a:pt x="17903" y="16421"/>
                        <a:pt x="17903" y="16421"/>
                      </a:cubicBezTo>
                      <a:cubicBezTo>
                        <a:pt x="17903" y="16381"/>
                        <a:pt x="17903" y="16381"/>
                        <a:pt x="17903" y="16381"/>
                      </a:cubicBezTo>
                      <a:cubicBezTo>
                        <a:pt x="17903" y="16381"/>
                        <a:pt x="17903" y="16381"/>
                        <a:pt x="17903" y="16381"/>
                      </a:cubicBezTo>
                      <a:cubicBezTo>
                        <a:pt x="17945" y="16381"/>
                        <a:pt x="17945" y="16381"/>
                        <a:pt x="17945" y="16381"/>
                      </a:cubicBezTo>
                      <a:cubicBezTo>
                        <a:pt x="17945" y="16381"/>
                        <a:pt x="17945" y="16381"/>
                        <a:pt x="17945" y="16381"/>
                      </a:cubicBezTo>
                      <a:cubicBezTo>
                        <a:pt x="17945" y="16381"/>
                        <a:pt x="17945" y="16381"/>
                        <a:pt x="17945" y="16381"/>
                      </a:cubicBezTo>
                      <a:cubicBezTo>
                        <a:pt x="17945" y="16381"/>
                        <a:pt x="17945" y="16381"/>
                        <a:pt x="17945" y="16381"/>
                      </a:cubicBezTo>
                      <a:cubicBezTo>
                        <a:pt x="17945" y="16381"/>
                        <a:pt x="17945" y="16381"/>
                        <a:pt x="17945" y="16381"/>
                      </a:cubicBezTo>
                      <a:cubicBezTo>
                        <a:pt x="17945" y="16381"/>
                        <a:pt x="17945" y="16381"/>
                        <a:pt x="17945" y="16381"/>
                      </a:cubicBezTo>
                      <a:cubicBezTo>
                        <a:pt x="17986" y="16341"/>
                        <a:pt x="17986" y="16341"/>
                        <a:pt x="17986" y="16341"/>
                      </a:cubicBezTo>
                      <a:cubicBezTo>
                        <a:pt x="17986" y="16341"/>
                        <a:pt x="17986" y="16341"/>
                        <a:pt x="17986" y="16341"/>
                      </a:cubicBezTo>
                      <a:cubicBezTo>
                        <a:pt x="17986" y="16341"/>
                        <a:pt x="17986" y="16341"/>
                        <a:pt x="17986" y="16341"/>
                      </a:cubicBezTo>
                      <a:cubicBezTo>
                        <a:pt x="18028" y="16341"/>
                        <a:pt x="18028" y="16341"/>
                        <a:pt x="18028" y="16341"/>
                      </a:cubicBezTo>
                      <a:cubicBezTo>
                        <a:pt x="18028" y="16341"/>
                        <a:pt x="18028" y="16341"/>
                        <a:pt x="18028" y="16341"/>
                      </a:cubicBezTo>
                      <a:cubicBezTo>
                        <a:pt x="18028" y="16341"/>
                        <a:pt x="18028" y="16341"/>
                        <a:pt x="18028" y="16341"/>
                      </a:cubicBezTo>
                      <a:cubicBezTo>
                        <a:pt x="18028" y="16341"/>
                        <a:pt x="18028" y="16341"/>
                        <a:pt x="18028" y="16341"/>
                      </a:cubicBezTo>
                      <a:cubicBezTo>
                        <a:pt x="18028" y="16341"/>
                        <a:pt x="18028" y="16341"/>
                        <a:pt x="18028" y="16341"/>
                      </a:cubicBezTo>
                      <a:cubicBezTo>
                        <a:pt x="18028" y="16341"/>
                        <a:pt x="18028" y="16341"/>
                        <a:pt x="18028" y="16341"/>
                      </a:cubicBezTo>
                      <a:cubicBezTo>
                        <a:pt x="18028" y="16341"/>
                        <a:pt x="18028" y="16341"/>
                        <a:pt x="18028" y="16341"/>
                      </a:cubicBezTo>
                      <a:cubicBezTo>
                        <a:pt x="18028" y="16341"/>
                        <a:pt x="18028" y="16341"/>
                        <a:pt x="18028" y="16341"/>
                      </a:cubicBezTo>
                      <a:cubicBezTo>
                        <a:pt x="18069" y="16341"/>
                        <a:pt x="18069" y="16341"/>
                        <a:pt x="18069" y="16341"/>
                      </a:cubicBezTo>
                      <a:cubicBezTo>
                        <a:pt x="18069" y="16341"/>
                        <a:pt x="18069" y="16341"/>
                        <a:pt x="18069" y="16341"/>
                      </a:cubicBezTo>
                      <a:cubicBezTo>
                        <a:pt x="18069" y="16341"/>
                        <a:pt x="18069" y="16341"/>
                        <a:pt x="18069" y="16341"/>
                      </a:cubicBezTo>
                      <a:cubicBezTo>
                        <a:pt x="18069" y="16341"/>
                        <a:pt x="18069" y="16341"/>
                        <a:pt x="18069" y="16341"/>
                      </a:cubicBezTo>
                      <a:cubicBezTo>
                        <a:pt x="18069" y="16300"/>
                        <a:pt x="18069" y="16300"/>
                        <a:pt x="18069" y="16300"/>
                      </a:cubicBezTo>
                      <a:cubicBezTo>
                        <a:pt x="18069" y="16300"/>
                        <a:pt x="18069" y="16300"/>
                        <a:pt x="18069" y="16300"/>
                      </a:cubicBezTo>
                      <a:cubicBezTo>
                        <a:pt x="18069" y="16300"/>
                        <a:pt x="18069" y="16300"/>
                        <a:pt x="18069" y="16300"/>
                      </a:cubicBezTo>
                      <a:cubicBezTo>
                        <a:pt x="18069" y="16300"/>
                        <a:pt x="18069" y="16300"/>
                        <a:pt x="18069" y="16300"/>
                      </a:cubicBezTo>
                      <a:cubicBezTo>
                        <a:pt x="18069" y="16300"/>
                        <a:pt x="18069" y="16300"/>
                        <a:pt x="18069" y="16300"/>
                      </a:cubicBezTo>
                      <a:cubicBezTo>
                        <a:pt x="18069" y="16300"/>
                        <a:pt x="18069" y="16300"/>
                        <a:pt x="18069" y="16300"/>
                      </a:cubicBezTo>
                      <a:cubicBezTo>
                        <a:pt x="18111" y="16300"/>
                        <a:pt x="18111" y="16300"/>
                        <a:pt x="18111" y="16300"/>
                      </a:cubicBezTo>
                      <a:cubicBezTo>
                        <a:pt x="18111" y="16300"/>
                        <a:pt x="18111" y="16300"/>
                        <a:pt x="18111" y="16300"/>
                      </a:cubicBezTo>
                      <a:cubicBezTo>
                        <a:pt x="18111" y="16300"/>
                        <a:pt x="18111" y="16300"/>
                        <a:pt x="18111" y="16300"/>
                      </a:cubicBezTo>
                      <a:cubicBezTo>
                        <a:pt x="18111" y="16300"/>
                        <a:pt x="18111" y="16300"/>
                        <a:pt x="18111" y="16300"/>
                      </a:cubicBezTo>
                      <a:cubicBezTo>
                        <a:pt x="18111" y="16300"/>
                        <a:pt x="18111" y="16300"/>
                        <a:pt x="18111" y="16300"/>
                      </a:cubicBezTo>
                      <a:cubicBezTo>
                        <a:pt x="18111" y="16300"/>
                        <a:pt x="18111" y="16300"/>
                        <a:pt x="18111" y="16300"/>
                      </a:cubicBezTo>
                      <a:cubicBezTo>
                        <a:pt x="18111" y="16300"/>
                        <a:pt x="18111" y="16300"/>
                        <a:pt x="18111" y="16300"/>
                      </a:cubicBezTo>
                      <a:cubicBezTo>
                        <a:pt x="18111" y="16300"/>
                        <a:pt x="18111" y="16300"/>
                        <a:pt x="18111" y="16300"/>
                      </a:cubicBezTo>
                      <a:cubicBezTo>
                        <a:pt x="18152" y="16260"/>
                        <a:pt x="18194" y="16260"/>
                        <a:pt x="18194" y="16260"/>
                      </a:cubicBezTo>
                      <a:cubicBezTo>
                        <a:pt x="18443" y="16059"/>
                        <a:pt x="18443" y="16059"/>
                        <a:pt x="18443" y="16059"/>
                      </a:cubicBezTo>
                      <a:cubicBezTo>
                        <a:pt x="18568" y="15618"/>
                        <a:pt x="18568" y="15618"/>
                        <a:pt x="18568" y="15618"/>
                      </a:cubicBezTo>
                      <a:cubicBezTo>
                        <a:pt x="18402" y="15497"/>
                        <a:pt x="18402" y="15497"/>
                        <a:pt x="18402" y="15497"/>
                      </a:cubicBezTo>
                      <a:cubicBezTo>
                        <a:pt x="18028" y="15497"/>
                        <a:pt x="18028" y="15497"/>
                        <a:pt x="18028" y="15497"/>
                      </a:cubicBezTo>
                      <a:cubicBezTo>
                        <a:pt x="17612" y="15337"/>
                        <a:pt x="17612" y="15337"/>
                        <a:pt x="17612" y="15337"/>
                      </a:cubicBezTo>
                      <a:cubicBezTo>
                        <a:pt x="17405" y="15016"/>
                        <a:pt x="17405" y="15016"/>
                        <a:pt x="17405" y="15016"/>
                      </a:cubicBezTo>
                      <a:cubicBezTo>
                        <a:pt x="17280" y="15016"/>
                        <a:pt x="17280" y="15016"/>
                        <a:pt x="17280" y="15016"/>
                      </a:cubicBezTo>
                      <a:cubicBezTo>
                        <a:pt x="17238" y="14735"/>
                        <a:pt x="17155" y="14855"/>
                        <a:pt x="17322" y="14654"/>
                      </a:cubicBezTo>
                      <a:cubicBezTo>
                        <a:pt x="17488" y="14413"/>
                        <a:pt x="17488" y="14413"/>
                        <a:pt x="17488" y="14413"/>
                      </a:cubicBezTo>
                      <a:cubicBezTo>
                        <a:pt x="17446" y="14012"/>
                        <a:pt x="17446" y="14012"/>
                        <a:pt x="17446" y="14012"/>
                      </a:cubicBezTo>
                      <a:cubicBezTo>
                        <a:pt x="17322" y="13891"/>
                        <a:pt x="17322" y="13891"/>
                        <a:pt x="17322" y="13891"/>
                      </a:cubicBezTo>
                      <a:cubicBezTo>
                        <a:pt x="17114" y="13771"/>
                        <a:pt x="17114" y="13771"/>
                        <a:pt x="17114" y="13771"/>
                      </a:cubicBezTo>
                      <a:cubicBezTo>
                        <a:pt x="17114" y="13771"/>
                        <a:pt x="16989" y="13610"/>
                        <a:pt x="16948" y="13570"/>
                      </a:cubicBezTo>
                      <a:cubicBezTo>
                        <a:pt x="16948" y="13570"/>
                        <a:pt x="16948" y="13490"/>
                        <a:pt x="16948" y="13490"/>
                      </a:cubicBezTo>
                      <a:cubicBezTo>
                        <a:pt x="16906" y="13450"/>
                        <a:pt x="17072" y="13450"/>
                        <a:pt x="17072" y="13450"/>
                      </a:cubicBezTo>
                      <a:cubicBezTo>
                        <a:pt x="17114" y="13450"/>
                        <a:pt x="17238" y="13410"/>
                        <a:pt x="17280" y="13410"/>
                      </a:cubicBezTo>
                      <a:cubicBezTo>
                        <a:pt x="17322" y="13410"/>
                        <a:pt x="17488" y="13249"/>
                        <a:pt x="17488" y="13249"/>
                      </a:cubicBezTo>
                      <a:cubicBezTo>
                        <a:pt x="17488" y="13249"/>
                        <a:pt x="17571" y="13088"/>
                        <a:pt x="17654" y="13048"/>
                      </a:cubicBezTo>
                      <a:cubicBezTo>
                        <a:pt x="17695" y="13008"/>
                        <a:pt x="17778" y="12687"/>
                        <a:pt x="17778" y="12647"/>
                      </a:cubicBezTo>
                      <a:cubicBezTo>
                        <a:pt x="17778" y="12647"/>
                        <a:pt x="17695" y="12446"/>
                        <a:pt x="17654" y="12446"/>
                      </a:cubicBezTo>
                      <a:cubicBezTo>
                        <a:pt x="17280" y="12286"/>
                        <a:pt x="17363" y="12205"/>
                        <a:pt x="17197" y="12125"/>
                      </a:cubicBezTo>
                      <a:cubicBezTo>
                        <a:pt x="17197" y="11924"/>
                        <a:pt x="17197" y="11924"/>
                        <a:pt x="17197" y="11924"/>
                      </a:cubicBezTo>
                      <a:cubicBezTo>
                        <a:pt x="17405" y="11764"/>
                        <a:pt x="17405" y="11764"/>
                        <a:pt x="17405" y="11764"/>
                      </a:cubicBezTo>
                      <a:cubicBezTo>
                        <a:pt x="17446" y="11723"/>
                        <a:pt x="17529" y="11683"/>
                        <a:pt x="17571" y="11683"/>
                      </a:cubicBezTo>
                      <a:cubicBezTo>
                        <a:pt x="17612" y="11603"/>
                        <a:pt x="17612" y="11603"/>
                        <a:pt x="17612" y="11603"/>
                      </a:cubicBezTo>
                      <a:cubicBezTo>
                        <a:pt x="17612" y="11603"/>
                        <a:pt x="17529" y="11523"/>
                        <a:pt x="17529" y="11523"/>
                      </a:cubicBezTo>
                      <a:cubicBezTo>
                        <a:pt x="17529" y="11523"/>
                        <a:pt x="17488" y="11483"/>
                        <a:pt x="17446" y="11483"/>
                      </a:cubicBezTo>
                      <a:cubicBezTo>
                        <a:pt x="17446" y="11483"/>
                        <a:pt x="17405" y="11442"/>
                        <a:pt x="17405" y="11442"/>
                      </a:cubicBezTo>
                      <a:cubicBezTo>
                        <a:pt x="17405" y="11442"/>
                        <a:pt x="17363" y="11402"/>
                        <a:pt x="17322" y="11402"/>
                      </a:cubicBezTo>
                      <a:cubicBezTo>
                        <a:pt x="17280" y="11402"/>
                        <a:pt x="17322" y="11322"/>
                        <a:pt x="17363" y="11322"/>
                      </a:cubicBezTo>
                      <a:cubicBezTo>
                        <a:pt x="17363" y="11282"/>
                        <a:pt x="17363" y="11201"/>
                        <a:pt x="17363" y="11201"/>
                      </a:cubicBezTo>
                      <a:cubicBezTo>
                        <a:pt x="17363" y="11201"/>
                        <a:pt x="17238" y="11201"/>
                        <a:pt x="17197" y="11201"/>
                      </a:cubicBezTo>
                      <a:cubicBezTo>
                        <a:pt x="17197" y="11161"/>
                        <a:pt x="17197" y="11161"/>
                        <a:pt x="17197" y="11161"/>
                      </a:cubicBezTo>
                      <a:cubicBezTo>
                        <a:pt x="17197" y="11161"/>
                        <a:pt x="17238" y="11041"/>
                        <a:pt x="17280" y="11041"/>
                      </a:cubicBezTo>
                      <a:cubicBezTo>
                        <a:pt x="17280" y="11001"/>
                        <a:pt x="17280" y="10961"/>
                        <a:pt x="17280" y="10961"/>
                      </a:cubicBezTo>
                      <a:cubicBezTo>
                        <a:pt x="17280" y="10961"/>
                        <a:pt x="17280" y="10920"/>
                        <a:pt x="17280" y="10840"/>
                      </a:cubicBezTo>
                      <a:cubicBezTo>
                        <a:pt x="17322" y="10800"/>
                        <a:pt x="17280" y="10800"/>
                        <a:pt x="17280" y="10800"/>
                      </a:cubicBezTo>
                      <a:cubicBezTo>
                        <a:pt x="17280" y="10800"/>
                        <a:pt x="17238" y="10760"/>
                        <a:pt x="17197" y="10760"/>
                      </a:cubicBezTo>
                      <a:cubicBezTo>
                        <a:pt x="17197" y="10760"/>
                        <a:pt x="17197" y="10760"/>
                        <a:pt x="17238" y="10720"/>
                      </a:cubicBezTo>
                      <a:cubicBezTo>
                        <a:pt x="17280" y="10639"/>
                        <a:pt x="17280" y="10680"/>
                        <a:pt x="17280" y="10680"/>
                      </a:cubicBezTo>
                      <a:cubicBezTo>
                        <a:pt x="17280" y="10599"/>
                        <a:pt x="17280" y="10599"/>
                        <a:pt x="17280" y="10599"/>
                      </a:cubicBezTo>
                      <a:cubicBezTo>
                        <a:pt x="17197" y="10559"/>
                        <a:pt x="17197" y="10559"/>
                        <a:pt x="17197" y="10559"/>
                      </a:cubicBezTo>
                      <a:cubicBezTo>
                        <a:pt x="17072" y="10479"/>
                        <a:pt x="17072" y="10479"/>
                        <a:pt x="17072" y="10479"/>
                      </a:cubicBezTo>
                      <a:cubicBezTo>
                        <a:pt x="17072" y="10479"/>
                        <a:pt x="16906" y="10479"/>
                        <a:pt x="16906" y="10479"/>
                      </a:cubicBezTo>
                      <a:cubicBezTo>
                        <a:pt x="16906" y="10479"/>
                        <a:pt x="16782" y="10479"/>
                        <a:pt x="16782" y="10479"/>
                      </a:cubicBezTo>
                      <a:cubicBezTo>
                        <a:pt x="16698" y="10519"/>
                        <a:pt x="16698" y="10519"/>
                        <a:pt x="16698" y="10519"/>
                      </a:cubicBezTo>
                      <a:cubicBezTo>
                        <a:pt x="16657" y="10559"/>
                        <a:pt x="16657" y="10559"/>
                        <a:pt x="16657" y="10559"/>
                      </a:cubicBezTo>
                      <a:cubicBezTo>
                        <a:pt x="16532" y="10599"/>
                        <a:pt x="16532" y="10599"/>
                        <a:pt x="16532" y="10599"/>
                      </a:cubicBezTo>
                      <a:cubicBezTo>
                        <a:pt x="16408" y="10639"/>
                        <a:pt x="16408" y="10639"/>
                        <a:pt x="16408" y="10639"/>
                      </a:cubicBezTo>
                      <a:cubicBezTo>
                        <a:pt x="16408" y="10639"/>
                        <a:pt x="16366" y="10720"/>
                        <a:pt x="16325" y="10760"/>
                      </a:cubicBezTo>
                      <a:cubicBezTo>
                        <a:pt x="16325" y="10760"/>
                        <a:pt x="16325" y="10800"/>
                        <a:pt x="16325" y="10800"/>
                      </a:cubicBezTo>
                      <a:cubicBezTo>
                        <a:pt x="16408" y="10840"/>
                        <a:pt x="16408" y="10840"/>
                        <a:pt x="16408" y="10840"/>
                      </a:cubicBezTo>
                      <a:cubicBezTo>
                        <a:pt x="16408" y="10920"/>
                        <a:pt x="16408" y="10920"/>
                        <a:pt x="16408" y="10920"/>
                      </a:cubicBezTo>
                      <a:cubicBezTo>
                        <a:pt x="16449" y="10920"/>
                        <a:pt x="16449" y="10920"/>
                        <a:pt x="16449" y="10920"/>
                      </a:cubicBezTo>
                      <a:cubicBezTo>
                        <a:pt x="16408" y="11001"/>
                        <a:pt x="16408" y="11001"/>
                        <a:pt x="16408" y="11001"/>
                      </a:cubicBezTo>
                      <a:cubicBezTo>
                        <a:pt x="16408" y="11001"/>
                        <a:pt x="16366" y="11001"/>
                        <a:pt x="16325" y="11041"/>
                      </a:cubicBezTo>
                      <a:cubicBezTo>
                        <a:pt x="16283" y="11081"/>
                        <a:pt x="16283" y="11121"/>
                        <a:pt x="16283" y="11121"/>
                      </a:cubicBezTo>
                      <a:cubicBezTo>
                        <a:pt x="16158" y="11161"/>
                        <a:pt x="16158" y="11161"/>
                        <a:pt x="16158" y="11161"/>
                      </a:cubicBezTo>
                      <a:cubicBezTo>
                        <a:pt x="16075" y="11121"/>
                        <a:pt x="16075" y="11121"/>
                        <a:pt x="16075" y="11121"/>
                      </a:cubicBezTo>
                      <a:cubicBezTo>
                        <a:pt x="15992" y="11161"/>
                        <a:pt x="15992" y="11161"/>
                        <a:pt x="15992" y="11161"/>
                      </a:cubicBezTo>
                      <a:cubicBezTo>
                        <a:pt x="15951" y="11161"/>
                        <a:pt x="15951" y="11161"/>
                        <a:pt x="15951" y="11161"/>
                      </a:cubicBezTo>
                      <a:cubicBezTo>
                        <a:pt x="15951" y="11081"/>
                        <a:pt x="15951" y="11081"/>
                        <a:pt x="15951" y="11081"/>
                      </a:cubicBezTo>
                      <a:cubicBezTo>
                        <a:pt x="15909" y="11041"/>
                        <a:pt x="15909" y="11041"/>
                        <a:pt x="15909" y="11041"/>
                      </a:cubicBezTo>
                      <a:cubicBezTo>
                        <a:pt x="15951" y="11001"/>
                        <a:pt x="15951" y="11001"/>
                        <a:pt x="15951" y="11001"/>
                      </a:cubicBezTo>
                      <a:cubicBezTo>
                        <a:pt x="15951" y="11001"/>
                        <a:pt x="15992" y="10961"/>
                        <a:pt x="15992" y="10961"/>
                      </a:cubicBezTo>
                      <a:cubicBezTo>
                        <a:pt x="16034" y="10961"/>
                        <a:pt x="16075" y="10920"/>
                        <a:pt x="16075" y="10920"/>
                      </a:cubicBezTo>
                      <a:cubicBezTo>
                        <a:pt x="16158" y="10920"/>
                        <a:pt x="16158" y="10920"/>
                        <a:pt x="16158" y="10920"/>
                      </a:cubicBezTo>
                      <a:cubicBezTo>
                        <a:pt x="16158" y="10840"/>
                        <a:pt x="16158" y="10840"/>
                        <a:pt x="16158" y="10840"/>
                      </a:cubicBezTo>
                      <a:cubicBezTo>
                        <a:pt x="16200" y="10760"/>
                        <a:pt x="16200" y="10760"/>
                        <a:pt x="16200" y="10760"/>
                      </a:cubicBezTo>
                      <a:cubicBezTo>
                        <a:pt x="16200" y="10639"/>
                        <a:pt x="16200" y="10639"/>
                        <a:pt x="16200" y="10639"/>
                      </a:cubicBezTo>
                      <a:cubicBezTo>
                        <a:pt x="16158" y="10599"/>
                        <a:pt x="16158" y="10599"/>
                        <a:pt x="16158" y="10599"/>
                      </a:cubicBezTo>
                      <a:cubicBezTo>
                        <a:pt x="16117" y="10559"/>
                        <a:pt x="16117" y="10559"/>
                        <a:pt x="16117" y="10559"/>
                      </a:cubicBezTo>
                      <a:cubicBezTo>
                        <a:pt x="16117" y="10519"/>
                        <a:pt x="16117" y="10519"/>
                        <a:pt x="16117" y="10519"/>
                      </a:cubicBezTo>
                      <a:cubicBezTo>
                        <a:pt x="16117" y="10439"/>
                        <a:pt x="16117" y="10439"/>
                        <a:pt x="16117" y="10439"/>
                      </a:cubicBezTo>
                      <a:cubicBezTo>
                        <a:pt x="16158" y="10399"/>
                        <a:pt x="16158" y="10399"/>
                        <a:pt x="16158" y="10399"/>
                      </a:cubicBezTo>
                      <a:cubicBezTo>
                        <a:pt x="16158" y="10399"/>
                        <a:pt x="16200" y="10358"/>
                        <a:pt x="16200" y="10318"/>
                      </a:cubicBezTo>
                      <a:cubicBezTo>
                        <a:pt x="16200" y="10318"/>
                        <a:pt x="16200" y="10238"/>
                        <a:pt x="16200" y="10238"/>
                      </a:cubicBezTo>
                      <a:cubicBezTo>
                        <a:pt x="16200" y="10238"/>
                        <a:pt x="16200" y="10198"/>
                        <a:pt x="16200" y="10198"/>
                      </a:cubicBezTo>
                      <a:cubicBezTo>
                        <a:pt x="16366" y="10037"/>
                        <a:pt x="16366" y="10037"/>
                        <a:pt x="16366" y="10037"/>
                      </a:cubicBezTo>
                      <a:cubicBezTo>
                        <a:pt x="16449" y="9957"/>
                        <a:pt x="16449" y="9957"/>
                        <a:pt x="16449" y="9957"/>
                      </a:cubicBezTo>
                      <a:cubicBezTo>
                        <a:pt x="16449" y="9957"/>
                        <a:pt x="16532" y="9957"/>
                        <a:pt x="16532" y="9917"/>
                      </a:cubicBezTo>
                      <a:cubicBezTo>
                        <a:pt x="16532" y="9917"/>
                        <a:pt x="16615" y="9917"/>
                        <a:pt x="16615" y="9917"/>
                      </a:cubicBezTo>
                      <a:cubicBezTo>
                        <a:pt x="16615" y="9917"/>
                        <a:pt x="16657" y="9877"/>
                        <a:pt x="16657" y="9877"/>
                      </a:cubicBezTo>
                      <a:cubicBezTo>
                        <a:pt x="16698" y="9836"/>
                        <a:pt x="16698" y="9796"/>
                        <a:pt x="16698" y="9796"/>
                      </a:cubicBezTo>
                      <a:cubicBezTo>
                        <a:pt x="16698" y="9796"/>
                        <a:pt x="16698" y="9756"/>
                        <a:pt x="16698" y="9756"/>
                      </a:cubicBezTo>
                      <a:cubicBezTo>
                        <a:pt x="16698" y="9756"/>
                        <a:pt x="16698" y="9716"/>
                        <a:pt x="16698" y="9716"/>
                      </a:cubicBezTo>
                      <a:cubicBezTo>
                        <a:pt x="16698" y="9716"/>
                        <a:pt x="16698" y="9676"/>
                        <a:pt x="16698" y="9676"/>
                      </a:cubicBezTo>
                      <a:cubicBezTo>
                        <a:pt x="16698" y="9636"/>
                        <a:pt x="16740" y="9636"/>
                        <a:pt x="16740" y="9636"/>
                      </a:cubicBezTo>
                      <a:cubicBezTo>
                        <a:pt x="16740" y="9555"/>
                        <a:pt x="16740" y="9555"/>
                        <a:pt x="16740" y="9555"/>
                      </a:cubicBezTo>
                      <a:cubicBezTo>
                        <a:pt x="16740" y="9555"/>
                        <a:pt x="16698" y="9515"/>
                        <a:pt x="16698" y="9475"/>
                      </a:cubicBezTo>
                      <a:cubicBezTo>
                        <a:pt x="16698" y="9475"/>
                        <a:pt x="16698" y="9475"/>
                        <a:pt x="16698" y="9435"/>
                      </a:cubicBezTo>
                      <a:cubicBezTo>
                        <a:pt x="16740" y="9395"/>
                        <a:pt x="16782" y="9395"/>
                        <a:pt x="16782" y="9395"/>
                      </a:cubicBezTo>
                      <a:cubicBezTo>
                        <a:pt x="16865" y="9395"/>
                        <a:pt x="16865" y="9395"/>
                        <a:pt x="16865" y="9395"/>
                      </a:cubicBezTo>
                      <a:cubicBezTo>
                        <a:pt x="16865" y="9395"/>
                        <a:pt x="16906" y="9355"/>
                        <a:pt x="16948" y="9355"/>
                      </a:cubicBezTo>
                      <a:cubicBezTo>
                        <a:pt x="16948" y="9355"/>
                        <a:pt x="16989" y="9314"/>
                        <a:pt x="16989" y="9314"/>
                      </a:cubicBezTo>
                      <a:cubicBezTo>
                        <a:pt x="17031" y="9234"/>
                        <a:pt x="17031" y="9234"/>
                        <a:pt x="17031" y="9234"/>
                      </a:cubicBezTo>
                      <a:cubicBezTo>
                        <a:pt x="17072" y="9234"/>
                        <a:pt x="17072" y="9234"/>
                        <a:pt x="17072" y="9234"/>
                      </a:cubicBezTo>
                      <a:cubicBezTo>
                        <a:pt x="17114" y="9194"/>
                        <a:pt x="17114" y="9194"/>
                        <a:pt x="17114" y="9194"/>
                      </a:cubicBezTo>
                      <a:cubicBezTo>
                        <a:pt x="17114" y="9114"/>
                        <a:pt x="17114" y="9114"/>
                        <a:pt x="17114" y="9114"/>
                      </a:cubicBezTo>
                      <a:cubicBezTo>
                        <a:pt x="17197" y="9074"/>
                        <a:pt x="17197" y="9074"/>
                        <a:pt x="17197" y="9074"/>
                      </a:cubicBezTo>
                      <a:cubicBezTo>
                        <a:pt x="17197" y="9033"/>
                        <a:pt x="17197" y="9033"/>
                        <a:pt x="17197" y="9033"/>
                      </a:cubicBezTo>
                      <a:cubicBezTo>
                        <a:pt x="17238" y="8993"/>
                        <a:pt x="17238" y="8993"/>
                        <a:pt x="17238" y="8993"/>
                      </a:cubicBezTo>
                      <a:cubicBezTo>
                        <a:pt x="17280" y="8993"/>
                        <a:pt x="17280" y="8993"/>
                        <a:pt x="17280" y="8993"/>
                      </a:cubicBezTo>
                      <a:cubicBezTo>
                        <a:pt x="17363" y="8913"/>
                        <a:pt x="17363" y="8913"/>
                        <a:pt x="17363" y="8913"/>
                      </a:cubicBezTo>
                      <a:cubicBezTo>
                        <a:pt x="17446" y="8873"/>
                        <a:pt x="17446" y="8873"/>
                        <a:pt x="17446" y="8873"/>
                      </a:cubicBezTo>
                      <a:cubicBezTo>
                        <a:pt x="17446" y="8873"/>
                        <a:pt x="17488" y="8793"/>
                        <a:pt x="17488" y="8752"/>
                      </a:cubicBezTo>
                      <a:cubicBezTo>
                        <a:pt x="17488" y="8712"/>
                        <a:pt x="17488" y="8712"/>
                        <a:pt x="17529" y="8672"/>
                      </a:cubicBezTo>
                      <a:cubicBezTo>
                        <a:pt x="17529" y="8672"/>
                        <a:pt x="17571" y="8672"/>
                        <a:pt x="17612" y="8632"/>
                      </a:cubicBezTo>
                      <a:cubicBezTo>
                        <a:pt x="17612" y="8632"/>
                        <a:pt x="17612" y="8592"/>
                        <a:pt x="17612" y="8592"/>
                      </a:cubicBezTo>
                      <a:cubicBezTo>
                        <a:pt x="17654" y="8592"/>
                        <a:pt x="17654" y="8592"/>
                        <a:pt x="17654" y="8592"/>
                      </a:cubicBezTo>
                      <a:cubicBezTo>
                        <a:pt x="17654" y="8512"/>
                        <a:pt x="17654" y="8512"/>
                        <a:pt x="17654" y="8512"/>
                      </a:cubicBezTo>
                      <a:cubicBezTo>
                        <a:pt x="17654" y="8471"/>
                        <a:pt x="17654" y="8471"/>
                        <a:pt x="17654" y="8471"/>
                      </a:cubicBezTo>
                      <a:cubicBezTo>
                        <a:pt x="17654" y="8471"/>
                        <a:pt x="17571" y="8512"/>
                        <a:pt x="17571" y="8512"/>
                      </a:cubicBezTo>
                      <a:cubicBezTo>
                        <a:pt x="17571" y="8512"/>
                        <a:pt x="17529" y="8512"/>
                        <a:pt x="17488" y="8512"/>
                      </a:cubicBezTo>
                      <a:cubicBezTo>
                        <a:pt x="17488" y="8512"/>
                        <a:pt x="17446" y="8512"/>
                        <a:pt x="17405" y="8512"/>
                      </a:cubicBezTo>
                      <a:cubicBezTo>
                        <a:pt x="17363" y="8471"/>
                        <a:pt x="17405" y="8471"/>
                        <a:pt x="17405" y="8471"/>
                      </a:cubicBezTo>
                      <a:cubicBezTo>
                        <a:pt x="17405" y="8471"/>
                        <a:pt x="17446" y="8471"/>
                        <a:pt x="17446" y="8431"/>
                      </a:cubicBezTo>
                      <a:cubicBezTo>
                        <a:pt x="17446" y="8431"/>
                        <a:pt x="17488" y="8351"/>
                        <a:pt x="17488" y="8351"/>
                      </a:cubicBezTo>
                      <a:cubicBezTo>
                        <a:pt x="17529" y="8351"/>
                        <a:pt x="17529" y="8351"/>
                        <a:pt x="17529" y="8351"/>
                      </a:cubicBezTo>
                      <a:cubicBezTo>
                        <a:pt x="17571" y="8311"/>
                        <a:pt x="17571" y="8311"/>
                        <a:pt x="17571" y="8311"/>
                      </a:cubicBezTo>
                      <a:cubicBezTo>
                        <a:pt x="17571" y="8311"/>
                        <a:pt x="17612" y="8311"/>
                        <a:pt x="17612" y="8311"/>
                      </a:cubicBezTo>
                      <a:cubicBezTo>
                        <a:pt x="17612" y="8311"/>
                        <a:pt x="17571" y="8271"/>
                        <a:pt x="17571" y="8271"/>
                      </a:cubicBezTo>
                      <a:cubicBezTo>
                        <a:pt x="17571" y="8190"/>
                        <a:pt x="17571" y="8190"/>
                        <a:pt x="17571" y="8190"/>
                      </a:cubicBezTo>
                      <a:cubicBezTo>
                        <a:pt x="17654" y="8230"/>
                        <a:pt x="17654" y="8230"/>
                        <a:pt x="17654" y="8230"/>
                      </a:cubicBezTo>
                      <a:cubicBezTo>
                        <a:pt x="17778" y="8230"/>
                        <a:pt x="17778" y="8230"/>
                        <a:pt x="17778" y="8230"/>
                      </a:cubicBezTo>
                      <a:cubicBezTo>
                        <a:pt x="17820" y="8190"/>
                        <a:pt x="17820" y="8190"/>
                        <a:pt x="17820" y="8190"/>
                      </a:cubicBezTo>
                      <a:cubicBezTo>
                        <a:pt x="17820" y="8190"/>
                        <a:pt x="17862" y="8271"/>
                        <a:pt x="17862" y="8271"/>
                      </a:cubicBezTo>
                      <a:cubicBezTo>
                        <a:pt x="17862" y="8311"/>
                        <a:pt x="17862" y="8351"/>
                        <a:pt x="17903" y="8351"/>
                      </a:cubicBezTo>
                      <a:cubicBezTo>
                        <a:pt x="17903" y="8351"/>
                        <a:pt x="17986" y="8391"/>
                        <a:pt x="17986" y="8391"/>
                      </a:cubicBezTo>
                      <a:cubicBezTo>
                        <a:pt x="17986" y="8391"/>
                        <a:pt x="17986" y="8351"/>
                        <a:pt x="18028" y="8351"/>
                      </a:cubicBezTo>
                      <a:cubicBezTo>
                        <a:pt x="18028" y="8351"/>
                        <a:pt x="18069" y="8351"/>
                        <a:pt x="18069" y="8351"/>
                      </a:cubicBezTo>
                      <a:cubicBezTo>
                        <a:pt x="18111" y="8351"/>
                        <a:pt x="18152" y="8351"/>
                        <a:pt x="18152" y="8351"/>
                      </a:cubicBezTo>
                      <a:cubicBezTo>
                        <a:pt x="18152" y="8351"/>
                        <a:pt x="18194" y="8351"/>
                        <a:pt x="18235" y="8351"/>
                      </a:cubicBezTo>
                      <a:cubicBezTo>
                        <a:pt x="18235" y="8311"/>
                        <a:pt x="18235" y="8311"/>
                        <a:pt x="18235" y="8311"/>
                      </a:cubicBezTo>
                      <a:cubicBezTo>
                        <a:pt x="18235" y="8311"/>
                        <a:pt x="18235" y="8271"/>
                        <a:pt x="18235" y="8271"/>
                      </a:cubicBezTo>
                      <a:cubicBezTo>
                        <a:pt x="18235" y="8271"/>
                        <a:pt x="18277" y="8190"/>
                        <a:pt x="18277" y="8190"/>
                      </a:cubicBezTo>
                      <a:cubicBezTo>
                        <a:pt x="18277" y="8190"/>
                        <a:pt x="18318" y="8190"/>
                        <a:pt x="18318" y="8190"/>
                      </a:cubicBezTo>
                      <a:cubicBezTo>
                        <a:pt x="18318" y="8190"/>
                        <a:pt x="18360" y="8190"/>
                        <a:pt x="18360" y="8190"/>
                      </a:cubicBezTo>
                      <a:cubicBezTo>
                        <a:pt x="18360" y="8190"/>
                        <a:pt x="18360" y="8150"/>
                        <a:pt x="18360" y="8150"/>
                      </a:cubicBezTo>
                      <a:cubicBezTo>
                        <a:pt x="18360" y="8150"/>
                        <a:pt x="18360" y="8110"/>
                        <a:pt x="18360" y="8110"/>
                      </a:cubicBezTo>
                      <a:cubicBezTo>
                        <a:pt x="18360" y="8110"/>
                        <a:pt x="18402" y="8110"/>
                        <a:pt x="18402" y="8110"/>
                      </a:cubicBezTo>
                      <a:cubicBezTo>
                        <a:pt x="18402" y="8030"/>
                        <a:pt x="18402" y="8030"/>
                        <a:pt x="18402" y="8030"/>
                      </a:cubicBezTo>
                      <a:cubicBezTo>
                        <a:pt x="18402" y="8030"/>
                        <a:pt x="18485" y="8030"/>
                        <a:pt x="18485" y="8030"/>
                      </a:cubicBezTo>
                      <a:cubicBezTo>
                        <a:pt x="18526" y="8030"/>
                        <a:pt x="18485" y="8030"/>
                        <a:pt x="18485" y="8030"/>
                      </a:cubicBezTo>
                      <a:cubicBezTo>
                        <a:pt x="18609" y="7990"/>
                        <a:pt x="18609" y="7990"/>
                        <a:pt x="18609" y="7990"/>
                      </a:cubicBezTo>
                      <a:cubicBezTo>
                        <a:pt x="18609" y="7990"/>
                        <a:pt x="18609" y="7990"/>
                        <a:pt x="18609" y="8030"/>
                      </a:cubicBezTo>
                      <a:cubicBezTo>
                        <a:pt x="18526" y="7909"/>
                        <a:pt x="18402" y="7749"/>
                        <a:pt x="18402" y="7749"/>
                      </a:cubicBezTo>
                      <a:cubicBezTo>
                        <a:pt x="18485" y="7588"/>
                        <a:pt x="18485" y="7588"/>
                        <a:pt x="18485" y="7588"/>
                      </a:cubicBezTo>
                      <a:cubicBezTo>
                        <a:pt x="18485" y="7588"/>
                        <a:pt x="18526" y="7307"/>
                        <a:pt x="18526" y="7227"/>
                      </a:cubicBezTo>
                      <a:cubicBezTo>
                        <a:pt x="18526" y="7187"/>
                        <a:pt x="18526" y="6946"/>
                        <a:pt x="18526" y="6946"/>
                      </a:cubicBezTo>
                      <a:cubicBezTo>
                        <a:pt x="18526" y="6946"/>
                        <a:pt x="18360" y="6906"/>
                        <a:pt x="18485" y="6785"/>
                      </a:cubicBezTo>
                      <a:cubicBezTo>
                        <a:pt x="18609" y="6625"/>
                        <a:pt x="18734" y="6424"/>
                        <a:pt x="18734" y="6424"/>
                      </a:cubicBezTo>
                      <a:cubicBezTo>
                        <a:pt x="18734" y="6022"/>
                        <a:pt x="18734" y="6022"/>
                        <a:pt x="18734" y="6022"/>
                      </a:cubicBezTo>
                      <a:cubicBezTo>
                        <a:pt x="18734" y="6022"/>
                        <a:pt x="18609" y="5902"/>
                        <a:pt x="18775" y="5822"/>
                      </a:cubicBezTo>
                      <a:cubicBezTo>
                        <a:pt x="18942" y="5701"/>
                        <a:pt x="19232" y="5340"/>
                        <a:pt x="19232" y="5340"/>
                      </a:cubicBezTo>
                      <a:cubicBezTo>
                        <a:pt x="19523" y="5019"/>
                        <a:pt x="19523" y="5019"/>
                        <a:pt x="19523" y="5019"/>
                      </a:cubicBezTo>
                      <a:cubicBezTo>
                        <a:pt x="19025" y="4898"/>
                        <a:pt x="19025" y="4898"/>
                        <a:pt x="19025" y="4898"/>
                      </a:cubicBezTo>
                      <a:cubicBezTo>
                        <a:pt x="18734" y="4858"/>
                        <a:pt x="18734" y="4858"/>
                        <a:pt x="18734" y="4858"/>
                      </a:cubicBezTo>
                      <a:cubicBezTo>
                        <a:pt x="18526" y="4738"/>
                        <a:pt x="18526" y="4738"/>
                        <a:pt x="18526" y="4738"/>
                      </a:cubicBezTo>
                      <a:cubicBezTo>
                        <a:pt x="18402" y="4537"/>
                        <a:pt x="18402" y="4537"/>
                        <a:pt x="18402" y="4537"/>
                      </a:cubicBezTo>
                      <a:cubicBezTo>
                        <a:pt x="18277" y="4617"/>
                        <a:pt x="18277" y="4617"/>
                        <a:pt x="18277" y="4617"/>
                      </a:cubicBezTo>
                      <a:cubicBezTo>
                        <a:pt x="18152" y="4697"/>
                        <a:pt x="18152" y="4697"/>
                        <a:pt x="18152" y="4697"/>
                      </a:cubicBezTo>
                      <a:cubicBezTo>
                        <a:pt x="17862" y="4657"/>
                        <a:pt x="17862" y="4657"/>
                        <a:pt x="17862" y="4657"/>
                      </a:cubicBezTo>
                      <a:cubicBezTo>
                        <a:pt x="17654" y="4457"/>
                        <a:pt x="17654" y="4457"/>
                        <a:pt x="17654" y="4457"/>
                      </a:cubicBezTo>
                      <a:cubicBezTo>
                        <a:pt x="17488" y="4577"/>
                        <a:pt x="17488" y="4577"/>
                        <a:pt x="17488" y="4577"/>
                      </a:cubicBezTo>
                      <a:cubicBezTo>
                        <a:pt x="17322" y="4457"/>
                        <a:pt x="17322" y="4457"/>
                        <a:pt x="17322" y="4457"/>
                      </a:cubicBezTo>
                      <a:cubicBezTo>
                        <a:pt x="17197" y="4256"/>
                        <a:pt x="17197" y="4256"/>
                        <a:pt x="17197" y="4256"/>
                      </a:cubicBezTo>
                      <a:cubicBezTo>
                        <a:pt x="17155" y="4095"/>
                        <a:pt x="17155" y="4095"/>
                        <a:pt x="17155" y="4095"/>
                      </a:cubicBezTo>
                      <a:cubicBezTo>
                        <a:pt x="16948" y="3894"/>
                        <a:pt x="16948" y="3894"/>
                        <a:pt x="16948" y="3894"/>
                      </a:cubicBezTo>
                      <a:cubicBezTo>
                        <a:pt x="16865" y="3894"/>
                        <a:pt x="16865" y="3894"/>
                        <a:pt x="16865" y="3894"/>
                      </a:cubicBezTo>
                      <a:cubicBezTo>
                        <a:pt x="16865" y="3935"/>
                        <a:pt x="16823" y="3935"/>
                        <a:pt x="16823" y="3935"/>
                      </a:cubicBezTo>
                      <a:cubicBezTo>
                        <a:pt x="16823" y="3935"/>
                        <a:pt x="16698" y="3894"/>
                        <a:pt x="16698" y="3894"/>
                      </a:cubicBezTo>
                      <a:cubicBezTo>
                        <a:pt x="16698" y="3814"/>
                        <a:pt x="16698" y="3814"/>
                        <a:pt x="16698" y="3814"/>
                      </a:cubicBezTo>
                      <a:cubicBezTo>
                        <a:pt x="16657" y="3774"/>
                        <a:pt x="16657" y="3774"/>
                        <a:pt x="16657" y="3774"/>
                      </a:cubicBezTo>
                      <a:cubicBezTo>
                        <a:pt x="16574" y="3774"/>
                        <a:pt x="16574" y="3774"/>
                        <a:pt x="16574" y="3774"/>
                      </a:cubicBezTo>
                      <a:cubicBezTo>
                        <a:pt x="16491" y="3814"/>
                        <a:pt x="16491" y="3814"/>
                        <a:pt x="16491" y="3814"/>
                      </a:cubicBezTo>
                      <a:cubicBezTo>
                        <a:pt x="16449" y="3854"/>
                        <a:pt x="16449" y="3854"/>
                        <a:pt x="16449" y="3854"/>
                      </a:cubicBezTo>
                      <a:cubicBezTo>
                        <a:pt x="16449" y="3854"/>
                        <a:pt x="16449" y="3854"/>
                        <a:pt x="16449" y="3854"/>
                      </a:cubicBezTo>
                      <a:cubicBezTo>
                        <a:pt x="16408" y="3894"/>
                        <a:pt x="16408" y="3894"/>
                        <a:pt x="16408" y="3894"/>
                      </a:cubicBezTo>
                      <a:cubicBezTo>
                        <a:pt x="16366" y="3894"/>
                        <a:pt x="16366" y="3894"/>
                        <a:pt x="16366" y="3894"/>
                      </a:cubicBezTo>
                      <a:cubicBezTo>
                        <a:pt x="16366" y="3894"/>
                        <a:pt x="16366" y="3894"/>
                        <a:pt x="16366" y="3894"/>
                      </a:cubicBezTo>
                      <a:cubicBezTo>
                        <a:pt x="16366" y="3894"/>
                        <a:pt x="16325" y="3894"/>
                        <a:pt x="16325" y="3894"/>
                      </a:cubicBezTo>
                      <a:cubicBezTo>
                        <a:pt x="16242" y="3894"/>
                        <a:pt x="16242" y="3894"/>
                        <a:pt x="16242" y="3894"/>
                      </a:cubicBezTo>
                      <a:cubicBezTo>
                        <a:pt x="16242" y="3854"/>
                        <a:pt x="16242" y="3854"/>
                        <a:pt x="16242" y="3854"/>
                      </a:cubicBezTo>
                      <a:cubicBezTo>
                        <a:pt x="16242" y="3814"/>
                        <a:pt x="16242" y="3814"/>
                        <a:pt x="16242" y="3814"/>
                      </a:cubicBezTo>
                      <a:cubicBezTo>
                        <a:pt x="16158" y="3774"/>
                        <a:pt x="16158" y="3774"/>
                        <a:pt x="16158" y="3774"/>
                      </a:cubicBezTo>
                      <a:cubicBezTo>
                        <a:pt x="16117" y="3774"/>
                        <a:pt x="16117" y="3774"/>
                        <a:pt x="16117" y="3774"/>
                      </a:cubicBezTo>
                      <a:cubicBezTo>
                        <a:pt x="16117" y="3774"/>
                        <a:pt x="16075" y="3734"/>
                        <a:pt x="16075" y="3734"/>
                      </a:cubicBezTo>
                      <a:cubicBezTo>
                        <a:pt x="16034" y="3734"/>
                        <a:pt x="16034" y="3694"/>
                        <a:pt x="16034" y="3694"/>
                      </a:cubicBezTo>
                      <a:cubicBezTo>
                        <a:pt x="15992" y="3654"/>
                        <a:pt x="15992" y="3654"/>
                        <a:pt x="15992" y="3654"/>
                      </a:cubicBezTo>
                      <a:cubicBezTo>
                        <a:pt x="16075" y="3654"/>
                        <a:pt x="16075" y="3654"/>
                        <a:pt x="16075" y="3654"/>
                      </a:cubicBezTo>
                      <a:cubicBezTo>
                        <a:pt x="16075" y="3654"/>
                        <a:pt x="16075" y="3613"/>
                        <a:pt x="16075" y="3613"/>
                      </a:cubicBezTo>
                      <a:cubicBezTo>
                        <a:pt x="16075" y="3613"/>
                        <a:pt x="16075" y="3613"/>
                        <a:pt x="16075" y="3613"/>
                      </a:cubicBezTo>
                      <a:cubicBezTo>
                        <a:pt x="16075" y="3613"/>
                        <a:pt x="16034" y="3613"/>
                        <a:pt x="16034" y="3613"/>
                      </a:cubicBezTo>
                      <a:cubicBezTo>
                        <a:pt x="15951" y="3613"/>
                        <a:pt x="15951" y="3613"/>
                        <a:pt x="15951" y="3613"/>
                      </a:cubicBezTo>
                      <a:cubicBezTo>
                        <a:pt x="15909" y="3654"/>
                        <a:pt x="15909" y="3654"/>
                        <a:pt x="15909" y="3654"/>
                      </a:cubicBezTo>
                      <a:cubicBezTo>
                        <a:pt x="15826" y="3654"/>
                        <a:pt x="15826" y="3654"/>
                        <a:pt x="15826" y="3654"/>
                      </a:cubicBezTo>
                      <a:cubicBezTo>
                        <a:pt x="15743" y="3694"/>
                        <a:pt x="15743" y="3694"/>
                        <a:pt x="15743" y="3694"/>
                      </a:cubicBezTo>
                      <a:cubicBezTo>
                        <a:pt x="15618" y="3694"/>
                        <a:pt x="15618" y="3694"/>
                        <a:pt x="15618" y="3694"/>
                      </a:cubicBezTo>
                      <a:cubicBezTo>
                        <a:pt x="15577" y="3613"/>
                        <a:pt x="15577" y="3613"/>
                        <a:pt x="15577" y="3613"/>
                      </a:cubicBezTo>
                      <a:cubicBezTo>
                        <a:pt x="15535" y="3533"/>
                        <a:pt x="15535" y="3533"/>
                        <a:pt x="15535" y="3533"/>
                      </a:cubicBezTo>
                      <a:cubicBezTo>
                        <a:pt x="15494" y="3493"/>
                        <a:pt x="15494" y="3493"/>
                        <a:pt x="15494" y="3493"/>
                      </a:cubicBezTo>
                      <a:cubicBezTo>
                        <a:pt x="15452" y="3493"/>
                        <a:pt x="15452" y="3493"/>
                        <a:pt x="15452" y="3493"/>
                      </a:cubicBezTo>
                      <a:cubicBezTo>
                        <a:pt x="15328" y="3453"/>
                        <a:pt x="15328" y="3453"/>
                        <a:pt x="15328" y="3453"/>
                      </a:cubicBezTo>
                      <a:cubicBezTo>
                        <a:pt x="15369" y="3372"/>
                        <a:pt x="15369" y="3372"/>
                        <a:pt x="15369" y="3372"/>
                      </a:cubicBezTo>
                      <a:cubicBezTo>
                        <a:pt x="15369" y="3372"/>
                        <a:pt x="15328" y="3292"/>
                        <a:pt x="15328" y="3292"/>
                      </a:cubicBezTo>
                      <a:cubicBezTo>
                        <a:pt x="15286" y="3292"/>
                        <a:pt x="15245" y="3292"/>
                        <a:pt x="15245" y="3292"/>
                      </a:cubicBezTo>
                      <a:cubicBezTo>
                        <a:pt x="15162" y="3212"/>
                        <a:pt x="15162" y="3212"/>
                        <a:pt x="15162" y="3212"/>
                      </a:cubicBezTo>
                      <a:cubicBezTo>
                        <a:pt x="15162" y="3212"/>
                        <a:pt x="15162" y="3172"/>
                        <a:pt x="15120" y="3132"/>
                      </a:cubicBezTo>
                      <a:cubicBezTo>
                        <a:pt x="15078" y="3132"/>
                        <a:pt x="15078" y="3091"/>
                        <a:pt x="15037" y="3091"/>
                      </a:cubicBezTo>
                      <a:cubicBezTo>
                        <a:pt x="14995" y="3091"/>
                        <a:pt x="14912" y="3091"/>
                        <a:pt x="14912" y="3091"/>
                      </a:cubicBezTo>
                      <a:cubicBezTo>
                        <a:pt x="14912" y="3091"/>
                        <a:pt x="14871" y="3011"/>
                        <a:pt x="14829" y="3011"/>
                      </a:cubicBezTo>
                      <a:cubicBezTo>
                        <a:pt x="14829" y="3011"/>
                        <a:pt x="14663" y="3011"/>
                        <a:pt x="14663" y="3011"/>
                      </a:cubicBezTo>
                      <a:cubicBezTo>
                        <a:pt x="14663" y="3011"/>
                        <a:pt x="14705" y="2891"/>
                        <a:pt x="14705" y="2891"/>
                      </a:cubicBezTo>
                      <a:cubicBezTo>
                        <a:pt x="14705" y="2851"/>
                        <a:pt x="14705" y="2730"/>
                        <a:pt x="14705" y="2730"/>
                      </a:cubicBezTo>
                      <a:cubicBezTo>
                        <a:pt x="14705" y="2690"/>
                        <a:pt x="14705" y="2690"/>
                        <a:pt x="14705" y="2690"/>
                      </a:cubicBezTo>
                      <a:cubicBezTo>
                        <a:pt x="14705" y="2690"/>
                        <a:pt x="14663" y="2650"/>
                        <a:pt x="14705" y="2570"/>
                      </a:cubicBezTo>
                      <a:cubicBezTo>
                        <a:pt x="14746" y="2489"/>
                        <a:pt x="14705" y="2529"/>
                        <a:pt x="14746" y="2449"/>
                      </a:cubicBezTo>
                      <a:cubicBezTo>
                        <a:pt x="14788" y="2329"/>
                        <a:pt x="14788" y="2288"/>
                        <a:pt x="14788" y="2288"/>
                      </a:cubicBezTo>
                      <a:cubicBezTo>
                        <a:pt x="14705" y="2248"/>
                        <a:pt x="14705" y="2248"/>
                        <a:pt x="14705" y="2248"/>
                      </a:cubicBezTo>
                      <a:cubicBezTo>
                        <a:pt x="14705" y="2248"/>
                        <a:pt x="14663" y="2208"/>
                        <a:pt x="14622" y="2248"/>
                      </a:cubicBezTo>
                      <a:cubicBezTo>
                        <a:pt x="14622" y="2329"/>
                        <a:pt x="14580" y="2329"/>
                        <a:pt x="14580" y="2329"/>
                      </a:cubicBezTo>
                      <a:cubicBezTo>
                        <a:pt x="14497" y="2449"/>
                        <a:pt x="14497" y="2449"/>
                        <a:pt x="14497" y="2449"/>
                      </a:cubicBezTo>
                      <a:cubicBezTo>
                        <a:pt x="14497" y="2570"/>
                        <a:pt x="14497" y="2570"/>
                        <a:pt x="14497" y="2570"/>
                      </a:cubicBezTo>
                      <a:cubicBezTo>
                        <a:pt x="14497" y="2570"/>
                        <a:pt x="14538" y="2610"/>
                        <a:pt x="14414" y="2610"/>
                      </a:cubicBezTo>
                      <a:cubicBezTo>
                        <a:pt x="14331" y="2610"/>
                        <a:pt x="14248" y="2610"/>
                        <a:pt x="14248" y="2610"/>
                      </a:cubicBezTo>
                      <a:cubicBezTo>
                        <a:pt x="14248" y="2610"/>
                        <a:pt x="14331" y="2690"/>
                        <a:pt x="14206" y="2690"/>
                      </a:cubicBezTo>
                      <a:cubicBezTo>
                        <a:pt x="14123" y="2690"/>
                        <a:pt x="13998" y="2690"/>
                        <a:pt x="13998" y="2690"/>
                      </a:cubicBezTo>
                      <a:cubicBezTo>
                        <a:pt x="13915" y="2610"/>
                        <a:pt x="13915" y="2610"/>
                        <a:pt x="13915" y="2610"/>
                      </a:cubicBezTo>
                      <a:cubicBezTo>
                        <a:pt x="13749" y="2650"/>
                        <a:pt x="13749" y="2650"/>
                        <a:pt x="13749" y="2650"/>
                      </a:cubicBezTo>
                      <a:cubicBezTo>
                        <a:pt x="13749" y="2650"/>
                        <a:pt x="13749" y="2610"/>
                        <a:pt x="13749" y="2529"/>
                      </a:cubicBezTo>
                      <a:cubicBezTo>
                        <a:pt x="13749" y="2489"/>
                        <a:pt x="13708" y="2409"/>
                        <a:pt x="13749" y="2409"/>
                      </a:cubicBezTo>
                      <a:cubicBezTo>
                        <a:pt x="13791" y="2409"/>
                        <a:pt x="13832" y="2369"/>
                        <a:pt x="13832" y="2369"/>
                      </a:cubicBezTo>
                      <a:cubicBezTo>
                        <a:pt x="13791" y="2248"/>
                        <a:pt x="13791" y="2248"/>
                        <a:pt x="13791" y="2248"/>
                      </a:cubicBezTo>
                      <a:cubicBezTo>
                        <a:pt x="13791" y="2248"/>
                        <a:pt x="13791" y="2248"/>
                        <a:pt x="13791" y="2248"/>
                      </a:cubicBezTo>
                      <a:cubicBezTo>
                        <a:pt x="13791" y="2248"/>
                        <a:pt x="13749" y="2248"/>
                        <a:pt x="13749" y="2208"/>
                      </a:cubicBezTo>
                      <a:cubicBezTo>
                        <a:pt x="13749" y="2168"/>
                        <a:pt x="13791" y="2088"/>
                        <a:pt x="13791" y="2088"/>
                      </a:cubicBezTo>
                      <a:cubicBezTo>
                        <a:pt x="13832" y="2048"/>
                        <a:pt x="13832" y="1967"/>
                        <a:pt x="13832" y="1967"/>
                      </a:cubicBezTo>
                      <a:cubicBezTo>
                        <a:pt x="13791" y="1967"/>
                        <a:pt x="13791" y="1967"/>
                        <a:pt x="13791" y="1967"/>
                      </a:cubicBezTo>
                      <a:cubicBezTo>
                        <a:pt x="13791" y="1967"/>
                        <a:pt x="13708" y="2007"/>
                        <a:pt x="13708" y="1927"/>
                      </a:cubicBezTo>
                      <a:cubicBezTo>
                        <a:pt x="13708" y="1887"/>
                        <a:pt x="13666" y="1807"/>
                        <a:pt x="13666" y="1807"/>
                      </a:cubicBezTo>
                      <a:cubicBezTo>
                        <a:pt x="13666" y="1807"/>
                        <a:pt x="13583" y="1767"/>
                        <a:pt x="13583" y="1767"/>
                      </a:cubicBezTo>
                      <a:cubicBezTo>
                        <a:pt x="13542" y="1767"/>
                        <a:pt x="13542" y="1767"/>
                        <a:pt x="13500" y="1807"/>
                      </a:cubicBezTo>
                      <a:cubicBezTo>
                        <a:pt x="13500" y="1807"/>
                        <a:pt x="13375" y="1767"/>
                        <a:pt x="13375" y="1767"/>
                      </a:cubicBezTo>
                      <a:cubicBezTo>
                        <a:pt x="13375" y="1767"/>
                        <a:pt x="13251" y="1767"/>
                        <a:pt x="13251" y="1767"/>
                      </a:cubicBezTo>
                      <a:cubicBezTo>
                        <a:pt x="13209" y="1767"/>
                        <a:pt x="13168" y="1847"/>
                        <a:pt x="13168" y="1847"/>
                      </a:cubicBezTo>
                      <a:cubicBezTo>
                        <a:pt x="13085" y="1726"/>
                        <a:pt x="13085" y="1726"/>
                        <a:pt x="13085" y="1726"/>
                      </a:cubicBezTo>
                      <a:cubicBezTo>
                        <a:pt x="13126" y="1606"/>
                        <a:pt x="13126" y="1606"/>
                        <a:pt x="13126" y="1606"/>
                      </a:cubicBezTo>
                      <a:cubicBezTo>
                        <a:pt x="13126" y="1606"/>
                        <a:pt x="13043" y="1526"/>
                        <a:pt x="13043" y="1486"/>
                      </a:cubicBezTo>
                      <a:cubicBezTo>
                        <a:pt x="13043" y="1486"/>
                        <a:pt x="13002" y="1405"/>
                        <a:pt x="13002" y="1405"/>
                      </a:cubicBezTo>
                      <a:cubicBezTo>
                        <a:pt x="12918" y="1405"/>
                        <a:pt x="12918" y="1405"/>
                        <a:pt x="12918" y="1405"/>
                      </a:cubicBezTo>
                      <a:cubicBezTo>
                        <a:pt x="12877" y="1365"/>
                        <a:pt x="12877" y="1365"/>
                        <a:pt x="12877" y="1365"/>
                      </a:cubicBezTo>
                      <a:cubicBezTo>
                        <a:pt x="12877" y="1365"/>
                        <a:pt x="12794" y="1365"/>
                        <a:pt x="12752" y="1365"/>
                      </a:cubicBezTo>
                      <a:cubicBezTo>
                        <a:pt x="12711" y="1365"/>
                        <a:pt x="12711" y="1365"/>
                        <a:pt x="12669" y="1365"/>
                      </a:cubicBezTo>
                      <a:cubicBezTo>
                        <a:pt x="12669" y="1365"/>
                        <a:pt x="12586" y="1285"/>
                        <a:pt x="12586" y="1285"/>
                      </a:cubicBezTo>
                      <a:cubicBezTo>
                        <a:pt x="12586" y="1245"/>
                        <a:pt x="12586" y="1204"/>
                        <a:pt x="12586" y="1164"/>
                      </a:cubicBezTo>
                      <a:cubicBezTo>
                        <a:pt x="12545" y="1124"/>
                        <a:pt x="12503" y="1044"/>
                        <a:pt x="12503" y="1004"/>
                      </a:cubicBezTo>
                      <a:cubicBezTo>
                        <a:pt x="12503" y="1004"/>
                        <a:pt x="12545" y="923"/>
                        <a:pt x="12545" y="923"/>
                      </a:cubicBezTo>
                      <a:cubicBezTo>
                        <a:pt x="12503" y="883"/>
                        <a:pt x="12420" y="803"/>
                        <a:pt x="12420" y="803"/>
                      </a:cubicBezTo>
                      <a:cubicBezTo>
                        <a:pt x="12378" y="723"/>
                        <a:pt x="12378" y="723"/>
                        <a:pt x="12378" y="723"/>
                      </a:cubicBezTo>
                      <a:cubicBezTo>
                        <a:pt x="12378" y="723"/>
                        <a:pt x="12254" y="803"/>
                        <a:pt x="12212" y="803"/>
                      </a:cubicBezTo>
                      <a:cubicBezTo>
                        <a:pt x="12171" y="803"/>
                        <a:pt x="12088" y="763"/>
                        <a:pt x="12088" y="803"/>
                      </a:cubicBezTo>
                      <a:cubicBezTo>
                        <a:pt x="12088" y="803"/>
                        <a:pt x="12129" y="883"/>
                        <a:pt x="12088" y="883"/>
                      </a:cubicBezTo>
                      <a:cubicBezTo>
                        <a:pt x="12046" y="883"/>
                        <a:pt x="11963" y="883"/>
                        <a:pt x="11922" y="843"/>
                      </a:cubicBezTo>
                      <a:cubicBezTo>
                        <a:pt x="11880" y="803"/>
                        <a:pt x="11880" y="763"/>
                        <a:pt x="11880" y="723"/>
                      </a:cubicBezTo>
                      <a:cubicBezTo>
                        <a:pt x="11838" y="723"/>
                        <a:pt x="11838" y="642"/>
                        <a:pt x="11797" y="642"/>
                      </a:cubicBezTo>
                      <a:cubicBezTo>
                        <a:pt x="11755" y="642"/>
                        <a:pt x="11714" y="642"/>
                        <a:pt x="11714" y="602"/>
                      </a:cubicBezTo>
                      <a:cubicBezTo>
                        <a:pt x="11714" y="602"/>
                        <a:pt x="11714" y="482"/>
                        <a:pt x="11714" y="482"/>
                      </a:cubicBezTo>
                      <a:cubicBezTo>
                        <a:pt x="11714" y="401"/>
                        <a:pt x="11714" y="401"/>
                        <a:pt x="11714" y="401"/>
                      </a:cubicBezTo>
                      <a:cubicBezTo>
                        <a:pt x="11714" y="401"/>
                        <a:pt x="11714" y="281"/>
                        <a:pt x="11672" y="281"/>
                      </a:cubicBezTo>
                      <a:cubicBezTo>
                        <a:pt x="11672" y="241"/>
                        <a:pt x="11631" y="201"/>
                        <a:pt x="11631" y="201"/>
                      </a:cubicBezTo>
                      <a:cubicBezTo>
                        <a:pt x="11631" y="80"/>
                        <a:pt x="11631" y="80"/>
                        <a:pt x="11631" y="80"/>
                      </a:cubicBezTo>
                      <a:cubicBezTo>
                        <a:pt x="11672" y="40"/>
                        <a:pt x="11672" y="40"/>
                        <a:pt x="11672" y="40"/>
                      </a:cubicBezTo>
                      <a:cubicBezTo>
                        <a:pt x="11672" y="40"/>
                        <a:pt x="11672" y="0"/>
                        <a:pt x="11714" y="0"/>
                      </a:cubicBezTo>
                      <a:cubicBezTo>
                        <a:pt x="10758" y="161"/>
                        <a:pt x="10758" y="161"/>
                        <a:pt x="10758" y="161"/>
                      </a:cubicBezTo>
                      <a:cubicBezTo>
                        <a:pt x="10343" y="201"/>
                        <a:pt x="10343" y="201"/>
                        <a:pt x="10343" y="201"/>
                      </a:cubicBezTo>
                      <a:cubicBezTo>
                        <a:pt x="10177" y="401"/>
                        <a:pt x="10177" y="401"/>
                        <a:pt x="10177" y="401"/>
                      </a:cubicBezTo>
                      <a:cubicBezTo>
                        <a:pt x="10094" y="602"/>
                        <a:pt x="10094" y="602"/>
                        <a:pt x="10094" y="602"/>
                      </a:cubicBezTo>
                      <a:cubicBezTo>
                        <a:pt x="10135" y="923"/>
                        <a:pt x="10135" y="923"/>
                        <a:pt x="10135" y="923"/>
                      </a:cubicBezTo>
                      <a:cubicBezTo>
                        <a:pt x="10011" y="1124"/>
                        <a:pt x="10011" y="1124"/>
                        <a:pt x="10011" y="1124"/>
                      </a:cubicBezTo>
                      <a:cubicBezTo>
                        <a:pt x="10011" y="1365"/>
                        <a:pt x="10011" y="1365"/>
                        <a:pt x="10011" y="1365"/>
                      </a:cubicBezTo>
                      <a:cubicBezTo>
                        <a:pt x="10011" y="1726"/>
                        <a:pt x="10011" y="1726"/>
                        <a:pt x="10011" y="1726"/>
                      </a:cubicBezTo>
                      <a:cubicBezTo>
                        <a:pt x="9803" y="1847"/>
                        <a:pt x="9803" y="1847"/>
                        <a:pt x="9803" y="1847"/>
                      </a:cubicBezTo>
                      <a:cubicBezTo>
                        <a:pt x="9512" y="2128"/>
                        <a:pt x="9512" y="2128"/>
                        <a:pt x="9512" y="2128"/>
                      </a:cubicBezTo>
                      <a:cubicBezTo>
                        <a:pt x="9097" y="2288"/>
                        <a:pt x="9097" y="2288"/>
                        <a:pt x="9097" y="2288"/>
                      </a:cubicBezTo>
                      <a:cubicBezTo>
                        <a:pt x="8557" y="2409"/>
                        <a:pt x="8557" y="2409"/>
                        <a:pt x="8557" y="2409"/>
                      </a:cubicBezTo>
                      <a:cubicBezTo>
                        <a:pt x="8142" y="2529"/>
                        <a:pt x="8142" y="2529"/>
                        <a:pt x="8142" y="2529"/>
                      </a:cubicBezTo>
                      <a:cubicBezTo>
                        <a:pt x="7768" y="2730"/>
                        <a:pt x="7768" y="2730"/>
                        <a:pt x="7768" y="2730"/>
                      </a:cubicBezTo>
                      <a:cubicBezTo>
                        <a:pt x="7685" y="3011"/>
                        <a:pt x="7685" y="3011"/>
                        <a:pt x="7685" y="3011"/>
                      </a:cubicBezTo>
                      <a:cubicBezTo>
                        <a:pt x="7643" y="3372"/>
                        <a:pt x="7643" y="3372"/>
                        <a:pt x="7643" y="3372"/>
                      </a:cubicBezTo>
                      <a:cubicBezTo>
                        <a:pt x="7352" y="3493"/>
                        <a:pt x="7352" y="3493"/>
                        <a:pt x="7352" y="3493"/>
                      </a:cubicBezTo>
                      <a:cubicBezTo>
                        <a:pt x="7352" y="3493"/>
                        <a:pt x="7228" y="3573"/>
                        <a:pt x="7145" y="3533"/>
                      </a:cubicBezTo>
                      <a:cubicBezTo>
                        <a:pt x="7020" y="3533"/>
                        <a:pt x="6771" y="3453"/>
                        <a:pt x="6771" y="3453"/>
                      </a:cubicBezTo>
                      <a:cubicBezTo>
                        <a:pt x="6771" y="3453"/>
                        <a:pt x="6480" y="3292"/>
                        <a:pt x="6355" y="3292"/>
                      </a:cubicBezTo>
                      <a:cubicBezTo>
                        <a:pt x="6231" y="3252"/>
                        <a:pt x="6023" y="3051"/>
                        <a:pt x="6023" y="3051"/>
                      </a:cubicBezTo>
                      <a:cubicBezTo>
                        <a:pt x="5815" y="3212"/>
                        <a:pt x="5815" y="3212"/>
                        <a:pt x="5815" y="3212"/>
                      </a:cubicBezTo>
                      <a:cubicBezTo>
                        <a:pt x="5815" y="3212"/>
                        <a:pt x="5691" y="3091"/>
                        <a:pt x="5691" y="3011"/>
                      </a:cubicBezTo>
                      <a:cubicBezTo>
                        <a:pt x="5691" y="2971"/>
                        <a:pt x="5691" y="2971"/>
                        <a:pt x="5691" y="2891"/>
                      </a:cubicBezTo>
                      <a:cubicBezTo>
                        <a:pt x="5691" y="2770"/>
                        <a:pt x="5691" y="2570"/>
                        <a:pt x="5691" y="2570"/>
                      </a:cubicBezTo>
                      <a:cubicBezTo>
                        <a:pt x="5400" y="2449"/>
                        <a:pt x="5400" y="2449"/>
                        <a:pt x="5400" y="2449"/>
                      </a:cubicBezTo>
                      <a:cubicBezTo>
                        <a:pt x="5109" y="2409"/>
                        <a:pt x="5109" y="2409"/>
                        <a:pt x="5109" y="2409"/>
                      </a:cubicBezTo>
                      <a:cubicBezTo>
                        <a:pt x="5109" y="2409"/>
                        <a:pt x="5109" y="2489"/>
                        <a:pt x="5026" y="2409"/>
                      </a:cubicBezTo>
                      <a:cubicBezTo>
                        <a:pt x="4902" y="2329"/>
                        <a:pt x="4902" y="2168"/>
                        <a:pt x="4902" y="2168"/>
                      </a:cubicBezTo>
                      <a:cubicBezTo>
                        <a:pt x="4652" y="2048"/>
                        <a:pt x="4652" y="2048"/>
                        <a:pt x="4652" y="2048"/>
                      </a:cubicBezTo>
                      <a:cubicBezTo>
                        <a:pt x="4569" y="2369"/>
                        <a:pt x="4569" y="2369"/>
                        <a:pt x="4569" y="2369"/>
                      </a:cubicBezTo>
                      <a:cubicBezTo>
                        <a:pt x="4860" y="2610"/>
                        <a:pt x="4860" y="2610"/>
                        <a:pt x="4860" y="2610"/>
                      </a:cubicBezTo>
                      <a:cubicBezTo>
                        <a:pt x="4943" y="2770"/>
                        <a:pt x="4943" y="2770"/>
                        <a:pt x="4943" y="2770"/>
                      </a:cubicBezTo>
                      <a:cubicBezTo>
                        <a:pt x="4860" y="3011"/>
                        <a:pt x="4860" y="3011"/>
                        <a:pt x="4860" y="3011"/>
                      </a:cubicBezTo>
                      <a:cubicBezTo>
                        <a:pt x="4943" y="3212"/>
                        <a:pt x="4943" y="3212"/>
                        <a:pt x="4943" y="3212"/>
                      </a:cubicBezTo>
                      <a:cubicBezTo>
                        <a:pt x="4985" y="3372"/>
                        <a:pt x="4985" y="3372"/>
                        <a:pt x="4985" y="3372"/>
                      </a:cubicBezTo>
                      <a:cubicBezTo>
                        <a:pt x="4985" y="3372"/>
                        <a:pt x="5026" y="3372"/>
                        <a:pt x="5026" y="3493"/>
                      </a:cubicBezTo>
                      <a:cubicBezTo>
                        <a:pt x="5026" y="3573"/>
                        <a:pt x="4985" y="3975"/>
                        <a:pt x="4985" y="3975"/>
                      </a:cubicBezTo>
                      <a:cubicBezTo>
                        <a:pt x="4985" y="4296"/>
                        <a:pt x="4985" y="4296"/>
                        <a:pt x="4985" y="4296"/>
                      </a:cubicBezTo>
                      <a:cubicBezTo>
                        <a:pt x="5109" y="4617"/>
                        <a:pt x="5109" y="4617"/>
                        <a:pt x="5109" y="4617"/>
                      </a:cubicBezTo>
                      <a:cubicBezTo>
                        <a:pt x="5109" y="4617"/>
                        <a:pt x="4902" y="4738"/>
                        <a:pt x="4818" y="4738"/>
                      </a:cubicBezTo>
                      <a:cubicBezTo>
                        <a:pt x="4735" y="4738"/>
                        <a:pt x="4528" y="4657"/>
                        <a:pt x="4528" y="4657"/>
                      </a:cubicBezTo>
                      <a:cubicBezTo>
                        <a:pt x="4445" y="4457"/>
                        <a:pt x="4445" y="4457"/>
                        <a:pt x="4445" y="4457"/>
                      </a:cubicBezTo>
                      <a:cubicBezTo>
                        <a:pt x="3946" y="4497"/>
                        <a:pt x="3946" y="4497"/>
                        <a:pt x="3946" y="4497"/>
                      </a:cubicBezTo>
                      <a:cubicBezTo>
                        <a:pt x="3655" y="4457"/>
                        <a:pt x="3655" y="4457"/>
                        <a:pt x="3655" y="4457"/>
                      </a:cubicBezTo>
                      <a:cubicBezTo>
                        <a:pt x="3406" y="4617"/>
                        <a:pt x="3406" y="4617"/>
                        <a:pt x="3406" y="4617"/>
                      </a:cubicBezTo>
                      <a:cubicBezTo>
                        <a:pt x="3240" y="4577"/>
                        <a:pt x="3240" y="4577"/>
                        <a:pt x="3240" y="4577"/>
                      </a:cubicBezTo>
                      <a:cubicBezTo>
                        <a:pt x="3074" y="4416"/>
                        <a:pt x="3074" y="4416"/>
                        <a:pt x="3074" y="4416"/>
                      </a:cubicBezTo>
                      <a:cubicBezTo>
                        <a:pt x="3032" y="4175"/>
                        <a:pt x="3032" y="4175"/>
                        <a:pt x="3032" y="4175"/>
                      </a:cubicBezTo>
                      <a:cubicBezTo>
                        <a:pt x="2949" y="3975"/>
                        <a:pt x="2949" y="3975"/>
                        <a:pt x="2949" y="3975"/>
                      </a:cubicBezTo>
                      <a:cubicBezTo>
                        <a:pt x="2783" y="3774"/>
                        <a:pt x="2783" y="3774"/>
                        <a:pt x="2783" y="3774"/>
                      </a:cubicBezTo>
                      <a:cubicBezTo>
                        <a:pt x="2243" y="3814"/>
                        <a:pt x="2243" y="3814"/>
                        <a:pt x="2243" y="3814"/>
                      </a:cubicBezTo>
                      <a:cubicBezTo>
                        <a:pt x="2035" y="3854"/>
                        <a:pt x="2035" y="3854"/>
                        <a:pt x="2035" y="3854"/>
                      </a:cubicBezTo>
                      <a:cubicBezTo>
                        <a:pt x="1911" y="3975"/>
                        <a:pt x="1911" y="3975"/>
                        <a:pt x="1911" y="3975"/>
                      </a:cubicBezTo>
                      <a:cubicBezTo>
                        <a:pt x="1662" y="3935"/>
                        <a:pt x="1662" y="3935"/>
                        <a:pt x="1662" y="3935"/>
                      </a:cubicBezTo>
                      <a:cubicBezTo>
                        <a:pt x="1578" y="4055"/>
                        <a:pt x="1578" y="4055"/>
                        <a:pt x="1578" y="4055"/>
                      </a:cubicBezTo>
                      <a:cubicBezTo>
                        <a:pt x="1288" y="3975"/>
                        <a:pt x="1288" y="3975"/>
                        <a:pt x="1288" y="3975"/>
                      </a:cubicBezTo>
                      <a:cubicBezTo>
                        <a:pt x="997" y="4015"/>
                        <a:pt x="997" y="4015"/>
                        <a:pt x="997" y="4015"/>
                      </a:cubicBezTo>
                      <a:cubicBezTo>
                        <a:pt x="789" y="3975"/>
                        <a:pt x="789" y="3975"/>
                        <a:pt x="789" y="3975"/>
                      </a:cubicBezTo>
                      <a:cubicBezTo>
                        <a:pt x="415" y="4055"/>
                        <a:pt x="415" y="4055"/>
                        <a:pt x="415" y="4055"/>
                      </a:cubicBezTo>
                      <a:cubicBezTo>
                        <a:pt x="208" y="4216"/>
                        <a:pt x="208" y="4216"/>
                        <a:pt x="208" y="4216"/>
                      </a:cubicBezTo>
                      <a:cubicBezTo>
                        <a:pt x="0" y="4537"/>
                        <a:pt x="0" y="4537"/>
                        <a:pt x="0" y="4537"/>
                      </a:cubicBezTo>
                      <a:cubicBezTo>
                        <a:pt x="0" y="4537"/>
                        <a:pt x="83" y="4537"/>
                        <a:pt x="166" y="4537"/>
                      </a:cubicBezTo>
                      <a:cubicBezTo>
                        <a:pt x="208" y="4537"/>
                        <a:pt x="582" y="4577"/>
                        <a:pt x="582" y="4577"/>
                      </a:cubicBezTo>
                      <a:cubicBezTo>
                        <a:pt x="665" y="4697"/>
                        <a:pt x="665" y="4697"/>
                        <a:pt x="665" y="4697"/>
                      </a:cubicBezTo>
                      <a:cubicBezTo>
                        <a:pt x="415" y="4818"/>
                        <a:pt x="415" y="4818"/>
                        <a:pt x="415" y="4818"/>
                      </a:cubicBezTo>
                      <a:cubicBezTo>
                        <a:pt x="623" y="4898"/>
                        <a:pt x="623" y="4898"/>
                        <a:pt x="623" y="4898"/>
                      </a:cubicBezTo>
                      <a:cubicBezTo>
                        <a:pt x="665" y="4978"/>
                        <a:pt x="665" y="4978"/>
                        <a:pt x="665" y="4978"/>
                      </a:cubicBezTo>
                      <a:cubicBezTo>
                        <a:pt x="665" y="5099"/>
                        <a:pt x="665" y="5099"/>
                        <a:pt x="665" y="5099"/>
                      </a:cubicBezTo>
                      <a:cubicBezTo>
                        <a:pt x="208" y="5139"/>
                        <a:pt x="208" y="5139"/>
                        <a:pt x="208" y="5139"/>
                      </a:cubicBezTo>
                      <a:cubicBezTo>
                        <a:pt x="208" y="5139"/>
                        <a:pt x="83" y="5099"/>
                        <a:pt x="83" y="5179"/>
                      </a:cubicBezTo>
                      <a:cubicBezTo>
                        <a:pt x="42" y="5259"/>
                        <a:pt x="208" y="5300"/>
                        <a:pt x="208" y="5300"/>
                      </a:cubicBezTo>
                      <a:cubicBezTo>
                        <a:pt x="415" y="5420"/>
                        <a:pt x="415" y="5420"/>
                        <a:pt x="415" y="5420"/>
                      </a:cubicBezTo>
                      <a:cubicBezTo>
                        <a:pt x="374" y="5822"/>
                        <a:pt x="374" y="5822"/>
                        <a:pt x="374" y="5822"/>
                      </a:cubicBezTo>
                      <a:cubicBezTo>
                        <a:pt x="540" y="5822"/>
                        <a:pt x="540" y="5822"/>
                        <a:pt x="540" y="5822"/>
                      </a:cubicBezTo>
                      <a:cubicBezTo>
                        <a:pt x="789" y="5822"/>
                        <a:pt x="789" y="5822"/>
                        <a:pt x="789" y="5822"/>
                      </a:cubicBezTo>
                      <a:cubicBezTo>
                        <a:pt x="789" y="5822"/>
                        <a:pt x="831" y="5741"/>
                        <a:pt x="955" y="5701"/>
                      </a:cubicBezTo>
                      <a:cubicBezTo>
                        <a:pt x="1038" y="5701"/>
                        <a:pt x="1163" y="5701"/>
                        <a:pt x="1163" y="5701"/>
                      </a:cubicBezTo>
                      <a:cubicBezTo>
                        <a:pt x="1163" y="5701"/>
                        <a:pt x="1163" y="5661"/>
                        <a:pt x="1246" y="5862"/>
                      </a:cubicBezTo>
                      <a:cubicBezTo>
                        <a:pt x="1288" y="6022"/>
                        <a:pt x="1288" y="6022"/>
                        <a:pt x="1288" y="6022"/>
                      </a:cubicBezTo>
                      <a:cubicBezTo>
                        <a:pt x="1454" y="6062"/>
                        <a:pt x="1454" y="6062"/>
                        <a:pt x="1454" y="6062"/>
                      </a:cubicBezTo>
                      <a:cubicBezTo>
                        <a:pt x="1537" y="6103"/>
                        <a:pt x="1537" y="6103"/>
                        <a:pt x="1537" y="6103"/>
                      </a:cubicBezTo>
                      <a:cubicBezTo>
                        <a:pt x="1537" y="6103"/>
                        <a:pt x="1703" y="6183"/>
                        <a:pt x="1786" y="6223"/>
                      </a:cubicBezTo>
                      <a:cubicBezTo>
                        <a:pt x="1869" y="6263"/>
                        <a:pt x="2035" y="6424"/>
                        <a:pt x="2035" y="6424"/>
                      </a:cubicBezTo>
                      <a:cubicBezTo>
                        <a:pt x="2118" y="6464"/>
                        <a:pt x="2118" y="6464"/>
                        <a:pt x="2118" y="6464"/>
                      </a:cubicBezTo>
                      <a:cubicBezTo>
                        <a:pt x="2118" y="6665"/>
                        <a:pt x="2118" y="6665"/>
                        <a:pt x="2118" y="6665"/>
                      </a:cubicBezTo>
                      <a:cubicBezTo>
                        <a:pt x="2118" y="6665"/>
                        <a:pt x="2285" y="6705"/>
                        <a:pt x="2409" y="6705"/>
                      </a:cubicBezTo>
                      <a:cubicBezTo>
                        <a:pt x="2534" y="6705"/>
                        <a:pt x="2825" y="6665"/>
                        <a:pt x="2825" y="6665"/>
                      </a:cubicBezTo>
                      <a:cubicBezTo>
                        <a:pt x="2908" y="6825"/>
                        <a:pt x="2908" y="6825"/>
                        <a:pt x="2908" y="6825"/>
                      </a:cubicBezTo>
                      <a:cubicBezTo>
                        <a:pt x="2991" y="6825"/>
                        <a:pt x="3365" y="6946"/>
                        <a:pt x="3365" y="6946"/>
                      </a:cubicBezTo>
                      <a:cubicBezTo>
                        <a:pt x="3240" y="7106"/>
                        <a:pt x="3240" y="7106"/>
                        <a:pt x="3240" y="7106"/>
                      </a:cubicBezTo>
                      <a:cubicBezTo>
                        <a:pt x="3115" y="7227"/>
                        <a:pt x="3115" y="7227"/>
                        <a:pt x="3115" y="7227"/>
                      </a:cubicBezTo>
                      <a:cubicBezTo>
                        <a:pt x="3074" y="7347"/>
                        <a:pt x="3074" y="7347"/>
                        <a:pt x="3074" y="7347"/>
                      </a:cubicBezTo>
                      <a:cubicBezTo>
                        <a:pt x="3074" y="7347"/>
                        <a:pt x="3115" y="7347"/>
                        <a:pt x="3282" y="7387"/>
                      </a:cubicBezTo>
                      <a:cubicBezTo>
                        <a:pt x="3448" y="7428"/>
                        <a:pt x="3572" y="7508"/>
                        <a:pt x="3572" y="7508"/>
                      </a:cubicBezTo>
                      <a:cubicBezTo>
                        <a:pt x="3489" y="7709"/>
                        <a:pt x="3489" y="7709"/>
                        <a:pt x="3489" y="7709"/>
                      </a:cubicBezTo>
                      <a:cubicBezTo>
                        <a:pt x="3697" y="7869"/>
                        <a:pt x="3697" y="7869"/>
                        <a:pt x="3697" y="7869"/>
                      </a:cubicBezTo>
                      <a:cubicBezTo>
                        <a:pt x="3697" y="7869"/>
                        <a:pt x="3780" y="7990"/>
                        <a:pt x="3780" y="8030"/>
                      </a:cubicBezTo>
                      <a:cubicBezTo>
                        <a:pt x="3738" y="8070"/>
                        <a:pt x="3738" y="8150"/>
                        <a:pt x="3738" y="8150"/>
                      </a:cubicBezTo>
                      <a:cubicBezTo>
                        <a:pt x="3614" y="8110"/>
                        <a:pt x="3614" y="8110"/>
                        <a:pt x="3614" y="8110"/>
                      </a:cubicBezTo>
                      <a:cubicBezTo>
                        <a:pt x="3614" y="8110"/>
                        <a:pt x="3614" y="8190"/>
                        <a:pt x="3572" y="8110"/>
                      </a:cubicBezTo>
                      <a:cubicBezTo>
                        <a:pt x="3489" y="8030"/>
                        <a:pt x="3448" y="7949"/>
                        <a:pt x="3448" y="7949"/>
                      </a:cubicBezTo>
                      <a:cubicBezTo>
                        <a:pt x="3406" y="8110"/>
                        <a:pt x="3406" y="8110"/>
                        <a:pt x="3406" y="8110"/>
                      </a:cubicBezTo>
                      <a:cubicBezTo>
                        <a:pt x="3406" y="8110"/>
                        <a:pt x="3448" y="8271"/>
                        <a:pt x="3489" y="8311"/>
                      </a:cubicBezTo>
                      <a:cubicBezTo>
                        <a:pt x="3572" y="8311"/>
                        <a:pt x="3572" y="8271"/>
                        <a:pt x="3572" y="8391"/>
                      </a:cubicBezTo>
                      <a:cubicBezTo>
                        <a:pt x="3572" y="8471"/>
                        <a:pt x="3614" y="8672"/>
                        <a:pt x="3655" y="8712"/>
                      </a:cubicBezTo>
                      <a:cubicBezTo>
                        <a:pt x="3697" y="8793"/>
                        <a:pt x="3697" y="8993"/>
                        <a:pt x="3738" y="9033"/>
                      </a:cubicBezTo>
                      <a:cubicBezTo>
                        <a:pt x="3822" y="9033"/>
                        <a:pt x="3863" y="9074"/>
                        <a:pt x="3863" y="9074"/>
                      </a:cubicBezTo>
                      <a:cubicBezTo>
                        <a:pt x="3946" y="9154"/>
                        <a:pt x="3946" y="9154"/>
                        <a:pt x="3946" y="9154"/>
                      </a:cubicBezTo>
                      <a:cubicBezTo>
                        <a:pt x="4195" y="9355"/>
                        <a:pt x="4195" y="9355"/>
                        <a:pt x="4195" y="9355"/>
                      </a:cubicBezTo>
                      <a:cubicBezTo>
                        <a:pt x="4195" y="9355"/>
                        <a:pt x="4362" y="9475"/>
                        <a:pt x="4445" y="9515"/>
                      </a:cubicBezTo>
                      <a:cubicBezTo>
                        <a:pt x="4528" y="9555"/>
                        <a:pt x="4569" y="9555"/>
                        <a:pt x="4569" y="9555"/>
                      </a:cubicBezTo>
                      <a:cubicBezTo>
                        <a:pt x="4777" y="9756"/>
                        <a:pt x="4777" y="9756"/>
                        <a:pt x="4777" y="9756"/>
                      </a:cubicBezTo>
                      <a:cubicBezTo>
                        <a:pt x="4777" y="9756"/>
                        <a:pt x="4902" y="9957"/>
                        <a:pt x="4860" y="9957"/>
                      </a:cubicBezTo>
                      <a:cubicBezTo>
                        <a:pt x="4818" y="9957"/>
                        <a:pt x="4860" y="9997"/>
                        <a:pt x="4777" y="9997"/>
                      </a:cubicBezTo>
                      <a:cubicBezTo>
                        <a:pt x="4652" y="9997"/>
                        <a:pt x="4694" y="10077"/>
                        <a:pt x="4611" y="9997"/>
                      </a:cubicBezTo>
                      <a:cubicBezTo>
                        <a:pt x="4486" y="9917"/>
                        <a:pt x="4403" y="9796"/>
                        <a:pt x="4278" y="9796"/>
                      </a:cubicBezTo>
                      <a:cubicBezTo>
                        <a:pt x="4154" y="9796"/>
                        <a:pt x="4154" y="9796"/>
                        <a:pt x="4154" y="9796"/>
                      </a:cubicBezTo>
                      <a:cubicBezTo>
                        <a:pt x="4403" y="9997"/>
                        <a:pt x="4403" y="9997"/>
                        <a:pt x="4403" y="9997"/>
                      </a:cubicBezTo>
                      <a:cubicBezTo>
                        <a:pt x="4528" y="10037"/>
                        <a:pt x="4528" y="10037"/>
                        <a:pt x="4528" y="10037"/>
                      </a:cubicBezTo>
                      <a:cubicBezTo>
                        <a:pt x="4694" y="10198"/>
                        <a:pt x="4694" y="10198"/>
                        <a:pt x="4694" y="10198"/>
                      </a:cubicBezTo>
                      <a:cubicBezTo>
                        <a:pt x="4735" y="10198"/>
                        <a:pt x="4735" y="10198"/>
                        <a:pt x="4735" y="10198"/>
                      </a:cubicBezTo>
                      <a:cubicBezTo>
                        <a:pt x="4735" y="10198"/>
                        <a:pt x="4777" y="10278"/>
                        <a:pt x="4777" y="10318"/>
                      </a:cubicBezTo>
                      <a:cubicBezTo>
                        <a:pt x="4777" y="10358"/>
                        <a:pt x="4735" y="10479"/>
                        <a:pt x="4694" y="10519"/>
                      </a:cubicBezTo>
                      <a:cubicBezTo>
                        <a:pt x="4694" y="10599"/>
                        <a:pt x="4694" y="10680"/>
                        <a:pt x="4694" y="10680"/>
                      </a:cubicBezTo>
                      <a:cubicBezTo>
                        <a:pt x="4569" y="10399"/>
                        <a:pt x="4569" y="10399"/>
                        <a:pt x="4569" y="10399"/>
                      </a:cubicBezTo>
                      <a:cubicBezTo>
                        <a:pt x="4569" y="10399"/>
                        <a:pt x="4611" y="10318"/>
                        <a:pt x="4528" y="10278"/>
                      </a:cubicBezTo>
                      <a:cubicBezTo>
                        <a:pt x="4445" y="10278"/>
                        <a:pt x="4362" y="10318"/>
                        <a:pt x="4362" y="10318"/>
                      </a:cubicBezTo>
                      <a:cubicBezTo>
                        <a:pt x="4362" y="10318"/>
                        <a:pt x="4320" y="10399"/>
                        <a:pt x="4362" y="10439"/>
                      </a:cubicBezTo>
                      <a:cubicBezTo>
                        <a:pt x="4445" y="10479"/>
                        <a:pt x="4486" y="10519"/>
                        <a:pt x="4486" y="10559"/>
                      </a:cubicBezTo>
                      <a:cubicBezTo>
                        <a:pt x="4528" y="10599"/>
                        <a:pt x="4528" y="10639"/>
                        <a:pt x="4528" y="10639"/>
                      </a:cubicBezTo>
                      <a:cubicBezTo>
                        <a:pt x="4528" y="10639"/>
                        <a:pt x="4611" y="10639"/>
                        <a:pt x="4611" y="10720"/>
                      </a:cubicBezTo>
                      <a:cubicBezTo>
                        <a:pt x="4611" y="10840"/>
                        <a:pt x="4569" y="10961"/>
                        <a:pt x="4569" y="10961"/>
                      </a:cubicBezTo>
                      <a:cubicBezTo>
                        <a:pt x="4569" y="10961"/>
                        <a:pt x="4486" y="10961"/>
                        <a:pt x="4611" y="11041"/>
                      </a:cubicBezTo>
                      <a:cubicBezTo>
                        <a:pt x="4735" y="11121"/>
                        <a:pt x="4777" y="11161"/>
                        <a:pt x="4818" y="11201"/>
                      </a:cubicBezTo>
                      <a:cubicBezTo>
                        <a:pt x="4860" y="11242"/>
                        <a:pt x="5026" y="11442"/>
                        <a:pt x="5026" y="11442"/>
                      </a:cubicBezTo>
                      <a:cubicBezTo>
                        <a:pt x="5151" y="11603"/>
                        <a:pt x="5151" y="11603"/>
                        <a:pt x="5151" y="11603"/>
                      </a:cubicBezTo>
                      <a:cubicBezTo>
                        <a:pt x="5151" y="11603"/>
                        <a:pt x="5151" y="11683"/>
                        <a:pt x="5151" y="11683"/>
                      </a:cubicBezTo>
                      <a:cubicBezTo>
                        <a:pt x="5109" y="11683"/>
                        <a:pt x="5026" y="11683"/>
                        <a:pt x="5026" y="11683"/>
                      </a:cubicBezTo>
                      <a:cubicBezTo>
                        <a:pt x="5026" y="11683"/>
                        <a:pt x="4985" y="11683"/>
                        <a:pt x="4943" y="11643"/>
                      </a:cubicBezTo>
                      <a:cubicBezTo>
                        <a:pt x="4902" y="11563"/>
                        <a:pt x="4818" y="11442"/>
                        <a:pt x="4818" y="11442"/>
                      </a:cubicBezTo>
                      <a:cubicBezTo>
                        <a:pt x="4735" y="11402"/>
                        <a:pt x="4735" y="11402"/>
                        <a:pt x="4735" y="11402"/>
                      </a:cubicBezTo>
                      <a:cubicBezTo>
                        <a:pt x="4652" y="11442"/>
                        <a:pt x="4652" y="11442"/>
                        <a:pt x="4652" y="11442"/>
                      </a:cubicBezTo>
                      <a:cubicBezTo>
                        <a:pt x="4652" y="11442"/>
                        <a:pt x="4569" y="11603"/>
                        <a:pt x="4569" y="11603"/>
                      </a:cubicBezTo>
                      <a:cubicBezTo>
                        <a:pt x="4569" y="11643"/>
                        <a:pt x="4445" y="11884"/>
                        <a:pt x="4445" y="11884"/>
                      </a:cubicBezTo>
                      <a:cubicBezTo>
                        <a:pt x="4362" y="12366"/>
                        <a:pt x="4362" y="12366"/>
                        <a:pt x="4362" y="12366"/>
                      </a:cubicBezTo>
                      <a:cubicBezTo>
                        <a:pt x="4362" y="12366"/>
                        <a:pt x="4362" y="12928"/>
                        <a:pt x="4320" y="12968"/>
                      </a:cubicBezTo>
                      <a:cubicBezTo>
                        <a:pt x="4320" y="13008"/>
                        <a:pt x="4154" y="13410"/>
                        <a:pt x="4154" y="13410"/>
                      </a:cubicBezTo>
                      <a:cubicBezTo>
                        <a:pt x="4154" y="13410"/>
                        <a:pt x="4154" y="13450"/>
                        <a:pt x="4154" y="13570"/>
                      </a:cubicBezTo>
                      <a:cubicBezTo>
                        <a:pt x="4112" y="13691"/>
                        <a:pt x="4071" y="13891"/>
                        <a:pt x="4071" y="13891"/>
                      </a:cubicBezTo>
                      <a:cubicBezTo>
                        <a:pt x="4071" y="13891"/>
                        <a:pt x="4029" y="14052"/>
                        <a:pt x="4029" y="14132"/>
                      </a:cubicBezTo>
                      <a:cubicBezTo>
                        <a:pt x="3988" y="14213"/>
                        <a:pt x="3863" y="14534"/>
                        <a:pt x="3863" y="14534"/>
                      </a:cubicBezTo>
                      <a:cubicBezTo>
                        <a:pt x="3822" y="14895"/>
                        <a:pt x="3822" y="14895"/>
                        <a:pt x="3822" y="14895"/>
                      </a:cubicBezTo>
                      <a:cubicBezTo>
                        <a:pt x="3489" y="15578"/>
                        <a:pt x="3489" y="15578"/>
                        <a:pt x="3489" y="15578"/>
                      </a:cubicBezTo>
                      <a:cubicBezTo>
                        <a:pt x="3240" y="15778"/>
                        <a:pt x="3240" y="15778"/>
                        <a:pt x="3240" y="15778"/>
                      </a:cubicBezTo>
                      <a:cubicBezTo>
                        <a:pt x="3115" y="15859"/>
                        <a:pt x="3115" y="15859"/>
                        <a:pt x="3115" y="15859"/>
                      </a:cubicBezTo>
                      <a:cubicBezTo>
                        <a:pt x="3240" y="15899"/>
                        <a:pt x="3323" y="15939"/>
                        <a:pt x="3365" y="16059"/>
                      </a:cubicBezTo>
                      <a:cubicBezTo>
                        <a:pt x="3448" y="16260"/>
                        <a:pt x="3614" y="16581"/>
                        <a:pt x="3614" y="16581"/>
                      </a:cubicBezTo>
                      <a:cubicBezTo>
                        <a:pt x="4154" y="16782"/>
                        <a:pt x="4154" y="16782"/>
                        <a:pt x="4154" y="16782"/>
                      </a:cubicBezTo>
                      <a:cubicBezTo>
                        <a:pt x="4154" y="16782"/>
                        <a:pt x="4445" y="17023"/>
                        <a:pt x="4486" y="17103"/>
                      </a:cubicBezTo>
                      <a:cubicBezTo>
                        <a:pt x="4528" y="17143"/>
                        <a:pt x="5151" y="17344"/>
                        <a:pt x="5151" y="17344"/>
                      </a:cubicBezTo>
                      <a:cubicBezTo>
                        <a:pt x="5566" y="17706"/>
                        <a:pt x="5566" y="17706"/>
                        <a:pt x="5566" y="17706"/>
                      </a:cubicBezTo>
                      <a:cubicBezTo>
                        <a:pt x="6189" y="17706"/>
                        <a:pt x="6189" y="17706"/>
                        <a:pt x="6189" y="17706"/>
                      </a:cubicBezTo>
                      <a:cubicBezTo>
                        <a:pt x="6605" y="17786"/>
                        <a:pt x="6605" y="17786"/>
                        <a:pt x="6605" y="17786"/>
                      </a:cubicBezTo>
                      <a:cubicBezTo>
                        <a:pt x="6812" y="17545"/>
                        <a:pt x="6812" y="17545"/>
                        <a:pt x="6812" y="17545"/>
                      </a:cubicBezTo>
                      <a:cubicBezTo>
                        <a:pt x="6812" y="17545"/>
                        <a:pt x="7851" y="18027"/>
                        <a:pt x="7892" y="18027"/>
                      </a:cubicBezTo>
                      <a:cubicBezTo>
                        <a:pt x="7934" y="18027"/>
                        <a:pt x="7934" y="18147"/>
                        <a:pt x="7975" y="18268"/>
                      </a:cubicBezTo>
                      <a:cubicBezTo>
                        <a:pt x="7975" y="18268"/>
                        <a:pt x="7975" y="18268"/>
                        <a:pt x="7975" y="18268"/>
                      </a:cubicBezTo>
                      <a:cubicBezTo>
                        <a:pt x="7975" y="18268"/>
                        <a:pt x="7975" y="18268"/>
                        <a:pt x="7975" y="18268"/>
                      </a:cubicBezTo>
                      <a:cubicBezTo>
                        <a:pt x="8017" y="18268"/>
                        <a:pt x="8017" y="18268"/>
                        <a:pt x="8017" y="18268"/>
                      </a:cubicBezTo>
                      <a:cubicBezTo>
                        <a:pt x="8017" y="18268"/>
                        <a:pt x="7975" y="18228"/>
                        <a:pt x="7975" y="18228"/>
                      </a:cubicBezTo>
                      <a:cubicBezTo>
                        <a:pt x="7975" y="18187"/>
                        <a:pt x="7975" y="18187"/>
                        <a:pt x="7975" y="18187"/>
                      </a:cubicBezTo>
                      <a:cubicBezTo>
                        <a:pt x="8017" y="18187"/>
                        <a:pt x="8017" y="18187"/>
                        <a:pt x="8017" y="18187"/>
                      </a:cubicBezTo>
                      <a:cubicBezTo>
                        <a:pt x="8017" y="18187"/>
                        <a:pt x="8017" y="18187"/>
                        <a:pt x="8017" y="18187"/>
                      </a:cubicBezTo>
                      <a:cubicBezTo>
                        <a:pt x="8017" y="18187"/>
                        <a:pt x="8017" y="18187"/>
                        <a:pt x="8017" y="18187"/>
                      </a:cubicBezTo>
                      <a:cubicBezTo>
                        <a:pt x="8058" y="18187"/>
                        <a:pt x="8058" y="18187"/>
                        <a:pt x="8058" y="18187"/>
                      </a:cubicBezTo>
                      <a:cubicBezTo>
                        <a:pt x="8100" y="18147"/>
                        <a:pt x="8100" y="18147"/>
                        <a:pt x="8100" y="18147"/>
                      </a:cubicBezTo>
                      <a:cubicBezTo>
                        <a:pt x="8100" y="18147"/>
                        <a:pt x="8100" y="18147"/>
                        <a:pt x="8100" y="18147"/>
                      </a:cubicBezTo>
                      <a:cubicBezTo>
                        <a:pt x="8100" y="18107"/>
                        <a:pt x="8058" y="18107"/>
                        <a:pt x="8058" y="18107"/>
                      </a:cubicBezTo>
                      <a:cubicBezTo>
                        <a:pt x="8058" y="18107"/>
                        <a:pt x="8100" y="18107"/>
                        <a:pt x="8100" y="18067"/>
                      </a:cubicBezTo>
                      <a:cubicBezTo>
                        <a:pt x="8100" y="18067"/>
                        <a:pt x="8100" y="18067"/>
                        <a:pt x="8100" y="18067"/>
                      </a:cubicBezTo>
                      <a:cubicBezTo>
                        <a:pt x="8142" y="18067"/>
                        <a:pt x="8142" y="18067"/>
                        <a:pt x="8142" y="18067"/>
                      </a:cubicBezTo>
                      <a:cubicBezTo>
                        <a:pt x="8142" y="18067"/>
                        <a:pt x="8142" y="18067"/>
                        <a:pt x="8142" y="18067"/>
                      </a:cubicBezTo>
                      <a:cubicBezTo>
                        <a:pt x="8142" y="18067"/>
                        <a:pt x="8142" y="18067"/>
                        <a:pt x="8142" y="18067"/>
                      </a:cubicBezTo>
                      <a:cubicBezTo>
                        <a:pt x="8183" y="18067"/>
                        <a:pt x="8183" y="18067"/>
                        <a:pt x="8183" y="18067"/>
                      </a:cubicBezTo>
                      <a:cubicBezTo>
                        <a:pt x="8183" y="18067"/>
                        <a:pt x="8183" y="18067"/>
                        <a:pt x="8183" y="18067"/>
                      </a:cubicBezTo>
                      <a:cubicBezTo>
                        <a:pt x="8225" y="18067"/>
                        <a:pt x="8225" y="18067"/>
                        <a:pt x="8225" y="18067"/>
                      </a:cubicBezTo>
                      <a:cubicBezTo>
                        <a:pt x="8225" y="18067"/>
                        <a:pt x="8225" y="18067"/>
                        <a:pt x="8225" y="18067"/>
                      </a:cubicBezTo>
                      <a:cubicBezTo>
                        <a:pt x="8225" y="18067"/>
                        <a:pt x="8266" y="18067"/>
                        <a:pt x="8266" y="18067"/>
                      </a:cubicBezTo>
                      <a:cubicBezTo>
                        <a:pt x="8266" y="18067"/>
                        <a:pt x="8266" y="18107"/>
                        <a:pt x="8266" y="18107"/>
                      </a:cubicBezTo>
                      <a:cubicBezTo>
                        <a:pt x="8266" y="18107"/>
                        <a:pt x="8266" y="18107"/>
                        <a:pt x="8266" y="18107"/>
                      </a:cubicBezTo>
                      <a:cubicBezTo>
                        <a:pt x="8266" y="18107"/>
                        <a:pt x="8308" y="18107"/>
                        <a:pt x="8308" y="18107"/>
                      </a:cubicBezTo>
                      <a:cubicBezTo>
                        <a:pt x="8308" y="18107"/>
                        <a:pt x="8308" y="18147"/>
                        <a:pt x="8308" y="18147"/>
                      </a:cubicBezTo>
                      <a:cubicBezTo>
                        <a:pt x="8308" y="18147"/>
                        <a:pt x="8349" y="18147"/>
                        <a:pt x="8349" y="18147"/>
                      </a:cubicBezTo>
                      <a:cubicBezTo>
                        <a:pt x="8349" y="18147"/>
                        <a:pt x="8391" y="18147"/>
                        <a:pt x="8391" y="18147"/>
                      </a:cubicBezTo>
                      <a:cubicBezTo>
                        <a:pt x="8391" y="18147"/>
                        <a:pt x="8391" y="18147"/>
                        <a:pt x="8391" y="18187"/>
                      </a:cubicBezTo>
                      <a:cubicBezTo>
                        <a:pt x="8432" y="18187"/>
                        <a:pt x="8432" y="18187"/>
                        <a:pt x="8432" y="18187"/>
                      </a:cubicBezTo>
                      <a:cubicBezTo>
                        <a:pt x="8432" y="18147"/>
                        <a:pt x="8474" y="18147"/>
                        <a:pt x="8474" y="18147"/>
                      </a:cubicBezTo>
                      <a:cubicBezTo>
                        <a:pt x="8474" y="18187"/>
                        <a:pt x="8474" y="18187"/>
                        <a:pt x="8474" y="18187"/>
                      </a:cubicBezTo>
                      <a:cubicBezTo>
                        <a:pt x="8515" y="18187"/>
                        <a:pt x="8515" y="18187"/>
                        <a:pt x="8515" y="18187"/>
                      </a:cubicBezTo>
                      <a:cubicBezTo>
                        <a:pt x="8557" y="18187"/>
                        <a:pt x="8557" y="18187"/>
                        <a:pt x="8557" y="18187"/>
                      </a:cubicBezTo>
                      <a:cubicBezTo>
                        <a:pt x="8557" y="18228"/>
                        <a:pt x="8557" y="18228"/>
                        <a:pt x="8557" y="18228"/>
                      </a:cubicBezTo>
                      <a:cubicBezTo>
                        <a:pt x="8515" y="18228"/>
                        <a:pt x="8515" y="18228"/>
                        <a:pt x="8515" y="18228"/>
                      </a:cubicBezTo>
                      <a:cubicBezTo>
                        <a:pt x="8515" y="18228"/>
                        <a:pt x="8515" y="18228"/>
                        <a:pt x="8515" y="18228"/>
                      </a:cubicBezTo>
                      <a:cubicBezTo>
                        <a:pt x="8515" y="18268"/>
                        <a:pt x="8515" y="18268"/>
                        <a:pt x="8515" y="18268"/>
                      </a:cubicBezTo>
                      <a:cubicBezTo>
                        <a:pt x="8557" y="18268"/>
                        <a:pt x="8557" y="18268"/>
                        <a:pt x="8557" y="18268"/>
                      </a:cubicBezTo>
                      <a:cubicBezTo>
                        <a:pt x="8557" y="18268"/>
                        <a:pt x="8557" y="18268"/>
                        <a:pt x="8557" y="18268"/>
                      </a:cubicBezTo>
                      <a:cubicBezTo>
                        <a:pt x="8640" y="18308"/>
                        <a:pt x="8640" y="18308"/>
                        <a:pt x="8640" y="18308"/>
                      </a:cubicBezTo>
                      <a:cubicBezTo>
                        <a:pt x="8598" y="18308"/>
                        <a:pt x="8598" y="18308"/>
                        <a:pt x="8598" y="18308"/>
                      </a:cubicBezTo>
                      <a:cubicBezTo>
                        <a:pt x="8598" y="18308"/>
                        <a:pt x="8598" y="18308"/>
                        <a:pt x="8598" y="18308"/>
                      </a:cubicBezTo>
                      <a:cubicBezTo>
                        <a:pt x="8598" y="18308"/>
                        <a:pt x="8557" y="18308"/>
                        <a:pt x="8557" y="18308"/>
                      </a:cubicBezTo>
                      <a:cubicBezTo>
                        <a:pt x="8557" y="18308"/>
                        <a:pt x="8515" y="18308"/>
                        <a:pt x="8515" y="18308"/>
                      </a:cubicBezTo>
                      <a:cubicBezTo>
                        <a:pt x="8515" y="18348"/>
                        <a:pt x="8515" y="18348"/>
                        <a:pt x="8515" y="18348"/>
                      </a:cubicBezTo>
                      <a:cubicBezTo>
                        <a:pt x="8515" y="18428"/>
                        <a:pt x="8515" y="18428"/>
                        <a:pt x="8515" y="18428"/>
                      </a:cubicBezTo>
                      <a:cubicBezTo>
                        <a:pt x="8474" y="18428"/>
                        <a:pt x="8474" y="18428"/>
                        <a:pt x="8474" y="18428"/>
                      </a:cubicBezTo>
                      <a:cubicBezTo>
                        <a:pt x="8474" y="18468"/>
                        <a:pt x="8474" y="18468"/>
                        <a:pt x="8474" y="18468"/>
                      </a:cubicBezTo>
                      <a:cubicBezTo>
                        <a:pt x="8474" y="18468"/>
                        <a:pt x="8474" y="18468"/>
                        <a:pt x="8474" y="18468"/>
                      </a:cubicBezTo>
                      <a:cubicBezTo>
                        <a:pt x="8474" y="18468"/>
                        <a:pt x="8474" y="18468"/>
                        <a:pt x="8474" y="18468"/>
                      </a:cubicBezTo>
                      <a:cubicBezTo>
                        <a:pt x="8474" y="18468"/>
                        <a:pt x="8474" y="18468"/>
                        <a:pt x="8432" y="18468"/>
                      </a:cubicBezTo>
                      <a:cubicBezTo>
                        <a:pt x="8432" y="18468"/>
                        <a:pt x="8432" y="18468"/>
                        <a:pt x="8432" y="18468"/>
                      </a:cubicBezTo>
                      <a:cubicBezTo>
                        <a:pt x="8391" y="18428"/>
                        <a:pt x="8391" y="18428"/>
                        <a:pt x="8391" y="18428"/>
                      </a:cubicBezTo>
                      <a:cubicBezTo>
                        <a:pt x="8391" y="18468"/>
                        <a:pt x="8391" y="18468"/>
                        <a:pt x="8391" y="18468"/>
                      </a:cubicBezTo>
                      <a:cubicBezTo>
                        <a:pt x="8391" y="18509"/>
                        <a:pt x="8391" y="18509"/>
                        <a:pt x="8391" y="18509"/>
                      </a:cubicBezTo>
                      <a:cubicBezTo>
                        <a:pt x="8391" y="18509"/>
                        <a:pt x="8391" y="18509"/>
                        <a:pt x="8391" y="18509"/>
                      </a:cubicBezTo>
                      <a:cubicBezTo>
                        <a:pt x="8349" y="18509"/>
                        <a:pt x="8349" y="18509"/>
                        <a:pt x="8349" y="18509"/>
                      </a:cubicBezTo>
                      <a:cubicBezTo>
                        <a:pt x="8308" y="18509"/>
                        <a:pt x="8308" y="18509"/>
                        <a:pt x="8308" y="18509"/>
                      </a:cubicBezTo>
                      <a:cubicBezTo>
                        <a:pt x="8266" y="18509"/>
                        <a:pt x="8266" y="18509"/>
                        <a:pt x="8266" y="18509"/>
                      </a:cubicBezTo>
                      <a:cubicBezTo>
                        <a:pt x="8266" y="18509"/>
                        <a:pt x="8266" y="18509"/>
                        <a:pt x="8266" y="18509"/>
                      </a:cubicBezTo>
                      <a:cubicBezTo>
                        <a:pt x="8225" y="18549"/>
                        <a:pt x="8225" y="18549"/>
                        <a:pt x="8225" y="18549"/>
                      </a:cubicBezTo>
                      <a:cubicBezTo>
                        <a:pt x="8225" y="18549"/>
                        <a:pt x="8225" y="18549"/>
                        <a:pt x="8225" y="18549"/>
                      </a:cubicBezTo>
                      <a:cubicBezTo>
                        <a:pt x="8225" y="18549"/>
                        <a:pt x="8225" y="18549"/>
                        <a:pt x="8225" y="18549"/>
                      </a:cubicBezTo>
                      <a:cubicBezTo>
                        <a:pt x="8225" y="18549"/>
                        <a:pt x="8225" y="18549"/>
                        <a:pt x="8225" y="18549"/>
                      </a:cubicBezTo>
                      <a:cubicBezTo>
                        <a:pt x="8183" y="18509"/>
                        <a:pt x="8183" y="18509"/>
                        <a:pt x="8183" y="18509"/>
                      </a:cubicBezTo>
                      <a:cubicBezTo>
                        <a:pt x="8183" y="18549"/>
                        <a:pt x="8183" y="18549"/>
                        <a:pt x="8183" y="18549"/>
                      </a:cubicBezTo>
                      <a:cubicBezTo>
                        <a:pt x="8183" y="18549"/>
                        <a:pt x="8183" y="18549"/>
                        <a:pt x="8183" y="18549"/>
                      </a:cubicBezTo>
                      <a:cubicBezTo>
                        <a:pt x="8183" y="18549"/>
                        <a:pt x="8183" y="18549"/>
                        <a:pt x="8183" y="18549"/>
                      </a:cubicBezTo>
                      <a:cubicBezTo>
                        <a:pt x="8723" y="18669"/>
                        <a:pt x="8723" y="18669"/>
                        <a:pt x="8723" y="18669"/>
                      </a:cubicBezTo>
                      <a:cubicBezTo>
                        <a:pt x="8848" y="18709"/>
                        <a:pt x="8848" y="18790"/>
                        <a:pt x="8972" y="18870"/>
                      </a:cubicBezTo>
                      <a:cubicBezTo>
                        <a:pt x="9305" y="18749"/>
                        <a:pt x="9305" y="18749"/>
                        <a:pt x="9305" y="18749"/>
                      </a:cubicBezTo>
                      <a:cubicBezTo>
                        <a:pt x="9720" y="19030"/>
                        <a:pt x="9720" y="19030"/>
                        <a:pt x="9720" y="19030"/>
                      </a:cubicBezTo>
                      <a:cubicBezTo>
                        <a:pt x="10094" y="18910"/>
                        <a:pt x="10094" y="18910"/>
                        <a:pt x="10094" y="18910"/>
                      </a:cubicBezTo>
                      <a:cubicBezTo>
                        <a:pt x="10468" y="18910"/>
                        <a:pt x="10468" y="18910"/>
                        <a:pt x="10468" y="18910"/>
                      </a:cubicBezTo>
                      <a:cubicBezTo>
                        <a:pt x="10468" y="18870"/>
                        <a:pt x="10634" y="18870"/>
                        <a:pt x="10758" y="18910"/>
                      </a:cubicBezTo>
                      <a:cubicBezTo>
                        <a:pt x="10758" y="18910"/>
                        <a:pt x="10758" y="18910"/>
                        <a:pt x="10758" y="18910"/>
                      </a:cubicBezTo>
                      <a:close/>
                      <a:moveTo>
                        <a:pt x="7975" y="18308"/>
                      </a:moveTo>
                      <a:cubicBezTo>
                        <a:pt x="7975" y="18308"/>
                        <a:pt x="7975" y="18308"/>
                        <a:pt x="7975" y="18308"/>
                      </a:cubicBezTo>
                      <a:cubicBezTo>
                        <a:pt x="7975" y="18308"/>
                        <a:pt x="7975" y="18308"/>
                        <a:pt x="7975" y="18308"/>
                      </a:cubicBezTo>
                      <a:cubicBezTo>
                        <a:pt x="7975" y="18308"/>
                        <a:pt x="8017" y="18308"/>
                        <a:pt x="8017" y="18308"/>
                      </a:cubicBezTo>
                      <a:cubicBezTo>
                        <a:pt x="8017" y="18308"/>
                        <a:pt x="8017" y="18348"/>
                        <a:pt x="8017" y="18348"/>
                      </a:cubicBezTo>
                      <a:cubicBezTo>
                        <a:pt x="8017" y="18348"/>
                        <a:pt x="8017" y="18348"/>
                        <a:pt x="8017" y="18348"/>
                      </a:cubicBezTo>
                      <a:cubicBezTo>
                        <a:pt x="8017" y="18348"/>
                        <a:pt x="8017" y="18348"/>
                        <a:pt x="8058" y="18388"/>
                      </a:cubicBezTo>
                      <a:cubicBezTo>
                        <a:pt x="8058" y="18388"/>
                        <a:pt x="8017" y="18388"/>
                        <a:pt x="8017" y="18388"/>
                      </a:cubicBezTo>
                      <a:cubicBezTo>
                        <a:pt x="8017" y="18388"/>
                        <a:pt x="8017" y="18388"/>
                        <a:pt x="8017" y="18388"/>
                      </a:cubicBezTo>
                      <a:cubicBezTo>
                        <a:pt x="7975" y="18388"/>
                        <a:pt x="7975" y="18388"/>
                        <a:pt x="7975" y="18388"/>
                      </a:cubicBezTo>
                      <a:cubicBezTo>
                        <a:pt x="7975" y="18388"/>
                        <a:pt x="7975" y="18388"/>
                        <a:pt x="7975" y="18388"/>
                      </a:cubicBezTo>
                      <a:cubicBezTo>
                        <a:pt x="7975" y="18308"/>
                        <a:pt x="7975" y="18308"/>
                        <a:pt x="7975" y="18308"/>
                      </a:cubicBezTo>
                      <a:close/>
                      <a:moveTo>
                        <a:pt x="18692" y="8110"/>
                      </a:moveTo>
                      <a:cubicBezTo>
                        <a:pt x="18692" y="8110"/>
                        <a:pt x="18692" y="8110"/>
                        <a:pt x="18692" y="8110"/>
                      </a:cubicBezTo>
                      <a:cubicBezTo>
                        <a:pt x="18651" y="8110"/>
                        <a:pt x="18651" y="8110"/>
                        <a:pt x="18651" y="8110"/>
                      </a:cubicBezTo>
                      <a:cubicBezTo>
                        <a:pt x="18609" y="8070"/>
                        <a:pt x="18609" y="8070"/>
                        <a:pt x="18609" y="8070"/>
                      </a:cubicBezTo>
                      <a:cubicBezTo>
                        <a:pt x="18609" y="8070"/>
                        <a:pt x="18609" y="8070"/>
                        <a:pt x="18609" y="8070"/>
                      </a:cubicBezTo>
                      <a:cubicBezTo>
                        <a:pt x="18609" y="8070"/>
                        <a:pt x="18609" y="8070"/>
                        <a:pt x="18609" y="8070"/>
                      </a:cubicBezTo>
                      <a:cubicBezTo>
                        <a:pt x="18651" y="8070"/>
                        <a:pt x="18651" y="8030"/>
                        <a:pt x="18651" y="8030"/>
                      </a:cubicBezTo>
                      <a:cubicBezTo>
                        <a:pt x="18651" y="8070"/>
                        <a:pt x="18692" y="8070"/>
                        <a:pt x="18692" y="8110"/>
                      </a:cubicBezTo>
                      <a:close/>
                      <a:moveTo>
                        <a:pt x="20478" y="20877"/>
                      </a:moveTo>
                      <a:cubicBezTo>
                        <a:pt x="20478" y="20877"/>
                        <a:pt x="20478" y="20877"/>
                        <a:pt x="20478" y="20877"/>
                      </a:cubicBezTo>
                      <a:cubicBezTo>
                        <a:pt x="20395" y="21038"/>
                        <a:pt x="20395" y="21038"/>
                        <a:pt x="20395" y="21038"/>
                      </a:cubicBezTo>
                      <a:cubicBezTo>
                        <a:pt x="20312" y="21158"/>
                        <a:pt x="20312" y="21158"/>
                        <a:pt x="20312" y="21158"/>
                      </a:cubicBezTo>
                      <a:cubicBezTo>
                        <a:pt x="20520" y="21239"/>
                        <a:pt x="20520" y="21239"/>
                        <a:pt x="20520" y="21239"/>
                      </a:cubicBezTo>
                      <a:cubicBezTo>
                        <a:pt x="20645" y="21399"/>
                        <a:pt x="20645" y="21399"/>
                        <a:pt x="20645" y="21399"/>
                      </a:cubicBezTo>
                      <a:cubicBezTo>
                        <a:pt x="20645" y="21399"/>
                        <a:pt x="20728" y="21520"/>
                        <a:pt x="20811" y="21520"/>
                      </a:cubicBezTo>
                      <a:cubicBezTo>
                        <a:pt x="20894" y="21520"/>
                        <a:pt x="21018" y="21600"/>
                        <a:pt x="21018" y="21600"/>
                      </a:cubicBezTo>
                      <a:cubicBezTo>
                        <a:pt x="21018" y="21600"/>
                        <a:pt x="21102" y="21480"/>
                        <a:pt x="21102" y="21319"/>
                      </a:cubicBezTo>
                      <a:cubicBezTo>
                        <a:pt x="21143" y="21199"/>
                        <a:pt x="20977" y="21038"/>
                        <a:pt x="21226" y="20998"/>
                      </a:cubicBezTo>
                      <a:cubicBezTo>
                        <a:pt x="21475" y="20998"/>
                        <a:pt x="21309" y="20717"/>
                        <a:pt x="21309" y="20717"/>
                      </a:cubicBezTo>
                      <a:cubicBezTo>
                        <a:pt x="21309" y="20516"/>
                        <a:pt x="21309" y="20516"/>
                        <a:pt x="21309" y="20516"/>
                      </a:cubicBezTo>
                      <a:cubicBezTo>
                        <a:pt x="21268" y="20275"/>
                        <a:pt x="21268" y="20275"/>
                        <a:pt x="21268" y="20275"/>
                      </a:cubicBezTo>
                      <a:cubicBezTo>
                        <a:pt x="21309" y="20195"/>
                        <a:pt x="21309" y="20195"/>
                        <a:pt x="21309" y="20195"/>
                      </a:cubicBezTo>
                      <a:cubicBezTo>
                        <a:pt x="21434" y="20034"/>
                        <a:pt x="21434" y="20034"/>
                        <a:pt x="21434" y="20034"/>
                      </a:cubicBezTo>
                      <a:cubicBezTo>
                        <a:pt x="21558" y="19914"/>
                        <a:pt x="21558" y="19914"/>
                        <a:pt x="21558" y="19914"/>
                      </a:cubicBezTo>
                      <a:cubicBezTo>
                        <a:pt x="21558" y="19914"/>
                        <a:pt x="21600" y="19793"/>
                        <a:pt x="21600" y="19713"/>
                      </a:cubicBezTo>
                      <a:cubicBezTo>
                        <a:pt x="21558" y="19673"/>
                        <a:pt x="21434" y="19472"/>
                        <a:pt x="21434" y="19472"/>
                      </a:cubicBezTo>
                      <a:cubicBezTo>
                        <a:pt x="21558" y="18990"/>
                        <a:pt x="21558" y="18990"/>
                        <a:pt x="21558" y="18990"/>
                      </a:cubicBezTo>
                      <a:cubicBezTo>
                        <a:pt x="21517" y="18910"/>
                        <a:pt x="21517" y="18910"/>
                        <a:pt x="21517" y="18910"/>
                      </a:cubicBezTo>
                      <a:cubicBezTo>
                        <a:pt x="21475" y="18790"/>
                        <a:pt x="21475" y="18790"/>
                        <a:pt x="21475" y="18790"/>
                      </a:cubicBezTo>
                      <a:cubicBezTo>
                        <a:pt x="21392" y="18428"/>
                        <a:pt x="21392" y="18428"/>
                        <a:pt x="21392" y="18428"/>
                      </a:cubicBezTo>
                      <a:cubicBezTo>
                        <a:pt x="21392" y="17946"/>
                        <a:pt x="21392" y="17946"/>
                        <a:pt x="21392" y="17946"/>
                      </a:cubicBezTo>
                      <a:cubicBezTo>
                        <a:pt x="21143" y="18027"/>
                        <a:pt x="21143" y="18027"/>
                        <a:pt x="21143" y="18027"/>
                      </a:cubicBezTo>
                      <a:cubicBezTo>
                        <a:pt x="21226" y="18228"/>
                        <a:pt x="21226" y="18228"/>
                        <a:pt x="21226" y="18228"/>
                      </a:cubicBezTo>
                      <a:cubicBezTo>
                        <a:pt x="21143" y="18589"/>
                        <a:pt x="21143" y="18589"/>
                        <a:pt x="21143" y="18589"/>
                      </a:cubicBezTo>
                      <a:cubicBezTo>
                        <a:pt x="20935" y="18629"/>
                        <a:pt x="20935" y="18629"/>
                        <a:pt x="20935" y="18629"/>
                      </a:cubicBezTo>
                      <a:cubicBezTo>
                        <a:pt x="20852" y="18669"/>
                        <a:pt x="20852" y="18669"/>
                        <a:pt x="20852" y="18669"/>
                      </a:cubicBezTo>
                      <a:cubicBezTo>
                        <a:pt x="20728" y="18790"/>
                        <a:pt x="20728" y="18790"/>
                        <a:pt x="20728" y="18790"/>
                      </a:cubicBezTo>
                      <a:cubicBezTo>
                        <a:pt x="20520" y="18830"/>
                        <a:pt x="20520" y="18830"/>
                        <a:pt x="20520" y="18830"/>
                      </a:cubicBezTo>
                      <a:cubicBezTo>
                        <a:pt x="20312" y="18990"/>
                        <a:pt x="20312" y="18990"/>
                        <a:pt x="20312" y="18990"/>
                      </a:cubicBezTo>
                      <a:cubicBezTo>
                        <a:pt x="20146" y="19191"/>
                        <a:pt x="20146" y="19191"/>
                        <a:pt x="20146" y="19191"/>
                      </a:cubicBezTo>
                      <a:cubicBezTo>
                        <a:pt x="20022" y="19312"/>
                        <a:pt x="20022" y="19312"/>
                        <a:pt x="20022" y="19312"/>
                      </a:cubicBezTo>
                      <a:cubicBezTo>
                        <a:pt x="20022" y="19312"/>
                        <a:pt x="20022" y="19392"/>
                        <a:pt x="20105" y="19472"/>
                      </a:cubicBezTo>
                      <a:cubicBezTo>
                        <a:pt x="20188" y="19593"/>
                        <a:pt x="19980" y="19994"/>
                        <a:pt x="19980" y="19994"/>
                      </a:cubicBezTo>
                      <a:cubicBezTo>
                        <a:pt x="20146" y="19994"/>
                        <a:pt x="20146" y="19994"/>
                        <a:pt x="20146" y="19994"/>
                      </a:cubicBezTo>
                      <a:cubicBezTo>
                        <a:pt x="20188" y="20195"/>
                        <a:pt x="20188" y="20195"/>
                        <a:pt x="20188" y="20195"/>
                      </a:cubicBezTo>
                      <a:cubicBezTo>
                        <a:pt x="20063" y="20396"/>
                        <a:pt x="20063" y="20396"/>
                        <a:pt x="20063" y="20396"/>
                      </a:cubicBezTo>
                      <a:cubicBezTo>
                        <a:pt x="20188" y="20476"/>
                        <a:pt x="20188" y="20476"/>
                        <a:pt x="20188" y="20476"/>
                      </a:cubicBezTo>
                      <a:cubicBezTo>
                        <a:pt x="20312" y="20476"/>
                        <a:pt x="20312" y="20476"/>
                        <a:pt x="20312" y="20476"/>
                      </a:cubicBezTo>
                      <a:cubicBezTo>
                        <a:pt x="20188" y="20717"/>
                        <a:pt x="20188" y="20717"/>
                        <a:pt x="20188" y="20717"/>
                      </a:cubicBezTo>
                      <a:cubicBezTo>
                        <a:pt x="20188" y="20797"/>
                        <a:pt x="20188" y="20797"/>
                        <a:pt x="20188" y="20797"/>
                      </a:cubicBezTo>
                      <a:lnTo>
                        <a:pt x="20478" y="20877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37" name="Shape">
                  <a:extLst>
                    <a:ext uri="{FF2B5EF4-FFF2-40B4-BE49-F238E27FC236}">
                      <a16:creationId xmlns:a16="http://schemas.microsoft.com/office/drawing/2014/main" id="{C23A6A8A-0EF0-4F92-8E47-CBFFF3788F2C}"/>
                    </a:ext>
                  </a:extLst>
                </p:cNvPr>
                <p:cNvSpPr/>
                <p:nvPr/>
              </p:nvSpPr>
              <p:spPr>
                <a:xfrm>
                  <a:off x="-1" y="1662606"/>
                  <a:ext cx="829089" cy="6686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4356" y="8073"/>
                      </a:moveTo>
                      <a:cubicBezTo>
                        <a:pt x="4719" y="8400"/>
                        <a:pt x="4719" y="8400"/>
                        <a:pt x="4719" y="8400"/>
                      </a:cubicBezTo>
                      <a:cubicBezTo>
                        <a:pt x="4992" y="8182"/>
                        <a:pt x="4992" y="8182"/>
                        <a:pt x="4992" y="8182"/>
                      </a:cubicBezTo>
                      <a:cubicBezTo>
                        <a:pt x="5173" y="7964"/>
                        <a:pt x="5173" y="7964"/>
                        <a:pt x="5173" y="7964"/>
                      </a:cubicBezTo>
                      <a:cubicBezTo>
                        <a:pt x="5355" y="8182"/>
                        <a:pt x="5355" y="8182"/>
                        <a:pt x="5355" y="8182"/>
                      </a:cubicBezTo>
                      <a:cubicBezTo>
                        <a:pt x="5082" y="8509"/>
                        <a:pt x="5082" y="8509"/>
                        <a:pt x="5082" y="8509"/>
                      </a:cubicBezTo>
                      <a:cubicBezTo>
                        <a:pt x="4901" y="8727"/>
                        <a:pt x="4901" y="8727"/>
                        <a:pt x="4901" y="8727"/>
                      </a:cubicBezTo>
                      <a:cubicBezTo>
                        <a:pt x="4901" y="9055"/>
                        <a:pt x="4901" y="9055"/>
                        <a:pt x="4901" y="9055"/>
                      </a:cubicBezTo>
                      <a:cubicBezTo>
                        <a:pt x="4538" y="8945"/>
                        <a:pt x="4538" y="8945"/>
                        <a:pt x="4538" y="8945"/>
                      </a:cubicBezTo>
                      <a:cubicBezTo>
                        <a:pt x="4175" y="8509"/>
                        <a:pt x="4175" y="8509"/>
                        <a:pt x="4175" y="8509"/>
                      </a:cubicBezTo>
                      <a:cubicBezTo>
                        <a:pt x="3993" y="8400"/>
                        <a:pt x="3993" y="8400"/>
                        <a:pt x="3993" y="8400"/>
                      </a:cubicBezTo>
                      <a:cubicBezTo>
                        <a:pt x="3812" y="8291"/>
                        <a:pt x="3812" y="8291"/>
                        <a:pt x="3812" y="8291"/>
                      </a:cubicBezTo>
                      <a:cubicBezTo>
                        <a:pt x="3721" y="7964"/>
                        <a:pt x="3721" y="7964"/>
                        <a:pt x="3721" y="7964"/>
                      </a:cubicBezTo>
                      <a:cubicBezTo>
                        <a:pt x="3630" y="8073"/>
                        <a:pt x="3630" y="8073"/>
                        <a:pt x="3630" y="8073"/>
                      </a:cubicBezTo>
                      <a:cubicBezTo>
                        <a:pt x="3267" y="8182"/>
                        <a:pt x="3267" y="8182"/>
                        <a:pt x="3267" y="8182"/>
                      </a:cubicBezTo>
                      <a:cubicBezTo>
                        <a:pt x="3176" y="8291"/>
                        <a:pt x="3176" y="8291"/>
                        <a:pt x="3176" y="8291"/>
                      </a:cubicBezTo>
                      <a:cubicBezTo>
                        <a:pt x="3086" y="8073"/>
                        <a:pt x="3086" y="8073"/>
                        <a:pt x="3086" y="8073"/>
                      </a:cubicBezTo>
                      <a:cubicBezTo>
                        <a:pt x="3176" y="7855"/>
                        <a:pt x="3176" y="7855"/>
                        <a:pt x="3176" y="7855"/>
                      </a:cubicBezTo>
                      <a:cubicBezTo>
                        <a:pt x="2904" y="7855"/>
                        <a:pt x="2904" y="7855"/>
                        <a:pt x="2904" y="7855"/>
                      </a:cubicBezTo>
                      <a:cubicBezTo>
                        <a:pt x="2904" y="7855"/>
                        <a:pt x="2813" y="7964"/>
                        <a:pt x="2723" y="7964"/>
                      </a:cubicBezTo>
                      <a:cubicBezTo>
                        <a:pt x="2632" y="7964"/>
                        <a:pt x="2541" y="7964"/>
                        <a:pt x="2541" y="7964"/>
                      </a:cubicBezTo>
                      <a:cubicBezTo>
                        <a:pt x="2450" y="7855"/>
                        <a:pt x="2360" y="7745"/>
                        <a:pt x="2269" y="7745"/>
                      </a:cubicBezTo>
                      <a:cubicBezTo>
                        <a:pt x="2178" y="7636"/>
                        <a:pt x="2087" y="7527"/>
                        <a:pt x="2087" y="7527"/>
                      </a:cubicBezTo>
                      <a:cubicBezTo>
                        <a:pt x="1906" y="7636"/>
                        <a:pt x="1906" y="7636"/>
                        <a:pt x="1906" y="7636"/>
                      </a:cubicBezTo>
                      <a:cubicBezTo>
                        <a:pt x="1724" y="7855"/>
                        <a:pt x="1724" y="7855"/>
                        <a:pt x="1724" y="7855"/>
                      </a:cubicBezTo>
                      <a:cubicBezTo>
                        <a:pt x="1724" y="7745"/>
                        <a:pt x="1724" y="7745"/>
                        <a:pt x="1724" y="7745"/>
                      </a:cubicBezTo>
                      <a:cubicBezTo>
                        <a:pt x="1543" y="7636"/>
                        <a:pt x="1543" y="7636"/>
                        <a:pt x="1543" y="7636"/>
                      </a:cubicBezTo>
                      <a:cubicBezTo>
                        <a:pt x="1180" y="7636"/>
                        <a:pt x="1180" y="7636"/>
                        <a:pt x="1180" y="7636"/>
                      </a:cubicBezTo>
                      <a:cubicBezTo>
                        <a:pt x="1089" y="7636"/>
                        <a:pt x="1089" y="7636"/>
                        <a:pt x="1089" y="7636"/>
                      </a:cubicBezTo>
                      <a:cubicBezTo>
                        <a:pt x="1089" y="7636"/>
                        <a:pt x="1089" y="7636"/>
                        <a:pt x="908" y="7636"/>
                      </a:cubicBezTo>
                      <a:cubicBezTo>
                        <a:pt x="817" y="7527"/>
                        <a:pt x="817" y="7527"/>
                        <a:pt x="817" y="7527"/>
                      </a:cubicBezTo>
                      <a:cubicBezTo>
                        <a:pt x="545" y="7418"/>
                        <a:pt x="545" y="7418"/>
                        <a:pt x="545" y="7418"/>
                      </a:cubicBezTo>
                      <a:cubicBezTo>
                        <a:pt x="272" y="7309"/>
                        <a:pt x="272" y="7309"/>
                        <a:pt x="272" y="7309"/>
                      </a:cubicBezTo>
                      <a:cubicBezTo>
                        <a:pt x="272" y="7309"/>
                        <a:pt x="182" y="7309"/>
                        <a:pt x="182" y="7418"/>
                      </a:cubicBezTo>
                      <a:cubicBezTo>
                        <a:pt x="182" y="7636"/>
                        <a:pt x="0" y="7745"/>
                        <a:pt x="0" y="7855"/>
                      </a:cubicBezTo>
                      <a:cubicBezTo>
                        <a:pt x="91" y="7964"/>
                        <a:pt x="182" y="7964"/>
                        <a:pt x="272" y="8182"/>
                      </a:cubicBezTo>
                      <a:cubicBezTo>
                        <a:pt x="454" y="8291"/>
                        <a:pt x="454" y="8291"/>
                        <a:pt x="454" y="8291"/>
                      </a:cubicBezTo>
                      <a:cubicBezTo>
                        <a:pt x="726" y="8291"/>
                        <a:pt x="726" y="8291"/>
                        <a:pt x="726" y="8291"/>
                      </a:cubicBezTo>
                      <a:cubicBezTo>
                        <a:pt x="817" y="8182"/>
                        <a:pt x="817" y="8182"/>
                        <a:pt x="817" y="8182"/>
                      </a:cubicBezTo>
                      <a:cubicBezTo>
                        <a:pt x="1180" y="8291"/>
                        <a:pt x="1180" y="8291"/>
                        <a:pt x="1180" y="8291"/>
                      </a:cubicBezTo>
                      <a:cubicBezTo>
                        <a:pt x="1271" y="8509"/>
                        <a:pt x="1361" y="8727"/>
                        <a:pt x="1452" y="8618"/>
                      </a:cubicBezTo>
                      <a:cubicBezTo>
                        <a:pt x="1543" y="8509"/>
                        <a:pt x="1543" y="8509"/>
                        <a:pt x="1543" y="8509"/>
                      </a:cubicBezTo>
                      <a:cubicBezTo>
                        <a:pt x="1724" y="8618"/>
                        <a:pt x="1724" y="8618"/>
                        <a:pt x="1724" y="8618"/>
                      </a:cubicBezTo>
                      <a:cubicBezTo>
                        <a:pt x="1724" y="8618"/>
                        <a:pt x="1815" y="9055"/>
                        <a:pt x="1997" y="9055"/>
                      </a:cubicBezTo>
                      <a:cubicBezTo>
                        <a:pt x="2087" y="9164"/>
                        <a:pt x="2178" y="9164"/>
                        <a:pt x="2178" y="9164"/>
                      </a:cubicBezTo>
                      <a:cubicBezTo>
                        <a:pt x="2541" y="9382"/>
                        <a:pt x="2541" y="9382"/>
                        <a:pt x="2541" y="9382"/>
                      </a:cubicBezTo>
                      <a:cubicBezTo>
                        <a:pt x="2723" y="9382"/>
                        <a:pt x="2723" y="9382"/>
                        <a:pt x="2723" y="9382"/>
                      </a:cubicBezTo>
                      <a:cubicBezTo>
                        <a:pt x="2723" y="9382"/>
                        <a:pt x="2995" y="9273"/>
                        <a:pt x="2995" y="9382"/>
                      </a:cubicBezTo>
                      <a:cubicBezTo>
                        <a:pt x="2995" y="9491"/>
                        <a:pt x="3176" y="9600"/>
                        <a:pt x="3086" y="9709"/>
                      </a:cubicBezTo>
                      <a:cubicBezTo>
                        <a:pt x="3086" y="9709"/>
                        <a:pt x="3086" y="9818"/>
                        <a:pt x="3086" y="9927"/>
                      </a:cubicBezTo>
                      <a:cubicBezTo>
                        <a:pt x="3086" y="10036"/>
                        <a:pt x="3086" y="10145"/>
                        <a:pt x="3086" y="10145"/>
                      </a:cubicBezTo>
                      <a:cubicBezTo>
                        <a:pt x="2813" y="10473"/>
                        <a:pt x="2813" y="10473"/>
                        <a:pt x="2813" y="10473"/>
                      </a:cubicBezTo>
                      <a:cubicBezTo>
                        <a:pt x="2813" y="10691"/>
                        <a:pt x="2813" y="10691"/>
                        <a:pt x="2813" y="10691"/>
                      </a:cubicBezTo>
                      <a:cubicBezTo>
                        <a:pt x="2813" y="10691"/>
                        <a:pt x="2813" y="10909"/>
                        <a:pt x="2723" y="10909"/>
                      </a:cubicBezTo>
                      <a:cubicBezTo>
                        <a:pt x="2723" y="11018"/>
                        <a:pt x="2632" y="11345"/>
                        <a:pt x="2632" y="11345"/>
                      </a:cubicBezTo>
                      <a:cubicBezTo>
                        <a:pt x="2904" y="11127"/>
                        <a:pt x="2904" y="11127"/>
                        <a:pt x="2904" y="11127"/>
                      </a:cubicBezTo>
                      <a:cubicBezTo>
                        <a:pt x="2904" y="11127"/>
                        <a:pt x="2995" y="11127"/>
                        <a:pt x="2995" y="11236"/>
                      </a:cubicBezTo>
                      <a:cubicBezTo>
                        <a:pt x="2904" y="11455"/>
                        <a:pt x="2813" y="11564"/>
                        <a:pt x="2813" y="11564"/>
                      </a:cubicBezTo>
                      <a:cubicBezTo>
                        <a:pt x="2813" y="11564"/>
                        <a:pt x="2904" y="11891"/>
                        <a:pt x="2995" y="11782"/>
                      </a:cubicBezTo>
                      <a:cubicBezTo>
                        <a:pt x="3176" y="11673"/>
                        <a:pt x="3176" y="11673"/>
                        <a:pt x="3176" y="11673"/>
                      </a:cubicBezTo>
                      <a:cubicBezTo>
                        <a:pt x="3358" y="11564"/>
                        <a:pt x="3358" y="11564"/>
                        <a:pt x="3358" y="11564"/>
                      </a:cubicBezTo>
                      <a:cubicBezTo>
                        <a:pt x="3630" y="11455"/>
                        <a:pt x="3630" y="11455"/>
                        <a:pt x="3630" y="11455"/>
                      </a:cubicBezTo>
                      <a:cubicBezTo>
                        <a:pt x="3630" y="11455"/>
                        <a:pt x="3630" y="11455"/>
                        <a:pt x="3721" y="11345"/>
                      </a:cubicBezTo>
                      <a:cubicBezTo>
                        <a:pt x="3903" y="11345"/>
                        <a:pt x="4175" y="11345"/>
                        <a:pt x="4175" y="11345"/>
                      </a:cubicBezTo>
                      <a:cubicBezTo>
                        <a:pt x="4175" y="11345"/>
                        <a:pt x="4266" y="11673"/>
                        <a:pt x="4175" y="11673"/>
                      </a:cubicBezTo>
                      <a:cubicBezTo>
                        <a:pt x="4084" y="11673"/>
                        <a:pt x="3721" y="11564"/>
                        <a:pt x="3721" y="11564"/>
                      </a:cubicBezTo>
                      <a:cubicBezTo>
                        <a:pt x="3539" y="11673"/>
                        <a:pt x="3539" y="11673"/>
                        <a:pt x="3539" y="11673"/>
                      </a:cubicBezTo>
                      <a:cubicBezTo>
                        <a:pt x="3358" y="11782"/>
                        <a:pt x="3358" y="11782"/>
                        <a:pt x="3358" y="11782"/>
                      </a:cubicBezTo>
                      <a:cubicBezTo>
                        <a:pt x="3176" y="12000"/>
                        <a:pt x="3176" y="12000"/>
                        <a:pt x="3176" y="12000"/>
                      </a:cubicBezTo>
                      <a:cubicBezTo>
                        <a:pt x="3176" y="12000"/>
                        <a:pt x="2995" y="12327"/>
                        <a:pt x="3086" y="12327"/>
                      </a:cubicBezTo>
                      <a:cubicBezTo>
                        <a:pt x="3176" y="12436"/>
                        <a:pt x="2904" y="12545"/>
                        <a:pt x="2904" y="12545"/>
                      </a:cubicBezTo>
                      <a:cubicBezTo>
                        <a:pt x="2813" y="12545"/>
                        <a:pt x="2813" y="12545"/>
                        <a:pt x="2813" y="12545"/>
                      </a:cubicBezTo>
                      <a:cubicBezTo>
                        <a:pt x="2813" y="12655"/>
                        <a:pt x="2813" y="12655"/>
                        <a:pt x="2813" y="12655"/>
                      </a:cubicBezTo>
                      <a:cubicBezTo>
                        <a:pt x="2813" y="12655"/>
                        <a:pt x="2813" y="12655"/>
                        <a:pt x="2904" y="12764"/>
                      </a:cubicBezTo>
                      <a:cubicBezTo>
                        <a:pt x="2995" y="12764"/>
                        <a:pt x="3267" y="12764"/>
                        <a:pt x="3267" y="12764"/>
                      </a:cubicBezTo>
                      <a:cubicBezTo>
                        <a:pt x="3267" y="12764"/>
                        <a:pt x="3449" y="12655"/>
                        <a:pt x="3358" y="12764"/>
                      </a:cubicBezTo>
                      <a:cubicBezTo>
                        <a:pt x="3358" y="12873"/>
                        <a:pt x="3267" y="13200"/>
                        <a:pt x="3267" y="13200"/>
                      </a:cubicBezTo>
                      <a:cubicBezTo>
                        <a:pt x="3267" y="13200"/>
                        <a:pt x="3176" y="13309"/>
                        <a:pt x="2904" y="13309"/>
                      </a:cubicBezTo>
                      <a:cubicBezTo>
                        <a:pt x="2723" y="13418"/>
                        <a:pt x="2450" y="13527"/>
                        <a:pt x="2450" y="13527"/>
                      </a:cubicBezTo>
                      <a:cubicBezTo>
                        <a:pt x="2269" y="13855"/>
                        <a:pt x="2269" y="13855"/>
                        <a:pt x="2269" y="13855"/>
                      </a:cubicBezTo>
                      <a:cubicBezTo>
                        <a:pt x="2269" y="13855"/>
                        <a:pt x="2360" y="13964"/>
                        <a:pt x="2087" y="13964"/>
                      </a:cubicBezTo>
                      <a:cubicBezTo>
                        <a:pt x="1906" y="13964"/>
                        <a:pt x="1724" y="13964"/>
                        <a:pt x="1724" y="13964"/>
                      </a:cubicBezTo>
                      <a:cubicBezTo>
                        <a:pt x="1543" y="13964"/>
                        <a:pt x="1543" y="13964"/>
                        <a:pt x="1543" y="13964"/>
                      </a:cubicBezTo>
                      <a:cubicBezTo>
                        <a:pt x="1543" y="13964"/>
                        <a:pt x="1361" y="14073"/>
                        <a:pt x="1361" y="14073"/>
                      </a:cubicBezTo>
                      <a:cubicBezTo>
                        <a:pt x="1271" y="13964"/>
                        <a:pt x="1180" y="13855"/>
                        <a:pt x="1180" y="13855"/>
                      </a:cubicBezTo>
                      <a:cubicBezTo>
                        <a:pt x="1271" y="13418"/>
                        <a:pt x="1271" y="13418"/>
                        <a:pt x="1271" y="13418"/>
                      </a:cubicBezTo>
                      <a:cubicBezTo>
                        <a:pt x="1180" y="13309"/>
                        <a:pt x="1180" y="13309"/>
                        <a:pt x="1180" y="13309"/>
                      </a:cubicBezTo>
                      <a:cubicBezTo>
                        <a:pt x="1180" y="12982"/>
                        <a:pt x="1180" y="12982"/>
                        <a:pt x="1180" y="12982"/>
                      </a:cubicBezTo>
                      <a:cubicBezTo>
                        <a:pt x="1180" y="12982"/>
                        <a:pt x="908" y="13200"/>
                        <a:pt x="908" y="13309"/>
                      </a:cubicBezTo>
                      <a:cubicBezTo>
                        <a:pt x="817" y="13309"/>
                        <a:pt x="817" y="13527"/>
                        <a:pt x="817" y="13527"/>
                      </a:cubicBezTo>
                      <a:cubicBezTo>
                        <a:pt x="635" y="13855"/>
                        <a:pt x="635" y="13855"/>
                        <a:pt x="635" y="13855"/>
                      </a:cubicBezTo>
                      <a:cubicBezTo>
                        <a:pt x="545" y="13855"/>
                        <a:pt x="545" y="13855"/>
                        <a:pt x="545" y="13855"/>
                      </a:cubicBezTo>
                      <a:cubicBezTo>
                        <a:pt x="545" y="14291"/>
                        <a:pt x="545" y="14291"/>
                        <a:pt x="545" y="14291"/>
                      </a:cubicBezTo>
                      <a:cubicBezTo>
                        <a:pt x="454" y="14509"/>
                        <a:pt x="454" y="14509"/>
                        <a:pt x="454" y="14509"/>
                      </a:cubicBezTo>
                      <a:cubicBezTo>
                        <a:pt x="454" y="14509"/>
                        <a:pt x="363" y="14509"/>
                        <a:pt x="454" y="14618"/>
                      </a:cubicBezTo>
                      <a:cubicBezTo>
                        <a:pt x="545" y="14618"/>
                        <a:pt x="908" y="14836"/>
                        <a:pt x="908" y="14836"/>
                      </a:cubicBezTo>
                      <a:cubicBezTo>
                        <a:pt x="908" y="14836"/>
                        <a:pt x="998" y="14727"/>
                        <a:pt x="1180" y="14945"/>
                      </a:cubicBezTo>
                      <a:cubicBezTo>
                        <a:pt x="1271" y="15055"/>
                        <a:pt x="1452" y="15164"/>
                        <a:pt x="1452" y="15164"/>
                      </a:cubicBezTo>
                      <a:cubicBezTo>
                        <a:pt x="1543" y="15164"/>
                        <a:pt x="1543" y="15164"/>
                        <a:pt x="1543" y="15164"/>
                      </a:cubicBezTo>
                      <a:cubicBezTo>
                        <a:pt x="1815" y="15055"/>
                        <a:pt x="1815" y="15055"/>
                        <a:pt x="1815" y="15055"/>
                      </a:cubicBezTo>
                      <a:cubicBezTo>
                        <a:pt x="1997" y="15273"/>
                        <a:pt x="1997" y="15273"/>
                        <a:pt x="1997" y="15273"/>
                      </a:cubicBezTo>
                      <a:cubicBezTo>
                        <a:pt x="2450" y="15382"/>
                        <a:pt x="2450" y="15382"/>
                        <a:pt x="2450" y="15382"/>
                      </a:cubicBezTo>
                      <a:cubicBezTo>
                        <a:pt x="2450" y="15382"/>
                        <a:pt x="2541" y="15600"/>
                        <a:pt x="2541" y="15709"/>
                      </a:cubicBezTo>
                      <a:cubicBezTo>
                        <a:pt x="2632" y="15709"/>
                        <a:pt x="2813" y="16036"/>
                        <a:pt x="2813" y="16036"/>
                      </a:cubicBezTo>
                      <a:cubicBezTo>
                        <a:pt x="2813" y="16036"/>
                        <a:pt x="2813" y="15818"/>
                        <a:pt x="2995" y="15927"/>
                      </a:cubicBezTo>
                      <a:cubicBezTo>
                        <a:pt x="3267" y="15927"/>
                        <a:pt x="3358" y="15927"/>
                        <a:pt x="3358" y="15927"/>
                      </a:cubicBezTo>
                      <a:cubicBezTo>
                        <a:pt x="3358" y="15927"/>
                        <a:pt x="3539" y="15927"/>
                        <a:pt x="3630" y="16036"/>
                      </a:cubicBezTo>
                      <a:cubicBezTo>
                        <a:pt x="3721" y="16145"/>
                        <a:pt x="3993" y="16691"/>
                        <a:pt x="3993" y="16691"/>
                      </a:cubicBezTo>
                      <a:cubicBezTo>
                        <a:pt x="4175" y="17236"/>
                        <a:pt x="4175" y="17236"/>
                        <a:pt x="4175" y="17236"/>
                      </a:cubicBezTo>
                      <a:cubicBezTo>
                        <a:pt x="4356" y="17673"/>
                        <a:pt x="4356" y="17673"/>
                        <a:pt x="4356" y="17673"/>
                      </a:cubicBezTo>
                      <a:cubicBezTo>
                        <a:pt x="4356" y="17673"/>
                        <a:pt x="4356" y="17782"/>
                        <a:pt x="4538" y="17891"/>
                      </a:cubicBezTo>
                      <a:cubicBezTo>
                        <a:pt x="4719" y="18109"/>
                        <a:pt x="4810" y="18327"/>
                        <a:pt x="4810" y="18327"/>
                      </a:cubicBezTo>
                      <a:cubicBezTo>
                        <a:pt x="4810" y="18327"/>
                        <a:pt x="4810" y="18436"/>
                        <a:pt x="4901" y="18545"/>
                      </a:cubicBezTo>
                      <a:cubicBezTo>
                        <a:pt x="4992" y="18764"/>
                        <a:pt x="5173" y="18982"/>
                        <a:pt x="5173" y="18982"/>
                      </a:cubicBezTo>
                      <a:cubicBezTo>
                        <a:pt x="5173" y="18982"/>
                        <a:pt x="5173" y="19091"/>
                        <a:pt x="5264" y="19200"/>
                      </a:cubicBezTo>
                      <a:cubicBezTo>
                        <a:pt x="5445" y="19309"/>
                        <a:pt x="5627" y="19309"/>
                        <a:pt x="5718" y="19418"/>
                      </a:cubicBezTo>
                      <a:cubicBezTo>
                        <a:pt x="5899" y="19636"/>
                        <a:pt x="6081" y="19855"/>
                        <a:pt x="6081" y="19855"/>
                      </a:cubicBezTo>
                      <a:cubicBezTo>
                        <a:pt x="6081" y="19855"/>
                        <a:pt x="6534" y="20400"/>
                        <a:pt x="6716" y="20618"/>
                      </a:cubicBezTo>
                      <a:cubicBezTo>
                        <a:pt x="6897" y="20836"/>
                        <a:pt x="7079" y="21055"/>
                        <a:pt x="7170" y="21055"/>
                      </a:cubicBezTo>
                      <a:cubicBezTo>
                        <a:pt x="7261" y="21164"/>
                        <a:pt x="7714" y="21273"/>
                        <a:pt x="7714" y="21273"/>
                      </a:cubicBezTo>
                      <a:cubicBezTo>
                        <a:pt x="7714" y="21273"/>
                        <a:pt x="7987" y="21600"/>
                        <a:pt x="8077" y="21491"/>
                      </a:cubicBezTo>
                      <a:cubicBezTo>
                        <a:pt x="8259" y="21491"/>
                        <a:pt x="7896" y="21382"/>
                        <a:pt x="8440" y="21382"/>
                      </a:cubicBezTo>
                      <a:cubicBezTo>
                        <a:pt x="8985" y="21382"/>
                        <a:pt x="9348" y="21600"/>
                        <a:pt x="9348" y="21600"/>
                      </a:cubicBezTo>
                      <a:cubicBezTo>
                        <a:pt x="9711" y="21273"/>
                        <a:pt x="9711" y="21273"/>
                        <a:pt x="9711" y="21273"/>
                      </a:cubicBezTo>
                      <a:cubicBezTo>
                        <a:pt x="9711" y="21273"/>
                        <a:pt x="9620" y="21491"/>
                        <a:pt x="9711" y="21164"/>
                      </a:cubicBezTo>
                      <a:cubicBezTo>
                        <a:pt x="9802" y="20945"/>
                        <a:pt x="9892" y="20727"/>
                        <a:pt x="9892" y="20727"/>
                      </a:cubicBezTo>
                      <a:cubicBezTo>
                        <a:pt x="9892" y="20727"/>
                        <a:pt x="9802" y="20509"/>
                        <a:pt x="10074" y="20509"/>
                      </a:cubicBezTo>
                      <a:cubicBezTo>
                        <a:pt x="10255" y="20509"/>
                        <a:pt x="10800" y="20400"/>
                        <a:pt x="10891" y="20400"/>
                      </a:cubicBezTo>
                      <a:cubicBezTo>
                        <a:pt x="10982" y="20400"/>
                        <a:pt x="10982" y="20509"/>
                        <a:pt x="11072" y="20400"/>
                      </a:cubicBezTo>
                      <a:cubicBezTo>
                        <a:pt x="11072" y="20291"/>
                        <a:pt x="11889" y="20618"/>
                        <a:pt x="11889" y="20618"/>
                      </a:cubicBezTo>
                      <a:cubicBezTo>
                        <a:pt x="11980" y="20400"/>
                        <a:pt x="11980" y="20400"/>
                        <a:pt x="11980" y="20400"/>
                      </a:cubicBezTo>
                      <a:cubicBezTo>
                        <a:pt x="12161" y="20291"/>
                        <a:pt x="12161" y="20291"/>
                        <a:pt x="12161" y="20291"/>
                      </a:cubicBezTo>
                      <a:cubicBezTo>
                        <a:pt x="12343" y="20727"/>
                        <a:pt x="12343" y="20727"/>
                        <a:pt x="12343" y="20727"/>
                      </a:cubicBezTo>
                      <a:cubicBezTo>
                        <a:pt x="12706" y="20727"/>
                        <a:pt x="12706" y="20727"/>
                        <a:pt x="12706" y="20727"/>
                      </a:cubicBezTo>
                      <a:cubicBezTo>
                        <a:pt x="12706" y="20727"/>
                        <a:pt x="12978" y="20618"/>
                        <a:pt x="13160" y="20618"/>
                      </a:cubicBezTo>
                      <a:cubicBezTo>
                        <a:pt x="13250" y="20618"/>
                        <a:pt x="13613" y="20400"/>
                        <a:pt x="13613" y="20400"/>
                      </a:cubicBezTo>
                      <a:cubicBezTo>
                        <a:pt x="13613" y="20400"/>
                        <a:pt x="13704" y="20182"/>
                        <a:pt x="13795" y="20182"/>
                      </a:cubicBezTo>
                      <a:cubicBezTo>
                        <a:pt x="13886" y="20073"/>
                        <a:pt x="14158" y="20073"/>
                        <a:pt x="14249" y="20073"/>
                      </a:cubicBezTo>
                      <a:cubicBezTo>
                        <a:pt x="14430" y="20073"/>
                        <a:pt x="14703" y="19964"/>
                        <a:pt x="14703" y="19964"/>
                      </a:cubicBezTo>
                      <a:cubicBezTo>
                        <a:pt x="14884" y="19745"/>
                        <a:pt x="14884" y="19745"/>
                        <a:pt x="14884" y="19745"/>
                      </a:cubicBezTo>
                      <a:cubicBezTo>
                        <a:pt x="14884" y="19745"/>
                        <a:pt x="14975" y="19636"/>
                        <a:pt x="15156" y="19636"/>
                      </a:cubicBezTo>
                      <a:cubicBezTo>
                        <a:pt x="15247" y="19745"/>
                        <a:pt x="15610" y="19745"/>
                        <a:pt x="15610" y="19745"/>
                      </a:cubicBezTo>
                      <a:cubicBezTo>
                        <a:pt x="15882" y="19527"/>
                        <a:pt x="15882" y="19527"/>
                        <a:pt x="15882" y="19527"/>
                      </a:cubicBezTo>
                      <a:cubicBezTo>
                        <a:pt x="16155" y="19418"/>
                        <a:pt x="16155" y="19418"/>
                        <a:pt x="16155" y="19418"/>
                      </a:cubicBezTo>
                      <a:cubicBezTo>
                        <a:pt x="16155" y="19418"/>
                        <a:pt x="16155" y="19309"/>
                        <a:pt x="16245" y="19418"/>
                      </a:cubicBezTo>
                      <a:cubicBezTo>
                        <a:pt x="16336" y="19527"/>
                        <a:pt x="16518" y="19745"/>
                        <a:pt x="16518" y="19745"/>
                      </a:cubicBezTo>
                      <a:cubicBezTo>
                        <a:pt x="16881" y="19855"/>
                        <a:pt x="16881" y="19855"/>
                        <a:pt x="16881" y="19855"/>
                      </a:cubicBezTo>
                      <a:cubicBezTo>
                        <a:pt x="17153" y="19745"/>
                        <a:pt x="17153" y="19745"/>
                        <a:pt x="17153" y="19745"/>
                      </a:cubicBezTo>
                      <a:cubicBezTo>
                        <a:pt x="17334" y="19527"/>
                        <a:pt x="17334" y="19527"/>
                        <a:pt x="17334" y="19527"/>
                      </a:cubicBezTo>
                      <a:cubicBezTo>
                        <a:pt x="17334" y="19527"/>
                        <a:pt x="17334" y="19418"/>
                        <a:pt x="17607" y="19418"/>
                      </a:cubicBezTo>
                      <a:cubicBezTo>
                        <a:pt x="17879" y="19418"/>
                        <a:pt x="17970" y="19418"/>
                        <a:pt x="17970" y="19418"/>
                      </a:cubicBezTo>
                      <a:cubicBezTo>
                        <a:pt x="17970" y="19418"/>
                        <a:pt x="18242" y="19418"/>
                        <a:pt x="18242" y="19309"/>
                      </a:cubicBezTo>
                      <a:cubicBezTo>
                        <a:pt x="18242" y="19200"/>
                        <a:pt x="18242" y="18982"/>
                        <a:pt x="18333" y="18873"/>
                      </a:cubicBezTo>
                      <a:cubicBezTo>
                        <a:pt x="18333" y="18764"/>
                        <a:pt x="18696" y="18327"/>
                        <a:pt x="18696" y="18327"/>
                      </a:cubicBezTo>
                      <a:cubicBezTo>
                        <a:pt x="18877" y="18218"/>
                        <a:pt x="18877" y="18218"/>
                        <a:pt x="18877" y="18218"/>
                      </a:cubicBezTo>
                      <a:cubicBezTo>
                        <a:pt x="18787" y="17891"/>
                        <a:pt x="18787" y="17891"/>
                        <a:pt x="18787" y="17891"/>
                      </a:cubicBezTo>
                      <a:cubicBezTo>
                        <a:pt x="18877" y="17673"/>
                        <a:pt x="18877" y="17673"/>
                        <a:pt x="18877" y="17673"/>
                      </a:cubicBezTo>
                      <a:cubicBezTo>
                        <a:pt x="18877" y="17673"/>
                        <a:pt x="19150" y="17564"/>
                        <a:pt x="19059" y="17782"/>
                      </a:cubicBezTo>
                      <a:cubicBezTo>
                        <a:pt x="18968" y="18000"/>
                        <a:pt x="19059" y="18109"/>
                        <a:pt x="19059" y="18109"/>
                      </a:cubicBezTo>
                      <a:cubicBezTo>
                        <a:pt x="19059" y="18109"/>
                        <a:pt x="19150" y="18000"/>
                        <a:pt x="19240" y="18000"/>
                      </a:cubicBezTo>
                      <a:cubicBezTo>
                        <a:pt x="19422" y="18000"/>
                        <a:pt x="19422" y="17891"/>
                        <a:pt x="19513" y="17891"/>
                      </a:cubicBezTo>
                      <a:cubicBezTo>
                        <a:pt x="19694" y="18000"/>
                        <a:pt x="19785" y="17891"/>
                        <a:pt x="19785" y="17891"/>
                      </a:cubicBezTo>
                      <a:cubicBezTo>
                        <a:pt x="19785" y="17891"/>
                        <a:pt x="19694" y="17673"/>
                        <a:pt x="19785" y="17673"/>
                      </a:cubicBezTo>
                      <a:cubicBezTo>
                        <a:pt x="19876" y="17782"/>
                        <a:pt x="20057" y="17782"/>
                        <a:pt x="20057" y="17782"/>
                      </a:cubicBezTo>
                      <a:cubicBezTo>
                        <a:pt x="20057" y="17782"/>
                        <a:pt x="20148" y="17782"/>
                        <a:pt x="20148" y="17673"/>
                      </a:cubicBezTo>
                      <a:cubicBezTo>
                        <a:pt x="20148" y="17673"/>
                        <a:pt x="19876" y="17455"/>
                        <a:pt x="19966" y="17455"/>
                      </a:cubicBezTo>
                      <a:cubicBezTo>
                        <a:pt x="20057" y="17564"/>
                        <a:pt x="20239" y="17455"/>
                        <a:pt x="20239" y="17455"/>
                      </a:cubicBezTo>
                      <a:cubicBezTo>
                        <a:pt x="20239" y="17455"/>
                        <a:pt x="20511" y="17564"/>
                        <a:pt x="20239" y="17345"/>
                      </a:cubicBezTo>
                      <a:cubicBezTo>
                        <a:pt x="20057" y="17018"/>
                        <a:pt x="20329" y="17018"/>
                        <a:pt x="20329" y="17018"/>
                      </a:cubicBezTo>
                      <a:cubicBezTo>
                        <a:pt x="20329" y="17018"/>
                        <a:pt x="20602" y="17127"/>
                        <a:pt x="20511" y="17127"/>
                      </a:cubicBezTo>
                      <a:cubicBezTo>
                        <a:pt x="20420" y="17018"/>
                        <a:pt x="20057" y="16473"/>
                        <a:pt x="20057" y="16473"/>
                      </a:cubicBezTo>
                      <a:cubicBezTo>
                        <a:pt x="20057" y="16364"/>
                        <a:pt x="20057" y="16364"/>
                        <a:pt x="20057" y="16364"/>
                      </a:cubicBezTo>
                      <a:cubicBezTo>
                        <a:pt x="20057" y="16145"/>
                        <a:pt x="20057" y="16145"/>
                        <a:pt x="20057" y="16145"/>
                      </a:cubicBezTo>
                      <a:cubicBezTo>
                        <a:pt x="20057" y="16145"/>
                        <a:pt x="20239" y="16255"/>
                        <a:pt x="20329" y="16364"/>
                      </a:cubicBezTo>
                      <a:cubicBezTo>
                        <a:pt x="20329" y="16364"/>
                        <a:pt x="20329" y="16364"/>
                        <a:pt x="20420" y="16473"/>
                      </a:cubicBezTo>
                      <a:cubicBezTo>
                        <a:pt x="20602" y="16582"/>
                        <a:pt x="20511" y="16800"/>
                        <a:pt x="20602" y="16800"/>
                      </a:cubicBezTo>
                      <a:cubicBezTo>
                        <a:pt x="20692" y="16909"/>
                        <a:pt x="20965" y="16800"/>
                        <a:pt x="20965" y="16800"/>
                      </a:cubicBezTo>
                      <a:cubicBezTo>
                        <a:pt x="21146" y="16473"/>
                        <a:pt x="21146" y="16473"/>
                        <a:pt x="21146" y="16473"/>
                      </a:cubicBezTo>
                      <a:cubicBezTo>
                        <a:pt x="21146" y="16473"/>
                        <a:pt x="21509" y="16036"/>
                        <a:pt x="21418" y="16036"/>
                      </a:cubicBezTo>
                      <a:cubicBezTo>
                        <a:pt x="21328" y="15927"/>
                        <a:pt x="20874" y="16145"/>
                        <a:pt x="20874" y="16145"/>
                      </a:cubicBezTo>
                      <a:cubicBezTo>
                        <a:pt x="21055" y="15709"/>
                        <a:pt x="21055" y="15709"/>
                        <a:pt x="21055" y="15709"/>
                      </a:cubicBezTo>
                      <a:cubicBezTo>
                        <a:pt x="20783" y="15600"/>
                        <a:pt x="20783" y="15600"/>
                        <a:pt x="20783" y="15600"/>
                      </a:cubicBezTo>
                      <a:cubicBezTo>
                        <a:pt x="20692" y="15491"/>
                        <a:pt x="20692" y="15491"/>
                        <a:pt x="20692" y="15491"/>
                      </a:cubicBezTo>
                      <a:cubicBezTo>
                        <a:pt x="20692" y="15491"/>
                        <a:pt x="20965" y="15491"/>
                        <a:pt x="20965" y="15491"/>
                      </a:cubicBezTo>
                      <a:cubicBezTo>
                        <a:pt x="21055" y="15491"/>
                        <a:pt x="21237" y="15382"/>
                        <a:pt x="21237" y="15382"/>
                      </a:cubicBezTo>
                      <a:cubicBezTo>
                        <a:pt x="21237" y="15164"/>
                        <a:pt x="21237" y="15164"/>
                        <a:pt x="21237" y="15164"/>
                      </a:cubicBezTo>
                      <a:cubicBezTo>
                        <a:pt x="20965" y="14945"/>
                        <a:pt x="20965" y="14945"/>
                        <a:pt x="20965" y="14945"/>
                      </a:cubicBezTo>
                      <a:cubicBezTo>
                        <a:pt x="21055" y="14836"/>
                        <a:pt x="21055" y="14836"/>
                        <a:pt x="21055" y="14836"/>
                      </a:cubicBezTo>
                      <a:cubicBezTo>
                        <a:pt x="21146" y="14618"/>
                        <a:pt x="21146" y="14618"/>
                        <a:pt x="21146" y="14618"/>
                      </a:cubicBezTo>
                      <a:cubicBezTo>
                        <a:pt x="21328" y="14509"/>
                        <a:pt x="21328" y="14509"/>
                        <a:pt x="21328" y="14509"/>
                      </a:cubicBezTo>
                      <a:cubicBezTo>
                        <a:pt x="21600" y="13855"/>
                        <a:pt x="21600" y="13855"/>
                        <a:pt x="21600" y="13855"/>
                      </a:cubicBezTo>
                      <a:cubicBezTo>
                        <a:pt x="21509" y="13636"/>
                        <a:pt x="21509" y="13636"/>
                        <a:pt x="21509" y="13636"/>
                      </a:cubicBezTo>
                      <a:cubicBezTo>
                        <a:pt x="21328" y="13636"/>
                        <a:pt x="21328" y="13636"/>
                        <a:pt x="21328" y="13636"/>
                      </a:cubicBezTo>
                      <a:cubicBezTo>
                        <a:pt x="21328" y="13200"/>
                        <a:pt x="21328" y="13200"/>
                        <a:pt x="21328" y="13200"/>
                      </a:cubicBezTo>
                      <a:cubicBezTo>
                        <a:pt x="20965" y="12982"/>
                        <a:pt x="20965" y="12982"/>
                        <a:pt x="20965" y="12982"/>
                      </a:cubicBezTo>
                      <a:cubicBezTo>
                        <a:pt x="20965" y="12982"/>
                        <a:pt x="20692" y="12764"/>
                        <a:pt x="20692" y="12655"/>
                      </a:cubicBezTo>
                      <a:cubicBezTo>
                        <a:pt x="20692" y="12655"/>
                        <a:pt x="20692" y="12436"/>
                        <a:pt x="20602" y="12545"/>
                      </a:cubicBezTo>
                      <a:cubicBezTo>
                        <a:pt x="20511" y="12545"/>
                        <a:pt x="20420" y="12436"/>
                        <a:pt x="20420" y="12436"/>
                      </a:cubicBezTo>
                      <a:cubicBezTo>
                        <a:pt x="20420" y="12436"/>
                        <a:pt x="20420" y="12109"/>
                        <a:pt x="20420" y="12109"/>
                      </a:cubicBezTo>
                      <a:cubicBezTo>
                        <a:pt x="20420" y="12109"/>
                        <a:pt x="20602" y="12000"/>
                        <a:pt x="20602" y="11891"/>
                      </a:cubicBezTo>
                      <a:cubicBezTo>
                        <a:pt x="20692" y="11782"/>
                        <a:pt x="20602" y="11564"/>
                        <a:pt x="20602" y="11564"/>
                      </a:cubicBezTo>
                      <a:cubicBezTo>
                        <a:pt x="20511" y="11564"/>
                        <a:pt x="20329" y="11673"/>
                        <a:pt x="20329" y="11673"/>
                      </a:cubicBezTo>
                      <a:cubicBezTo>
                        <a:pt x="19785" y="11782"/>
                        <a:pt x="19785" y="11782"/>
                        <a:pt x="19785" y="11782"/>
                      </a:cubicBezTo>
                      <a:cubicBezTo>
                        <a:pt x="19603" y="11673"/>
                        <a:pt x="19603" y="11673"/>
                        <a:pt x="19603" y="11673"/>
                      </a:cubicBezTo>
                      <a:cubicBezTo>
                        <a:pt x="19603" y="11673"/>
                        <a:pt x="19694" y="11673"/>
                        <a:pt x="19694" y="11564"/>
                      </a:cubicBezTo>
                      <a:cubicBezTo>
                        <a:pt x="19785" y="11455"/>
                        <a:pt x="19785" y="11345"/>
                        <a:pt x="19876" y="11236"/>
                      </a:cubicBezTo>
                      <a:cubicBezTo>
                        <a:pt x="19966" y="11127"/>
                        <a:pt x="19966" y="11236"/>
                        <a:pt x="20057" y="11018"/>
                      </a:cubicBezTo>
                      <a:cubicBezTo>
                        <a:pt x="20239" y="10909"/>
                        <a:pt x="20420" y="10691"/>
                        <a:pt x="20420" y="10691"/>
                      </a:cubicBezTo>
                      <a:cubicBezTo>
                        <a:pt x="20420" y="10364"/>
                        <a:pt x="20420" y="10364"/>
                        <a:pt x="20420" y="10364"/>
                      </a:cubicBezTo>
                      <a:cubicBezTo>
                        <a:pt x="20329" y="10036"/>
                        <a:pt x="20329" y="10036"/>
                        <a:pt x="20329" y="10036"/>
                      </a:cubicBezTo>
                      <a:cubicBezTo>
                        <a:pt x="20329" y="10036"/>
                        <a:pt x="20239" y="9927"/>
                        <a:pt x="20148" y="9927"/>
                      </a:cubicBezTo>
                      <a:cubicBezTo>
                        <a:pt x="20057" y="9927"/>
                        <a:pt x="20148" y="10145"/>
                        <a:pt x="19966" y="9927"/>
                      </a:cubicBezTo>
                      <a:cubicBezTo>
                        <a:pt x="19876" y="9818"/>
                        <a:pt x="19876" y="9818"/>
                        <a:pt x="19785" y="9600"/>
                      </a:cubicBezTo>
                      <a:cubicBezTo>
                        <a:pt x="19694" y="9491"/>
                        <a:pt x="19694" y="9273"/>
                        <a:pt x="19694" y="9273"/>
                      </a:cubicBezTo>
                      <a:cubicBezTo>
                        <a:pt x="19694" y="9273"/>
                        <a:pt x="19513" y="9164"/>
                        <a:pt x="19603" y="9164"/>
                      </a:cubicBezTo>
                      <a:cubicBezTo>
                        <a:pt x="19785" y="9164"/>
                        <a:pt x="19876" y="9273"/>
                        <a:pt x="19966" y="9164"/>
                      </a:cubicBezTo>
                      <a:cubicBezTo>
                        <a:pt x="20057" y="9055"/>
                        <a:pt x="20057" y="9164"/>
                        <a:pt x="20057" y="9055"/>
                      </a:cubicBezTo>
                      <a:cubicBezTo>
                        <a:pt x="20057" y="8945"/>
                        <a:pt x="20148" y="8618"/>
                        <a:pt x="20148" y="8618"/>
                      </a:cubicBezTo>
                      <a:cubicBezTo>
                        <a:pt x="20148" y="8509"/>
                        <a:pt x="20148" y="8509"/>
                        <a:pt x="20329" y="8400"/>
                      </a:cubicBezTo>
                      <a:cubicBezTo>
                        <a:pt x="20602" y="8291"/>
                        <a:pt x="20511" y="8291"/>
                        <a:pt x="20692" y="8291"/>
                      </a:cubicBezTo>
                      <a:cubicBezTo>
                        <a:pt x="20783" y="8182"/>
                        <a:pt x="20874" y="8073"/>
                        <a:pt x="20783" y="8073"/>
                      </a:cubicBezTo>
                      <a:cubicBezTo>
                        <a:pt x="20783" y="7964"/>
                        <a:pt x="20602" y="7964"/>
                        <a:pt x="20602" y="7964"/>
                      </a:cubicBezTo>
                      <a:cubicBezTo>
                        <a:pt x="20511" y="7855"/>
                        <a:pt x="20329" y="8073"/>
                        <a:pt x="20329" y="8073"/>
                      </a:cubicBezTo>
                      <a:cubicBezTo>
                        <a:pt x="20329" y="8073"/>
                        <a:pt x="20148" y="8182"/>
                        <a:pt x="20057" y="8291"/>
                      </a:cubicBezTo>
                      <a:cubicBezTo>
                        <a:pt x="19966" y="8400"/>
                        <a:pt x="19876" y="8291"/>
                        <a:pt x="19785" y="8291"/>
                      </a:cubicBezTo>
                      <a:cubicBezTo>
                        <a:pt x="19694" y="8291"/>
                        <a:pt x="19694" y="8291"/>
                        <a:pt x="19694" y="8291"/>
                      </a:cubicBezTo>
                      <a:cubicBezTo>
                        <a:pt x="19694" y="8291"/>
                        <a:pt x="19513" y="8182"/>
                        <a:pt x="19422" y="8400"/>
                      </a:cubicBezTo>
                      <a:cubicBezTo>
                        <a:pt x="19422" y="8618"/>
                        <a:pt x="19240" y="8836"/>
                        <a:pt x="19240" y="8836"/>
                      </a:cubicBezTo>
                      <a:cubicBezTo>
                        <a:pt x="19240" y="8836"/>
                        <a:pt x="19150" y="8945"/>
                        <a:pt x="19150" y="8727"/>
                      </a:cubicBezTo>
                      <a:cubicBezTo>
                        <a:pt x="19150" y="8618"/>
                        <a:pt x="19059" y="8291"/>
                        <a:pt x="19059" y="8291"/>
                      </a:cubicBezTo>
                      <a:cubicBezTo>
                        <a:pt x="19059" y="8291"/>
                        <a:pt x="19059" y="8291"/>
                        <a:pt x="19059" y="8291"/>
                      </a:cubicBezTo>
                      <a:cubicBezTo>
                        <a:pt x="18968" y="8291"/>
                        <a:pt x="18696" y="8182"/>
                        <a:pt x="18696" y="8182"/>
                      </a:cubicBezTo>
                      <a:cubicBezTo>
                        <a:pt x="18696" y="8182"/>
                        <a:pt x="18787" y="8182"/>
                        <a:pt x="18787" y="7964"/>
                      </a:cubicBezTo>
                      <a:cubicBezTo>
                        <a:pt x="18696" y="7855"/>
                        <a:pt x="18696" y="7745"/>
                        <a:pt x="18696" y="7745"/>
                      </a:cubicBezTo>
                      <a:cubicBezTo>
                        <a:pt x="18787" y="7745"/>
                        <a:pt x="18877" y="7745"/>
                        <a:pt x="18877" y="7745"/>
                      </a:cubicBezTo>
                      <a:cubicBezTo>
                        <a:pt x="18968" y="7745"/>
                        <a:pt x="18968" y="7745"/>
                        <a:pt x="18968" y="7527"/>
                      </a:cubicBezTo>
                      <a:cubicBezTo>
                        <a:pt x="18968" y="7200"/>
                        <a:pt x="18877" y="7091"/>
                        <a:pt x="18877" y="7091"/>
                      </a:cubicBezTo>
                      <a:cubicBezTo>
                        <a:pt x="18877" y="7091"/>
                        <a:pt x="18787" y="6982"/>
                        <a:pt x="18787" y="6982"/>
                      </a:cubicBezTo>
                      <a:cubicBezTo>
                        <a:pt x="18787" y="6545"/>
                        <a:pt x="18787" y="6545"/>
                        <a:pt x="18787" y="6545"/>
                      </a:cubicBezTo>
                      <a:cubicBezTo>
                        <a:pt x="18787" y="6545"/>
                        <a:pt x="18787" y="6436"/>
                        <a:pt x="18696" y="6327"/>
                      </a:cubicBezTo>
                      <a:cubicBezTo>
                        <a:pt x="18605" y="6218"/>
                        <a:pt x="18605" y="6109"/>
                        <a:pt x="18514" y="6218"/>
                      </a:cubicBezTo>
                      <a:cubicBezTo>
                        <a:pt x="18514" y="6218"/>
                        <a:pt x="18424" y="6327"/>
                        <a:pt x="18333" y="6327"/>
                      </a:cubicBezTo>
                      <a:cubicBezTo>
                        <a:pt x="18242" y="6218"/>
                        <a:pt x="18061" y="6109"/>
                        <a:pt x="18061" y="6109"/>
                      </a:cubicBezTo>
                      <a:cubicBezTo>
                        <a:pt x="17697" y="5891"/>
                        <a:pt x="17697" y="5891"/>
                        <a:pt x="17697" y="5891"/>
                      </a:cubicBezTo>
                      <a:cubicBezTo>
                        <a:pt x="17697" y="5891"/>
                        <a:pt x="17697" y="5891"/>
                        <a:pt x="17607" y="6000"/>
                      </a:cubicBezTo>
                      <a:cubicBezTo>
                        <a:pt x="17607" y="6109"/>
                        <a:pt x="17516" y="6000"/>
                        <a:pt x="17516" y="6218"/>
                      </a:cubicBezTo>
                      <a:cubicBezTo>
                        <a:pt x="17607" y="6327"/>
                        <a:pt x="17607" y="6436"/>
                        <a:pt x="17607" y="6545"/>
                      </a:cubicBezTo>
                      <a:cubicBezTo>
                        <a:pt x="17516" y="6655"/>
                        <a:pt x="17516" y="6764"/>
                        <a:pt x="17516" y="6982"/>
                      </a:cubicBezTo>
                      <a:cubicBezTo>
                        <a:pt x="17425" y="7091"/>
                        <a:pt x="17334" y="7091"/>
                        <a:pt x="17334" y="7200"/>
                      </a:cubicBezTo>
                      <a:cubicBezTo>
                        <a:pt x="17334" y="7309"/>
                        <a:pt x="17425" y="7309"/>
                        <a:pt x="17425" y="7418"/>
                      </a:cubicBezTo>
                      <a:cubicBezTo>
                        <a:pt x="17425" y="7418"/>
                        <a:pt x="17334" y="7636"/>
                        <a:pt x="17244" y="7636"/>
                      </a:cubicBezTo>
                      <a:cubicBezTo>
                        <a:pt x="17244" y="7745"/>
                        <a:pt x="17153" y="7855"/>
                        <a:pt x="17062" y="7855"/>
                      </a:cubicBezTo>
                      <a:cubicBezTo>
                        <a:pt x="17062" y="7745"/>
                        <a:pt x="16971" y="7745"/>
                        <a:pt x="16881" y="7745"/>
                      </a:cubicBezTo>
                      <a:cubicBezTo>
                        <a:pt x="16790" y="7745"/>
                        <a:pt x="16699" y="7855"/>
                        <a:pt x="16699" y="7855"/>
                      </a:cubicBezTo>
                      <a:cubicBezTo>
                        <a:pt x="16699" y="7855"/>
                        <a:pt x="16608" y="7964"/>
                        <a:pt x="16518" y="7855"/>
                      </a:cubicBezTo>
                      <a:cubicBezTo>
                        <a:pt x="16336" y="7745"/>
                        <a:pt x="16245" y="7636"/>
                        <a:pt x="16245" y="7636"/>
                      </a:cubicBezTo>
                      <a:cubicBezTo>
                        <a:pt x="16245" y="7418"/>
                        <a:pt x="16245" y="7418"/>
                        <a:pt x="16245" y="7418"/>
                      </a:cubicBezTo>
                      <a:cubicBezTo>
                        <a:pt x="16245" y="7418"/>
                        <a:pt x="16608" y="7527"/>
                        <a:pt x="16155" y="7200"/>
                      </a:cubicBezTo>
                      <a:cubicBezTo>
                        <a:pt x="15792" y="6982"/>
                        <a:pt x="15792" y="6982"/>
                        <a:pt x="15792" y="6982"/>
                      </a:cubicBezTo>
                      <a:cubicBezTo>
                        <a:pt x="15792" y="6982"/>
                        <a:pt x="15792" y="7091"/>
                        <a:pt x="15701" y="7200"/>
                      </a:cubicBezTo>
                      <a:cubicBezTo>
                        <a:pt x="15610" y="7200"/>
                        <a:pt x="15610" y="7309"/>
                        <a:pt x="15610" y="7309"/>
                      </a:cubicBezTo>
                      <a:cubicBezTo>
                        <a:pt x="15519" y="7527"/>
                        <a:pt x="15519" y="7527"/>
                        <a:pt x="15519" y="7527"/>
                      </a:cubicBezTo>
                      <a:cubicBezTo>
                        <a:pt x="15429" y="7527"/>
                        <a:pt x="15429" y="7527"/>
                        <a:pt x="15429" y="7527"/>
                      </a:cubicBezTo>
                      <a:cubicBezTo>
                        <a:pt x="15247" y="7855"/>
                        <a:pt x="15247" y="7855"/>
                        <a:pt x="15247" y="7855"/>
                      </a:cubicBezTo>
                      <a:cubicBezTo>
                        <a:pt x="15247" y="7855"/>
                        <a:pt x="15156" y="7964"/>
                        <a:pt x="15066" y="7964"/>
                      </a:cubicBezTo>
                      <a:cubicBezTo>
                        <a:pt x="15066" y="7964"/>
                        <a:pt x="14975" y="7964"/>
                        <a:pt x="14975" y="7964"/>
                      </a:cubicBezTo>
                      <a:cubicBezTo>
                        <a:pt x="14884" y="7964"/>
                        <a:pt x="14793" y="7964"/>
                        <a:pt x="14793" y="7855"/>
                      </a:cubicBezTo>
                      <a:cubicBezTo>
                        <a:pt x="14703" y="7855"/>
                        <a:pt x="14703" y="7855"/>
                        <a:pt x="14703" y="7745"/>
                      </a:cubicBezTo>
                      <a:cubicBezTo>
                        <a:pt x="14703" y="7636"/>
                        <a:pt x="14703" y="7418"/>
                        <a:pt x="14612" y="7309"/>
                      </a:cubicBezTo>
                      <a:cubicBezTo>
                        <a:pt x="14612" y="7200"/>
                        <a:pt x="14612" y="7200"/>
                        <a:pt x="14521" y="6982"/>
                      </a:cubicBezTo>
                      <a:cubicBezTo>
                        <a:pt x="14430" y="6873"/>
                        <a:pt x="14339" y="6655"/>
                        <a:pt x="14339" y="6655"/>
                      </a:cubicBezTo>
                      <a:cubicBezTo>
                        <a:pt x="13886" y="6327"/>
                        <a:pt x="13886" y="6327"/>
                        <a:pt x="13886" y="6327"/>
                      </a:cubicBezTo>
                      <a:cubicBezTo>
                        <a:pt x="13886" y="6327"/>
                        <a:pt x="13976" y="6218"/>
                        <a:pt x="13795" y="6218"/>
                      </a:cubicBezTo>
                      <a:cubicBezTo>
                        <a:pt x="13704" y="6327"/>
                        <a:pt x="13523" y="6545"/>
                        <a:pt x="13523" y="6545"/>
                      </a:cubicBezTo>
                      <a:cubicBezTo>
                        <a:pt x="13523" y="6545"/>
                        <a:pt x="13523" y="6764"/>
                        <a:pt x="13523" y="6873"/>
                      </a:cubicBezTo>
                      <a:cubicBezTo>
                        <a:pt x="13523" y="6873"/>
                        <a:pt x="13432" y="6982"/>
                        <a:pt x="13432" y="7091"/>
                      </a:cubicBezTo>
                      <a:cubicBezTo>
                        <a:pt x="13523" y="7309"/>
                        <a:pt x="13613" y="7527"/>
                        <a:pt x="13523" y="7636"/>
                      </a:cubicBezTo>
                      <a:cubicBezTo>
                        <a:pt x="13523" y="7636"/>
                        <a:pt x="13432" y="7855"/>
                        <a:pt x="13432" y="8073"/>
                      </a:cubicBezTo>
                      <a:cubicBezTo>
                        <a:pt x="13432" y="8291"/>
                        <a:pt x="13523" y="8509"/>
                        <a:pt x="13432" y="8509"/>
                      </a:cubicBezTo>
                      <a:cubicBezTo>
                        <a:pt x="13341" y="8618"/>
                        <a:pt x="13341" y="8727"/>
                        <a:pt x="13341" y="8727"/>
                      </a:cubicBezTo>
                      <a:cubicBezTo>
                        <a:pt x="13250" y="8727"/>
                        <a:pt x="13250" y="8727"/>
                        <a:pt x="13250" y="8727"/>
                      </a:cubicBezTo>
                      <a:cubicBezTo>
                        <a:pt x="13250" y="8727"/>
                        <a:pt x="13250" y="8618"/>
                        <a:pt x="13341" y="8291"/>
                      </a:cubicBezTo>
                      <a:cubicBezTo>
                        <a:pt x="13341" y="7964"/>
                        <a:pt x="13250" y="7855"/>
                        <a:pt x="13250" y="7745"/>
                      </a:cubicBezTo>
                      <a:cubicBezTo>
                        <a:pt x="13160" y="7745"/>
                        <a:pt x="13160" y="7745"/>
                        <a:pt x="13160" y="7636"/>
                      </a:cubicBezTo>
                      <a:cubicBezTo>
                        <a:pt x="13160" y="7527"/>
                        <a:pt x="13160" y="7418"/>
                        <a:pt x="13160" y="7418"/>
                      </a:cubicBezTo>
                      <a:cubicBezTo>
                        <a:pt x="13160" y="7418"/>
                        <a:pt x="12978" y="7200"/>
                        <a:pt x="12978" y="7091"/>
                      </a:cubicBezTo>
                      <a:cubicBezTo>
                        <a:pt x="12978" y="6982"/>
                        <a:pt x="13069" y="6873"/>
                        <a:pt x="13069" y="6655"/>
                      </a:cubicBezTo>
                      <a:cubicBezTo>
                        <a:pt x="13069" y="6327"/>
                        <a:pt x="13160" y="6327"/>
                        <a:pt x="13069" y="6218"/>
                      </a:cubicBezTo>
                      <a:cubicBezTo>
                        <a:pt x="12978" y="6109"/>
                        <a:pt x="13069" y="6000"/>
                        <a:pt x="12978" y="5891"/>
                      </a:cubicBezTo>
                      <a:cubicBezTo>
                        <a:pt x="12887" y="5891"/>
                        <a:pt x="12887" y="6000"/>
                        <a:pt x="12797" y="5891"/>
                      </a:cubicBezTo>
                      <a:cubicBezTo>
                        <a:pt x="12797" y="5891"/>
                        <a:pt x="12797" y="6000"/>
                        <a:pt x="12797" y="6000"/>
                      </a:cubicBezTo>
                      <a:cubicBezTo>
                        <a:pt x="12887" y="5782"/>
                        <a:pt x="12887" y="5782"/>
                        <a:pt x="12887" y="5782"/>
                      </a:cubicBezTo>
                      <a:cubicBezTo>
                        <a:pt x="12887" y="5782"/>
                        <a:pt x="12978" y="5345"/>
                        <a:pt x="12887" y="5564"/>
                      </a:cubicBezTo>
                      <a:cubicBezTo>
                        <a:pt x="12797" y="5673"/>
                        <a:pt x="12524" y="5782"/>
                        <a:pt x="12524" y="5673"/>
                      </a:cubicBezTo>
                      <a:cubicBezTo>
                        <a:pt x="12615" y="5564"/>
                        <a:pt x="12524" y="5455"/>
                        <a:pt x="12524" y="5455"/>
                      </a:cubicBezTo>
                      <a:cubicBezTo>
                        <a:pt x="12524" y="5455"/>
                        <a:pt x="12161" y="5455"/>
                        <a:pt x="12161" y="5455"/>
                      </a:cubicBezTo>
                      <a:cubicBezTo>
                        <a:pt x="12161" y="5455"/>
                        <a:pt x="12161" y="5345"/>
                        <a:pt x="12161" y="5564"/>
                      </a:cubicBezTo>
                      <a:cubicBezTo>
                        <a:pt x="12161" y="5673"/>
                        <a:pt x="12252" y="5891"/>
                        <a:pt x="12071" y="5891"/>
                      </a:cubicBezTo>
                      <a:cubicBezTo>
                        <a:pt x="11889" y="6000"/>
                        <a:pt x="11798" y="6000"/>
                        <a:pt x="11798" y="6000"/>
                      </a:cubicBezTo>
                      <a:cubicBezTo>
                        <a:pt x="11798" y="5891"/>
                        <a:pt x="11617" y="5782"/>
                        <a:pt x="11617" y="5782"/>
                      </a:cubicBezTo>
                      <a:cubicBezTo>
                        <a:pt x="11617" y="5782"/>
                        <a:pt x="11526" y="5782"/>
                        <a:pt x="11435" y="5782"/>
                      </a:cubicBezTo>
                      <a:cubicBezTo>
                        <a:pt x="11435" y="5891"/>
                        <a:pt x="11254" y="5891"/>
                        <a:pt x="11254" y="5891"/>
                      </a:cubicBezTo>
                      <a:cubicBezTo>
                        <a:pt x="11254" y="6109"/>
                        <a:pt x="11254" y="6109"/>
                        <a:pt x="11254" y="6109"/>
                      </a:cubicBezTo>
                      <a:cubicBezTo>
                        <a:pt x="11254" y="6218"/>
                        <a:pt x="11254" y="6218"/>
                        <a:pt x="11254" y="6218"/>
                      </a:cubicBezTo>
                      <a:cubicBezTo>
                        <a:pt x="11254" y="6218"/>
                        <a:pt x="11163" y="6218"/>
                        <a:pt x="11163" y="6218"/>
                      </a:cubicBezTo>
                      <a:cubicBezTo>
                        <a:pt x="11072" y="6327"/>
                        <a:pt x="10982" y="6327"/>
                        <a:pt x="11072" y="6436"/>
                      </a:cubicBezTo>
                      <a:cubicBezTo>
                        <a:pt x="11072" y="6436"/>
                        <a:pt x="11072" y="6436"/>
                        <a:pt x="11072" y="6655"/>
                      </a:cubicBezTo>
                      <a:cubicBezTo>
                        <a:pt x="11072" y="6764"/>
                        <a:pt x="11072" y="6764"/>
                        <a:pt x="11072" y="6873"/>
                      </a:cubicBezTo>
                      <a:cubicBezTo>
                        <a:pt x="10982" y="6982"/>
                        <a:pt x="10982" y="7091"/>
                        <a:pt x="10891" y="7200"/>
                      </a:cubicBezTo>
                      <a:cubicBezTo>
                        <a:pt x="10891" y="7200"/>
                        <a:pt x="10800" y="7309"/>
                        <a:pt x="10800" y="7309"/>
                      </a:cubicBezTo>
                      <a:cubicBezTo>
                        <a:pt x="10709" y="7418"/>
                        <a:pt x="10709" y="7418"/>
                        <a:pt x="10618" y="7418"/>
                      </a:cubicBezTo>
                      <a:cubicBezTo>
                        <a:pt x="10528" y="7418"/>
                        <a:pt x="10528" y="7527"/>
                        <a:pt x="10528" y="7418"/>
                      </a:cubicBezTo>
                      <a:cubicBezTo>
                        <a:pt x="10528" y="7200"/>
                        <a:pt x="10528" y="7091"/>
                        <a:pt x="10528" y="6873"/>
                      </a:cubicBezTo>
                      <a:cubicBezTo>
                        <a:pt x="10528" y="6764"/>
                        <a:pt x="10618" y="6764"/>
                        <a:pt x="10437" y="6545"/>
                      </a:cubicBezTo>
                      <a:cubicBezTo>
                        <a:pt x="10346" y="6327"/>
                        <a:pt x="10255" y="6327"/>
                        <a:pt x="10255" y="6218"/>
                      </a:cubicBezTo>
                      <a:cubicBezTo>
                        <a:pt x="10255" y="6218"/>
                        <a:pt x="10255" y="6109"/>
                        <a:pt x="10255" y="6000"/>
                      </a:cubicBezTo>
                      <a:cubicBezTo>
                        <a:pt x="10255" y="5891"/>
                        <a:pt x="10255" y="6109"/>
                        <a:pt x="10255" y="5673"/>
                      </a:cubicBezTo>
                      <a:cubicBezTo>
                        <a:pt x="10346" y="5345"/>
                        <a:pt x="10255" y="5236"/>
                        <a:pt x="10255" y="5236"/>
                      </a:cubicBezTo>
                      <a:cubicBezTo>
                        <a:pt x="10255" y="5236"/>
                        <a:pt x="10346" y="4691"/>
                        <a:pt x="10346" y="4691"/>
                      </a:cubicBezTo>
                      <a:cubicBezTo>
                        <a:pt x="10255" y="4691"/>
                        <a:pt x="9983" y="4691"/>
                        <a:pt x="9892" y="4691"/>
                      </a:cubicBezTo>
                      <a:cubicBezTo>
                        <a:pt x="9802" y="4691"/>
                        <a:pt x="9802" y="4691"/>
                        <a:pt x="9711" y="4691"/>
                      </a:cubicBezTo>
                      <a:cubicBezTo>
                        <a:pt x="9711" y="4800"/>
                        <a:pt x="9620" y="4691"/>
                        <a:pt x="9620" y="4909"/>
                      </a:cubicBezTo>
                      <a:cubicBezTo>
                        <a:pt x="9529" y="5127"/>
                        <a:pt x="9439" y="5127"/>
                        <a:pt x="9439" y="5345"/>
                      </a:cubicBezTo>
                      <a:cubicBezTo>
                        <a:pt x="9439" y="5455"/>
                        <a:pt x="9439" y="5673"/>
                        <a:pt x="9439" y="5673"/>
                      </a:cubicBezTo>
                      <a:cubicBezTo>
                        <a:pt x="9439" y="5782"/>
                        <a:pt x="9348" y="5891"/>
                        <a:pt x="9348" y="5891"/>
                      </a:cubicBezTo>
                      <a:cubicBezTo>
                        <a:pt x="9348" y="5891"/>
                        <a:pt x="9348" y="6000"/>
                        <a:pt x="9348" y="6218"/>
                      </a:cubicBezTo>
                      <a:cubicBezTo>
                        <a:pt x="9257" y="6436"/>
                        <a:pt x="9257" y="6545"/>
                        <a:pt x="9257" y="6655"/>
                      </a:cubicBezTo>
                      <a:cubicBezTo>
                        <a:pt x="9257" y="6655"/>
                        <a:pt x="9257" y="6655"/>
                        <a:pt x="9166" y="6764"/>
                      </a:cubicBezTo>
                      <a:cubicBezTo>
                        <a:pt x="9076" y="6873"/>
                        <a:pt x="8894" y="7200"/>
                        <a:pt x="8803" y="7200"/>
                      </a:cubicBezTo>
                      <a:cubicBezTo>
                        <a:pt x="8803" y="7200"/>
                        <a:pt x="8803" y="7200"/>
                        <a:pt x="8713" y="7309"/>
                      </a:cubicBezTo>
                      <a:cubicBezTo>
                        <a:pt x="8713" y="7309"/>
                        <a:pt x="8531" y="7636"/>
                        <a:pt x="8440" y="7636"/>
                      </a:cubicBezTo>
                      <a:cubicBezTo>
                        <a:pt x="8350" y="7745"/>
                        <a:pt x="8440" y="7745"/>
                        <a:pt x="8350" y="7745"/>
                      </a:cubicBezTo>
                      <a:cubicBezTo>
                        <a:pt x="8350" y="7636"/>
                        <a:pt x="8259" y="7636"/>
                        <a:pt x="8259" y="7527"/>
                      </a:cubicBezTo>
                      <a:cubicBezTo>
                        <a:pt x="8259" y="7309"/>
                        <a:pt x="8259" y="7309"/>
                        <a:pt x="8350" y="7091"/>
                      </a:cubicBezTo>
                      <a:cubicBezTo>
                        <a:pt x="8350" y="6982"/>
                        <a:pt x="8440" y="6764"/>
                        <a:pt x="8440" y="6764"/>
                      </a:cubicBezTo>
                      <a:cubicBezTo>
                        <a:pt x="8440" y="6764"/>
                        <a:pt x="8531" y="6655"/>
                        <a:pt x="8440" y="6655"/>
                      </a:cubicBezTo>
                      <a:cubicBezTo>
                        <a:pt x="8350" y="6655"/>
                        <a:pt x="8259" y="6655"/>
                        <a:pt x="8168" y="6655"/>
                      </a:cubicBezTo>
                      <a:cubicBezTo>
                        <a:pt x="7987" y="6655"/>
                        <a:pt x="7805" y="6764"/>
                        <a:pt x="7714" y="6873"/>
                      </a:cubicBezTo>
                      <a:cubicBezTo>
                        <a:pt x="7624" y="6873"/>
                        <a:pt x="7624" y="6982"/>
                        <a:pt x="7442" y="7200"/>
                      </a:cubicBezTo>
                      <a:cubicBezTo>
                        <a:pt x="7261" y="7309"/>
                        <a:pt x="7261" y="7309"/>
                        <a:pt x="7261" y="7309"/>
                      </a:cubicBezTo>
                      <a:cubicBezTo>
                        <a:pt x="7170" y="7527"/>
                        <a:pt x="7170" y="7527"/>
                        <a:pt x="7170" y="7527"/>
                      </a:cubicBezTo>
                      <a:cubicBezTo>
                        <a:pt x="7170" y="7636"/>
                        <a:pt x="7170" y="7636"/>
                        <a:pt x="7170" y="7636"/>
                      </a:cubicBezTo>
                      <a:cubicBezTo>
                        <a:pt x="7170" y="7636"/>
                        <a:pt x="7170" y="7418"/>
                        <a:pt x="7170" y="7418"/>
                      </a:cubicBezTo>
                      <a:cubicBezTo>
                        <a:pt x="7170" y="7418"/>
                        <a:pt x="7079" y="7418"/>
                        <a:pt x="7079" y="7527"/>
                      </a:cubicBezTo>
                      <a:cubicBezTo>
                        <a:pt x="7079" y="7527"/>
                        <a:pt x="6988" y="7636"/>
                        <a:pt x="6988" y="7636"/>
                      </a:cubicBezTo>
                      <a:cubicBezTo>
                        <a:pt x="6897" y="7745"/>
                        <a:pt x="6897" y="7855"/>
                        <a:pt x="6897" y="7964"/>
                      </a:cubicBezTo>
                      <a:cubicBezTo>
                        <a:pt x="6807" y="8073"/>
                        <a:pt x="6807" y="8291"/>
                        <a:pt x="6716" y="8291"/>
                      </a:cubicBezTo>
                      <a:cubicBezTo>
                        <a:pt x="6716" y="8291"/>
                        <a:pt x="6716" y="8400"/>
                        <a:pt x="6716" y="8400"/>
                      </a:cubicBezTo>
                      <a:cubicBezTo>
                        <a:pt x="6625" y="8400"/>
                        <a:pt x="6534" y="8509"/>
                        <a:pt x="6534" y="8509"/>
                      </a:cubicBezTo>
                      <a:cubicBezTo>
                        <a:pt x="6534" y="8618"/>
                        <a:pt x="6444" y="8400"/>
                        <a:pt x="6444" y="8182"/>
                      </a:cubicBezTo>
                      <a:cubicBezTo>
                        <a:pt x="6534" y="8073"/>
                        <a:pt x="6534" y="8073"/>
                        <a:pt x="6534" y="7964"/>
                      </a:cubicBezTo>
                      <a:cubicBezTo>
                        <a:pt x="6625" y="7964"/>
                        <a:pt x="6625" y="7745"/>
                        <a:pt x="6716" y="7745"/>
                      </a:cubicBezTo>
                      <a:cubicBezTo>
                        <a:pt x="6716" y="7745"/>
                        <a:pt x="6716" y="7855"/>
                        <a:pt x="6716" y="7636"/>
                      </a:cubicBezTo>
                      <a:cubicBezTo>
                        <a:pt x="6807" y="7418"/>
                        <a:pt x="6807" y="7309"/>
                        <a:pt x="6807" y="7309"/>
                      </a:cubicBezTo>
                      <a:cubicBezTo>
                        <a:pt x="6807" y="7309"/>
                        <a:pt x="6807" y="7309"/>
                        <a:pt x="6807" y="7200"/>
                      </a:cubicBezTo>
                      <a:cubicBezTo>
                        <a:pt x="6716" y="7091"/>
                        <a:pt x="6716" y="7200"/>
                        <a:pt x="6716" y="7091"/>
                      </a:cubicBezTo>
                      <a:cubicBezTo>
                        <a:pt x="6807" y="6982"/>
                        <a:pt x="6807" y="6873"/>
                        <a:pt x="6807" y="6764"/>
                      </a:cubicBezTo>
                      <a:cubicBezTo>
                        <a:pt x="6897" y="6764"/>
                        <a:pt x="6897" y="6655"/>
                        <a:pt x="6897" y="6655"/>
                      </a:cubicBezTo>
                      <a:cubicBezTo>
                        <a:pt x="6897" y="6655"/>
                        <a:pt x="6897" y="6655"/>
                        <a:pt x="6897" y="6545"/>
                      </a:cubicBezTo>
                      <a:cubicBezTo>
                        <a:pt x="6897" y="6545"/>
                        <a:pt x="6807" y="6436"/>
                        <a:pt x="6807" y="6436"/>
                      </a:cubicBezTo>
                      <a:cubicBezTo>
                        <a:pt x="6807" y="6436"/>
                        <a:pt x="6807" y="6327"/>
                        <a:pt x="6807" y="6327"/>
                      </a:cubicBezTo>
                      <a:cubicBezTo>
                        <a:pt x="6807" y="6327"/>
                        <a:pt x="6897" y="6218"/>
                        <a:pt x="6897" y="6109"/>
                      </a:cubicBezTo>
                      <a:cubicBezTo>
                        <a:pt x="6807" y="6109"/>
                        <a:pt x="6807" y="6000"/>
                        <a:pt x="6716" y="5891"/>
                      </a:cubicBezTo>
                      <a:cubicBezTo>
                        <a:pt x="6625" y="5891"/>
                        <a:pt x="6625" y="5891"/>
                        <a:pt x="6625" y="5782"/>
                      </a:cubicBezTo>
                      <a:cubicBezTo>
                        <a:pt x="6625" y="5782"/>
                        <a:pt x="6444" y="5673"/>
                        <a:pt x="6444" y="5673"/>
                      </a:cubicBezTo>
                      <a:cubicBezTo>
                        <a:pt x="6444" y="5673"/>
                        <a:pt x="6534" y="5455"/>
                        <a:pt x="6534" y="5455"/>
                      </a:cubicBezTo>
                      <a:cubicBezTo>
                        <a:pt x="6534" y="5455"/>
                        <a:pt x="6534" y="5345"/>
                        <a:pt x="6625" y="5345"/>
                      </a:cubicBezTo>
                      <a:cubicBezTo>
                        <a:pt x="6625" y="5455"/>
                        <a:pt x="6625" y="5564"/>
                        <a:pt x="6625" y="5564"/>
                      </a:cubicBezTo>
                      <a:cubicBezTo>
                        <a:pt x="6625" y="5673"/>
                        <a:pt x="6897" y="5782"/>
                        <a:pt x="6897" y="5782"/>
                      </a:cubicBezTo>
                      <a:cubicBezTo>
                        <a:pt x="6897" y="5782"/>
                        <a:pt x="7079" y="5673"/>
                        <a:pt x="7079" y="5673"/>
                      </a:cubicBezTo>
                      <a:cubicBezTo>
                        <a:pt x="7170" y="5673"/>
                        <a:pt x="7170" y="5455"/>
                        <a:pt x="7170" y="5455"/>
                      </a:cubicBezTo>
                      <a:cubicBezTo>
                        <a:pt x="7170" y="5455"/>
                        <a:pt x="7079" y="5455"/>
                        <a:pt x="7170" y="5345"/>
                      </a:cubicBezTo>
                      <a:cubicBezTo>
                        <a:pt x="7261" y="5345"/>
                        <a:pt x="7442" y="5236"/>
                        <a:pt x="7442" y="5236"/>
                      </a:cubicBezTo>
                      <a:cubicBezTo>
                        <a:pt x="7442" y="5127"/>
                        <a:pt x="7533" y="5127"/>
                        <a:pt x="7533" y="5127"/>
                      </a:cubicBezTo>
                      <a:cubicBezTo>
                        <a:pt x="7533" y="5127"/>
                        <a:pt x="7624" y="5018"/>
                        <a:pt x="7624" y="5018"/>
                      </a:cubicBezTo>
                      <a:cubicBezTo>
                        <a:pt x="7624" y="4909"/>
                        <a:pt x="7714" y="4909"/>
                        <a:pt x="7624" y="4800"/>
                      </a:cubicBezTo>
                      <a:cubicBezTo>
                        <a:pt x="7624" y="4800"/>
                        <a:pt x="7624" y="4691"/>
                        <a:pt x="7624" y="4582"/>
                      </a:cubicBezTo>
                      <a:cubicBezTo>
                        <a:pt x="7624" y="4582"/>
                        <a:pt x="7805" y="4691"/>
                        <a:pt x="7624" y="4473"/>
                      </a:cubicBezTo>
                      <a:cubicBezTo>
                        <a:pt x="7442" y="4364"/>
                        <a:pt x="7261" y="4255"/>
                        <a:pt x="7351" y="4255"/>
                      </a:cubicBezTo>
                      <a:cubicBezTo>
                        <a:pt x="7442" y="4255"/>
                        <a:pt x="7533" y="4255"/>
                        <a:pt x="7533" y="4255"/>
                      </a:cubicBezTo>
                      <a:cubicBezTo>
                        <a:pt x="7624" y="4255"/>
                        <a:pt x="7714" y="4364"/>
                        <a:pt x="7714" y="4255"/>
                      </a:cubicBezTo>
                      <a:cubicBezTo>
                        <a:pt x="7805" y="4255"/>
                        <a:pt x="7805" y="4255"/>
                        <a:pt x="7805" y="4145"/>
                      </a:cubicBezTo>
                      <a:cubicBezTo>
                        <a:pt x="7714" y="4036"/>
                        <a:pt x="7714" y="4036"/>
                        <a:pt x="7714" y="4036"/>
                      </a:cubicBezTo>
                      <a:cubicBezTo>
                        <a:pt x="7624" y="3927"/>
                        <a:pt x="7624" y="3927"/>
                        <a:pt x="7533" y="3927"/>
                      </a:cubicBezTo>
                      <a:cubicBezTo>
                        <a:pt x="7533" y="3927"/>
                        <a:pt x="7442" y="4036"/>
                        <a:pt x="7533" y="3818"/>
                      </a:cubicBezTo>
                      <a:cubicBezTo>
                        <a:pt x="7533" y="3600"/>
                        <a:pt x="7533" y="3600"/>
                        <a:pt x="7533" y="3491"/>
                      </a:cubicBezTo>
                      <a:cubicBezTo>
                        <a:pt x="7533" y="3491"/>
                        <a:pt x="7714" y="3491"/>
                        <a:pt x="7533" y="3491"/>
                      </a:cubicBezTo>
                      <a:cubicBezTo>
                        <a:pt x="7442" y="3382"/>
                        <a:pt x="7442" y="3382"/>
                        <a:pt x="7442" y="3382"/>
                      </a:cubicBezTo>
                      <a:cubicBezTo>
                        <a:pt x="7351" y="3382"/>
                        <a:pt x="7442" y="3382"/>
                        <a:pt x="7261" y="3382"/>
                      </a:cubicBezTo>
                      <a:cubicBezTo>
                        <a:pt x="7170" y="3382"/>
                        <a:pt x="7261" y="3164"/>
                        <a:pt x="7261" y="3164"/>
                      </a:cubicBezTo>
                      <a:cubicBezTo>
                        <a:pt x="7261" y="3055"/>
                        <a:pt x="7351" y="2618"/>
                        <a:pt x="7351" y="2618"/>
                      </a:cubicBezTo>
                      <a:cubicBezTo>
                        <a:pt x="7261" y="2509"/>
                        <a:pt x="7261" y="2509"/>
                        <a:pt x="7261" y="2509"/>
                      </a:cubicBezTo>
                      <a:cubicBezTo>
                        <a:pt x="7261" y="2509"/>
                        <a:pt x="7170" y="2291"/>
                        <a:pt x="7170" y="2291"/>
                      </a:cubicBezTo>
                      <a:cubicBezTo>
                        <a:pt x="7170" y="2182"/>
                        <a:pt x="7170" y="2073"/>
                        <a:pt x="7079" y="2073"/>
                      </a:cubicBezTo>
                      <a:cubicBezTo>
                        <a:pt x="7079" y="2073"/>
                        <a:pt x="6988" y="1964"/>
                        <a:pt x="6988" y="1964"/>
                      </a:cubicBezTo>
                      <a:cubicBezTo>
                        <a:pt x="6988" y="1964"/>
                        <a:pt x="6897" y="1964"/>
                        <a:pt x="6897" y="1855"/>
                      </a:cubicBezTo>
                      <a:cubicBezTo>
                        <a:pt x="6897" y="1745"/>
                        <a:pt x="6897" y="1636"/>
                        <a:pt x="6897" y="1636"/>
                      </a:cubicBezTo>
                      <a:cubicBezTo>
                        <a:pt x="6897" y="1527"/>
                        <a:pt x="6897" y="1418"/>
                        <a:pt x="6897" y="1418"/>
                      </a:cubicBezTo>
                      <a:cubicBezTo>
                        <a:pt x="6716" y="873"/>
                        <a:pt x="6716" y="873"/>
                        <a:pt x="6716" y="873"/>
                      </a:cubicBezTo>
                      <a:cubicBezTo>
                        <a:pt x="6716" y="764"/>
                        <a:pt x="6716" y="764"/>
                        <a:pt x="6716" y="764"/>
                      </a:cubicBezTo>
                      <a:cubicBezTo>
                        <a:pt x="6625" y="545"/>
                        <a:pt x="6625" y="545"/>
                        <a:pt x="6625" y="545"/>
                      </a:cubicBezTo>
                      <a:cubicBezTo>
                        <a:pt x="6534" y="545"/>
                        <a:pt x="6534" y="545"/>
                        <a:pt x="6534" y="545"/>
                      </a:cubicBezTo>
                      <a:cubicBezTo>
                        <a:pt x="6534" y="327"/>
                        <a:pt x="6534" y="327"/>
                        <a:pt x="6534" y="327"/>
                      </a:cubicBezTo>
                      <a:cubicBezTo>
                        <a:pt x="6534" y="327"/>
                        <a:pt x="6444" y="327"/>
                        <a:pt x="6444" y="436"/>
                      </a:cubicBezTo>
                      <a:cubicBezTo>
                        <a:pt x="6444" y="436"/>
                        <a:pt x="6444" y="545"/>
                        <a:pt x="6353" y="545"/>
                      </a:cubicBezTo>
                      <a:cubicBezTo>
                        <a:pt x="6262" y="545"/>
                        <a:pt x="6171" y="436"/>
                        <a:pt x="6171" y="436"/>
                      </a:cubicBezTo>
                      <a:cubicBezTo>
                        <a:pt x="6171" y="436"/>
                        <a:pt x="6171" y="327"/>
                        <a:pt x="6171" y="218"/>
                      </a:cubicBezTo>
                      <a:cubicBezTo>
                        <a:pt x="6081" y="218"/>
                        <a:pt x="5808" y="0"/>
                        <a:pt x="5808" y="0"/>
                      </a:cubicBezTo>
                      <a:cubicBezTo>
                        <a:pt x="5808" y="0"/>
                        <a:pt x="5808" y="0"/>
                        <a:pt x="5808" y="109"/>
                      </a:cubicBezTo>
                      <a:cubicBezTo>
                        <a:pt x="5808" y="109"/>
                        <a:pt x="5718" y="218"/>
                        <a:pt x="5718" y="109"/>
                      </a:cubicBezTo>
                      <a:cubicBezTo>
                        <a:pt x="5627" y="109"/>
                        <a:pt x="5445" y="0"/>
                        <a:pt x="5445" y="0"/>
                      </a:cubicBezTo>
                      <a:cubicBezTo>
                        <a:pt x="5445" y="0"/>
                        <a:pt x="5445" y="109"/>
                        <a:pt x="5445" y="109"/>
                      </a:cubicBezTo>
                      <a:cubicBezTo>
                        <a:pt x="5445" y="218"/>
                        <a:pt x="5536" y="327"/>
                        <a:pt x="5536" y="327"/>
                      </a:cubicBezTo>
                      <a:cubicBezTo>
                        <a:pt x="5445" y="327"/>
                        <a:pt x="5355" y="327"/>
                        <a:pt x="5355" y="327"/>
                      </a:cubicBezTo>
                      <a:cubicBezTo>
                        <a:pt x="5355" y="327"/>
                        <a:pt x="5355" y="327"/>
                        <a:pt x="5264" y="327"/>
                      </a:cubicBezTo>
                      <a:cubicBezTo>
                        <a:pt x="5264" y="218"/>
                        <a:pt x="5173" y="218"/>
                        <a:pt x="5173" y="218"/>
                      </a:cubicBezTo>
                      <a:cubicBezTo>
                        <a:pt x="5173" y="327"/>
                        <a:pt x="5082" y="327"/>
                        <a:pt x="5082" y="545"/>
                      </a:cubicBezTo>
                      <a:cubicBezTo>
                        <a:pt x="5173" y="655"/>
                        <a:pt x="5082" y="655"/>
                        <a:pt x="5173" y="764"/>
                      </a:cubicBezTo>
                      <a:cubicBezTo>
                        <a:pt x="5264" y="764"/>
                        <a:pt x="5264" y="764"/>
                        <a:pt x="5355" y="873"/>
                      </a:cubicBezTo>
                      <a:cubicBezTo>
                        <a:pt x="5445" y="873"/>
                        <a:pt x="5445" y="873"/>
                        <a:pt x="5536" y="873"/>
                      </a:cubicBezTo>
                      <a:cubicBezTo>
                        <a:pt x="5536" y="873"/>
                        <a:pt x="5627" y="873"/>
                        <a:pt x="5718" y="873"/>
                      </a:cubicBezTo>
                      <a:cubicBezTo>
                        <a:pt x="5718" y="873"/>
                        <a:pt x="5808" y="764"/>
                        <a:pt x="5808" y="764"/>
                      </a:cubicBezTo>
                      <a:cubicBezTo>
                        <a:pt x="5808" y="764"/>
                        <a:pt x="5808" y="873"/>
                        <a:pt x="5808" y="873"/>
                      </a:cubicBezTo>
                      <a:cubicBezTo>
                        <a:pt x="5808" y="873"/>
                        <a:pt x="5718" y="873"/>
                        <a:pt x="5808" y="982"/>
                      </a:cubicBezTo>
                      <a:cubicBezTo>
                        <a:pt x="5808" y="982"/>
                        <a:pt x="5808" y="982"/>
                        <a:pt x="5808" y="982"/>
                      </a:cubicBezTo>
                      <a:cubicBezTo>
                        <a:pt x="5899" y="1091"/>
                        <a:pt x="5899" y="1091"/>
                        <a:pt x="5899" y="1091"/>
                      </a:cubicBezTo>
                      <a:cubicBezTo>
                        <a:pt x="5899" y="1091"/>
                        <a:pt x="5899" y="1091"/>
                        <a:pt x="5899" y="1091"/>
                      </a:cubicBezTo>
                      <a:cubicBezTo>
                        <a:pt x="5899" y="1091"/>
                        <a:pt x="5899" y="1200"/>
                        <a:pt x="5899" y="1200"/>
                      </a:cubicBezTo>
                      <a:cubicBezTo>
                        <a:pt x="5899" y="1309"/>
                        <a:pt x="5899" y="1309"/>
                        <a:pt x="5990" y="1309"/>
                      </a:cubicBezTo>
                      <a:cubicBezTo>
                        <a:pt x="6081" y="1418"/>
                        <a:pt x="6081" y="1309"/>
                        <a:pt x="6081" y="1309"/>
                      </a:cubicBezTo>
                      <a:cubicBezTo>
                        <a:pt x="6081" y="1309"/>
                        <a:pt x="6262" y="1527"/>
                        <a:pt x="6171" y="1527"/>
                      </a:cubicBezTo>
                      <a:cubicBezTo>
                        <a:pt x="6171" y="1527"/>
                        <a:pt x="6081" y="1418"/>
                        <a:pt x="6171" y="1527"/>
                      </a:cubicBezTo>
                      <a:cubicBezTo>
                        <a:pt x="6262" y="1636"/>
                        <a:pt x="6353" y="1636"/>
                        <a:pt x="6353" y="1636"/>
                      </a:cubicBezTo>
                      <a:cubicBezTo>
                        <a:pt x="6353" y="1636"/>
                        <a:pt x="6262" y="1745"/>
                        <a:pt x="6081" y="1636"/>
                      </a:cubicBezTo>
                      <a:cubicBezTo>
                        <a:pt x="5990" y="1636"/>
                        <a:pt x="5990" y="1636"/>
                        <a:pt x="5990" y="1636"/>
                      </a:cubicBezTo>
                      <a:cubicBezTo>
                        <a:pt x="5990" y="1636"/>
                        <a:pt x="5899" y="1527"/>
                        <a:pt x="5899" y="1527"/>
                      </a:cubicBezTo>
                      <a:cubicBezTo>
                        <a:pt x="5808" y="1418"/>
                        <a:pt x="5808" y="1309"/>
                        <a:pt x="5808" y="1309"/>
                      </a:cubicBezTo>
                      <a:cubicBezTo>
                        <a:pt x="5808" y="1309"/>
                        <a:pt x="5718" y="1200"/>
                        <a:pt x="5627" y="1200"/>
                      </a:cubicBezTo>
                      <a:cubicBezTo>
                        <a:pt x="5536" y="1091"/>
                        <a:pt x="5445" y="1200"/>
                        <a:pt x="5355" y="1200"/>
                      </a:cubicBezTo>
                      <a:cubicBezTo>
                        <a:pt x="5355" y="1200"/>
                        <a:pt x="5264" y="1309"/>
                        <a:pt x="5173" y="1309"/>
                      </a:cubicBezTo>
                      <a:cubicBezTo>
                        <a:pt x="5173" y="1309"/>
                        <a:pt x="5173" y="1418"/>
                        <a:pt x="5173" y="1527"/>
                      </a:cubicBezTo>
                      <a:cubicBezTo>
                        <a:pt x="5264" y="1636"/>
                        <a:pt x="5445" y="2073"/>
                        <a:pt x="5445" y="2073"/>
                      </a:cubicBezTo>
                      <a:cubicBezTo>
                        <a:pt x="5445" y="2073"/>
                        <a:pt x="5627" y="2291"/>
                        <a:pt x="5627" y="2291"/>
                      </a:cubicBezTo>
                      <a:cubicBezTo>
                        <a:pt x="5627" y="2291"/>
                        <a:pt x="5718" y="2509"/>
                        <a:pt x="5718" y="2509"/>
                      </a:cubicBezTo>
                      <a:cubicBezTo>
                        <a:pt x="5718" y="2509"/>
                        <a:pt x="5718" y="2509"/>
                        <a:pt x="5808" y="2618"/>
                      </a:cubicBezTo>
                      <a:cubicBezTo>
                        <a:pt x="5899" y="2618"/>
                        <a:pt x="5808" y="2618"/>
                        <a:pt x="5808" y="2618"/>
                      </a:cubicBezTo>
                      <a:cubicBezTo>
                        <a:pt x="5808" y="2727"/>
                        <a:pt x="5718" y="2836"/>
                        <a:pt x="5718" y="2945"/>
                      </a:cubicBezTo>
                      <a:cubicBezTo>
                        <a:pt x="5718" y="2945"/>
                        <a:pt x="5718" y="2836"/>
                        <a:pt x="5718" y="2945"/>
                      </a:cubicBezTo>
                      <a:cubicBezTo>
                        <a:pt x="5718" y="3164"/>
                        <a:pt x="5718" y="3382"/>
                        <a:pt x="5718" y="3382"/>
                      </a:cubicBezTo>
                      <a:cubicBezTo>
                        <a:pt x="5627" y="3600"/>
                        <a:pt x="5627" y="3600"/>
                        <a:pt x="5627" y="3600"/>
                      </a:cubicBezTo>
                      <a:cubicBezTo>
                        <a:pt x="5536" y="3709"/>
                        <a:pt x="5536" y="3709"/>
                        <a:pt x="5536" y="3709"/>
                      </a:cubicBezTo>
                      <a:cubicBezTo>
                        <a:pt x="5536" y="3709"/>
                        <a:pt x="5536" y="3709"/>
                        <a:pt x="5536" y="3709"/>
                      </a:cubicBezTo>
                      <a:cubicBezTo>
                        <a:pt x="5445" y="3709"/>
                        <a:pt x="5536" y="3600"/>
                        <a:pt x="5536" y="3600"/>
                      </a:cubicBezTo>
                      <a:cubicBezTo>
                        <a:pt x="5536" y="3491"/>
                        <a:pt x="5536" y="3491"/>
                        <a:pt x="5536" y="3491"/>
                      </a:cubicBezTo>
                      <a:cubicBezTo>
                        <a:pt x="5627" y="3273"/>
                        <a:pt x="5627" y="3273"/>
                        <a:pt x="5627" y="3273"/>
                      </a:cubicBezTo>
                      <a:cubicBezTo>
                        <a:pt x="5627" y="3273"/>
                        <a:pt x="5536" y="3164"/>
                        <a:pt x="5445" y="3164"/>
                      </a:cubicBezTo>
                      <a:cubicBezTo>
                        <a:pt x="5445" y="3055"/>
                        <a:pt x="5445" y="3164"/>
                        <a:pt x="5355" y="3164"/>
                      </a:cubicBezTo>
                      <a:cubicBezTo>
                        <a:pt x="5355" y="3164"/>
                        <a:pt x="5264" y="3382"/>
                        <a:pt x="5264" y="3382"/>
                      </a:cubicBezTo>
                      <a:cubicBezTo>
                        <a:pt x="5264" y="3382"/>
                        <a:pt x="5173" y="3382"/>
                        <a:pt x="5264" y="3273"/>
                      </a:cubicBezTo>
                      <a:cubicBezTo>
                        <a:pt x="5264" y="3273"/>
                        <a:pt x="5264" y="3055"/>
                        <a:pt x="5355" y="3055"/>
                      </a:cubicBezTo>
                      <a:cubicBezTo>
                        <a:pt x="5355" y="3055"/>
                        <a:pt x="5355" y="3055"/>
                        <a:pt x="5355" y="3055"/>
                      </a:cubicBezTo>
                      <a:cubicBezTo>
                        <a:pt x="5355" y="2945"/>
                        <a:pt x="5445" y="2945"/>
                        <a:pt x="5445" y="2836"/>
                      </a:cubicBezTo>
                      <a:cubicBezTo>
                        <a:pt x="5445" y="2727"/>
                        <a:pt x="5445" y="2727"/>
                        <a:pt x="5445" y="2618"/>
                      </a:cubicBezTo>
                      <a:cubicBezTo>
                        <a:pt x="5355" y="2618"/>
                        <a:pt x="5355" y="2509"/>
                        <a:pt x="5355" y="2400"/>
                      </a:cubicBezTo>
                      <a:cubicBezTo>
                        <a:pt x="5264" y="2400"/>
                        <a:pt x="5173" y="2509"/>
                        <a:pt x="5173" y="2509"/>
                      </a:cubicBezTo>
                      <a:cubicBezTo>
                        <a:pt x="5173" y="2618"/>
                        <a:pt x="5173" y="2618"/>
                        <a:pt x="5173" y="2618"/>
                      </a:cubicBezTo>
                      <a:cubicBezTo>
                        <a:pt x="5082" y="2727"/>
                        <a:pt x="5082" y="2727"/>
                        <a:pt x="4992" y="2836"/>
                      </a:cubicBezTo>
                      <a:cubicBezTo>
                        <a:pt x="4901" y="2945"/>
                        <a:pt x="4901" y="2945"/>
                        <a:pt x="4901" y="2945"/>
                      </a:cubicBezTo>
                      <a:cubicBezTo>
                        <a:pt x="4901" y="2945"/>
                        <a:pt x="4992" y="2727"/>
                        <a:pt x="4992" y="2727"/>
                      </a:cubicBezTo>
                      <a:cubicBezTo>
                        <a:pt x="4992" y="2727"/>
                        <a:pt x="5082" y="2618"/>
                        <a:pt x="4992" y="2618"/>
                      </a:cubicBezTo>
                      <a:cubicBezTo>
                        <a:pt x="4992" y="2618"/>
                        <a:pt x="4992" y="2618"/>
                        <a:pt x="4992" y="2509"/>
                      </a:cubicBezTo>
                      <a:cubicBezTo>
                        <a:pt x="4992" y="2509"/>
                        <a:pt x="4992" y="2400"/>
                        <a:pt x="4992" y="2400"/>
                      </a:cubicBezTo>
                      <a:cubicBezTo>
                        <a:pt x="4992" y="2400"/>
                        <a:pt x="5082" y="2400"/>
                        <a:pt x="4992" y="2400"/>
                      </a:cubicBezTo>
                      <a:cubicBezTo>
                        <a:pt x="4901" y="2400"/>
                        <a:pt x="4901" y="2400"/>
                        <a:pt x="4901" y="2400"/>
                      </a:cubicBezTo>
                      <a:cubicBezTo>
                        <a:pt x="4901" y="2400"/>
                        <a:pt x="4810" y="2400"/>
                        <a:pt x="4810" y="2400"/>
                      </a:cubicBezTo>
                      <a:cubicBezTo>
                        <a:pt x="4810" y="2291"/>
                        <a:pt x="4901" y="2291"/>
                        <a:pt x="4901" y="2291"/>
                      </a:cubicBezTo>
                      <a:cubicBezTo>
                        <a:pt x="4901" y="2182"/>
                        <a:pt x="4992" y="2073"/>
                        <a:pt x="4992" y="2073"/>
                      </a:cubicBezTo>
                      <a:cubicBezTo>
                        <a:pt x="4992" y="2073"/>
                        <a:pt x="4901" y="1964"/>
                        <a:pt x="4901" y="1964"/>
                      </a:cubicBezTo>
                      <a:cubicBezTo>
                        <a:pt x="4810" y="1855"/>
                        <a:pt x="4810" y="1745"/>
                        <a:pt x="4810" y="1745"/>
                      </a:cubicBezTo>
                      <a:cubicBezTo>
                        <a:pt x="4810" y="1745"/>
                        <a:pt x="4810" y="1964"/>
                        <a:pt x="4810" y="1636"/>
                      </a:cubicBezTo>
                      <a:cubicBezTo>
                        <a:pt x="4719" y="1309"/>
                        <a:pt x="4719" y="1309"/>
                        <a:pt x="4719" y="1309"/>
                      </a:cubicBezTo>
                      <a:cubicBezTo>
                        <a:pt x="4629" y="1200"/>
                        <a:pt x="4629" y="1200"/>
                        <a:pt x="4629" y="1200"/>
                      </a:cubicBezTo>
                      <a:cubicBezTo>
                        <a:pt x="4629" y="1200"/>
                        <a:pt x="4629" y="1091"/>
                        <a:pt x="4538" y="1091"/>
                      </a:cubicBezTo>
                      <a:cubicBezTo>
                        <a:pt x="4538" y="982"/>
                        <a:pt x="4356" y="873"/>
                        <a:pt x="4356" y="873"/>
                      </a:cubicBezTo>
                      <a:cubicBezTo>
                        <a:pt x="4356" y="764"/>
                        <a:pt x="4356" y="764"/>
                        <a:pt x="4356" y="764"/>
                      </a:cubicBezTo>
                      <a:cubicBezTo>
                        <a:pt x="4356" y="764"/>
                        <a:pt x="4356" y="655"/>
                        <a:pt x="4356" y="655"/>
                      </a:cubicBezTo>
                      <a:cubicBezTo>
                        <a:pt x="4266" y="655"/>
                        <a:pt x="4175" y="545"/>
                        <a:pt x="4175" y="655"/>
                      </a:cubicBezTo>
                      <a:cubicBezTo>
                        <a:pt x="4175" y="764"/>
                        <a:pt x="4175" y="764"/>
                        <a:pt x="4175" y="873"/>
                      </a:cubicBezTo>
                      <a:cubicBezTo>
                        <a:pt x="4084" y="873"/>
                        <a:pt x="3903" y="873"/>
                        <a:pt x="3903" y="873"/>
                      </a:cubicBezTo>
                      <a:cubicBezTo>
                        <a:pt x="3903" y="873"/>
                        <a:pt x="3903" y="982"/>
                        <a:pt x="3903" y="982"/>
                      </a:cubicBezTo>
                      <a:cubicBezTo>
                        <a:pt x="3721" y="1091"/>
                        <a:pt x="3721" y="1091"/>
                        <a:pt x="3721" y="1091"/>
                      </a:cubicBezTo>
                      <a:cubicBezTo>
                        <a:pt x="3721" y="1091"/>
                        <a:pt x="3721" y="982"/>
                        <a:pt x="3721" y="1091"/>
                      </a:cubicBezTo>
                      <a:cubicBezTo>
                        <a:pt x="3812" y="1200"/>
                        <a:pt x="3812" y="1309"/>
                        <a:pt x="3812" y="1418"/>
                      </a:cubicBezTo>
                      <a:cubicBezTo>
                        <a:pt x="3812" y="1418"/>
                        <a:pt x="3993" y="1527"/>
                        <a:pt x="3903" y="1527"/>
                      </a:cubicBezTo>
                      <a:cubicBezTo>
                        <a:pt x="3903" y="1527"/>
                        <a:pt x="3721" y="1527"/>
                        <a:pt x="3721" y="1527"/>
                      </a:cubicBezTo>
                      <a:cubicBezTo>
                        <a:pt x="3721" y="1527"/>
                        <a:pt x="3630" y="1418"/>
                        <a:pt x="3630" y="1309"/>
                      </a:cubicBezTo>
                      <a:cubicBezTo>
                        <a:pt x="3630" y="1309"/>
                        <a:pt x="3539" y="1200"/>
                        <a:pt x="3449" y="1200"/>
                      </a:cubicBezTo>
                      <a:cubicBezTo>
                        <a:pt x="3449" y="1200"/>
                        <a:pt x="3358" y="1200"/>
                        <a:pt x="3267" y="1309"/>
                      </a:cubicBezTo>
                      <a:cubicBezTo>
                        <a:pt x="3267" y="1418"/>
                        <a:pt x="3267" y="1309"/>
                        <a:pt x="3267" y="1527"/>
                      </a:cubicBezTo>
                      <a:cubicBezTo>
                        <a:pt x="3267" y="1745"/>
                        <a:pt x="3267" y="1964"/>
                        <a:pt x="3267" y="1964"/>
                      </a:cubicBezTo>
                      <a:cubicBezTo>
                        <a:pt x="3267" y="1964"/>
                        <a:pt x="3358" y="2073"/>
                        <a:pt x="3449" y="2182"/>
                      </a:cubicBezTo>
                      <a:cubicBezTo>
                        <a:pt x="3449" y="2182"/>
                        <a:pt x="3539" y="2509"/>
                        <a:pt x="3539" y="2509"/>
                      </a:cubicBezTo>
                      <a:cubicBezTo>
                        <a:pt x="3539" y="2618"/>
                        <a:pt x="3630" y="2727"/>
                        <a:pt x="3630" y="2727"/>
                      </a:cubicBezTo>
                      <a:cubicBezTo>
                        <a:pt x="3630" y="2727"/>
                        <a:pt x="3176" y="2509"/>
                        <a:pt x="3176" y="2400"/>
                      </a:cubicBezTo>
                      <a:cubicBezTo>
                        <a:pt x="3176" y="2291"/>
                        <a:pt x="3176" y="2073"/>
                        <a:pt x="3086" y="2073"/>
                      </a:cubicBezTo>
                      <a:cubicBezTo>
                        <a:pt x="3086" y="2073"/>
                        <a:pt x="3086" y="1964"/>
                        <a:pt x="2995" y="2073"/>
                      </a:cubicBezTo>
                      <a:cubicBezTo>
                        <a:pt x="2904" y="2073"/>
                        <a:pt x="2904" y="2073"/>
                        <a:pt x="2813" y="2073"/>
                      </a:cubicBezTo>
                      <a:cubicBezTo>
                        <a:pt x="2813" y="2182"/>
                        <a:pt x="2813" y="2291"/>
                        <a:pt x="2813" y="2291"/>
                      </a:cubicBezTo>
                      <a:cubicBezTo>
                        <a:pt x="2813" y="2291"/>
                        <a:pt x="2813" y="2400"/>
                        <a:pt x="2813" y="2509"/>
                      </a:cubicBezTo>
                      <a:cubicBezTo>
                        <a:pt x="2904" y="2727"/>
                        <a:pt x="2904" y="2727"/>
                        <a:pt x="2904" y="2836"/>
                      </a:cubicBezTo>
                      <a:cubicBezTo>
                        <a:pt x="2995" y="2945"/>
                        <a:pt x="3086" y="2945"/>
                        <a:pt x="3086" y="3055"/>
                      </a:cubicBezTo>
                      <a:cubicBezTo>
                        <a:pt x="3086" y="3055"/>
                        <a:pt x="3176" y="3164"/>
                        <a:pt x="3176" y="3164"/>
                      </a:cubicBezTo>
                      <a:cubicBezTo>
                        <a:pt x="3176" y="3164"/>
                        <a:pt x="3086" y="3382"/>
                        <a:pt x="3086" y="3382"/>
                      </a:cubicBezTo>
                      <a:cubicBezTo>
                        <a:pt x="3086" y="3491"/>
                        <a:pt x="2995" y="3600"/>
                        <a:pt x="2995" y="3600"/>
                      </a:cubicBezTo>
                      <a:cubicBezTo>
                        <a:pt x="2995" y="3600"/>
                        <a:pt x="3176" y="3709"/>
                        <a:pt x="3176" y="3709"/>
                      </a:cubicBezTo>
                      <a:cubicBezTo>
                        <a:pt x="3176" y="3709"/>
                        <a:pt x="3267" y="3818"/>
                        <a:pt x="3176" y="3927"/>
                      </a:cubicBezTo>
                      <a:cubicBezTo>
                        <a:pt x="3086" y="3927"/>
                        <a:pt x="3086" y="3927"/>
                        <a:pt x="2995" y="3927"/>
                      </a:cubicBezTo>
                      <a:cubicBezTo>
                        <a:pt x="2995" y="3818"/>
                        <a:pt x="2904" y="3927"/>
                        <a:pt x="2904" y="3709"/>
                      </a:cubicBezTo>
                      <a:cubicBezTo>
                        <a:pt x="2995" y="3600"/>
                        <a:pt x="2995" y="3491"/>
                        <a:pt x="2995" y="3491"/>
                      </a:cubicBezTo>
                      <a:cubicBezTo>
                        <a:pt x="2904" y="3491"/>
                        <a:pt x="2813" y="3273"/>
                        <a:pt x="2813" y="3273"/>
                      </a:cubicBezTo>
                      <a:cubicBezTo>
                        <a:pt x="2813" y="3273"/>
                        <a:pt x="2995" y="3600"/>
                        <a:pt x="2723" y="3055"/>
                      </a:cubicBezTo>
                      <a:cubicBezTo>
                        <a:pt x="2541" y="2618"/>
                        <a:pt x="2541" y="2618"/>
                        <a:pt x="2541" y="2618"/>
                      </a:cubicBezTo>
                      <a:cubicBezTo>
                        <a:pt x="2541" y="2400"/>
                        <a:pt x="2541" y="2400"/>
                        <a:pt x="2541" y="2400"/>
                      </a:cubicBezTo>
                      <a:cubicBezTo>
                        <a:pt x="2541" y="2400"/>
                        <a:pt x="2450" y="2400"/>
                        <a:pt x="2450" y="2400"/>
                      </a:cubicBezTo>
                      <a:cubicBezTo>
                        <a:pt x="2450" y="2400"/>
                        <a:pt x="2360" y="2291"/>
                        <a:pt x="2360" y="2291"/>
                      </a:cubicBezTo>
                      <a:cubicBezTo>
                        <a:pt x="2360" y="2291"/>
                        <a:pt x="2178" y="2291"/>
                        <a:pt x="2178" y="2291"/>
                      </a:cubicBezTo>
                      <a:cubicBezTo>
                        <a:pt x="2178" y="2400"/>
                        <a:pt x="2178" y="2400"/>
                        <a:pt x="2178" y="2509"/>
                      </a:cubicBezTo>
                      <a:cubicBezTo>
                        <a:pt x="2087" y="2509"/>
                        <a:pt x="2087" y="2727"/>
                        <a:pt x="2087" y="2727"/>
                      </a:cubicBezTo>
                      <a:cubicBezTo>
                        <a:pt x="1997" y="2727"/>
                        <a:pt x="1997" y="2945"/>
                        <a:pt x="1997" y="2945"/>
                      </a:cubicBezTo>
                      <a:cubicBezTo>
                        <a:pt x="1997" y="2945"/>
                        <a:pt x="2087" y="2945"/>
                        <a:pt x="2087" y="3055"/>
                      </a:cubicBezTo>
                      <a:cubicBezTo>
                        <a:pt x="2178" y="3164"/>
                        <a:pt x="2178" y="3273"/>
                        <a:pt x="2178" y="3273"/>
                      </a:cubicBezTo>
                      <a:cubicBezTo>
                        <a:pt x="2178" y="3273"/>
                        <a:pt x="2087" y="3164"/>
                        <a:pt x="2087" y="3164"/>
                      </a:cubicBezTo>
                      <a:cubicBezTo>
                        <a:pt x="1997" y="3164"/>
                        <a:pt x="1997" y="3164"/>
                        <a:pt x="1997" y="3164"/>
                      </a:cubicBezTo>
                      <a:cubicBezTo>
                        <a:pt x="1906" y="3273"/>
                        <a:pt x="1906" y="3273"/>
                        <a:pt x="1906" y="3273"/>
                      </a:cubicBezTo>
                      <a:cubicBezTo>
                        <a:pt x="1906" y="3273"/>
                        <a:pt x="1906" y="3273"/>
                        <a:pt x="1906" y="3273"/>
                      </a:cubicBezTo>
                      <a:cubicBezTo>
                        <a:pt x="1906" y="3273"/>
                        <a:pt x="1906" y="3491"/>
                        <a:pt x="1906" y="3491"/>
                      </a:cubicBezTo>
                      <a:cubicBezTo>
                        <a:pt x="1906" y="3491"/>
                        <a:pt x="1997" y="3600"/>
                        <a:pt x="1997" y="3600"/>
                      </a:cubicBezTo>
                      <a:cubicBezTo>
                        <a:pt x="1997" y="3600"/>
                        <a:pt x="1997" y="3709"/>
                        <a:pt x="1997" y="3709"/>
                      </a:cubicBezTo>
                      <a:cubicBezTo>
                        <a:pt x="1997" y="3709"/>
                        <a:pt x="2087" y="3818"/>
                        <a:pt x="2087" y="3818"/>
                      </a:cubicBezTo>
                      <a:cubicBezTo>
                        <a:pt x="2087" y="3927"/>
                        <a:pt x="2087" y="3927"/>
                        <a:pt x="2087" y="3927"/>
                      </a:cubicBezTo>
                      <a:cubicBezTo>
                        <a:pt x="2087" y="3927"/>
                        <a:pt x="2087" y="3927"/>
                        <a:pt x="2087" y="3927"/>
                      </a:cubicBezTo>
                      <a:cubicBezTo>
                        <a:pt x="1997" y="3927"/>
                        <a:pt x="2087" y="4036"/>
                        <a:pt x="1997" y="3927"/>
                      </a:cubicBezTo>
                      <a:cubicBezTo>
                        <a:pt x="1906" y="3818"/>
                        <a:pt x="1906" y="3927"/>
                        <a:pt x="1815" y="3818"/>
                      </a:cubicBezTo>
                      <a:cubicBezTo>
                        <a:pt x="1815" y="3600"/>
                        <a:pt x="1815" y="3600"/>
                        <a:pt x="1815" y="3600"/>
                      </a:cubicBezTo>
                      <a:cubicBezTo>
                        <a:pt x="1815" y="3600"/>
                        <a:pt x="1906" y="3491"/>
                        <a:pt x="1724" y="3382"/>
                      </a:cubicBezTo>
                      <a:cubicBezTo>
                        <a:pt x="1634" y="3164"/>
                        <a:pt x="1634" y="3055"/>
                        <a:pt x="1634" y="3055"/>
                      </a:cubicBezTo>
                      <a:cubicBezTo>
                        <a:pt x="1634" y="3055"/>
                        <a:pt x="1543" y="2945"/>
                        <a:pt x="1452" y="2945"/>
                      </a:cubicBezTo>
                      <a:cubicBezTo>
                        <a:pt x="1452" y="3055"/>
                        <a:pt x="1452" y="3055"/>
                        <a:pt x="1361" y="3055"/>
                      </a:cubicBezTo>
                      <a:cubicBezTo>
                        <a:pt x="1271" y="3164"/>
                        <a:pt x="1271" y="3164"/>
                        <a:pt x="1180" y="3164"/>
                      </a:cubicBezTo>
                      <a:cubicBezTo>
                        <a:pt x="1180" y="3164"/>
                        <a:pt x="998" y="3164"/>
                        <a:pt x="998" y="3164"/>
                      </a:cubicBezTo>
                      <a:cubicBezTo>
                        <a:pt x="998" y="3164"/>
                        <a:pt x="998" y="3164"/>
                        <a:pt x="817" y="3273"/>
                      </a:cubicBezTo>
                      <a:cubicBezTo>
                        <a:pt x="726" y="3491"/>
                        <a:pt x="635" y="3491"/>
                        <a:pt x="726" y="3491"/>
                      </a:cubicBezTo>
                      <a:cubicBezTo>
                        <a:pt x="817" y="3600"/>
                        <a:pt x="998" y="3600"/>
                        <a:pt x="998" y="3600"/>
                      </a:cubicBezTo>
                      <a:cubicBezTo>
                        <a:pt x="998" y="3600"/>
                        <a:pt x="1089" y="3600"/>
                        <a:pt x="1180" y="3709"/>
                      </a:cubicBezTo>
                      <a:cubicBezTo>
                        <a:pt x="1271" y="3709"/>
                        <a:pt x="1452" y="3927"/>
                        <a:pt x="1452" y="3927"/>
                      </a:cubicBezTo>
                      <a:cubicBezTo>
                        <a:pt x="1634" y="4255"/>
                        <a:pt x="1634" y="4255"/>
                        <a:pt x="1634" y="4255"/>
                      </a:cubicBezTo>
                      <a:cubicBezTo>
                        <a:pt x="1634" y="4255"/>
                        <a:pt x="1634" y="4364"/>
                        <a:pt x="1634" y="4364"/>
                      </a:cubicBezTo>
                      <a:cubicBezTo>
                        <a:pt x="1634" y="4364"/>
                        <a:pt x="1634" y="4364"/>
                        <a:pt x="1634" y="4473"/>
                      </a:cubicBezTo>
                      <a:cubicBezTo>
                        <a:pt x="1634" y="4473"/>
                        <a:pt x="1634" y="4582"/>
                        <a:pt x="1634" y="4582"/>
                      </a:cubicBezTo>
                      <a:cubicBezTo>
                        <a:pt x="1634" y="4582"/>
                        <a:pt x="1724" y="4691"/>
                        <a:pt x="1815" y="4800"/>
                      </a:cubicBezTo>
                      <a:cubicBezTo>
                        <a:pt x="1906" y="4800"/>
                        <a:pt x="1906" y="4800"/>
                        <a:pt x="1997" y="4800"/>
                      </a:cubicBezTo>
                      <a:cubicBezTo>
                        <a:pt x="2087" y="4800"/>
                        <a:pt x="1997" y="4800"/>
                        <a:pt x="2087" y="4800"/>
                      </a:cubicBezTo>
                      <a:cubicBezTo>
                        <a:pt x="2269" y="4691"/>
                        <a:pt x="2269" y="4691"/>
                        <a:pt x="2269" y="4691"/>
                      </a:cubicBezTo>
                      <a:cubicBezTo>
                        <a:pt x="2269" y="4691"/>
                        <a:pt x="2269" y="4691"/>
                        <a:pt x="2360" y="4691"/>
                      </a:cubicBezTo>
                      <a:cubicBezTo>
                        <a:pt x="2541" y="4691"/>
                        <a:pt x="2450" y="4800"/>
                        <a:pt x="2541" y="4800"/>
                      </a:cubicBezTo>
                      <a:cubicBezTo>
                        <a:pt x="2541" y="4691"/>
                        <a:pt x="2723" y="4691"/>
                        <a:pt x="2723" y="4691"/>
                      </a:cubicBezTo>
                      <a:cubicBezTo>
                        <a:pt x="2813" y="4691"/>
                        <a:pt x="2813" y="4582"/>
                        <a:pt x="2904" y="4691"/>
                      </a:cubicBezTo>
                      <a:cubicBezTo>
                        <a:pt x="2904" y="4800"/>
                        <a:pt x="2904" y="4800"/>
                        <a:pt x="2904" y="4909"/>
                      </a:cubicBezTo>
                      <a:cubicBezTo>
                        <a:pt x="2995" y="4909"/>
                        <a:pt x="3086" y="5018"/>
                        <a:pt x="3086" y="5018"/>
                      </a:cubicBezTo>
                      <a:cubicBezTo>
                        <a:pt x="3267" y="5018"/>
                        <a:pt x="3267" y="5018"/>
                        <a:pt x="3267" y="5018"/>
                      </a:cubicBezTo>
                      <a:cubicBezTo>
                        <a:pt x="3267" y="5018"/>
                        <a:pt x="3267" y="4909"/>
                        <a:pt x="3358" y="4909"/>
                      </a:cubicBezTo>
                      <a:cubicBezTo>
                        <a:pt x="3358" y="4800"/>
                        <a:pt x="3449" y="4691"/>
                        <a:pt x="3449" y="4691"/>
                      </a:cubicBezTo>
                      <a:cubicBezTo>
                        <a:pt x="3449" y="4691"/>
                        <a:pt x="3358" y="4691"/>
                        <a:pt x="3449" y="4800"/>
                      </a:cubicBezTo>
                      <a:cubicBezTo>
                        <a:pt x="3539" y="4800"/>
                        <a:pt x="3539" y="4800"/>
                        <a:pt x="3630" y="4909"/>
                      </a:cubicBezTo>
                      <a:cubicBezTo>
                        <a:pt x="3630" y="4909"/>
                        <a:pt x="3812" y="4800"/>
                        <a:pt x="3812" y="4800"/>
                      </a:cubicBezTo>
                      <a:cubicBezTo>
                        <a:pt x="3903" y="4800"/>
                        <a:pt x="3903" y="4800"/>
                        <a:pt x="3903" y="4800"/>
                      </a:cubicBezTo>
                      <a:cubicBezTo>
                        <a:pt x="3903" y="4800"/>
                        <a:pt x="3812" y="4909"/>
                        <a:pt x="3903" y="4909"/>
                      </a:cubicBezTo>
                      <a:cubicBezTo>
                        <a:pt x="3903" y="4909"/>
                        <a:pt x="3812" y="4909"/>
                        <a:pt x="3903" y="4909"/>
                      </a:cubicBezTo>
                      <a:cubicBezTo>
                        <a:pt x="3993" y="4909"/>
                        <a:pt x="4084" y="4800"/>
                        <a:pt x="4084" y="4800"/>
                      </a:cubicBezTo>
                      <a:cubicBezTo>
                        <a:pt x="4084" y="4800"/>
                        <a:pt x="3993" y="4909"/>
                        <a:pt x="3993" y="5018"/>
                      </a:cubicBezTo>
                      <a:cubicBezTo>
                        <a:pt x="3993" y="5018"/>
                        <a:pt x="3993" y="5127"/>
                        <a:pt x="3993" y="5127"/>
                      </a:cubicBezTo>
                      <a:cubicBezTo>
                        <a:pt x="3993" y="5127"/>
                        <a:pt x="3993" y="5236"/>
                        <a:pt x="4084" y="5345"/>
                      </a:cubicBezTo>
                      <a:cubicBezTo>
                        <a:pt x="4175" y="5345"/>
                        <a:pt x="4266" y="5345"/>
                        <a:pt x="4266" y="5345"/>
                      </a:cubicBezTo>
                      <a:cubicBezTo>
                        <a:pt x="4266" y="5345"/>
                        <a:pt x="4447" y="5345"/>
                        <a:pt x="4447" y="5345"/>
                      </a:cubicBezTo>
                      <a:cubicBezTo>
                        <a:pt x="4447" y="5455"/>
                        <a:pt x="4447" y="5345"/>
                        <a:pt x="4447" y="5455"/>
                      </a:cubicBezTo>
                      <a:cubicBezTo>
                        <a:pt x="4447" y="5455"/>
                        <a:pt x="4538" y="5345"/>
                        <a:pt x="4538" y="5345"/>
                      </a:cubicBezTo>
                      <a:cubicBezTo>
                        <a:pt x="4629" y="5345"/>
                        <a:pt x="4719" y="5345"/>
                        <a:pt x="4719" y="5345"/>
                      </a:cubicBezTo>
                      <a:cubicBezTo>
                        <a:pt x="4719" y="5455"/>
                        <a:pt x="4629" y="5564"/>
                        <a:pt x="4629" y="5564"/>
                      </a:cubicBezTo>
                      <a:cubicBezTo>
                        <a:pt x="4629" y="5564"/>
                        <a:pt x="4629" y="5564"/>
                        <a:pt x="4629" y="5673"/>
                      </a:cubicBezTo>
                      <a:cubicBezTo>
                        <a:pt x="4629" y="5673"/>
                        <a:pt x="4810" y="5673"/>
                        <a:pt x="4810" y="5673"/>
                      </a:cubicBezTo>
                      <a:cubicBezTo>
                        <a:pt x="4810" y="5673"/>
                        <a:pt x="4810" y="5564"/>
                        <a:pt x="4901" y="5673"/>
                      </a:cubicBezTo>
                      <a:cubicBezTo>
                        <a:pt x="4901" y="5782"/>
                        <a:pt x="4901" y="5782"/>
                        <a:pt x="4901" y="5782"/>
                      </a:cubicBezTo>
                      <a:cubicBezTo>
                        <a:pt x="4810" y="5782"/>
                        <a:pt x="4810" y="5673"/>
                        <a:pt x="4810" y="5891"/>
                      </a:cubicBezTo>
                      <a:cubicBezTo>
                        <a:pt x="4719" y="6000"/>
                        <a:pt x="4810" y="6109"/>
                        <a:pt x="4810" y="6109"/>
                      </a:cubicBezTo>
                      <a:cubicBezTo>
                        <a:pt x="4901" y="6327"/>
                        <a:pt x="4901" y="6327"/>
                        <a:pt x="4901" y="6327"/>
                      </a:cubicBezTo>
                      <a:cubicBezTo>
                        <a:pt x="4901" y="6327"/>
                        <a:pt x="4992" y="6327"/>
                        <a:pt x="5082" y="6327"/>
                      </a:cubicBezTo>
                      <a:cubicBezTo>
                        <a:pt x="5082" y="6327"/>
                        <a:pt x="5082" y="6327"/>
                        <a:pt x="5082" y="6327"/>
                      </a:cubicBezTo>
                      <a:cubicBezTo>
                        <a:pt x="5173" y="6218"/>
                        <a:pt x="5173" y="6218"/>
                        <a:pt x="5264" y="6218"/>
                      </a:cubicBezTo>
                      <a:cubicBezTo>
                        <a:pt x="5264" y="6218"/>
                        <a:pt x="5355" y="6327"/>
                        <a:pt x="5355" y="6327"/>
                      </a:cubicBezTo>
                      <a:cubicBezTo>
                        <a:pt x="5355" y="6436"/>
                        <a:pt x="5355" y="6436"/>
                        <a:pt x="5355" y="6436"/>
                      </a:cubicBezTo>
                      <a:cubicBezTo>
                        <a:pt x="5355" y="6436"/>
                        <a:pt x="5355" y="6545"/>
                        <a:pt x="5355" y="6545"/>
                      </a:cubicBezTo>
                      <a:cubicBezTo>
                        <a:pt x="5445" y="6655"/>
                        <a:pt x="5536" y="6655"/>
                        <a:pt x="5536" y="6655"/>
                      </a:cubicBezTo>
                      <a:cubicBezTo>
                        <a:pt x="5536" y="6655"/>
                        <a:pt x="5536" y="6655"/>
                        <a:pt x="5536" y="6764"/>
                      </a:cubicBezTo>
                      <a:cubicBezTo>
                        <a:pt x="5627" y="6873"/>
                        <a:pt x="5808" y="6982"/>
                        <a:pt x="5808" y="6982"/>
                      </a:cubicBezTo>
                      <a:cubicBezTo>
                        <a:pt x="5808" y="6982"/>
                        <a:pt x="5536" y="6873"/>
                        <a:pt x="5536" y="6873"/>
                      </a:cubicBezTo>
                      <a:cubicBezTo>
                        <a:pt x="5445" y="6873"/>
                        <a:pt x="5264" y="6873"/>
                        <a:pt x="5264" y="6873"/>
                      </a:cubicBezTo>
                      <a:cubicBezTo>
                        <a:pt x="5173" y="6873"/>
                        <a:pt x="4992" y="6873"/>
                        <a:pt x="4992" y="6873"/>
                      </a:cubicBezTo>
                      <a:cubicBezTo>
                        <a:pt x="4719" y="6982"/>
                        <a:pt x="4719" y="6982"/>
                        <a:pt x="4719" y="6982"/>
                      </a:cubicBezTo>
                      <a:cubicBezTo>
                        <a:pt x="4719" y="6982"/>
                        <a:pt x="4538" y="7091"/>
                        <a:pt x="4447" y="7091"/>
                      </a:cubicBezTo>
                      <a:cubicBezTo>
                        <a:pt x="4447" y="7091"/>
                        <a:pt x="4356" y="7091"/>
                        <a:pt x="4266" y="7091"/>
                      </a:cubicBezTo>
                      <a:cubicBezTo>
                        <a:pt x="4266" y="7200"/>
                        <a:pt x="4175" y="7200"/>
                        <a:pt x="4084" y="7200"/>
                      </a:cubicBezTo>
                      <a:cubicBezTo>
                        <a:pt x="4084" y="7200"/>
                        <a:pt x="3903" y="7200"/>
                        <a:pt x="3812" y="7200"/>
                      </a:cubicBezTo>
                      <a:cubicBezTo>
                        <a:pt x="3812" y="7200"/>
                        <a:pt x="3721" y="7200"/>
                        <a:pt x="3721" y="7200"/>
                      </a:cubicBezTo>
                      <a:cubicBezTo>
                        <a:pt x="3449" y="7309"/>
                        <a:pt x="3449" y="7309"/>
                        <a:pt x="3449" y="7309"/>
                      </a:cubicBezTo>
                      <a:cubicBezTo>
                        <a:pt x="3539" y="7418"/>
                        <a:pt x="3539" y="7418"/>
                        <a:pt x="3539" y="7418"/>
                      </a:cubicBezTo>
                      <a:cubicBezTo>
                        <a:pt x="3721" y="7527"/>
                        <a:pt x="3721" y="7527"/>
                        <a:pt x="3721" y="7527"/>
                      </a:cubicBezTo>
                      <a:cubicBezTo>
                        <a:pt x="3721" y="7527"/>
                        <a:pt x="3721" y="7527"/>
                        <a:pt x="3721" y="7527"/>
                      </a:cubicBezTo>
                      <a:cubicBezTo>
                        <a:pt x="3812" y="7527"/>
                        <a:pt x="3903" y="7636"/>
                        <a:pt x="3903" y="7636"/>
                      </a:cubicBezTo>
                      <a:cubicBezTo>
                        <a:pt x="3903" y="7636"/>
                        <a:pt x="3993" y="7745"/>
                        <a:pt x="4084" y="7855"/>
                      </a:cubicBezTo>
                      <a:cubicBezTo>
                        <a:pt x="4084" y="7855"/>
                        <a:pt x="4175" y="7964"/>
                        <a:pt x="4175" y="7964"/>
                      </a:cubicBezTo>
                      <a:lnTo>
                        <a:pt x="4356" y="8073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38" name="Shape">
                  <a:extLst>
                    <a:ext uri="{FF2B5EF4-FFF2-40B4-BE49-F238E27FC236}">
                      <a16:creationId xmlns:a16="http://schemas.microsoft.com/office/drawing/2014/main" id="{E2ADC349-2EA2-4521-9577-397942455145}"/>
                    </a:ext>
                  </a:extLst>
                </p:cNvPr>
                <p:cNvSpPr/>
                <p:nvPr/>
              </p:nvSpPr>
              <p:spPr>
                <a:xfrm>
                  <a:off x="3576485" y="3492212"/>
                  <a:ext cx="1221092" cy="99454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8" h="21542" extrusionOk="0">
                      <a:moveTo>
                        <a:pt x="9511" y="1626"/>
                      </a:moveTo>
                      <a:cubicBezTo>
                        <a:pt x="9634" y="1626"/>
                        <a:pt x="10186" y="1114"/>
                        <a:pt x="10186" y="1114"/>
                      </a:cubicBezTo>
                      <a:cubicBezTo>
                        <a:pt x="10186" y="1114"/>
                        <a:pt x="10493" y="1260"/>
                        <a:pt x="10677" y="1187"/>
                      </a:cubicBezTo>
                      <a:cubicBezTo>
                        <a:pt x="10861" y="1187"/>
                        <a:pt x="11475" y="1114"/>
                        <a:pt x="11475" y="1114"/>
                      </a:cubicBezTo>
                      <a:cubicBezTo>
                        <a:pt x="11475" y="1114"/>
                        <a:pt x="11782" y="1114"/>
                        <a:pt x="11905" y="1114"/>
                      </a:cubicBezTo>
                      <a:cubicBezTo>
                        <a:pt x="12027" y="1114"/>
                        <a:pt x="12580" y="1040"/>
                        <a:pt x="12702" y="1040"/>
                      </a:cubicBezTo>
                      <a:cubicBezTo>
                        <a:pt x="12825" y="1040"/>
                        <a:pt x="13193" y="967"/>
                        <a:pt x="13255" y="894"/>
                      </a:cubicBezTo>
                      <a:cubicBezTo>
                        <a:pt x="13377" y="894"/>
                        <a:pt x="14114" y="821"/>
                        <a:pt x="14175" y="821"/>
                      </a:cubicBezTo>
                      <a:cubicBezTo>
                        <a:pt x="14298" y="821"/>
                        <a:pt x="15464" y="674"/>
                        <a:pt x="15464" y="674"/>
                      </a:cubicBezTo>
                      <a:cubicBezTo>
                        <a:pt x="15955" y="308"/>
                        <a:pt x="15955" y="308"/>
                        <a:pt x="15955" y="308"/>
                      </a:cubicBezTo>
                      <a:cubicBezTo>
                        <a:pt x="16507" y="162"/>
                        <a:pt x="16507" y="162"/>
                        <a:pt x="16507" y="162"/>
                      </a:cubicBezTo>
                      <a:cubicBezTo>
                        <a:pt x="16507" y="162"/>
                        <a:pt x="16691" y="-58"/>
                        <a:pt x="16691" y="15"/>
                      </a:cubicBezTo>
                      <a:cubicBezTo>
                        <a:pt x="16752" y="162"/>
                        <a:pt x="16875" y="381"/>
                        <a:pt x="16875" y="381"/>
                      </a:cubicBezTo>
                      <a:cubicBezTo>
                        <a:pt x="16875" y="381"/>
                        <a:pt x="17550" y="381"/>
                        <a:pt x="17550" y="381"/>
                      </a:cubicBezTo>
                      <a:cubicBezTo>
                        <a:pt x="17550" y="455"/>
                        <a:pt x="17734" y="894"/>
                        <a:pt x="17734" y="894"/>
                      </a:cubicBezTo>
                      <a:cubicBezTo>
                        <a:pt x="17918" y="1114"/>
                        <a:pt x="17918" y="1114"/>
                        <a:pt x="17918" y="1114"/>
                      </a:cubicBezTo>
                      <a:cubicBezTo>
                        <a:pt x="17918" y="1114"/>
                        <a:pt x="17980" y="1480"/>
                        <a:pt x="17980" y="1699"/>
                      </a:cubicBezTo>
                      <a:cubicBezTo>
                        <a:pt x="18041" y="1846"/>
                        <a:pt x="18470" y="2724"/>
                        <a:pt x="18470" y="2724"/>
                      </a:cubicBezTo>
                      <a:cubicBezTo>
                        <a:pt x="18777" y="3530"/>
                        <a:pt x="18777" y="3530"/>
                        <a:pt x="18777" y="3530"/>
                      </a:cubicBezTo>
                      <a:cubicBezTo>
                        <a:pt x="19268" y="4335"/>
                        <a:pt x="19268" y="4335"/>
                        <a:pt x="19268" y="4335"/>
                      </a:cubicBezTo>
                      <a:cubicBezTo>
                        <a:pt x="19330" y="4921"/>
                        <a:pt x="19330" y="4921"/>
                        <a:pt x="19330" y="4921"/>
                      </a:cubicBezTo>
                      <a:cubicBezTo>
                        <a:pt x="19330" y="4921"/>
                        <a:pt x="19514" y="5141"/>
                        <a:pt x="19514" y="5287"/>
                      </a:cubicBezTo>
                      <a:cubicBezTo>
                        <a:pt x="19514" y="5360"/>
                        <a:pt x="19514" y="5580"/>
                        <a:pt x="19514" y="5653"/>
                      </a:cubicBezTo>
                      <a:cubicBezTo>
                        <a:pt x="19575" y="5653"/>
                        <a:pt x="19636" y="6019"/>
                        <a:pt x="19575" y="6019"/>
                      </a:cubicBezTo>
                      <a:cubicBezTo>
                        <a:pt x="19514" y="6093"/>
                        <a:pt x="19268" y="6532"/>
                        <a:pt x="19268" y="6532"/>
                      </a:cubicBezTo>
                      <a:cubicBezTo>
                        <a:pt x="19023" y="6678"/>
                        <a:pt x="19023" y="6678"/>
                        <a:pt x="19023" y="6678"/>
                      </a:cubicBezTo>
                      <a:cubicBezTo>
                        <a:pt x="18716" y="7191"/>
                        <a:pt x="18716" y="7191"/>
                        <a:pt x="18716" y="7191"/>
                      </a:cubicBezTo>
                      <a:cubicBezTo>
                        <a:pt x="18532" y="7850"/>
                        <a:pt x="18532" y="7850"/>
                        <a:pt x="18532" y="7850"/>
                      </a:cubicBezTo>
                      <a:cubicBezTo>
                        <a:pt x="18470" y="8069"/>
                        <a:pt x="18470" y="8069"/>
                        <a:pt x="18470" y="8069"/>
                      </a:cubicBezTo>
                      <a:cubicBezTo>
                        <a:pt x="18470" y="8069"/>
                        <a:pt x="18532" y="8289"/>
                        <a:pt x="18593" y="8289"/>
                      </a:cubicBezTo>
                      <a:cubicBezTo>
                        <a:pt x="18716" y="8289"/>
                        <a:pt x="19145" y="8362"/>
                        <a:pt x="19145" y="8362"/>
                      </a:cubicBezTo>
                      <a:cubicBezTo>
                        <a:pt x="19514" y="8655"/>
                        <a:pt x="19514" y="8655"/>
                        <a:pt x="19514" y="8655"/>
                      </a:cubicBezTo>
                      <a:cubicBezTo>
                        <a:pt x="19514" y="8948"/>
                        <a:pt x="19514" y="8948"/>
                        <a:pt x="19514" y="8948"/>
                      </a:cubicBezTo>
                      <a:cubicBezTo>
                        <a:pt x="19514" y="8948"/>
                        <a:pt x="19575" y="9534"/>
                        <a:pt x="19575" y="9607"/>
                      </a:cubicBezTo>
                      <a:cubicBezTo>
                        <a:pt x="19575" y="9607"/>
                        <a:pt x="19514" y="10120"/>
                        <a:pt x="19514" y="10120"/>
                      </a:cubicBezTo>
                      <a:cubicBezTo>
                        <a:pt x="19514" y="10120"/>
                        <a:pt x="19636" y="10413"/>
                        <a:pt x="19636" y="10486"/>
                      </a:cubicBezTo>
                      <a:cubicBezTo>
                        <a:pt x="19698" y="10559"/>
                        <a:pt x="19820" y="10705"/>
                        <a:pt x="19820" y="10779"/>
                      </a:cubicBezTo>
                      <a:cubicBezTo>
                        <a:pt x="19882" y="10779"/>
                        <a:pt x="19882" y="10852"/>
                        <a:pt x="19882" y="10852"/>
                      </a:cubicBezTo>
                      <a:cubicBezTo>
                        <a:pt x="20005" y="11218"/>
                        <a:pt x="20005" y="11218"/>
                        <a:pt x="20005" y="11218"/>
                      </a:cubicBezTo>
                      <a:cubicBezTo>
                        <a:pt x="20005" y="11511"/>
                        <a:pt x="20005" y="11511"/>
                        <a:pt x="20005" y="11511"/>
                      </a:cubicBezTo>
                      <a:cubicBezTo>
                        <a:pt x="20005" y="11511"/>
                        <a:pt x="20005" y="11730"/>
                        <a:pt x="20127" y="11730"/>
                      </a:cubicBezTo>
                      <a:cubicBezTo>
                        <a:pt x="20250" y="11730"/>
                        <a:pt x="20311" y="11804"/>
                        <a:pt x="20311" y="11950"/>
                      </a:cubicBezTo>
                      <a:cubicBezTo>
                        <a:pt x="20311" y="12097"/>
                        <a:pt x="20618" y="12243"/>
                        <a:pt x="20618" y="12243"/>
                      </a:cubicBezTo>
                      <a:cubicBezTo>
                        <a:pt x="20618" y="12243"/>
                        <a:pt x="20618" y="12536"/>
                        <a:pt x="20680" y="12609"/>
                      </a:cubicBezTo>
                      <a:cubicBezTo>
                        <a:pt x="20802" y="12682"/>
                        <a:pt x="20925" y="12756"/>
                        <a:pt x="21109" y="12756"/>
                      </a:cubicBezTo>
                      <a:cubicBezTo>
                        <a:pt x="21293" y="12829"/>
                        <a:pt x="21232" y="13122"/>
                        <a:pt x="21355" y="13195"/>
                      </a:cubicBezTo>
                      <a:cubicBezTo>
                        <a:pt x="21477" y="13268"/>
                        <a:pt x="21600" y="13415"/>
                        <a:pt x="21477" y="13415"/>
                      </a:cubicBezTo>
                      <a:cubicBezTo>
                        <a:pt x="21416" y="13488"/>
                        <a:pt x="21232" y="13488"/>
                        <a:pt x="21232" y="13488"/>
                      </a:cubicBezTo>
                      <a:cubicBezTo>
                        <a:pt x="21232" y="13488"/>
                        <a:pt x="21170" y="13561"/>
                        <a:pt x="21170" y="13707"/>
                      </a:cubicBezTo>
                      <a:cubicBezTo>
                        <a:pt x="21232" y="13781"/>
                        <a:pt x="21232" y="13781"/>
                        <a:pt x="21232" y="13781"/>
                      </a:cubicBezTo>
                      <a:cubicBezTo>
                        <a:pt x="21477" y="14147"/>
                        <a:pt x="21477" y="14147"/>
                        <a:pt x="21477" y="14147"/>
                      </a:cubicBezTo>
                      <a:cubicBezTo>
                        <a:pt x="21477" y="14586"/>
                        <a:pt x="21477" y="14586"/>
                        <a:pt x="21477" y="14586"/>
                      </a:cubicBezTo>
                      <a:cubicBezTo>
                        <a:pt x="21477" y="14586"/>
                        <a:pt x="21477" y="14733"/>
                        <a:pt x="21477" y="14879"/>
                      </a:cubicBezTo>
                      <a:cubicBezTo>
                        <a:pt x="21477" y="14952"/>
                        <a:pt x="21416" y="15099"/>
                        <a:pt x="21293" y="15099"/>
                      </a:cubicBezTo>
                      <a:cubicBezTo>
                        <a:pt x="21170" y="15099"/>
                        <a:pt x="21170" y="15318"/>
                        <a:pt x="21109" y="15318"/>
                      </a:cubicBezTo>
                      <a:cubicBezTo>
                        <a:pt x="21048" y="15391"/>
                        <a:pt x="20925" y="15172"/>
                        <a:pt x="20864" y="15391"/>
                      </a:cubicBezTo>
                      <a:cubicBezTo>
                        <a:pt x="20802" y="15684"/>
                        <a:pt x="20680" y="15904"/>
                        <a:pt x="20680" y="15977"/>
                      </a:cubicBezTo>
                      <a:cubicBezTo>
                        <a:pt x="20618" y="16050"/>
                        <a:pt x="20434" y="16124"/>
                        <a:pt x="20434" y="16270"/>
                      </a:cubicBezTo>
                      <a:cubicBezTo>
                        <a:pt x="20373" y="16417"/>
                        <a:pt x="20373" y="16270"/>
                        <a:pt x="20250" y="16636"/>
                      </a:cubicBezTo>
                      <a:cubicBezTo>
                        <a:pt x="20127" y="17002"/>
                        <a:pt x="20066" y="17149"/>
                        <a:pt x="20066" y="17149"/>
                      </a:cubicBezTo>
                      <a:cubicBezTo>
                        <a:pt x="19514" y="18027"/>
                        <a:pt x="19514" y="18027"/>
                        <a:pt x="19514" y="18027"/>
                      </a:cubicBezTo>
                      <a:cubicBezTo>
                        <a:pt x="19514" y="18027"/>
                        <a:pt x="19207" y="18613"/>
                        <a:pt x="19207" y="18686"/>
                      </a:cubicBezTo>
                      <a:cubicBezTo>
                        <a:pt x="19207" y="18760"/>
                        <a:pt x="19207" y="19053"/>
                        <a:pt x="19207" y="19053"/>
                      </a:cubicBezTo>
                      <a:cubicBezTo>
                        <a:pt x="19452" y="19345"/>
                        <a:pt x="19452" y="19345"/>
                        <a:pt x="19452" y="19345"/>
                      </a:cubicBezTo>
                      <a:cubicBezTo>
                        <a:pt x="19452" y="19638"/>
                        <a:pt x="19452" y="19638"/>
                        <a:pt x="19452" y="19638"/>
                      </a:cubicBezTo>
                      <a:cubicBezTo>
                        <a:pt x="19452" y="19638"/>
                        <a:pt x="19452" y="19858"/>
                        <a:pt x="19514" y="19931"/>
                      </a:cubicBezTo>
                      <a:cubicBezTo>
                        <a:pt x="19575" y="19931"/>
                        <a:pt x="19575" y="19931"/>
                        <a:pt x="19575" y="19931"/>
                      </a:cubicBezTo>
                      <a:cubicBezTo>
                        <a:pt x="19514" y="20151"/>
                        <a:pt x="19514" y="20151"/>
                        <a:pt x="19514" y="20151"/>
                      </a:cubicBezTo>
                      <a:cubicBezTo>
                        <a:pt x="19514" y="20151"/>
                        <a:pt x="19575" y="20370"/>
                        <a:pt x="19636" y="20370"/>
                      </a:cubicBezTo>
                      <a:cubicBezTo>
                        <a:pt x="19636" y="20370"/>
                        <a:pt x="19759" y="20444"/>
                        <a:pt x="19759" y="20444"/>
                      </a:cubicBezTo>
                      <a:cubicBezTo>
                        <a:pt x="19759" y="20444"/>
                        <a:pt x="19882" y="20590"/>
                        <a:pt x="19882" y="20590"/>
                      </a:cubicBezTo>
                      <a:cubicBezTo>
                        <a:pt x="19943" y="20663"/>
                        <a:pt x="19882" y="20810"/>
                        <a:pt x="19882" y="20810"/>
                      </a:cubicBezTo>
                      <a:cubicBezTo>
                        <a:pt x="19882" y="20810"/>
                        <a:pt x="19882" y="20883"/>
                        <a:pt x="19820" y="20883"/>
                      </a:cubicBezTo>
                      <a:cubicBezTo>
                        <a:pt x="19759" y="20883"/>
                        <a:pt x="19759" y="20883"/>
                        <a:pt x="19636" y="20883"/>
                      </a:cubicBezTo>
                      <a:cubicBezTo>
                        <a:pt x="19575" y="20810"/>
                        <a:pt x="19391" y="20810"/>
                        <a:pt x="19330" y="20810"/>
                      </a:cubicBezTo>
                      <a:cubicBezTo>
                        <a:pt x="19268" y="20810"/>
                        <a:pt x="19268" y="20810"/>
                        <a:pt x="19268" y="20810"/>
                      </a:cubicBezTo>
                      <a:cubicBezTo>
                        <a:pt x="19207" y="20810"/>
                        <a:pt x="19207" y="20810"/>
                        <a:pt x="19145" y="20883"/>
                      </a:cubicBezTo>
                      <a:cubicBezTo>
                        <a:pt x="19145" y="20810"/>
                        <a:pt x="19145" y="20810"/>
                        <a:pt x="19145" y="20810"/>
                      </a:cubicBezTo>
                      <a:cubicBezTo>
                        <a:pt x="19145" y="20737"/>
                        <a:pt x="19145" y="20663"/>
                        <a:pt x="19145" y="20663"/>
                      </a:cubicBezTo>
                      <a:cubicBezTo>
                        <a:pt x="19145" y="20663"/>
                        <a:pt x="18961" y="20663"/>
                        <a:pt x="18961" y="20663"/>
                      </a:cubicBezTo>
                      <a:cubicBezTo>
                        <a:pt x="18900" y="20663"/>
                        <a:pt x="18839" y="20663"/>
                        <a:pt x="18839" y="20663"/>
                      </a:cubicBezTo>
                      <a:cubicBezTo>
                        <a:pt x="18839" y="20663"/>
                        <a:pt x="18716" y="20590"/>
                        <a:pt x="18716" y="20590"/>
                      </a:cubicBezTo>
                      <a:cubicBezTo>
                        <a:pt x="18716" y="20590"/>
                        <a:pt x="18655" y="20590"/>
                        <a:pt x="18655" y="20590"/>
                      </a:cubicBezTo>
                      <a:cubicBezTo>
                        <a:pt x="18655" y="20517"/>
                        <a:pt x="18593" y="20590"/>
                        <a:pt x="18593" y="20590"/>
                      </a:cubicBezTo>
                      <a:cubicBezTo>
                        <a:pt x="18532" y="20590"/>
                        <a:pt x="18532" y="20590"/>
                        <a:pt x="18532" y="20590"/>
                      </a:cubicBezTo>
                      <a:cubicBezTo>
                        <a:pt x="18409" y="20590"/>
                        <a:pt x="18409" y="20590"/>
                        <a:pt x="18409" y="20590"/>
                      </a:cubicBezTo>
                      <a:cubicBezTo>
                        <a:pt x="18409" y="20590"/>
                        <a:pt x="18409" y="20517"/>
                        <a:pt x="18409" y="20517"/>
                      </a:cubicBezTo>
                      <a:cubicBezTo>
                        <a:pt x="18409" y="20444"/>
                        <a:pt x="18348" y="20517"/>
                        <a:pt x="18348" y="20517"/>
                      </a:cubicBezTo>
                      <a:cubicBezTo>
                        <a:pt x="18348" y="20517"/>
                        <a:pt x="18225" y="20517"/>
                        <a:pt x="18225" y="20517"/>
                      </a:cubicBezTo>
                      <a:cubicBezTo>
                        <a:pt x="18225" y="20444"/>
                        <a:pt x="18164" y="20444"/>
                        <a:pt x="18164" y="20444"/>
                      </a:cubicBezTo>
                      <a:cubicBezTo>
                        <a:pt x="18164" y="20444"/>
                        <a:pt x="17980" y="20444"/>
                        <a:pt x="17918" y="20444"/>
                      </a:cubicBezTo>
                      <a:cubicBezTo>
                        <a:pt x="17918" y="20370"/>
                        <a:pt x="17918" y="20370"/>
                        <a:pt x="17918" y="20370"/>
                      </a:cubicBezTo>
                      <a:cubicBezTo>
                        <a:pt x="17918" y="20370"/>
                        <a:pt x="17918" y="20297"/>
                        <a:pt x="17918" y="20224"/>
                      </a:cubicBezTo>
                      <a:cubicBezTo>
                        <a:pt x="17918" y="20224"/>
                        <a:pt x="17857" y="20224"/>
                        <a:pt x="17857" y="20151"/>
                      </a:cubicBezTo>
                      <a:cubicBezTo>
                        <a:pt x="17857" y="20151"/>
                        <a:pt x="17795" y="20078"/>
                        <a:pt x="17795" y="20078"/>
                      </a:cubicBezTo>
                      <a:cubicBezTo>
                        <a:pt x="17795" y="20004"/>
                        <a:pt x="17734" y="20004"/>
                        <a:pt x="17734" y="19931"/>
                      </a:cubicBezTo>
                      <a:cubicBezTo>
                        <a:pt x="17734" y="19931"/>
                        <a:pt x="17673" y="20004"/>
                        <a:pt x="17673" y="20004"/>
                      </a:cubicBezTo>
                      <a:cubicBezTo>
                        <a:pt x="17611" y="20004"/>
                        <a:pt x="17550" y="19931"/>
                        <a:pt x="17550" y="19931"/>
                      </a:cubicBezTo>
                      <a:cubicBezTo>
                        <a:pt x="17489" y="19858"/>
                        <a:pt x="17489" y="19858"/>
                        <a:pt x="17489" y="19858"/>
                      </a:cubicBezTo>
                      <a:cubicBezTo>
                        <a:pt x="17489" y="19858"/>
                        <a:pt x="17427" y="19858"/>
                        <a:pt x="17366" y="19858"/>
                      </a:cubicBezTo>
                      <a:cubicBezTo>
                        <a:pt x="17366" y="19858"/>
                        <a:pt x="17366" y="20004"/>
                        <a:pt x="17366" y="20004"/>
                      </a:cubicBezTo>
                      <a:cubicBezTo>
                        <a:pt x="17366" y="20004"/>
                        <a:pt x="17305" y="20004"/>
                        <a:pt x="17243" y="19931"/>
                      </a:cubicBezTo>
                      <a:cubicBezTo>
                        <a:pt x="17243" y="19931"/>
                        <a:pt x="17182" y="19858"/>
                        <a:pt x="17120" y="19858"/>
                      </a:cubicBezTo>
                      <a:cubicBezTo>
                        <a:pt x="17120" y="19858"/>
                        <a:pt x="17059" y="19858"/>
                        <a:pt x="16998" y="19785"/>
                      </a:cubicBezTo>
                      <a:cubicBezTo>
                        <a:pt x="16998" y="19785"/>
                        <a:pt x="16936" y="19785"/>
                        <a:pt x="16936" y="19785"/>
                      </a:cubicBezTo>
                      <a:cubicBezTo>
                        <a:pt x="16936" y="19785"/>
                        <a:pt x="16691" y="19858"/>
                        <a:pt x="16691" y="19858"/>
                      </a:cubicBezTo>
                      <a:cubicBezTo>
                        <a:pt x="16691" y="19858"/>
                        <a:pt x="16691" y="19931"/>
                        <a:pt x="16630" y="19931"/>
                      </a:cubicBezTo>
                      <a:cubicBezTo>
                        <a:pt x="16630" y="20004"/>
                        <a:pt x="16568" y="19931"/>
                        <a:pt x="16568" y="19931"/>
                      </a:cubicBezTo>
                      <a:cubicBezTo>
                        <a:pt x="16568" y="19931"/>
                        <a:pt x="16507" y="19931"/>
                        <a:pt x="16445" y="19931"/>
                      </a:cubicBezTo>
                      <a:cubicBezTo>
                        <a:pt x="16445" y="19931"/>
                        <a:pt x="16384" y="19931"/>
                        <a:pt x="16384" y="19931"/>
                      </a:cubicBezTo>
                      <a:cubicBezTo>
                        <a:pt x="16384" y="19931"/>
                        <a:pt x="16323" y="19858"/>
                        <a:pt x="16261" y="19858"/>
                      </a:cubicBezTo>
                      <a:cubicBezTo>
                        <a:pt x="16261" y="19858"/>
                        <a:pt x="16200" y="19858"/>
                        <a:pt x="16200" y="19858"/>
                      </a:cubicBezTo>
                      <a:cubicBezTo>
                        <a:pt x="16200" y="19858"/>
                        <a:pt x="16139" y="19931"/>
                        <a:pt x="16139" y="19931"/>
                      </a:cubicBezTo>
                      <a:cubicBezTo>
                        <a:pt x="16077" y="20004"/>
                        <a:pt x="16077" y="20004"/>
                        <a:pt x="16077" y="20004"/>
                      </a:cubicBezTo>
                      <a:cubicBezTo>
                        <a:pt x="16077" y="20078"/>
                        <a:pt x="16077" y="20078"/>
                        <a:pt x="16077" y="20078"/>
                      </a:cubicBezTo>
                      <a:cubicBezTo>
                        <a:pt x="15955" y="20004"/>
                        <a:pt x="15955" y="20004"/>
                        <a:pt x="15955" y="20004"/>
                      </a:cubicBezTo>
                      <a:cubicBezTo>
                        <a:pt x="15955" y="20004"/>
                        <a:pt x="15893" y="20004"/>
                        <a:pt x="15832" y="20004"/>
                      </a:cubicBezTo>
                      <a:cubicBezTo>
                        <a:pt x="15709" y="20078"/>
                        <a:pt x="15770" y="20151"/>
                        <a:pt x="15770" y="20151"/>
                      </a:cubicBezTo>
                      <a:cubicBezTo>
                        <a:pt x="15832" y="20151"/>
                        <a:pt x="15893" y="20297"/>
                        <a:pt x="15893" y="20297"/>
                      </a:cubicBezTo>
                      <a:cubicBezTo>
                        <a:pt x="15893" y="20297"/>
                        <a:pt x="15709" y="20370"/>
                        <a:pt x="15709" y="20370"/>
                      </a:cubicBezTo>
                      <a:cubicBezTo>
                        <a:pt x="15648" y="20444"/>
                        <a:pt x="15648" y="20444"/>
                        <a:pt x="15648" y="20517"/>
                      </a:cubicBezTo>
                      <a:cubicBezTo>
                        <a:pt x="15648" y="20517"/>
                        <a:pt x="15586" y="20590"/>
                        <a:pt x="15586" y="20663"/>
                      </a:cubicBezTo>
                      <a:cubicBezTo>
                        <a:pt x="15586" y="20663"/>
                        <a:pt x="15525" y="20590"/>
                        <a:pt x="15464" y="20590"/>
                      </a:cubicBezTo>
                      <a:cubicBezTo>
                        <a:pt x="15402" y="20590"/>
                        <a:pt x="15402" y="20517"/>
                        <a:pt x="15402" y="20517"/>
                      </a:cubicBezTo>
                      <a:cubicBezTo>
                        <a:pt x="15341" y="20590"/>
                        <a:pt x="15341" y="20590"/>
                        <a:pt x="15341" y="20590"/>
                      </a:cubicBezTo>
                      <a:cubicBezTo>
                        <a:pt x="15280" y="20590"/>
                        <a:pt x="15280" y="20590"/>
                        <a:pt x="15280" y="20590"/>
                      </a:cubicBezTo>
                      <a:cubicBezTo>
                        <a:pt x="15280" y="20590"/>
                        <a:pt x="15218" y="20517"/>
                        <a:pt x="15218" y="20444"/>
                      </a:cubicBezTo>
                      <a:cubicBezTo>
                        <a:pt x="15218" y="20444"/>
                        <a:pt x="15218" y="20444"/>
                        <a:pt x="15218" y="20444"/>
                      </a:cubicBezTo>
                      <a:cubicBezTo>
                        <a:pt x="15157" y="20444"/>
                        <a:pt x="15095" y="20444"/>
                        <a:pt x="15095" y="20370"/>
                      </a:cubicBezTo>
                      <a:cubicBezTo>
                        <a:pt x="15034" y="20224"/>
                        <a:pt x="15034" y="20224"/>
                        <a:pt x="15034" y="20224"/>
                      </a:cubicBezTo>
                      <a:cubicBezTo>
                        <a:pt x="15034" y="20224"/>
                        <a:pt x="14911" y="20297"/>
                        <a:pt x="14911" y="20370"/>
                      </a:cubicBezTo>
                      <a:cubicBezTo>
                        <a:pt x="14850" y="20370"/>
                        <a:pt x="14911" y="20370"/>
                        <a:pt x="14850" y="20297"/>
                      </a:cubicBezTo>
                      <a:cubicBezTo>
                        <a:pt x="14789" y="20297"/>
                        <a:pt x="14789" y="20370"/>
                        <a:pt x="14789" y="20370"/>
                      </a:cubicBezTo>
                      <a:cubicBezTo>
                        <a:pt x="14789" y="20370"/>
                        <a:pt x="14789" y="20370"/>
                        <a:pt x="14789" y="20370"/>
                      </a:cubicBezTo>
                      <a:cubicBezTo>
                        <a:pt x="14789" y="20444"/>
                        <a:pt x="14727" y="20444"/>
                        <a:pt x="14727" y="20444"/>
                      </a:cubicBezTo>
                      <a:cubicBezTo>
                        <a:pt x="14727" y="20517"/>
                        <a:pt x="14666" y="20444"/>
                        <a:pt x="14666" y="20444"/>
                      </a:cubicBezTo>
                      <a:cubicBezTo>
                        <a:pt x="14605" y="20444"/>
                        <a:pt x="14543" y="20444"/>
                        <a:pt x="14543" y="20444"/>
                      </a:cubicBezTo>
                      <a:cubicBezTo>
                        <a:pt x="14543" y="20444"/>
                        <a:pt x="14543" y="20370"/>
                        <a:pt x="14543" y="20370"/>
                      </a:cubicBezTo>
                      <a:cubicBezTo>
                        <a:pt x="14420" y="20444"/>
                        <a:pt x="14420" y="20444"/>
                        <a:pt x="14420" y="20444"/>
                      </a:cubicBezTo>
                      <a:cubicBezTo>
                        <a:pt x="14420" y="20444"/>
                        <a:pt x="14420" y="20517"/>
                        <a:pt x="14420" y="20517"/>
                      </a:cubicBezTo>
                      <a:cubicBezTo>
                        <a:pt x="14420" y="20517"/>
                        <a:pt x="14359" y="20517"/>
                        <a:pt x="14298" y="20590"/>
                      </a:cubicBezTo>
                      <a:cubicBezTo>
                        <a:pt x="14175" y="20590"/>
                        <a:pt x="14236" y="20517"/>
                        <a:pt x="14175" y="20590"/>
                      </a:cubicBezTo>
                      <a:cubicBezTo>
                        <a:pt x="14175" y="20590"/>
                        <a:pt x="14175" y="20590"/>
                        <a:pt x="14175" y="20663"/>
                      </a:cubicBezTo>
                      <a:cubicBezTo>
                        <a:pt x="14175" y="20663"/>
                        <a:pt x="14236" y="20663"/>
                        <a:pt x="14175" y="20737"/>
                      </a:cubicBezTo>
                      <a:cubicBezTo>
                        <a:pt x="14114" y="20810"/>
                        <a:pt x="14114" y="20737"/>
                        <a:pt x="14114" y="20737"/>
                      </a:cubicBezTo>
                      <a:cubicBezTo>
                        <a:pt x="14052" y="20737"/>
                        <a:pt x="13991" y="20810"/>
                        <a:pt x="13991" y="20810"/>
                      </a:cubicBezTo>
                      <a:cubicBezTo>
                        <a:pt x="13991" y="20810"/>
                        <a:pt x="13991" y="20883"/>
                        <a:pt x="13991" y="20883"/>
                      </a:cubicBezTo>
                      <a:cubicBezTo>
                        <a:pt x="13991" y="20883"/>
                        <a:pt x="13930" y="20883"/>
                        <a:pt x="13868" y="20883"/>
                      </a:cubicBezTo>
                      <a:cubicBezTo>
                        <a:pt x="13807" y="20883"/>
                        <a:pt x="13868" y="20956"/>
                        <a:pt x="13868" y="20956"/>
                      </a:cubicBezTo>
                      <a:cubicBezTo>
                        <a:pt x="13868" y="20956"/>
                        <a:pt x="13868" y="21029"/>
                        <a:pt x="13807" y="21103"/>
                      </a:cubicBezTo>
                      <a:cubicBezTo>
                        <a:pt x="13807" y="21103"/>
                        <a:pt x="13807" y="21176"/>
                        <a:pt x="13807" y="21249"/>
                      </a:cubicBezTo>
                      <a:cubicBezTo>
                        <a:pt x="13807" y="21249"/>
                        <a:pt x="13807" y="21249"/>
                        <a:pt x="13807" y="21396"/>
                      </a:cubicBezTo>
                      <a:cubicBezTo>
                        <a:pt x="13807" y="21469"/>
                        <a:pt x="13807" y="21469"/>
                        <a:pt x="13807" y="21469"/>
                      </a:cubicBezTo>
                      <a:cubicBezTo>
                        <a:pt x="13807" y="21469"/>
                        <a:pt x="13745" y="21469"/>
                        <a:pt x="13745" y="21469"/>
                      </a:cubicBezTo>
                      <a:cubicBezTo>
                        <a:pt x="13745" y="21396"/>
                        <a:pt x="13684" y="21469"/>
                        <a:pt x="13684" y="21469"/>
                      </a:cubicBezTo>
                      <a:cubicBezTo>
                        <a:pt x="13684" y="21469"/>
                        <a:pt x="13623" y="21396"/>
                        <a:pt x="13623" y="21322"/>
                      </a:cubicBezTo>
                      <a:cubicBezTo>
                        <a:pt x="13623" y="21322"/>
                        <a:pt x="13561" y="21322"/>
                        <a:pt x="13561" y="21322"/>
                      </a:cubicBezTo>
                      <a:cubicBezTo>
                        <a:pt x="13561" y="21322"/>
                        <a:pt x="13439" y="21396"/>
                        <a:pt x="13439" y="21396"/>
                      </a:cubicBezTo>
                      <a:cubicBezTo>
                        <a:pt x="13439" y="21396"/>
                        <a:pt x="13439" y="21469"/>
                        <a:pt x="13439" y="21469"/>
                      </a:cubicBezTo>
                      <a:cubicBezTo>
                        <a:pt x="13377" y="21469"/>
                        <a:pt x="13255" y="21542"/>
                        <a:pt x="13255" y="21542"/>
                      </a:cubicBezTo>
                      <a:cubicBezTo>
                        <a:pt x="13255" y="21542"/>
                        <a:pt x="13193" y="21542"/>
                        <a:pt x="13193" y="21542"/>
                      </a:cubicBezTo>
                      <a:cubicBezTo>
                        <a:pt x="13132" y="21469"/>
                        <a:pt x="13132" y="21469"/>
                        <a:pt x="13132" y="21469"/>
                      </a:cubicBezTo>
                      <a:cubicBezTo>
                        <a:pt x="13132" y="21396"/>
                        <a:pt x="13132" y="21396"/>
                        <a:pt x="13132" y="21396"/>
                      </a:cubicBezTo>
                      <a:cubicBezTo>
                        <a:pt x="13255" y="21249"/>
                        <a:pt x="13255" y="21249"/>
                        <a:pt x="13255" y="21249"/>
                      </a:cubicBezTo>
                      <a:cubicBezTo>
                        <a:pt x="13193" y="21029"/>
                        <a:pt x="13193" y="21029"/>
                        <a:pt x="13193" y="21029"/>
                      </a:cubicBezTo>
                      <a:cubicBezTo>
                        <a:pt x="13070" y="20883"/>
                        <a:pt x="13070" y="20883"/>
                        <a:pt x="13070" y="20883"/>
                      </a:cubicBezTo>
                      <a:cubicBezTo>
                        <a:pt x="13070" y="20810"/>
                        <a:pt x="13070" y="20810"/>
                        <a:pt x="13070" y="20810"/>
                      </a:cubicBezTo>
                      <a:cubicBezTo>
                        <a:pt x="12886" y="20810"/>
                        <a:pt x="12886" y="20810"/>
                        <a:pt x="12886" y="20810"/>
                      </a:cubicBezTo>
                      <a:cubicBezTo>
                        <a:pt x="12764" y="20737"/>
                        <a:pt x="12764" y="20737"/>
                        <a:pt x="12764" y="20737"/>
                      </a:cubicBezTo>
                      <a:cubicBezTo>
                        <a:pt x="12702" y="20663"/>
                        <a:pt x="12702" y="20663"/>
                        <a:pt x="12702" y="20663"/>
                      </a:cubicBezTo>
                      <a:cubicBezTo>
                        <a:pt x="12518" y="20517"/>
                        <a:pt x="12518" y="20517"/>
                        <a:pt x="12518" y="20517"/>
                      </a:cubicBezTo>
                      <a:cubicBezTo>
                        <a:pt x="12395" y="20078"/>
                        <a:pt x="12395" y="20078"/>
                        <a:pt x="12395" y="20078"/>
                      </a:cubicBezTo>
                      <a:cubicBezTo>
                        <a:pt x="12211" y="20078"/>
                        <a:pt x="12211" y="20078"/>
                        <a:pt x="12211" y="20078"/>
                      </a:cubicBezTo>
                      <a:cubicBezTo>
                        <a:pt x="12211" y="20078"/>
                        <a:pt x="12089" y="20224"/>
                        <a:pt x="12089" y="20297"/>
                      </a:cubicBezTo>
                      <a:cubicBezTo>
                        <a:pt x="12089" y="20370"/>
                        <a:pt x="11966" y="20370"/>
                        <a:pt x="11966" y="20370"/>
                      </a:cubicBezTo>
                      <a:cubicBezTo>
                        <a:pt x="11843" y="20590"/>
                        <a:pt x="11843" y="20590"/>
                        <a:pt x="11843" y="20590"/>
                      </a:cubicBezTo>
                      <a:cubicBezTo>
                        <a:pt x="11843" y="20590"/>
                        <a:pt x="11843" y="20883"/>
                        <a:pt x="11843" y="20956"/>
                      </a:cubicBezTo>
                      <a:cubicBezTo>
                        <a:pt x="11843" y="21029"/>
                        <a:pt x="11720" y="20883"/>
                        <a:pt x="11720" y="20883"/>
                      </a:cubicBezTo>
                      <a:cubicBezTo>
                        <a:pt x="11720" y="20883"/>
                        <a:pt x="11598" y="20956"/>
                        <a:pt x="11536" y="21029"/>
                      </a:cubicBezTo>
                      <a:cubicBezTo>
                        <a:pt x="11475" y="21103"/>
                        <a:pt x="11352" y="21103"/>
                        <a:pt x="11352" y="21103"/>
                      </a:cubicBezTo>
                      <a:cubicBezTo>
                        <a:pt x="11352" y="21103"/>
                        <a:pt x="11291" y="20956"/>
                        <a:pt x="11230" y="20883"/>
                      </a:cubicBezTo>
                      <a:cubicBezTo>
                        <a:pt x="11230" y="20883"/>
                        <a:pt x="11230" y="20810"/>
                        <a:pt x="11230" y="20663"/>
                      </a:cubicBezTo>
                      <a:cubicBezTo>
                        <a:pt x="11230" y="20590"/>
                        <a:pt x="11107" y="20737"/>
                        <a:pt x="11107" y="20737"/>
                      </a:cubicBezTo>
                      <a:cubicBezTo>
                        <a:pt x="11107" y="20737"/>
                        <a:pt x="11107" y="20737"/>
                        <a:pt x="11107" y="20737"/>
                      </a:cubicBezTo>
                      <a:cubicBezTo>
                        <a:pt x="11107" y="20663"/>
                        <a:pt x="11107" y="20663"/>
                        <a:pt x="11107" y="20663"/>
                      </a:cubicBezTo>
                      <a:cubicBezTo>
                        <a:pt x="11045" y="20517"/>
                        <a:pt x="10984" y="20444"/>
                        <a:pt x="10984" y="20444"/>
                      </a:cubicBezTo>
                      <a:cubicBezTo>
                        <a:pt x="10984" y="20444"/>
                        <a:pt x="10923" y="20297"/>
                        <a:pt x="10923" y="20151"/>
                      </a:cubicBezTo>
                      <a:cubicBezTo>
                        <a:pt x="10923" y="20078"/>
                        <a:pt x="10677" y="19931"/>
                        <a:pt x="10677" y="19931"/>
                      </a:cubicBezTo>
                      <a:cubicBezTo>
                        <a:pt x="10677" y="19931"/>
                        <a:pt x="10739" y="20078"/>
                        <a:pt x="10616" y="19931"/>
                      </a:cubicBezTo>
                      <a:cubicBezTo>
                        <a:pt x="10493" y="19711"/>
                        <a:pt x="10370" y="19711"/>
                        <a:pt x="10370" y="19711"/>
                      </a:cubicBezTo>
                      <a:cubicBezTo>
                        <a:pt x="10309" y="19126"/>
                        <a:pt x="10309" y="19126"/>
                        <a:pt x="10309" y="19126"/>
                      </a:cubicBezTo>
                      <a:cubicBezTo>
                        <a:pt x="9818" y="19272"/>
                        <a:pt x="9818" y="19272"/>
                        <a:pt x="9818" y="19272"/>
                      </a:cubicBezTo>
                      <a:cubicBezTo>
                        <a:pt x="9818" y="19272"/>
                        <a:pt x="9511" y="19126"/>
                        <a:pt x="9450" y="19053"/>
                      </a:cubicBezTo>
                      <a:cubicBezTo>
                        <a:pt x="9389" y="18979"/>
                        <a:pt x="9205" y="18906"/>
                        <a:pt x="9205" y="18906"/>
                      </a:cubicBezTo>
                      <a:cubicBezTo>
                        <a:pt x="9020" y="19126"/>
                        <a:pt x="9020" y="19126"/>
                        <a:pt x="9020" y="19126"/>
                      </a:cubicBezTo>
                      <a:cubicBezTo>
                        <a:pt x="8836" y="19126"/>
                        <a:pt x="8836" y="19126"/>
                        <a:pt x="8836" y="19126"/>
                      </a:cubicBezTo>
                      <a:cubicBezTo>
                        <a:pt x="8836" y="19126"/>
                        <a:pt x="8591" y="19053"/>
                        <a:pt x="8530" y="18979"/>
                      </a:cubicBezTo>
                      <a:cubicBezTo>
                        <a:pt x="8407" y="18833"/>
                        <a:pt x="8468" y="18760"/>
                        <a:pt x="8407" y="18760"/>
                      </a:cubicBezTo>
                      <a:cubicBezTo>
                        <a:pt x="8284" y="18760"/>
                        <a:pt x="8223" y="18613"/>
                        <a:pt x="8223" y="18613"/>
                      </a:cubicBezTo>
                      <a:cubicBezTo>
                        <a:pt x="8223" y="18613"/>
                        <a:pt x="8345" y="18394"/>
                        <a:pt x="8407" y="18320"/>
                      </a:cubicBezTo>
                      <a:cubicBezTo>
                        <a:pt x="8407" y="18247"/>
                        <a:pt x="8530" y="18320"/>
                        <a:pt x="8468" y="18101"/>
                      </a:cubicBezTo>
                      <a:cubicBezTo>
                        <a:pt x="8345" y="17954"/>
                        <a:pt x="8284" y="17881"/>
                        <a:pt x="8284" y="17881"/>
                      </a:cubicBezTo>
                      <a:cubicBezTo>
                        <a:pt x="8284" y="17881"/>
                        <a:pt x="8284" y="18027"/>
                        <a:pt x="8161" y="18101"/>
                      </a:cubicBezTo>
                      <a:cubicBezTo>
                        <a:pt x="8039" y="18101"/>
                        <a:pt x="7855" y="18174"/>
                        <a:pt x="7855" y="18174"/>
                      </a:cubicBezTo>
                      <a:cubicBezTo>
                        <a:pt x="7180" y="17808"/>
                        <a:pt x="7180" y="17808"/>
                        <a:pt x="7180" y="17808"/>
                      </a:cubicBezTo>
                      <a:cubicBezTo>
                        <a:pt x="7180" y="17808"/>
                        <a:pt x="6995" y="17735"/>
                        <a:pt x="6934" y="17735"/>
                      </a:cubicBezTo>
                      <a:cubicBezTo>
                        <a:pt x="6873" y="17808"/>
                        <a:pt x="6627" y="17735"/>
                        <a:pt x="6627" y="17735"/>
                      </a:cubicBezTo>
                      <a:cubicBezTo>
                        <a:pt x="6750" y="18027"/>
                        <a:pt x="6750" y="18027"/>
                        <a:pt x="6750" y="18027"/>
                      </a:cubicBezTo>
                      <a:cubicBezTo>
                        <a:pt x="6873" y="18467"/>
                        <a:pt x="6873" y="18467"/>
                        <a:pt x="6873" y="18467"/>
                      </a:cubicBezTo>
                      <a:cubicBezTo>
                        <a:pt x="6505" y="18613"/>
                        <a:pt x="6505" y="18613"/>
                        <a:pt x="6505" y="18613"/>
                      </a:cubicBezTo>
                      <a:cubicBezTo>
                        <a:pt x="6443" y="18979"/>
                        <a:pt x="6443" y="18979"/>
                        <a:pt x="6443" y="18979"/>
                      </a:cubicBezTo>
                      <a:cubicBezTo>
                        <a:pt x="6443" y="18979"/>
                        <a:pt x="6075" y="19272"/>
                        <a:pt x="6075" y="19126"/>
                      </a:cubicBezTo>
                      <a:cubicBezTo>
                        <a:pt x="6014" y="19053"/>
                        <a:pt x="5952" y="18760"/>
                        <a:pt x="5952" y="18760"/>
                      </a:cubicBezTo>
                      <a:cubicBezTo>
                        <a:pt x="5952" y="18760"/>
                        <a:pt x="5891" y="18613"/>
                        <a:pt x="5830" y="18540"/>
                      </a:cubicBezTo>
                      <a:cubicBezTo>
                        <a:pt x="5707" y="18467"/>
                        <a:pt x="5645" y="18394"/>
                        <a:pt x="5645" y="18394"/>
                      </a:cubicBezTo>
                      <a:cubicBezTo>
                        <a:pt x="5461" y="18320"/>
                        <a:pt x="5461" y="18320"/>
                        <a:pt x="5461" y="18320"/>
                      </a:cubicBezTo>
                      <a:cubicBezTo>
                        <a:pt x="5461" y="18320"/>
                        <a:pt x="5400" y="18027"/>
                        <a:pt x="5339" y="18027"/>
                      </a:cubicBezTo>
                      <a:cubicBezTo>
                        <a:pt x="5277" y="18027"/>
                        <a:pt x="5216" y="18027"/>
                        <a:pt x="5216" y="18027"/>
                      </a:cubicBezTo>
                      <a:cubicBezTo>
                        <a:pt x="5216" y="17808"/>
                        <a:pt x="5216" y="17808"/>
                        <a:pt x="5216" y="17808"/>
                      </a:cubicBezTo>
                      <a:cubicBezTo>
                        <a:pt x="5339" y="17588"/>
                        <a:pt x="5339" y="17588"/>
                        <a:pt x="5339" y="17588"/>
                      </a:cubicBezTo>
                      <a:cubicBezTo>
                        <a:pt x="5339" y="17588"/>
                        <a:pt x="5400" y="17661"/>
                        <a:pt x="5400" y="17368"/>
                      </a:cubicBezTo>
                      <a:cubicBezTo>
                        <a:pt x="5461" y="17002"/>
                        <a:pt x="5277" y="17002"/>
                        <a:pt x="5277" y="17002"/>
                      </a:cubicBezTo>
                      <a:cubicBezTo>
                        <a:pt x="5093" y="17076"/>
                        <a:pt x="5093" y="17076"/>
                        <a:pt x="5093" y="17076"/>
                      </a:cubicBezTo>
                      <a:cubicBezTo>
                        <a:pt x="4848" y="17222"/>
                        <a:pt x="4848" y="17222"/>
                        <a:pt x="4848" y="17222"/>
                      </a:cubicBezTo>
                      <a:cubicBezTo>
                        <a:pt x="4725" y="17222"/>
                        <a:pt x="4725" y="17222"/>
                        <a:pt x="4725" y="17222"/>
                      </a:cubicBezTo>
                      <a:cubicBezTo>
                        <a:pt x="4664" y="17222"/>
                        <a:pt x="4541" y="17002"/>
                        <a:pt x="4541" y="17002"/>
                      </a:cubicBezTo>
                      <a:cubicBezTo>
                        <a:pt x="4541" y="17002"/>
                        <a:pt x="4664" y="16783"/>
                        <a:pt x="4480" y="17002"/>
                      </a:cubicBezTo>
                      <a:cubicBezTo>
                        <a:pt x="4295" y="17222"/>
                        <a:pt x="4173" y="16929"/>
                        <a:pt x="4173" y="16929"/>
                      </a:cubicBezTo>
                      <a:cubicBezTo>
                        <a:pt x="4111" y="16856"/>
                        <a:pt x="4111" y="16856"/>
                        <a:pt x="4111" y="16856"/>
                      </a:cubicBezTo>
                      <a:cubicBezTo>
                        <a:pt x="4111" y="16856"/>
                        <a:pt x="4111" y="16856"/>
                        <a:pt x="4050" y="16856"/>
                      </a:cubicBezTo>
                      <a:cubicBezTo>
                        <a:pt x="3989" y="16929"/>
                        <a:pt x="3805" y="16929"/>
                        <a:pt x="3805" y="16856"/>
                      </a:cubicBezTo>
                      <a:cubicBezTo>
                        <a:pt x="3743" y="16709"/>
                        <a:pt x="3620" y="16636"/>
                        <a:pt x="3620" y="16636"/>
                      </a:cubicBezTo>
                      <a:cubicBezTo>
                        <a:pt x="3436" y="16709"/>
                        <a:pt x="3436" y="16709"/>
                        <a:pt x="3436" y="16709"/>
                      </a:cubicBezTo>
                      <a:cubicBezTo>
                        <a:pt x="3436" y="16709"/>
                        <a:pt x="3314" y="16709"/>
                        <a:pt x="3252" y="16709"/>
                      </a:cubicBezTo>
                      <a:cubicBezTo>
                        <a:pt x="3252" y="16636"/>
                        <a:pt x="3252" y="16563"/>
                        <a:pt x="3130" y="16490"/>
                      </a:cubicBezTo>
                      <a:cubicBezTo>
                        <a:pt x="3007" y="16417"/>
                        <a:pt x="2945" y="16197"/>
                        <a:pt x="2945" y="16197"/>
                      </a:cubicBezTo>
                      <a:cubicBezTo>
                        <a:pt x="2945" y="16197"/>
                        <a:pt x="3007" y="16050"/>
                        <a:pt x="2884" y="16050"/>
                      </a:cubicBezTo>
                      <a:cubicBezTo>
                        <a:pt x="2823" y="16050"/>
                        <a:pt x="2700" y="15977"/>
                        <a:pt x="2700" y="15977"/>
                      </a:cubicBezTo>
                      <a:cubicBezTo>
                        <a:pt x="2700" y="15977"/>
                        <a:pt x="2516" y="15831"/>
                        <a:pt x="2516" y="15904"/>
                      </a:cubicBezTo>
                      <a:cubicBezTo>
                        <a:pt x="2455" y="15977"/>
                        <a:pt x="2455" y="16124"/>
                        <a:pt x="2455" y="16197"/>
                      </a:cubicBezTo>
                      <a:cubicBezTo>
                        <a:pt x="2455" y="16197"/>
                        <a:pt x="2516" y="16417"/>
                        <a:pt x="2516" y="16417"/>
                      </a:cubicBezTo>
                      <a:cubicBezTo>
                        <a:pt x="2516" y="16417"/>
                        <a:pt x="2270" y="16563"/>
                        <a:pt x="2209" y="16563"/>
                      </a:cubicBezTo>
                      <a:cubicBezTo>
                        <a:pt x="2148" y="16563"/>
                        <a:pt x="2086" y="16636"/>
                        <a:pt x="2086" y="16490"/>
                      </a:cubicBezTo>
                      <a:cubicBezTo>
                        <a:pt x="2086" y="16417"/>
                        <a:pt x="2209" y="16050"/>
                        <a:pt x="2209" y="16050"/>
                      </a:cubicBezTo>
                      <a:cubicBezTo>
                        <a:pt x="2270" y="15977"/>
                        <a:pt x="2332" y="15904"/>
                        <a:pt x="2332" y="15904"/>
                      </a:cubicBezTo>
                      <a:cubicBezTo>
                        <a:pt x="2332" y="15904"/>
                        <a:pt x="2270" y="15758"/>
                        <a:pt x="2270" y="15684"/>
                      </a:cubicBezTo>
                      <a:cubicBezTo>
                        <a:pt x="2270" y="15611"/>
                        <a:pt x="2209" y="15611"/>
                        <a:pt x="2332" y="15391"/>
                      </a:cubicBezTo>
                      <a:cubicBezTo>
                        <a:pt x="2516" y="15172"/>
                        <a:pt x="2516" y="15025"/>
                        <a:pt x="2516" y="15025"/>
                      </a:cubicBezTo>
                      <a:cubicBezTo>
                        <a:pt x="2516" y="15025"/>
                        <a:pt x="2393" y="14806"/>
                        <a:pt x="2332" y="14733"/>
                      </a:cubicBezTo>
                      <a:cubicBezTo>
                        <a:pt x="2332" y="14733"/>
                        <a:pt x="2148" y="14440"/>
                        <a:pt x="2148" y="14440"/>
                      </a:cubicBezTo>
                      <a:cubicBezTo>
                        <a:pt x="2148" y="14366"/>
                        <a:pt x="2148" y="14220"/>
                        <a:pt x="2148" y="14220"/>
                      </a:cubicBezTo>
                      <a:cubicBezTo>
                        <a:pt x="2148" y="14220"/>
                        <a:pt x="2025" y="14074"/>
                        <a:pt x="1964" y="14074"/>
                      </a:cubicBezTo>
                      <a:cubicBezTo>
                        <a:pt x="1902" y="14074"/>
                        <a:pt x="1718" y="14000"/>
                        <a:pt x="1718" y="14000"/>
                      </a:cubicBezTo>
                      <a:cubicBezTo>
                        <a:pt x="1718" y="13781"/>
                        <a:pt x="1718" y="13781"/>
                        <a:pt x="1718" y="13781"/>
                      </a:cubicBezTo>
                      <a:cubicBezTo>
                        <a:pt x="1718" y="13415"/>
                        <a:pt x="1718" y="13415"/>
                        <a:pt x="1718" y="13415"/>
                      </a:cubicBezTo>
                      <a:cubicBezTo>
                        <a:pt x="1473" y="13048"/>
                        <a:pt x="1473" y="13048"/>
                        <a:pt x="1473" y="13048"/>
                      </a:cubicBezTo>
                      <a:cubicBezTo>
                        <a:pt x="1411" y="12829"/>
                        <a:pt x="1411" y="12829"/>
                        <a:pt x="1411" y="12829"/>
                      </a:cubicBezTo>
                      <a:cubicBezTo>
                        <a:pt x="1411" y="12829"/>
                        <a:pt x="1473" y="12682"/>
                        <a:pt x="1473" y="12536"/>
                      </a:cubicBezTo>
                      <a:cubicBezTo>
                        <a:pt x="1534" y="12463"/>
                        <a:pt x="1595" y="12243"/>
                        <a:pt x="1595" y="12243"/>
                      </a:cubicBezTo>
                      <a:cubicBezTo>
                        <a:pt x="1473" y="11950"/>
                        <a:pt x="1473" y="11950"/>
                        <a:pt x="1473" y="11950"/>
                      </a:cubicBezTo>
                      <a:cubicBezTo>
                        <a:pt x="1473" y="11950"/>
                        <a:pt x="1411" y="11877"/>
                        <a:pt x="1473" y="11804"/>
                      </a:cubicBezTo>
                      <a:cubicBezTo>
                        <a:pt x="1473" y="11730"/>
                        <a:pt x="1411" y="11291"/>
                        <a:pt x="1411" y="11291"/>
                      </a:cubicBezTo>
                      <a:cubicBezTo>
                        <a:pt x="1411" y="11291"/>
                        <a:pt x="1350" y="10852"/>
                        <a:pt x="1289" y="10925"/>
                      </a:cubicBezTo>
                      <a:cubicBezTo>
                        <a:pt x="1166" y="10925"/>
                        <a:pt x="1105" y="10632"/>
                        <a:pt x="1105" y="10632"/>
                      </a:cubicBezTo>
                      <a:cubicBezTo>
                        <a:pt x="1227" y="10120"/>
                        <a:pt x="1227" y="10120"/>
                        <a:pt x="1227" y="10120"/>
                      </a:cubicBezTo>
                      <a:cubicBezTo>
                        <a:pt x="1227" y="10120"/>
                        <a:pt x="1289" y="9754"/>
                        <a:pt x="1105" y="9607"/>
                      </a:cubicBezTo>
                      <a:cubicBezTo>
                        <a:pt x="920" y="9534"/>
                        <a:pt x="552" y="9314"/>
                        <a:pt x="491" y="9241"/>
                      </a:cubicBezTo>
                      <a:cubicBezTo>
                        <a:pt x="491" y="9241"/>
                        <a:pt x="307" y="9021"/>
                        <a:pt x="245" y="8948"/>
                      </a:cubicBezTo>
                      <a:cubicBezTo>
                        <a:pt x="184" y="8948"/>
                        <a:pt x="123" y="8875"/>
                        <a:pt x="123" y="8875"/>
                      </a:cubicBezTo>
                      <a:cubicBezTo>
                        <a:pt x="245" y="8216"/>
                        <a:pt x="245" y="8216"/>
                        <a:pt x="245" y="8216"/>
                      </a:cubicBezTo>
                      <a:cubicBezTo>
                        <a:pt x="552" y="7923"/>
                        <a:pt x="552" y="7923"/>
                        <a:pt x="552" y="7923"/>
                      </a:cubicBezTo>
                      <a:cubicBezTo>
                        <a:pt x="552" y="7337"/>
                        <a:pt x="552" y="7337"/>
                        <a:pt x="552" y="7337"/>
                      </a:cubicBezTo>
                      <a:cubicBezTo>
                        <a:pt x="552" y="6678"/>
                        <a:pt x="552" y="6678"/>
                        <a:pt x="552" y="6678"/>
                      </a:cubicBezTo>
                      <a:cubicBezTo>
                        <a:pt x="552" y="6678"/>
                        <a:pt x="614" y="6605"/>
                        <a:pt x="430" y="6312"/>
                      </a:cubicBezTo>
                      <a:cubicBezTo>
                        <a:pt x="307" y="6093"/>
                        <a:pt x="245" y="5800"/>
                        <a:pt x="245" y="5800"/>
                      </a:cubicBezTo>
                      <a:cubicBezTo>
                        <a:pt x="245" y="5726"/>
                        <a:pt x="184" y="5434"/>
                        <a:pt x="123" y="5360"/>
                      </a:cubicBezTo>
                      <a:cubicBezTo>
                        <a:pt x="123" y="5287"/>
                        <a:pt x="123" y="5214"/>
                        <a:pt x="123" y="5067"/>
                      </a:cubicBezTo>
                      <a:cubicBezTo>
                        <a:pt x="184" y="4994"/>
                        <a:pt x="0" y="4775"/>
                        <a:pt x="0" y="4775"/>
                      </a:cubicBezTo>
                      <a:cubicBezTo>
                        <a:pt x="0" y="4775"/>
                        <a:pt x="61" y="4628"/>
                        <a:pt x="123" y="4628"/>
                      </a:cubicBezTo>
                      <a:cubicBezTo>
                        <a:pt x="184" y="4628"/>
                        <a:pt x="245" y="4555"/>
                        <a:pt x="368" y="4555"/>
                      </a:cubicBezTo>
                      <a:cubicBezTo>
                        <a:pt x="491" y="4555"/>
                        <a:pt x="552" y="4408"/>
                        <a:pt x="675" y="4408"/>
                      </a:cubicBezTo>
                      <a:cubicBezTo>
                        <a:pt x="736" y="4335"/>
                        <a:pt x="736" y="4189"/>
                        <a:pt x="798" y="4189"/>
                      </a:cubicBezTo>
                      <a:cubicBezTo>
                        <a:pt x="920" y="4116"/>
                        <a:pt x="1043" y="4189"/>
                        <a:pt x="1227" y="4042"/>
                      </a:cubicBezTo>
                      <a:cubicBezTo>
                        <a:pt x="1411" y="3969"/>
                        <a:pt x="1411" y="3896"/>
                        <a:pt x="1534" y="3749"/>
                      </a:cubicBezTo>
                      <a:cubicBezTo>
                        <a:pt x="1595" y="3676"/>
                        <a:pt x="2761" y="3237"/>
                        <a:pt x="2761" y="3237"/>
                      </a:cubicBezTo>
                      <a:cubicBezTo>
                        <a:pt x="2761" y="3237"/>
                        <a:pt x="3068" y="3017"/>
                        <a:pt x="3191" y="3017"/>
                      </a:cubicBezTo>
                      <a:cubicBezTo>
                        <a:pt x="3252" y="2944"/>
                        <a:pt x="3252" y="2871"/>
                        <a:pt x="3375" y="2871"/>
                      </a:cubicBezTo>
                      <a:cubicBezTo>
                        <a:pt x="3436" y="2944"/>
                        <a:pt x="3682" y="2944"/>
                        <a:pt x="3682" y="2944"/>
                      </a:cubicBezTo>
                      <a:cubicBezTo>
                        <a:pt x="3682" y="2944"/>
                        <a:pt x="3743" y="2724"/>
                        <a:pt x="3805" y="2651"/>
                      </a:cubicBezTo>
                      <a:cubicBezTo>
                        <a:pt x="3866" y="2505"/>
                        <a:pt x="3927" y="2358"/>
                        <a:pt x="3927" y="2285"/>
                      </a:cubicBezTo>
                      <a:cubicBezTo>
                        <a:pt x="3989" y="2139"/>
                        <a:pt x="4050" y="2065"/>
                        <a:pt x="4111" y="1992"/>
                      </a:cubicBezTo>
                      <a:cubicBezTo>
                        <a:pt x="4173" y="1846"/>
                        <a:pt x="4234" y="1773"/>
                        <a:pt x="4234" y="1773"/>
                      </a:cubicBezTo>
                      <a:cubicBezTo>
                        <a:pt x="4295" y="1773"/>
                        <a:pt x="4664" y="1553"/>
                        <a:pt x="4725" y="1553"/>
                      </a:cubicBezTo>
                      <a:cubicBezTo>
                        <a:pt x="4786" y="1480"/>
                        <a:pt x="5277" y="1260"/>
                        <a:pt x="5277" y="1187"/>
                      </a:cubicBezTo>
                      <a:cubicBezTo>
                        <a:pt x="5277" y="1187"/>
                        <a:pt x="5461" y="894"/>
                        <a:pt x="5461" y="821"/>
                      </a:cubicBezTo>
                      <a:cubicBezTo>
                        <a:pt x="5461" y="747"/>
                        <a:pt x="5707" y="674"/>
                        <a:pt x="5707" y="674"/>
                      </a:cubicBezTo>
                      <a:cubicBezTo>
                        <a:pt x="5768" y="674"/>
                        <a:pt x="5768" y="674"/>
                        <a:pt x="5830" y="601"/>
                      </a:cubicBezTo>
                      <a:cubicBezTo>
                        <a:pt x="5952" y="601"/>
                        <a:pt x="6505" y="308"/>
                        <a:pt x="6505" y="308"/>
                      </a:cubicBezTo>
                      <a:cubicBezTo>
                        <a:pt x="6505" y="308"/>
                        <a:pt x="6995" y="88"/>
                        <a:pt x="6995" y="88"/>
                      </a:cubicBezTo>
                      <a:cubicBezTo>
                        <a:pt x="7057" y="162"/>
                        <a:pt x="7364" y="88"/>
                        <a:pt x="7425" y="88"/>
                      </a:cubicBezTo>
                      <a:cubicBezTo>
                        <a:pt x="7425" y="162"/>
                        <a:pt x="7793" y="88"/>
                        <a:pt x="7793" y="88"/>
                      </a:cubicBezTo>
                      <a:cubicBezTo>
                        <a:pt x="7793" y="88"/>
                        <a:pt x="7916" y="162"/>
                        <a:pt x="7916" y="235"/>
                      </a:cubicBezTo>
                      <a:cubicBezTo>
                        <a:pt x="7916" y="308"/>
                        <a:pt x="7793" y="381"/>
                        <a:pt x="7855" y="455"/>
                      </a:cubicBezTo>
                      <a:cubicBezTo>
                        <a:pt x="7916" y="528"/>
                        <a:pt x="8161" y="747"/>
                        <a:pt x="8161" y="747"/>
                      </a:cubicBezTo>
                      <a:cubicBezTo>
                        <a:pt x="8161" y="747"/>
                        <a:pt x="8100" y="967"/>
                        <a:pt x="8100" y="967"/>
                      </a:cubicBezTo>
                      <a:cubicBezTo>
                        <a:pt x="8100" y="1040"/>
                        <a:pt x="8161" y="1114"/>
                        <a:pt x="8223" y="1260"/>
                      </a:cubicBezTo>
                      <a:cubicBezTo>
                        <a:pt x="8284" y="1333"/>
                        <a:pt x="8407" y="1480"/>
                        <a:pt x="8407" y="1480"/>
                      </a:cubicBezTo>
                      <a:cubicBezTo>
                        <a:pt x="8407" y="1480"/>
                        <a:pt x="8345" y="1553"/>
                        <a:pt x="8591" y="1699"/>
                      </a:cubicBezTo>
                      <a:cubicBezTo>
                        <a:pt x="8836" y="1846"/>
                        <a:pt x="9020" y="1699"/>
                        <a:pt x="9020" y="1699"/>
                      </a:cubicBezTo>
                      <a:cubicBezTo>
                        <a:pt x="9020" y="1699"/>
                        <a:pt x="9205" y="1699"/>
                        <a:pt x="9266" y="1699"/>
                      </a:cubicBezTo>
                      <a:cubicBezTo>
                        <a:pt x="9327" y="1699"/>
                        <a:pt x="9511" y="1626"/>
                        <a:pt x="9511" y="162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39" name="Shape">
                  <a:extLst>
                    <a:ext uri="{FF2B5EF4-FFF2-40B4-BE49-F238E27FC236}">
                      <a16:creationId xmlns:a16="http://schemas.microsoft.com/office/drawing/2014/main" id="{4932E370-5EB5-44BE-AA0E-028D800328DB}"/>
                    </a:ext>
                  </a:extLst>
                </p:cNvPr>
                <p:cNvSpPr/>
                <p:nvPr/>
              </p:nvSpPr>
              <p:spPr>
                <a:xfrm>
                  <a:off x="770854" y="3249001"/>
                  <a:ext cx="573476" cy="632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55" h="21536" extrusionOk="0">
                      <a:moveTo>
                        <a:pt x="17031" y="19927"/>
                      </a:moveTo>
                      <a:cubicBezTo>
                        <a:pt x="16510" y="19927"/>
                        <a:pt x="16510" y="19927"/>
                        <a:pt x="16510" y="19927"/>
                      </a:cubicBezTo>
                      <a:cubicBezTo>
                        <a:pt x="16510" y="19927"/>
                        <a:pt x="16250" y="19583"/>
                        <a:pt x="16120" y="19583"/>
                      </a:cubicBezTo>
                      <a:cubicBezTo>
                        <a:pt x="15990" y="19583"/>
                        <a:pt x="15730" y="19468"/>
                        <a:pt x="15730" y="19468"/>
                      </a:cubicBezTo>
                      <a:cubicBezTo>
                        <a:pt x="15600" y="19698"/>
                        <a:pt x="15600" y="19698"/>
                        <a:pt x="15600" y="19698"/>
                      </a:cubicBezTo>
                      <a:cubicBezTo>
                        <a:pt x="15600" y="19698"/>
                        <a:pt x="15469" y="19813"/>
                        <a:pt x="15339" y="19813"/>
                      </a:cubicBezTo>
                      <a:cubicBezTo>
                        <a:pt x="15339" y="19813"/>
                        <a:pt x="15209" y="19698"/>
                        <a:pt x="15209" y="19698"/>
                      </a:cubicBezTo>
                      <a:cubicBezTo>
                        <a:pt x="15209" y="19468"/>
                        <a:pt x="15209" y="19468"/>
                        <a:pt x="15209" y="19468"/>
                      </a:cubicBezTo>
                      <a:cubicBezTo>
                        <a:pt x="14819" y="19468"/>
                        <a:pt x="14819" y="19468"/>
                        <a:pt x="14819" y="19468"/>
                      </a:cubicBezTo>
                      <a:cubicBezTo>
                        <a:pt x="14819" y="19468"/>
                        <a:pt x="14819" y="19813"/>
                        <a:pt x="14689" y="19813"/>
                      </a:cubicBezTo>
                      <a:cubicBezTo>
                        <a:pt x="14559" y="19698"/>
                        <a:pt x="14428" y="19698"/>
                        <a:pt x="14168" y="19698"/>
                      </a:cubicBezTo>
                      <a:cubicBezTo>
                        <a:pt x="13908" y="19583"/>
                        <a:pt x="13388" y="19698"/>
                        <a:pt x="13388" y="19698"/>
                      </a:cubicBezTo>
                      <a:cubicBezTo>
                        <a:pt x="13127" y="19583"/>
                        <a:pt x="13127" y="19583"/>
                        <a:pt x="13127" y="19583"/>
                      </a:cubicBezTo>
                      <a:cubicBezTo>
                        <a:pt x="12737" y="19583"/>
                        <a:pt x="12737" y="19583"/>
                        <a:pt x="12737" y="19583"/>
                      </a:cubicBezTo>
                      <a:cubicBezTo>
                        <a:pt x="12216" y="19583"/>
                        <a:pt x="12216" y="19583"/>
                        <a:pt x="12216" y="19583"/>
                      </a:cubicBezTo>
                      <a:cubicBezTo>
                        <a:pt x="12086" y="19813"/>
                        <a:pt x="12086" y="19813"/>
                        <a:pt x="12086" y="19813"/>
                      </a:cubicBezTo>
                      <a:cubicBezTo>
                        <a:pt x="12216" y="19927"/>
                        <a:pt x="12216" y="19927"/>
                        <a:pt x="12216" y="19927"/>
                      </a:cubicBezTo>
                      <a:cubicBezTo>
                        <a:pt x="11826" y="20157"/>
                        <a:pt x="11826" y="20157"/>
                        <a:pt x="11826" y="20157"/>
                      </a:cubicBezTo>
                      <a:cubicBezTo>
                        <a:pt x="11306" y="20042"/>
                        <a:pt x="11306" y="20042"/>
                        <a:pt x="11306" y="20042"/>
                      </a:cubicBezTo>
                      <a:cubicBezTo>
                        <a:pt x="11045" y="20272"/>
                        <a:pt x="11045" y="20272"/>
                        <a:pt x="11045" y="20272"/>
                      </a:cubicBezTo>
                      <a:cubicBezTo>
                        <a:pt x="10915" y="20042"/>
                        <a:pt x="10915" y="20042"/>
                        <a:pt x="10915" y="20042"/>
                      </a:cubicBezTo>
                      <a:cubicBezTo>
                        <a:pt x="10135" y="20502"/>
                        <a:pt x="10135" y="20502"/>
                        <a:pt x="10135" y="20502"/>
                      </a:cubicBezTo>
                      <a:cubicBezTo>
                        <a:pt x="10265" y="20732"/>
                        <a:pt x="10265" y="20732"/>
                        <a:pt x="10265" y="20732"/>
                      </a:cubicBezTo>
                      <a:cubicBezTo>
                        <a:pt x="9614" y="20847"/>
                        <a:pt x="9614" y="20847"/>
                        <a:pt x="9614" y="20847"/>
                      </a:cubicBezTo>
                      <a:cubicBezTo>
                        <a:pt x="9224" y="20732"/>
                        <a:pt x="9224" y="20732"/>
                        <a:pt x="9224" y="20732"/>
                      </a:cubicBezTo>
                      <a:cubicBezTo>
                        <a:pt x="9224" y="20732"/>
                        <a:pt x="8963" y="20617"/>
                        <a:pt x="8963" y="20502"/>
                      </a:cubicBezTo>
                      <a:cubicBezTo>
                        <a:pt x="9094" y="20387"/>
                        <a:pt x="9094" y="20272"/>
                        <a:pt x="9094" y="20272"/>
                      </a:cubicBezTo>
                      <a:cubicBezTo>
                        <a:pt x="9094" y="20272"/>
                        <a:pt x="8833" y="20157"/>
                        <a:pt x="8833" y="20272"/>
                      </a:cubicBezTo>
                      <a:cubicBezTo>
                        <a:pt x="8833" y="20502"/>
                        <a:pt x="8703" y="20732"/>
                        <a:pt x="8703" y="20732"/>
                      </a:cubicBezTo>
                      <a:cubicBezTo>
                        <a:pt x="8313" y="20962"/>
                        <a:pt x="8313" y="20962"/>
                        <a:pt x="8313" y="20962"/>
                      </a:cubicBezTo>
                      <a:cubicBezTo>
                        <a:pt x="7792" y="21076"/>
                        <a:pt x="7792" y="21076"/>
                        <a:pt x="7792" y="21076"/>
                      </a:cubicBezTo>
                      <a:cubicBezTo>
                        <a:pt x="7662" y="20962"/>
                        <a:pt x="7662" y="20962"/>
                        <a:pt x="7662" y="20962"/>
                      </a:cubicBezTo>
                      <a:cubicBezTo>
                        <a:pt x="7662" y="21306"/>
                        <a:pt x="7662" y="21306"/>
                        <a:pt x="7662" y="21306"/>
                      </a:cubicBezTo>
                      <a:cubicBezTo>
                        <a:pt x="7012" y="21306"/>
                        <a:pt x="7012" y="21306"/>
                        <a:pt x="7012" y="21306"/>
                      </a:cubicBezTo>
                      <a:cubicBezTo>
                        <a:pt x="6621" y="21306"/>
                        <a:pt x="6621" y="21306"/>
                        <a:pt x="6621" y="21306"/>
                      </a:cubicBezTo>
                      <a:cubicBezTo>
                        <a:pt x="6361" y="21536"/>
                        <a:pt x="6361" y="21536"/>
                        <a:pt x="6361" y="21536"/>
                      </a:cubicBezTo>
                      <a:cubicBezTo>
                        <a:pt x="5971" y="21421"/>
                        <a:pt x="5971" y="21421"/>
                        <a:pt x="5971" y="21421"/>
                      </a:cubicBezTo>
                      <a:cubicBezTo>
                        <a:pt x="5320" y="21536"/>
                        <a:pt x="5320" y="21536"/>
                        <a:pt x="5320" y="21536"/>
                      </a:cubicBezTo>
                      <a:cubicBezTo>
                        <a:pt x="5190" y="21306"/>
                        <a:pt x="5190" y="21306"/>
                        <a:pt x="5190" y="21306"/>
                      </a:cubicBezTo>
                      <a:cubicBezTo>
                        <a:pt x="4279" y="21306"/>
                        <a:pt x="4279" y="21306"/>
                        <a:pt x="4279" y="21306"/>
                      </a:cubicBezTo>
                      <a:cubicBezTo>
                        <a:pt x="3889" y="21421"/>
                        <a:pt x="3889" y="21421"/>
                        <a:pt x="3889" y="21421"/>
                      </a:cubicBezTo>
                      <a:cubicBezTo>
                        <a:pt x="3759" y="21191"/>
                        <a:pt x="3759" y="21191"/>
                        <a:pt x="3759" y="21191"/>
                      </a:cubicBezTo>
                      <a:cubicBezTo>
                        <a:pt x="3628" y="21191"/>
                        <a:pt x="3628" y="21191"/>
                        <a:pt x="3628" y="21191"/>
                      </a:cubicBezTo>
                      <a:cubicBezTo>
                        <a:pt x="3628" y="21191"/>
                        <a:pt x="3368" y="21191"/>
                        <a:pt x="3238" y="21191"/>
                      </a:cubicBezTo>
                      <a:cubicBezTo>
                        <a:pt x="3108" y="21191"/>
                        <a:pt x="2327" y="20962"/>
                        <a:pt x="2327" y="20962"/>
                      </a:cubicBezTo>
                      <a:cubicBezTo>
                        <a:pt x="2067" y="21191"/>
                        <a:pt x="2067" y="21191"/>
                        <a:pt x="2067" y="21191"/>
                      </a:cubicBezTo>
                      <a:cubicBezTo>
                        <a:pt x="2067" y="21191"/>
                        <a:pt x="1677" y="21191"/>
                        <a:pt x="1677" y="21076"/>
                      </a:cubicBezTo>
                      <a:cubicBezTo>
                        <a:pt x="1677" y="21076"/>
                        <a:pt x="1677" y="20962"/>
                        <a:pt x="1807" y="20847"/>
                      </a:cubicBezTo>
                      <a:cubicBezTo>
                        <a:pt x="1937" y="20847"/>
                        <a:pt x="2067" y="20847"/>
                        <a:pt x="2327" y="20732"/>
                      </a:cubicBezTo>
                      <a:cubicBezTo>
                        <a:pt x="2588" y="20732"/>
                        <a:pt x="2718" y="20732"/>
                        <a:pt x="2718" y="20732"/>
                      </a:cubicBezTo>
                      <a:cubicBezTo>
                        <a:pt x="2848" y="20617"/>
                        <a:pt x="2848" y="20617"/>
                        <a:pt x="2848" y="20617"/>
                      </a:cubicBezTo>
                      <a:cubicBezTo>
                        <a:pt x="2848" y="20502"/>
                        <a:pt x="2978" y="20387"/>
                        <a:pt x="2718" y="20502"/>
                      </a:cubicBezTo>
                      <a:cubicBezTo>
                        <a:pt x="2588" y="20502"/>
                        <a:pt x="2588" y="20502"/>
                        <a:pt x="2588" y="20502"/>
                      </a:cubicBezTo>
                      <a:cubicBezTo>
                        <a:pt x="2457" y="20617"/>
                        <a:pt x="2327" y="20617"/>
                        <a:pt x="2197" y="20617"/>
                      </a:cubicBezTo>
                      <a:cubicBezTo>
                        <a:pt x="2197" y="20617"/>
                        <a:pt x="1937" y="20617"/>
                        <a:pt x="1937" y="20617"/>
                      </a:cubicBezTo>
                      <a:cubicBezTo>
                        <a:pt x="1937" y="20617"/>
                        <a:pt x="1807" y="20502"/>
                        <a:pt x="1937" y="20502"/>
                      </a:cubicBezTo>
                      <a:cubicBezTo>
                        <a:pt x="2067" y="20387"/>
                        <a:pt x="2067" y="20387"/>
                        <a:pt x="2197" y="20387"/>
                      </a:cubicBezTo>
                      <a:cubicBezTo>
                        <a:pt x="2457" y="20387"/>
                        <a:pt x="2588" y="20272"/>
                        <a:pt x="2848" y="20272"/>
                      </a:cubicBezTo>
                      <a:cubicBezTo>
                        <a:pt x="3108" y="20272"/>
                        <a:pt x="3238" y="20272"/>
                        <a:pt x="3238" y="20272"/>
                      </a:cubicBezTo>
                      <a:cubicBezTo>
                        <a:pt x="3368" y="20157"/>
                        <a:pt x="3498" y="20157"/>
                        <a:pt x="3498" y="20042"/>
                      </a:cubicBezTo>
                      <a:cubicBezTo>
                        <a:pt x="3498" y="19927"/>
                        <a:pt x="3368" y="19813"/>
                        <a:pt x="3368" y="19813"/>
                      </a:cubicBezTo>
                      <a:cubicBezTo>
                        <a:pt x="3368" y="19813"/>
                        <a:pt x="3238" y="19813"/>
                        <a:pt x="3108" y="19927"/>
                      </a:cubicBezTo>
                      <a:cubicBezTo>
                        <a:pt x="2978" y="19927"/>
                        <a:pt x="2848" y="20042"/>
                        <a:pt x="2718" y="20042"/>
                      </a:cubicBezTo>
                      <a:cubicBezTo>
                        <a:pt x="2718" y="20042"/>
                        <a:pt x="2718" y="20042"/>
                        <a:pt x="2588" y="20042"/>
                      </a:cubicBezTo>
                      <a:cubicBezTo>
                        <a:pt x="2457" y="20042"/>
                        <a:pt x="2197" y="19927"/>
                        <a:pt x="2197" y="19927"/>
                      </a:cubicBezTo>
                      <a:cubicBezTo>
                        <a:pt x="2067" y="19927"/>
                        <a:pt x="1937" y="19927"/>
                        <a:pt x="1807" y="19927"/>
                      </a:cubicBezTo>
                      <a:cubicBezTo>
                        <a:pt x="1677" y="19927"/>
                        <a:pt x="1807" y="19927"/>
                        <a:pt x="1547" y="19927"/>
                      </a:cubicBezTo>
                      <a:cubicBezTo>
                        <a:pt x="1286" y="20042"/>
                        <a:pt x="1416" y="20042"/>
                        <a:pt x="1026" y="20042"/>
                      </a:cubicBezTo>
                      <a:cubicBezTo>
                        <a:pt x="766" y="20042"/>
                        <a:pt x="375" y="19927"/>
                        <a:pt x="375" y="19927"/>
                      </a:cubicBezTo>
                      <a:cubicBezTo>
                        <a:pt x="375" y="19927"/>
                        <a:pt x="115" y="20042"/>
                        <a:pt x="245" y="19927"/>
                      </a:cubicBezTo>
                      <a:cubicBezTo>
                        <a:pt x="506" y="19813"/>
                        <a:pt x="766" y="19813"/>
                        <a:pt x="896" y="19698"/>
                      </a:cubicBezTo>
                      <a:cubicBezTo>
                        <a:pt x="1026" y="19698"/>
                        <a:pt x="1156" y="19698"/>
                        <a:pt x="1026" y="19583"/>
                      </a:cubicBezTo>
                      <a:cubicBezTo>
                        <a:pt x="1026" y="19583"/>
                        <a:pt x="1026" y="19583"/>
                        <a:pt x="1026" y="19583"/>
                      </a:cubicBezTo>
                      <a:cubicBezTo>
                        <a:pt x="1156" y="19583"/>
                        <a:pt x="1416" y="19468"/>
                        <a:pt x="1416" y="19468"/>
                      </a:cubicBezTo>
                      <a:cubicBezTo>
                        <a:pt x="1677" y="19353"/>
                        <a:pt x="1677" y="19353"/>
                        <a:pt x="1677" y="19353"/>
                      </a:cubicBezTo>
                      <a:cubicBezTo>
                        <a:pt x="1677" y="19353"/>
                        <a:pt x="1677" y="19238"/>
                        <a:pt x="1937" y="19238"/>
                      </a:cubicBezTo>
                      <a:cubicBezTo>
                        <a:pt x="2197" y="19238"/>
                        <a:pt x="2197" y="19238"/>
                        <a:pt x="2197" y="19123"/>
                      </a:cubicBezTo>
                      <a:cubicBezTo>
                        <a:pt x="2327" y="19123"/>
                        <a:pt x="2197" y="19123"/>
                        <a:pt x="2327" y="19123"/>
                      </a:cubicBezTo>
                      <a:cubicBezTo>
                        <a:pt x="2588" y="19123"/>
                        <a:pt x="2588" y="19008"/>
                        <a:pt x="2718" y="19008"/>
                      </a:cubicBezTo>
                      <a:cubicBezTo>
                        <a:pt x="2978" y="19008"/>
                        <a:pt x="3108" y="18893"/>
                        <a:pt x="2978" y="18893"/>
                      </a:cubicBezTo>
                      <a:cubicBezTo>
                        <a:pt x="2848" y="18893"/>
                        <a:pt x="2848" y="18893"/>
                        <a:pt x="2588" y="18893"/>
                      </a:cubicBezTo>
                      <a:cubicBezTo>
                        <a:pt x="2457" y="19008"/>
                        <a:pt x="2327" y="18893"/>
                        <a:pt x="2327" y="19008"/>
                      </a:cubicBezTo>
                      <a:cubicBezTo>
                        <a:pt x="2197" y="19008"/>
                        <a:pt x="1937" y="19008"/>
                        <a:pt x="1937" y="19008"/>
                      </a:cubicBezTo>
                      <a:cubicBezTo>
                        <a:pt x="1807" y="18893"/>
                        <a:pt x="1807" y="18893"/>
                        <a:pt x="1677" y="19008"/>
                      </a:cubicBezTo>
                      <a:cubicBezTo>
                        <a:pt x="1547" y="19008"/>
                        <a:pt x="1677" y="19123"/>
                        <a:pt x="1416" y="19123"/>
                      </a:cubicBezTo>
                      <a:cubicBezTo>
                        <a:pt x="1286" y="19123"/>
                        <a:pt x="1156" y="19008"/>
                        <a:pt x="1156" y="19008"/>
                      </a:cubicBezTo>
                      <a:cubicBezTo>
                        <a:pt x="1156" y="19008"/>
                        <a:pt x="766" y="19008"/>
                        <a:pt x="766" y="18893"/>
                      </a:cubicBezTo>
                      <a:cubicBezTo>
                        <a:pt x="766" y="18893"/>
                        <a:pt x="766" y="18664"/>
                        <a:pt x="766" y="18664"/>
                      </a:cubicBezTo>
                      <a:cubicBezTo>
                        <a:pt x="766" y="18549"/>
                        <a:pt x="896" y="18549"/>
                        <a:pt x="896" y="18549"/>
                      </a:cubicBezTo>
                      <a:cubicBezTo>
                        <a:pt x="766" y="18434"/>
                        <a:pt x="766" y="18434"/>
                        <a:pt x="766" y="18434"/>
                      </a:cubicBezTo>
                      <a:cubicBezTo>
                        <a:pt x="766" y="18434"/>
                        <a:pt x="766" y="18434"/>
                        <a:pt x="636" y="18434"/>
                      </a:cubicBezTo>
                      <a:cubicBezTo>
                        <a:pt x="636" y="18434"/>
                        <a:pt x="375" y="18549"/>
                        <a:pt x="375" y="18549"/>
                      </a:cubicBezTo>
                      <a:cubicBezTo>
                        <a:pt x="375" y="18549"/>
                        <a:pt x="375" y="18549"/>
                        <a:pt x="245" y="18549"/>
                      </a:cubicBezTo>
                      <a:cubicBezTo>
                        <a:pt x="245" y="18549"/>
                        <a:pt x="115" y="18549"/>
                        <a:pt x="115" y="18549"/>
                      </a:cubicBezTo>
                      <a:cubicBezTo>
                        <a:pt x="115" y="18549"/>
                        <a:pt x="115" y="18434"/>
                        <a:pt x="115" y="18319"/>
                      </a:cubicBezTo>
                      <a:cubicBezTo>
                        <a:pt x="115" y="18319"/>
                        <a:pt x="115" y="18204"/>
                        <a:pt x="115" y="18204"/>
                      </a:cubicBezTo>
                      <a:cubicBezTo>
                        <a:pt x="115" y="18204"/>
                        <a:pt x="115" y="18204"/>
                        <a:pt x="115" y="18204"/>
                      </a:cubicBezTo>
                      <a:cubicBezTo>
                        <a:pt x="115" y="18089"/>
                        <a:pt x="-145" y="18089"/>
                        <a:pt x="115" y="17974"/>
                      </a:cubicBezTo>
                      <a:cubicBezTo>
                        <a:pt x="375" y="17974"/>
                        <a:pt x="375" y="17974"/>
                        <a:pt x="506" y="17974"/>
                      </a:cubicBezTo>
                      <a:cubicBezTo>
                        <a:pt x="506" y="17974"/>
                        <a:pt x="636" y="17974"/>
                        <a:pt x="636" y="17974"/>
                      </a:cubicBezTo>
                      <a:cubicBezTo>
                        <a:pt x="636" y="17974"/>
                        <a:pt x="766" y="17859"/>
                        <a:pt x="766" y="17859"/>
                      </a:cubicBezTo>
                      <a:cubicBezTo>
                        <a:pt x="636" y="17745"/>
                        <a:pt x="636" y="17745"/>
                        <a:pt x="636" y="17745"/>
                      </a:cubicBezTo>
                      <a:cubicBezTo>
                        <a:pt x="636" y="17630"/>
                        <a:pt x="636" y="17630"/>
                        <a:pt x="766" y="17630"/>
                      </a:cubicBezTo>
                      <a:cubicBezTo>
                        <a:pt x="896" y="17630"/>
                        <a:pt x="896" y="17515"/>
                        <a:pt x="1026" y="17515"/>
                      </a:cubicBezTo>
                      <a:cubicBezTo>
                        <a:pt x="1026" y="17515"/>
                        <a:pt x="1156" y="17515"/>
                        <a:pt x="1286" y="17515"/>
                      </a:cubicBezTo>
                      <a:cubicBezTo>
                        <a:pt x="1286" y="17515"/>
                        <a:pt x="1286" y="17400"/>
                        <a:pt x="1547" y="17400"/>
                      </a:cubicBezTo>
                      <a:cubicBezTo>
                        <a:pt x="1677" y="17400"/>
                        <a:pt x="1807" y="17400"/>
                        <a:pt x="1937" y="17400"/>
                      </a:cubicBezTo>
                      <a:cubicBezTo>
                        <a:pt x="1937" y="17400"/>
                        <a:pt x="2197" y="17400"/>
                        <a:pt x="2197" y="17400"/>
                      </a:cubicBezTo>
                      <a:cubicBezTo>
                        <a:pt x="2197" y="17400"/>
                        <a:pt x="2457" y="17285"/>
                        <a:pt x="2457" y="17285"/>
                      </a:cubicBezTo>
                      <a:cubicBezTo>
                        <a:pt x="2588" y="17170"/>
                        <a:pt x="2588" y="17170"/>
                        <a:pt x="2588" y="17170"/>
                      </a:cubicBezTo>
                      <a:cubicBezTo>
                        <a:pt x="2588" y="17170"/>
                        <a:pt x="2588" y="17170"/>
                        <a:pt x="2718" y="17170"/>
                      </a:cubicBezTo>
                      <a:cubicBezTo>
                        <a:pt x="2848" y="17170"/>
                        <a:pt x="2848" y="17170"/>
                        <a:pt x="2978" y="17170"/>
                      </a:cubicBezTo>
                      <a:cubicBezTo>
                        <a:pt x="2978" y="17170"/>
                        <a:pt x="3108" y="17170"/>
                        <a:pt x="3108" y="17170"/>
                      </a:cubicBezTo>
                      <a:cubicBezTo>
                        <a:pt x="3108" y="17055"/>
                        <a:pt x="3108" y="17055"/>
                        <a:pt x="3108" y="16940"/>
                      </a:cubicBezTo>
                      <a:cubicBezTo>
                        <a:pt x="2978" y="16940"/>
                        <a:pt x="2978" y="16940"/>
                        <a:pt x="2848" y="16940"/>
                      </a:cubicBezTo>
                      <a:cubicBezTo>
                        <a:pt x="2718" y="17055"/>
                        <a:pt x="2588" y="17055"/>
                        <a:pt x="2588" y="16940"/>
                      </a:cubicBezTo>
                      <a:cubicBezTo>
                        <a:pt x="2588" y="16940"/>
                        <a:pt x="2588" y="16940"/>
                        <a:pt x="2457" y="16940"/>
                      </a:cubicBezTo>
                      <a:cubicBezTo>
                        <a:pt x="2327" y="16940"/>
                        <a:pt x="2197" y="16940"/>
                        <a:pt x="2197" y="16940"/>
                      </a:cubicBezTo>
                      <a:cubicBezTo>
                        <a:pt x="2197" y="16940"/>
                        <a:pt x="2067" y="16940"/>
                        <a:pt x="1937" y="16940"/>
                      </a:cubicBezTo>
                      <a:cubicBezTo>
                        <a:pt x="1677" y="16825"/>
                        <a:pt x="1677" y="16825"/>
                        <a:pt x="1547" y="16825"/>
                      </a:cubicBezTo>
                      <a:cubicBezTo>
                        <a:pt x="1416" y="16825"/>
                        <a:pt x="1286" y="16825"/>
                        <a:pt x="1286" y="16825"/>
                      </a:cubicBezTo>
                      <a:cubicBezTo>
                        <a:pt x="1286" y="16825"/>
                        <a:pt x="1547" y="16825"/>
                        <a:pt x="1156" y="16710"/>
                      </a:cubicBezTo>
                      <a:cubicBezTo>
                        <a:pt x="766" y="16596"/>
                        <a:pt x="766" y="16596"/>
                        <a:pt x="766" y="16596"/>
                      </a:cubicBezTo>
                      <a:cubicBezTo>
                        <a:pt x="636" y="16596"/>
                        <a:pt x="636" y="16596"/>
                        <a:pt x="636" y="16596"/>
                      </a:cubicBezTo>
                      <a:cubicBezTo>
                        <a:pt x="506" y="16596"/>
                        <a:pt x="506" y="16710"/>
                        <a:pt x="375" y="16596"/>
                      </a:cubicBezTo>
                      <a:cubicBezTo>
                        <a:pt x="375" y="16596"/>
                        <a:pt x="245" y="16481"/>
                        <a:pt x="245" y="16481"/>
                      </a:cubicBezTo>
                      <a:cubicBezTo>
                        <a:pt x="245" y="16366"/>
                        <a:pt x="245" y="16366"/>
                        <a:pt x="375" y="16251"/>
                      </a:cubicBezTo>
                      <a:cubicBezTo>
                        <a:pt x="375" y="16251"/>
                        <a:pt x="636" y="16136"/>
                        <a:pt x="636" y="16136"/>
                      </a:cubicBezTo>
                      <a:cubicBezTo>
                        <a:pt x="636" y="16251"/>
                        <a:pt x="636" y="16251"/>
                        <a:pt x="636" y="16251"/>
                      </a:cubicBezTo>
                      <a:cubicBezTo>
                        <a:pt x="636" y="16251"/>
                        <a:pt x="636" y="16366"/>
                        <a:pt x="766" y="16251"/>
                      </a:cubicBezTo>
                      <a:cubicBezTo>
                        <a:pt x="766" y="16251"/>
                        <a:pt x="896" y="16021"/>
                        <a:pt x="896" y="16021"/>
                      </a:cubicBezTo>
                      <a:cubicBezTo>
                        <a:pt x="896" y="16021"/>
                        <a:pt x="766" y="16021"/>
                        <a:pt x="896" y="15906"/>
                      </a:cubicBezTo>
                      <a:cubicBezTo>
                        <a:pt x="1026" y="15906"/>
                        <a:pt x="1026" y="15906"/>
                        <a:pt x="1156" y="15906"/>
                      </a:cubicBezTo>
                      <a:cubicBezTo>
                        <a:pt x="1156" y="15906"/>
                        <a:pt x="1416" y="15906"/>
                        <a:pt x="1547" y="15906"/>
                      </a:cubicBezTo>
                      <a:cubicBezTo>
                        <a:pt x="1547" y="15791"/>
                        <a:pt x="1807" y="15791"/>
                        <a:pt x="1807" y="15791"/>
                      </a:cubicBezTo>
                      <a:cubicBezTo>
                        <a:pt x="1807" y="15791"/>
                        <a:pt x="1937" y="15906"/>
                        <a:pt x="1807" y="16021"/>
                      </a:cubicBezTo>
                      <a:cubicBezTo>
                        <a:pt x="1807" y="16021"/>
                        <a:pt x="1677" y="16021"/>
                        <a:pt x="1807" y="16136"/>
                      </a:cubicBezTo>
                      <a:cubicBezTo>
                        <a:pt x="1937" y="16136"/>
                        <a:pt x="2067" y="16136"/>
                        <a:pt x="2067" y="16136"/>
                      </a:cubicBezTo>
                      <a:cubicBezTo>
                        <a:pt x="2067" y="16136"/>
                        <a:pt x="2197" y="16021"/>
                        <a:pt x="2197" y="16021"/>
                      </a:cubicBezTo>
                      <a:cubicBezTo>
                        <a:pt x="2327" y="16021"/>
                        <a:pt x="2197" y="15906"/>
                        <a:pt x="2327" y="15906"/>
                      </a:cubicBezTo>
                      <a:cubicBezTo>
                        <a:pt x="2457" y="16021"/>
                        <a:pt x="2457" y="16136"/>
                        <a:pt x="2457" y="16136"/>
                      </a:cubicBezTo>
                      <a:cubicBezTo>
                        <a:pt x="2457" y="16136"/>
                        <a:pt x="2457" y="16136"/>
                        <a:pt x="2457" y="16251"/>
                      </a:cubicBezTo>
                      <a:cubicBezTo>
                        <a:pt x="2588" y="16251"/>
                        <a:pt x="2718" y="16251"/>
                        <a:pt x="2718" y="16366"/>
                      </a:cubicBezTo>
                      <a:cubicBezTo>
                        <a:pt x="2718" y="16366"/>
                        <a:pt x="2588" y="16366"/>
                        <a:pt x="2848" y="16481"/>
                      </a:cubicBezTo>
                      <a:cubicBezTo>
                        <a:pt x="2978" y="16481"/>
                        <a:pt x="3108" y="16481"/>
                        <a:pt x="3108" y="16481"/>
                      </a:cubicBezTo>
                      <a:cubicBezTo>
                        <a:pt x="3108" y="16481"/>
                        <a:pt x="3238" y="16481"/>
                        <a:pt x="3238" y="16366"/>
                      </a:cubicBezTo>
                      <a:cubicBezTo>
                        <a:pt x="3108" y="16251"/>
                        <a:pt x="3108" y="16136"/>
                        <a:pt x="3108" y="16136"/>
                      </a:cubicBezTo>
                      <a:cubicBezTo>
                        <a:pt x="3108" y="16136"/>
                        <a:pt x="3238" y="16021"/>
                        <a:pt x="3238" y="16021"/>
                      </a:cubicBezTo>
                      <a:cubicBezTo>
                        <a:pt x="3238" y="15906"/>
                        <a:pt x="3238" y="15676"/>
                        <a:pt x="3238" y="15676"/>
                      </a:cubicBezTo>
                      <a:cubicBezTo>
                        <a:pt x="3238" y="15676"/>
                        <a:pt x="3368" y="15562"/>
                        <a:pt x="3238" y="15562"/>
                      </a:cubicBezTo>
                      <a:cubicBezTo>
                        <a:pt x="3108" y="15562"/>
                        <a:pt x="3108" y="15447"/>
                        <a:pt x="3108" y="15447"/>
                      </a:cubicBezTo>
                      <a:cubicBezTo>
                        <a:pt x="2978" y="15447"/>
                        <a:pt x="2978" y="15332"/>
                        <a:pt x="2978" y="15332"/>
                      </a:cubicBezTo>
                      <a:cubicBezTo>
                        <a:pt x="3368" y="15332"/>
                        <a:pt x="3368" y="15332"/>
                        <a:pt x="3368" y="15332"/>
                      </a:cubicBezTo>
                      <a:cubicBezTo>
                        <a:pt x="3628" y="15332"/>
                        <a:pt x="3628" y="15332"/>
                        <a:pt x="3628" y="15332"/>
                      </a:cubicBezTo>
                      <a:cubicBezTo>
                        <a:pt x="3889" y="15217"/>
                        <a:pt x="3889" y="15217"/>
                        <a:pt x="3889" y="15217"/>
                      </a:cubicBezTo>
                      <a:cubicBezTo>
                        <a:pt x="3889" y="15217"/>
                        <a:pt x="4019" y="15332"/>
                        <a:pt x="4019" y="15217"/>
                      </a:cubicBezTo>
                      <a:cubicBezTo>
                        <a:pt x="4019" y="15217"/>
                        <a:pt x="4149" y="15102"/>
                        <a:pt x="4149" y="15102"/>
                      </a:cubicBezTo>
                      <a:cubicBezTo>
                        <a:pt x="4409" y="15102"/>
                        <a:pt x="4409" y="15102"/>
                        <a:pt x="4409" y="15102"/>
                      </a:cubicBezTo>
                      <a:cubicBezTo>
                        <a:pt x="4409" y="15102"/>
                        <a:pt x="4279" y="14987"/>
                        <a:pt x="4279" y="14987"/>
                      </a:cubicBezTo>
                      <a:cubicBezTo>
                        <a:pt x="4409" y="14987"/>
                        <a:pt x="4409" y="14757"/>
                        <a:pt x="4409" y="14757"/>
                      </a:cubicBezTo>
                      <a:cubicBezTo>
                        <a:pt x="4409" y="14757"/>
                        <a:pt x="4539" y="14642"/>
                        <a:pt x="4669" y="14757"/>
                      </a:cubicBezTo>
                      <a:cubicBezTo>
                        <a:pt x="4669" y="14757"/>
                        <a:pt x="4930" y="14757"/>
                        <a:pt x="5060" y="14872"/>
                      </a:cubicBezTo>
                      <a:cubicBezTo>
                        <a:pt x="5060" y="14872"/>
                        <a:pt x="5190" y="14872"/>
                        <a:pt x="5190" y="14872"/>
                      </a:cubicBezTo>
                      <a:cubicBezTo>
                        <a:pt x="5450" y="14872"/>
                        <a:pt x="5450" y="14872"/>
                        <a:pt x="5450" y="14872"/>
                      </a:cubicBezTo>
                      <a:cubicBezTo>
                        <a:pt x="5450" y="14872"/>
                        <a:pt x="5710" y="14987"/>
                        <a:pt x="5710" y="14987"/>
                      </a:cubicBezTo>
                      <a:cubicBezTo>
                        <a:pt x="5710" y="14987"/>
                        <a:pt x="5971" y="15102"/>
                        <a:pt x="6101" y="15102"/>
                      </a:cubicBezTo>
                      <a:cubicBezTo>
                        <a:pt x="6101" y="15102"/>
                        <a:pt x="6231" y="14987"/>
                        <a:pt x="6231" y="14987"/>
                      </a:cubicBezTo>
                      <a:cubicBezTo>
                        <a:pt x="6231" y="14987"/>
                        <a:pt x="6231" y="14872"/>
                        <a:pt x="6361" y="14987"/>
                      </a:cubicBezTo>
                      <a:cubicBezTo>
                        <a:pt x="6491" y="14987"/>
                        <a:pt x="6621" y="14987"/>
                        <a:pt x="6751" y="14987"/>
                      </a:cubicBezTo>
                      <a:cubicBezTo>
                        <a:pt x="6751" y="14872"/>
                        <a:pt x="6751" y="14872"/>
                        <a:pt x="6882" y="14872"/>
                      </a:cubicBezTo>
                      <a:cubicBezTo>
                        <a:pt x="7012" y="14987"/>
                        <a:pt x="7142" y="14987"/>
                        <a:pt x="7142" y="14987"/>
                      </a:cubicBezTo>
                      <a:cubicBezTo>
                        <a:pt x="7272" y="14987"/>
                        <a:pt x="7532" y="14872"/>
                        <a:pt x="7532" y="14872"/>
                      </a:cubicBezTo>
                      <a:cubicBezTo>
                        <a:pt x="7532" y="14872"/>
                        <a:pt x="7402" y="14757"/>
                        <a:pt x="7532" y="14872"/>
                      </a:cubicBezTo>
                      <a:cubicBezTo>
                        <a:pt x="7662" y="14872"/>
                        <a:pt x="7792" y="14757"/>
                        <a:pt x="7792" y="14757"/>
                      </a:cubicBezTo>
                      <a:cubicBezTo>
                        <a:pt x="7532" y="14642"/>
                        <a:pt x="7532" y="14642"/>
                        <a:pt x="7532" y="14642"/>
                      </a:cubicBezTo>
                      <a:cubicBezTo>
                        <a:pt x="7532" y="14642"/>
                        <a:pt x="7662" y="14413"/>
                        <a:pt x="7662" y="14413"/>
                      </a:cubicBezTo>
                      <a:cubicBezTo>
                        <a:pt x="7662" y="14413"/>
                        <a:pt x="7532" y="14298"/>
                        <a:pt x="7532" y="14298"/>
                      </a:cubicBezTo>
                      <a:cubicBezTo>
                        <a:pt x="7532" y="14298"/>
                        <a:pt x="7402" y="14298"/>
                        <a:pt x="7402" y="14413"/>
                      </a:cubicBezTo>
                      <a:cubicBezTo>
                        <a:pt x="7402" y="14527"/>
                        <a:pt x="7272" y="14642"/>
                        <a:pt x="7142" y="14642"/>
                      </a:cubicBezTo>
                      <a:cubicBezTo>
                        <a:pt x="7142" y="14642"/>
                        <a:pt x="7012" y="14757"/>
                        <a:pt x="6882" y="14757"/>
                      </a:cubicBezTo>
                      <a:cubicBezTo>
                        <a:pt x="6882" y="14757"/>
                        <a:pt x="6751" y="14872"/>
                        <a:pt x="6751" y="14872"/>
                      </a:cubicBezTo>
                      <a:cubicBezTo>
                        <a:pt x="6751" y="14872"/>
                        <a:pt x="6751" y="14987"/>
                        <a:pt x="6491" y="14872"/>
                      </a:cubicBezTo>
                      <a:cubicBezTo>
                        <a:pt x="6361" y="14757"/>
                        <a:pt x="6231" y="14757"/>
                        <a:pt x="6231" y="14757"/>
                      </a:cubicBezTo>
                      <a:cubicBezTo>
                        <a:pt x="6231" y="14757"/>
                        <a:pt x="6231" y="14642"/>
                        <a:pt x="6101" y="14757"/>
                      </a:cubicBezTo>
                      <a:cubicBezTo>
                        <a:pt x="5841" y="14757"/>
                        <a:pt x="5971" y="14872"/>
                        <a:pt x="5841" y="14757"/>
                      </a:cubicBezTo>
                      <a:cubicBezTo>
                        <a:pt x="5710" y="14757"/>
                        <a:pt x="5320" y="14757"/>
                        <a:pt x="5320" y="14642"/>
                      </a:cubicBezTo>
                      <a:cubicBezTo>
                        <a:pt x="5320" y="14642"/>
                        <a:pt x="5190" y="14527"/>
                        <a:pt x="5190" y="14527"/>
                      </a:cubicBezTo>
                      <a:cubicBezTo>
                        <a:pt x="5190" y="14527"/>
                        <a:pt x="5190" y="14298"/>
                        <a:pt x="5190" y="14298"/>
                      </a:cubicBezTo>
                      <a:cubicBezTo>
                        <a:pt x="5060" y="14413"/>
                        <a:pt x="4930" y="14527"/>
                        <a:pt x="4800" y="14527"/>
                      </a:cubicBezTo>
                      <a:cubicBezTo>
                        <a:pt x="4800" y="14527"/>
                        <a:pt x="4539" y="14527"/>
                        <a:pt x="4409" y="14527"/>
                      </a:cubicBezTo>
                      <a:cubicBezTo>
                        <a:pt x="4409" y="14527"/>
                        <a:pt x="4409" y="14527"/>
                        <a:pt x="4279" y="14527"/>
                      </a:cubicBezTo>
                      <a:cubicBezTo>
                        <a:pt x="4149" y="14527"/>
                        <a:pt x="4019" y="14642"/>
                        <a:pt x="3889" y="14642"/>
                      </a:cubicBezTo>
                      <a:cubicBezTo>
                        <a:pt x="3759" y="14642"/>
                        <a:pt x="3759" y="14527"/>
                        <a:pt x="3628" y="14527"/>
                      </a:cubicBezTo>
                      <a:cubicBezTo>
                        <a:pt x="3498" y="14527"/>
                        <a:pt x="3498" y="14527"/>
                        <a:pt x="3498" y="14527"/>
                      </a:cubicBezTo>
                      <a:cubicBezTo>
                        <a:pt x="3498" y="14527"/>
                        <a:pt x="3498" y="14527"/>
                        <a:pt x="3498" y="14527"/>
                      </a:cubicBezTo>
                      <a:cubicBezTo>
                        <a:pt x="3498" y="14527"/>
                        <a:pt x="3498" y="14298"/>
                        <a:pt x="3759" y="14298"/>
                      </a:cubicBezTo>
                      <a:cubicBezTo>
                        <a:pt x="3889" y="14183"/>
                        <a:pt x="3759" y="14183"/>
                        <a:pt x="4019" y="14183"/>
                      </a:cubicBezTo>
                      <a:cubicBezTo>
                        <a:pt x="4279" y="14183"/>
                        <a:pt x="4409" y="14183"/>
                        <a:pt x="4539" y="14068"/>
                      </a:cubicBezTo>
                      <a:cubicBezTo>
                        <a:pt x="4669" y="13953"/>
                        <a:pt x="4669" y="13838"/>
                        <a:pt x="4800" y="13838"/>
                      </a:cubicBezTo>
                      <a:cubicBezTo>
                        <a:pt x="4930" y="13723"/>
                        <a:pt x="4930" y="13608"/>
                        <a:pt x="5060" y="13723"/>
                      </a:cubicBezTo>
                      <a:cubicBezTo>
                        <a:pt x="5320" y="13723"/>
                        <a:pt x="5580" y="13723"/>
                        <a:pt x="5580" y="13723"/>
                      </a:cubicBezTo>
                      <a:cubicBezTo>
                        <a:pt x="5580" y="13723"/>
                        <a:pt x="5580" y="13608"/>
                        <a:pt x="5580" y="13493"/>
                      </a:cubicBezTo>
                      <a:cubicBezTo>
                        <a:pt x="5580" y="13493"/>
                        <a:pt x="5580" y="13493"/>
                        <a:pt x="5580" y="13379"/>
                      </a:cubicBezTo>
                      <a:cubicBezTo>
                        <a:pt x="5710" y="13379"/>
                        <a:pt x="5710" y="13264"/>
                        <a:pt x="5710" y="13264"/>
                      </a:cubicBezTo>
                      <a:cubicBezTo>
                        <a:pt x="5841" y="13264"/>
                        <a:pt x="5841" y="13149"/>
                        <a:pt x="5971" y="13149"/>
                      </a:cubicBezTo>
                      <a:cubicBezTo>
                        <a:pt x="5971" y="13034"/>
                        <a:pt x="6101" y="13034"/>
                        <a:pt x="6101" y="12919"/>
                      </a:cubicBezTo>
                      <a:cubicBezTo>
                        <a:pt x="6231" y="12919"/>
                        <a:pt x="6231" y="12804"/>
                        <a:pt x="6231" y="12804"/>
                      </a:cubicBezTo>
                      <a:cubicBezTo>
                        <a:pt x="6231" y="12804"/>
                        <a:pt x="5841" y="12689"/>
                        <a:pt x="5841" y="12689"/>
                      </a:cubicBezTo>
                      <a:cubicBezTo>
                        <a:pt x="5971" y="12574"/>
                        <a:pt x="5971" y="12574"/>
                        <a:pt x="5971" y="12574"/>
                      </a:cubicBezTo>
                      <a:cubicBezTo>
                        <a:pt x="6491" y="12230"/>
                        <a:pt x="6491" y="12230"/>
                        <a:pt x="6491" y="12230"/>
                      </a:cubicBezTo>
                      <a:cubicBezTo>
                        <a:pt x="6491" y="12230"/>
                        <a:pt x="6621" y="12000"/>
                        <a:pt x="6621" y="12000"/>
                      </a:cubicBezTo>
                      <a:cubicBezTo>
                        <a:pt x="6751" y="12000"/>
                        <a:pt x="6882" y="11885"/>
                        <a:pt x="6882" y="11885"/>
                      </a:cubicBezTo>
                      <a:cubicBezTo>
                        <a:pt x="7012" y="11655"/>
                        <a:pt x="7012" y="11655"/>
                        <a:pt x="7012" y="11655"/>
                      </a:cubicBezTo>
                      <a:cubicBezTo>
                        <a:pt x="7012" y="11655"/>
                        <a:pt x="7012" y="11540"/>
                        <a:pt x="7142" y="11655"/>
                      </a:cubicBezTo>
                      <a:cubicBezTo>
                        <a:pt x="7272" y="11655"/>
                        <a:pt x="7272" y="11770"/>
                        <a:pt x="7402" y="11770"/>
                      </a:cubicBezTo>
                      <a:cubicBezTo>
                        <a:pt x="7532" y="11885"/>
                        <a:pt x="7922" y="11885"/>
                        <a:pt x="7922" y="11885"/>
                      </a:cubicBezTo>
                      <a:cubicBezTo>
                        <a:pt x="7792" y="11655"/>
                        <a:pt x="7792" y="11655"/>
                        <a:pt x="7792" y="11655"/>
                      </a:cubicBezTo>
                      <a:cubicBezTo>
                        <a:pt x="8313" y="11655"/>
                        <a:pt x="8313" y="11655"/>
                        <a:pt x="8313" y="11655"/>
                      </a:cubicBezTo>
                      <a:cubicBezTo>
                        <a:pt x="8313" y="11885"/>
                        <a:pt x="8313" y="11885"/>
                        <a:pt x="8313" y="11885"/>
                      </a:cubicBezTo>
                      <a:cubicBezTo>
                        <a:pt x="8573" y="11770"/>
                        <a:pt x="8573" y="11770"/>
                        <a:pt x="8573" y="11770"/>
                      </a:cubicBezTo>
                      <a:cubicBezTo>
                        <a:pt x="8443" y="11540"/>
                        <a:pt x="8443" y="11540"/>
                        <a:pt x="8443" y="11540"/>
                      </a:cubicBezTo>
                      <a:cubicBezTo>
                        <a:pt x="8443" y="11540"/>
                        <a:pt x="8703" y="11540"/>
                        <a:pt x="8703" y="11540"/>
                      </a:cubicBezTo>
                      <a:cubicBezTo>
                        <a:pt x="8573" y="11540"/>
                        <a:pt x="8313" y="11310"/>
                        <a:pt x="8313" y="11310"/>
                      </a:cubicBezTo>
                      <a:cubicBezTo>
                        <a:pt x="8443" y="11081"/>
                        <a:pt x="8443" y="11081"/>
                        <a:pt x="8443" y="11081"/>
                      </a:cubicBezTo>
                      <a:cubicBezTo>
                        <a:pt x="8183" y="11081"/>
                        <a:pt x="8183" y="11081"/>
                        <a:pt x="8183" y="11081"/>
                      </a:cubicBezTo>
                      <a:cubicBezTo>
                        <a:pt x="8183" y="11081"/>
                        <a:pt x="7662" y="11081"/>
                        <a:pt x="7532" y="11081"/>
                      </a:cubicBezTo>
                      <a:cubicBezTo>
                        <a:pt x="7402" y="10966"/>
                        <a:pt x="7402" y="10966"/>
                        <a:pt x="7272" y="10966"/>
                      </a:cubicBezTo>
                      <a:cubicBezTo>
                        <a:pt x="7142" y="10966"/>
                        <a:pt x="7012" y="10966"/>
                        <a:pt x="6882" y="10966"/>
                      </a:cubicBezTo>
                      <a:cubicBezTo>
                        <a:pt x="6751" y="10966"/>
                        <a:pt x="6621" y="10966"/>
                        <a:pt x="6491" y="10966"/>
                      </a:cubicBezTo>
                      <a:cubicBezTo>
                        <a:pt x="6491" y="10966"/>
                        <a:pt x="6361" y="10966"/>
                        <a:pt x="6231" y="10966"/>
                      </a:cubicBezTo>
                      <a:cubicBezTo>
                        <a:pt x="6231" y="10851"/>
                        <a:pt x="6361" y="10736"/>
                        <a:pt x="6231" y="10736"/>
                      </a:cubicBezTo>
                      <a:cubicBezTo>
                        <a:pt x="6101" y="10736"/>
                        <a:pt x="5971" y="10506"/>
                        <a:pt x="5841" y="10621"/>
                      </a:cubicBezTo>
                      <a:cubicBezTo>
                        <a:pt x="5841" y="10621"/>
                        <a:pt x="5841" y="10621"/>
                        <a:pt x="5710" y="10621"/>
                      </a:cubicBezTo>
                      <a:cubicBezTo>
                        <a:pt x="5710" y="10736"/>
                        <a:pt x="5580" y="10736"/>
                        <a:pt x="5580" y="10736"/>
                      </a:cubicBezTo>
                      <a:cubicBezTo>
                        <a:pt x="5450" y="10621"/>
                        <a:pt x="5450" y="10736"/>
                        <a:pt x="5580" y="10621"/>
                      </a:cubicBezTo>
                      <a:cubicBezTo>
                        <a:pt x="5580" y="10506"/>
                        <a:pt x="5450" y="10276"/>
                        <a:pt x="5580" y="10276"/>
                      </a:cubicBezTo>
                      <a:cubicBezTo>
                        <a:pt x="5710" y="10391"/>
                        <a:pt x="5710" y="10391"/>
                        <a:pt x="5841" y="10391"/>
                      </a:cubicBezTo>
                      <a:cubicBezTo>
                        <a:pt x="5841" y="10391"/>
                        <a:pt x="5971" y="10391"/>
                        <a:pt x="5971" y="10391"/>
                      </a:cubicBezTo>
                      <a:cubicBezTo>
                        <a:pt x="5971" y="10276"/>
                        <a:pt x="6101" y="10047"/>
                        <a:pt x="6101" y="10047"/>
                      </a:cubicBezTo>
                      <a:cubicBezTo>
                        <a:pt x="6101" y="10047"/>
                        <a:pt x="6491" y="10162"/>
                        <a:pt x="6361" y="10047"/>
                      </a:cubicBezTo>
                      <a:cubicBezTo>
                        <a:pt x="6231" y="9932"/>
                        <a:pt x="5971" y="9817"/>
                        <a:pt x="5971" y="9817"/>
                      </a:cubicBezTo>
                      <a:cubicBezTo>
                        <a:pt x="5971" y="9817"/>
                        <a:pt x="5841" y="9817"/>
                        <a:pt x="5841" y="9932"/>
                      </a:cubicBezTo>
                      <a:cubicBezTo>
                        <a:pt x="5710" y="10047"/>
                        <a:pt x="5841" y="10047"/>
                        <a:pt x="5710" y="10162"/>
                      </a:cubicBezTo>
                      <a:cubicBezTo>
                        <a:pt x="5580" y="10162"/>
                        <a:pt x="5580" y="10162"/>
                        <a:pt x="5450" y="10162"/>
                      </a:cubicBezTo>
                      <a:cubicBezTo>
                        <a:pt x="5450" y="10162"/>
                        <a:pt x="5450" y="10162"/>
                        <a:pt x="5320" y="10162"/>
                      </a:cubicBezTo>
                      <a:cubicBezTo>
                        <a:pt x="5320" y="10162"/>
                        <a:pt x="5060" y="10162"/>
                        <a:pt x="5060" y="10047"/>
                      </a:cubicBezTo>
                      <a:cubicBezTo>
                        <a:pt x="5060" y="10047"/>
                        <a:pt x="5060" y="10047"/>
                        <a:pt x="5060" y="9932"/>
                      </a:cubicBezTo>
                      <a:cubicBezTo>
                        <a:pt x="5060" y="9817"/>
                        <a:pt x="5060" y="9702"/>
                        <a:pt x="5320" y="9702"/>
                      </a:cubicBezTo>
                      <a:cubicBezTo>
                        <a:pt x="5450" y="9702"/>
                        <a:pt x="5450" y="9817"/>
                        <a:pt x="5450" y="9702"/>
                      </a:cubicBezTo>
                      <a:cubicBezTo>
                        <a:pt x="5450" y="9702"/>
                        <a:pt x="5450" y="9587"/>
                        <a:pt x="5320" y="9587"/>
                      </a:cubicBezTo>
                      <a:cubicBezTo>
                        <a:pt x="5320" y="9472"/>
                        <a:pt x="5320" y="9472"/>
                        <a:pt x="5190" y="9472"/>
                      </a:cubicBezTo>
                      <a:cubicBezTo>
                        <a:pt x="5060" y="9472"/>
                        <a:pt x="4800" y="9587"/>
                        <a:pt x="4800" y="9587"/>
                      </a:cubicBezTo>
                      <a:cubicBezTo>
                        <a:pt x="4800" y="9587"/>
                        <a:pt x="4930" y="9587"/>
                        <a:pt x="4669" y="9587"/>
                      </a:cubicBezTo>
                      <a:cubicBezTo>
                        <a:pt x="4539" y="9472"/>
                        <a:pt x="4669" y="9472"/>
                        <a:pt x="4539" y="9357"/>
                      </a:cubicBezTo>
                      <a:cubicBezTo>
                        <a:pt x="4539" y="9242"/>
                        <a:pt x="4539" y="9242"/>
                        <a:pt x="4409" y="9242"/>
                      </a:cubicBezTo>
                      <a:cubicBezTo>
                        <a:pt x="4409" y="9242"/>
                        <a:pt x="4409" y="9242"/>
                        <a:pt x="4279" y="9242"/>
                      </a:cubicBezTo>
                      <a:cubicBezTo>
                        <a:pt x="4149" y="9127"/>
                        <a:pt x="4019" y="9127"/>
                        <a:pt x="4019" y="9013"/>
                      </a:cubicBezTo>
                      <a:cubicBezTo>
                        <a:pt x="4019" y="8898"/>
                        <a:pt x="4019" y="8783"/>
                        <a:pt x="4149" y="8898"/>
                      </a:cubicBezTo>
                      <a:cubicBezTo>
                        <a:pt x="4279" y="8898"/>
                        <a:pt x="4149" y="8783"/>
                        <a:pt x="4279" y="8898"/>
                      </a:cubicBezTo>
                      <a:cubicBezTo>
                        <a:pt x="4539" y="9013"/>
                        <a:pt x="4539" y="9013"/>
                        <a:pt x="4539" y="9013"/>
                      </a:cubicBezTo>
                      <a:cubicBezTo>
                        <a:pt x="4539" y="9013"/>
                        <a:pt x="4669" y="9013"/>
                        <a:pt x="4539" y="8898"/>
                      </a:cubicBezTo>
                      <a:cubicBezTo>
                        <a:pt x="4539" y="8783"/>
                        <a:pt x="4409" y="8668"/>
                        <a:pt x="4409" y="8668"/>
                      </a:cubicBezTo>
                      <a:cubicBezTo>
                        <a:pt x="4409" y="8668"/>
                        <a:pt x="4279" y="8668"/>
                        <a:pt x="4279" y="8553"/>
                      </a:cubicBezTo>
                      <a:cubicBezTo>
                        <a:pt x="4279" y="8438"/>
                        <a:pt x="4279" y="8438"/>
                        <a:pt x="4149" y="8323"/>
                      </a:cubicBezTo>
                      <a:cubicBezTo>
                        <a:pt x="4149" y="8323"/>
                        <a:pt x="4279" y="8323"/>
                        <a:pt x="4279" y="8323"/>
                      </a:cubicBezTo>
                      <a:cubicBezTo>
                        <a:pt x="4409" y="8323"/>
                        <a:pt x="4279" y="8323"/>
                        <a:pt x="4409" y="8323"/>
                      </a:cubicBezTo>
                      <a:cubicBezTo>
                        <a:pt x="4669" y="8323"/>
                        <a:pt x="4539" y="8323"/>
                        <a:pt x="4669" y="8323"/>
                      </a:cubicBezTo>
                      <a:cubicBezTo>
                        <a:pt x="4669" y="8323"/>
                        <a:pt x="4800" y="8323"/>
                        <a:pt x="4800" y="8323"/>
                      </a:cubicBezTo>
                      <a:cubicBezTo>
                        <a:pt x="4800" y="8438"/>
                        <a:pt x="4930" y="8208"/>
                        <a:pt x="4930" y="8208"/>
                      </a:cubicBezTo>
                      <a:cubicBezTo>
                        <a:pt x="4930" y="8208"/>
                        <a:pt x="4800" y="8093"/>
                        <a:pt x="4930" y="8093"/>
                      </a:cubicBezTo>
                      <a:cubicBezTo>
                        <a:pt x="5060" y="8093"/>
                        <a:pt x="5060" y="8208"/>
                        <a:pt x="5190" y="8208"/>
                      </a:cubicBezTo>
                      <a:cubicBezTo>
                        <a:pt x="5450" y="8208"/>
                        <a:pt x="5450" y="8323"/>
                        <a:pt x="5580" y="8323"/>
                      </a:cubicBezTo>
                      <a:cubicBezTo>
                        <a:pt x="5580" y="8208"/>
                        <a:pt x="5710" y="8323"/>
                        <a:pt x="5710" y="8208"/>
                      </a:cubicBezTo>
                      <a:cubicBezTo>
                        <a:pt x="5580" y="8093"/>
                        <a:pt x="5580" y="8208"/>
                        <a:pt x="5580" y="8093"/>
                      </a:cubicBezTo>
                      <a:cubicBezTo>
                        <a:pt x="5450" y="7979"/>
                        <a:pt x="5450" y="8093"/>
                        <a:pt x="5450" y="7864"/>
                      </a:cubicBezTo>
                      <a:cubicBezTo>
                        <a:pt x="5580" y="7749"/>
                        <a:pt x="5580" y="7634"/>
                        <a:pt x="5580" y="7634"/>
                      </a:cubicBezTo>
                      <a:cubicBezTo>
                        <a:pt x="5580" y="7519"/>
                        <a:pt x="5580" y="7519"/>
                        <a:pt x="5580" y="7519"/>
                      </a:cubicBezTo>
                      <a:cubicBezTo>
                        <a:pt x="5841" y="7289"/>
                        <a:pt x="5841" y="7289"/>
                        <a:pt x="5841" y="7289"/>
                      </a:cubicBezTo>
                      <a:cubicBezTo>
                        <a:pt x="5841" y="7289"/>
                        <a:pt x="5971" y="7289"/>
                        <a:pt x="6101" y="7289"/>
                      </a:cubicBezTo>
                      <a:cubicBezTo>
                        <a:pt x="6361" y="7289"/>
                        <a:pt x="6491" y="7404"/>
                        <a:pt x="6621" y="7404"/>
                      </a:cubicBezTo>
                      <a:cubicBezTo>
                        <a:pt x="6882" y="7404"/>
                        <a:pt x="7012" y="7404"/>
                        <a:pt x="7012" y="7404"/>
                      </a:cubicBezTo>
                      <a:cubicBezTo>
                        <a:pt x="6882" y="7289"/>
                        <a:pt x="6882" y="7289"/>
                        <a:pt x="6882" y="7289"/>
                      </a:cubicBezTo>
                      <a:cubicBezTo>
                        <a:pt x="6882" y="7289"/>
                        <a:pt x="6882" y="7289"/>
                        <a:pt x="6882" y="7174"/>
                      </a:cubicBezTo>
                      <a:cubicBezTo>
                        <a:pt x="7012" y="7174"/>
                        <a:pt x="7012" y="7174"/>
                        <a:pt x="7142" y="7174"/>
                      </a:cubicBezTo>
                      <a:cubicBezTo>
                        <a:pt x="7142" y="7174"/>
                        <a:pt x="7272" y="6945"/>
                        <a:pt x="7272" y="6945"/>
                      </a:cubicBezTo>
                      <a:cubicBezTo>
                        <a:pt x="7142" y="6830"/>
                        <a:pt x="7142" y="6830"/>
                        <a:pt x="7012" y="6715"/>
                      </a:cubicBezTo>
                      <a:cubicBezTo>
                        <a:pt x="6751" y="6715"/>
                        <a:pt x="6361" y="6715"/>
                        <a:pt x="6361" y="6715"/>
                      </a:cubicBezTo>
                      <a:cubicBezTo>
                        <a:pt x="6361" y="6715"/>
                        <a:pt x="6231" y="6715"/>
                        <a:pt x="6101" y="6715"/>
                      </a:cubicBezTo>
                      <a:cubicBezTo>
                        <a:pt x="5971" y="6715"/>
                        <a:pt x="5710" y="6715"/>
                        <a:pt x="5710" y="6600"/>
                      </a:cubicBezTo>
                      <a:cubicBezTo>
                        <a:pt x="5580" y="6600"/>
                        <a:pt x="5580" y="6600"/>
                        <a:pt x="5580" y="6370"/>
                      </a:cubicBezTo>
                      <a:cubicBezTo>
                        <a:pt x="5580" y="6255"/>
                        <a:pt x="5450" y="6255"/>
                        <a:pt x="5450" y="6255"/>
                      </a:cubicBezTo>
                      <a:cubicBezTo>
                        <a:pt x="5580" y="6025"/>
                        <a:pt x="5580" y="6025"/>
                        <a:pt x="5580" y="6025"/>
                      </a:cubicBezTo>
                      <a:cubicBezTo>
                        <a:pt x="5580" y="6025"/>
                        <a:pt x="5450" y="5910"/>
                        <a:pt x="5450" y="5910"/>
                      </a:cubicBezTo>
                      <a:cubicBezTo>
                        <a:pt x="5320" y="5910"/>
                        <a:pt x="5320" y="5910"/>
                        <a:pt x="5320" y="5910"/>
                      </a:cubicBezTo>
                      <a:cubicBezTo>
                        <a:pt x="5190" y="5910"/>
                        <a:pt x="5320" y="5910"/>
                        <a:pt x="5060" y="5796"/>
                      </a:cubicBezTo>
                      <a:cubicBezTo>
                        <a:pt x="4800" y="5796"/>
                        <a:pt x="4669" y="5681"/>
                        <a:pt x="4669" y="5681"/>
                      </a:cubicBezTo>
                      <a:cubicBezTo>
                        <a:pt x="4669" y="5566"/>
                        <a:pt x="4669" y="5566"/>
                        <a:pt x="4930" y="5566"/>
                      </a:cubicBezTo>
                      <a:cubicBezTo>
                        <a:pt x="5060" y="5566"/>
                        <a:pt x="5190" y="5566"/>
                        <a:pt x="5320" y="5566"/>
                      </a:cubicBezTo>
                      <a:cubicBezTo>
                        <a:pt x="5450" y="5681"/>
                        <a:pt x="5710" y="5566"/>
                        <a:pt x="5710" y="5566"/>
                      </a:cubicBezTo>
                      <a:cubicBezTo>
                        <a:pt x="5710" y="5566"/>
                        <a:pt x="5580" y="5566"/>
                        <a:pt x="5841" y="5681"/>
                      </a:cubicBezTo>
                      <a:cubicBezTo>
                        <a:pt x="6101" y="5796"/>
                        <a:pt x="5971" y="5796"/>
                        <a:pt x="6101" y="5796"/>
                      </a:cubicBezTo>
                      <a:cubicBezTo>
                        <a:pt x="6231" y="5796"/>
                        <a:pt x="6361" y="5681"/>
                        <a:pt x="6231" y="5681"/>
                      </a:cubicBezTo>
                      <a:cubicBezTo>
                        <a:pt x="6231" y="5566"/>
                        <a:pt x="6361" y="5566"/>
                        <a:pt x="6231" y="5566"/>
                      </a:cubicBezTo>
                      <a:cubicBezTo>
                        <a:pt x="6101" y="5451"/>
                        <a:pt x="6101" y="5451"/>
                        <a:pt x="6101" y="5451"/>
                      </a:cubicBezTo>
                      <a:cubicBezTo>
                        <a:pt x="6101" y="5451"/>
                        <a:pt x="6101" y="5451"/>
                        <a:pt x="6101" y="5336"/>
                      </a:cubicBezTo>
                      <a:cubicBezTo>
                        <a:pt x="6101" y="5221"/>
                        <a:pt x="6231" y="5106"/>
                        <a:pt x="6231" y="5106"/>
                      </a:cubicBezTo>
                      <a:cubicBezTo>
                        <a:pt x="6361" y="5106"/>
                        <a:pt x="6361" y="5106"/>
                        <a:pt x="6361" y="4991"/>
                      </a:cubicBezTo>
                      <a:cubicBezTo>
                        <a:pt x="6361" y="4991"/>
                        <a:pt x="6361" y="4876"/>
                        <a:pt x="6361" y="4876"/>
                      </a:cubicBezTo>
                      <a:cubicBezTo>
                        <a:pt x="6361" y="4762"/>
                        <a:pt x="6491" y="4647"/>
                        <a:pt x="6491" y="4647"/>
                      </a:cubicBezTo>
                      <a:cubicBezTo>
                        <a:pt x="6491" y="4647"/>
                        <a:pt x="6361" y="4532"/>
                        <a:pt x="6361" y="4532"/>
                      </a:cubicBezTo>
                      <a:cubicBezTo>
                        <a:pt x="6361" y="4532"/>
                        <a:pt x="6101" y="4532"/>
                        <a:pt x="6101" y="4647"/>
                      </a:cubicBezTo>
                      <a:cubicBezTo>
                        <a:pt x="6101" y="4647"/>
                        <a:pt x="6101" y="4647"/>
                        <a:pt x="6101" y="4762"/>
                      </a:cubicBezTo>
                      <a:cubicBezTo>
                        <a:pt x="5971" y="4762"/>
                        <a:pt x="5971" y="4762"/>
                        <a:pt x="5841" y="4762"/>
                      </a:cubicBezTo>
                      <a:cubicBezTo>
                        <a:pt x="5841" y="4876"/>
                        <a:pt x="5841" y="4876"/>
                        <a:pt x="5841" y="4876"/>
                      </a:cubicBezTo>
                      <a:cubicBezTo>
                        <a:pt x="5841" y="4991"/>
                        <a:pt x="5710" y="5106"/>
                        <a:pt x="5710" y="5106"/>
                      </a:cubicBezTo>
                      <a:cubicBezTo>
                        <a:pt x="5710" y="5106"/>
                        <a:pt x="5580" y="4876"/>
                        <a:pt x="5580" y="4762"/>
                      </a:cubicBezTo>
                      <a:cubicBezTo>
                        <a:pt x="5580" y="4762"/>
                        <a:pt x="5710" y="4647"/>
                        <a:pt x="5841" y="4647"/>
                      </a:cubicBezTo>
                      <a:cubicBezTo>
                        <a:pt x="5971" y="4647"/>
                        <a:pt x="5971" y="4647"/>
                        <a:pt x="5971" y="4532"/>
                      </a:cubicBezTo>
                      <a:cubicBezTo>
                        <a:pt x="5971" y="4532"/>
                        <a:pt x="5971" y="4532"/>
                        <a:pt x="5971" y="4417"/>
                      </a:cubicBezTo>
                      <a:cubicBezTo>
                        <a:pt x="5971" y="4302"/>
                        <a:pt x="5971" y="4302"/>
                        <a:pt x="5971" y="4302"/>
                      </a:cubicBezTo>
                      <a:cubicBezTo>
                        <a:pt x="6101" y="4187"/>
                        <a:pt x="6231" y="4072"/>
                        <a:pt x="6361" y="4072"/>
                      </a:cubicBezTo>
                      <a:cubicBezTo>
                        <a:pt x="6361" y="4072"/>
                        <a:pt x="6231" y="3842"/>
                        <a:pt x="6491" y="4072"/>
                      </a:cubicBezTo>
                      <a:cubicBezTo>
                        <a:pt x="6621" y="4187"/>
                        <a:pt x="6621" y="4187"/>
                        <a:pt x="6751" y="4302"/>
                      </a:cubicBezTo>
                      <a:cubicBezTo>
                        <a:pt x="6882" y="4302"/>
                        <a:pt x="7142" y="4417"/>
                        <a:pt x="7142" y="4302"/>
                      </a:cubicBezTo>
                      <a:cubicBezTo>
                        <a:pt x="7142" y="4302"/>
                        <a:pt x="7142" y="4187"/>
                        <a:pt x="7142" y="4072"/>
                      </a:cubicBezTo>
                      <a:cubicBezTo>
                        <a:pt x="7142" y="4072"/>
                        <a:pt x="7012" y="4072"/>
                        <a:pt x="7142" y="3957"/>
                      </a:cubicBezTo>
                      <a:cubicBezTo>
                        <a:pt x="7142" y="3957"/>
                        <a:pt x="7142" y="3957"/>
                        <a:pt x="7272" y="3957"/>
                      </a:cubicBezTo>
                      <a:cubicBezTo>
                        <a:pt x="7532" y="4072"/>
                        <a:pt x="7402" y="4072"/>
                        <a:pt x="7532" y="4187"/>
                      </a:cubicBezTo>
                      <a:cubicBezTo>
                        <a:pt x="7792" y="4302"/>
                        <a:pt x="7792" y="4302"/>
                        <a:pt x="7792" y="4302"/>
                      </a:cubicBezTo>
                      <a:cubicBezTo>
                        <a:pt x="7922" y="4302"/>
                        <a:pt x="7922" y="4302"/>
                        <a:pt x="8053" y="4302"/>
                      </a:cubicBezTo>
                      <a:cubicBezTo>
                        <a:pt x="8183" y="4302"/>
                        <a:pt x="8053" y="4187"/>
                        <a:pt x="8313" y="4417"/>
                      </a:cubicBezTo>
                      <a:cubicBezTo>
                        <a:pt x="8443" y="4532"/>
                        <a:pt x="8443" y="4532"/>
                        <a:pt x="8573" y="4532"/>
                      </a:cubicBezTo>
                      <a:cubicBezTo>
                        <a:pt x="8703" y="4647"/>
                        <a:pt x="8963" y="4532"/>
                        <a:pt x="8963" y="4532"/>
                      </a:cubicBezTo>
                      <a:cubicBezTo>
                        <a:pt x="8963" y="4532"/>
                        <a:pt x="8963" y="4417"/>
                        <a:pt x="9094" y="4647"/>
                      </a:cubicBezTo>
                      <a:cubicBezTo>
                        <a:pt x="9224" y="4876"/>
                        <a:pt x="9354" y="4876"/>
                        <a:pt x="9354" y="4876"/>
                      </a:cubicBezTo>
                      <a:cubicBezTo>
                        <a:pt x="9354" y="4991"/>
                        <a:pt x="9484" y="5106"/>
                        <a:pt x="9484" y="5106"/>
                      </a:cubicBezTo>
                      <a:cubicBezTo>
                        <a:pt x="9484" y="5106"/>
                        <a:pt x="9484" y="5106"/>
                        <a:pt x="9484" y="5221"/>
                      </a:cubicBezTo>
                      <a:cubicBezTo>
                        <a:pt x="9484" y="5221"/>
                        <a:pt x="9484" y="5336"/>
                        <a:pt x="9614" y="5336"/>
                      </a:cubicBezTo>
                      <a:cubicBezTo>
                        <a:pt x="9614" y="5336"/>
                        <a:pt x="9744" y="5336"/>
                        <a:pt x="9744" y="5336"/>
                      </a:cubicBezTo>
                      <a:cubicBezTo>
                        <a:pt x="9744" y="5336"/>
                        <a:pt x="9874" y="5221"/>
                        <a:pt x="9874" y="5221"/>
                      </a:cubicBezTo>
                      <a:cubicBezTo>
                        <a:pt x="9874" y="5221"/>
                        <a:pt x="10135" y="5106"/>
                        <a:pt x="10135" y="5106"/>
                      </a:cubicBezTo>
                      <a:cubicBezTo>
                        <a:pt x="10135" y="5106"/>
                        <a:pt x="10135" y="4991"/>
                        <a:pt x="10395" y="5106"/>
                      </a:cubicBezTo>
                      <a:cubicBezTo>
                        <a:pt x="10525" y="5106"/>
                        <a:pt x="10785" y="5221"/>
                        <a:pt x="10785" y="5221"/>
                      </a:cubicBezTo>
                      <a:cubicBezTo>
                        <a:pt x="10785" y="5221"/>
                        <a:pt x="10785" y="5336"/>
                        <a:pt x="10785" y="5336"/>
                      </a:cubicBezTo>
                      <a:cubicBezTo>
                        <a:pt x="10915" y="5336"/>
                        <a:pt x="11306" y="5336"/>
                        <a:pt x="11306" y="5336"/>
                      </a:cubicBezTo>
                      <a:cubicBezTo>
                        <a:pt x="11436" y="5451"/>
                        <a:pt x="11436" y="5451"/>
                        <a:pt x="11436" y="5451"/>
                      </a:cubicBezTo>
                      <a:cubicBezTo>
                        <a:pt x="11436" y="5451"/>
                        <a:pt x="11566" y="5566"/>
                        <a:pt x="11566" y="5566"/>
                      </a:cubicBezTo>
                      <a:cubicBezTo>
                        <a:pt x="11566" y="5681"/>
                        <a:pt x="11696" y="5910"/>
                        <a:pt x="11696" y="5910"/>
                      </a:cubicBezTo>
                      <a:cubicBezTo>
                        <a:pt x="12086" y="6025"/>
                        <a:pt x="12086" y="6025"/>
                        <a:pt x="12086" y="6025"/>
                      </a:cubicBezTo>
                      <a:cubicBezTo>
                        <a:pt x="11826" y="5681"/>
                        <a:pt x="11826" y="5681"/>
                        <a:pt x="11826" y="5681"/>
                      </a:cubicBezTo>
                      <a:cubicBezTo>
                        <a:pt x="11826" y="5681"/>
                        <a:pt x="11566" y="5451"/>
                        <a:pt x="11826" y="5451"/>
                      </a:cubicBezTo>
                      <a:cubicBezTo>
                        <a:pt x="12086" y="5451"/>
                        <a:pt x="12216" y="5336"/>
                        <a:pt x="12216" y="5336"/>
                      </a:cubicBezTo>
                      <a:cubicBezTo>
                        <a:pt x="12216" y="5221"/>
                        <a:pt x="12216" y="5221"/>
                        <a:pt x="12216" y="5221"/>
                      </a:cubicBezTo>
                      <a:cubicBezTo>
                        <a:pt x="11826" y="5221"/>
                        <a:pt x="11826" y="5221"/>
                        <a:pt x="11826" y="5221"/>
                      </a:cubicBezTo>
                      <a:cubicBezTo>
                        <a:pt x="11826" y="5221"/>
                        <a:pt x="11826" y="4991"/>
                        <a:pt x="11826" y="4991"/>
                      </a:cubicBezTo>
                      <a:cubicBezTo>
                        <a:pt x="11956" y="4991"/>
                        <a:pt x="12086" y="4762"/>
                        <a:pt x="12347" y="4762"/>
                      </a:cubicBezTo>
                      <a:cubicBezTo>
                        <a:pt x="12607" y="4762"/>
                        <a:pt x="12867" y="4647"/>
                        <a:pt x="12867" y="4647"/>
                      </a:cubicBezTo>
                      <a:cubicBezTo>
                        <a:pt x="12867" y="4647"/>
                        <a:pt x="12867" y="4532"/>
                        <a:pt x="13127" y="4532"/>
                      </a:cubicBezTo>
                      <a:cubicBezTo>
                        <a:pt x="13388" y="4532"/>
                        <a:pt x="13518" y="4532"/>
                        <a:pt x="13648" y="4532"/>
                      </a:cubicBezTo>
                      <a:cubicBezTo>
                        <a:pt x="13778" y="4532"/>
                        <a:pt x="13778" y="4532"/>
                        <a:pt x="13778" y="4417"/>
                      </a:cubicBezTo>
                      <a:cubicBezTo>
                        <a:pt x="13778" y="4302"/>
                        <a:pt x="13648" y="4302"/>
                        <a:pt x="13908" y="4187"/>
                      </a:cubicBezTo>
                      <a:cubicBezTo>
                        <a:pt x="14038" y="4187"/>
                        <a:pt x="14168" y="4072"/>
                        <a:pt x="14168" y="4072"/>
                      </a:cubicBezTo>
                      <a:cubicBezTo>
                        <a:pt x="14298" y="3613"/>
                        <a:pt x="14298" y="3613"/>
                        <a:pt x="14298" y="3613"/>
                      </a:cubicBezTo>
                      <a:cubicBezTo>
                        <a:pt x="13778" y="3842"/>
                        <a:pt x="13778" y="3842"/>
                        <a:pt x="13778" y="3842"/>
                      </a:cubicBezTo>
                      <a:cubicBezTo>
                        <a:pt x="13778" y="3842"/>
                        <a:pt x="13778" y="3613"/>
                        <a:pt x="13648" y="3613"/>
                      </a:cubicBezTo>
                      <a:cubicBezTo>
                        <a:pt x="13518" y="3613"/>
                        <a:pt x="13127" y="3842"/>
                        <a:pt x="13127" y="3842"/>
                      </a:cubicBezTo>
                      <a:cubicBezTo>
                        <a:pt x="13127" y="3842"/>
                        <a:pt x="13127" y="3727"/>
                        <a:pt x="12997" y="3727"/>
                      </a:cubicBezTo>
                      <a:cubicBezTo>
                        <a:pt x="12997" y="3613"/>
                        <a:pt x="12997" y="3613"/>
                        <a:pt x="12867" y="3613"/>
                      </a:cubicBezTo>
                      <a:cubicBezTo>
                        <a:pt x="12737" y="3613"/>
                        <a:pt x="12867" y="3613"/>
                        <a:pt x="12607" y="3498"/>
                      </a:cubicBezTo>
                      <a:cubicBezTo>
                        <a:pt x="12347" y="3383"/>
                        <a:pt x="12216" y="3153"/>
                        <a:pt x="12216" y="3153"/>
                      </a:cubicBezTo>
                      <a:cubicBezTo>
                        <a:pt x="12216" y="3153"/>
                        <a:pt x="12347" y="3153"/>
                        <a:pt x="12086" y="3153"/>
                      </a:cubicBezTo>
                      <a:cubicBezTo>
                        <a:pt x="11956" y="3038"/>
                        <a:pt x="11956" y="3038"/>
                        <a:pt x="11956" y="3038"/>
                      </a:cubicBezTo>
                      <a:cubicBezTo>
                        <a:pt x="11826" y="2923"/>
                        <a:pt x="11826" y="2923"/>
                        <a:pt x="12086" y="2808"/>
                      </a:cubicBezTo>
                      <a:cubicBezTo>
                        <a:pt x="12216" y="2693"/>
                        <a:pt x="12086" y="2693"/>
                        <a:pt x="12347" y="2579"/>
                      </a:cubicBezTo>
                      <a:cubicBezTo>
                        <a:pt x="12477" y="2464"/>
                        <a:pt x="12347" y="2349"/>
                        <a:pt x="12607" y="2464"/>
                      </a:cubicBezTo>
                      <a:cubicBezTo>
                        <a:pt x="12997" y="2579"/>
                        <a:pt x="12997" y="2579"/>
                        <a:pt x="13127" y="2693"/>
                      </a:cubicBezTo>
                      <a:cubicBezTo>
                        <a:pt x="13257" y="2693"/>
                        <a:pt x="13778" y="2693"/>
                        <a:pt x="13518" y="2579"/>
                      </a:cubicBezTo>
                      <a:cubicBezTo>
                        <a:pt x="13388" y="2464"/>
                        <a:pt x="13127" y="2349"/>
                        <a:pt x="13127" y="2234"/>
                      </a:cubicBezTo>
                      <a:cubicBezTo>
                        <a:pt x="13127" y="2234"/>
                        <a:pt x="12867" y="2234"/>
                        <a:pt x="13127" y="2234"/>
                      </a:cubicBezTo>
                      <a:cubicBezTo>
                        <a:pt x="13257" y="2234"/>
                        <a:pt x="13388" y="2119"/>
                        <a:pt x="13518" y="2234"/>
                      </a:cubicBezTo>
                      <a:cubicBezTo>
                        <a:pt x="13518" y="2234"/>
                        <a:pt x="13257" y="2234"/>
                        <a:pt x="13648" y="2234"/>
                      </a:cubicBezTo>
                      <a:cubicBezTo>
                        <a:pt x="14038" y="2234"/>
                        <a:pt x="14168" y="2234"/>
                        <a:pt x="13908" y="2119"/>
                      </a:cubicBezTo>
                      <a:cubicBezTo>
                        <a:pt x="13778" y="2004"/>
                        <a:pt x="13778" y="2004"/>
                        <a:pt x="13648" y="1889"/>
                      </a:cubicBezTo>
                      <a:cubicBezTo>
                        <a:pt x="13648" y="1774"/>
                        <a:pt x="13518" y="1774"/>
                        <a:pt x="13648" y="1774"/>
                      </a:cubicBezTo>
                      <a:cubicBezTo>
                        <a:pt x="13648" y="1659"/>
                        <a:pt x="13648" y="1774"/>
                        <a:pt x="13778" y="1659"/>
                      </a:cubicBezTo>
                      <a:cubicBezTo>
                        <a:pt x="13778" y="1545"/>
                        <a:pt x="13778" y="1430"/>
                        <a:pt x="13778" y="1430"/>
                      </a:cubicBezTo>
                      <a:cubicBezTo>
                        <a:pt x="13778" y="1430"/>
                        <a:pt x="13648" y="1430"/>
                        <a:pt x="13778" y="1315"/>
                      </a:cubicBezTo>
                      <a:cubicBezTo>
                        <a:pt x="14038" y="1085"/>
                        <a:pt x="14038" y="1085"/>
                        <a:pt x="14168" y="1085"/>
                      </a:cubicBezTo>
                      <a:cubicBezTo>
                        <a:pt x="14168" y="1085"/>
                        <a:pt x="14298" y="970"/>
                        <a:pt x="14428" y="970"/>
                      </a:cubicBezTo>
                      <a:cubicBezTo>
                        <a:pt x="14428" y="855"/>
                        <a:pt x="14559" y="625"/>
                        <a:pt x="14559" y="625"/>
                      </a:cubicBezTo>
                      <a:cubicBezTo>
                        <a:pt x="14949" y="625"/>
                        <a:pt x="14949" y="625"/>
                        <a:pt x="14949" y="625"/>
                      </a:cubicBezTo>
                      <a:cubicBezTo>
                        <a:pt x="14949" y="625"/>
                        <a:pt x="15079" y="625"/>
                        <a:pt x="15079" y="625"/>
                      </a:cubicBezTo>
                      <a:cubicBezTo>
                        <a:pt x="15079" y="740"/>
                        <a:pt x="15079" y="510"/>
                        <a:pt x="15079" y="510"/>
                      </a:cubicBezTo>
                      <a:cubicBezTo>
                        <a:pt x="15079" y="510"/>
                        <a:pt x="15209" y="510"/>
                        <a:pt x="15209" y="510"/>
                      </a:cubicBezTo>
                      <a:cubicBezTo>
                        <a:pt x="15339" y="625"/>
                        <a:pt x="15339" y="625"/>
                        <a:pt x="15339" y="625"/>
                      </a:cubicBezTo>
                      <a:cubicBezTo>
                        <a:pt x="15469" y="740"/>
                        <a:pt x="15600" y="625"/>
                        <a:pt x="15600" y="625"/>
                      </a:cubicBezTo>
                      <a:cubicBezTo>
                        <a:pt x="15600" y="625"/>
                        <a:pt x="15730" y="510"/>
                        <a:pt x="15860" y="510"/>
                      </a:cubicBezTo>
                      <a:cubicBezTo>
                        <a:pt x="15990" y="510"/>
                        <a:pt x="16120" y="510"/>
                        <a:pt x="16120" y="510"/>
                      </a:cubicBezTo>
                      <a:cubicBezTo>
                        <a:pt x="16120" y="625"/>
                        <a:pt x="16120" y="625"/>
                        <a:pt x="16120" y="740"/>
                      </a:cubicBezTo>
                      <a:cubicBezTo>
                        <a:pt x="16250" y="740"/>
                        <a:pt x="16380" y="855"/>
                        <a:pt x="16380" y="855"/>
                      </a:cubicBezTo>
                      <a:cubicBezTo>
                        <a:pt x="16380" y="855"/>
                        <a:pt x="16641" y="855"/>
                        <a:pt x="16641" y="740"/>
                      </a:cubicBezTo>
                      <a:cubicBezTo>
                        <a:pt x="16641" y="740"/>
                        <a:pt x="16510" y="740"/>
                        <a:pt x="16771" y="625"/>
                      </a:cubicBezTo>
                      <a:cubicBezTo>
                        <a:pt x="17031" y="396"/>
                        <a:pt x="17161" y="396"/>
                        <a:pt x="17161" y="396"/>
                      </a:cubicBezTo>
                      <a:cubicBezTo>
                        <a:pt x="17161" y="396"/>
                        <a:pt x="17161" y="281"/>
                        <a:pt x="17291" y="281"/>
                      </a:cubicBezTo>
                      <a:cubicBezTo>
                        <a:pt x="17421" y="396"/>
                        <a:pt x="17421" y="281"/>
                        <a:pt x="17421" y="396"/>
                      </a:cubicBezTo>
                      <a:cubicBezTo>
                        <a:pt x="17421" y="396"/>
                        <a:pt x="17551" y="510"/>
                        <a:pt x="17551" y="510"/>
                      </a:cubicBezTo>
                      <a:cubicBezTo>
                        <a:pt x="17551" y="510"/>
                        <a:pt x="17551" y="855"/>
                        <a:pt x="17551" y="855"/>
                      </a:cubicBezTo>
                      <a:cubicBezTo>
                        <a:pt x="17551" y="970"/>
                        <a:pt x="17551" y="970"/>
                        <a:pt x="17551" y="970"/>
                      </a:cubicBezTo>
                      <a:cubicBezTo>
                        <a:pt x="17551" y="970"/>
                        <a:pt x="17551" y="1085"/>
                        <a:pt x="17551" y="1085"/>
                      </a:cubicBezTo>
                      <a:cubicBezTo>
                        <a:pt x="17551" y="1200"/>
                        <a:pt x="17682" y="1430"/>
                        <a:pt x="17682" y="1430"/>
                      </a:cubicBezTo>
                      <a:cubicBezTo>
                        <a:pt x="17682" y="1430"/>
                        <a:pt x="17682" y="1430"/>
                        <a:pt x="17682" y="1430"/>
                      </a:cubicBezTo>
                      <a:cubicBezTo>
                        <a:pt x="17551" y="1545"/>
                        <a:pt x="17551" y="1430"/>
                        <a:pt x="17551" y="1545"/>
                      </a:cubicBezTo>
                      <a:cubicBezTo>
                        <a:pt x="17421" y="1659"/>
                        <a:pt x="17551" y="1659"/>
                        <a:pt x="17421" y="1774"/>
                      </a:cubicBezTo>
                      <a:cubicBezTo>
                        <a:pt x="17421" y="1774"/>
                        <a:pt x="17291" y="1774"/>
                        <a:pt x="17291" y="1774"/>
                      </a:cubicBezTo>
                      <a:cubicBezTo>
                        <a:pt x="17291" y="1774"/>
                        <a:pt x="17421" y="1889"/>
                        <a:pt x="17421" y="1889"/>
                      </a:cubicBezTo>
                      <a:cubicBezTo>
                        <a:pt x="17421" y="1889"/>
                        <a:pt x="17421" y="1889"/>
                        <a:pt x="17551" y="1889"/>
                      </a:cubicBezTo>
                      <a:cubicBezTo>
                        <a:pt x="17551" y="1889"/>
                        <a:pt x="17551" y="1774"/>
                        <a:pt x="17682" y="1774"/>
                      </a:cubicBezTo>
                      <a:cubicBezTo>
                        <a:pt x="17682" y="1889"/>
                        <a:pt x="17682" y="1659"/>
                        <a:pt x="17682" y="1659"/>
                      </a:cubicBezTo>
                      <a:cubicBezTo>
                        <a:pt x="17682" y="1659"/>
                        <a:pt x="17682" y="1659"/>
                        <a:pt x="17812" y="1545"/>
                      </a:cubicBezTo>
                      <a:cubicBezTo>
                        <a:pt x="17812" y="1545"/>
                        <a:pt x="17942" y="1430"/>
                        <a:pt x="17942" y="1315"/>
                      </a:cubicBezTo>
                      <a:cubicBezTo>
                        <a:pt x="17942" y="1315"/>
                        <a:pt x="17812" y="1200"/>
                        <a:pt x="17812" y="1200"/>
                      </a:cubicBezTo>
                      <a:cubicBezTo>
                        <a:pt x="17812" y="1200"/>
                        <a:pt x="17682" y="970"/>
                        <a:pt x="17682" y="855"/>
                      </a:cubicBezTo>
                      <a:cubicBezTo>
                        <a:pt x="17682" y="855"/>
                        <a:pt x="17682" y="855"/>
                        <a:pt x="17682" y="740"/>
                      </a:cubicBezTo>
                      <a:cubicBezTo>
                        <a:pt x="17812" y="740"/>
                        <a:pt x="17812" y="625"/>
                        <a:pt x="17812" y="625"/>
                      </a:cubicBezTo>
                      <a:cubicBezTo>
                        <a:pt x="17942" y="510"/>
                        <a:pt x="18072" y="396"/>
                        <a:pt x="18072" y="396"/>
                      </a:cubicBezTo>
                      <a:cubicBezTo>
                        <a:pt x="18072" y="396"/>
                        <a:pt x="18332" y="396"/>
                        <a:pt x="18462" y="396"/>
                      </a:cubicBezTo>
                      <a:cubicBezTo>
                        <a:pt x="18462" y="396"/>
                        <a:pt x="18332" y="281"/>
                        <a:pt x="18592" y="396"/>
                      </a:cubicBezTo>
                      <a:cubicBezTo>
                        <a:pt x="18722" y="510"/>
                        <a:pt x="18722" y="510"/>
                        <a:pt x="18722" y="510"/>
                      </a:cubicBezTo>
                      <a:cubicBezTo>
                        <a:pt x="18722" y="625"/>
                        <a:pt x="18592" y="625"/>
                        <a:pt x="18853" y="625"/>
                      </a:cubicBezTo>
                      <a:cubicBezTo>
                        <a:pt x="18983" y="625"/>
                        <a:pt x="19113" y="625"/>
                        <a:pt x="18983" y="625"/>
                      </a:cubicBezTo>
                      <a:cubicBezTo>
                        <a:pt x="18853" y="510"/>
                        <a:pt x="18853" y="396"/>
                        <a:pt x="18722" y="396"/>
                      </a:cubicBezTo>
                      <a:cubicBezTo>
                        <a:pt x="18722" y="396"/>
                        <a:pt x="18592" y="281"/>
                        <a:pt x="18592" y="281"/>
                      </a:cubicBezTo>
                      <a:cubicBezTo>
                        <a:pt x="18592" y="166"/>
                        <a:pt x="18592" y="-64"/>
                        <a:pt x="18722" y="51"/>
                      </a:cubicBezTo>
                      <a:cubicBezTo>
                        <a:pt x="18853" y="51"/>
                        <a:pt x="18722" y="-64"/>
                        <a:pt x="18853" y="51"/>
                      </a:cubicBezTo>
                      <a:cubicBezTo>
                        <a:pt x="19113" y="281"/>
                        <a:pt x="19243" y="396"/>
                        <a:pt x="19243" y="396"/>
                      </a:cubicBezTo>
                      <a:cubicBezTo>
                        <a:pt x="19243" y="510"/>
                        <a:pt x="19373" y="510"/>
                        <a:pt x="19373" y="510"/>
                      </a:cubicBezTo>
                      <a:cubicBezTo>
                        <a:pt x="19373" y="625"/>
                        <a:pt x="19373" y="625"/>
                        <a:pt x="19373" y="625"/>
                      </a:cubicBezTo>
                      <a:cubicBezTo>
                        <a:pt x="19503" y="740"/>
                        <a:pt x="19633" y="855"/>
                        <a:pt x="19633" y="855"/>
                      </a:cubicBezTo>
                      <a:cubicBezTo>
                        <a:pt x="19633" y="855"/>
                        <a:pt x="19633" y="855"/>
                        <a:pt x="19763" y="855"/>
                      </a:cubicBezTo>
                      <a:cubicBezTo>
                        <a:pt x="19763" y="970"/>
                        <a:pt x="20024" y="1085"/>
                        <a:pt x="20024" y="1085"/>
                      </a:cubicBezTo>
                      <a:cubicBezTo>
                        <a:pt x="20024" y="1085"/>
                        <a:pt x="20154" y="1200"/>
                        <a:pt x="20154" y="1200"/>
                      </a:cubicBezTo>
                      <a:cubicBezTo>
                        <a:pt x="20024" y="1315"/>
                        <a:pt x="20024" y="1430"/>
                        <a:pt x="20024" y="1430"/>
                      </a:cubicBezTo>
                      <a:cubicBezTo>
                        <a:pt x="19763" y="1774"/>
                        <a:pt x="19763" y="1774"/>
                        <a:pt x="19763" y="1774"/>
                      </a:cubicBezTo>
                      <a:cubicBezTo>
                        <a:pt x="19633" y="2004"/>
                        <a:pt x="19633" y="2004"/>
                        <a:pt x="19633" y="2004"/>
                      </a:cubicBezTo>
                      <a:cubicBezTo>
                        <a:pt x="19633" y="2119"/>
                        <a:pt x="19633" y="2119"/>
                        <a:pt x="19633" y="2119"/>
                      </a:cubicBezTo>
                      <a:cubicBezTo>
                        <a:pt x="19503" y="2234"/>
                        <a:pt x="19503" y="2349"/>
                        <a:pt x="19503" y="2349"/>
                      </a:cubicBezTo>
                      <a:cubicBezTo>
                        <a:pt x="19503" y="2349"/>
                        <a:pt x="19373" y="2464"/>
                        <a:pt x="19113" y="2464"/>
                      </a:cubicBezTo>
                      <a:cubicBezTo>
                        <a:pt x="18853" y="2349"/>
                        <a:pt x="18592" y="2579"/>
                        <a:pt x="18592" y="2579"/>
                      </a:cubicBezTo>
                      <a:cubicBezTo>
                        <a:pt x="18592" y="2579"/>
                        <a:pt x="17942" y="2464"/>
                        <a:pt x="17812" y="2464"/>
                      </a:cubicBezTo>
                      <a:cubicBezTo>
                        <a:pt x="17682" y="2464"/>
                        <a:pt x="17682" y="2923"/>
                        <a:pt x="17682" y="3038"/>
                      </a:cubicBezTo>
                      <a:cubicBezTo>
                        <a:pt x="17682" y="3153"/>
                        <a:pt x="17421" y="3268"/>
                        <a:pt x="17031" y="3268"/>
                      </a:cubicBezTo>
                      <a:cubicBezTo>
                        <a:pt x="16641" y="3383"/>
                        <a:pt x="16901" y="3383"/>
                        <a:pt x="16771" y="3727"/>
                      </a:cubicBezTo>
                      <a:cubicBezTo>
                        <a:pt x="16641" y="4187"/>
                        <a:pt x="16510" y="3842"/>
                        <a:pt x="16250" y="3727"/>
                      </a:cubicBezTo>
                      <a:cubicBezTo>
                        <a:pt x="15990" y="3727"/>
                        <a:pt x="15990" y="3727"/>
                        <a:pt x="15600" y="3727"/>
                      </a:cubicBezTo>
                      <a:cubicBezTo>
                        <a:pt x="15209" y="3842"/>
                        <a:pt x="15469" y="4072"/>
                        <a:pt x="15469" y="4072"/>
                      </a:cubicBezTo>
                      <a:cubicBezTo>
                        <a:pt x="15469" y="4072"/>
                        <a:pt x="15730" y="4302"/>
                        <a:pt x="15860" y="4302"/>
                      </a:cubicBezTo>
                      <a:cubicBezTo>
                        <a:pt x="16120" y="4417"/>
                        <a:pt x="15860" y="4647"/>
                        <a:pt x="15860" y="4647"/>
                      </a:cubicBezTo>
                      <a:cubicBezTo>
                        <a:pt x="15860" y="4647"/>
                        <a:pt x="15730" y="4876"/>
                        <a:pt x="15600" y="4876"/>
                      </a:cubicBezTo>
                      <a:cubicBezTo>
                        <a:pt x="15469" y="4762"/>
                        <a:pt x="14819" y="4762"/>
                        <a:pt x="14819" y="4762"/>
                      </a:cubicBezTo>
                      <a:cubicBezTo>
                        <a:pt x="14168" y="5106"/>
                        <a:pt x="14168" y="5106"/>
                        <a:pt x="14168" y="5106"/>
                      </a:cubicBezTo>
                      <a:cubicBezTo>
                        <a:pt x="14168" y="5106"/>
                        <a:pt x="14298" y="5566"/>
                        <a:pt x="14689" y="6025"/>
                      </a:cubicBezTo>
                      <a:cubicBezTo>
                        <a:pt x="15079" y="6485"/>
                        <a:pt x="14689" y="6140"/>
                        <a:pt x="14689" y="6140"/>
                      </a:cubicBezTo>
                      <a:cubicBezTo>
                        <a:pt x="14689" y="6140"/>
                        <a:pt x="14819" y="6485"/>
                        <a:pt x="14819" y="6715"/>
                      </a:cubicBezTo>
                      <a:cubicBezTo>
                        <a:pt x="14819" y="6945"/>
                        <a:pt x="14819" y="6830"/>
                        <a:pt x="14949" y="6830"/>
                      </a:cubicBezTo>
                      <a:cubicBezTo>
                        <a:pt x="15079" y="6830"/>
                        <a:pt x="15339" y="6830"/>
                        <a:pt x="15339" y="6830"/>
                      </a:cubicBezTo>
                      <a:cubicBezTo>
                        <a:pt x="15339" y="6830"/>
                        <a:pt x="15860" y="7519"/>
                        <a:pt x="15860" y="7519"/>
                      </a:cubicBezTo>
                      <a:cubicBezTo>
                        <a:pt x="15990" y="7519"/>
                        <a:pt x="16641" y="7404"/>
                        <a:pt x="16641" y="7404"/>
                      </a:cubicBezTo>
                      <a:cubicBezTo>
                        <a:pt x="16641" y="7404"/>
                        <a:pt x="17161" y="7289"/>
                        <a:pt x="17421" y="7289"/>
                      </a:cubicBezTo>
                      <a:cubicBezTo>
                        <a:pt x="17682" y="7174"/>
                        <a:pt x="17421" y="6945"/>
                        <a:pt x="17421" y="6945"/>
                      </a:cubicBezTo>
                      <a:cubicBezTo>
                        <a:pt x="17682" y="6370"/>
                        <a:pt x="17682" y="6370"/>
                        <a:pt x="17682" y="6370"/>
                      </a:cubicBezTo>
                      <a:cubicBezTo>
                        <a:pt x="18462" y="6255"/>
                        <a:pt x="18462" y="6255"/>
                        <a:pt x="18462" y="6255"/>
                      </a:cubicBezTo>
                      <a:cubicBezTo>
                        <a:pt x="18853" y="6945"/>
                        <a:pt x="18853" y="6945"/>
                        <a:pt x="18853" y="6945"/>
                      </a:cubicBezTo>
                      <a:cubicBezTo>
                        <a:pt x="18722" y="7404"/>
                        <a:pt x="18722" y="7404"/>
                        <a:pt x="18722" y="7404"/>
                      </a:cubicBezTo>
                      <a:cubicBezTo>
                        <a:pt x="19373" y="7979"/>
                        <a:pt x="19373" y="7979"/>
                        <a:pt x="19373" y="7979"/>
                      </a:cubicBezTo>
                      <a:cubicBezTo>
                        <a:pt x="19503" y="8553"/>
                        <a:pt x="19503" y="8553"/>
                        <a:pt x="19503" y="8553"/>
                      </a:cubicBezTo>
                      <a:cubicBezTo>
                        <a:pt x="19503" y="8553"/>
                        <a:pt x="20154" y="8668"/>
                        <a:pt x="20284" y="8783"/>
                      </a:cubicBezTo>
                      <a:cubicBezTo>
                        <a:pt x="20414" y="8783"/>
                        <a:pt x="20804" y="8668"/>
                        <a:pt x="20804" y="8668"/>
                      </a:cubicBezTo>
                      <a:cubicBezTo>
                        <a:pt x="21325" y="9242"/>
                        <a:pt x="21325" y="9242"/>
                        <a:pt x="21325" y="9242"/>
                      </a:cubicBezTo>
                      <a:cubicBezTo>
                        <a:pt x="21455" y="9127"/>
                        <a:pt x="21455" y="9127"/>
                        <a:pt x="21455" y="9127"/>
                      </a:cubicBezTo>
                      <a:cubicBezTo>
                        <a:pt x="21455" y="9242"/>
                        <a:pt x="21455" y="9242"/>
                        <a:pt x="21455" y="9242"/>
                      </a:cubicBezTo>
                      <a:cubicBezTo>
                        <a:pt x="21455" y="9242"/>
                        <a:pt x="21455" y="9472"/>
                        <a:pt x="21325" y="9472"/>
                      </a:cubicBezTo>
                      <a:cubicBezTo>
                        <a:pt x="21065" y="9357"/>
                        <a:pt x="20935" y="9357"/>
                        <a:pt x="20935" y="9357"/>
                      </a:cubicBezTo>
                      <a:cubicBezTo>
                        <a:pt x="20544" y="9127"/>
                        <a:pt x="20544" y="9127"/>
                        <a:pt x="20544" y="9127"/>
                      </a:cubicBezTo>
                      <a:cubicBezTo>
                        <a:pt x="20414" y="9242"/>
                        <a:pt x="20414" y="9242"/>
                        <a:pt x="20414" y="9242"/>
                      </a:cubicBezTo>
                      <a:cubicBezTo>
                        <a:pt x="20024" y="9702"/>
                        <a:pt x="20024" y="9702"/>
                        <a:pt x="20024" y="9702"/>
                      </a:cubicBezTo>
                      <a:cubicBezTo>
                        <a:pt x="20284" y="9817"/>
                        <a:pt x="20284" y="9817"/>
                        <a:pt x="20284" y="9817"/>
                      </a:cubicBezTo>
                      <a:cubicBezTo>
                        <a:pt x="20544" y="10047"/>
                        <a:pt x="20544" y="10047"/>
                        <a:pt x="20544" y="10047"/>
                      </a:cubicBezTo>
                      <a:cubicBezTo>
                        <a:pt x="20544" y="10391"/>
                        <a:pt x="20544" y="10391"/>
                        <a:pt x="20544" y="10391"/>
                      </a:cubicBezTo>
                      <a:cubicBezTo>
                        <a:pt x="20544" y="10851"/>
                        <a:pt x="20544" y="10851"/>
                        <a:pt x="20544" y="10851"/>
                      </a:cubicBezTo>
                      <a:cubicBezTo>
                        <a:pt x="20284" y="11196"/>
                        <a:pt x="20284" y="11196"/>
                        <a:pt x="20284" y="11196"/>
                      </a:cubicBezTo>
                      <a:cubicBezTo>
                        <a:pt x="20284" y="11196"/>
                        <a:pt x="20414" y="11425"/>
                        <a:pt x="20414" y="11540"/>
                      </a:cubicBezTo>
                      <a:cubicBezTo>
                        <a:pt x="20414" y="11540"/>
                        <a:pt x="20674" y="11770"/>
                        <a:pt x="20674" y="11770"/>
                      </a:cubicBezTo>
                      <a:cubicBezTo>
                        <a:pt x="20935" y="12000"/>
                        <a:pt x="20935" y="12000"/>
                        <a:pt x="20935" y="12000"/>
                      </a:cubicBezTo>
                      <a:cubicBezTo>
                        <a:pt x="20674" y="12574"/>
                        <a:pt x="20674" y="12574"/>
                        <a:pt x="20674" y="12574"/>
                      </a:cubicBezTo>
                      <a:cubicBezTo>
                        <a:pt x="20414" y="12804"/>
                        <a:pt x="20414" y="12804"/>
                        <a:pt x="20414" y="12804"/>
                      </a:cubicBezTo>
                      <a:cubicBezTo>
                        <a:pt x="20414" y="13034"/>
                        <a:pt x="20414" y="13034"/>
                        <a:pt x="20414" y="13034"/>
                      </a:cubicBezTo>
                      <a:cubicBezTo>
                        <a:pt x="20414" y="13034"/>
                        <a:pt x="20674" y="13149"/>
                        <a:pt x="20544" y="13149"/>
                      </a:cubicBezTo>
                      <a:cubicBezTo>
                        <a:pt x="20414" y="13149"/>
                        <a:pt x="20154" y="13149"/>
                        <a:pt x="20154" y="13149"/>
                      </a:cubicBezTo>
                      <a:cubicBezTo>
                        <a:pt x="20154" y="13149"/>
                        <a:pt x="20154" y="13264"/>
                        <a:pt x="20154" y="13379"/>
                      </a:cubicBezTo>
                      <a:cubicBezTo>
                        <a:pt x="20154" y="13379"/>
                        <a:pt x="20284" y="13608"/>
                        <a:pt x="20284" y="13608"/>
                      </a:cubicBezTo>
                      <a:cubicBezTo>
                        <a:pt x="20284" y="13608"/>
                        <a:pt x="20414" y="13608"/>
                        <a:pt x="20414" y="13723"/>
                      </a:cubicBezTo>
                      <a:cubicBezTo>
                        <a:pt x="20414" y="13838"/>
                        <a:pt x="20284" y="14068"/>
                        <a:pt x="20284" y="14068"/>
                      </a:cubicBezTo>
                      <a:cubicBezTo>
                        <a:pt x="20284" y="14068"/>
                        <a:pt x="20154" y="14527"/>
                        <a:pt x="20154" y="14527"/>
                      </a:cubicBezTo>
                      <a:cubicBezTo>
                        <a:pt x="20284" y="14527"/>
                        <a:pt x="20284" y="14757"/>
                        <a:pt x="20284" y="14757"/>
                      </a:cubicBezTo>
                      <a:cubicBezTo>
                        <a:pt x="20284" y="15217"/>
                        <a:pt x="20284" y="15217"/>
                        <a:pt x="20284" y="15217"/>
                      </a:cubicBezTo>
                      <a:cubicBezTo>
                        <a:pt x="20154" y="15562"/>
                        <a:pt x="20154" y="15562"/>
                        <a:pt x="20154" y="15562"/>
                      </a:cubicBezTo>
                      <a:cubicBezTo>
                        <a:pt x="20284" y="15791"/>
                        <a:pt x="20284" y="15791"/>
                        <a:pt x="20284" y="15791"/>
                      </a:cubicBezTo>
                      <a:cubicBezTo>
                        <a:pt x="19894" y="16021"/>
                        <a:pt x="19894" y="16021"/>
                        <a:pt x="19894" y="16021"/>
                      </a:cubicBezTo>
                      <a:cubicBezTo>
                        <a:pt x="19763" y="16251"/>
                        <a:pt x="19763" y="16251"/>
                        <a:pt x="19763" y="16251"/>
                      </a:cubicBezTo>
                      <a:cubicBezTo>
                        <a:pt x="19763" y="16251"/>
                        <a:pt x="19503" y="16366"/>
                        <a:pt x="19503" y="16481"/>
                      </a:cubicBezTo>
                      <a:cubicBezTo>
                        <a:pt x="19503" y="16481"/>
                        <a:pt x="19373" y="16596"/>
                        <a:pt x="19373" y="16710"/>
                      </a:cubicBezTo>
                      <a:cubicBezTo>
                        <a:pt x="19373" y="16825"/>
                        <a:pt x="19243" y="16940"/>
                        <a:pt x="19243" y="16940"/>
                      </a:cubicBezTo>
                      <a:cubicBezTo>
                        <a:pt x="19113" y="17055"/>
                        <a:pt x="18853" y="17285"/>
                        <a:pt x="18853" y="17285"/>
                      </a:cubicBezTo>
                      <a:cubicBezTo>
                        <a:pt x="18722" y="17515"/>
                        <a:pt x="18722" y="17515"/>
                        <a:pt x="18722" y="17515"/>
                      </a:cubicBezTo>
                      <a:cubicBezTo>
                        <a:pt x="18722" y="17515"/>
                        <a:pt x="18853" y="17745"/>
                        <a:pt x="18853" y="17745"/>
                      </a:cubicBezTo>
                      <a:cubicBezTo>
                        <a:pt x="18853" y="17859"/>
                        <a:pt x="18853" y="17859"/>
                        <a:pt x="18853" y="17859"/>
                      </a:cubicBezTo>
                      <a:cubicBezTo>
                        <a:pt x="18592" y="18089"/>
                        <a:pt x="18592" y="18089"/>
                        <a:pt x="18592" y="18089"/>
                      </a:cubicBezTo>
                      <a:cubicBezTo>
                        <a:pt x="17942" y="18549"/>
                        <a:pt x="17942" y="18549"/>
                        <a:pt x="17942" y="18549"/>
                      </a:cubicBezTo>
                      <a:cubicBezTo>
                        <a:pt x="17942" y="18549"/>
                        <a:pt x="17942" y="18664"/>
                        <a:pt x="17812" y="18779"/>
                      </a:cubicBezTo>
                      <a:cubicBezTo>
                        <a:pt x="17812" y="19008"/>
                        <a:pt x="17682" y="19008"/>
                        <a:pt x="17682" y="19008"/>
                      </a:cubicBezTo>
                      <a:cubicBezTo>
                        <a:pt x="17682" y="19008"/>
                        <a:pt x="17551" y="19008"/>
                        <a:pt x="17421" y="19008"/>
                      </a:cubicBezTo>
                      <a:cubicBezTo>
                        <a:pt x="17421" y="19008"/>
                        <a:pt x="17291" y="18893"/>
                        <a:pt x="17291" y="18893"/>
                      </a:cubicBezTo>
                      <a:cubicBezTo>
                        <a:pt x="17291" y="19123"/>
                        <a:pt x="17291" y="19123"/>
                        <a:pt x="17291" y="19123"/>
                      </a:cubicBezTo>
                      <a:cubicBezTo>
                        <a:pt x="17291" y="19123"/>
                        <a:pt x="17291" y="19238"/>
                        <a:pt x="17421" y="19238"/>
                      </a:cubicBezTo>
                      <a:cubicBezTo>
                        <a:pt x="17551" y="19353"/>
                        <a:pt x="17551" y="19468"/>
                        <a:pt x="17682" y="19468"/>
                      </a:cubicBezTo>
                      <a:cubicBezTo>
                        <a:pt x="17682" y="19583"/>
                        <a:pt x="17812" y="19698"/>
                        <a:pt x="17812" y="19698"/>
                      </a:cubicBezTo>
                      <a:cubicBezTo>
                        <a:pt x="17551" y="19927"/>
                        <a:pt x="17551" y="19927"/>
                        <a:pt x="17551" y="19927"/>
                      </a:cubicBezTo>
                      <a:cubicBezTo>
                        <a:pt x="17551" y="20042"/>
                        <a:pt x="17551" y="20042"/>
                        <a:pt x="17551" y="20042"/>
                      </a:cubicBezTo>
                      <a:cubicBezTo>
                        <a:pt x="17291" y="20042"/>
                        <a:pt x="17291" y="20042"/>
                        <a:pt x="17291" y="20042"/>
                      </a:cubicBezTo>
                      <a:cubicBezTo>
                        <a:pt x="17161" y="19927"/>
                        <a:pt x="17161" y="19927"/>
                        <a:pt x="17161" y="19927"/>
                      </a:cubicBezTo>
                      <a:cubicBezTo>
                        <a:pt x="17161" y="19927"/>
                        <a:pt x="17031" y="19927"/>
                        <a:pt x="17031" y="1992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40" name="Shape">
                  <a:extLst>
                    <a:ext uri="{FF2B5EF4-FFF2-40B4-BE49-F238E27FC236}">
                      <a16:creationId xmlns:a16="http://schemas.microsoft.com/office/drawing/2014/main" id="{A4EA7578-D092-42E0-A0BE-51AD2B9F9B08}"/>
                    </a:ext>
                  </a:extLst>
                </p:cNvPr>
                <p:cNvSpPr/>
                <p:nvPr/>
              </p:nvSpPr>
              <p:spPr>
                <a:xfrm>
                  <a:off x="209789" y="5563713"/>
                  <a:ext cx="619299" cy="9370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8980" y="699"/>
                      </a:moveTo>
                      <a:cubicBezTo>
                        <a:pt x="8980" y="699"/>
                        <a:pt x="9465" y="466"/>
                        <a:pt x="9465" y="466"/>
                      </a:cubicBezTo>
                      <a:cubicBezTo>
                        <a:pt x="9465" y="466"/>
                        <a:pt x="9587" y="388"/>
                        <a:pt x="9587" y="388"/>
                      </a:cubicBezTo>
                      <a:cubicBezTo>
                        <a:pt x="9708" y="388"/>
                        <a:pt x="9829" y="388"/>
                        <a:pt x="9951" y="388"/>
                      </a:cubicBezTo>
                      <a:cubicBezTo>
                        <a:pt x="9951" y="388"/>
                        <a:pt x="10072" y="311"/>
                        <a:pt x="10072" y="311"/>
                      </a:cubicBezTo>
                      <a:cubicBezTo>
                        <a:pt x="10193" y="233"/>
                        <a:pt x="10193" y="233"/>
                        <a:pt x="10193" y="233"/>
                      </a:cubicBezTo>
                      <a:cubicBezTo>
                        <a:pt x="10436" y="155"/>
                        <a:pt x="10436" y="155"/>
                        <a:pt x="10436" y="155"/>
                      </a:cubicBezTo>
                      <a:cubicBezTo>
                        <a:pt x="10679" y="155"/>
                        <a:pt x="10679" y="155"/>
                        <a:pt x="10679" y="155"/>
                      </a:cubicBezTo>
                      <a:cubicBezTo>
                        <a:pt x="10679" y="155"/>
                        <a:pt x="10800" y="155"/>
                        <a:pt x="10800" y="155"/>
                      </a:cubicBezTo>
                      <a:cubicBezTo>
                        <a:pt x="10800" y="155"/>
                        <a:pt x="11285" y="78"/>
                        <a:pt x="11285" y="78"/>
                      </a:cubicBezTo>
                      <a:cubicBezTo>
                        <a:pt x="11285" y="78"/>
                        <a:pt x="11407" y="155"/>
                        <a:pt x="11528" y="155"/>
                      </a:cubicBezTo>
                      <a:cubicBezTo>
                        <a:pt x="11528" y="155"/>
                        <a:pt x="11771" y="155"/>
                        <a:pt x="11771" y="155"/>
                      </a:cubicBezTo>
                      <a:cubicBezTo>
                        <a:pt x="11892" y="155"/>
                        <a:pt x="12135" y="78"/>
                        <a:pt x="12135" y="78"/>
                      </a:cubicBezTo>
                      <a:cubicBezTo>
                        <a:pt x="12620" y="0"/>
                        <a:pt x="12620" y="0"/>
                        <a:pt x="12620" y="0"/>
                      </a:cubicBezTo>
                      <a:cubicBezTo>
                        <a:pt x="12742" y="155"/>
                        <a:pt x="12742" y="155"/>
                        <a:pt x="12742" y="155"/>
                      </a:cubicBezTo>
                      <a:cubicBezTo>
                        <a:pt x="12742" y="155"/>
                        <a:pt x="12742" y="311"/>
                        <a:pt x="12742" y="311"/>
                      </a:cubicBezTo>
                      <a:cubicBezTo>
                        <a:pt x="12742" y="311"/>
                        <a:pt x="12742" y="388"/>
                        <a:pt x="12863" y="388"/>
                      </a:cubicBezTo>
                      <a:cubicBezTo>
                        <a:pt x="12984" y="388"/>
                        <a:pt x="12984" y="388"/>
                        <a:pt x="12984" y="388"/>
                      </a:cubicBezTo>
                      <a:cubicBezTo>
                        <a:pt x="12984" y="466"/>
                        <a:pt x="12984" y="699"/>
                        <a:pt x="12984" y="699"/>
                      </a:cubicBezTo>
                      <a:cubicBezTo>
                        <a:pt x="12620" y="777"/>
                        <a:pt x="12620" y="777"/>
                        <a:pt x="12620" y="777"/>
                      </a:cubicBezTo>
                      <a:cubicBezTo>
                        <a:pt x="12620" y="777"/>
                        <a:pt x="12499" y="777"/>
                        <a:pt x="12499" y="855"/>
                      </a:cubicBezTo>
                      <a:cubicBezTo>
                        <a:pt x="12499" y="855"/>
                        <a:pt x="12256" y="932"/>
                        <a:pt x="12256" y="932"/>
                      </a:cubicBezTo>
                      <a:cubicBezTo>
                        <a:pt x="12256" y="1010"/>
                        <a:pt x="12135" y="1010"/>
                        <a:pt x="12256" y="1088"/>
                      </a:cubicBezTo>
                      <a:cubicBezTo>
                        <a:pt x="12256" y="1165"/>
                        <a:pt x="12378" y="1243"/>
                        <a:pt x="12378" y="1243"/>
                      </a:cubicBezTo>
                      <a:cubicBezTo>
                        <a:pt x="12378" y="1399"/>
                        <a:pt x="12378" y="1399"/>
                        <a:pt x="12378" y="1399"/>
                      </a:cubicBezTo>
                      <a:cubicBezTo>
                        <a:pt x="12378" y="1399"/>
                        <a:pt x="12378" y="1476"/>
                        <a:pt x="12499" y="1476"/>
                      </a:cubicBezTo>
                      <a:cubicBezTo>
                        <a:pt x="12499" y="1554"/>
                        <a:pt x="12620" y="1476"/>
                        <a:pt x="12742" y="1476"/>
                      </a:cubicBezTo>
                      <a:cubicBezTo>
                        <a:pt x="12984" y="1476"/>
                        <a:pt x="13106" y="1399"/>
                        <a:pt x="13227" y="1399"/>
                      </a:cubicBezTo>
                      <a:cubicBezTo>
                        <a:pt x="13227" y="1399"/>
                        <a:pt x="13348" y="1399"/>
                        <a:pt x="13348" y="1399"/>
                      </a:cubicBezTo>
                      <a:cubicBezTo>
                        <a:pt x="13470" y="1321"/>
                        <a:pt x="13712" y="1243"/>
                        <a:pt x="13712" y="1243"/>
                      </a:cubicBezTo>
                      <a:cubicBezTo>
                        <a:pt x="13712" y="1243"/>
                        <a:pt x="13712" y="1088"/>
                        <a:pt x="13834" y="1165"/>
                      </a:cubicBezTo>
                      <a:cubicBezTo>
                        <a:pt x="13834" y="1165"/>
                        <a:pt x="13834" y="1321"/>
                        <a:pt x="13834" y="1321"/>
                      </a:cubicBezTo>
                      <a:cubicBezTo>
                        <a:pt x="13834" y="1321"/>
                        <a:pt x="13712" y="1476"/>
                        <a:pt x="13712" y="1476"/>
                      </a:cubicBezTo>
                      <a:cubicBezTo>
                        <a:pt x="13834" y="1554"/>
                        <a:pt x="13955" y="1476"/>
                        <a:pt x="13955" y="1476"/>
                      </a:cubicBezTo>
                      <a:cubicBezTo>
                        <a:pt x="14076" y="1399"/>
                        <a:pt x="14198" y="1399"/>
                        <a:pt x="14198" y="1399"/>
                      </a:cubicBezTo>
                      <a:cubicBezTo>
                        <a:pt x="14440" y="1399"/>
                        <a:pt x="14440" y="1399"/>
                        <a:pt x="14440" y="1399"/>
                      </a:cubicBezTo>
                      <a:cubicBezTo>
                        <a:pt x="14440" y="1399"/>
                        <a:pt x="14683" y="1399"/>
                        <a:pt x="14683" y="1399"/>
                      </a:cubicBezTo>
                      <a:cubicBezTo>
                        <a:pt x="14683" y="1399"/>
                        <a:pt x="14804" y="1476"/>
                        <a:pt x="14926" y="1476"/>
                      </a:cubicBezTo>
                      <a:cubicBezTo>
                        <a:pt x="14926" y="1554"/>
                        <a:pt x="15290" y="1632"/>
                        <a:pt x="15290" y="1632"/>
                      </a:cubicBezTo>
                      <a:cubicBezTo>
                        <a:pt x="15169" y="1787"/>
                        <a:pt x="15169" y="1787"/>
                        <a:pt x="15169" y="1787"/>
                      </a:cubicBezTo>
                      <a:cubicBezTo>
                        <a:pt x="15169" y="1787"/>
                        <a:pt x="15047" y="1942"/>
                        <a:pt x="15169" y="1942"/>
                      </a:cubicBezTo>
                      <a:cubicBezTo>
                        <a:pt x="15169" y="1942"/>
                        <a:pt x="15290" y="1865"/>
                        <a:pt x="15290" y="1865"/>
                      </a:cubicBezTo>
                      <a:cubicBezTo>
                        <a:pt x="15411" y="1865"/>
                        <a:pt x="15533" y="1787"/>
                        <a:pt x="15533" y="1787"/>
                      </a:cubicBezTo>
                      <a:cubicBezTo>
                        <a:pt x="15533" y="1787"/>
                        <a:pt x="15533" y="1709"/>
                        <a:pt x="15533" y="1709"/>
                      </a:cubicBezTo>
                      <a:cubicBezTo>
                        <a:pt x="15533" y="1787"/>
                        <a:pt x="15775" y="1865"/>
                        <a:pt x="15775" y="1865"/>
                      </a:cubicBezTo>
                      <a:cubicBezTo>
                        <a:pt x="15775" y="1865"/>
                        <a:pt x="15897" y="2020"/>
                        <a:pt x="15897" y="2020"/>
                      </a:cubicBezTo>
                      <a:cubicBezTo>
                        <a:pt x="15897" y="2020"/>
                        <a:pt x="16139" y="1942"/>
                        <a:pt x="16139" y="1942"/>
                      </a:cubicBezTo>
                      <a:cubicBezTo>
                        <a:pt x="16139" y="1942"/>
                        <a:pt x="16139" y="1942"/>
                        <a:pt x="16261" y="1942"/>
                      </a:cubicBezTo>
                      <a:cubicBezTo>
                        <a:pt x="16382" y="1942"/>
                        <a:pt x="16382" y="1942"/>
                        <a:pt x="16382" y="1942"/>
                      </a:cubicBezTo>
                      <a:cubicBezTo>
                        <a:pt x="16503" y="2020"/>
                        <a:pt x="16867" y="2020"/>
                        <a:pt x="16867" y="2020"/>
                      </a:cubicBezTo>
                      <a:cubicBezTo>
                        <a:pt x="17231" y="1865"/>
                        <a:pt x="17231" y="1865"/>
                        <a:pt x="17231" y="1865"/>
                      </a:cubicBezTo>
                      <a:cubicBezTo>
                        <a:pt x="17353" y="1632"/>
                        <a:pt x="17353" y="1632"/>
                        <a:pt x="17353" y="1632"/>
                      </a:cubicBezTo>
                      <a:cubicBezTo>
                        <a:pt x="17353" y="1554"/>
                        <a:pt x="17353" y="1554"/>
                        <a:pt x="17353" y="1554"/>
                      </a:cubicBezTo>
                      <a:cubicBezTo>
                        <a:pt x="17353" y="1554"/>
                        <a:pt x="17596" y="1476"/>
                        <a:pt x="17596" y="1476"/>
                      </a:cubicBezTo>
                      <a:cubicBezTo>
                        <a:pt x="17596" y="1476"/>
                        <a:pt x="17717" y="1476"/>
                        <a:pt x="17717" y="1554"/>
                      </a:cubicBezTo>
                      <a:cubicBezTo>
                        <a:pt x="17717" y="1554"/>
                        <a:pt x="17960" y="1709"/>
                        <a:pt x="17960" y="1709"/>
                      </a:cubicBezTo>
                      <a:cubicBezTo>
                        <a:pt x="17960" y="1709"/>
                        <a:pt x="18202" y="1709"/>
                        <a:pt x="18202" y="1709"/>
                      </a:cubicBezTo>
                      <a:cubicBezTo>
                        <a:pt x="18324" y="1709"/>
                        <a:pt x="18324" y="1632"/>
                        <a:pt x="18445" y="1709"/>
                      </a:cubicBezTo>
                      <a:cubicBezTo>
                        <a:pt x="18445" y="1787"/>
                        <a:pt x="18445" y="1865"/>
                        <a:pt x="18566" y="1865"/>
                      </a:cubicBezTo>
                      <a:cubicBezTo>
                        <a:pt x="18566" y="1865"/>
                        <a:pt x="18688" y="1865"/>
                        <a:pt x="18688" y="1865"/>
                      </a:cubicBezTo>
                      <a:cubicBezTo>
                        <a:pt x="18809" y="1942"/>
                        <a:pt x="19052" y="1942"/>
                        <a:pt x="19052" y="1942"/>
                      </a:cubicBezTo>
                      <a:cubicBezTo>
                        <a:pt x="19173" y="1787"/>
                        <a:pt x="19173" y="1787"/>
                        <a:pt x="19173" y="1787"/>
                      </a:cubicBezTo>
                      <a:cubicBezTo>
                        <a:pt x="19173" y="1787"/>
                        <a:pt x="19173" y="1709"/>
                        <a:pt x="19294" y="1787"/>
                      </a:cubicBezTo>
                      <a:cubicBezTo>
                        <a:pt x="19416" y="1787"/>
                        <a:pt x="19416" y="1942"/>
                        <a:pt x="19416" y="1942"/>
                      </a:cubicBezTo>
                      <a:cubicBezTo>
                        <a:pt x="19416" y="1942"/>
                        <a:pt x="19537" y="2020"/>
                        <a:pt x="19537" y="2020"/>
                      </a:cubicBezTo>
                      <a:cubicBezTo>
                        <a:pt x="19537" y="2020"/>
                        <a:pt x="19901" y="2098"/>
                        <a:pt x="19901" y="2098"/>
                      </a:cubicBezTo>
                      <a:cubicBezTo>
                        <a:pt x="19901" y="2098"/>
                        <a:pt x="20144" y="2020"/>
                        <a:pt x="20144" y="2020"/>
                      </a:cubicBezTo>
                      <a:cubicBezTo>
                        <a:pt x="20265" y="2020"/>
                        <a:pt x="20265" y="2176"/>
                        <a:pt x="20265" y="2176"/>
                      </a:cubicBezTo>
                      <a:cubicBezTo>
                        <a:pt x="20265" y="2176"/>
                        <a:pt x="20265" y="2253"/>
                        <a:pt x="20265" y="2253"/>
                      </a:cubicBezTo>
                      <a:cubicBezTo>
                        <a:pt x="20144" y="2331"/>
                        <a:pt x="20144" y="2331"/>
                        <a:pt x="20265" y="2331"/>
                      </a:cubicBezTo>
                      <a:cubicBezTo>
                        <a:pt x="20265" y="2409"/>
                        <a:pt x="20387" y="2486"/>
                        <a:pt x="20387" y="2486"/>
                      </a:cubicBezTo>
                      <a:cubicBezTo>
                        <a:pt x="20387" y="2486"/>
                        <a:pt x="20265" y="2642"/>
                        <a:pt x="20265" y="2642"/>
                      </a:cubicBezTo>
                      <a:cubicBezTo>
                        <a:pt x="20265" y="2719"/>
                        <a:pt x="20144" y="2797"/>
                        <a:pt x="20144" y="2797"/>
                      </a:cubicBezTo>
                      <a:cubicBezTo>
                        <a:pt x="20022" y="2875"/>
                        <a:pt x="20022" y="2875"/>
                        <a:pt x="20022" y="2875"/>
                      </a:cubicBezTo>
                      <a:cubicBezTo>
                        <a:pt x="20022" y="2953"/>
                        <a:pt x="20022" y="2953"/>
                        <a:pt x="20022" y="2953"/>
                      </a:cubicBezTo>
                      <a:cubicBezTo>
                        <a:pt x="20022" y="3030"/>
                        <a:pt x="20022" y="3030"/>
                        <a:pt x="20022" y="3030"/>
                      </a:cubicBezTo>
                      <a:cubicBezTo>
                        <a:pt x="20022" y="3030"/>
                        <a:pt x="20022" y="3108"/>
                        <a:pt x="20022" y="3108"/>
                      </a:cubicBezTo>
                      <a:cubicBezTo>
                        <a:pt x="19901" y="3108"/>
                        <a:pt x="20022" y="3263"/>
                        <a:pt x="20022" y="3263"/>
                      </a:cubicBezTo>
                      <a:cubicBezTo>
                        <a:pt x="20144" y="3341"/>
                        <a:pt x="20144" y="3341"/>
                        <a:pt x="20144" y="3341"/>
                      </a:cubicBezTo>
                      <a:cubicBezTo>
                        <a:pt x="20144" y="3341"/>
                        <a:pt x="20387" y="3263"/>
                        <a:pt x="20387" y="3263"/>
                      </a:cubicBezTo>
                      <a:cubicBezTo>
                        <a:pt x="20387" y="3263"/>
                        <a:pt x="20751" y="3341"/>
                        <a:pt x="20751" y="3341"/>
                      </a:cubicBezTo>
                      <a:cubicBezTo>
                        <a:pt x="20751" y="3341"/>
                        <a:pt x="20993" y="3419"/>
                        <a:pt x="20993" y="3496"/>
                      </a:cubicBezTo>
                      <a:cubicBezTo>
                        <a:pt x="21115" y="3496"/>
                        <a:pt x="21357" y="3652"/>
                        <a:pt x="21357" y="3652"/>
                      </a:cubicBezTo>
                      <a:cubicBezTo>
                        <a:pt x="21600" y="3885"/>
                        <a:pt x="21600" y="3885"/>
                        <a:pt x="21600" y="3885"/>
                      </a:cubicBezTo>
                      <a:cubicBezTo>
                        <a:pt x="21357" y="4040"/>
                        <a:pt x="21357" y="4040"/>
                        <a:pt x="21357" y="4040"/>
                      </a:cubicBezTo>
                      <a:cubicBezTo>
                        <a:pt x="21115" y="4273"/>
                        <a:pt x="21115" y="4273"/>
                        <a:pt x="21115" y="4273"/>
                      </a:cubicBezTo>
                      <a:cubicBezTo>
                        <a:pt x="20872" y="4351"/>
                        <a:pt x="20872" y="4351"/>
                        <a:pt x="20872" y="4351"/>
                      </a:cubicBezTo>
                      <a:cubicBezTo>
                        <a:pt x="20872" y="4351"/>
                        <a:pt x="20751" y="4506"/>
                        <a:pt x="20751" y="4506"/>
                      </a:cubicBezTo>
                      <a:cubicBezTo>
                        <a:pt x="20751" y="4506"/>
                        <a:pt x="20508" y="4584"/>
                        <a:pt x="20508" y="4584"/>
                      </a:cubicBezTo>
                      <a:cubicBezTo>
                        <a:pt x="20387" y="4584"/>
                        <a:pt x="20387" y="4584"/>
                        <a:pt x="20387" y="4584"/>
                      </a:cubicBezTo>
                      <a:cubicBezTo>
                        <a:pt x="20022" y="4817"/>
                        <a:pt x="20022" y="4817"/>
                        <a:pt x="20022" y="4817"/>
                      </a:cubicBezTo>
                      <a:cubicBezTo>
                        <a:pt x="19780" y="4895"/>
                        <a:pt x="19780" y="4895"/>
                        <a:pt x="19780" y="4895"/>
                      </a:cubicBezTo>
                      <a:cubicBezTo>
                        <a:pt x="19537" y="4973"/>
                        <a:pt x="19537" y="4973"/>
                        <a:pt x="19537" y="4973"/>
                      </a:cubicBezTo>
                      <a:cubicBezTo>
                        <a:pt x="19416" y="4973"/>
                        <a:pt x="19416" y="4973"/>
                        <a:pt x="19416" y="4973"/>
                      </a:cubicBezTo>
                      <a:cubicBezTo>
                        <a:pt x="19173" y="5128"/>
                        <a:pt x="19173" y="5128"/>
                        <a:pt x="19173" y="5128"/>
                      </a:cubicBezTo>
                      <a:cubicBezTo>
                        <a:pt x="18930" y="5050"/>
                        <a:pt x="18930" y="5050"/>
                        <a:pt x="18930" y="5050"/>
                      </a:cubicBezTo>
                      <a:cubicBezTo>
                        <a:pt x="18566" y="5128"/>
                        <a:pt x="18566" y="5128"/>
                        <a:pt x="18566" y="5128"/>
                      </a:cubicBezTo>
                      <a:cubicBezTo>
                        <a:pt x="18566" y="5206"/>
                        <a:pt x="18566" y="5206"/>
                        <a:pt x="18566" y="5206"/>
                      </a:cubicBezTo>
                      <a:cubicBezTo>
                        <a:pt x="18081" y="5361"/>
                        <a:pt x="18081" y="5361"/>
                        <a:pt x="18081" y="5361"/>
                      </a:cubicBezTo>
                      <a:cubicBezTo>
                        <a:pt x="17960" y="5594"/>
                        <a:pt x="17960" y="5594"/>
                        <a:pt x="17960" y="5594"/>
                      </a:cubicBezTo>
                      <a:cubicBezTo>
                        <a:pt x="17960" y="5594"/>
                        <a:pt x="17717" y="5594"/>
                        <a:pt x="17717" y="5672"/>
                      </a:cubicBezTo>
                      <a:cubicBezTo>
                        <a:pt x="17596" y="5672"/>
                        <a:pt x="17474" y="5750"/>
                        <a:pt x="17474" y="5750"/>
                      </a:cubicBezTo>
                      <a:cubicBezTo>
                        <a:pt x="17231" y="5672"/>
                        <a:pt x="17231" y="5672"/>
                        <a:pt x="17231" y="5672"/>
                      </a:cubicBezTo>
                      <a:cubicBezTo>
                        <a:pt x="17110" y="5750"/>
                        <a:pt x="17110" y="5750"/>
                        <a:pt x="17110" y="5750"/>
                      </a:cubicBezTo>
                      <a:cubicBezTo>
                        <a:pt x="17110" y="5905"/>
                        <a:pt x="17110" y="5905"/>
                        <a:pt x="17110" y="5905"/>
                      </a:cubicBezTo>
                      <a:cubicBezTo>
                        <a:pt x="17231" y="5905"/>
                        <a:pt x="17231" y="5905"/>
                        <a:pt x="17231" y="5905"/>
                      </a:cubicBezTo>
                      <a:cubicBezTo>
                        <a:pt x="17231" y="5905"/>
                        <a:pt x="17231" y="6060"/>
                        <a:pt x="17231" y="6060"/>
                      </a:cubicBezTo>
                      <a:cubicBezTo>
                        <a:pt x="17231" y="6138"/>
                        <a:pt x="17231" y="6294"/>
                        <a:pt x="17231" y="6294"/>
                      </a:cubicBezTo>
                      <a:cubicBezTo>
                        <a:pt x="17474" y="6371"/>
                        <a:pt x="17474" y="6371"/>
                        <a:pt x="17474" y="6371"/>
                      </a:cubicBezTo>
                      <a:cubicBezTo>
                        <a:pt x="17474" y="6371"/>
                        <a:pt x="17474" y="6604"/>
                        <a:pt x="17353" y="6604"/>
                      </a:cubicBezTo>
                      <a:cubicBezTo>
                        <a:pt x="17353" y="6604"/>
                        <a:pt x="17110" y="6682"/>
                        <a:pt x="17110" y="6682"/>
                      </a:cubicBezTo>
                      <a:cubicBezTo>
                        <a:pt x="17110" y="6760"/>
                        <a:pt x="17110" y="6760"/>
                        <a:pt x="17110" y="6760"/>
                      </a:cubicBezTo>
                      <a:cubicBezTo>
                        <a:pt x="17231" y="6915"/>
                        <a:pt x="17231" y="6915"/>
                        <a:pt x="17231" y="6915"/>
                      </a:cubicBezTo>
                      <a:cubicBezTo>
                        <a:pt x="17231" y="6915"/>
                        <a:pt x="17231" y="7148"/>
                        <a:pt x="17110" y="7148"/>
                      </a:cubicBezTo>
                      <a:cubicBezTo>
                        <a:pt x="17110" y="7226"/>
                        <a:pt x="16989" y="7381"/>
                        <a:pt x="16989" y="7381"/>
                      </a:cubicBezTo>
                      <a:cubicBezTo>
                        <a:pt x="16867" y="7459"/>
                        <a:pt x="16867" y="7459"/>
                        <a:pt x="16867" y="7459"/>
                      </a:cubicBezTo>
                      <a:cubicBezTo>
                        <a:pt x="16746" y="7614"/>
                        <a:pt x="16746" y="7614"/>
                        <a:pt x="16746" y="7614"/>
                      </a:cubicBezTo>
                      <a:cubicBezTo>
                        <a:pt x="16867" y="7692"/>
                        <a:pt x="16867" y="7692"/>
                        <a:pt x="16867" y="7692"/>
                      </a:cubicBezTo>
                      <a:cubicBezTo>
                        <a:pt x="16867" y="7925"/>
                        <a:pt x="16867" y="7925"/>
                        <a:pt x="16867" y="7925"/>
                      </a:cubicBezTo>
                      <a:cubicBezTo>
                        <a:pt x="16625" y="8003"/>
                        <a:pt x="16625" y="8003"/>
                        <a:pt x="16625" y="8003"/>
                      </a:cubicBezTo>
                      <a:cubicBezTo>
                        <a:pt x="16503" y="8236"/>
                        <a:pt x="16503" y="8236"/>
                        <a:pt x="16503" y="8236"/>
                      </a:cubicBezTo>
                      <a:cubicBezTo>
                        <a:pt x="16625" y="8314"/>
                        <a:pt x="16625" y="8314"/>
                        <a:pt x="16625" y="8314"/>
                      </a:cubicBezTo>
                      <a:cubicBezTo>
                        <a:pt x="16746" y="8469"/>
                        <a:pt x="16746" y="8469"/>
                        <a:pt x="16746" y="8469"/>
                      </a:cubicBezTo>
                      <a:cubicBezTo>
                        <a:pt x="16625" y="8624"/>
                        <a:pt x="16625" y="8624"/>
                        <a:pt x="16625" y="8624"/>
                      </a:cubicBezTo>
                      <a:cubicBezTo>
                        <a:pt x="16503" y="8702"/>
                        <a:pt x="16503" y="8702"/>
                        <a:pt x="16503" y="8702"/>
                      </a:cubicBezTo>
                      <a:cubicBezTo>
                        <a:pt x="16382" y="8702"/>
                        <a:pt x="16382" y="8702"/>
                        <a:pt x="16382" y="8702"/>
                      </a:cubicBezTo>
                      <a:cubicBezTo>
                        <a:pt x="16139" y="8858"/>
                        <a:pt x="16139" y="8858"/>
                        <a:pt x="16139" y="8858"/>
                      </a:cubicBezTo>
                      <a:cubicBezTo>
                        <a:pt x="15897" y="8858"/>
                        <a:pt x="15897" y="8858"/>
                        <a:pt x="15897" y="8858"/>
                      </a:cubicBezTo>
                      <a:cubicBezTo>
                        <a:pt x="15775" y="8858"/>
                        <a:pt x="15775" y="8858"/>
                        <a:pt x="15775" y="8858"/>
                      </a:cubicBezTo>
                      <a:cubicBezTo>
                        <a:pt x="15533" y="9013"/>
                        <a:pt x="15533" y="9013"/>
                        <a:pt x="15533" y="9013"/>
                      </a:cubicBezTo>
                      <a:cubicBezTo>
                        <a:pt x="15411" y="9013"/>
                        <a:pt x="15411" y="9013"/>
                        <a:pt x="15411" y="9013"/>
                      </a:cubicBezTo>
                      <a:cubicBezTo>
                        <a:pt x="15290" y="9091"/>
                        <a:pt x="15290" y="9091"/>
                        <a:pt x="15290" y="9091"/>
                      </a:cubicBezTo>
                      <a:cubicBezTo>
                        <a:pt x="15290" y="9246"/>
                        <a:pt x="15290" y="9246"/>
                        <a:pt x="15290" y="9246"/>
                      </a:cubicBezTo>
                      <a:cubicBezTo>
                        <a:pt x="15290" y="9246"/>
                        <a:pt x="15290" y="9324"/>
                        <a:pt x="15290" y="9324"/>
                      </a:cubicBezTo>
                      <a:cubicBezTo>
                        <a:pt x="15411" y="9324"/>
                        <a:pt x="15411" y="9401"/>
                        <a:pt x="15411" y="9401"/>
                      </a:cubicBezTo>
                      <a:cubicBezTo>
                        <a:pt x="15533" y="9557"/>
                        <a:pt x="15533" y="9557"/>
                        <a:pt x="15533" y="9557"/>
                      </a:cubicBezTo>
                      <a:cubicBezTo>
                        <a:pt x="15654" y="9712"/>
                        <a:pt x="15654" y="9712"/>
                        <a:pt x="15654" y="9712"/>
                      </a:cubicBezTo>
                      <a:cubicBezTo>
                        <a:pt x="15775" y="9945"/>
                        <a:pt x="15775" y="9945"/>
                        <a:pt x="15775" y="9945"/>
                      </a:cubicBezTo>
                      <a:cubicBezTo>
                        <a:pt x="15775" y="9945"/>
                        <a:pt x="15654" y="10101"/>
                        <a:pt x="15654" y="10101"/>
                      </a:cubicBezTo>
                      <a:cubicBezTo>
                        <a:pt x="15654" y="10101"/>
                        <a:pt x="15533" y="10256"/>
                        <a:pt x="15533" y="10256"/>
                      </a:cubicBezTo>
                      <a:cubicBezTo>
                        <a:pt x="15411" y="10412"/>
                        <a:pt x="15411" y="10412"/>
                        <a:pt x="15411" y="10412"/>
                      </a:cubicBezTo>
                      <a:cubicBezTo>
                        <a:pt x="15290" y="10567"/>
                        <a:pt x="15290" y="10567"/>
                        <a:pt x="15290" y="10567"/>
                      </a:cubicBezTo>
                      <a:cubicBezTo>
                        <a:pt x="15169" y="10645"/>
                        <a:pt x="15169" y="10645"/>
                        <a:pt x="15169" y="10645"/>
                      </a:cubicBezTo>
                      <a:cubicBezTo>
                        <a:pt x="14926" y="10645"/>
                        <a:pt x="14926" y="10645"/>
                        <a:pt x="14926" y="10645"/>
                      </a:cubicBezTo>
                      <a:cubicBezTo>
                        <a:pt x="14926" y="10722"/>
                        <a:pt x="14926" y="10722"/>
                        <a:pt x="14926" y="10722"/>
                      </a:cubicBezTo>
                      <a:cubicBezTo>
                        <a:pt x="14804" y="10878"/>
                        <a:pt x="14804" y="10878"/>
                        <a:pt x="14804" y="10878"/>
                      </a:cubicBezTo>
                      <a:cubicBezTo>
                        <a:pt x="14804" y="10955"/>
                        <a:pt x="14804" y="10955"/>
                        <a:pt x="14804" y="10955"/>
                      </a:cubicBezTo>
                      <a:cubicBezTo>
                        <a:pt x="14683" y="10955"/>
                        <a:pt x="14683" y="10955"/>
                        <a:pt x="14683" y="10955"/>
                      </a:cubicBezTo>
                      <a:cubicBezTo>
                        <a:pt x="14683" y="11111"/>
                        <a:pt x="14683" y="11111"/>
                        <a:pt x="14683" y="11111"/>
                      </a:cubicBezTo>
                      <a:cubicBezTo>
                        <a:pt x="14562" y="11188"/>
                        <a:pt x="14562" y="11188"/>
                        <a:pt x="14562" y="11188"/>
                      </a:cubicBezTo>
                      <a:cubicBezTo>
                        <a:pt x="14562" y="11188"/>
                        <a:pt x="14440" y="11188"/>
                        <a:pt x="14440" y="11188"/>
                      </a:cubicBezTo>
                      <a:cubicBezTo>
                        <a:pt x="14319" y="11188"/>
                        <a:pt x="14198" y="11266"/>
                        <a:pt x="14198" y="11266"/>
                      </a:cubicBezTo>
                      <a:cubicBezTo>
                        <a:pt x="14198" y="11266"/>
                        <a:pt x="13955" y="11266"/>
                        <a:pt x="13955" y="11188"/>
                      </a:cubicBezTo>
                      <a:cubicBezTo>
                        <a:pt x="13955" y="11188"/>
                        <a:pt x="13834" y="11266"/>
                        <a:pt x="13712" y="11188"/>
                      </a:cubicBezTo>
                      <a:cubicBezTo>
                        <a:pt x="13712" y="11188"/>
                        <a:pt x="13591" y="11111"/>
                        <a:pt x="13591" y="11111"/>
                      </a:cubicBezTo>
                      <a:cubicBezTo>
                        <a:pt x="13470" y="11111"/>
                        <a:pt x="13470" y="11111"/>
                        <a:pt x="13470" y="11111"/>
                      </a:cubicBezTo>
                      <a:cubicBezTo>
                        <a:pt x="13227" y="11111"/>
                        <a:pt x="13227" y="11111"/>
                        <a:pt x="13227" y="11111"/>
                      </a:cubicBezTo>
                      <a:cubicBezTo>
                        <a:pt x="12863" y="11111"/>
                        <a:pt x="12863" y="11111"/>
                        <a:pt x="12863" y="11111"/>
                      </a:cubicBezTo>
                      <a:cubicBezTo>
                        <a:pt x="12620" y="11111"/>
                        <a:pt x="12620" y="11111"/>
                        <a:pt x="12620" y="11111"/>
                      </a:cubicBezTo>
                      <a:cubicBezTo>
                        <a:pt x="12620" y="11033"/>
                        <a:pt x="12620" y="11033"/>
                        <a:pt x="12620" y="11033"/>
                      </a:cubicBezTo>
                      <a:cubicBezTo>
                        <a:pt x="12499" y="11111"/>
                        <a:pt x="12499" y="11111"/>
                        <a:pt x="12499" y="11111"/>
                      </a:cubicBezTo>
                      <a:cubicBezTo>
                        <a:pt x="12378" y="10955"/>
                        <a:pt x="12378" y="10955"/>
                        <a:pt x="12378" y="10955"/>
                      </a:cubicBezTo>
                      <a:cubicBezTo>
                        <a:pt x="12135" y="10955"/>
                        <a:pt x="12135" y="10955"/>
                        <a:pt x="12135" y="10955"/>
                      </a:cubicBezTo>
                      <a:cubicBezTo>
                        <a:pt x="11892" y="10955"/>
                        <a:pt x="11892" y="10955"/>
                        <a:pt x="11892" y="10955"/>
                      </a:cubicBezTo>
                      <a:cubicBezTo>
                        <a:pt x="11892" y="10955"/>
                        <a:pt x="11892" y="11033"/>
                        <a:pt x="12013" y="11111"/>
                      </a:cubicBezTo>
                      <a:cubicBezTo>
                        <a:pt x="12013" y="11111"/>
                        <a:pt x="12135" y="11266"/>
                        <a:pt x="12135" y="11266"/>
                      </a:cubicBezTo>
                      <a:cubicBezTo>
                        <a:pt x="12135" y="11266"/>
                        <a:pt x="12135" y="11422"/>
                        <a:pt x="12135" y="11422"/>
                      </a:cubicBezTo>
                      <a:cubicBezTo>
                        <a:pt x="12135" y="11422"/>
                        <a:pt x="12378" y="11577"/>
                        <a:pt x="12378" y="11577"/>
                      </a:cubicBezTo>
                      <a:cubicBezTo>
                        <a:pt x="12378" y="11655"/>
                        <a:pt x="12378" y="11655"/>
                        <a:pt x="12378" y="11655"/>
                      </a:cubicBezTo>
                      <a:cubicBezTo>
                        <a:pt x="12378" y="11655"/>
                        <a:pt x="12499" y="11810"/>
                        <a:pt x="12499" y="11810"/>
                      </a:cubicBezTo>
                      <a:cubicBezTo>
                        <a:pt x="12499" y="11810"/>
                        <a:pt x="12742" y="11888"/>
                        <a:pt x="12742" y="11888"/>
                      </a:cubicBezTo>
                      <a:cubicBezTo>
                        <a:pt x="12742" y="12043"/>
                        <a:pt x="12742" y="12043"/>
                        <a:pt x="12742" y="12043"/>
                      </a:cubicBezTo>
                      <a:cubicBezTo>
                        <a:pt x="12620" y="12121"/>
                        <a:pt x="12620" y="12121"/>
                        <a:pt x="12620" y="12121"/>
                      </a:cubicBezTo>
                      <a:cubicBezTo>
                        <a:pt x="12499" y="12199"/>
                        <a:pt x="12499" y="12199"/>
                        <a:pt x="12499" y="12199"/>
                      </a:cubicBezTo>
                      <a:cubicBezTo>
                        <a:pt x="12620" y="12354"/>
                        <a:pt x="12620" y="12354"/>
                        <a:pt x="12620" y="12354"/>
                      </a:cubicBezTo>
                      <a:cubicBezTo>
                        <a:pt x="12620" y="12509"/>
                        <a:pt x="12620" y="12509"/>
                        <a:pt x="12620" y="12509"/>
                      </a:cubicBezTo>
                      <a:cubicBezTo>
                        <a:pt x="12742" y="12587"/>
                        <a:pt x="12742" y="12587"/>
                        <a:pt x="12742" y="12587"/>
                      </a:cubicBezTo>
                      <a:cubicBezTo>
                        <a:pt x="12742" y="12665"/>
                        <a:pt x="12742" y="12665"/>
                        <a:pt x="12742" y="12665"/>
                      </a:cubicBezTo>
                      <a:cubicBezTo>
                        <a:pt x="12620" y="12742"/>
                        <a:pt x="12620" y="12742"/>
                        <a:pt x="12620" y="12742"/>
                      </a:cubicBezTo>
                      <a:cubicBezTo>
                        <a:pt x="12620" y="12898"/>
                        <a:pt x="12620" y="12898"/>
                        <a:pt x="12620" y="12898"/>
                      </a:cubicBezTo>
                      <a:cubicBezTo>
                        <a:pt x="12742" y="13053"/>
                        <a:pt x="12742" y="13053"/>
                        <a:pt x="12742" y="13053"/>
                      </a:cubicBezTo>
                      <a:cubicBezTo>
                        <a:pt x="12863" y="13209"/>
                        <a:pt x="12863" y="13209"/>
                        <a:pt x="12863" y="13209"/>
                      </a:cubicBezTo>
                      <a:cubicBezTo>
                        <a:pt x="13106" y="13209"/>
                        <a:pt x="13106" y="13209"/>
                        <a:pt x="13106" y="13209"/>
                      </a:cubicBezTo>
                      <a:cubicBezTo>
                        <a:pt x="13106" y="13364"/>
                        <a:pt x="13106" y="13364"/>
                        <a:pt x="13106" y="13364"/>
                      </a:cubicBezTo>
                      <a:cubicBezTo>
                        <a:pt x="12984" y="13442"/>
                        <a:pt x="12984" y="13442"/>
                        <a:pt x="12984" y="13442"/>
                      </a:cubicBezTo>
                      <a:cubicBezTo>
                        <a:pt x="12984" y="13442"/>
                        <a:pt x="12984" y="13519"/>
                        <a:pt x="12984" y="13519"/>
                      </a:cubicBezTo>
                      <a:cubicBezTo>
                        <a:pt x="13106" y="13519"/>
                        <a:pt x="13227" y="13597"/>
                        <a:pt x="13227" y="13597"/>
                      </a:cubicBezTo>
                      <a:cubicBezTo>
                        <a:pt x="13470" y="13519"/>
                        <a:pt x="13470" y="13519"/>
                        <a:pt x="13470" y="13519"/>
                      </a:cubicBezTo>
                      <a:cubicBezTo>
                        <a:pt x="13470" y="13519"/>
                        <a:pt x="13591" y="13519"/>
                        <a:pt x="13591" y="13519"/>
                      </a:cubicBezTo>
                      <a:cubicBezTo>
                        <a:pt x="13591" y="13597"/>
                        <a:pt x="13712" y="13753"/>
                        <a:pt x="13712" y="13753"/>
                      </a:cubicBezTo>
                      <a:cubicBezTo>
                        <a:pt x="13834" y="13830"/>
                        <a:pt x="13834" y="13830"/>
                        <a:pt x="13834" y="13830"/>
                      </a:cubicBezTo>
                      <a:cubicBezTo>
                        <a:pt x="13834" y="13986"/>
                        <a:pt x="13834" y="13986"/>
                        <a:pt x="13834" y="13986"/>
                      </a:cubicBezTo>
                      <a:cubicBezTo>
                        <a:pt x="13591" y="14141"/>
                        <a:pt x="13591" y="14141"/>
                        <a:pt x="13591" y="14141"/>
                      </a:cubicBezTo>
                      <a:cubicBezTo>
                        <a:pt x="13348" y="14296"/>
                        <a:pt x="13348" y="14296"/>
                        <a:pt x="13348" y="14296"/>
                      </a:cubicBezTo>
                      <a:cubicBezTo>
                        <a:pt x="13227" y="14374"/>
                        <a:pt x="13227" y="14374"/>
                        <a:pt x="13227" y="14374"/>
                      </a:cubicBezTo>
                      <a:cubicBezTo>
                        <a:pt x="13227" y="14529"/>
                        <a:pt x="13227" y="14529"/>
                        <a:pt x="13227" y="14529"/>
                      </a:cubicBezTo>
                      <a:cubicBezTo>
                        <a:pt x="13106" y="14607"/>
                        <a:pt x="13106" y="14607"/>
                        <a:pt x="13106" y="14607"/>
                      </a:cubicBezTo>
                      <a:cubicBezTo>
                        <a:pt x="12863" y="14685"/>
                        <a:pt x="12863" y="14685"/>
                        <a:pt x="12863" y="14685"/>
                      </a:cubicBezTo>
                      <a:cubicBezTo>
                        <a:pt x="12620" y="14763"/>
                        <a:pt x="12620" y="14763"/>
                        <a:pt x="12620" y="14763"/>
                      </a:cubicBezTo>
                      <a:cubicBezTo>
                        <a:pt x="12499" y="14763"/>
                        <a:pt x="12499" y="14763"/>
                        <a:pt x="12499" y="14763"/>
                      </a:cubicBezTo>
                      <a:cubicBezTo>
                        <a:pt x="12378" y="14840"/>
                        <a:pt x="12378" y="14840"/>
                        <a:pt x="12378" y="14840"/>
                      </a:cubicBezTo>
                      <a:cubicBezTo>
                        <a:pt x="12013" y="14918"/>
                        <a:pt x="12013" y="14918"/>
                        <a:pt x="12013" y="14918"/>
                      </a:cubicBezTo>
                      <a:cubicBezTo>
                        <a:pt x="11892" y="14918"/>
                        <a:pt x="11892" y="14918"/>
                        <a:pt x="11892" y="14918"/>
                      </a:cubicBezTo>
                      <a:cubicBezTo>
                        <a:pt x="11649" y="15229"/>
                        <a:pt x="11649" y="15229"/>
                        <a:pt x="11649" y="15229"/>
                      </a:cubicBezTo>
                      <a:cubicBezTo>
                        <a:pt x="11649" y="15229"/>
                        <a:pt x="11649" y="15384"/>
                        <a:pt x="11649" y="15384"/>
                      </a:cubicBezTo>
                      <a:cubicBezTo>
                        <a:pt x="11649" y="15384"/>
                        <a:pt x="11771" y="15462"/>
                        <a:pt x="11771" y="15462"/>
                      </a:cubicBezTo>
                      <a:cubicBezTo>
                        <a:pt x="11771" y="15462"/>
                        <a:pt x="11528" y="15617"/>
                        <a:pt x="11528" y="15617"/>
                      </a:cubicBezTo>
                      <a:cubicBezTo>
                        <a:pt x="11528" y="15617"/>
                        <a:pt x="11285" y="15695"/>
                        <a:pt x="11285" y="15695"/>
                      </a:cubicBezTo>
                      <a:cubicBezTo>
                        <a:pt x="11164" y="15850"/>
                        <a:pt x="11164" y="15850"/>
                        <a:pt x="11164" y="15850"/>
                      </a:cubicBezTo>
                      <a:cubicBezTo>
                        <a:pt x="11285" y="15928"/>
                        <a:pt x="11285" y="15928"/>
                        <a:pt x="11285" y="15928"/>
                      </a:cubicBezTo>
                      <a:cubicBezTo>
                        <a:pt x="11043" y="15928"/>
                        <a:pt x="11043" y="15928"/>
                        <a:pt x="11043" y="15928"/>
                      </a:cubicBezTo>
                      <a:cubicBezTo>
                        <a:pt x="11164" y="16083"/>
                        <a:pt x="11164" y="16083"/>
                        <a:pt x="11164" y="16083"/>
                      </a:cubicBezTo>
                      <a:cubicBezTo>
                        <a:pt x="11043" y="16161"/>
                        <a:pt x="11043" y="16161"/>
                        <a:pt x="11043" y="16161"/>
                      </a:cubicBezTo>
                      <a:cubicBezTo>
                        <a:pt x="11164" y="16239"/>
                        <a:pt x="11164" y="16239"/>
                        <a:pt x="11164" y="16239"/>
                      </a:cubicBezTo>
                      <a:cubicBezTo>
                        <a:pt x="11164" y="16239"/>
                        <a:pt x="11285" y="16472"/>
                        <a:pt x="11285" y="16472"/>
                      </a:cubicBezTo>
                      <a:cubicBezTo>
                        <a:pt x="11285" y="16550"/>
                        <a:pt x="11407" y="16627"/>
                        <a:pt x="11407" y="16627"/>
                      </a:cubicBezTo>
                      <a:cubicBezTo>
                        <a:pt x="11407" y="16627"/>
                        <a:pt x="11528" y="16705"/>
                        <a:pt x="11528" y="16705"/>
                      </a:cubicBezTo>
                      <a:cubicBezTo>
                        <a:pt x="11528" y="16783"/>
                        <a:pt x="11528" y="16860"/>
                        <a:pt x="11528" y="16938"/>
                      </a:cubicBezTo>
                      <a:cubicBezTo>
                        <a:pt x="11528" y="17016"/>
                        <a:pt x="11649" y="17171"/>
                        <a:pt x="11649" y="17171"/>
                      </a:cubicBezTo>
                      <a:cubicBezTo>
                        <a:pt x="11771" y="17327"/>
                        <a:pt x="11771" y="17327"/>
                        <a:pt x="11771" y="17327"/>
                      </a:cubicBezTo>
                      <a:cubicBezTo>
                        <a:pt x="11771" y="17327"/>
                        <a:pt x="11771" y="17404"/>
                        <a:pt x="11771" y="17404"/>
                      </a:cubicBezTo>
                      <a:cubicBezTo>
                        <a:pt x="11892" y="17404"/>
                        <a:pt x="12135" y="17404"/>
                        <a:pt x="12135" y="17404"/>
                      </a:cubicBezTo>
                      <a:cubicBezTo>
                        <a:pt x="12135" y="17404"/>
                        <a:pt x="12378" y="17404"/>
                        <a:pt x="12378" y="17404"/>
                      </a:cubicBezTo>
                      <a:cubicBezTo>
                        <a:pt x="12378" y="17404"/>
                        <a:pt x="12499" y="17327"/>
                        <a:pt x="12620" y="17404"/>
                      </a:cubicBezTo>
                      <a:cubicBezTo>
                        <a:pt x="12620" y="17404"/>
                        <a:pt x="12620" y="17482"/>
                        <a:pt x="12620" y="17482"/>
                      </a:cubicBezTo>
                      <a:cubicBezTo>
                        <a:pt x="12620" y="17482"/>
                        <a:pt x="12620" y="17560"/>
                        <a:pt x="12620" y="17560"/>
                      </a:cubicBezTo>
                      <a:cubicBezTo>
                        <a:pt x="12135" y="17871"/>
                        <a:pt x="12135" y="17871"/>
                        <a:pt x="12135" y="17871"/>
                      </a:cubicBezTo>
                      <a:cubicBezTo>
                        <a:pt x="12135" y="18104"/>
                        <a:pt x="12135" y="18104"/>
                        <a:pt x="12135" y="18104"/>
                      </a:cubicBezTo>
                      <a:cubicBezTo>
                        <a:pt x="12135" y="18104"/>
                        <a:pt x="12013" y="18104"/>
                        <a:pt x="12013" y="18104"/>
                      </a:cubicBezTo>
                      <a:cubicBezTo>
                        <a:pt x="11892" y="18104"/>
                        <a:pt x="11771" y="18104"/>
                        <a:pt x="11771" y="18104"/>
                      </a:cubicBezTo>
                      <a:cubicBezTo>
                        <a:pt x="11528" y="17948"/>
                        <a:pt x="11528" y="17948"/>
                        <a:pt x="11528" y="17948"/>
                      </a:cubicBezTo>
                      <a:cubicBezTo>
                        <a:pt x="11285" y="18026"/>
                        <a:pt x="11285" y="18026"/>
                        <a:pt x="11285" y="18026"/>
                      </a:cubicBezTo>
                      <a:cubicBezTo>
                        <a:pt x="11285" y="18104"/>
                        <a:pt x="11285" y="18104"/>
                        <a:pt x="11285" y="18104"/>
                      </a:cubicBezTo>
                      <a:cubicBezTo>
                        <a:pt x="11285" y="18104"/>
                        <a:pt x="11043" y="18104"/>
                        <a:pt x="11043" y="18104"/>
                      </a:cubicBezTo>
                      <a:cubicBezTo>
                        <a:pt x="11043" y="18104"/>
                        <a:pt x="10679" y="18104"/>
                        <a:pt x="10679" y="18104"/>
                      </a:cubicBezTo>
                      <a:cubicBezTo>
                        <a:pt x="10557" y="18181"/>
                        <a:pt x="10557" y="18181"/>
                        <a:pt x="10557" y="18181"/>
                      </a:cubicBezTo>
                      <a:cubicBezTo>
                        <a:pt x="10436" y="18492"/>
                        <a:pt x="10436" y="18492"/>
                        <a:pt x="10436" y="18492"/>
                      </a:cubicBezTo>
                      <a:cubicBezTo>
                        <a:pt x="10193" y="18647"/>
                        <a:pt x="10193" y="18647"/>
                        <a:pt x="10193" y="18647"/>
                      </a:cubicBezTo>
                      <a:cubicBezTo>
                        <a:pt x="9951" y="18725"/>
                        <a:pt x="9951" y="18725"/>
                        <a:pt x="9951" y="18725"/>
                      </a:cubicBezTo>
                      <a:cubicBezTo>
                        <a:pt x="9708" y="18881"/>
                        <a:pt x="9708" y="18881"/>
                        <a:pt x="9708" y="18881"/>
                      </a:cubicBezTo>
                      <a:cubicBezTo>
                        <a:pt x="9344" y="18958"/>
                        <a:pt x="9344" y="18958"/>
                        <a:pt x="9344" y="18958"/>
                      </a:cubicBezTo>
                      <a:cubicBezTo>
                        <a:pt x="9344" y="18958"/>
                        <a:pt x="9222" y="19036"/>
                        <a:pt x="9222" y="19036"/>
                      </a:cubicBezTo>
                      <a:cubicBezTo>
                        <a:pt x="9222" y="19114"/>
                        <a:pt x="9101" y="19347"/>
                        <a:pt x="9101" y="19347"/>
                      </a:cubicBezTo>
                      <a:cubicBezTo>
                        <a:pt x="9101" y="19347"/>
                        <a:pt x="8858" y="19424"/>
                        <a:pt x="8858" y="19502"/>
                      </a:cubicBezTo>
                      <a:cubicBezTo>
                        <a:pt x="8858" y="19502"/>
                        <a:pt x="8616" y="19580"/>
                        <a:pt x="8616" y="19580"/>
                      </a:cubicBezTo>
                      <a:cubicBezTo>
                        <a:pt x="8616" y="19580"/>
                        <a:pt x="8616" y="19735"/>
                        <a:pt x="8616" y="19735"/>
                      </a:cubicBezTo>
                      <a:cubicBezTo>
                        <a:pt x="8616" y="19735"/>
                        <a:pt x="8737" y="19891"/>
                        <a:pt x="8737" y="19891"/>
                      </a:cubicBezTo>
                      <a:cubicBezTo>
                        <a:pt x="8737" y="20124"/>
                        <a:pt x="8737" y="20124"/>
                        <a:pt x="8737" y="20124"/>
                      </a:cubicBezTo>
                      <a:cubicBezTo>
                        <a:pt x="8737" y="20279"/>
                        <a:pt x="8737" y="20279"/>
                        <a:pt x="8737" y="20279"/>
                      </a:cubicBezTo>
                      <a:cubicBezTo>
                        <a:pt x="8858" y="20435"/>
                        <a:pt x="8858" y="20435"/>
                        <a:pt x="8858" y="20435"/>
                      </a:cubicBezTo>
                      <a:cubicBezTo>
                        <a:pt x="8737" y="20590"/>
                        <a:pt x="8737" y="20590"/>
                        <a:pt x="8737" y="20590"/>
                      </a:cubicBezTo>
                      <a:cubicBezTo>
                        <a:pt x="8616" y="20823"/>
                        <a:pt x="8616" y="20823"/>
                        <a:pt x="8616" y="20823"/>
                      </a:cubicBezTo>
                      <a:cubicBezTo>
                        <a:pt x="8616" y="20901"/>
                        <a:pt x="8616" y="20901"/>
                        <a:pt x="8616" y="20901"/>
                      </a:cubicBezTo>
                      <a:cubicBezTo>
                        <a:pt x="8616" y="21056"/>
                        <a:pt x="8616" y="21056"/>
                        <a:pt x="8616" y="21056"/>
                      </a:cubicBezTo>
                      <a:cubicBezTo>
                        <a:pt x="8616" y="21367"/>
                        <a:pt x="8616" y="21367"/>
                        <a:pt x="8616" y="21367"/>
                      </a:cubicBezTo>
                      <a:cubicBezTo>
                        <a:pt x="8252" y="21289"/>
                        <a:pt x="8252" y="21289"/>
                        <a:pt x="8252" y="21289"/>
                      </a:cubicBezTo>
                      <a:cubicBezTo>
                        <a:pt x="7888" y="21289"/>
                        <a:pt x="7888" y="21289"/>
                        <a:pt x="7888" y="21289"/>
                      </a:cubicBezTo>
                      <a:cubicBezTo>
                        <a:pt x="7524" y="21367"/>
                        <a:pt x="7524" y="21367"/>
                        <a:pt x="7524" y="21367"/>
                      </a:cubicBezTo>
                      <a:cubicBezTo>
                        <a:pt x="7038" y="21522"/>
                        <a:pt x="7038" y="21522"/>
                        <a:pt x="7038" y="21522"/>
                      </a:cubicBezTo>
                      <a:cubicBezTo>
                        <a:pt x="6310" y="21600"/>
                        <a:pt x="6310" y="21600"/>
                        <a:pt x="6310" y="21600"/>
                      </a:cubicBezTo>
                      <a:cubicBezTo>
                        <a:pt x="5703" y="21600"/>
                        <a:pt x="5703" y="21600"/>
                        <a:pt x="5703" y="21600"/>
                      </a:cubicBezTo>
                      <a:cubicBezTo>
                        <a:pt x="5339" y="21522"/>
                        <a:pt x="5339" y="21522"/>
                        <a:pt x="5339" y="21522"/>
                      </a:cubicBezTo>
                      <a:cubicBezTo>
                        <a:pt x="5097" y="21445"/>
                        <a:pt x="5097" y="21445"/>
                        <a:pt x="5097" y="21445"/>
                      </a:cubicBezTo>
                      <a:cubicBezTo>
                        <a:pt x="4854" y="21289"/>
                        <a:pt x="4854" y="21289"/>
                        <a:pt x="4854" y="21289"/>
                      </a:cubicBezTo>
                      <a:cubicBezTo>
                        <a:pt x="4490" y="21056"/>
                        <a:pt x="4490" y="21056"/>
                        <a:pt x="4490" y="21056"/>
                      </a:cubicBezTo>
                      <a:cubicBezTo>
                        <a:pt x="4126" y="21056"/>
                        <a:pt x="4126" y="21056"/>
                        <a:pt x="4126" y="21056"/>
                      </a:cubicBezTo>
                      <a:cubicBezTo>
                        <a:pt x="3883" y="20978"/>
                        <a:pt x="3883" y="20978"/>
                        <a:pt x="3883" y="20978"/>
                      </a:cubicBezTo>
                      <a:cubicBezTo>
                        <a:pt x="3640" y="20901"/>
                        <a:pt x="3640" y="20901"/>
                        <a:pt x="3640" y="20901"/>
                      </a:cubicBezTo>
                      <a:cubicBezTo>
                        <a:pt x="3398" y="20823"/>
                        <a:pt x="3398" y="20823"/>
                        <a:pt x="3398" y="20823"/>
                      </a:cubicBezTo>
                      <a:cubicBezTo>
                        <a:pt x="3155" y="20823"/>
                        <a:pt x="3155" y="20823"/>
                        <a:pt x="3155" y="20823"/>
                      </a:cubicBezTo>
                      <a:cubicBezTo>
                        <a:pt x="2670" y="20668"/>
                        <a:pt x="2670" y="20668"/>
                        <a:pt x="2670" y="20668"/>
                      </a:cubicBezTo>
                      <a:cubicBezTo>
                        <a:pt x="2184" y="20512"/>
                        <a:pt x="2184" y="20512"/>
                        <a:pt x="2184" y="20512"/>
                      </a:cubicBezTo>
                      <a:cubicBezTo>
                        <a:pt x="1942" y="20590"/>
                        <a:pt x="1942" y="20590"/>
                        <a:pt x="1942" y="20590"/>
                      </a:cubicBezTo>
                      <a:cubicBezTo>
                        <a:pt x="1942" y="20668"/>
                        <a:pt x="1942" y="20668"/>
                        <a:pt x="1942" y="20668"/>
                      </a:cubicBezTo>
                      <a:cubicBezTo>
                        <a:pt x="1578" y="20590"/>
                        <a:pt x="1578" y="20590"/>
                        <a:pt x="1578" y="20590"/>
                      </a:cubicBezTo>
                      <a:cubicBezTo>
                        <a:pt x="1335" y="20590"/>
                        <a:pt x="1335" y="20590"/>
                        <a:pt x="1335" y="20590"/>
                      </a:cubicBezTo>
                      <a:cubicBezTo>
                        <a:pt x="1092" y="20590"/>
                        <a:pt x="1092" y="20590"/>
                        <a:pt x="1092" y="20590"/>
                      </a:cubicBezTo>
                      <a:cubicBezTo>
                        <a:pt x="607" y="20668"/>
                        <a:pt x="607" y="20668"/>
                        <a:pt x="607" y="20668"/>
                      </a:cubicBezTo>
                      <a:cubicBezTo>
                        <a:pt x="243" y="20745"/>
                        <a:pt x="243" y="20745"/>
                        <a:pt x="243" y="20745"/>
                      </a:cubicBezTo>
                      <a:cubicBezTo>
                        <a:pt x="0" y="20668"/>
                        <a:pt x="0" y="20668"/>
                        <a:pt x="0" y="20668"/>
                      </a:cubicBezTo>
                      <a:cubicBezTo>
                        <a:pt x="243" y="20512"/>
                        <a:pt x="243" y="20512"/>
                        <a:pt x="243" y="20512"/>
                      </a:cubicBezTo>
                      <a:cubicBezTo>
                        <a:pt x="485" y="20279"/>
                        <a:pt x="485" y="20279"/>
                        <a:pt x="485" y="20279"/>
                      </a:cubicBezTo>
                      <a:cubicBezTo>
                        <a:pt x="728" y="20201"/>
                        <a:pt x="728" y="20201"/>
                        <a:pt x="728" y="20201"/>
                      </a:cubicBezTo>
                      <a:cubicBezTo>
                        <a:pt x="849" y="19968"/>
                        <a:pt x="849" y="19968"/>
                        <a:pt x="849" y="19968"/>
                      </a:cubicBezTo>
                      <a:cubicBezTo>
                        <a:pt x="1213" y="19813"/>
                        <a:pt x="1213" y="19813"/>
                        <a:pt x="1213" y="19813"/>
                      </a:cubicBezTo>
                      <a:cubicBezTo>
                        <a:pt x="1213" y="19580"/>
                        <a:pt x="1213" y="19580"/>
                        <a:pt x="1213" y="19580"/>
                      </a:cubicBezTo>
                      <a:cubicBezTo>
                        <a:pt x="1456" y="19269"/>
                        <a:pt x="1456" y="19269"/>
                        <a:pt x="1456" y="19269"/>
                      </a:cubicBezTo>
                      <a:cubicBezTo>
                        <a:pt x="1456" y="19269"/>
                        <a:pt x="1699" y="19269"/>
                        <a:pt x="1699" y="19191"/>
                      </a:cubicBezTo>
                      <a:cubicBezTo>
                        <a:pt x="1820" y="19036"/>
                        <a:pt x="1820" y="18958"/>
                        <a:pt x="1942" y="18881"/>
                      </a:cubicBezTo>
                      <a:cubicBezTo>
                        <a:pt x="1942" y="18803"/>
                        <a:pt x="2063" y="18803"/>
                        <a:pt x="2063" y="18725"/>
                      </a:cubicBezTo>
                      <a:cubicBezTo>
                        <a:pt x="2063" y="18647"/>
                        <a:pt x="1942" y="18414"/>
                        <a:pt x="1942" y="18414"/>
                      </a:cubicBezTo>
                      <a:cubicBezTo>
                        <a:pt x="1942" y="18414"/>
                        <a:pt x="2184" y="18104"/>
                        <a:pt x="2184" y="18104"/>
                      </a:cubicBezTo>
                      <a:cubicBezTo>
                        <a:pt x="2306" y="18026"/>
                        <a:pt x="2306" y="17715"/>
                        <a:pt x="2306" y="17715"/>
                      </a:cubicBezTo>
                      <a:cubicBezTo>
                        <a:pt x="2306" y="17715"/>
                        <a:pt x="2427" y="17560"/>
                        <a:pt x="2548" y="17482"/>
                      </a:cubicBezTo>
                      <a:cubicBezTo>
                        <a:pt x="2548" y="17404"/>
                        <a:pt x="2548" y="17171"/>
                        <a:pt x="2548" y="17171"/>
                      </a:cubicBezTo>
                      <a:cubicBezTo>
                        <a:pt x="2306" y="16938"/>
                        <a:pt x="2306" y="16938"/>
                        <a:pt x="2306" y="16938"/>
                      </a:cubicBezTo>
                      <a:cubicBezTo>
                        <a:pt x="2548" y="16627"/>
                        <a:pt x="2548" y="16627"/>
                        <a:pt x="2548" y="16627"/>
                      </a:cubicBezTo>
                      <a:cubicBezTo>
                        <a:pt x="2912" y="16239"/>
                        <a:pt x="2912" y="16239"/>
                        <a:pt x="2912" y="16239"/>
                      </a:cubicBezTo>
                      <a:cubicBezTo>
                        <a:pt x="3276" y="15850"/>
                        <a:pt x="3276" y="15850"/>
                        <a:pt x="3276" y="15850"/>
                      </a:cubicBezTo>
                      <a:cubicBezTo>
                        <a:pt x="3398" y="15462"/>
                        <a:pt x="3398" y="15462"/>
                        <a:pt x="3398" y="15462"/>
                      </a:cubicBezTo>
                      <a:cubicBezTo>
                        <a:pt x="3398" y="15462"/>
                        <a:pt x="3398" y="15306"/>
                        <a:pt x="3398" y="15229"/>
                      </a:cubicBezTo>
                      <a:cubicBezTo>
                        <a:pt x="3398" y="15229"/>
                        <a:pt x="3398" y="15073"/>
                        <a:pt x="3398" y="15073"/>
                      </a:cubicBezTo>
                      <a:cubicBezTo>
                        <a:pt x="3398" y="15073"/>
                        <a:pt x="3398" y="14918"/>
                        <a:pt x="3398" y="14918"/>
                      </a:cubicBezTo>
                      <a:cubicBezTo>
                        <a:pt x="3398" y="14918"/>
                        <a:pt x="3276" y="14763"/>
                        <a:pt x="3276" y="14763"/>
                      </a:cubicBezTo>
                      <a:cubicBezTo>
                        <a:pt x="3155" y="14529"/>
                        <a:pt x="3155" y="14529"/>
                        <a:pt x="3155" y="14529"/>
                      </a:cubicBezTo>
                      <a:cubicBezTo>
                        <a:pt x="3034" y="14607"/>
                        <a:pt x="3034" y="14607"/>
                        <a:pt x="3034" y="14607"/>
                      </a:cubicBezTo>
                      <a:cubicBezTo>
                        <a:pt x="3034" y="14607"/>
                        <a:pt x="2912" y="14685"/>
                        <a:pt x="2791" y="14607"/>
                      </a:cubicBezTo>
                      <a:cubicBezTo>
                        <a:pt x="2791" y="14607"/>
                        <a:pt x="2306" y="14607"/>
                        <a:pt x="2306" y="14607"/>
                      </a:cubicBezTo>
                      <a:cubicBezTo>
                        <a:pt x="2063" y="14685"/>
                        <a:pt x="2063" y="14685"/>
                        <a:pt x="2063" y="14685"/>
                      </a:cubicBezTo>
                      <a:cubicBezTo>
                        <a:pt x="1699" y="14607"/>
                        <a:pt x="1699" y="14607"/>
                        <a:pt x="1699" y="14607"/>
                      </a:cubicBezTo>
                      <a:cubicBezTo>
                        <a:pt x="1699" y="14607"/>
                        <a:pt x="1578" y="14685"/>
                        <a:pt x="1456" y="14685"/>
                      </a:cubicBezTo>
                      <a:cubicBezTo>
                        <a:pt x="1456" y="14685"/>
                        <a:pt x="1335" y="14685"/>
                        <a:pt x="1335" y="14607"/>
                      </a:cubicBezTo>
                      <a:cubicBezTo>
                        <a:pt x="1335" y="14607"/>
                        <a:pt x="1699" y="14374"/>
                        <a:pt x="1699" y="14374"/>
                      </a:cubicBezTo>
                      <a:cubicBezTo>
                        <a:pt x="1699" y="14374"/>
                        <a:pt x="1699" y="14374"/>
                        <a:pt x="1699" y="14296"/>
                      </a:cubicBezTo>
                      <a:cubicBezTo>
                        <a:pt x="1699" y="14219"/>
                        <a:pt x="1699" y="14063"/>
                        <a:pt x="1699" y="14063"/>
                      </a:cubicBezTo>
                      <a:cubicBezTo>
                        <a:pt x="1699" y="13986"/>
                        <a:pt x="1578" y="13753"/>
                        <a:pt x="1578" y="13753"/>
                      </a:cubicBezTo>
                      <a:cubicBezTo>
                        <a:pt x="1578" y="13753"/>
                        <a:pt x="1456" y="13675"/>
                        <a:pt x="1578" y="13597"/>
                      </a:cubicBezTo>
                      <a:cubicBezTo>
                        <a:pt x="1578" y="13519"/>
                        <a:pt x="1699" y="13519"/>
                        <a:pt x="1699" y="13519"/>
                      </a:cubicBezTo>
                      <a:cubicBezTo>
                        <a:pt x="1456" y="13442"/>
                        <a:pt x="1456" y="13442"/>
                        <a:pt x="1456" y="13442"/>
                      </a:cubicBezTo>
                      <a:cubicBezTo>
                        <a:pt x="1456" y="13442"/>
                        <a:pt x="1456" y="13442"/>
                        <a:pt x="1335" y="13442"/>
                      </a:cubicBezTo>
                      <a:cubicBezTo>
                        <a:pt x="1213" y="13519"/>
                        <a:pt x="1092" y="13519"/>
                        <a:pt x="1092" y="13519"/>
                      </a:cubicBezTo>
                      <a:cubicBezTo>
                        <a:pt x="971" y="13364"/>
                        <a:pt x="971" y="13364"/>
                        <a:pt x="971" y="13364"/>
                      </a:cubicBezTo>
                      <a:cubicBezTo>
                        <a:pt x="971" y="13364"/>
                        <a:pt x="849" y="13442"/>
                        <a:pt x="849" y="13364"/>
                      </a:cubicBezTo>
                      <a:cubicBezTo>
                        <a:pt x="728" y="13364"/>
                        <a:pt x="485" y="13286"/>
                        <a:pt x="485" y="13286"/>
                      </a:cubicBezTo>
                      <a:cubicBezTo>
                        <a:pt x="485" y="13286"/>
                        <a:pt x="485" y="13131"/>
                        <a:pt x="485" y="13131"/>
                      </a:cubicBezTo>
                      <a:cubicBezTo>
                        <a:pt x="607" y="13053"/>
                        <a:pt x="607" y="13053"/>
                        <a:pt x="607" y="12976"/>
                      </a:cubicBezTo>
                      <a:cubicBezTo>
                        <a:pt x="607" y="12898"/>
                        <a:pt x="607" y="12820"/>
                        <a:pt x="728" y="12742"/>
                      </a:cubicBezTo>
                      <a:cubicBezTo>
                        <a:pt x="728" y="12665"/>
                        <a:pt x="849" y="12587"/>
                        <a:pt x="971" y="12587"/>
                      </a:cubicBezTo>
                      <a:cubicBezTo>
                        <a:pt x="1092" y="12509"/>
                        <a:pt x="1092" y="12509"/>
                        <a:pt x="1092" y="12509"/>
                      </a:cubicBezTo>
                      <a:cubicBezTo>
                        <a:pt x="1335" y="12199"/>
                        <a:pt x="1335" y="12199"/>
                        <a:pt x="1335" y="12199"/>
                      </a:cubicBezTo>
                      <a:cubicBezTo>
                        <a:pt x="1335" y="12199"/>
                        <a:pt x="1335" y="12043"/>
                        <a:pt x="1335" y="12043"/>
                      </a:cubicBezTo>
                      <a:cubicBezTo>
                        <a:pt x="1335" y="12043"/>
                        <a:pt x="1456" y="11888"/>
                        <a:pt x="1456" y="11810"/>
                      </a:cubicBezTo>
                      <a:cubicBezTo>
                        <a:pt x="1456" y="11810"/>
                        <a:pt x="1578" y="11655"/>
                        <a:pt x="1578" y="11655"/>
                      </a:cubicBezTo>
                      <a:cubicBezTo>
                        <a:pt x="1578" y="11655"/>
                        <a:pt x="1699" y="11577"/>
                        <a:pt x="1699" y="11499"/>
                      </a:cubicBezTo>
                      <a:cubicBezTo>
                        <a:pt x="1820" y="11499"/>
                        <a:pt x="2063" y="11344"/>
                        <a:pt x="2063" y="11344"/>
                      </a:cubicBezTo>
                      <a:cubicBezTo>
                        <a:pt x="2063" y="11344"/>
                        <a:pt x="2184" y="11111"/>
                        <a:pt x="2184" y="11111"/>
                      </a:cubicBezTo>
                      <a:cubicBezTo>
                        <a:pt x="2184" y="11111"/>
                        <a:pt x="2306" y="10878"/>
                        <a:pt x="2306" y="10878"/>
                      </a:cubicBezTo>
                      <a:cubicBezTo>
                        <a:pt x="2184" y="10722"/>
                        <a:pt x="2184" y="10722"/>
                        <a:pt x="2184" y="10722"/>
                      </a:cubicBezTo>
                      <a:cubicBezTo>
                        <a:pt x="2063" y="10645"/>
                        <a:pt x="2063" y="10645"/>
                        <a:pt x="2063" y="10645"/>
                      </a:cubicBezTo>
                      <a:cubicBezTo>
                        <a:pt x="2306" y="10567"/>
                        <a:pt x="2306" y="10567"/>
                        <a:pt x="2306" y="10567"/>
                      </a:cubicBezTo>
                      <a:cubicBezTo>
                        <a:pt x="2306" y="10567"/>
                        <a:pt x="2306" y="10567"/>
                        <a:pt x="2427" y="10567"/>
                      </a:cubicBezTo>
                      <a:cubicBezTo>
                        <a:pt x="2548" y="10567"/>
                        <a:pt x="2670" y="10489"/>
                        <a:pt x="2670" y="10489"/>
                      </a:cubicBezTo>
                      <a:cubicBezTo>
                        <a:pt x="2791" y="10489"/>
                        <a:pt x="3034" y="10412"/>
                        <a:pt x="3034" y="10412"/>
                      </a:cubicBezTo>
                      <a:cubicBezTo>
                        <a:pt x="3034" y="10334"/>
                        <a:pt x="3155" y="10334"/>
                        <a:pt x="3155" y="10334"/>
                      </a:cubicBezTo>
                      <a:cubicBezTo>
                        <a:pt x="3276" y="10334"/>
                        <a:pt x="3519" y="10256"/>
                        <a:pt x="3519" y="10256"/>
                      </a:cubicBezTo>
                      <a:cubicBezTo>
                        <a:pt x="3519" y="10256"/>
                        <a:pt x="3640" y="10178"/>
                        <a:pt x="3640" y="10178"/>
                      </a:cubicBezTo>
                      <a:cubicBezTo>
                        <a:pt x="3640" y="10101"/>
                        <a:pt x="3640" y="10101"/>
                        <a:pt x="3640" y="10101"/>
                      </a:cubicBezTo>
                      <a:cubicBezTo>
                        <a:pt x="3883" y="10023"/>
                        <a:pt x="3883" y="10023"/>
                        <a:pt x="3883" y="10023"/>
                      </a:cubicBezTo>
                      <a:cubicBezTo>
                        <a:pt x="3883" y="10023"/>
                        <a:pt x="4004" y="9945"/>
                        <a:pt x="4004" y="9868"/>
                      </a:cubicBezTo>
                      <a:cubicBezTo>
                        <a:pt x="4004" y="9868"/>
                        <a:pt x="4126" y="9712"/>
                        <a:pt x="4126" y="9712"/>
                      </a:cubicBezTo>
                      <a:cubicBezTo>
                        <a:pt x="4126" y="9635"/>
                        <a:pt x="4490" y="9401"/>
                        <a:pt x="4490" y="9401"/>
                      </a:cubicBezTo>
                      <a:cubicBezTo>
                        <a:pt x="4975" y="8858"/>
                        <a:pt x="4975" y="8858"/>
                        <a:pt x="4975" y="8858"/>
                      </a:cubicBezTo>
                      <a:cubicBezTo>
                        <a:pt x="6067" y="7770"/>
                        <a:pt x="6067" y="7770"/>
                        <a:pt x="6067" y="7770"/>
                      </a:cubicBezTo>
                      <a:cubicBezTo>
                        <a:pt x="5946" y="7614"/>
                        <a:pt x="5946" y="7614"/>
                        <a:pt x="5946" y="7614"/>
                      </a:cubicBezTo>
                      <a:cubicBezTo>
                        <a:pt x="6310" y="7226"/>
                        <a:pt x="6310" y="7226"/>
                        <a:pt x="6310" y="7226"/>
                      </a:cubicBezTo>
                      <a:cubicBezTo>
                        <a:pt x="6917" y="6604"/>
                        <a:pt x="6917" y="6604"/>
                        <a:pt x="6917" y="6604"/>
                      </a:cubicBezTo>
                      <a:cubicBezTo>
                        <a:pt x="7524" y="5750"/>
                        <a:pt x="7524" y="5750"/>
                        <a:pt x="7524" y="5750"/>
                      </a:cubicBezTo>
                      <a:cubicBezTo>
                        <a:pt x="7888" y="5283"/>
                        <a:pt x="7888" y="5283"/>
                        <a:pt x="7888" y="5283"/>
                      </a:cubicBezTo>
                      <a:cubicBezTo>
                        <a:pt x="8373" y="4740"/>
                        <a:pt x="8373" y="4740"/>
                        <a:pt x="8373" y="4740"/>
                      </a:cubicBezTo>
                      <a:cubicBezTo>
                        <a:pt x="8616" y="4273"/>
                        <a:pt x="8616" y="4273"/>
                        <a:pt x="8616" y="4273"/>
                      </a:cubicBezTo>
                      <a:cubicBezTo>
                        <a:pt x="8616" y="3729"/>
                        <a:pt x="8616" y="3729"/>
                        <a:pt x="8616" y="3729"/>
                      </a:cubicBezTo>
                      <a:cubicBezTo>
                        <a:pt x="8616" y="3341"/>
                        <a:pt x="8616" y="3341"/>
                        <a:pt x="8616" y="3341"/>
                      </a:cubicBezTo>
                      <a:cubicBezTo>
                        <a:pt x="8616" y="3030"/>
                        <a:pt x="8616" y="3030"/>
                        <a:pt x="8616" y="3030"/>
                      </a:cubicBezTo>
                      <a:cubicBezTo>
                        <a:pt x="8616" y="2875"/>
                        <a:pt x="8616" y="2875"/>
                        <a:pt x="8616" y="2875"/>
                      </a:cubicBezTo>
                      <a:cubicBezTo>
                        <a:pt x="8616" y="2719"/>
                        <a:pt x="8616" y="2719"/>
                        <a:pt x="8616" y="2719"/>
                      </a:cubicBezTo>
                      <a:cubicBezTo>
                        <a:pt x="8494" y="2486"/>
                        <a:pt x="8494" y="2486"/>
                        <a:pt x="8494" y="2486"/>
                      </a:cubicBezTo>
                      <a:cubicBezTo>
                        <a:pt x="8737" y="2331"/>
                        <a:pt x="8737" y="2331"/>
                        <a:pt x="8737" y="2331"/>
                      </a:cubicBezTo>
                      <a:cubicBezTo>
                        <a:pt x="8737" y="2176"/>
                        <a:pt x="8737" y="2176"/>
                        <a:pt x="8737" y="2176"/>
                      </a:cubicBezTo>
                      <a:cubicBezTo>
                        <a:pt x="8737" y="2020"/>
                        <a:pt x="8737" y="2020"/>
                        <a:pt x="8737" y="2020"/>
                      </a:cubicBezTo>
                      <a:cubicBezTo>
                        <a:pt x="8737" y="1865"/>
                        <a:pt x="8737" y="1865"/>
                        <a:pt x="8737" y="1865"/>
                      </a:cubicBezTo>
                      <a:cubicBezTo>
                        <a:pt x="8858" y="1709"/>
                        <a:pt x="8858" y="1709"/>
                        <a:pt x="8858" y="1709"/>
                      </a:cubicBezTo>
                      <a:cubicBezTo>
                        <a:pt x="8737" y="1476"/>
                        <a:pt x="8737" y="1476"/>
                        <a:pt x="8737" y="1476"/>
                      </a:cubicBezTo>
                      <a:cubicBezTo>
                        <a:pt x="8858" y="1321"/>
                        <a:pt x="8858" y="1321"/>
                        <a:pt x="8858" y="1321"/>
                      </a:cubicBezTo>
                      <a:cubicBezTo>
                        <a:pt x="8737" y="1243"/>
                        <a:pt x="8737" y="1243"/>
                        <a:pt x="8737" y="1243"/>
                      </a:cubicBezTo>
                      <a:cubicBezTo>
                        <a:pt x="8858" y="1010"/>
                        <a:pt x="8858" y="1010"/>
                        <a:pt x="8858" y="1010"/>
                      </a:cubicBezTo>
                      <a:cubicBezTo>
                        <a:pt x="8858" y="855"/>
                        <a:pt x="8858" y="855"/>
                        <a:pt x="8858" y="855"/>
                      </a:cubicBezTo>
                      <a:lnTo>
                        <a:pt x="8980" y="699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41" name="Shape">
                  <a:extLst>
                    <a:ext uri="{FF2B5EF4-FFF2-40B4-BE49-F238E27FC236}">
                      <a16:creationId xmlns:a16="http://schemas.microsoft.com/office/drawing/2014/main" id="{965A2C8D-CC3E-4208-95EA-AEB245DC5C3C}"/>
                    </a:ext>
                  </a:extLst>
                </p:cNvPr>
                <p:cNvSpPr/>
                <p:nvPr/>
              </p:nvSpPr>
              <p:spPr>
                <a:xfrm>
                  <a:off x="2633273" y="3538327"/>
                  <a:ext cx="1085869" cy="13922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69" extrusionOk="0">
                      <a:moveTo>
                        <a:pt x="19038" y="16998"/>
                      </a:moveTo>
                      <a:cubicBezTo>
                        <a:pt x="19038" y="16998"/>
                        <a:pt x="19038" y="16998"/>
                        <a:pt x="19038" y="16998"/>
                      </a:cubicBezTo>
                      <a:cubicBezTo>
                        <a:pt x="19038" y="17154"/>
                        <a:pt x="19038" y="17154"/>
                        <a:pt x="19038" y="17154"/>
                      </a:cubicBezTo>
                      <a:cubicBezTo>
                        <a:pt x="19108" y="17416"/>
                        <a:pt x="19108" y="17416"/>
                        <a:pt x="19108" y="17416"/>
                      </a:cubicBezTo>
                      <a:cubicBezTo>
                        <a:pt x="19108" y="17573"/>
                        <a:pt x="19108" y="17573"/>
                        <a:pt x="19108" y="17573"/>
                      </a:cubicBezTo>
                      <a:cubicBezTo>
                        <a:pt x="19108" y="17573"/>
                        <a:pt x="19038" y="17677"/>
                        <a:pt x="18969" y="17677"/>
                      </a:cubicBezTo>
                      <a:cubicBezTo>
                        <a:pt x="18969" y="17677"/>
                        <a:pt x="18900" y="17730"/>
                        <a:pt x="18831" y="17730"/>
                      </a:cubicBezTo>
                      <a:cubicBezTo>
                        <a:pt x="18762" y="17677"/>
                        <a:pt x="18692" y="17625"/>
                        <a:pt x="18692" y="17625"/>
                      </a:cubicBezTo>
                      <a:cubicBezTo>
                        <a:pt x="18277" y="17625"/>
                        <a:pt x="18277" y="17625"/>
                        <a:pt x="18277" y="17625"/>
                      </a:cubicBezTo>
                      <a:cubicBezTo>
                        <a:pt x="18277" y="17625"/>
                        <a:pt x="18277" y="17730"/>
                        <a:pt x="18277" y="17782"/>
                      </a:cubicBezTo>
                      <a:cubicBezTo>
                        <a:pt x="18208" y="17887"/>
                        <a:pt x="18208" y="17887"/>
                        <a:pt x="18208" y="17887"/>
                      </a:cubicBezTo>
                      <a:cubicBezTo>
                        <a:pt x="18208" y="18148"/>
                        <a:pt x="18208" y="18148"/>
                        <a:pt x="18208" y="18148"/>
                      </a:cubicBezTo>
                      <a:cubicBezTo>
                        <a:pt x="17862" y="18410"/>
                        <a:pt x="17862" y="18410"/>
                        <a:pt x="17862" y="18410"/>
                      </a:cubicBezTo>
                      <a:cubicBezTo>
                        <a:pt x="17792" y="18410"/>
                        <a:pt x="17792" y="18410"/>
                        <a:pt x="17792" y="18410"/>
                      </a:cubicBezTo>
                      <a:cubicBezTo>
                        <a:pt x="17792" y="18410"/>
                        <a:pt x="17723" y="18462"/>
                        <a:pt x="17723" y="18462"/>
                      </a:cubicBezTo>
                      <a:cubicBezTo>
                        <a:pt x="17723" y="18462"/>
                        <a:pt x="17377" y="18567"/>
                        <a:pt x="17377" y="18567"/>
                      </a:cubicBezTo>
                      <a:cubicBezTo>
                        <a:pt x="17238" y="18671"/>
                        <a:pt x="17238" y="18671"/>
                        <a:pt x="17238" y="18671"/>
                      </a:cubicBezTo>
                      <a:cubicBezTo>
                        <a:pt x="17169" y="18671"/>
                        <a:pt x="17169" y="18671"/>
                        <a:pt x="17169" y="18671"/>
                      </a:cubicBezTo>
                      <a:cubicBezTo>
                        <a:pt x="17169" y="18671"/>
                        <a:pt x="16962" y="18776"/>
                        <a:pt x="16823" y="18880"/>
                      </a:cubicBezTo>
                      <a:cubicBezTo>
                        <a:pt x="16615" y="18985"/>
                        <a:pt x="16615" y="18985"/>
                        <a:pt x="16615" y="18985"/>
                      </a:cubicBezTo>
                      <a:cubicBezTo>
                        <a:pt x="16615" y="18985"/>
                        <a:pt x="16615" y="18985"/>
                        <a:pt x="16615" y="18985"/>
                      </a:cubicBezTo>
                      <a:cubicBezTo>
                        <a:pt x="16615" y="18985"/>
                        <a:pt x="16615" y="18985"/>
                        <a:pt x="16615" y="18985"/>
                      </a:cubicBezTo>
                      <a:cubicBezTo>
                        <a:pt x="16754" y="19246"/>
                        <a:pt x="16754" y="19246"/>
                        <a:pt x="16754" y="19246"/>
                      </a:cubicBezTo>
                      <a:cubicBezTo>
                        <a:pt x="16962" y="19403"/>
                        <a:pt x="16962" y="19403"/>
                        <a:pt x="16962" y="19403"/>
                      </a:cubicBezTo>
                      <a:cubicBezTo>
                        <a:pt x="17169" y="19665"/>
                        <a:pt x="17169" y="19665"/>
                        <a:pt x="17169" y="19665"/>
                      </a:cubicBezTo>
                      <a:cubicBezTo>
                        <a:pt x="17169" y="19822"/>
                        <a:pt x="17169" y="19822"/>
                        <a:pt x="17169" y="19822"/>
                      </a:cubicBezTo>
                      <a:cubicBezTo>
                        <a:pt x="17169" y="19822"/>
                        <a:pt x="17031" y="19926"/>
                        <a:pt x="17031" y="19926"/>
                      </a:cubicBezTo>
                      <a:cubicBezTo>
                        <a:pt x="17031" y="19979"/>
                        <a:pt x="16962" y="20083"/>
                        <a:pt x="17031" y="20083"/>
                      </a:cubicBezTo>
                      <a:cubicBezTo>
                        <a:pt x="17100" y="20083"/>
                        <a:pt x="17377" y="20136"/>
                        <a:pt x="17377" y="20136"/>
                      </a:cubicBezTo>
                      <a:cubicBezTo>
                        <a:pt x="17377" y="20136"/>
                        <a:pt x="17446" y="20136"/>
                        <a:pt x="17446" y="20136"/>
                      </a:cubicBezTo>
                      <a:cubicBezTo>
                        <a:pt x="17515" y="20136"/>
                        <a:pt x="17515" y="20188"/>
                        <a:pt x="17515" y="20188"/>
                      </a:cubicBezTo>
                      <a:cubicBezTo>
                        <a:pt x="17515" y="20397"/>
                        <a:pt x="17515" y="20397"/>
                        <a:pt x="17515" y="20397"/>
                      </a:cubicBezTo>
                      <a:cubicBezTo>
                        <a:pt x="17515" y="20397"/>
                        <a:pt x="17515" y="20449"/>
                        <a:pt x="17515" y="20659"/>
                      </a:cubicBezTo>
                      <a:cubicBezTo>
                        <a:pt x="17515" y="20868"/>
                        <a:pt x="17446" y="20815"/>
                        <a:pt x="17446" y="20815"/>
                      </a:cubicBezTo>
                      <a:cubicBezTo>
                        <a:pt x="17446" y="20815"/>
                        <a:pt x="17100" y="20711"/>
                        <a:pt x="17100" y="20711"/>
                      </a:cubicBezTo>
                      <a:cubicBezTo>
                        <a:pt x="17100" y="20711"/>
                        <a:pt x="16962" y="20606"/>
                        <a:pt x="16962" y="20606"/>
                      </a:cubicBezTo>
                      <a:cubicBezTo>
                        <a:pt x="16892" y="20554"/>
                        <a:pt x="16892" y="20502"/>
                        <a:pt x="16892" y="20449"/>
                      </a:cubicBezTo>
                      <a:cubicBezTo>
                        <a:pt x="16892" y="20397"/>
                        <a:pt x="16962" y="20292"/>
                        <a:pt x="16962" y="20292"/>
                      </a:cubicBezTo>
                      <a:cubicBezTo>
                        <a:pt x="16962" y="20292"/>
                        <a:pt x="16685" y="20240"/>
                        <a:pt x="16685" y="20240"/>
                      </a:cubicBezTo>
                      <a:cubicBezTo>
                        <a:pt x="16685" y="20240"/>
                        <a:pt x="16477" y="20240"/>
                        <a:pt x="16408" y="20240"/>
                      </a:cubicBezTo>
                      <a:cubicBezTo>
                        <a:pt x="16338" y="20240"/>
                        <a:pt x="16269" y="20345"/>
                        <a:pt x="16269" y="20345"/>
                      </a:cubicBezTo>
                      <a:cubicBezTo>
                        <a:pt x="16200" y="20397"/>
                        <a:pt x="16131" y="20345"/>
                        <a:pt x="16062" y="20345"/>
                      </a:cubicBezTo>
                      <a:cubicBezTo>
                        <a:pt x="16062" y="20345"/>
                        <a:pt x="15992" y="20240"/>
                        <a:pt x="15992" y="20240"/>
                      </a:cubicBezTo>
                      <a:cubicBezTo>
                        <a:pt x="15923" y="20240"/>
                        <a:pt x="15646" y="20188"/>
                        <a:pt x="15577" y="20188"/>
                      </a:cubicBezTo>
                      <a:cubicBezTo>
                        <a:pt x="15577" y="20188"/>
                        <a:pt x="15438" y="20188"/>
                        <a:pt x="15300" y="20188"/>
                      </a:cubicBezTo>
                      <a:cubicBezTo>
                        <a:pt x="15231" y="20240"/>
                        <a:pt x="15300" y="20240"/>
                        <a:pt x="15369" y="20397"/>
                      </a:cubicBezTo>
                      <a:cubicBezTo>
                        <a:pt x="15369" y="20554"/>
                        <a:pt x="15300" y="20449"/>
                        <a:pt x="15231" y="20449"/>
                      </a:cubicBezTo>
                      <a:cubicBezTo>
                        <a:pt x="15162" y="20449"/>
                        <a:pt x="15162" y="20449"/>
                        <a:pt x="15023" y="20449"/>
                      </a:cubicBezTo>
                      <a:cubicBezTo>
                        <a:pt x="14885" y="20449"/>
                        <a:pt x="14815" y="20449"/>
                        <a:pt x="14677" y="20449"/>
                      </a:cubicBezTo>
                      <a:cubicBezTo>
                        <a:pt x="14608" y="20502"/>
                        <a:pt x="14608" y="20502"/>
                        <a:pt x="14608" y="20554"/>
                      </a:cubicBezTo>
                      <a:cubicBezTo>
                        <a:pt x="14538" y="20606"/>
                        <a:pt x="14400" y="20606"/>
                        <a:pt x="14331" y="20606"/>
                      </a:cubicBezTo>
                      <a:cubicBezTo>
                        <a:pt x="14262" y="20606"/>
                        <a:pt x="13985" y="20606"/>
                        <a:pt x="13985" y="20606"/>
                      </a:cubicBezTo>
                      <a:cubicBezTo>
                        <a:pt x="13915" y="20606"/>
                        <a:pt x="13846" y="20711"/>
                        <a:pt x="13777" y="20763"/>
                      </a:cubicBezTo>
                      <a:cubicBezTo>
                        <a:pt x="13777" y="20763"/>
                        <a:pt x="13500" y="20763"/>
                        <a:pt x="13500" y="20763"/>
                      </a:cubicBezTo>
                      <a:cubicBezTo>
                        <a:pt x="13431" y="20815"/>
                        <a:pt x="13431" y="20815"/>
                        <a:pt x="13362" y="20868"/>
                      </a:cubicBezTo>
                      <a:cubicBezTo>
                        <a:pt x="13223" y="20920"/>
                        <a:pt x="13223" y="20920"/>
                        <a:pt x="13154" y="21025"/>
                      </a:cubicBezTo>
                      <a:cubicBezTo>
                        <a:pt x="13015" y="21129"/>
                        <a:pt x="13085" y="21077"/>
                        <a:pt x="12808" y="21025"/>
                      </a:cubicBezTo>
                      <a:cubicBezTo>
                        <a:pt x="12600" y="21025"/>
                        <a:pt x="12738" y="21077"/>
                        <a:pt x="12669" y="21077"/>
                      </a:cubicBezTo>
                      <a:cubicBezTo>
                        <a:pt x="12600" y="21077"/>
                        <a:pt x="12531" y="21129"/>
                        <a:pt x="12462" y="21182"/>
                      </a:cubicBezTo>
                      <a:cubicBezTo>
                        <a:pt x="12462" y="21234"/>
                        <a:pt x="12323" y="21129"/>
                        <a:pt x="12254" y="21129"/>
                      </a:cubicBezTo>
                      <a:cubicBezTo>
                        <a:pt x="12185" y="21182"/>
                        <a:pt x="12185" y="21077"/>
                        <a:pt x="12185" y="20920"/>
                      </a:cubicBezTo>
                      <a:cubicBezTo>
                        <a:pt x="12115" y="20815"/>
                        <a:pt x="11977" y="20815"/>
                        <a:pt x="11977" y="20815"/>
                      </a:cubicBezTo>
                      <a:cubicBezTo>
                        <a:pt x="11977" y="20815"/>
                        <a:pt x="11838" y="20815"/>
                        <a:pt x="11838" y="20763"/>
                      </a:cubicBezTo>
                      <a:cubicBezTo>
                        <a:pt x="11838" y="20711"/>
                        <a:pt x="11562" y="20711"/>
                        <a:pt x="11492" y="20711"/>
                      </a:cubicBezTo>
                      <a:cubicBezTo>
                        <a:pt x="11492" y="20711"/>
                        <a:pt x="11285" y="20711"/>
                        <a:pt x="11285" y="20711"/>
                      </a:cubicBezTo>
                      <a:cubicBezTo>
                        <a:pt x="11285" y="20711"/>
                        <a:pt x="11077" y="20711"/>
                        <a:pt x="11077" y="20763"/>
                      </a:cubicBezTo>
                      <a:cubicBezTo>
                        <a:pt x="11077" y="20763"/>
                        <a:pt x="11008" y="20763"/>
                        <a:pt x="10869" y="20815"/>
                      </a:cubicBezTo>
                      <a:cubicBezTo>
                        <a:pt x="10662" y="20868"/>
                        <a:pt x="10800" y="20815"/>
                        <a:pt x="10800" y="20920"/>
                      </a:cubicBezTo>
                      <a:cubicBezTo>
                        <a:pt x="10869" y="20972"/>
                        <a:pt x="10869" y="21025"/>
                        <a:pt x="10869" y="21025"/>
                      </a:cubicBezTo>
                      <a:cubicBezTo>
                        <a:pt x="10938" y="21077"/>
                        <a:pt x="10869" y="21025"/>
                        <a:pt x="10869" y="21129"/>
                      </a:cubicBezTo>
                      <a:cubicBezTo>
                        <a:pt x="10800" y="21234"/>
                        <a:pt x="10800" y="21182"/>
                        <a:pt x="10800" y="21286"/>
                      </a:cubicBezTo>
                      <a:cubicBezTo>
                        <a:pt x="10731" y="21338"/>
                        <a:pt x="10731" y="21286"/>
                        <a:pt x="10662" y="21443"/>
                      </a:cubicBezTo>
                      <a:cubicBezTo>
                        <a:pt x="10592" y="21548"/>
                        <a:pt x="10662" y="21443"/>
                        <a:pt x="10592" y="21548"/>
                      </a:cubicBezTo>
                      <a:cubicBezTo>
                        <a:pt x="10523" y="21600"/>
                        <a:pt x="10385" y="21548"/>
                        <a:pt x="10246" y="21495"/>
                      </a:cubicBezTo>
                      <a:cubicBezTo>
                        <a:pt x="10177" y="21495"/>
                        <a:pt x="10246" y="21443"/>
                        <a:pt x="10246" y="21338"/>
                      </a:cubicBezTo>
                      <a:cubicBezTo>
                        <a:pt x="10315" y="21234"/>
                        <a:pt x="10246" y="21286"/>
                        <a:pt x="10246" y="21234"/>
                      </a:cubicBezTo>
                      <a:cubicBezTo>
                        <a:pt x="10246" y="21182"/>
                        <a:pt x="10177" y="21234"/>
                        <a:pt x="10038" y="21286"/>
                      </a:cubicBezTo>
                      <a:cubicBezTo>
                        <a:pt x="9969" y="21286"/>
                        <a:pt x="9969" y="21182"/>
                        <a:pt x="10038" y="21077"/>
                      </a:cubicBezTo>
                      <a:cubicBezTo>
                        <a:pt x="10038" y="20972"/>
                        <a:pt x="9969" y="21025"/>
                        <a:pt x="9969" y="20972"/>
                      </a:cubicBezTo>
                      <a:cubicBezTo>
                        <a:pt x="9969" y="20972"/>
                        <a:pt x="9900" y="20920"/>
                        <a:pt x="9831" y="20920"/>
                      </a:cubicBezTo>
                      <a:cubicBezTo>
                        <a:pt x="9762" y="20920"/>
                        <a:pt x="9692" y="20868"/>
                        <a:pt x="9692" y="20868"/>
                      </a:cubicBezTo>
                      <a:cubicBezTo>
                        <a:pt x="9623" y="20815"/>
                        <a:pt x="9485" y="20711"/>
                        <a:pt x="9415" y="20659"/>
                      </a:cubicBezTo>
                      <a:cubicBezTo>
                        <a:pt x="9277" y="20606"/>
                        <a:pt x="9138" y="20659"/>
                        <a:pt x="9138" y="20659"/>
                      </a:cubicBezTo>
                      <a:cubicBezTo>
                        <a:pt x="9138" y="20659"/>
                        <a:pt x="9000" y="20763"/>
                        <a:pt x="8862" y="20868"/>
                      </a:cubicBezTo>
                      <a:cubicBezTo>
                        <a:pt x="8862" y="20868"/>
                        <a:pt x="8862" y="20920"/>
                        <a:pt x="8862" y="20920"/>
                      </a:cubicBezTo>
                      <a:cubicBezTo>
                        <a:pt x="8792" y="20920"/>
                        <a:pt x="8792" y="20920"/>
                        <a:pt x="8792" y="20868"/>
                      </a:cubicBezTo>
                      <a:cubicBezTo>
                        <a:pt x="8792" y="20868"/>
                        <a:pt x="8723" y="20815"/>
                        <a:pt x="8723" y="20815"/>
                      </a:cubicBezTo>
                      <a:cubicBezTo>
                        <a:pt x="8723" y="20815"/>
                        <a:pt x="8723" y="20711"/>
                        <a:pt x="8654" y="20711"/>
                      </a:cubicBezTo>
                      <a:cubicBezTo>
                        <a:pt x="8654" y="20711"/>
                        <a:pt x="8585" y="20711"/>
                        <a:pt x="8515" y="20659"/>
                      </a:cubicBezTo>
                      <a:cubicBezTo>
                        <a:pt x="8446" y="20659"/>
                        <a:pt x="8377" y="20606"/>
                        <a:pt x="8377" y="20606"/>
                      </a:cubicBezTo>
                      <a:cubicBezTo>
                        <a:pt x="8308" y="20606"/>
                        <a:pt x="8169" y="20502"/>
                        <a:pt x="8169" y="20502"/>
                      </a:cubicBezTo>
                      <a:cubicBezTo>
                        <a:pt x="8169" y="20502"/>
                        <a:pt x="8169" y="20502"/>
                        <a:pt x="8100" y="20502"/>
                      </a:cubicBezTo>
                      <a:cubicBezTo>
                        <a:pt x="8100" y="20502"/>
                        <a:pt x="8031" y="20449"/>
                        <a:pt x="8031" y="20449"/>
                      </a:cubicBezTo>
                      <a:cubicBezTo>
                        <a:pt x="7962" y="20449"/>
                        <a:pt x="7962" y="20449"/>
                        <a:pt x="7962" y="20449"/>
                      </a:cubicBezTo>
                      <a:cubicBezTo>
                        <a:pt x="7962" y="20449"/>
                        <a:pt x="7962" y="20449"/>
                        <a:pt x="7962" y="20449"/>
                      </a:cubicBezTo>
                      <a:cubicBezTo>
                        <a:pt x="7892" y="20449"/>
                        <a:pt x="7892" y="20449"/>
                        <a:pt x="7823" y="20397"/>
                      </a:cubicBezTo>
                      <a:cubicBezTo>
                        <a:pt x="7685" y="20397"/>
                        <a:pt x="7754" y="20397"/>
                        <a:pt x="7615" y="20397"/>
                      </a:cubicBezTo>
                      <a:cubicBezTo>
                        <a:pt x="7546" y="20397"/>
                        <a:pt x="7477" y="20397"/>
                        <a:pt x="7477" y="20397"/>
                      </a:cubicBezTo>
                      <a:cubicBezTo>
                        <a:pt x="7477" y="20397"/>
                        <a:pt x="7408" y="20345"/>
                        <a:pt x="7269" y="20345"/>
                      </a:cubicBezTo>
                      <a:cubicBezTo>
                        <a:pt x="7200" y="20397"/>
                        <a:pt x="7062" y="20449"/>
                        <a:pt x="6992" y="20449"/>
                      </a:cubicBezTo>
                      <a:cubicBezTo>
                        <a:pt x="6992" y="20449"/>
                        <a:pt x="6923" y="20397"/>
                        <a:pt x="6923" y="20397"/>
                      </a:cubicBezTo>
                      <a:cubicBezTo>
                        <a:pt x="6923" y="20397"/>
                        <a:pt x="6923" y="20345"/>
                        <a:pt x="6923" y="20345"/>
                      </a:cubicBezTo>
                      <a:cubicBezTo>
                        <a:pt x="6923" y="20345"/>
                        <a:pt x="6854" y="20292"/>
                        <a:pt x="6785" y="20240"/>
                      </a:cubicBezTo>
                      <a:cubicBezTo>
                        <a:pt x="6785" y="20240"/>
                        <a:pt x="6715" y="20240"/>
                        <a:pt x="6715" y="20240"/>
                      </a:cubicBezTo>
                      <a:cubicBezTo>
                        <a:pt x="6715" y="20240"/>
                        <a:pt x="6715" y="20240"/>
                        <a:pt x="6715" y="20292"/>
                      </a:cubicBezTo>
                      <a:cubicBezTo>
                        <a:pt x="6715" y="20345"/>
                        <a:pt x="6854" y="20345"/>
                        <a:pt x="6715" y="20345"/>
                      </a:cubicBezTo>
                      <a:cubicBezTo>
                        <a:pt x="6646" y="20292"/>
                        <a:pt x="6577" y="20292"/>
                        <a:pt x="6577" y="20292"/>
                      </a:cubicBezTo>
                      <a:cubicBezTo>
                        <a:pt x="6369" y="20345"/>
                        <a:pt x="6369" y="20345"/>
                        <a:pt x="6369" y="20345"/>
                      </a:cubicBezTo>
                      <a:cubicBezTo>
                        <a:pt x="6438" y="20292"/>
                        <a:pt x="6438" y="20292"/>
                        <a:pt x="6438" y="20292"/>
                      </a:cubicBezTo>
                      <a:cubicBezTo>
                        <a:pt x="6438" y="20292"/>
                        <a:pt x="6508" y="20292"/>
                        <a:pt x="6508" y="20292"/>
                      </a:cubicBezTo>
                      <a:cubicBezTo>
                        <a:pt x="6508" y="20240"/>
                        <a:pt x="6508" y="20240"/>
                        <a:pt x="6508" y="20240"/>
                      </a:cubicBezTo>
                      <a:cubicBezTo>
                        <a:pt x="6508" y="20240"/>
                        <a:pt x="6508" y="20188"/>
                        <a:pt x="6508" y="20188"/>
                      </a:cubicBezTo>
                      <a:cubicBezTo>
                        <a:pt x="6577" y="20188"/>
                        <a:pt x="6646" y="20136"/>
                        <a:pt x="6577" y="20136"/>
                      </a:cubicBezTo>
                      <a:cubicBezTo>
                        <a:pt x="6508" y="20136"/>
                        <a:pt x="6438" y="20136"/>
                        <a:pt x="6438" y="20136"/>
                      </a:cubicBezTo>
                      <a:cubicBezTo>
                        <a:pt x="6438" y="20083"/>
                        <a:pt x="6438" y="20083"/>
                        <a:pt x="6438" y="20083"/>
                      </a:cubicBezTo>
                      <a:cubicBezTo>
                        <a:pt x="6438" y="20083"/>
                        <a:pt x="6369" y="20031"/>
                        <a:pt x="6369" y="20031"/>
                      </a:cubicBezTo>
                      <a:cubicBezTo>
                        <a:pt x="6369" y="20083"/>
                        <a:pt x="6369" y="20136"/>
                        <a:pt x="6369" y="20136"/>
                      </a:cubicBezTo>
                      <a:cubicBezTo>
                        <a:pt x="6300" y="20136"/>
                        <a:pt x="6300" y="20136"/>
                        <a:pt x="6300" y="20083"/>
                      </a:cubicBezTo>
                      <a:cubicBezTo>
                        <a:pt x="6300" y="20031"/>
                        <a:pt x="6300" y="20031"/>
                        <a:pt x="6300" y="20031"/>
                      </a:cubicBezTo>
                      <a:cubicBezTo>
                        <a:pt x="6231" y="20031"/>
                        <a:pt x="6162" y="20031"/>
                        <a:pt x="6162" y="20031"/>
                      </a:cubicBezTo>
                      <a:cubicBezTo>
                        <a:pt x="6162" y="20031"/>
                        <a:pt x="6231" y="20083"/>
                        <a:pt x="6092" y="20083"/>
                      </a:cubicBezTo>
                      <a:cubicBezTo>
                        <a:pt x="6023" y="20083"/>
                        <a:pt x="5954" y="20136"/>
                        <a:pt x="5885" y="20136"/>
                      </a:cubicBezTo>
                      <a:cubicBezTo>
                        <a:pt x="5815" y="20188"/>
                        <a:pt x="5815" y="20240"/>
                        <a:pt x="5815" y="20240"/>
                      </a:cubicBezTo>
                      <a:cubicBezTo>
                        <a:pt x="5815" y="20292"/>
                        <a:pt x="5677" y="20292"/>
                        <a:pt x="5677" y="20345"/>
                      </a:cubicBezTo>
                      <a:cubicBezTo>
                        <a:pt x="5746" y="20345"/>
                        <a:pt x="5677" y="20345"/>
                        <a:pt x="5815" y="20397"/>
                      </a:cubicBezTo>
                      <a:cubicBezTo>
                        <a:pt x="5885" y="20397"/>
                        <a:pt x="5885" y="20397"/>
                        <a:pt x="5954" y="20397"/>
                      </a:cubicBezTo>
                      <a:cubicBezTo>
                        <a:pt x="6023" y="20449"/>
                        <a:pt x="6092" y="20397"/>
                        <a:pt x="6092" y="20397"/>
                      </a:cubicBezTo>
                      <a:cubicBezTo>
                        <a:pt x="6092" y="20397"/>
                        <a:pt x="6092" y="20397"/>
                        <a:pt x="6162" y="20449"/>
                      </a:cubicBezTo>
                      <a:cubicBezTo>
                        <a:pt x="6162" y="20449"/>
                        <a:pt x="6231" y="20397"/>
                        <a:pt x="6231" y="20449"/>
                      </a:cubicBezTo>
                      <a:cubicBezTo>
                        <a:pt x="6231" y="20502"/>
                        <a:pt x="6300" y="20554"/>
                        <a:pt x="6231" y="20554"/>
                      </a:cubicBezTo>
                      <a:cubicBezTo>
                        <a:pt x="6162" y="20554"/>
                        <a:pt x="6092" y="20606"/>
                        <a:pt x="6092" y="20554"/>
                      </a:cubicBezTo>
                      <a:cubicBezTo>
                        <a:pt x="6092" y="20554"/>
                        <a:pt x="6092" y="20502"/>
                        <a:pt x="6023" y="20502"/>
                      </a:cubicBezTo>
                      <a:cubicBezTo>
                        <a:pt x="6023" y="20502"/>
                        <a:pt x="5954" y="20502"/>
                        <a:pt x="5954" y="20502"/>
                      </a:cubicBezTo>
                      <a:cubicBezTo>
                        <a:pt x="5885" y="20606"/>
                        <a:pt x="5885" y="20606"/>
                        <a:pt x="5885" y="20606"/>
                      </a:cubicBezTo>
                      <a:cubicBezTo>
                        <a:pt x="5885" y="20606"/>
                        <a:pt x="5885" y="20659"/>
                        <a:pt x="5815" y="20659"/>
                      </a:cubicBezTo>
                      <a:cubicBezTo>
                        <a:pt x="5746" y="20659"/>
                        <a:pt x="5815" y="20659"/>
                        <a:pt x="5677" y="20659"/>
                      </a:cubicBezTo>
                      <a:cubicBezTo>
                        <a:pt x="5538" y="20659"/>
                        <a:pt x="5538" y="20606"/>
                        <a:pt x="5469" y="20606"/>
                      </a:cubicBezTo>
                      <a:cubicBezTo>
                        <a:pt x="5469" y="20606"/>
                        <a:pt x="5469" y="20606"/>
                        <a:pt x="5400" y="20606"/>
                      </a:cubicBezTo>
                      <a:cubicBezTo>
                        <a:pt x="5400" y="20606"/>
                        <a:pt x="5262" y="20502"/>
                        <a:pt x="5192" y="20606"/>
                      </a:cubicBezTo>
                      <a:cubicBezTo>
                        <a:pt x="5123" y="20659"/>
                        <a:pt x="5054" y="20711"/>
                        <a:pt x="5054" y="20711"/>
                      </a:cubicBezTo>
                      <a:cubicBezTo>
                        <a:pt x="4846" y="20711"/>
                        <a:pt x="4846" y="20711"/>
                        <a:pt x="4846" y="20711"/>
                      </a:cubicBezTo>
                      <a:cubicBezTo>
                        <a:pt x="4846" y="20711"/>
                        <a:pt x="4777" y="20711"/>
                        <a:pt x="4708" y="20711"/>
                      </a:cubicBezTo>
                      <a:cubicBezTo>
                        <a:pt x="4638" y="20711"/>
                        <a:pt x="4569" y="20711"/>
                        <a:pt x="4569" y="20711"/>
                      </a:cubicBezTo>
                      <a:cubicBezTo>
                        <a:pt x="4500" y="20763"/>
                        <a:pt x="4431" y="20606"/>
                        <a:pt x="4431" y="20606"/>
                      </a:cubicBezTo>
                      <a:cubicBezTo>
                        <a:pt x="4431" y="20606"/>
                        <a:pt x="4500" y="20502"/>
                        <a:pt x="4292" y="20606"/>
                      </a:cubicBezTo>
                      <a:cubicBezTo>
                        <a:pt x="4085" y="20711"/>
                        <a:pt x="4015" y="20711"/>
                        <a:pt x="4015" y="20711"/>
                      </a:cubicBezTo>
                      <a:cubicBezTo>
                        <a:pt x="4015" y="20711"/>
                        <a:pt x="3946" y="20711"/>
                        <a:pt x="3946" y="20763"/>
                      </a:cubicBezTo>
                      <a:cubicBezTo>
                        <a:pt x="3946" y="20711"/>
                        <a:pt x="3946" y="20711"/>
                        <a:pt x="3946" y="20711"/>
                      </a:cubicBezTo>
                      <a:cubicBezTo>
                        <a:pt x="3946" y="20711"/>
                        <a:pt x="3946" y="20711"/>
                        <a:pt x="3946" y="20711"/>
                      </a:cubicBezTo>
                      <a:cubicBezTo>
                        <a:pt x="3946" y="20711"/>
                        <a:pt x="3946" y="20711"/>
                        <a:pt x="3946" y="20711"/>
                      </a:cubicBezTo>
                      <a:cubicBezTo>
                        <a:pt x="3946" y="20711"/>
                        <a:pt x="3946" y="20711"/>
                        <a:pt x="3946" y="20711"/>
                      </a:cubicBezTo>
                      <a:cubicBezTo>
                        <a:pt x="3946" y="20711"/>
                        <a:pt x="3946" y="20711"/>
                        <a:pt x="3946" y="20711"/>
                      </a:cubicBezTo>
                      <a:cubicBezTo>
                        <a:pt x="3946" y="20711"/>
                        <a:pt x="3946" y="20711"/>
                        <a:pt x="3946" y="20711"/>
                      </a:cubicBezTo>
                      <a:cubicBezTo>
                        <a:pt x="3877" y="20711"/>
                        <a:pt x="3877" y="20711"/>
                        <a:pt x="3877" y="20659"/>
                      </a:cubicBezTo>
                      <a:cubicBezTo>
                        <a:pt x="3877" y="20659"/>
                        <a:pt x="3877" y="20659"/>
                        <a:pt x="3877" y="20659"/>
                      </a:cubicBezTo>
                      <a:cubicBezTo>
                        <a:pt x="3877" y="20659"/>
                        <a:pt x="3808" y="20659"/>
                        <a:pt x="3808" y="20606"/>
                      </a:cubicBezTo>
                      <a:cubicBezTo>
                        <a:pt x="3669" y="20502"/>
                        <a:pt x="3462" y="20292"/>
                        <a:pt x="3462" y="20292"/>
                      </a:cubicBezTo>
                      <a:cubicBezTo>
                        <a:pt x="3600" y="20083"/>
                        <a:pt x="3600" y="20083"/>
                        <a:pt x="3600" y="20083"/>
                      </a:cubicBezTo>
                      <a:cubicBezTo>
                        <a:pt x="3600" y="20083"/>
                        <a:pt x="3669" y="19717"/>
                        <a:pt x="3669" y="19613"/>
                      </a:cubicBezTo>
                      <a:cubicBezTo>
                        <a:pt x="3669" y="19560"/>
                        <a:pt x="3669" y="19246"/>
                        <a:pt x="3669" y="19246"/>
                      </a:cubicBezTo>
                      <a:cubicBezTo>
                        <a:pt x="3669" y="19246"/>
                        <a:pt x="3392" y="19194"/>
                        <a:pt x="3600" y="19037"/>
                      </a:cubicBezTo>
                      <a:cubicBezTo>
                        <a:pt x="3808" y="18828"/>
                        <a:pt x="4015" y="18567"/>
                        <a:pt x="4015" y="18567"/>
                      </a:cubicBezTo>
                      <a:cubicBezTo>
                        <a:pt x="4015" y="18044"/>
                        <a:pt x="4015" y="18044"/>
                        <a:pt x="4015" y="18044"/>
                      </a:cubicBezTo>
                      <a:cubicBezTo>
                        <a:pt x="4015" y="18044"/>
                        <a:pt x="3808" y="17887"/>
                        <a:pt x="4085" y="17782"/>
                      </a:cubicBezTo>
                      <a:cubicBezTo>
                        <a:pt x="4362" y="17625"/>
                        <a:pt x="4846" y="17154"/>
                        <a:pt x="4846" y="17154"/>
                      </a:cubicBezTo>
                      <a:cubicBezTo>
                        <a:pt x="5331" y="16736"/>
                        <a:pt x="5331" y="16736"/>
                        <a:pt x="5331" y="16736"/>
                      </a:cubicBezTo>
                      <a:cubicBezTo>
                        <a:pt x="4500" y="16579"/>
                        <a:pt x="4500" y="16579"/>
                        <a:pt x="4500" y="16579"/>
                      </a:cubicBezTo>
                      <a:cubicBezTo>
                        <a:pt x="4015" y="16527"/>
                        <a:pt x="4015" y="16527"/>
                        <a:pt x="4015" y="16527"/>
                      </a:cubicBezTo>
                      <a:cubicBezTo>
                        <a:pt x="3669" y="16370"/>
                        <a:pt x="3669" y="16370"/>
                        <a:pt x="3669" y="16370"/>
                      </a:cubicBezTo>
                      <a:cubicBezTo>
                        <a:pt x="3462" y="16108"/>
                        <a:pt x="3462" y="16108"/>
                        <a:pt x="3462" y="16108"/>
                      </a:cubicBezTo>
                      <a:cubicBezTo>
                        <a:pt x="3254" y="16213"/>
                        <a:pt x="3254" y="16213"/>
                        <a:pt x="3254" y="16213"/>
                      </a:cubicBezTo>
                      <a:cubicBezTo>
                        <a:pt x="3046" y="16318"/>
                        <a:pt x="3046" y="16318"/>
                        <a:pt x="3046" y="16318"/>
                      </a:cubicBezTo>
                      <a:cubicBezTo>
                        <a:pt x="2562" y="16265"/>
                        <a:pt x="2562" y="16265"/>
                        <a:pt x="2562" y="16265"/>
                      </a:cubicBezTo>
                      <a:cubicBezTo>
                        <a:pt x="2215" y="16004"/>
                        <a:pt x="2215" y="16004"/>
                        <a:pt x="2215" y="16004"/>
                      </a:cubicBezTo>
                      <a:cubicBezTo>
                        <a:pt x="1938" y="16161"/>
                        <a:pt x="1938" y="16161"/>
                        <a:pt x="1938" y="16161"/>
                      </a:cubicBezTo>
                      <a:cubicBezTo>
                        <a:pt x="1662" y="16004"/>
                        <a:pt x="1662" y="16004"/>
                        <a:pt x="1662" y="16004"/>
                      </a:cubicBezTo>
                      <a:cubicBezTo>
                        <a:pt x="1454" y="15742"/>
                        <a:pt x="1454" y="15742"/>
                        <a:pt x="1454" y="15742"/>
                      </a:cubicBezTo>
                      <a:cubicBezTo>
                        <a:pt x="1385" y="15533"/>
                        <a:pt x="1385" y="15533"/>
                        <a:pt x="1385" y="15533"/>
                      </a:cubicBezTo>
                      <a:cubicBezTo>
                        <a:pt x="1038" y="15272"/>
                        <a:pt x="1038" y="15272"/>
                        <a:pt x="1038" y="15272"/>
                      </a:cubicBezTo>
                      <a:cubicBezTo>
                        <a:pt x="900" y="15272"/>
                        <a:pt x="900" y="15272"/>
                        <a:pt x="900" y="15272"/>
                      </a:cubicBezTo>
                      <a:cubicBezTo>
                        <a:pt x="900" y="15219"/>
                        <a:pt x="900" y="15219"/>
                        <a:pt x="900" y="15219"/>
                      </a:cubicBezTo>
                      <a:cubicBezTo>
                        <a:pt x="831" y="14906"/>
                        <a:pt x="831" y="14906"/>
                        <a:pt x="831" y="14906"/>
                      </a:cubicBezTo>
                      <a:cubicBezTo>
                        <a:pt x="1038" y="14801"/>
                        <a:pt x="1038" y="14801"/>
                        <a:pt x="1038" y="14801"/>
                      </a:cubicBezTo>
                      <a:cubicBezTo>
                        <a:pt x="1177" y="14644"/>
                        <a:pt x="1177" y="14644"/>
                        <a:pt x="1177" y="14644"/>
                      </a:cubicBezTo>
                      <a:cubicBezTo>
                        <a:pt x="1315" y="14487"/>
                        <a:pt x="1315" y="14487"/>
                        <a:pt x="1315" y="14487"/>
                      </a:cubicBezTo>
                      <a:cubicBezTo>
                        <a:pt x="1246" y="14278"/>
                        <a:pt x="1246" y="14278"/>
                        <a:pt x="1246" y="14278"/>
                      </a:cubicBezTo>
                      <a:cubicBezTo>
                        <a:pt x="1246" y="14278"/>
                        <a:pt x="969" y="14278"/>
                        <a:pt x="900" y="14226"/>
                      </a:cubicBezTo>
                      <a:cubicBezTo>
                        <a:pt x="831" y="14226"/>
                        <a:pt x="623" y="14121"/>
                        <a:pt x="623" y="14121"/>
                      </a:cubicBezTo>
                      <a:cubicBezTo>
                        <a:pt x="554" y="13860"/>
                        <a:pt x="554" y="13860"/>
                        <a:pt x="554" y="13860"/>
                      </a:cubicBezTo>
                      <a:cubicBezTo>
                        <a:pt x="415" y="13703"/>
                        <a:pt x="415" y="13703"/>
                        <a:pt x="415" y="13703"/>
                      </a:cubicBezTo>
                      <a:cubicBezTo>
                        <a:pt x="346" y="13441"/>
                        <a:pt x="346" y="13441"/>
                        <a:pt x="346" y="13441"/>
                      </a:cubicBezTo>
                      <a:cubicBezTo>
                        <a:pt x="415" y="13180"/>
                        <a:pt x="415" y="13180"/>
                        <a:pt x="415" y="13180"/>
                      </a:cubicBezTo>
                      <a:cubicBezTo>
                        <a:pt x="415" y="13180"/>
                        <a:pt x="415" y="13180"/>
                        <a:pt x="415" y="13180"/>
                      </a:cubicBezTo>
                      <a:cubicBezTo>
                        <a:pt x="415" y="13180"/>
                        <a:pt x="415" y="13180"/>
                        <a:pt x="415" y="13180"/>
                      </a:cubicBezTo>
                      <a:cubicBezTo>
                        <a:pt x="485" y="13180"/>
                        <a:pt x="485" y="13180"/>
                        <a:pt x="485" y="13180"/>
                      </a:cubicBezTo>
                      <a:cubicBezTo>
                        <a:pt x="554" y="13075"/>
                        <a:pt x="554" y="13075"/>
                        <a:pt x="554" y="13075"/>
                      </a:cubicBezTo>
                      <a:cubicBezTo>
                        <a:pt x="554" y="13023"/>
                        <a:pt x="554" y="13023"/>
                        <a:pt x="554" y="13023"/>
                      </a:cubicBezTo>
                      <a:cubicBezTo>
                        <a:pt x="554" y="13023"/>
                        <a:pt x="623" y="12970"/>
                        <a:pt x="692" y="12970"/>
                      </a:cubicBezTo>
                      <a:cubicBezTo>
                        <a:pt x="692" y="12970"/>
                        <a:pt x="762" y="12970"/>
                        <a:pt x="762" y="12970"/>
                      </a:cubicBezTo>
                      <a:cubicBezTo>
                        <a:pt x="831" y="12970"/>
                        <a:pt x="831" y="12814"/>
                        <a:pt x="831" y="12814"/>
                      </a:cubicBezTo>
                      <a:cubicBezTo>
                        <a:pt x="969" y="12814"/>
                        <a:pt x="969" y="12814"/>
                        <a:pt x="969" y="12814"/>
                      </a:cubicBezTo>
                      <a:cubicBezTo>
                        <a:pt x="969" y="12814"/>
                        <a:pt x="1038" y="12761"/>
                        <a:pt x="1038" y="12761"/>
                      </a:cubicBezTo>
                      <a:cubicBezTo>
                        <a:pt x="1038" y="12709"/>
                        <a:pt x="1038" y="12657"/>
                        <a:pt x="1038" y="12657"/>
                      </a:cubicBezTo>
                      <a:cubicBezTo>
                        <a:pt x="1038" y="12657"/>
                        <a:pt x="1108" y="12552"/>
                        <a:pt x="1108" y="12500"/>
                      </a:cubicBezTo>
                      <a:cubicBezTo>
                        <a:pt x="1108" y="12447"/>
                        <a:pt x="1038" y="12395"/>
                        <a:pt x="1038" y="12395"/>
                      </a:cubicBezTo>
                      <a:cubicBezTo>
                        <a:pt x="1038" y="12395"/>
                        <a:pt x="969" y="12291"/>
                        <a:pt x="900" y="12291"/>
                      </a:cubicBezTo>
                      <a:cubicBezTo>
                        <a:pt x="900" y="12291"/>
                        <a:pt x="762" y="12291"/>
                        <a:pt x="762" y="12291"/>
                      </a:cubicBezTo>
                      <a:cubicBezTo>
                        <a:pt x="692" y="12291"/>
                        <a:pt x="623" y="12186"/>
                        <a:pt x="623" y="12186"/>
                      </a:cubicBezTo>
                      <a:cubicBezTo>
                        <a:pt x="623" y="12186"/>
                        <a:pt x="692" y="12134"/>
                        <a:pt x="692" y="12081"/>
                      </a:cubicBezTo>
                      <a:cubicBezTo>
                        <a:pt x="762" y="12081"/>
                        <a:pt x="762" y="11924"/>
                        <a:pt x="762" y="11924"/>
                      </a:cubicBezTo>
                      <a:cubicBezTo>
                        <a:pt x="762" y="11924"/>
                        <a:pt x="692" y="11872"/>
                        <a:pt x="623" y="11872"/>
                      </a:cubicBezTo>
                      <a:cubicBezTo>
                        <a:pt x="623" y="11872"/>
                        <a:pt x="485" y="11872"/>
                        <a:pt x="485" y="11872"/>
                      </a:cubicBezTo>
                      <a:cubicBezTo>
                        <a:pt x="485" y="11715"/>
                        <a:pt x="485" y="11715"/>
                        <a:pt x="485" y="11715"/>
                      </a:cubicBezTo>
                      <a:cubicBezTo>
                        <a:pt x="485" y="11715"/>
                        <a:pt x="346" y="11663"/>
                        <a:pt x="277" y="11663"/>
                      </a:cubicBezTo>
                      <a:cubicBezTo>
                        <a:pt x="277" y="11663"/>
                        <a:pt x="277" y="11611"/>
                        <a:pt x="208" y="11611"/>
                      </a:cubicBezTo>
                      <a:cubicBezTo>
                        <a:pt x="277" y="11611"/>
                        <a:pt x="277" y="11611"/>
                        <a:pt x="277" y="11611"/>
                      </a:cubicBezTo>
                      <a:cubicBezTo>
                        <a:pt x="277" y="11611"/>
                        <a:pt x="277" y="11611"/>
                        <a:pt x="277" y="11611"/>
                      </a:cubicBezTo>
                      <a:cubicBezTo>
                        <a:pt x="277" y="11558"/>
                        <a:pt x="208" y="11506"/>
                        <a:pt x="208" y="11454"/>
                      </a:cubicBezTo>
                      <a:cubicBezTo>
                        <a:pt x="208" y="11454"/>
                        <a:pt x="277" y="11454"/>
                        <a:pt x="277" y="11454"/>
                      </a:cubicBezTo>
                      <a:cubicBezTo>
                        <a:pt x="277" y="11454"/>
                        <a:pt x="277" y="11401"/>
                        <a:pt x="346" y="11349"/>
                      </a:cubicBezTo>
                      <a:cubicBezTo>
                        <a:pt x="346" y="11349"/>
                        <a:pt x="346" y="11349"/>
                        <a:pt x="415" y="11349"/>
                      </a:cubicBezTo>
                      <a:cubicBezTo>
                        <a:pt x="415" y="11349"/>
                        <a:pt x="415" y="11297"/>
                        <a:pt x="485" y="11297"/>
                      </a:cubicBezTo>
                      <a:cubicBezTo>
                        <a:pt x="485" y="11245"/>
                        <a:pt x="485" y="11140"/>
                        <a:pt x="485" y="11140"/>
                      </a:cubicBezTo>
                      <a:cubicBezTo>
                        <a:pt x="485" y="11140"/>
                        <a:pt x="485" y="11140"/>
                        <a:pt x="415" y="11088"/>
                      </a:cubicBezTo>
                      <a:cubicBezTo>
                        <a:pt x="346" y="11088"/>
                        <a:pt x="346" y="11088"/>
                        <a:pt x="346" y="11035"/>
                      </a:cubicBezTo>
                      <a:cubicBezTo>
                        <a:pt x="277" y="11035"/>
                        <a:pt x="346" y="10983"/>
                        <a:pt x="346" y="10983"/>
                      </a:cubicBezTo>
                      <a:cubicBezTo>
                        <a:pt x="346" y="10983"/>
                        <a:pt x="208" y="10931"/>
                        <a:pt x="208" y="10931"/>
                      </a:cubicBezTo>
                      <a:cubicBezTo>
                        <a:pt x="208" y="10931"/>
                        <a:pt x="69" y="10931"/>
                        <a:pt x="69" y="10931"/>
                      </a:cubicBezTo>
                      <a:cubicBezTo>
                        <a:pt x="69" y="10931"/>
                        <a:pt x="69" y="10931"/>
                        <a:pt x="69" y="10931"/>
                      </a:cubicBezTo>
                      <a:cubicBezTo>
                        <a:pt x="69" y="10826"/>
                        <a:pt x="69" y="10826"/>
                        <a:pt x="69" y="10826"/>
                      </a:cubicBezTo>
                      <a:cubicBezTo>
                        <a:pt x="0" y="10722"/>
                        <a:pt x="0" y="10722"/>
                        <a:pt x="0" y="10722"/>
                      </a:cubicBezTo>
                      <a:cubicBezTo>
                        <a:pt x="69" y="10669"/>
                        <a:pt x="69" y="10669"/>
                        <a:pt x="69" y="10669"/>
                      </a:cubicBezTo>
                      <a:cubicBezTo>
                        <a:pt x="208" y="10774"/>
                        <a:pt x="208" y="10774"/>
                        <a:pt x="208" y="10774"/>
                      </a:cubicBezTo>
                      <a:cubicBezTo>
                        <a:pt x="208" y="10774"/>
                        <a:pt x="208" y="10722"/>
                        <a:pt x="208" y="10669"/>
                      </a:cubicBezTo>
                      <a:cubicBezTo>
                        <a:pt x="277" y="10669"/>
                        <a:pt x="346" y="10565"/>
                        <a:pt x="346" y="10565"/>
                      </a:cubicBezTo>
                      <a:cubicBezTo>
                        <a:pt x="485" y="10565"/>
                        <a:pt x="485" y="10565"/>
                        <a:pt x="485" y="10565"/>
                      </a:cubicBezTo>
                      <a:cubicBezTo>
                        <a:pt x="485" y="10565"/>
                        <a:pt x="762" y="10565"/>
                        <a:pt x="762" y="10565"/>
                      </a:cubicBezTo>
                      <a:cubicBezTo>
                        <a:pt x="831" y="10512"/>
                        <a:pt x="692" y="10408"/>
                        <a:pt x="692" y="10408"/>
                      </a:cubicBezTo>
                      <a:cubicBezTo>
                        <a:pt x="692" y="10408"/>
                        <a:pt x="554" y="10512"/>
                        <a:pt x="554" y="10512"/>
                      </a:cubicBezTo>
                      <a:cubicBezTo>
                        <a:pt x="485" y="10512"/>
                        <a:pt x="485" y="10355"/>
                        <a:pt x="485" y="10355"/>
                      </a:cubicBezTo>
                      <a:cubicBezTo>
                        <a:pt x="485" y="10251"/>
                        <a:pt x="485" y="10251"/>
                        <a:pt x="485" y="10251"/>
                      </a:cubicBezTo>
                      <a:cubicBezTo>
                        <a:pt x="623" y="10199"/>
                        <a:pt x="623" y="10199"/>
                        <a:pt x="623" y="10199"/>
                      </a:cubicBezTo>
                      <a:cubicBezTo>
                        <a:pt x="692" y="10094"/>
                        <a:pt x="692" y="10094"/>
                        <a:pt x="692" y="10094"/>
                      </a:cubicBezTo>
                      <a:cubicBezTo>
                        <a:pt x="692" y="10094"/>
                        <a:pt x="831" y="9989"/>
                        <a:pt x="831" y="9989"/>
                      </a:cubicBezTo>
                      <a:cubicBezTo>
                        <a:pt x="900" y="9937"/>
                        <a:pt x="831" y="9832"/>
                        <a:pt x="831" y="9832"/>
                      </a:cubicBezTo>
                      <a:cubicBezTo>
                        <a:pt x="900" y="9676"/>
                        <a:pt x="900" y="9676"/>
                        <a:pt x="900" y="9676"/>
                      </a:cubicBezTo>
                      <a:cubicBezTo>
                        <a:pt x="762" y="9519"/>
                        <a:pt x="762" y="9519"/>
                        <a:pt x="762" y="9519"/>
                      </a:cubicBezTo>
                      <a:cubicBezTo>
                        <a:pt x="762" y="9362"/>
                        <a:pt x="762" y="9362"/>
                        <a:pt x="762" y="9362"/>
                      </a:cubicBezTo>
                      <a:cubicBezTo>
                        <a:pt x="623" y="9205"/>
                        <a:pt x="623" y="9205"/>
                        <a:pt x="623" y="9205"/>
                      </a:cubicBezTo>
                      <a:cubicBezTo>
                        <a:pt x="623" y="9153"/>
                        <a:pt x="623" y="9153"/>
                        <a:pt x="623" y="9153"/>
                      </a:cubicBezTo>
                      <a:cubicBezTo>
                        <a:pt x="554" y="9048"/>
                        <a:pt x="554" y="9048"/>
                        <a:pt x="554" y="9048"/>
                      </a:cubicBezTo>
                      <a:cubicBezTo>
                        <a:pt x="554" y="8943"/>
                        <a:pt x="554" y="8943"/>
                        <a:pt x="554" y="8943"/>
                      </a:cubicBezTo>
                      <a:cubicBezTo>
                        <a:pt x="554" y="8943"/>
                        <a:pt x="415" y="8839"/>
                        <a:pt x="346" y="8839"/>
                      </a:cubicBezTo>
                      <a:cubicBezTo>
                        <a:pt x="277" y="8839"/>
                        <a:pt x="346" y="8786"/>
                        <a:pt x="346" y="8786"/>
                      </a:cubicBezTo>
                      <a:cubicBezTo>
                        <a:pt x="346" y="8682"/>
                        <a:pt x="346" y="8682"/>
                        <a:pt x="346" y="8682"/>
                      </a:cubicBezTo>
                      <a:cubicBezTo>
                        <a:pt x="346" y="8525"/>
                        <a:pt x="346" y="8525"/>
                        <a:pt x="346" y="8525"/>
                      </a:cubicBezTo>
                      <a:cubicBezTo>
                        <a:pt x="692" y="8577"/>
                        <a:pt x="692" y="8577"/>
                        <a:pt x="692" y="8577"/>
                      </a:cubicBezTo>
                      <a:cubicBezTo>
                        <a:pt x="831" y="8577"/>
                        <a:pt x="831" y="8577"/>
                        <a:pt x="831" y="8577"/>
                      </a:cubicBezTo>
                      <a:cubicBezTo>
                        <a:pt x="623" y="8473"/>
                        <a:pt x="623" y="8473"/>
                        <a:pt x="623" y="8473"/>
                      </a:cubicBezTo>
                      <a:cubicBezTo>
                        <a:pt x="831" y="8420"/>
                        <a:pt x="831" y="8420"/>
                        <a:pt x="831" y="8420"/>
                      </a:cubicBezTo>
                      <a:cubicBezTo>
                        <a:pt x="969" y="8525"/>
                        <a:pt x="969" y="8525"/>
                        <a:pt x="969" y="8525"/>
                      </a:cubicBezTo>
                      <a:cubicBezTo>
                        <a:pt x="1177" y="8577"/>
                        <a:pt x="1177" y="8577"/>
                        <a:pt x="1177" y="8577"/>
                      </a:cubicBezTo>
                      <a:cubicBezTo>
                        <a:pt x="1246" y="8682"/>
                        <a:pt x="1246" y="8682"/>
                        <a:pt x="1246" y="8682"/>
                      </a:cubicBezTo>
                      <a:cubicBezTo>
                        <a:pt x="1315" y="8577"/>
                        <a:pt x="1315" y="8577"/>
                        <a:pt x="1315" y="8577"/>
                      </a:cubicBezTo>
                      <a:cubicBezTo>
                        <a:pt x="1523" y="8577"/>
                        <a:pt x="1523" y="8577"/>
                        <a:pt x="1523" y="8577"/>
                      </a:cubicBezTo>
                      <a:cubicBezTo>
                        <a:pt x="1592" y="8577"/>
                        <a:pt x="1592" y="8577"/>
                        <a:pt x="1592" y="8577"/>
                      </a:cubicBezTo>
                      <a:cubicBezTo>
                        <a:pt x="1800" y="8525"/>
                        <a:pt x="1800" y="8525"/>
                        <a:pt x="1800" y="8525"/>
                      </a:cubicBezTo>
                      <a:cubicBezTo>
                        <a:pt x="2008" y="8525"/>
                        <a:pt x="2008" y="8525"/>
                        <a:pt x="2008" y="8525"/>
                      </a:cubicBezTo>
                      <a:cubicBezTo>
                        <a:pt x="2077" y="8420"/>
                        <a:pt x="2077" y="8420"/>
                        <a:pt x="2077" y="8420"/>
                      </a:cubicBezTo>
                      <a:cubicBezTo>
                        <a:pt x="2215" y="8368"/>
                        <a:pt x="2215" y="8368"/>
                        <a:pt x="2215" y="8368"/>
                      </a:cubicBezTo>
                      <a:cubicBezTo>
                        <a:pt x="2285" y="8316"/>
                        <a:pt x="2285" y="8316"/>
                        <a:pt x="2285" y="8316"/>
                      </a:cubicBezTo>
                      <a:cubicBezTo>
                        <a:pt x="2077" y="8211"/>
                        <a:pt x="2077" y="8211"/>
                        <a:pt x="2077" y="8211"/>
                      </a:cubicBezTo>
                      <a:cubicBezTo>
                        <a:pt x="1938" y="8054"/>
                        <a:pt x="1938" y="8054"/>
                        <a:pt x="1938" y="8054"/>
                      </a:cubicBezTo>
                      <a:cubicBezTo>
                        <a:pt x="2077" y="8054"/>
                        <a:pt x="2077" y="8054"/>
                        <a:pt x="2077" y="8054"/>
                      </a:cubicBezTo>
                      <a:cubicBezTo>
                        <a:pt x="2077" y="7897"/>
                        <a:pt x="2077" y="7897"/>
                        <a:pt x="2077" y="7897"/>
                      </a:cubicBezTo>
                      <a:cubicBezTo>
                        <a:pt x="2077" y="7897"/>
                        <a:pt x="2354" y="7950"/>
                        <a:pt x="2354" y="7950"/>
                      </a:cubicBezTo>
                      <a:cubicBezTo>
                        <a:pt x="2354" y="7897"/>
                        <a:pt x="2354" y="7897"/>
                        <a:pt x="2423" y="7845"/>
                      </a:cubicBezTo>
                      <a:cubicBezTo>
                        <a:pt x="2492" y="7845"/>
                        <a:pt x="2631" y="7793"/>
                        <a:pt x="2631" y="7793"/>
                      </a:cubicBezTo>
                      <a:cubicBezTo>
                        <a:pt x="2700" y="7688"/>
                        <a:pt x="2700" y="7688"/>
                        <a:pt x="2700" y="7688"/>
                      </a:cubicBezTo>
                      <a:cubicBezTo>
                        <a:pt x="2700" y="7688"/>
                        <a:pt x="2838" y="7636"/>
                        <a:pt x="2838" y="7636"/>
                      </a:cubicBezTo>
                      <a:cubicBezTo>
                        <a:pt x="2908" y="7636"/>
                        <a:pt x="2838" y="7584"/>
                        <a:pt x="2838" y="7531"/>
                      </a:cubicBezTo>
                      <a:cubicBezTo>
                        <a:pt x="2838" y="7479"/>
                        <a:pt x="2838" y="7374"/>
                        <a:pt x="2838" y="7374"/>
                      </a:cubicBezTo>
                      <a:cubicBezTo>
                        <a:pt x="2908" y="7270"/>
                        <a:pt x="2908" y="7270"/>
                        <a:pt x="2908" y="7270"/>
                      </a:cubicBezTo>
                      <a:cubicBezTo>
                        <a:pt x="2769" y="7061"/>
                        <a:pt x="2769" y="7061"/>
                        <a:pt x="2769" y="7061"/>
                      </a:cubicBezTo>
                      <a:cubicBezTo>
                        <a:pt x="2562" y="7113"/>
                        <a:pt x="2562" y="7113"/>
                        <a:pt x="2562" y="7113"/>
                      </a:cubicBezTo>
                      <a:cubicBezTo>
                        <a:pt x="2423" y="7008"/>
                        <a:pt x="2423" y="7008"/>
                        <a:pt x="2423" y="7008"/>
                      </a:cubicBezTo>
                      <a:cubicBezTo>
                        <a:pt x="2423" y="7008"/>
                        <a:pt x="2215" y="7008"/>
                        <a:pt x="2215" y="6956"/>
                      </a:cubicBezTo>
                      <a:cubicBezTo>
                        <a:pt x="2146" y="6904"/>
                        <a:pt x="2077" y="6799"/>
                        <a:pt x="2077" y="6799"/>
                      </a:cubicBezTo>
                      <a:cubicBezTo>
                        <a:pt x="2077" y="6694"/>
                        <a:pt x="2077" y="6694"/>
                        <a:pt x="2077" y="6694"/>
                      </a:cubicBezTo>
                      <a:cubicBezTo>
                        <a:pt x="2285" y="6694"/>
                        <a:pt x="2285" y="6694"/>
                        <a:pt x="2285" y="6694"/>
                      </a:cubicBezTo>
                      <a:cubicBezTo>
                        <a:pt x="2146" y="6642"/>
                        <a:pt x="2146" y="6642"/>
                        <a:pt x="2146" y="6642"/>
                      </a:cubicBezTo>
                      <a:cubicBezTo>
                        <a:pt x="2146" y="6485"/>
                        <a:pt x="2146" y="6485"/>
                        <a:pt x="2146" y="6485"/>
                      </a:cubicBezTo>
                      <a:cubicBezTo>
                        <a:pt x="2423" y="6433"/>
                        <a:pt x="2423" y="6433"/>
                        <a:pt x="2423" y="6433"/>
                      </a:cubicBezTo>
                      <a:cubicBezTo>
                        <a:pt x="2423" y="6433"/>
                        <a:pt x="2769" y="6538"/>
                        <a:pt x="2838" y="6538"/>
                      </a:cubicBezTo>
                      <a:cubicBezTo>
                        <a:pt x="2908" y="6590"/>
                        <a:pt x="2908" y="6381"/>
                        <a:pt x="2908" y="6381"/>
                      </a:cubicBezTo>
                      <a:cubicBezTo>
                        <a:pt x="2977" y="6119"/>
                        <a:pt x="2977" y="6119"/>
                        <a:pt x="2977" y="6119"/>
                      </a:cubicBezTo>
                      <a:cubicBezTo>
                        <a:pt x="2977" y="6119"/>
                        <a:pt x="2908" y="5910"/>
                        <a:pt x="2977" y="5858"/>
                      </a:cubicBezTo>
                      <a:cubicBezTo>
                        <a:pt x="3046" y="5858"/>
                        <a:pt x="3254" y="5544"/>
                        <a:pt x="3254" y="5544"/>
                      </a:cubicBezTo>
                      <a:cubicBezTo>
                        <a:pt x="3254" y="5544"/>
                        <a:pt x="3254" y="5230"/>
                        <a:pt x="3254" y="5178"/>
                      </a:cubicBezTo>
                      <a:cubicBezTo>
                        <a:pt x="3254" y="5125"/>
                        <a:pt x="3254" y="4916"/>
                        <a:pt x="3254" y="4916"/>
                      </a:cubicBezTo>
                      <a:cubicBezTo>
                        <a:pt x="3254" y="4864"/>
                        <a:pt x="3254" y="4864"/>
                        <a:pt x="3254" y="4864"/>
                      </a:cubicBezTo>
                      <a:cubicBezTo>
                        <a:pt x="3254" y="4864"/>
                        <a:pt x="3046" y="4812"/>
                        <a:pt x="2977" y="4812"/>
                      </a:cubicBezTo>
                      <a:cubicBezTo>
                        <a:pt x="2977" y="4759"/>
                        <a:pt x="3046" y="4655"/>
                        <a:pt x="3046" y="4655"/>
                      </a:cubicBezTo>
                      <a:cubicBezTo>
                        <a:pt x="2700" y="4602"/>
                        <a:pt x="2700" y="4602"/>
                        <a:pt x="2700" y="4602"/>
                      </a:cubicBezTo>
                      <a:cubicBezTo>
                        <a:pt x="2769" y="4446"/>
                        <a:pt x="2838" y="4184"/>
                        <a:pt x="2908" y="4184"/>
                      </a:cubicBezTo>
                      <a:cubicBezTo>
                        <a:pt x="2977" y="4132"/>
                        <a:pt x="3115" y="4027"/>
                        <a:pt x="3115" y="4027"/>
                      </a:cubicBezTo>
                      <a:cubicBezTo>
                        <a:pt x="3115" y="3818"/>
                        <a:pt x="3115" y="3818"/>
                        <a:pt x="3115" y="3818"/>
                      </a:cubicBezTo>
                      <a:cubicBezTo>
                        <a:pt x="2977" y="3661"/>
                        <a:pt x="2977" y="3661"/>
                        <a:pt x="2977" y="3661"/>
                      </a:cubicBezTo>
                      <a:cubicBezTo>
                        <a:pt x="3115" y="3504"/>
                        <a:pt x="3115" y="3504"/>
                        <a:pt x="3115" y="3504"/>
                      </a:cubicBezTo>
                      <a:cubicBezTo>
                        <a:pt x="3115" y="3504"/>
                        <a:pt x="3392" y="3400"/>
                        <a:pt x="3392" y="3400"/>
                      </a:cubicBezTo>
                      <a:cubicBezTo>
                        <a:pt x="3462" y="3400"/>
                        <a:pt x="3877" y="3400"/>
                        <a:pt x="3877" y="3400"/>
                      </a:cubicBezTo>
                      <a:cubicBezTo>
                        <a:pt x="4154" y="3295"/>
                        <a:pt x="4154" y="3295"/>
                        <a:pt x="4154" y="3295"/>
                      </a:cubicBezTo>
                      <a:cubicBezTo>
                        <a:pt x="4569" y="3295"/>
                        <a:pt x="4569" y="3295"/>
                        <a:pt x="4569" y="3295"/>
                      </a:cubicBezTo>
                      <a:cubicBezTo>
                        <a:pt x="4846" y="3243"/>
                        <a:pt x="4846" y="3243"/>
                        <a:pt x="4846" y="3243"/>
                      </a:cubicBezTo>
                      <a:cubicBezTo>
                        <a:pt x="5054" y="3347"/>
                        <a:pt x="5054" y="3347"/>
                        <a:pt x="5054" y="3347"/>
                      </a:cubicBezTo>
                      <a:cubicBezTo>
                        <a:pt x="5054" y="3347"/>
                        <a:pt x="5192" y="3452"/>
                        <a:pt x="5192" y="3504"/>
                      </a:cubicBezTo>
                      <a:cubicBezTo>
                        <a:pt x="5192" y="3504"/>
                        <a:pt x="5331" y="3609"/>
                        <a:pt x="5331" y="3661"/>
                      </a:cubicBezTo>
                      <a:cubicBezTo>
                        <a:pt x="5262" y="3661"/>
                        <a:pt x="5400" y="3818"/>
                        <a:pt x="5400" y="3818"/>
                      </a:cubicBezTo>
                      <a:cubicBezTo>
                        <a:pt x="5400" y="3818"/>
                        <a:pt x="5331" y="3923"/>
                        <a:pt x="5331" y="3975"/>
                      </a:cubicBezTo>
                      <a:cubicBezTo>
                        <a:pt x="5331" y="3975"/>
                        <a:pt x="5400" y="4184"/>
                        <a:pt x="5400" y="4184"/>
                      </a:cubicBezTo>
                      <a:cubicBezTo>
                        <a:pt x="5400" y="4236"/>
                        <a:pt x="5538" y="4289"/>
                        <a:pt x="5538" y="4289"/>
                      </a:cubicBezTo>
                      <a:cubicBezTo>
                        <a:pt x="5677" y="4236"/>
                        <a:pt x="5677" y="4236"/>
                        <a:pt x="5677" y="4236"/>
                      </a:cubicBezTo>
                      <a:cubicBezTo>
                        <a:pt x="5746" y="4132"/>
                        <a:pt x="5746" y="4132"/>
                        <a:pt x="5746" y="4132"/>
                      </a:cubicBezTo>
                      <a:cubicBezTo>
                        <a:pt x="5608" y="3975"/>
                        <a:pt x="5608" y="3975"/>
                        <a:pt x="5608" y="3975"/>
                      </a:cubicBezTo>
                      <a:cubicBezTo>
                        <a:pt x="5538" y="3975"/>
                        <a:pt x="5538" y="3975"/>
                        <a:pt x="5538" y="3975"/>
                      </a:cubicBezTo>
                      <a:cubicBezTo>
                        <a:pt x="5608" y="3766"/>
                        <a:pt x="5608" y="3766"/>
                        <a:pt x="5608" y="3766"/>
                      </a:cubicBezTo>
                      <a:cubicBezTo>
                        <a:pt x="5608" y="3766"/>
                        <a:pt x="5746" y="3713"/>
                        <a:pt x="5815" y="3766"/>
                      </a:cubicBezTo>
                      <a:cubicBezTo>
                        <a:pt x="5885" y="3766"/>
                        <a:pt x="6092" y="3923"/>
                        <a:pt x="6092" y="3923"/>
                      </a:cubicBezTo>
                      <a:cubicBezTo>
                        <a:pt x="6231" y="3975"/>
                        <a:pt x="6231" y="3975"/>
                        <a:pt x="6231" y="3975"/>
                      </a:cubicBezTo>
                      <a:cubicBezTo>
                        <a:pt x="6231" y="3975"/>
                        <a:pt x="6438" y="3870"/>
                        <a:pt x="6438" y="3870"/>
                      </a:cubicBezTo>
                      <a:cubicBezTo>
                        <a:pt x="6438" y="3870"/>
                        <a:pt x="6231" y="3661"/>
                        <a:pt x="6231" y="3661"/>
                      </a:cubicBezTo>
                      <a:cubicBezTo>
                        <a:pt x="6300" y="3400"/>
                        <a:pt x="6300" y="3400"/>
                        <a:pt x="6300" y="3400"/>
                      </a:cubicBezTo>
                      <a:cubicBezTo>
                        <a:pt x="6369" y="3190"/>
                        <a:pt x="6369" y="3190"/>
                        <a:pt x="6369" y="3190"/>
                      </a:cubicBezTo>
                      <a:cubicBezTo>
                        <a:pt x="6646" y="3033"/>
                        <a:pt x="6646" y="3033"/>
                        <a:pt x="6646" y="3033"/>
                      </a:cubicBezTo>
                      <a:cubicBezTo>
                        <a:pt x="6854" y="3138"/>
                        <a:pt x="6854" y="3138"/>
                        <a:pt x="6854" y="3138"/>
                      </a:cubicBezTo>
                      <a:cubicBezTo>
                        <a:pt x="7200" y="3138"/>
                        <a:pt x="7200" y="3138"/>
                        <a:pt x="7200" y="3138"/>
                      </a:cubicBezTo>
                      <a:cubicBezTo>
                        <a:pt x="7546" y="3138"/>
                        <a:pt x="7546" y="3138"/>
                        <a:pt x="7546" y="3138"/>
                      </a:cubicBezTo>
                      <a:cubicBezTo>
                        <a:pt x="7754" y="3086"/>
                        <a:pt x="7754" y="3086"/>
                        <a:pt x="7754" y="3086"/>
                      </a:cubicBezTo>
                      <a:cubicBezTo>
                        <a:pt x="8031" y="3086"/>
                        <a:pt x="8031" y="3086"/>
                        <a:pt x="8031" y="3086"/>
                      </a:cubicBezTo>
                      <a:cubicBezTo>
                        <a:pt x="8031" y="3086"/>
                        <a:pt x="7892" y="2981"/>
                        <a:pt x="7892" y="2981"/>
                      </a:cubicBezTo>
                      <a:cubicBezTo>
                        <a:pt x="7823" y="2981"/>
                        <a:pt x="7685" y="2877"/>
                        <a:pt x="7685" y="2877"/>
                      </a:cubicBezTo>
                      <a:cubicBezTo>
                        <a:pt x="7685" y="2877"/>
                        <a:pt x="7615" y="2981"/>
                        <a:pt x="7615" y="2981"/>
                      </a:cubicBezTo>
                      <a:cubicBezTo>
                        <a:pt x="7546" y="3033"/>
                        <a:pt x="7338" y="3033"/>
                        <a:pt x="7338" y="2981"/>
                      </a:cubicBezTo>
                      <a:cubicBezTo>
                        <a:pt x="7269" y="2981"/>
                        <a:pt x="7200" y="2824"/>
                        <a:pt x="7200" y="2824"/>
                      </a:cubicBezTo>
                      <a:cubicBezTo>
                        <a:pt x="7200" y="2667"/>
                        <a:pt x="7200" y="2667"/>
                        <a:pt x="7200" y="2667"/>
                      </a:cubicBezTo>
                      <a:cubicBezTo>
                        <a:pt x="7338" y="2615"/>
                        <a:pt x="7338" y="2615"/>
                        <a:pt x="7338" y="2615"/>
                      </a:cubicBezTo>
                      <a:cubicBezTo>
                        <a:pt x="7131" y="2458"/>
                        <a:pt x="7131" y="2458"/>
                        <a:pt x="7131" y="2458"/>
                      </a:cubicBezTo>
                      <a:cubicBezTo>
                        <a:pt x="7131" y="2458"/>
                        <a:pt x="7131" y="2301"/>
                        <a:pt x="7200" y="2249"/>
                      </a:cubicBezTo>
                      <a:cubicBezTo>
                        <a:pt x="7269" y="2249"/>
                        <a:pt x="7269" y="2144"/>
                        <a:pt x="7269" y="2144"/>
                      </a:cubicBezTo>
                      <a:cubicBezTo>
                        <a:pt x="7062" y="2144"/>
                        <a:pt x="7062" y="2144"/>
                        <a:pt x="7062" y="2144"/>
                      </a:cubicBezTo>
                      <a:cubicBezTo>
                        <a:pt x="7062" y="2144"/>
                        <a:pt x="6992" y="2144"/>
                        <a:pt x="6992" y="2040"/>
                      </a:cubicBezTo>
                      <a:cubicBezTo>
                        <a:pt x="7062" y="1935"/>
                        <a:pt x="7062" y="1883"/>
                        <a:pt x="7062" y="1883"/>
                      </a:cubicBezTo>
                      <a:cubicBezTo>
                        <a:pt x="6785" y="1883"/>
                        <a:pt x="6785" y="1883"/>
                        <a:pt x="6785" y="1883"/>
                      </a:cubicBezTo>
                      <a:cubicBezTo>
                        <a:pt x="6646" y="1883"/>
                        <a:pt x="6646" y="1883"/>
                        <a:pt x="6646" y="1883"/>
                      </a:cubicBezTo>
                      <a:cubicBezTo>
                        <a:pt x="6438" y="1726"/>
                        <a:pt x="6438" y="1726"/>
                        <a:pt x="6438" y="1726"/>
                      </a:cubicBezTo>
                      <a:cubicBezTo>
                        <a:pt x="6508" y="1569"/>
                        <a:pt x="6508" y="1569"/>
                        <a:pt x="6508" y="1569"/>
                      </a:cubicBezTo>
                      <a:cubicBezTo>
                        <a:pt x="6923" y="1517"/>
                        <a:pt x="6923" y="1517"/>
                        <a:pt x="6923" y="1517"/>
                      </a:cubicBezTo>
                      <a:cubicBezTo>
                        <a:pt x="7408" y="1360"/>
                        <a:pt x="7408" y="1360"/>
                        <a:pt x="7408" y="1360"/>
                      </a:cubicBezTo>
                      <a:cubicBezTo>
                        <a:pt x="7338" y="1255"/>
                        <a:pt x="7338" y="1255"/>
                        <a:pt x="7338" y="1255"/>
                      </a:cubicBezTo>
                      <a:cubicBezTo>
                        <a:pt x="7200" y="1308"/>
                        <a:pt x="7200" y="1308"/>
                        <a:pt x="7200" y="1308"/>
                      </a:cubicBezTo>
                      <a:cubicBezTo>
                        <a:pt x="7200" y="1308"/>
                        <a:pt x="7131" y="1360"/>
                        <a:pt x="7131" y="1360"/>
                      </a:cubicBezTo>
                      <a:cubicBezTo>
                        <a:pt x="7062" y="1360"/>
                        <a:pt x="6923" y="1360"/>
                        <a:pt x="6923" y="1360"/>
                      </a:cubicBezTo>
                      <a:cubicBezTo>
                        <a:pt x="6923" y="1255"/>
                        <a:pt x="6923" y="1255"/>
                        <a:pt x="6923" y="1255"/>
                      </a:cubicBezTo>
                      <a:cubicBezTo>
                        <a:pt x="7131" y="1255"/>
                        <a:pt x="7131" y="1255"/>
                        <a:pt x="7131" y="1255"/>
                      </a:cubicBezTo>
                      <a:cubicBezTo>
                        <a:pt x="7269" y="1203"/>
                        <a:pt x="7269" y="1203"/>
                        <a:pt x="7269" y="1203"/>
                      </a:cubicBezTo>
                      <a:cubicBezTo>
                        <a:pt x="7131" y="1151"/>
                        <a:pt x="7131" y="1151"/>
                        <a:pt x="7131" y="1151"/>
                      </a:cubicBezTo>
                      <a:cubicBezTo>
                        <a:pt x="6923" y="941"/>
                        <a:pt x="6923" y="941"/>
                        <a:pt x="6923" y="941"/>
                      </a:cubicBezTo>
                      <a:cubicBezTo>
                        <a:pt x="6854" y="785"/>
                        <a:pt x="6854" y="785"/>
                        <a:pt x="6854" y="785"/>
                      </a:cubicBezTo>
                      <a:cubicBezTo>
                        <a:pt x="6715" y="732"/>
                        <a:pt x="6715" y="732"/>
                        <a:pt x="6715" y="732"/>
                      </a:cubicBezTo>
                      <a:cubicBezTo>
                        <a:pt x="6577" y="628"/>
                        <a:pt x="6577" y="628"/>
                        <a:pt x="6577" y="628"/>
                      </a:cubicBezTo>
                      <a:cubicBezTo>
                        <a:pt x="6577" y="471"/>
                        <a:pt x="6577" y="471"/>
                        <a:pt x="6577" y="471"/>
                      </a:cubicBezTo>
                      <a:cubicBezTo>
                        <a:pt x="6508" y="52"/>
                        <a:pt x="6508" y="52"/>
                        <a:pt x="6508" y="52"/>
                      </a:cubicBezTo>
                      <a:cubicBezTo>
                        <a:pt x="6715" y="52"/>
                        <a:pt x="6715" y="52"/>
                        <a:pt x="6715" y="52"/>
                      </a:cubicBezTo>
                      <a:cubicBezTo>
                        <a:pt x="6854" y="0"/>
                        <a:pt x="6854" y="0"/>
                        <a:pt x="6854" y="0"/>
                      </a:cubicBezTo>
                      <a:cubicBezTo>
                        <a:pt x="6854" y="0"/>
                        <a:pt x="7200" y="105"/>
                        <a:pt x="7269" y="105"/>
                      </a:cubicBezTo>
                      <a:cubicBezTo>
                        <a:pt x="7338" y="105"/>
                        <a:pt x="7477" y="157"/>
                        <a:pt x="7477" y="157"/>
                      </a:cubicBezTo>
                      <a:cubicBezTo>
                        <a:pt x="7754" y="262"/>
                        <a:pt x="7754" y="262"/>
                        <a:pt x="7754" y="262"/>
                      </a:cubicBezTo>
                      <a:cubicBezTo>
                        <a:pt x="7962" y="314"/>
                        <a:pt x="7962" y="314"/>
                        <a:pt x="7962" y="314"/>
                      </a:cubicBezTo>
                      <a:cubicBezTo>
                        <a:pt x="7962" y="314"/>
                        <a:pt x="8031" y="314"/>
                        <a:pt x="8031" y="314"/>
                      </a:cubicBezTo>
                      <a:cubicBezTo>
                        <a:pt x="8100" y="314"/>
                        <a:pt x="8238" y="262"/>
                        <a:pt x="8238" y="262"/>
                      </a:cubicBezTo>
                      <a:cubicBezTo>
                        <a:pt x="8238" y="262"/>
                        <a:pt x="8446" y="157"/>
                        <a:pt x="8515" y="157"/>
                      </a:cubicBezTo>
                      <a:cubicBezTo>
                        <a:pt x="8515" y="105"/>
                        <a:pt x="8585" y="105"/>
                        <a:pt x="8585" y="105"/>
                      </a:cubicBezTo>
                      <a:cubicBezTo>
                        <a:pt x="8723" y="314"/>
                        <a:pt x="8723" y="314"/>
                        <a:pt x="8723" y="314"/>
                      </a:cubicBezTo>
                      <a:cubicBezTo>
                        <a:pt x="8862" y="209"/>
                        <a:pt x="8862" y="209"/>
                        <a:pt x="8862" y="209"/>
                      </a:cubicBezTo>
                      <a:cubicBezTo>
                        <a:pt x="8931" y="105"/>
                        <a:pt x="8931" y="105"/>
                        <a:pt x="8931" y="105"/>
                      </a:cubicBezTo>
                      <a:cubicBezTo>
                        <a:pt x="9485" y="575"/>
                        <a:pt x="9485" y="575"/>
                        <a:pt x="9485" y="575"/>
                      </a:cubicBezTo>
                      <a:cubicBezTo>
                        <a:pt x="9554" y="785"/>
                        <a:pt x="9554" y="785"/>
                        <a:pt x="9554" y="785"/>
                      </a:cubicBezTo>
                      <a:cubicBezTo>
                        <a:pt x="9554" y="785"/>
                        <a:pt x="9554" y="941"/>
                        <a:pt x="9554" y="941"/>
                      </a:cubicBezTo>
                      <a:cubicBezTo>
                        <a:pt x="9485" y="941"/>
                        <a:pt x="9415" y="1151"/>
                        <a:pt x="9415" y="1151"/>
                      </a:cubicBezTo>
                      <a:cubicBezTo>
                        <a:pt x="9415" y="1308"/>
                        <a:pt x="9415" y="1308"/>
                        <a:pt x="9415" y="1308"/>
                      </a:cubicBezTo>
                      <a:cubicBezTo>
                        <a:pt x="9554" y="1360"/>
                        <a:pt x="9554" y="1360"/>
                        <a:pt x="9554" y="1360"/>
                      </a:cubicBezTo>
                      <a:cubicBezTo>
                        <a:pt x="9762" y="1360"/>
                        <a:pt x="9762" y="1360"/>
                        <a:pt x="9762" y="1360"/>
                      </a:cubicBezTo>
                      <a:cubicBezTo>
                        <a:pt x="9900" y="1464"/>
                        <a:pt x="9900" y="1464"/>
                        <a:pt x="9900" y="1464"/>
                      </a:cubicBezTo>
                      <a:cubicBezTo>
                        <a:pt x="9969" y="1517"/>
                        <a:pt x="9969" y="1517"/>
                        <a:pt x="9969" y="1517"/>
                      </a:cubicBezTo>
                      <a:cubicBezTo>
                        <a:pt x="10177" y="1517"/>
                        <a:pt x="10177" y="1517"/>
                        <a:pt x="10177" y="1517"/>
                      </a:cubicBezTo>
                      <a:cubicBezTo>
                        <a:pt x="10246" y="1464"/>
                        <a:pt x="10246" y="1464"/>
                        <a:pt x="10246" y="1464"/>
                      </a:cubicBezTo>
                      <a:cubicBezTo>
                        <a:pt x="10523" y="1517"/>
                        <a:pt x="10523" y="1517"/>
                        <a:pt x="10523" y="1517"/>
                      </a:cubicBezTo>
                      <a:cubicBezTo>
                        <a:pt x="10731" y="1621"/>
                        <a:pt x="10731" y="1621"/>
                        <a:pt x="10731" y="1621"/>
                      </a:cubicBezTo>
                      <a:cubicBezTo>
                        <a:pt x="10938" y="1726"/>
                        <a:pt x="10938" y="1726"/>
                        <a:pt x="10938" y="1726"/>
                      </a:cubicBezTo>
                      <a:cubicBezTo>
                        <a:pt x="11285" y="1831"/>
                        <a:pt x="11285" y="1831"/>
                        <a:pt x="11285" y="1831"/>
                      </a:cubicBezTo>
                      <a:cubicBezTo>
                        <a:pt x="11354" y="1674"/>
                        <a:pt x="11354" y="1674"/>
                        <a:pt x="11354" y="1674"/>
                      </a:cubicBezTo>
                      <a:cubicBezTo>
                        <a:pt x="11423" y="1621"/>
                        <a:pt x="11423" y="1621"/>
                        <a:pt x="11423" y="1621"/>
                      </a:cubicBezTo>
                      <a:cubicBezTo>
                        <a:pt x="11631" y="1621"/>
                        <a:pt x="11631" y="1621"/>
                        <a:pt x="11631" y="1621"/>
                      </a:cubicBezTo>
                      <a:cubicBezTo>
                        <a:pt x="11769" y="1569"/>
                        <a:pt x="11769" y="1569"/>
                        <a:pt x="11769" y="1569"/>
                      </a:cubicBezTo>
                      <a:cubicBezTo>
                        <a:pt x="11838" y="1517"/>
                        <a:pt x="11838" y="1517"/>
                        <a:pt x="11838" y="1517"/>
                      </a:cubicBezTo>
                      <a:cubicBezTo>
                        <a:pt x="11631" y="1360"/>
                        <a:pt x="11631" y="1360"/>
                        <a:pt x="11631" y="1360"/>
                      </a:cubicBezTo>
                      <a:cubicBezTo>
                        <a:pt x="11631" y="1203"/>
                        <a:pt x="11631" y="1203"/>
                        <a:pt x="11631" y="1203"/>
                      </a:cubicBezTo>
                      <a:cubicBezTo>
                        <a:pt x="11631" y="1203"/>
                        <a:pt x="11769" y="1098"/>
                        <a:pt x="11769" y="1098"/>
                      </a:cubicBezTo>
                      <a:cubicBezTo>
                        <a:pt x="11838" y="1098"/>
                        <a:pt x="12115" y="1151"/>
                        <a:pt x="12115" y="1151"/>
                      </a:cubicBezTo>
                      <a:cubicBezTo>
                        <a:pt x="12185" y="1308"/>
                        <a:pt x="12185" y="1308"/>
                        <a:pt x="12185" y="1308"/>
                      </a:cubicBezTo>
                      <a:cubicBezTo>
                        <a:pt x="12254" y="1464"/>
                        <a:pt x="12254" y="1464"/>
                        <a:pt x="12254" y="1464"/>
                      </a:cubicBezTo>
                      <a:cubicBezTo>
                        <a:pt x="11977" y="1517"/>
                        <a:pt x="11977" y="1517"/>
                        <a:pt x="11977" y="1517"/>
                      </a:cubicBezTo>
                      <a:cubicBezTo>
                        <a:pt x="11908" y="1621"/>
                        <a:pt x="11908" y="1621"/>
                        <a:pt x="11908" y="1621"/>
                      </a:cubicBezTo>
                      <a:cubicBezTo>
                        <a:pt x="11908" y="1831"/>
                        <a:pt x="11908" y="1831"/>
                        <a:pt x="11908" y="1831"/>
                      </a:cubicBezTo>
                      <a:cubicBezTo>
                        <a:pt x="11908" y="2040"/>
                        <a:pt x="11908" y="2040"/>
                        <a:pt x="11908" y="2040"/>
                      </a:cubicBezTo>
                      <a:cubicBezTo>
                        <a:pt x="11908" y="2040"/>
                        <a:pt x="11908" y="2144"/>
                        <a:pt x="11838" y="2144"/>
                      </a:cubicBezTo>
                      <a:cubicBezTo>
                        <a:pt x="11769" y="2197"/>
                        <a:pt x="11631" y="2197"/>
                        <a:pt x="11631" y="2197"/>
                      </a:cubicBezTo>
                      <a:cubicBezTo>
                        <a:pt x="11631" y="2301"/>
                        <a:pt x="11631" y="2301"/>
                        <a:pt x="11631" y="2301"/>
                      </a:cubicBezTo>
                      <a:cubicBezTo>
                        <a:pt x="11423" y="2406"/>
                        <a:pt x="11423" y="2406"/>
                        <a:pt x="11423" y="2406"/>
                      </a:cubicBezTo>
                      <a:cubicBezTo>
                        <a:pt x="11215" y="2406"/>
                        <a:pt x="11215" y="2406"/>
                        <a:pt x="11215" y="2406"/>
                      </a:cubicBezTo>
                      <a:cubicBezTo>
                        <a:pt x="11146" y="2458"/>
                        <a:pt x="11146" y="2458"/>
                        <a:pt x="11146" y="2458"/>
                      </a:cubicBezTo>
                      <a:cubicBezTo>
                        <a:pt x="11215" y="2615"/>
                        <a:pt x="11215" y="2615"/>
                        <a:pt x="11215" y="2615"/>
                      </a:cubicBezTo>
                      <a:cubicBezTo>
                        <a:pt x="11354" y="2720"/>
                        <a:pt x="11354" y="2720"/>
                        <a:pt x="11354" y="2720"/>
                      </a:cubicBezTo>
                      <a:cubicBezTo>
                        <a:pt x="11562" y="2772"/>
                        <a:pt x="11562" y="2772"/>
                        <a:pt x="11562" y="2772"/>
                      </a:cubicBezTo>
                      <a:cubicBezTo>
                        <a:pt x="11700" y="2720"/>
                        <a:pt x="11700" y="2720"/>
                        <a:pt x="11700" y="2720"/>
                      </a:cubicBezTo>
                      <a:cubicBezTo>
                        <a:pt x="11769" y="2615"/>
                        <a:pt x="11769" y="2615"/>
                        <a:pt x="11769" y="2615"/>
                      </a:cubicBezTo>
                      <a:cubicBezTo>
                        <a:pt x="11977" y="2563"/>
                        <a:pt x="11977" y="2563"/>
                        <a:pt x="11977" y="2563"/>
                      </a:cubicBezTo>
                      <a:cubicBezTo>
                        <a:pt x="12254" y="2667"/>
                        <a:pt x="12254" y="2667"/>
                        <a:pt x="12254" y="2667"/>
                      </a:cubicBezTo>
                      <a:cubicBezTo>
                        <a:pt x="12323" y="2772"/>
                        <a:pt x="12323" y="2772"/>
                        <a:pt x="12323" y="2772"/>
                      </a:cubicBezTo>
                      <a:cubicBezTo>
                        <a:pt x="12323" y="2772"/>
                        <a:pt x="12600" y="2772"/>
                        <a:pt x="12600" y="2772"/>
                      </a:cubicBezTo>
                      <a:cubicBezTo>
                        <a:pt x="12600" y="2772"/>
                        <a:pt x="12669" y="2615"/>
                        <a:pt x="12669" y="2615"/>
                      </a:cubicBezTo>
                      <a:cubicBezTo>
                        <a:pt x="12669" y="2615"/>
                        <a:pt x="12738" y="2510"/>
                        <a:pt x="12808" y="2510"/>
                      </a:cubicBezTo>
                      <a:cubicBezTo>
                        <a:pt x="12877" y="2510"/>
                        <a:pt x="12946" y="2406"/>
                        <a:pt x="13015" y="2406"/>
                      </a:cubicBezTo>
                      <a:cubicBezTo>
                        <a:pt x="13015" y="2354"/>
                        <a:pt x="13085" y="2249"/>
                        <a:pt x="13085" y="2249"/>
                      </a:cubicBezTo>
                      <a:cubicBezTo>
                        <a:pt x="13085" y="2249"/>
                        <a:pt x="13223" y="2197"/>
                        <a:pt x="13292" y="2197"/>
                      </a:cubicBezTo>
                      <a:cubicBezTo>
                        <a:pt x="13362" y="2197"/>
                        <a:pt x="13777" y="2144"/>
                        <a:pt x="13777" y="2144"/>
                      </a:cubicBezTo>
                      <a:cubicBezTo>
                        <a:pt x="13777" y="2144"/>
                        <a:pt x="14054" y="2092"/>
                        <a:pt x="14123" y="2040"/>
                      </a:cubicBezTo>
                      <a:cubicBezTo>
                        <a:pt x="14123" y="2040"/>
                        <a:pt x="14400" y="1883"/>
                        <a:pt x="14400" y="1883"/>
                      </a:cubicBezTo>
                      <a:cubicBezTo>
                        <a:pt x="14469" y="1726"/>
                        <a:pt x="14469" y="1726"/>
                        <a:pt x="14469" y="1726"/>
                      </a:cubicBezTo>
                      <a:cubicBezTo>
                        <a:pt x="14677" y="1569"/>
                        <a:pt x="14677" y="1569"/>
                        <a:pt x="14677" y="1569"/>
                      </a:cubicBezTo>
                      <a:cubicBezTo>
                        <a:pt x="14677" y="1569"/>
                        <a:pt x="14746" y="1569"/>
                        <a:pt x="14746" y="1517"/>
                      </a:cubicBezTo>
                      <a:cubicBezTo>
                        <a:pt x="14746" y="1464"/>
                        <a:pt x="14815" y="1308"/>
                        <a:pt x="14815" y="1308"/>
                      </a:cubicBezTo>
                      <a:cubicBezTo>
                        <a:pt x="14954" y="1255"/>
                        <a:pt x="14954" y="1255"/>
                        <a:pt x="14954" y="1255"/>
                      </a:cubicBezTo>
                      <a:cubicBezTo>
                        <a:pt x="14954" y="1255"/>
                        <a:pt x="15092" y="1308"/>
                        <a:pt x="15092" y="1360"/>
                      </a:cubicBezTo>
                      <a:cubicBezTo>
                        <a:pt x="15092" y="1360"/>
                        <a:pt x="15023" y="1464"/>
                        <a:pt x="15023" y="1464"/>
                      </a:cubicBezTo>
                      <a:cubicBezTo>
                        <a:pt x="15023" y="1464"/>
                        <a:pt x="14885" y="1517"/>
                        <a:pt x="14815" y="1569"/>
                      </a:cubicBezTo>
                      <a:cubicBezTo>
                        <a:pt x="14815" y="1569"/>
                        <a:pt x="14815" y="1674"/>
                        <a:pt x="14815" y="1674"/>
                      </a:cubicBezTo>
                      <a:cubicBezTo>
                        <a:pt x="14954" y="1569"/>
                        <a:pt x="14954" y="1569"/>
                        <a:pt x="14954" y="1569"/>
                      </a:cubicBezTo>
                      <a:cubicBezTo>
                        <a:pt x="14954" y="1569"/>
                        <a:pt x="15023" y="1517"/>
                        <a:pt x="15023" y="1517"/>
                      </a:cubicBezTo>
                      <a:cubicBezTo>
                        <a:pt x="15023" y="1517"/>
                        <a:pt x="15300" y="1464"/>
                        <a:pt x="15300" y="1464"/>
                      </a:cubicBezTo>
                      <a:cubicBezTo>
                        <a:pt x="15300" y="1464"/>
                        <a:pt x="15438" y="1517"/>
                        <a:pt x="15438" y="1517"/>
                      </a:cubicBezTo>
                      <a:cubicBezTo>
                        <a:pt x="15438" y="1517"/>
                        <a:pt x="15577" y="1569"/>
                        <a:pt x="15577" y="1569"/>
                      </a:cubicBezTo>
                      <a:cubicBezTo>
                        <a:pt x="15854" y="1517"/>
                        <a:pt x="15854" y="1517"/>
                        <a:pt x="15854" y="1517"/>
                      </a:cubicBezTo>
                      <a:cubicBezTo>
                        <a:pt x="15854" y="1412"/>
                        <a:pt x="15854" y="1412"/>
                        <a:pt x="15854" y="1412"/>
                      </a:cubicBezTo>
                      <a:cubicBezTo>
                        <a:pt x="15854" y="1412"/>
                        <a:pt x="15854" y="1360"/>
                        <a:pt x="15923" y="1360"/>
                      </a:cubicBezTo>
                      <a:cubicBezTo>
                        <a:pt x="15992" y="1308"/>
                        <a:pt x="16131" y="1255"/>
                        <a:pt x="16131" y="1255"/>
                      </a:cubicBezTo>
                      <a:cubicBezTo>
                        <a:pt x="16131" y="1255"/>
                        <a:pt x="16131" y="1151"/>
                        <a:pt x="16131" y="1098"/>
                      </a:cubicBezTo>
                      <a:cubicBezTo>
                        <a:pt x="16131" y="1098"/>
                        <a:pt x="16200" y="994"/>
                        <a:pt x="16200" y="994"/>
                      </a:cubicBezTo>
                      <a:cubicBezTo>
                        <a:pt x="16200" y="994"/>
                        <a:pt x="16200" y="994"/>
                        <a:pt x="16200" y="994"/>
                      </a:cubicBezTo>
                      <a:cubicBezTo>
                        <a:pt x="16200" y="994"/>
                        <a:pt x="16338" y="941"/>
                        <a:pt x="16338" y="941"/>
                      </a:cubicBezTo>
                      <a:cubicBezTo>
                        <a:pt x="16338" y="941"/>
                        <a:pt x="16408" y="785"/>
                        <a:pt x="16408" y="785"/>
                      </a:cubicBezTo>
                      <a:cubicBezTo>
                        <a:pt x="16408" y="785"/>
                        <a:pt x="16408" y="732"/>
                        <a:pt x="16477" y="732"/>
                      </a:cubicBezTo>
                      <a:cubicBezTo>
                        <a:pt x="16477" y="732"/>
                        <a:pt x="16615" y="628"/>
                        <a:pt x="16615" y="628"/>
                      </a:cubicBezTo>
                      <a:cubicBezTo>
                        <a:pt x="16685" y="575"/>
                        <a:pt x="16685" y="575"/>
                        <a:pt x="16754" y="575"/>
                      </a:cubicBezTo>
                      <a:cubicBezTo>
                        <a:pt x="16754" y="575"/>
                        <a:pt x="16823" y="680"/>
                        <a:pt x="16823" y="680"/>
                      </a:cubicBezTo>
                      <a:cubicBezTo>
                        <a:pt x="16823" y="680"/>
                        <a:pt x="16823" y="732"/>
                        <a:pt x="16754" y="785"/>
                      </a:cubicBezTo>
                      <a:cubicBezTo>
                        <a:pt x="16685" y="785"/>
                        <a:pt x="16615" y="837"/>
                        <a:pt x="16615" y="837"/>
                      </a:cubicBezTo>
                      <a:cubicBezTo>
                        <a:pt x="16615" y="837"/>
                        <a:pt x="16754" y="941"/>
                        <a:pt x="16754" y="941"/>
                      </a:cubicBezTo>
                      <a:cubicBezTo>
                        <a:pt x="16754" y="941"/>
                        <a:pt x="16823" y="994"/>
                        <a:pt x="16823" y="994"/>
                      </a:cubicBezTo>
                      <a:cubicBezTo>
                        <a:pt x="16823" y="1046"/>
                        <a:pt x="16754" y="1098"/>
                        <a:pt x="16754" y="1098"/>
                      </a:cubicBezTo>
                      <a:cubicBezTo>
                        <a:pt x="16823" y="1098"/>
                        <a:pt x="17031" y="1046"/>
                        <a:pt x="17031" y="1046"/>
                      </a:cubicBezTo>
                      <a:cubicBezTo>
                        <a:pt x="17031" y="1046"/>
                        <a:pt x="17031" y="941"/>
                        <a:pt x="17031" y="941"/>
                      </a:cubicBezTo>
                      <a:cubicBezTo>
                        <a:pt x="17031" y="941"/>
                        <a:pt x="17169" y="837"/>
                        <a:pt x="17169" y="837"/>
                      </a:cubicBezTo>
                      <a:cubicBezTo>
                        <a:pt x="17238" y="837"/>
                        <a:pt x="17377" y="889"/>
                        <a:pt x="17377" y="889"/>
                      </a:cubicBezTo>
                      <a:cubicBezTo>
                        <a:pt x="17377" y="889"/>
                        <a:pt x="17377" y="941"/>
                        <a:pt x="17377" y="994"/>
                      </a:cubicBezTo>
                      <a:cubicBezTo>
                        <a:pt x="17308" y="994"/>
                        <a:pt x="17169" y="1098"/>
                        <a:pt x="17169" y="1098"/>
                      </a:cubicBezTo>
                      <a:cubicBezTo>
                        <a:pt x="17169" y="1151"/>
                        <a:pt x="17100" y="1151"/>
                        <a:pt x="17169" y="1151"/>
                      </a:cubicBezTo>
                      <a:cubicBezTo>
                        <a:pt x="17169" y="1203"/>
                        <a:pt x="17308" y="1308"/>
                        <a:pt x="17308" y="1308"/>
                      </a:cubicBezTo>
                      <a:cubicBezTo>
                        <a:pt x="17515" y="1412"/>
                        <a:pt x="17515" y="1412"/>
                        <a:pt x="17515" y="1412"/>
                      </a:cubicBezTo>
                      <a:cubicBezTo>
                        <a:pt x="17515" y="1412"/>
                        <a:pt x="17515" y="1464"/>
                        <a:pt x="17515" y="1517"/>
                      </a:cubicBezTo>
                      <a:cubicBezTo>
                        <a:pt x="17515" y="1517"/>
                        <a:pt x="17169" y="1517"/>
                        <a:pt x="17169" y="1517"/>
                      </a:cubicBezTo>
                      <a:cubicBezTo>
                        <a:pt x="17169" y="1517"/>
                        <a:pt x="17169" y="1517"/>
                        <a:pt x="17100" y="1569"/>
                      </a:cubicBezTo>
                      <a:cubicBezTo>
                        <a:pt x="17100" y="1569"/>
                        <a:pt x="17031" y="1621"/>
                        <a:pt x="16892" y="1674"/>
                      </a:cubicBezTo>
                      <a:cubicBezTo>
                        <a:pt x="16754" y="1674"/>
                        <a:pt x="16754" y="1674"/>
                        <a:pt x="16754" y="1726"/>
                      </a:cubicBezTo>
                      <a:cubicBezTo>
                        <a:pt x="16754" y="1778"/>
                        <a:pt x="16685" y="1831"/>
                        <a:pt x="16754" y="1883"/>
                      </a:cubicBezTo>
                      <a:cubicBezTo>
                        <a:pt x="16823" y="1935"/>
                        <a:pt x="16962" y="1987"/>
                        <a:pt x="16962" y="1987"/>
                      </a:cubicBezTo>
                      <a:cubicBezTo>
                        <a:pt x="16962" y="1987"/>
                        <a:pt x="17308" y="2092"/>
                        <a:pt x="17308" y="2040"/>
                      </a:cubicBezTo>
                      <a:cubicBezTo>
                        <a:pt x="17308" y="2040"/>
                        <a:pt x="17792" y="2040"/>
                        <a:pt x="17792" y="2040"/>
                      </a:cubicBezTo>
                      <a:cubicBezTo>
                        <a:pt x="18000" y="2040"/>
                        <a:pt x="18000" y="2040"/>
                        <a:pt x="18000" y="2040"/>
                      </a:cubicBezTo>
                      <a:cubicBezTo>
                        <a:pt x="18000" y="2040"/>
                        <a:pt x="18069" y="2144"/>
                        <a:pt x="18138" y="2197"/>
                      </a:cubicBezTo>
                      <a:cubicBezTo>
                        <a:pt x="18138" y="2197"/>
                        <a:pt x="18415" y="2354"/>
                        <a:pt x="18415" y="2354"/>
                      </a:cubicBezTo>
                      <a:cubicBezTo>
                        <a:pt x="18554" y="2354"/>
                        <a:pt x="18554" y="2354"/>
                        <a:pt x="18554" y="2354"/>
                      </a:cubicBezTo>
                      <a:cubicBezTo>
                        <a:pt x="18623" y="2563"/>
                        <a:pt x="18623" y="2563"/>
                        <a:pt x="18623" y="2563"/>
                      </a:cubicBezTo>
                      <a:cubicBezTo>
                        <a:pt x="18554" y="2720"/>
                        <a:pt x="18554" y="2720"/>
                        <a:pt x="18554" y="2720"/>
                      </a:cubicBezTo>
                      <a:cubicBezTo>
                        <a:pt x="18346" y="2772"/>
                        <a:pt x="18346" y="2772"/>
                        <a:pt x="18346" y="2772"/>
                      </a:cubicBezTo>
                      <a:cubicBezTo>
                        <a:pt x="18069" y="2929"/>
                        <a:pt x="18069" y="2929"/>
                        <a:pt x="18069" y="2929"/>
                      </a:cubicBezTo>
                      <a:cubicBezTo>
                        <a:pt x="17931" y="2877"/>
                        <a:pt x="17931" y="2877"/>
                        <a:pt x="17931" y="2877"/>
                      </a:cubicBezTo>
                      <a:cubicBezTo>
                        <a:pt x="17931" y="2877"/>
                        <a:pt x="18069" y="2981"/>
                        <a:pt x="18138" y="2981"/>
                      </a:cubicBezTo>
                      <a:cubicBezTo>
                        <a:pt x="18208" y="2981"/>
                        <a:pt x="18277" y="3033"/>
                        <a:pt x="18277" y="3033"/>
                      </a:cubicBezTo>
                      <a:cubicBezTo>
                        <a:pt x="18346" y="3033"/>
                        <a:pt x="18623" y="3033"/>
                        <a:pt x="18900" y="3033"/>
                      </a:cubicBezTo>
                      <a:cubicBezTo>
                        <a:pt x="18900" y="3086"/>
                        <a:pt x="18900" y="3086"/>
                        <a:pt x="18900" y="3138"/>
                      </a:cubicBezTo>
                      <a:cubicBezTo>
                        <a:pt x="18969" y="3190"/>
                        <a:pt x="19038" y="3400"/>
                        <a:pt x="19038" y="3452"/>
                      </a:cubicBezTo>
                      <a:cubicBezTo>
                        <a:pt x="19038" y="3452"/>
                        <a:pt x="19108" y="3661"/>
                        <a:pt x="19246" y="3818"/>
                      </a:cubicBezTo>
                      <a:cubicBezTo>
                        <a:pt x="19454" y="4027"/>
                        <a:pt x="19385" y="4079"/>
                        <a:pt x="19385" y="4079"/>
                      </a:cubicBezTo>
                      <a:cubicBezTo>
                        <a:pt x="19385" y="4550"/>
                        <a:pt x="19385" y="4550"/>
                        <a:pt x="19385" y="4550"/>
                      </a:cubicBezTo>
                      <a:cubicBezTo>
                        <a:pt x="19385" y="4969"/>
                        <a:pt x="19385" y="4969"/>
                        <a:pt x="19385" y="4969"/>
                      </a:cubicBezTo>
                      <a:cubicBezTo>
                        <a:pt x="19038" y="5178"/>
                        <a:pt x="19038" y="5178"/>
                        <a:pt x="19038" y="5178"/>
                      </a:cubicBezTo>
                      <a:cubicBezTo>
                        <a:pt x="18900" y="5648"/>
                        <a:pt x="18900" y="5648"/>
                        <a:pt x="18900" y="5648"/>
                      </a:cubicBezTo>
                      <a:cubicBezTo>
                        <a:pt x="18900" y="5648"/>
                        <a:pt x="18969" y="5701"/>
                        <a:pt x="19038" y="5701"/>
                      </a:cubicBezTo>
                      <a:cubicBezTo>
                        <a:pt x="19108" y="5753"/>
                        <a:pt x="19315" y="5910"/>
                        <a:pt x="19315" y="5910"/>
                      </a:cubicBezTo>
                      <a:cubicBezTo>
                        <a:pt x="19385" y="5962"/>
                        <a:pt x="19800" y="6119"/>
                        <a:pt x="20008" y="6171"/>
                      </a:cubicBezTo>
                      <a:cubicBezTo>
                        <a:pt x="20215" y="6276"/>
                        <a:pt x="20146" y="6538"/>
                        <a:pt x="20146" y="6538"/>
                      </a:cubicBezTo>
                      <a:cubicBezTo>
                        <a:pt x="20008" y="6904"/>
                        <a:pt x="20008" y="6904"/>
                        <a:pt x="20008" y="6904"/>
                      </a:cubicBezTo>
                      <a:cubicBezTo>
                        <a:pt x="20008" y="6904"/>
                        <a:pt x="20077" y="7113"/>
                        <a:pt x="20215" y="7113"/>
                      </a:cubicBezTo>
                      <a:cubicBezTo>
                        <a:pt x="20285" y="7061"/>
                        <a:pt x="20354" y="7374"/>
                        <a:pt x="20354" y="7374"/>
                      </a:cubicBezTo>
                      <a:cubicBezTo>
                        <a:pt x="20354" y="7374"/>
                        <a:pt x="20423" y="7688"/>
                        <a:pt x="20423" y="7740"/>
                      </a:cubicBezTo>
                      <a:cubicBezTo>
                        <a:pt x="20354" y="7793"/>
                        <a:pt x="20423" y="7845"/>
                        <a:pt x="20423" y="7845"/>
                      </a:cubicBezTo>
                      <a:cubicBezTo>
                        <a:pt x="20562" y="8054"/>
                        <a:pt x="20562" y="8054"/>
                        <a:pt x="20562" y="8054"/>
                      </a:cubicBezTo>
                      <a:cubicBezTo>
                        <a:pt x="20562" y="8054"/>
                        <a:pt x="20492" y="8211"/>
                        <a:pt x="20423" y="8263"/>
                      </a:cubicBezTo>
                      <a:cubicBezTo>
                        <a:pt x="20423" y="8368"/>
                        <a:pt x="20354" y="8473"/>
                        <a:pt x="20354" y="8473"/>
                      </a:cubicBezTo>
                      <a:cubicBezTo>
                        <a:pt x="20423" y="8630"/>
                        <a:pt x="20423" y="8630"/>
                        <a:pt x="20423" y="8630"/>
                      </a:cubicBezTo>
                      <a:cubicBezTo>
                        <a:pt x="20700" y="8891"/>
                        <a:pt x="20700" y="8891"/>
                        <a:pt x="20700" y="8891"/>
                      </a:cubicBezTo>
                      <a:cubicBezTo>
                        <a:pt x="20700" y="9153"/>
                        <a:pt x="20700" y="9153"/>
                        <a:pt x="20700" y="9153"/>
                      </a:cubicBezTo>
                      <a:cubicBezTo>
                        <a:pt x="20700" y="9309"/>
                        <a:pt x="20700" y="9309"/>
                        <a:pt x="20700" y="9309"/>
                      </a:cubicBezTo>
                      <a:cubicBezTo>
                        <a:pt x="20700" y="9309"/>
                        <a:pt x="20908" y="9362"/>
                        <a:pt x="20977" y="9362"/>
                      </a:cubicBezTo>
                      <a:cubicBezTo>
                        <a:pt x="21046" y="9362"/>
                        <a:pt x="21185" y="9466"/>
                        <a:pt x="21185" y="9466"/>
                      </a:cubicBezTo>
                      <a:cubicBezTo>
                        <a:pt x="21185" y="9466"/>
                        <a:pt x="21185" y="9571"/>
                        <a:pt x="21185" y="9623"/>
                      </a:cubicBezTo>
                      <a:cubicBezTo>
                        <a:pt x="21185" y="9623"/>
                        <a:pt x="21392" y="9832"/>
                        <a:pt x="21392" y="9832"/>
                      </a:cubicBezTo>
                      <a:cubicBezTo>
                        <a:pt x="21462" y="9885"/>
                        <a:pt x="21600" y="10042"/>
                        <a:pt x="21600" y="10042"/>
                      </a:cubicBezTo>
                      <a:cubicBezTo>
                        <a:pt x="21600" y="10042"/>
                        <a:pt x="21600" y="10146"/>
                        <a:pt x="21392" y="10303"/>
                      </a:cubicBezTo>
                      <a:cubicBezTo>
                        <a:pt x="21254" y="10460"/>
                        <a:pt x="21323" y="10460"/>
                        <a:pt x="21323" y="10512"/>
                      </a:cubicBezTo>
                      <a:cubicBezTo>
                        <a:pt x="21323" y="10565"/>
                        <a:pt x="21392" y="10669"/>
                        <a:pt x="21392" y="10669"/>
                      </a:cubicBezTo>
                      <a:cubicBezTo>
                        <a:pt x="21392" y="10669"/>
                        <a:pt x="21323" y="10722"/>
                        <a:pt x="21254" y="10774"/>
                      </a:cubicBezTo>
                      <a:cubicBezTo>
                        <a:pt x="21254" y="10774"/>
                        <a:pt x="21185" y="10878"/>
                        <a:pt x="21185" y="10983"/>
                      </a:cubicBezTo>
                      <a:cubicBezTo>
                        <a:pt x="20908" y="11140"/>
                        <a:pt x="20908" y="11140"/>
                        <a:pt x="20908" y="11140"/>
                      </a:cubicBezTo>
                      <a:cubicBezTo>
                        <a:pt x="20908" y="11140"/>
                        <a:pt x="20908" y="11140"/>
                        <a:pt x="20838" y="11192"/>
                      </a:cubicBezTo>
                      <a:cubicBezTo>
                        <a:pt x="20838" y="11140"/>
                        <a:pt x="20769" y="11140"/>
                        <a:pt x="20700" y="11140"/>
                      </a:cubicBezTo>
                      <a:cubicBezTo>
                        <a:pt x="20631" y="11088"/>
                        <a:pt x="20562" y="11035"/>
                        <a:pt x="20562" y="11035"/>
                      </a:cubicBezTo>
                      <a:cubicBezTo>
                        <a:pt x="20562" y="11035"/>
                        <a:pt x="20562" y="10931"/>
                        <a:pt x="20562" y="10826"/>
                      </a:cubicBezTo>
                      <a:cubicBezTo>
                        <a:pt x="20562" y="10722"/>
                        <a:pt x="20562" y="10774"/>
                        <a:pt x="20562" y="10722"/>
                      </a:cubicBezTo>
                      <a:cubicBezTo>
                        <a:pt x="20492" y="10669"/>
                        <a:pt x="20354" y="10617"/>
                        <a:pt x="20215" y="10565"/>
                      </a:cubicBezTo>
                      <a:cubicBezTo>
                        <a:pt x="20077" y="10565"/>
                        <a:pt x="19800" y="10565"/>
                        <a:pt x="19731" y="10617"/>
                      </a:cubicBezTo>
                      <a:cubicBezTo>
                        <a:pt x="19731" y="10617"/>
                        <a:pt x="19731" y="10826"/>
                        <a:pt x="19731" y="10826"/>
                      </a:cubicBezTo>
                      <a:cubicBezTo>
                        <a:pt x="19869" y="10983"/>
                        <a:pt x="19869" y="10983"/>
                        <a:pt x="19869" y="10983"/>
                      </a:cubicBezTo>
                      <a:cubicBezTo>
                        <a:pt x="19800" y="11088"/>
                        <a:pt x="19800" y="11088"/>
                        <a:pt x="19800" y="11088"/>
                      </a:cubicBezTo>
                      <a:cubicBezTo>
                        <a:pt x="19800" y="11088"/>
                        <a:pt x="19177" y="11192"/>
                        <a:pt x="18969" y="11192"/>
                      </a:cubicBezTo>
                      <a:cubicBezTo>
                        <a:pt x="18762" y="11192"/>
                        <a:pt x="18831" y="11297"/>
                        <a:pt x="18831" y="11297"/>
                      </a:cubicBezTo>
                      <a:cubicBezTo>
                        <a:pt x="18692" y="11506"/>
                        <a:pt x="18692" y="11506"/>
                        <a:pt x="18692" y="11506"/>
                      </a:cubicBezTo>
                      <a:cubicBezTo>
                        <a:pt x="18554" y="11611"/>
                        <a:pt x="18554" y="11611"/>
                        <a:pt x="18554" y="11611"/>
                      </a:cubicBezTo>
                      <a:cubicBezTo>
                        <a:pt x="18138" y="11715"/>
                        <a:pt x="18138" y="11715"/>
                        <a:pt x="18138" y="11715"/>
                      </a:cubicBezTo>
                      <a:cubicBezTo>
                        <a:pt x="18138" y="11715"/>
                        <a:pt x="17723" y="11977"/>
                        <a:pt x="17654" y="11977"/>
                      </a:cubicBezTo>
                      <a:cubicBezTo>
                        <a:pt x="17377" y="12134"/>
                        <a:pt x="17377" y="12134"/>
                        <a:pt x="17377" y="12134"/>
                      </a:cubicBezTo>
                      <a:cubicBezTo>
                        <a:pt x="17377" y="12134"/>
                        <a:pt x="17308" y="12134"/>
                        <a:pt x="17100" y="12238"/>
                      </a:cubicBezTo>
                      <a:cubicBezTo>
                        <a:pt x="16823" y="12291"/>
                        <a:pt x="16962" y="12395"/>
                        <a:pt x="16892" y="12447"/>
                      </a:cubicBezTo>
                      <a:cubicBezTo>
                        <a:pt x="16892" y="12552"/>
                        <a:pt x="16823" y="12552"/>
                        <a:pt x="16685" y="12604"/>
                      </a:cubicBezTo>
                      <a:cubicBezTo>
                        <a:pt x="16615" y="12604"/>
                        <a:pt x="16408" y="12552"/>
                        <a:pt x="16269" y="12552"/>
                      </a:cubicBezTo>
                      <a:cubicBezTo>
                        <a:pt x="16200" y="12552"/>
                        <a:pt x="15992" y="12657"/>
                        <a:pt x="15854" y="12657"/>
                      </a:cubicBezTo>
                      <a:cubicBezTo>
                        <a:pt x="15646" y="12657"/>
                        <a:pt x="15646" y="12657"/>
                        <a:pt x="15646" y="12657"/>
                      </a:cubicBezTo>
                      <a:cubicBezTo>
                        <a:pt x="15369" y="12918"/>
                        <a:pt x="15369" y="12918"/>
                        <a:pt x="15369" y="12918"/>
                      </a:cubicBezTo>
                      <a:cubicBezTo>
                        <a:pt x="15162" y="13232"/>
                        <a:pt x="15162" y="13232"/>
                        <a:pt x="15162" y="13232"/>
                      </a:cubicBezTo>
                      <a:cubicBezTo>
                        <a:pt x="15092" y="13075"/>
                        <a:pt x="15092" y="13075"/>
                        <a:pt x="15092" y="13075"/>
                      </a:cubicBezTo>
                      <a:cubicBezTo>
                        <a:pt x="15023" y="12866"/>
                        <a:pt x="15023" y="12866"/>
                        <a:pt x="15023" y="12866"/>
                      </a:cubicBezTo>
                      <a:cubicBezTo>
                        <a:pt x="14677" y="12866"/>
                        <a:pt x="14677" y="12866"/>
                        <a:pt x="14677" y="12866"/>
                      </a:cubicBezTo>
                      <a:cubicBezTo>
                        <a:pt x="14746" y="13023"/>
                        <a:pt x="14746" y="13023"/>
                        <a:pt x="14746" y="13023"/>
                      </a:cubicBezTo>
                      <a:cubicBezTo>
                        <a:pt x="14746" y="13023"/>
                        <a:pt x="14885" y="13389"/>
                        <a:pt x="14954" y="13441"/>
                      </a:cubicBezTo>
                      <a:cubicBezTo>
                        <a:pt x="15023" y="13493"/>
                        <a:pt x="15092" y="13493"/>
                        <a:pt x="15231" y="13546"/>
                      </a:cubicBezTo>
                      <a:cubicBezTo>
                        <a:pt x="15438" y="13650"/>
                        <a:pt x="15438" y="13650"/>
                        <a:pt x="15646" y="13755"/>
                      </a:cubicBezTo>
                      <a:cubicBezTo>
                        <a:pt x="15854" y="13860"/>
                        <a:pt x="15785" y="13964"/>
                        <a:pt x="15785" y="14016"/>
                      </a:cubicBezTo>
                      <a:cubicBezTo>
                        <a:pt x="15785" y="14121"/>
                        <a:pt x="15785" y="14121"/>
                        <a:pt x="15646" y="14226"/>
                      </a:cubicBezTo>
                      <a:cubicBezTo>
                        <a:pt x="15508" y="14383"/>
                        <a:pt x="15646" y="14487"/>
                        <a:pt x="15646" y="14487"/>
                      </a:cubicBezTo>
                      <a:cubicBezTo>
                        <a:pt x="15646" y="14487"/>
                        <a:pt x="15715" y="14592"/>
                        <a:pt x="15854" y="14696"/>
                      </a:cubicBezTo>
                      <a:cubicBezTo>
                        <a:pt x="15992" y="14801"/>
                        <a:pt x="15923" y="14853"/>
                        <a:pt x="15992" y="15010"/>
                      </a:cubicBezTo>
                      <a:cubicBezTo>
                        <a:pt x="15992" y="15167"/>
                        <a:pt x="15992" y="15115"/>
                        <a:pt x="16131" y="15272"/>
                      </a:cubicBezTo>
                      <a:cubicBezTo>
                        <a:pt x="16269" y="15376"/>
                        <a:pt x="16200" y="15324"/>
                        <a:pt x="16338" y="15429"/>
                      </a:cubicBezTo>
                      <a:cubicBezTo>
                        <a:pt x="16477" y="15533"/>
                        <a:pt x="16477" y="15585"/>
                        <a:pt x="16477" y="15585"/>
                      </a:cubicBezTo>
                      <a:cubicBezTo>
                        <a:pt x="16477" y="15585"/>
                        <a:pt x="16892" y="15481"/>
                        <a:pt x="17031" y="15585"/>
                      </a:cubicBezTo>
                      <a:cubicBezTo>
                        <a:pt x="17169" y="15690"/>
                        <a:pt x="17100" y="15638"/>
                        <a:pt x="17377" y="15795"/>
                      </a:cubicBezTo>
                      <a:cubicBezTo>
                        <a:pt x="17585" y="16004"/>
                        <a:pt x="17377" y="15899"/>
                        <a:pt x="17446" y="16056"/>
                      </a:cubicBezTo>
                      <a:cubicBezTo>
                        <a:pt x="17515" y="16161"/>
                        <a:pt x="17585" y="16108"/>
                        <a:pt x="17585" y="16108"/>
                      </a:cubicBezTo>
                      <a:cubicBezTo>
                        <a:pt x="17585" y="16108"/>
                        <a:pt x="17654" y="16161"/>
                        <a:pt x="17792" y="16161"/>
                      </a:cubicBezTo>
                      <a:cubicBezTo>
                        <a:pt x="17931" y="16161"/>
                        <a:pt x="17931" y="16265"/>
                        <a:pt x="17931" y="16370"/>
                      </a:cubicBezTo>
                      <a:cubicBezTo>
                        <a:pt x="18000" y="16475"/>
                        <a:pt x="18000" y="16475"/>
                        <a:pt x="18138" y="16579"/>
                      </a:cubicBezTo>
                      <a:cubicBezTo>
                        <a:pt x="18208" y="16631"/>
                        <a:pt x="18277" y="16579"/>
                        <a:pt x="18485" y="16527"/>
                      </a:cubicBezTo>
                      <a:cubicBezTo>
                        <a:pt x="18623" y="16527"/>
                        <a:pt x="18554" y="16631"/>
                        <a:pt x="18554" y="16684"/>
                      </a:cubicBezTo>
                      <a:cubicBezTo>
                        <a:pt x="18554" y="16736"/>
                        <a:pt x="18692" y="16736"/>
                        <a:pt x="18831" y="16788"/>
                      </a:cubicBezTo>
                      <a:cubicBezTo>
                        <a:pt x="18969" y="16841"/>
                        <a:pt x="18900" y="16841"/>
                        <a:pt x="19038" y="16945"/>
                      </a:cubicBezTo>
                      <a:cubicBezTo>
                        <a:pt x="19038" y="16945"/>
                        <a:pt x="19038" y="16945"/>
                        <a:pt x="19038" y="16998"/>
                      </a:cubicBezTo>
                      <a:close/>
                      <a:moveTo>
                        <a:pt x="3808" y="20606"/>
                      </a:moveTo>
                      <a:cubicBezTo>
                        <a:pt x="3808" y="20606"/>
                        <a:pt x="3808" y="20606"/>
                        <a:pt x="3808" y="20606"/>
                      </a:cubicBezTo>
                      <a:cubicBezTo>
                        <a:pt x="3808" y="20606"/>
                        <a:pt x="3808" y="20606"/>
                        <a:pt x="3808" y="20606"/>
                      </a:cubicBezTo>
                      <a:cubicBezTo>
                        <a:pt x="3808" y="20606"/>
                        <a:pt x="3808" y="20606"/>
                        <a:pt x="3808" y="20606"/>
                      </a:cubicBezTo>
                      <a:close/>
                      <a:moveTo>
                        <a:pt x="8862" y="20920"/>
                      </a:moveTo>
                      <a:cubicBezTo>
                        <a:pt x="8862" y="20920"/>
                        <a:pt x="8862" y="20920"/>
                        <a:pt x="8862" y="20920"/>
                      </a:cubicBezTo>
                      <a:cubicBezTo>
                        <a:pt x="8862" y="20920"/>
                        <a:pt x="8862" y="20920"/>
                        <a:pt x="8862" y="20920"/>
                      </a:cubicBezTo>
                      <a:cubicBezTo>
                        <a:pt x="8862" y="20920"/>
                        <a:pt x="8862" y="20920"/>
                        <a:pt x="8862" y="20920"/>
                      </a:cubicBezTo>
                      <a:cubicBezTo>
                        <a:pt x="8862" y="20920"/>
                        <a:pt x="8862" y="20920"/>
                        <a:pt x="8862" y="20920"/>
                      </a:cubicBezTo>
                      <a:close/>
                      <a:moveTo>
                        <a:pt x="21600" y="10669"/>
                      </a:moveTo>
                      <a:cubicBezTo>
                        <a:pt x="21600" y="10669"/>
                        <a:pt x="21600" y="10669"/>
                        <a:pt x="21600" y="10669"/>
                      </a:cubicBezTo>
                      <a:cubicBezTo>
                        <a:pt x="21600" y="10669"/>
                        <a:pt x="21600" y="10669"/>
                        <a:pt x="21600" y="10669"/>
                      </a:cubicBezTo>
                      <a:cubicBezTo>
                        <a:pt x="21600" y="10669"/>
                        <a:pt x="21600" y="10669"/>
                        <a:pt x="21600" y="1066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42" name="Shape">
                  <a:extLst>
                    <a:ext uri="{FF2B5EF4-FFF2-40B4-BE49-F238E27FC236}">
                      <a16:creationId xmlns:a16="http://schemas.microsoft.com/office/drawing/2014/main" id="{188BD5F0-F4B2-453E-B0A8-593D65E292D5}"/>
                    </a:ext>
                  </a:extLst>
                </p:cNvPr>
                <p:cNvSpPr/>
                <p:nvPr/>
              </p:nvSpPr>
              <p:spPr>
                <a:xfrm>
                  <a:off x="2684866" y="4955283"/>
                  <a:ext cx="1708960" cy="18917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63" h="21579" extrusionOk="0">
                      <a:moveTo>
                        <a:pt x="16470" y="18327"/>
                      </a:moveTo>
                      <a:cubicBezTo>
                        <a:pt x="16514" y="18597"/>
                        <a:pt x="16514" y="18597"/>
                        <a:pt x="16514" y="18597"/>
                      </a:cubicBezTo>
                      <a:cubicBezTo>
                        <a:pt x="16514" y="18597"/>
                        <a:pt x="16251" y="18982"/>
                        <a:pt x="16251" y="19020"/>
                      </a:cubicBezTo>
                      <a:cubicBezTo>
                        <a:pt x="16251" y="19059"/>
                        <a:pt x="16163" y="19213"/>
                        <a:pt x="16075" y="19328"/>
                      </a:cubicBezTo>
                      <a:cubicBezTo>
                        <a:pt x="16031" y="19405"/>
                        <a:pt x="15768" y="19713"/>
                        <a:pt x="15768" y="19713"/>
                      </a:cubicBezTo>
                      <a:cubicBezTo>
                        <a:pt x="15768" y="19713"/>
                        <a:pt x="15768" y="19829"/>
                        <a:pt x="15856" y="19906"/>
                      </a:cubicBezTo>
                      <a:cubicBezTo>
                        <a:pt x="15900" y="19983"/>
                        <a:pt x="16031" y="20098"/>
                        <a:pt x="16031" y="20214"/>
                      </a:cubicBezTo>
                      <a:cubicBezTo>
                        <a:pt x="16031" y="20291"/>
                        <a:pt x="16251" y="20406"/>
                        <a:pt x="16251" y="20406"/>
                      </a:cubicBezTo>
                      <a:cubicBezTo>
                        <a:pt x="16295" y="20637"/>
                        <a:pt x="16295" y="20637"/>
                        <a:pt x="16295" y="20637"/>
                      </a:cubicBezTo>
                      <a:cubicBezTo>
                        <a:pt x="16295" y="20637"/>
                        <a:pt x="16426" y="20753"/>
                        <a:pt x="16426" y="20791"/>
                      </a:cubicBezTo>
                      <a:cubicBezTo>
                        <a:pt x="16383" y="20830"/>
                        <a:pt x="16163" y="21022"/>
                        <a:pt x="16163" y="21022"/>
                      </a:cubicBezTo>
                      <a:cubicBezTo>
                        <a:pt x="16119" y="21253"/>
                        <a:pt x="16119" y="21253"/>
                        <a:pt x="16119" y="21253"/>
                      </a:cubicBezTo>
                      <a:cubicBezTo>
                        <a:pt x="16119" y="21369"/>
                        <a:pt x="16119" y="21369"/>
                        <a:pt x="16119" y="21369"/>
                      </a:cubicBezTo>
                      <a:cubicBezTo>
                        <a:pt x="16119" y="21369"/>
                        <a:pt x="16163" y="21369"/>
                        <a:pt x="16119" y="21484"/>
                      </a:cubicBezTo>
                      <a:cubicBezTo>
                        <a:pt x="16075" y="21561"/>
                        <a:pt x="16075" y="21561"/>
                        <a:pt x="16031" y="21561"/>
                      </a:cubicBezTo>
                      <a:cubicBezTo>
                        <a:pt x="15987" y="21600"/>
                        <a:pt x="15548" y="21561"/>
                        <a:pt x="15548" y="21561"/>
                      </a:cubicBezTo>
                      <a:cubicBezTo>
                        <a:pt x="15109" y="21484"/>
                        <a:pt x="15109" y="21484"/>
                        <a:pt x="15109" y="21484"/>
                      </a:cubicBezTo>
                      <a:cubicBezTo>
                        <a:pt x="15109" y="21484"/>
                        <a:pt x="14890" y="21446"/>
                        <a:pt x="14802" y="21407"/>
                      </a:cubicBezTo>
                      <a:cubicBezTo>
                        <a:pt x="14758" y="21369"/>
                        <a:pt x="14670" y="21330"/>
                        <a:pt x="14670" y="21330"/>
                      </a:cubicBezTo>
                      <a:cubicBezTo>
                        <a:pt x="14539" y="20984"/>
                        <a:pt x="14539" y="20984"/>
                        <a:pt x="14539" y="20984"/>
                      </a:cubicBezTo>
                      <a:cubicBezTo>
                        <a:pt x="14187" y="20945"/>
                        <a:pt x="14187" y="20945"/>
                        <a:pt x="14187" y="20945"/>
                      </a:cubicBezTo>
                      <a:cubicBezTo>
                        <a:pt x="13309" y="20830"/>
                        <a:pt x="13309" y="20830"/>
                        <a:pt x="13309" y="20830"/>
                      </a:cubicBezTo>
                      <a:cubicBezTo>
                        <a:pt x="13309" y="20830"/>
                        <a:pt x="13002" y="20599"/>
                        <a:pt x="12958" y="20560"/>
                      </a:cubicBezTo>
                      <a:cubicBezTo>
                        <a:pt x="12870" y="20522"/>
                        <a:pt x="12783" y="20406"/>
                        <a:pt x="12783" y="20406"/>
                      </a:cubicBezTo>
                      <a:cubicBezTo>
                        <a:pt x="12607" y="20368"/>
                        <a:pt x="12607" y="20368"/>
                        <a:pt x="12607" y="20368"/>
                      </a:cubicBezTo>
                      <a:cubicBezTo>
                        <a:pt x="12256" y="20060"/>
                        <a:pt x="12256" y="20060"/>
                        <a:pt x="12256" y="20060"/>
                      </a:cubicBezTo>
                      <a:cubicBezTo>
                        <a:pt x="11904" y="20060"/>
                        <a:pt x="11904" y="20060"/>
                        <a:pt x="11904" y="20060"/>
                      </a:cubicBezTo>
                      <a:cubicBezTo>
                        <a:pt x="11641" y="19906"/>
                        <a:pt x="11641" y="19906"/>
                        <a:pt x="11641" y="19906"/>
                      </a:cubicBezTo>
                      <a:cubicBezTo>
                        <a:pt x="11334" y="19906"/>
                        <a:pt x="11334" y="19906"/>
                        <a:pt x="11334" y="19906"/>
                      </a:cubicBezTo>
                      <a:cubicBezTo>
                        <a:pt x="11334" y="19906"/>
                        <a:pt x="11114" y="19867"/>
                        <a:pt x="11114" y="19829"/>
                      </a:cubicBezTo>
                      <a:cubicBezTo>
                        <a:pt x="11070" y="19752"/>
                        <a:pt x="10807" y="19636"/>
                        <a:pt x="10807" y="19636"/>
                      </a:cubicBezTo>
                      <a:cubicBezTo>
                        <a:pt x="10807" y="19636"/>
                        <a:pt x="10807" y="19405"/>
                        <a:pt x="10807" y="19367"/>
                      </a:cubicBezTo>
                      <a:cubicBezTo>
                        <a:pt x="10807" y="19328"/>
                        <a:pt x="10851" y="18943"/>
                        <a:pt x="10851" y="18943"/>
                      </a:cubicBezTo>
                      <a:cubicBezTo>
                        <a:pt x="11026" y="18751"/>
                        <a:pt x="11026" y="18751"/>
                        <a:pt x="11026" y="18751"/>
                      </a:cubicBezTo>
                      <a:cubicBezTo>
                        <a:pt x="11290" y="18674"/>
                        <a:pt x="11290" y="18674"/>
                        <a:pt x="11290" y="18674"/>
                      </a:cubicBezTo>
                      <a:cubicBezTo>
                        <a:pt x="11378" y="18828"/>
                        <a:pt x="11378" y="18828"/>
                        <a:pt x="11378" y="18828"/>
                      </a:cubicBezTo>
                      <a:cubicBezTo>
                        <a:pt x="11685" y="18943"/>
                        <a:pt x="11685" y="18943"/>
                        <a:pt x="11685" y="18943"/>
                      </a:cubicBezTo>
                      <a:cubicBezTo>
                        <a:pt x="11861" y="18828"/>
                        <a:pt x="11861" y="18828"/>
                        <a:pt x="11861" y="18828"/>
                      </a:cubicBezTo>
                      <a:cubicBezTo>
                        <a:pt x="11948" y="18597"/>
                        <a:pt x="11948" y="18597"/>
                        <a:pt x="11948" y="18597"/>
                      </a:cubicBezTo>
                      <a:cubicBezTo>
                        <a:pt x="12212" y="18520"/>
                        <a:pt x="12212" y="18520"/>
                        <a:pt x="12212" y="18520"/>
                      </a:cubicBezTo>
                      <a:cubicBezTo>
                        <a:pt x="12519" y="18635"/>
                        <a:pt x="12519" y="18635"/>
                        <a:pt x="12519" y="18635"/>
                      </a:cubicBezTo>
                      <a:cubicBezTo>
                        <a:pt x="12739" y="18828"/>
                        <a:pt x="12739" y="18828"/>
                        <a:pt x="12739" y="18828"/>
                      </a:cubicBezTo>
                      <a:cubicBezTo>
                        <a:pt x="13178" y="18943"/>
                        <a:pt x="13178" y="18943"/>
                        <a:pt x="13178" y="18943"/>
                      </a:cubicBezTo>
                      <a:cubicBezTo>
                        <a:pt x="13573" y="18866"/>
                        <a:pt x="13573" y="18866"/>
                        <a:pt x="13573" y="18866"/>
                      </a:cubicBezTo>
                      <a:cubicBezTo>
                        <a:pt x="13924" y="18828"/>
                        <a:pt x="13924" y="18828"/>
                        <a:pt x="13924" y="18828"/>
                      </a:cubicBezTo>
                      <a:cubicBezTo>
                        <a:pt x="13924" y="18828"/>
                        <a:pt x="14100" y="18828"/>
                        <a:pt x="14187" y="18828"/>
                      </a:cubicBezTo>
                      <a:cubicBezTo>
                        <a:pt x="14231" y="18789"/>
                        <a:pt x="14495" y="18712"/>
                        <a:pt x="14495" y="18712"/>
                      </a:cubicBezTo>
                      <a:cubicBezTo>
                        <a:pt x="14934" y="18597"/>
                        <a:pt x="14934" y="18597"/>
                        <a:pt x="14934" y="18597"/>
                      </a:cubicBezTo>
                      <a:cubicBezTo>
                        <a:pt x="15197" y="18289"/>
                        <a:pt x="15197" y="18289"/>
                        <a:pt x="15197" y="18289"/>
                      </a:cubicBezTo>
                      <a:cubicBezTo>
                        <a:pt x="15548" y="18404"/>
                        <a:pt x="15548" y="18404"/>
                        <a:pt x="15548" y="18404"/>
                      </a:cubicBezTo>
                      <a:cubicBezTo>
                        <a:pt x="15856" y="18443"/>
                        <a:pt x="15856" y="18443"/>
                        <a:pt x="15856" y="18443"/>
                      </a:cubicBezTo>
                      <a:cubicBezTo>
                        <a:pt x="15987" y="18250"/>
                        <a:pt x="15987" y="18250"/>
                        <a:pt x="15987" y="18250"/>
                      </a:cubicBezTo>
                      <a:cubicBezTo>
                        <a:pt x="16295" y="18096"/>
                        <a:pt x="16295" y="18096"/>
                        <a:pt x="16295" y="18096"/>
                      </a:cubicBezTo>
                      <a:cubicBezTo>
                        <a:pt x="16470" y="18327"/>
                        <a:pt x="16470" y="18327"/>
                        <a:pt x="16470" y="18327"/>
                      </a:cubicBezTo>
                      <a:close/>
                      <a:moveTo>
                        <a:pt x="16997" y="18058"/>
                      </a:moveTo>
                      <a:cubicBezTo>
                        <a:pt x="16997" y="18058"/>
                        <a:pt x="16997" y="18058"/>
                        <a:pt x="16997" y="18058"/>
                      </a:cubicBezTo>
                      <a:cubicBezTo>
                        <a:pt x="16822" y="18212"/>
                        <a:pt x="16822" y="18212"/>
                        <a:pt x="16822" y="18212"/>
                      </a:cubicBezTo>
                      <a:cubicBezTo>
                        <a:pt x="16646" y="18327"/>
                        <a:pt x="16646" y="18327"/>
                        <a:pt x="16646" y="18327"/>
                      </a:cubicBezTo>
                      <a:cubicBezTo>
                        <a:pt x="16646" y="18327"/>
                        <a:pt x="16690" y="18481"/>
                        <a:pt x="16690" y="18558"/>
                      </a:cubicBezTo>
                      <a:cubicBezTo>
                        <a:pt x="16734" y="18635"/>
                        <a:pt x="16865" y="18828"/>
                        <a:pt x="16865" y="18828"/>
                      </a:cubicBezTo>
                      <a:cubicBezTo>
                        <a:pt x="17304" y="18828"/>
                        <a:pt x="17304" y="18828"/>
                        <a:pt x="17304" y="18828"/>
                      </a:cubicBezTo>
                      <a:cubicBezTo>
                        <a:pt x="17612" y="18674"/>
                        <a:pt x="17612" y="18674"/>
                        <a:pt x="17612" y="18674"/>
                      </a:cubicBezTo>
                      <a:cubicBezTo>
                        <a:pt x="17656" y="18404"/>
                        <a:pt x="17656" y="18404"/>
                        <a:pt x="17656" y="18404"/>
                      </a:cubicBezTo>
                      <a:cubicBezTo>
                        <a:pt x="17787" y="18135"/>
                        <a:pt x="17787" y="18135"/>
                        <a:pt x="17787" y="18135"/>
                      </a:cubicBezTo>
                      <a:cubicBezTo>
                        <a:pt x="18051" y="17981"/>
                        <a:pt x="18051" y="17981"/>
                        <a:pt x="18051" y="17981"/>
                      </a:cubicBezTo>
                      <a:cubicBezTo>
                        <a:pt x="18270" y="17788"/>
                        <a:pt x="18270" y="17788"/>
                        <a:pt x="18270" y="17788"/>
                      </a:cubicBezTo>
                      <a:cubicBezTo>
                        <a:pt x="18402" y="17596"/>
                        <a:pt x="18402" y="17596"/>
                        <a:pt x="18402" y="17596"/>
                      </a:cubicBezTo>
                      <a:cubicBezTo>
                        <a:pt x="18446" y="17095"/>
                        <a:pt x="18446" y="17095"/>
                        <a:pt x="18446" y="17095"/>
                      </a:cubicBezTo>
                      <a:cubicBezTo>
                        <a:pt x="18578" y="16710"/>
                        <a:pt x="18578" y="16710"/>
                        <a:pt x="18578" y="16710"/>
                      </a:cubicBezTo>
                      <a:cubicBezTo>
                        <a:pt x="19280" y="16479"/>
                        <a:pt x="19280" y="16479"/>
                        <a:pt x="19280" y="16479"/>
                      </a:cubicBezTo>
                      <a:cubicBezTo>
                        <a:pt x="19412" y="16402"/>
                        <a:pt x="19412" y="16402"/>
                        <a:pt x="19412" y="16402"/>
                      </a:cubicBezTo>
                      <a:cubicBezTo>
                        <a:pt x="19412" y="16402"/>
                        <a:pt x="19412" y="16325"/>
                        <a:pt x="19368" y="16248"/>
                      </a:cubicBezTo>
                      <a:cubicBezTo>
                        <a:pt x="19368" y="16210"/>
                        <a:pt x="19236" y="16094"/>
                        <a:pt x="19236" y="16094"/>
                      </a:cubicBezTo>
                      <a:cubicBezTo>
                        <a:pt x="19236" y="16094"/>
                        <a:pt x="19280" y="15979"/>
                        <a:pt x="19280" y="15940"/>
                      </a:cubicBezTo>
                      <a:cubicBezTo>
                        <a:pt x="19280" y="15902"/>
                        <a:pt x="19236" y="15632"/>
                        <a:pt x="19236" y="15632"/>
                      </a:cubicBezTo>
                      <a:cubicBezTo>
                        <a:pt x="19148" y="15363"/>
                        <a:pt x="19148" y="15363"/>
                        <a:pt x="19148" y="15363"/>
                      </a:cubicBezTo>
                      <a:cubicBezTo>
                        <a:pt x="19148" y="15363"/>
                        <a:pt x="19061" y="15363"/>
                        <a:pt x="18929" y="15286"/>
                      </a:cubicBezTo>
                      <a:cubicBezTo>
                        <a:pt x="18797" y="15247"/>
                        <a:pt x="18578" y="15132"/>
                        <a:pt x="18578" y="15132"/>
                      </a:cubicBezTo>
                      <a:cubicBezTo>
                        <a:pt x="18358" y="15055"/>
                        <a:pt x="18358" y="15055"/>
                        <a:pt x="18358" y="15055"/>
                      </a:cubicBezTo>
                      <a:cubicBezTo>
                        <a:pt x="18095" y="15016"/>
                        <a:pt x="18095" y="15016"/>
                        <a:pt x="18095" y="15016"/>
                      </a:cubicBezTo>
                      <a:cubicBezTo>
                        <a:pt x="18007" y="14824"/>
                        <a:pt x="18007" y="14824"/>
                        <a:pt x="18007" y="14824"/>
                      </a:cubicBezTo>
                      <a:cubicBezTo>
                        <a:pt x="18183" y="14284"/>
                        <a:pt x="18183" y="14284"/>
                        <a:pt x="18183" y="14284"/>
                      </a:cubicBezTo>
                      <a:cubicBezTo>
                        <a:pt x="18051" y="14015"/>
                        <a:pt x="18051" y="14015"/>
                        <a:pt x="18051" y="14015"/>
                      </a:cubicBezTo>
                      <a:cubicBezTo>
                        <a:pt x="18446" y="13630"/>
                        <a:pt x="18446" y="13630"/>
                        <a:pt x="18446" y="13630"/>
                      </a:cubicBezTo>
                      <a:cubicBezTo>
                        <a:pt x="18622" y="13360"/>
                        <a:pt x="18622" y="13360"/>
                        <a:pt x="18622" y="13360"/>
                      </a:cubicBezTo>
                      <a:cubicBezTo>
                        <a:pt x="18841" y="13206"/>
                        <a:pt x="18841" y="13206"/>
                        <a:pt x="18841" y="13206"/>
                      </a:cubicBezTo>
                      <a:cubicBezTo>
                        <a:pt x="19192" y="13283"/>
                        <a:pt x="19192" y="13283"/>
                        <a:pt x="19192" y="13283"/>
                      </a:cubicBezTo>
                      <a:cubicBezTo>
                        <a:pt x="19324" y="13437"/>
                        <a:pt x="19324" y="13437"/>
                        <a:pt x="19324" y="13437"/>
                      </a:cubicBezTo>
                      <a:cubicBezTo>
                        <a:pt x="19543" y="13476"/>
                        <a:pt x="19543" y="13476"/>
                        <a:pt x="19543" y="13476"/>
                      </a:cubicBezTo>
                      <a:cubicBezTo>
                        <a:pt x="19939" y="13476"/>
                        <a:pt x="19939" y="13476"/>
                        <a:pt x="19939" y="13476"/>
                      </a:cubicBezTo>
                      <a:cubicBezTo>
                        <a:pt x="20378" y="13553"/>
                        <a:pt x="20378" y="13553"/>
                        <a:pt x="20378" y="13553"/>
                      </a:cubicBezTo>
                      <a:cubicBezTo>
                        <a:pt x="20553" y="13784"/>
                        <a:pt x="20553" y="13784"/>
                        <a:pt x="20553" y="13784"/>
                      </a:cubicBezTo>
                      <a:cubicBezTo>
                        <a:pt x="20729" y="14053"/>
                        <a:pt x="20729" y="14053"/>
                        <a:pt x="20729" y="14053"/>
                      </a:cubicBezTo>
                      <a:cubicBezTo>
                        <a:pt x="20729" y="14053"/>
                        <a:pt x="20817" y="14169"/>
                        <a:pt x="20861" y="14207"/>
                      </a:cubicBezTo>
                      <a:cubicBezTo>
                        <a:pt x="20861" y="14207"/>
                        <a:pt x="21036" y="14323"/>
                        <a:pt x="21080" y="14323"/>
                      </a:cubicBezTo>
                      <a:cubicBezTo>
                        <a:pt x="21124" y="14361"/>
                        <a:pt x="21387" y="14400"/>
                        <a:pt x="21387" y="14400"/>
                      </a:cubicBezTo>
                      <a:cubicBezTo>
                        <a:pt x="21387" y="14400"/>
                        <a:pt x="21387" y="14130"/>
                        <a:pt x="21431" y="14053"/>
                      </a:cubicBezTo>
                      <a:cubicBezTo>
                        <a:pt x="21475" y="14015"/>
                        <a:pt x="21563" y="13861"/>
                        <a:pt x="21563" y="13822"/>
                      </a:cubicBezTo>
                      <a:cubicBezTo>
                        <a:pt x="21563" y="13784"/>
                        <a:pt x="21475" y="13514"/>
                        <a:pt x="21475" y="13514"/>
                      </a:cubicBezTo>
                      <a:cubicBezTo>
                        <a:pt x="21168" y="13206"/>
                        <a:pt x="21168" y="13206"/>
                        <a:pt x="21168" y="13206"/>
                      </a:cubicBezTo>
                      <a:cubicBezTo>
                        <a:pt x="20861" y="13014"/>
                        <a:pt x="20861" y="13014"/>
                        <a:pt x="20861" y="13014"/>
                      </a:cubicBezTo>
                      <a:cubicBezTo>
                        <a:pt x="20114" y="12590"/>
                        <a:pt x="20114" y="12590"/>
                        <a:pt x="20114" y="12590"/>
                      </a:cubicBezTo>
                      <a:cubicBezTo>
                        <a:pt x="19061" y="12282"/>
                        <a:pt x="19061" y="12282"/>
                        <a:pt x="19061" y="12282"/>
                      </a:cubicBezTo>
                      <a:cubicBezTo>
                        <a:pt x="18358" y="11897"/>
                        <a:pt x="18358" y="11897"/>
                        <a:pt x="18358" y="11897"/>
                      </a:cubicBezTo>
                      <a:cubicBezTo>
                        <a:pt x="17787" y="11782"/>
                        <a:pt x="17787" y="11782"/>
                        <a:pt x="17787" y="11782"/>
                      </a:cubicBezTo>
                      <a:cubicBezTo>
                        <a:pt x="17787" y="11782"/>
                        <a:pt x="17173" y="11512"/>
                        <a:pt x="17129" y="11512"/>
                      </a:cubicBezTo>
                      <a:cubicBezTo>
                        <a:pt x="17085" y="11512"/>
                        <a:pt x="16953" y="11474"/>
                        <a:pt x="16953" y="11474"/>
                      </a:cubicBezTo>
                      <a:cubicBezTo>
                        <a:pt x="16953" y="11474"/>
                        <a:pt x="16602" y="11397"/>
                        <a:pt x="16602" y="11358"/>
                      </a:cubicBezTo>
                      <a:cubicBezTo>
                        <a:pt x="16558" y="11320"/>
                        <a:pt x="16514" y="11204"/>
                        <a:pt x="16470" y="11166"/>
                      </a:cubicBezTo>
                      <a:cubicBezTo>
                        <a:pt x="16470" y="11127"/>
                        <a:pt x="16514" y="11012"/>
                        <a:pt x="16514" y="11012"/>
                      </a:cubicBezTo>
                      <a:cubicBezTo>
                        <a:pt x="16690" y="10858"/>
                        <a:pt x="16690" y="10858"/>
                        <a:pt x="16690" y="10858"/>
                      </a:cubicBezTo>
                      <a:cubicBezTo>
                        <a:pt x="16690" y="10858"/>
                        <a:pt x="16865" y="10704"/>
                        <a:pt x="16865" y="10665"/>
                      </a:cubicBezTo>
                      <a:cubicBezTo>
                        <a:pt x="16865" y="10627"/>
                        <a:pt x="16909" y="10396"/>
                        <a:pt x="16909" y="10396"/>
                      </a:cubicBezTo>
                      <a:cubicBezTo>
                        <a:pt x="16690" y="10319"/>
                        <a:pt x="16690" y="10319"/>
                        <a:pt x="16690" y="10319"/>
                      </a:cubicBezTo>
                      <a:cubicBezTo>
                        <a:pt x="16163" y="10357"/>
                        <a:pt x="16163" y="10357"/>
                        <a:pt x="16163" y="10357"/>
                      </a:cubicBezTo>
                      <a:cubicBezTo>
                        <a:pt x="15329" y="10434"/>
                        <a:pt x="15329" y="10434"/>
                        <a:pt x="15329" y="10434"/>
                      </a:cubicBezTo>
                      <a:cubicBezTo>
                        <a:pt x="14890" y="10434"/>
                        <a:pt x="14890" y="10434"/>
                        <a:pt x="14890" y="10434"/>
                      </a:cubicBezTo>
                      <a:cubicBezTo>
                        <a:pt x="14319" y="10126"/>
                        <a:pt x="14319" y="10126"/>
                        <a:pt x="14319" y="10126"/>
                      </a:cubicBezTo>
                      <a:cubicBezTo>
                        <a:pt x="13836" y="9780"/>
                        <a:pt x="13836" y="9780"/>
                        <a:pt x="13836" y="9780"/>
                      </a:cubicBezTo>
                      <a:cubicBezTo>
                        <a:pt x="13529" y="9626"/>
                        <a:pt x="13529" y="9626"/>
                        <a:pt x="13529" y="9626"/>
                      </a:cubicBezTo>
                      <a:cubicBezTo>
                        <a:pt x="13090" y="9202"/>
                        <a:pt x="13090" y="9202"/>
                        <a:pt x="13090" y="9202"/>
                      </a:cubicBezTo>
                      <a:cubicBezTo>
                        <a:pt x="12870" y="8933"/>
                        <a:pt x="12870" y="8933"/>
                        <a:pt x="12870" y="8933"/>
                      </a:cubicBezTo>
                      <a:cubicBezTo>
                        <a:pt x="12870" y="8933"/>
                        <a:pt x="12739" y="8548"/>
                        <a:pt x="12695" y="8394"/>
                      </a:cubicBezTo>
                      <a:cubicBezTo>
                        <a:pt x="12651" y="8278"/>
                        <a:pt x="12300" y="7855"/>
                        <a:pt x="12300" y="7855"/>
                      </a:cubicBezTo>
                      <a:cubicBezTo>
                        <a:pt x="12300" y="7855"/>
                        <a:pt x="12124" y="7508"/>
                        <a:pt x="12124" y="7470"/>
                      </a:cubicBezTo>
                      <a:cubicBezTo>
                        <a:pt x="12124" y="7431"/>
                        <a:pt x="12036" y="7161"/>
                        <a:pt x="12036" y="7161"/>
                      </a:cubicBezTo>
                      <a:cubicBezTo>
                        <a:pt x="11465" y="6930"/>
                        <a:pt x="11465" y="6930"/>
                        <a:pt x="11465" y="6930"/>
                      </a:cubicBezTo>
                      <a:cubicBezTo>
                        <a:pt x="10719" y="6545"/>
                        <a:pt x="10719" y="6545"/>
                        <a:pt x="10719" y="6545"/>
                      </a:cubicBezTo>
                      <a:cubicBezTo>
                        <a:pt x="10104" y="6199"/>
                        <a:pt x="10104" y="6199"/>
                        <a:pt x="10104" y="6199"/>
                      </a:cubicBezTo>
                      <a:cubicBezTo>
                        <a:pt x="9797" y="5814"/>
                        <a:pt x="9797" y="5814"/>
                        <a:pt x="9797" y="5814"/>
                      </a:cubicBezTo>
                      <a:cubicBezTo>
                        <a:pt x="9534" y="5198"/>
                        <a:pt x="9534" y="5198"/>
                        <a:pt x="9534" y="5198"/>
                      </a:cubicBezTo>
                      <a:cubicBezTo>
                        <a:pt x="9490" y="4697"/>
                        <a:pt x="9490" y="4697"/>
                        <a:pt x="9490" y="4697"/>
                      </a:cubicBezTo>
                      <a:cubicBezTo>
                        <a:pt x="9797" y="4582"/>
                        <a:pt x="9797" y="4582"/>
                        <a:pt x="9797" y="4582"/>
                      </a:cubicBezTo>
                      <a:cubicBezTo>
                        <a:pt x="9797" y="4351"/>
                        <a:pt x="9797" y="4351"/>
                        <a:pt x="9797" y="4351"/>
                      </a:cubicBezTo>
                      <a:cubicBezTo>
                        <a:pt x="9534" y="4197"/>
                        <a:pt x="9534" y="4197"/>
                        <a:pt x="9534" y="4197"/>
                      </a:cubicBezTo>
                      <a:cubicBezTo>
                        <a:pt x="9534" y="3966"/>
                        <a:pt x="9534" y="3966"/>
                        <a:pt x="9534" y="3966"/>
                      </a:cubicBezTo>
                      <a:cubicBezTo>
                        <a:pt x="9402" y="3889"/>
                        <a:pt x="9402" y="3889"/>
                        <a:pt x="9402" y="3889"/>
                      </a:cubicBezTo>
                      <a:cubicBezTo>
                        <a:pt x="9226" y="3696"/>
                        <a:pt x="9226" y="3696"/>
                        <a:pt x="9226" y="3696"/>
                      </a:cubicBezTo>
                      <a:cubicBezTo>
                        <a:pt x="9578" y="3542"/>
                        <a:pt x="9578" y="3542"/>
                        <a:pt x="9578" y="3542"/>
                      </a:cubicBezTo>
                      <a:cubicBezTo>
                        <a:pt x="9578" y="3542"/>
                        <a:pt x="9709" y="3388"/>
                        <a:pt x="9885" y="3388"/>
                      </a:cubicBezTo>
                      <a:cubicBezTo>
                        <a:pt x="10061" y="3388"/>
                        <a:pt x="10192" y="3234"/>
                        <a:pt x="10192" y="3234"/>
                      </a:cubicBezTo>
                      <a:cubicBezTo>
                        <a:pt x="10192" y="3234"/>
                        <a:pt x="10324" y="3119"/>
                        <a:pt x="10368" y="3119"/>
                      </a:cubicBezTo>
                      <a:cubicBezTo>
                        <a:pt x="10456" y="3119"/>
                        <a:pt x="10543" y="3080"/>
                        <a:pt x="10631" y="3042"/>
                      </a:cubicBezTo>
                      <a:cubicBezTo>
                        <a:pt x="10675" y="3042"/>
                        <a:pt x="10807" y="3003"/>
                        <a:pt x="10807" y="3003"/>
                      </a:cubicBezTo>
                      <a:cubicBezTo>
                        <a:pt x="10807" y="2965"/>
                        <a:pt x="10851" y="2695"/>
                        <a:pt x="10895" y="2695"/>
                      </a:cubicBezTo>
                      <a:cubicBezTo>
                        <a:pt x="10939" y="2695"/>
                        <a:pt x="11026" y="2849"/>
                        <a:pt x="11158" y="2849"/>
                      </a:cubicBezTo>
                      <a:cubicBezTo>
                        <a:pt x="11202" y="2849"/>
                        <a:pt x="11290" y="2926"/>
                        <a:pt x="11334" y="2888"/>
                      </a:cubicBezTo>
                      <a:cubicBezTo>
                        <a:pt x="11422" y="2849"/>
                        <a:pt x="11465" y="2734"/>
                        <a:pt x="11465" y="2734"/>
                      </a:cubicBezTo>
                      <a:cubicBezTo>
                        <a:pt x="11509" y="2695"/>
                        <a:pt x="11553" y="2657"/>
                        <a:pt x="11685" y="2618"/>
                      </a:cubicBezTo>
                      <a:cubicBezTo>
                        <a:pt x="11685" y="2618"/>
                        <a:pt x="11685" y="2618"/>
                        <a:pt x="11685" y="2618"/>
                      </a:cubicBezTo>
                      <a:cubicBezTo>
                        <a:pt x="11685" y="2618"/>
                        <a:pt x="11597" y="2580"/>
                        <a:pt x="11597" y="2580"/>
                      </a:cubicBezTo>
                      <a:cubicBezTo>
                        <a:pt x="11597" y="2541"/>
                        <a:pt x="11597" y="2541"/>
                        <a:pt x="11641" y="2503"/>
                      </a:cubicBezTo>
                      <a:cubicBezTo>
                        <a:pt x="11641" y="2464"/>
                        <a:pt x="11641" y="2464"/>
                        <a:pt x="11685" y="2426"/>
                      </a:cubicBezTo>
                      <a:cubicBezTo>
                        <a:pt x="11685" y="2426"/>
                        <a:pt x="11685" y="2349"/>
                        <a:pt x="11685" y="2349"/>
                      </a:cubicBezTo>
                      <a:cubicBezTo>
                        <a:pt x="11685" y="2349"/>
                        <a:pt x="11729" y="2310"/>
                        <a:pt x="11685" y="2310"/>
                      </a:cubicBezTo>
                      <a:cubicBezTo>
                        <a:pt x="11685" y="2272"/>
                        <a:pt x="11641" y="2233"/>
                        <a:pt x="11641" y="2233"/>
                      </a:cubicBezTo>
                      <a:cubicBezTo>
                        <a:pt x="11641" y="2233"/>
                        <a:pt x="11641" y="2233"/>
                        <a:pt x="11597" y="2233"/>
                      </a:cubicBezTo>
                      <a:cubicBezTo>
                        <a:pt x="11597" y="2272"/>
                        <a:pt x="11597" y="2272"/>
                        <a:pt x="11597" y="2272"/>
                      </a:cubicBezTo>
                      <a:cubicBezTo>
                        <a:pt x="11509" y="2310"/>
                        <a:pt x="11509" y="2310"/>
                        <a:pt x="11509" y="2310"/>
                      </a:cubicBezTo>
                      <a:cubicBezTo>
                        <a:pt x="11509" y="2310"/>
                        <a:pt x="11465" y="2233"/>
                        <a:pt x="11465" y="2233"/>
                      </a:cubicBezTo>
                      <a:cubicBezTo>
                        <a:pt x="11422" y="2233"/>
                        <a:pt x="11422" y="2233"/>
                        <a:pt x="11422" y="2195"/>
                      </a:cubicBezTo>
                      <a:cubicBezTo>
                        <a:pt x="11422" y="2195"/>
                        <a:pt x="11465" y="2156"/>
                        <a:pt x="11465" y="2156"/>
                      </a:cubicBezTo>
                      <a:cubicBezTo>
                        <a:pt x="11465" y="2156"/>
                        <a:pt x="11422" y="2118"/>
                        <a:pt x="11422" y="2118"/>
                      </a:cubicBezTo>
                      <a:cubicBezTo>
                        <a:pt x="11422" y="2118"/>
                        <a:pt x="11465" y="2041"/>
                        <a:pt x="11509" y="2041"/>
                      </a:cubicBezTo>
                      <a:cubicBezTo>
                        <a:pt x="11553" y="2002"/>
                        <a:pt x="11641" y="1925"/>
                        <a:pt x="11641" y="1925"/>
                      </a:cubicBezTo>
                      <a:cubicBezTo>
                        <a:pt x="11685" y="1848"/>
                        <a:pt x="11685" y="1848"/>
                        <a:pt x="11685" y="1848"/>
                      </a:cubicBezTo>
                      <a:cubicBezTo>
                        <a:pt x="11641" y="1810"/>
                        <a:pt x="11641" y="1810"/>
                        <a:pt x="11641" y="1810"/>
                      </a:cubicBezTo>
                      <a:cubicBezTo>
                        <a:pt x="11641" y="1810"/>
                        <a:pt x="11597" y="1848"/>
                        <a:pt x="11597" y="1848"/>
                      </a:cubicBezTo>
                      <a:cubicBezTo>
                        <a:pt x="11509" y="1810"/>
                        <a:pt x="11509" y="1810"/>
                        <a:pt x="11509" y="1810"/>
                      </a:cubicBezTo>
                      <a:cubicBezTo>
                        <a:pt x="11422" y="1771"/>
                        <a:pt x="11422" y="1771"/>
                        <a:pt x="11422" y="1771"/>
                      </a:cubicBezTo>
                      <a:cubicBezTo>
                        <a:pt x="11290" y="1771"/>
                        <a:pt x="11290" y="1771"/>
                        <a:pt x="11290" y="1771"/>
                      </a:cubicBezTo>
                      <a:cubicBezTo>
                        <a:pt x="11202" y="1694"/>
                        <a:pt x="11202" y="1694"/>
                        <a:pt x="11202" y="1694"/>
                      </a:cubicBezTo>
                      <a:cubicBezTo>
                        <a:pt x="11246" y="1617"/>
                        <a:pt x="11246" y="1617"/>
                        <a:pt x="11246" y="1617"/>
                      </a:cubicBezTo>
                      <a:cubicBezTo>
                        <a:pt x="11246" y="1540"/>
                        <a:pt x="11246" y="1540"/>
                        <a:pt x="11246" y="1540"/>
                      </a:cubicBezTo>
                      <a:cubicBezTo>
                        <a:pt x="11246" y="1540"/>
                        <a:pt x="11334" y="1463"/>
                        <a:pt x="11334" y="1463"/>
                      </a:cubicBezTo>
                      <a:cubicBezTo>
                        <a:pt x="11378" y="1425"/>
                        <a:pt x="11465" y="1386"/>
                        <a:pt x="11465" y="1386"/>
                      </a:cubicBezTo>
                      <a:cubicBezTo>
                        <a:pt x="11509" y="1309"/>
                        <a:pt x="11509" y="1309"/>
                        <a:pt x="11509" y="1309"/>
                      </a:cubicBezTo>
                      <a:cubicBezTo>
                        <a:pt x="11509" y="1309"/>
                        <a:pt x="11553" y="1271"/>
                        <a:pt x="11597" y="1271"/>
                      </a:cubicBezTo>
                      <a:cubicBezTo>
                        <a:pt x="11641" y="1271"/>
                        <a:pt x="11641" y="1309"/>
                        <a:pt x="11641" y="1271"/>
                      </a:cubicBezTo>
                      <a:cubicBezTo>
                        <a:pt x="11685" y="1271"/>
                        <a:pt x="11685" y="1194"/>
                        <a:pt x="11685" y="1155"/>
                      </a:cubicBezTo>
                      <a:cubicBezTo>
                        <a:pt x="11685" y="1040"/>
                        <a:pt x="11685" y="1040"/>
                        <a:pt x="11685" y="1040"/>
                      </a:cubicBezTo>
                      <a:cubicBezTo>
                        <a:pt x="11465" y="1078"/>
                        <a:pt x="11465" y="1078"/>
                        <a:pt x="11465" y="1078"/>
                      </a:cubicBezTo>
                      <a:cubicBezTo>
                        <a:pt x="11465" y="1078"/>
                        <a:pt x="11246" y="1040"/>
                        <a:pt x="11114" y="1040"/>
                      </a:cubicBezTo>
                      <a:cubicBezTo>
                        <a:pt x="10939" y="1040"/>
                        <a:pt x="10587" y="963"/>
                        <a:pt x="10587" y="963"/>
                      </a:cubicBezTo>
                      <a:cubicBezTo>
                        <a:pt x="10148" y="847"/>
                        <a:pt x="10148" y="847"/>
                        <a:pt x="10148" y="847"/>
                      </a:cubicBezTo>
                      <a:cubicBezTo>
                        <a:pt x="9885" y="847"/>
                        <a:pt x="9885" y="847"/>
                        <a:pt x="9885" y="847"/>
                      </a:cubicBezTo>
                      <a:cubicBezTo>
                        <a:pt x="9490" y="809"/>
                        <a:pt x="9490" y="809"/>
                        <a:pt x="9490" y="809"/>
                      </a:cubicBezTo>
                      <a:cubicBezTo>
                        <a:pt x="9490" y="809"/>
                        <a:pt x="9446" y="732"/>
                        <a:pt x="9402" y="693"/>
                      </a:cubicBezTo>
                      <a:cubicBezTo>
                        <a:pt x="9402" y="655"/>
                        <a:pt x="9270" y="578"/>
                        <a:pt x="9270" y="578"/>
                      </a:cubicBezTo>
                      <a:cubicBezTo>
                        <a:pt x="9270" y="501"/>
                        <a:pt x="9270" y="501"/>
                        <a:pt x="9270" y="501"/>
                      </a:cubicBezTo>
                      <a:cubicBezTo>
                        <a:pt x="9183" y="308"/>
                        <a:pt x="9183" y="308"/>
                        <a:pt x="9183" y="308"/>
                      </a:cubicBezTo>
                      <a:cubicBezTo>
                        <a:pt x="9095" y="154"/>
                        <a:pt x="9095" y="154"/>
                        <a:pt x="9095" y="154"/>
                      </a:cubicBezTo>
                      <a:cubicBezTo>
                        <a:pt x="9183" y="39"/>
                        <a:pt x="9183" y="39"/>
                        <a:pt x="9183" y="39"/>
                      </a:cubicBezTo>
                      <a:cubicBezTo>
                        <a:pt x="9095" y="0"/>
                        <a:pt x="9095" y="0"/>
                        <a:pt x="9095" y="0"/>
                      </a:cubicBezTo>
                      <a:cubicBezTo>
                        <a:pt x="9095" y="0"/>
                        <a:pt x="8919" y="39"/>
                        <a:pt x="8831" y="39"/>
                      </a:cubicBezTo>
                      <a:cubicBezTo>
                        <a:pt x="8787" y="77"/>
                        <a:pt x="8524" y="116"/>
                        <a:pt x="8524" y="116"/>
                      </a:cubicBezTo>
                      <a:cubicBezTo>
                        <a:pt x="8436" y="154"/>
                        <a:pt x="8436" y="154"/>
                        <a:pt x="8436" y="154"/>
                      </a:cubicBezTo>
                      <a:cubicBezTo>
                        <a:pt x="8085" y="154"/>
                        <a:pt x="8085" y="154"/>
                        <a:pt x="8085" y="154"/>
                      </a:cubicBezTo>
                      <a:cubicBezTo>
                        <a:pt x="7734" y="193"/>
                        <a:pt x="7734" y="193"/>
                        <a:pt x="7734" y="193"/>
                      </a:cubicBezTo>
                      <a:cubicBezTo>
                        <a:pt x="7602" y="270"/>
                        <a:pt x="7602" y="270"/>
                        <a:pt x="7602" y="270"/>
                      </a:cubicBezTo>
                      <a:cubicBezTo>
                        <a:pt x="7339" y="385"/>
                        <a:pt x="7339" y="385"/>
                        <a:pt x="7339" y="385"/>
                      </a:cubicBezTo>
                      <a:cubicBezTo>
                        <a:pt x="7339" y="539"/>
                        <a:pt x="7339" y="539"/>
                        <a:pt x="7339" y="539"/>
                      </a:cubicBezTo>
                      <a:cubicBezTo>
                        <a:pt x="7207" y="693"/>
                        <a:pt x="7207" y="693"/>
                        <a:pt x="7207" y="693"/>
                      </a:cubicBezTo>
                      <a:cubicBezTo>
                        <a:pt x="6987" y="693"/>
                        <a:pt x="6987" y="693"/>
                        <a:pt x="6987" y="693"/>
                      </a:cubicBezTo>
                      <a:cubicBezTo>
                        <a:pt x="6768" y="539"/>
                        <a:pt x="6768" y="539"/>
                        <a:pt x="6768" y="539"/>
                      </a:cubicBezTo>
                      <a:cubicBezTo>
                        <a:pt x="6680" y="616"/>
                        <a:pt x="6680" y="616"/>
                        <a:pt x="6680" y="616"/>
                      </a:cubicBezTo>
                      <a:cubicBezTo>
                        <a:pt x="6461" y="578"/>
                        <a:pt x="6461" y="578"/>
                        <a:pt x="6461" y="578"/>
                      </a:cubicBezTo>
                      <a:cubicBezTo>
                        <a:pt x="6417" y="578"/>
                        <a:pt x="6417" y="578"/>
                        <a:pt x="6417" y="578"/>
                      </a:cubicBezTo>
                      <a:cubicBezTo>
                        <a:pt x="6373" y="578"/>
                        <a:pt x="6373" y="578"/>
                        <a:pt x="6373" y="578"/>
                      </a:cubicBezTo>
                      <a:cubicBezTo>
                        <a:pt x="6373" y="578"/>
                        <a:pt x="6329" y="616"/>
                        <a:pt x="6329" y="616"/>
                      </a:cubicBezTo>
                      <a:cubicBezTo>
                        <a:pt x="6373" y="693"/>
                        <a:pt x="6373" y="693"/>
                        <a:pt x="6373" y="693"/>
                      </a:cubicBezTo>
                      <a:cubicBezTo>
                        <a:pt x="6329" y="732"/>
                        <a:pt x="6329" y="732"/>
                        <a:pt x="6329" y="732"/>
                      </a:cubicBezTo>
                      <a:cubicBezTo>
                        <a:pt x="6373" y="809"/>
                        <a:pt x="6373" y="809"/>
                        <a:pt x="6373" y="809"/>
                      </a:cubicBezTo>
                      <a:cubicBezTo>
                        <a:pt x="6373" y="809"/>
                        <a:pt x="6329" y="847"/>
                        <a:pt x="6285" y="886"/>
                      </a:cubicBezTo>
                      <a:cubicBezTo>
                        <a:pt x="6241" y="886"/>
                        <a:pt x="6329" y="963"/>
                        <a:pt x="6329" y="963"/>
                      </a:cubicBezTo>
                      <a:cubicBezTo>
                        <a:pt x="6329" y="963"/>
                        <a:pt x="6373" y="963"/>
                        <a:pt x="6461" y="1001"/>
                      </a:cubicBezTo>
                      <a:cubicBezTo>
                        <a:pt x="6504" y="1040"/>
                        <a:pt x="6461" y="1040"/>
                        <a:pt x="6461" y="1040"/>
                      </a:cubicBezTo>
                      <a:cubicBezTo>
                        <a:pt x="6461" y="1078"/>
                        <a:pt x="6461" y="1117"/>
                        <a:pt x="6417" y="1117"/>
                      </a:cubicBezTo>
                      <a:cubicBezTo>
                        <a:pt x="6417" y="1155"/>
                        <a:pt x="6417" y="1155"/>
                        <a:pt x="6417" y="1155"/>
                      </a:cubicBezTo>
                      <a:cubicBezTo>
                        <a:pt x="6373" y="1155"/>
                        <a:pt x="6373" y="1155"/>
                        <a:pt x="6373" y="1155"/>
                      </a:cubicBezTo>
                      <a:cubicBezTo>
                        <a:pt x="6373" y="1155"/>
                        <a:pt x="6241" y="1194"/>
                        <a:pt x="6241" y="1155"/>
                      </a:cubicBezTo>
                      <a:cubicBezTo>
                        <a:pt x="6197" y="1155"/>
                        <a:pt x="6241" y="1155"/>
                        <a:pt x="6241" y="1155"/>
                      </a:cubicBezTo>
                      <a:cubicBezTo>
                        <a:pt x="6197" y="1155"/>
                        <a:pt x="6197" y="1155"/>
                        <a:pt x="6197" y="1155"/>
                      </a:cubicBezTo>
                      <a:cubicBezTo>
                        <a:pt x="6197" y="1155"/>
                        <a:pt x="6065" y="1078"/>
                        <a:pt x="6065" y="1078"/>
                      </a:cubicBezTo>
                      <a:cubicBezTo>
                        <a:pt x="6065" y="1040"/>
                        <a:pt x="6065" y="1040"/>
                        <a:pt x="6065" y="1040"/>
                      </a:cubicBezTo>
                      <a:cubicBezTo>
                        <a:pt x="6065" y="1040"/>
                        <a:pt x="6022" y="1001"/>
                        <a:pt x="6022" y="1001"/>
                      </a:cubicBezTo>
                      <a:cubicBezTo>
                        <a:pt x="5978" y="1001"/>
                        <a:pt x="5978" y="1040"/>
                        <a:pt x="5978" y="1040"/>
                      </a:cubicBezTo>
                      <a:cubicBezTo>
                        <a:pt x="5934" y="1040"/>
                        <a:pt x="5890" y="1040"/>
                        <a:pt x="5846" y="1040"/>
                      </a:cubicBezTo>
                      <a:cubicBezTo>
                        <a:pt x="5846" y="1040"/>
                        <a:pt x="5846" y="1078"/>
                        <a:pt x="5802" y="1078"/>
                      </a:cubicBezTo>
                      <a:cubicBezTo>
                        <a:pt x="5802" y="1117"/>
                        <a:pt x="5802" y="1117"/>
                        <a:pt x="5802" y="1155"/>
                      </a:cubicBezTo>
                      <a:cubicBezTo>
                        <a:pt x="5758" y="1155"/>
                        <a:pt x="5758" y="1194"/>
                        <a:pt x="5758" y="1194"/>
                      </a:cubicBezTo>
                      <a:cubicBezTo>
                        <a:pt x="5758" y="1232"/>
                        <a:pt x="5758" y="1232"/>
                        <a:pt x="5758" y="1232"/>
                      </a:cubicBezTo>
                      <a:cubicBezTo>
                        <a:pt x="5714" y="1309"/>
                        <a:pt x="5714" y="1309"/>
                        <a:pt x="5714" y="1309"/>
                      </a:cubicBezTo>
                      <a:cubicBezTo>
                        <a:pt x="5758" y="1309"/>
                        <a:pt x="5758" y="1309"/>
                        <a:pt x="5758" y="1309"/>
                      </a:cubicBezTo>
                      <a:cubicBezTo>
                        <a:pt x="5758" y="1309"/>
                        <a:pt x="5758" y="1386"/>
                        <a:pt x="5758" y="1386"/>
                      </a:cubicBezTo>
                      <a:cubicBezTo>
                        <a:pt x="5758" y="1425"/>
                        <a:pt x="5758" y="1425"/>
                        <a:pt x="5758" y="1425"/>
                      </a:cubicBezTo>
                      <a:cubicBezTo>
                        <a:pt x="5802" y="1463"/>
                        <a:pt x="5846" y="1425"/>
                        <a:pt x="5846" y="1425"/>
                      </a:cubicBezTo>
                      <a:cubicBezTo>
                        <a:pt x="5846" y="1425"/>
                        <a:pt x="5890" y="1463"/>
                        <a:pt x="5890" y="1502"/>
                      </a:cubicBezTo>
                      <a:cubicBezTo>
                        <a:pt x="5934" y="1502"/>
                        <a:pt x="5890" y="1540"/>
                        <a:pt x="5890" y="1540"/>
                      </a:cubicBezTo>
                      <a:cubicBezTo>
                        <a:pt x="5890" y="1540"/>
                        <a:pt x="5846" y="1579"/>
                        <a:pt x="5846" y="1579"/>
                      </a:cubicBezTo>
                      <a:cubicBezTo>
                        <a:pt x="5802" y="1579"/>
                        <a:pt x="5802" y="1579"/>
                        <a:pt x="5846" y="1617"/>
                      </a:cubicBezTo>
                      <a:cubicBezTo>
                        <a:pt x="5846" y="1656"/>
                        <a:pt x="5890" y="1656"/>
                        <a:pt x="5890" y="1656"/>
                      </a:cubicBezTo>
                      <a:cubicBezTo>
                        <a:pt x="5934" y="1656"/>
                        <a:pt x="5934" y="1771"/>
                        <a:pt x="5934" y="1771"/>
                      </a:cubicBezTo>
                      <a:cubicBezTo>
                        <a:pt x="5934" y="1810"/>
                        <a:pt x="5890" y="1848"/>
                        <a:pt x="5890" y="1848"/>
                      </a:cubicBezTo>
                      <a:cubicBezTo>
                        <a:pt x="5890" y="1848"/>
                        <a:pt x="5890" y="1848"/>
                        <a:pt x="5890" y="1848"/>
                      </a:cubicBezTo>
                      <a:cubicBezTo>
                        <a:pt x="5846" y="1848"/>
                        <a:pt x="5846" y="1848"/>
                        <a:pt x="5846" y="1887"/>
                      </a:cubicBezTo>
                      <a:cubicBezTo>
                        <a:pt x="5846" y="1887"/>
                        <a:pt x="5758" y="1887"/>
                        <a:pt x="5758" y="1887"/>
                      </a:cubicBezTo>
                      <a:cubicBezTo>
                        <a:pt x="5758" y="1887"/>
                        <a:pt x="5802" y="1810"/>
                        <a:pt x="5758" y="1810"/>
                      </a:cubicBezTo>
                      <a:cubicBezTo>
                        <a:pt x="5758" y="1771"/>
                        <a:pt x="5714" y="1771"/>
                        <a:pt x="5670" y="1733"/>
                      </a:cubicBezTo>
                      <a:cubicBezTo>
                        <a:pt x="5626" y="1656"/>
                        <a:pt x="5670" y="1656"/>
                        <a:pt x="5670" y="1656"/>
                      </a:cubicBezTo>
                      <a:cubicBezTo>
                        <a:pt x="5670" y="1656"/>
                        <a:pt x="5670" y="1656"/>
                        <a:pt x="5626" y="1617"/>
                      </a:cubicBezTo>
                      <a:cubicBezTo>
                        <a:pt x="5626" y="1579"/>
                        <a:pt x="5626" y="1540"/>
                        <a:pt x="5626" y="1540"/>
                      </a:cubicBezTo>
                      <a:cubicBezTo>
                        <a:pt x="5626" y="1540"/>
                        <a:pt x="5539" y="1540"/>
                        <a:pt x="5495" y="1540"/>
                      </a:cubicBezTo>
                      <a:cubicBezTo>
                        <a:pt x="5407" y="1540"/>
                        <a:pt x="5451" y="1579"/>
                        <a:pt x="5451" y="1579"/>
                      </a:cubicBezTo>
                      <a:cubicBezTo>
                        <a:pt x="5363" y="1579"/>
                        <a:pt x="5363" y="1579"/>
                        <a:pt x="5363" y="1579"/>
                      </a:cubicBezTo>
                      <a:cubicBezTo>
                        <a:pt x="5363" y="1579"/>
                        <a:pt x="5319" y="1617"/>
                        <a:pt x="5319" y="1617"/>
                      </a:cubicBezTo>
                      <a:cubicBezTo>
                        <a:pt x="5275" y="1656"/>
                        <a:pt x="5275" y="1617"/>
                        <a:pt x="5231" y="1617"/>
                      </a:cubicBezTo>
                      <a:cubicBezTo>
                        <a:pt x="5231" y="1617"/>
                        <a:pt x="5187" y="1617"/>
                        <a:pt x="5187" y="1617"/>
                      </a:cubicBezTo>
                      <a:cubicBezTo>
                        <a:pt x="5187" y="1617"/>
                        <a:pt x="5143" y="1656"/>
                        <a:pt x="5187" y="1694"/>
                      </a:cubicBezTo>
                      <a:cubicBezTo>
                        <a:pt x="5187" y="1733"/>
                        <a:pt x="5187" y="1733"/>
                        <a:pt x="5143" y="1733"/>
                      </a:cubicBezTo>
                      <a:cubicBezTo>
                        <a:pt x="5143" y="1771"/>
                        <a:pt x="5056" y="1733"/>
                        <a:pt x="4968" y="1733"/>
                      </a:cubicBezTo>
                      <a:cubicBezTo>
                        <a:pt x="4836" y="1733"/>
                        <a:pt x="4924" y="1694"/>
                        <a:pt x="4880" y="1694"/>
                      </a:cubicBezTo>
                      <a:cubicBezTo>
                        <a:pt x="4880" y="1656"/>
                        <a:pt x="4792" y="1656"/>
                        <a:pt x="4792" y="1617"/>
                      </a:cubicBezTo>
                      <a:cubicBezTo>
                        <a:pt x="4792" y="1540"/>
                        <a:pt x="4792" y="1540"/>
                        <a:pt x="4792" y="1502"/>
                      </a:cubicBezTo>
                      <a:cubicBezTo>
                        <a:pt x="4792" y="1463"/>
                        <a:pt x="4748" y="1425"/>
                        <a:pt x="4748" y="1425"/>
                      </a:cubicBezTo>
                      <a:cubicBezTo>
                        <a:pt x="4704" y="1386"/>
                        <a:pt x="4748" y="1348"/>
                        <a:pt x="4792" y="1348"/>
                      </a:cubicBezTo>
                      <a:cubicBezTo>
                        <a:pt x="4792" y="1309"/>
                        <a:pt x="4748" y="1309"/>
                        <a:pt x="4748" y="1309"/>
                      </a:cubicBezTo>
                      <a:cubicBezTo>
                        <a:pt x="4661" y="1348"/>
                        <a:pt x="4661" y="1348"/>
                        <a:pt x="4661" y="1348"/>
                      </a:cubicBezTo>
                      <a:cubicBezTo>
                        <a:pt x="4617" y="1348"/>
                        <a:pt x="4617" y="1348"/>
                        <a:pt x="4617" y="1348"/>
                      </a:cubicBezTo>
                      <a:cubicBezTo>
                        <a:pt x="4617" y="1348"/>
                        <a:pt x="4573" y="1309"/>
                        <a:pt x="4529" y="1309"/>
                      </a:cubicBezTo>
                      <a:cubicBezTo>
                        <a:pt x="4529" y="1271"/>
                        <a:pt x="4485" y="1309"/>
                        <a:pt x="4485" y="1309"/>
                      </a:cubicBezTo>
                      <a:cubicBezTo>
                        <a:pt x="4397" y="1386"/>
                        <a:pt x="4397" y="1386"/>
                        <a:pt x="4397" y="1386"/>
                      </a:cubicBezTo>
                      <a:cubicBezTo>
                        <a:pt x="4397" y="1425"/>
                        <a:pt x="4397" y="1425"/>
                        <a:pt x="4397" y="1425"/>
                      </a:cubicBezTo>
                      <a:cubicBezTo>
                        <a:pt x="4441" y="1502"/>
                        <a:pt x="4441" y="1502"/>
                        <a:pt x="4441" y="1502"/>
                      </a:cubicBezTo>
                      <a:cubicBezTo>
                        <a:pt x="4441" y="1579"/>
                        <a:pt x="4441" y="1579"/>
                        <a:pt x="4441" y="1579"/>
                      </a:cubicBezTo>
                      <a:cubicBezTo>
                        <a:pt x="4441" y="1579"/>
                        <a:pt x="4441" y="1617"/>
                        <a:pt x="4441" y="1656"/>
                      </a:cubicBezTo>
                      <a:cubicBezTo>
                        <a:pt x="4441" y="1656"/>
                        <a:pt x="4441" y="1694"/>
                        <a:pt x="4441" y="1694"/>
                      </a:cubicBezTo>
                      <a:cubicBezTo>
                        <a:pt x="4441" y="1733"/>
                        <a:pt x="4441" y="1733"/>
                        <a:pt x="4441" y="1733"/>
                      </a:cubicBezTo>
                      <a:cubicBezTo>
                        <a:pt x="4441" y="1733"/>
                        <a:pt x="4397" y="1771"/>
                        <a:pt x="4397" y="1810"/>
                      </a:cubicBezTo>
                      <a:cubicBezTo>
                        <a:pt x="4397" y="1810"/>
                        <a:pt x="4397" y="1848"/>
                        <a:pt x="4397" y="1887"/>
                      </a:cubicBezTo>
                      <a:cubicBezTo>
                        <a:pt x="4353" y="1925"/>
                        <a:pt x="4353" y="1925"/>
                        <a:pt x="4353" y="1925"/>
                      </a:cubicBezTo>
                      <a:cubicBezTo>
                        <a:pt x="4353" y="1925"/>
                        <a:pt x="4309" y="1964"/>
                        <a:pt x="4309" y="2002"/>
                      </a:cubicBezTo>
                      <a:cubicBezTo>
                        <a:pt x="4309" y="2002"/>
                        <a:pt x="4222" y="2002"/>
                        <a:pt x="4222" y="2002"/>
                      </a:cubicBezTo>
                      <a:cubicBezTo>
                        <a:pt x="4222" y="2002"/>
                        <a:pt x="4178" y="2079"/>
                        <a:pt x="4134" y="2079"/>
                      </a:cubicBezTo>
                      <a:cubicBezTo>
                        <a:pt x="4134" y="2079"/>
                        <a:pt x="4134" y="2156"/>
                        <a:pt x="4134" y="2195"/>
                      </a:cubicBezTo>
                      <a:cubicBezTo>
                        <a:pt x="4134" y="2195"/>
                        <a:pt x="4134" y="2233"/>
                        <a:pt x="4134" y="2233"/>
                      </a:cubicBezTo>
                      <a:cubicBezTo>
                        <a:pt x="4046" y="2272"/>
                        <a:pt x="4046" y="2272"/>
                        <a:pt x="4046" y="2272"/>
                      </a:cubicBezTo>
                      <a:cubicBezTo>
                        <a:pt x="4046" y="2272"/>
                        <a:pt x="4090" y="2349"/>
                        <a:pt x="4090" y="2349"/>
                      </a:cubicBezTo>
                      <a:cubicBezTo>
                        <a:pt x="4090" y="2387"/>
                        <a:pt x="4046" y="2387"/>
                        <a:pt x="4046" y="2387"/>
                      </a:cubicBezTo>
                      <a:cubicBezTo>
                        <a:pt x="4002" y="2426"/>
                        <a:pt x="4046" y="2426"/>
                        <a:pt x="4046" y="2464"/>
                      </a:cubicBezTo>
                      <a:cubicBezTo>
                        <a:pt x="4002" y="2503"/>
                        <a:pt x="4046" y="2503"/>
                        <a:pt x="4046" y="2503"/>
                      </a:cubicBezTo>
                      <a:cubicBezTo>
                        <a:pt x="4046" y="2541"/>
                        <a:pt x="4178" y="2580"/>
                        <a:pt x="4178" y="2580"/>
                      </a:cubicBezTo>
                      <a:cubicBezTo>
                        <a:pt x="4178" y="2580"/>
                        <a:pt x="4178" y="2580"/>
                        <a:pt x="4134" y="2618"/>
                      </a:cubicBezTo>
                      <a:cubicBezTo>
                        <a:pt x="4046" y="2657"/>
                        <a:pt x="4090" y="2734"/>
                        <a:pt x="4090" y="2734"/>
                      </a:cubicBezTo>
                      <a:cubicBezTo>
                        <a:pt x="4046" y="2772"/>
                        <a:pt x="4046" y="2772"/>
                        <a:pt x="4046" y="2772"/>
                      </a:cubicBezTo>
                      <a:cubicBezTo>
                        <a:pt x="4046" y="2772"/>
                        <a:pt x="4002" y="2734"/>
                        <a:pt x="3958" y="2734"/>
                      </a:cubicBezTo>
                      <a:cubicBezTo>
                        <a:pt x="3958" y="2734"/>
                        <a:pt x="3958" y="2734"/>
                        <a:pt x="3870" y="2734"/>
                      </a:cubicBezTo>
                      <a:cubicBezTo>
                        <a:pt x="3783" y="2734"/>
                        <a:pt x="3870" y="2695"/>
                        <a:pt x="3870" y="2695"/>
                      </a:cubicBezTo>
                      <a:cubicBezTo>
                        <a:pt x="3870" y="2695"/>
                        <a:pt x="3870" y="2618"/>
                        <a:pt x="3870" y="2580"/>
                      </a:cubicBezTo>
                      <a:cubicBezTo>
                        <a:pt x="3870" y="2580"/>
                        <a:pt x="3870" y="2580"/>
                        <a:pt x="3870" y="2580"/>
                      </a:cubicBezTo>
                      <a:cubicBezTo>
                        <a:pt x="3870" y="2580"/>
                        <a:pt x="3870" y="2541"/>
                        <a:pt x="3826" y="2503"/>
                      </a:cubicBezTo>
                      <a:cubicBezTo>
                        <a:pt x="3826" y="2464"/>
                        <a:pt x="3783" y="2464"/>
                        <a:pt x="3783" y="2464"/>
                      </a:cubicBezTo>
                      <a:cubicBezTo>
                        <a:pt x="3651" y="2387"/>
                        <a:pt x="3651" y="2387"/>
                        <a:pt x="3651" y="2387"/>
                      </a:cubicBezTo>
                      <a:cubicBezTo>
                        <a:pt x="3651" y="2387"/>
                        <a:pt x="3695" y="2310"/>
                        <a:pt x="3739" y="2272"/>
                      </a:cubicBezTo>
                      <a:cubicBezTo>
                        <a:pt x="3739" y="2272"/>
                        <a:pt x="3739" y="2272"/>
                        <a:pt x="3739" y="2272"/>
                      </a:cubicBezTo>
                      <a:cubicBezTo>
                        <a:pt x="3739" y="2272"/>
                        <a:pt x="3739" y="2272"/>
                        <a:pt x="3783" y="2233"/>
                      </a:cubicBezTo>
                      <a:cubicBezTo>
                        <a:pt x="3783" y="2195"/>
                        <a:pt x="3739" y="2195"/>
                        <a:pt x="3739" y="2195"/>
                      </a:cubicBezTo>
                      <a:cubicBezTo>
                        <a:pt x="3695" y="2195"/>
                        <a:pt x="3695" y="2195"/>
                        <a:pt x="3695" y="2195"/>
                      </a:cubicBezTo>
                      <a:cubicBezTo>
                        <a:pt x="3651" y="2156"/>
                        <a:pt x="3651" y="2156"/>
                        <a:pt x="3651" y="2156"/>
                      </a:cubicBezTo>
                      <a:cubicBezTo>
                        <a:pt x="3651" y="2156"/>
                        <a:pt x="3563" y="2195"/>
                        <a:pt x="3563" y="2156"/>
                      </a:cubicBezTo>
                      <a:cubicBezTo>
                        <a:pt x="3519" y="2156"/>
                        <a:pt x="3431" y="2156"/>
                        <a:pt x="3431" y="2118"/>
                      </a:cubicBezTo>
                      <a:cubicBezTo>
                        <a:pt x="3431" y="2118"/>
                        <a:pt x="3387" y="2118"/>
                        <a:pt x="3343" y="2118"/>
                      </a:cubicBezTo>
                      <a:cubicBezTo>
                        <a:pt x="3343" y="2118"/>
                        <a:pt x="3300" y="2118"/>
                        <a:pt x="3300" y="2118"/>
                      </a:cubicBezTo>
                      <a:cubicBezTo>
                        <a:pt x="3256" y="2079"/>
                        <a:pt x="3212" y="2041"/>
                        <a:pt x="3212" y="2041"/>
                      </a:cubicBezTo>
                      <a:cubicBezTo>
                        <a:pt x="3212" y="2002"/>
                        <a:pt x="3168" y="1964"/>
                        <a:pt x="3168" y="1964"/>
                      </a:cubicBezTo>
                      <a:cubicBezTo>
                        <a:pt x="3124" y="1964"/>
                        <a:pt x="3124" y="1964"/>
                        <a:pt x="3124" y="1964"/>
                      </a:cubicBezTo>
                      <a:cubicBezTo>
                        <a:pt x="3124" y="1964"/>
                        <a:pt x="3080" y="1887"/>
                        <a:pt x="3036" y="1887"/>
                      </a:cubicBezTo>
                      <a:cubicBezTo>
                        <a:pt x="3036" y="1887"/>
                        <a:pt x="3036" y="1848"/>
                        <a:pt x="3036" y="1848"/>
                      </a:cubicBezTo>
                      <a:cubicBezTo>
                        <a:pt x="2992" y="1810"/>
                        <a:pt x="2992" y="1810"/>
                        <a:pt x="2992" y="1810"/>
                      </a:cubicBezTo>
                      <a:cubicBezTo>
                        <a:pt x="2992" y="1810"/>
                        <a:pt x="2992" y="1771"/>
                        <a:pt x="2992" y="1733"/>
                      </a:cubicBezTo>
                      <a:cubicBezTo>
                        <a:pt x="2992" y="1733"/>
                        <a:pt x="3036" y="1656"/>
                        <a:pt x="3036" y="1656"/>
                      </a:cubicBezTo>
                      <a:cubicBezTo>
                        <a:pt x="3036" y="1656"/>
                        <a:pt x="2992" y="1579"/>
                        <a:pt x="2992" y="1540"/>
                      </a:cubicBezTo>
                      <a:cubicBezTo>
                        <a:pt x="2992" y="1502"/>
                        <a:pt x="3036" y="1425"/>
                        <a:pt x="3036" y="1425"/>
                      </a:cubicBezTo>
                      <a:cubicBezTo>
                        <a:pt x="3036" y="1425"/>
                        <a:pt x="2861" y="1463"/>
                        <a:pt x="2817" y="1502"/>
                      </a:cubicBezTo>
                      <a:cubicBezTo>
                        <a:pt x="2773" y="1502"/>
                        <a:pt x="2773" y="1540"/>
                        <a:pt x="2773" y="1540"/>
                      </a:cubicBezTo>
                      <a:cubicBezTo>
                        <a:pt x="2773" y="1540"/>
                        <a:pt x="2773" y="1579"/>
                        <a:pt x="2773" y="1617"/>
                      </a:cubicBezTo>
                      <a:cubicBezTo>
                        <a:pt x="2729" y="1617"/>
                        <a:pt x="2729" y="1617"/>
                        <a:pt x="2729" y="1617"/>
                      </a:cubicBezTo>
                      <a:cubicBezTo>
                        <a:pt x="2729" y="1617"/>
                        <a:pt x="2641" y="1694"/>
                        <a:pt x="2597" y="1694"/>
                      </a:cubicBezTo>
                      <a:cubicBezTo>
                        <a:pt x="2597" y="1733"/>
                        <a:pt x="2597" y="1733"/>
                        <a:pt x="2553" y="1733"/>
                      </a:cubicBezTo>
                      <a:cubicBezTo>
                        <a:pt x="2509" y="1733"/>
                        <a:pt x="2465" y="1771"/>
                        <a:pt x="2465" y="1771"/>
                      </a:cubicBezTo>
                      <a:cubicBezTo>
                        <a:pt x="2422" y="1810"/>
                        <a:pt x="2422" y="1810"/>
                        <a:pt x="2422" y="1810"/>
                      </a:cubicBezTo>
                      <a:cubicBezTo>
                        <a:pt x="2465" y="1848"/>
                        <a:pt x="2465" y="1848"/>
                        <a:pt x="2465" y="1848"/>
                      </a:cubicBezTo>
                      <a:cubicBezTo>
                        <a:pt x="2509" y="1964"/>
                        <a:pt x="2509" y="1964"/>
                        <a:pt x="2509" y="1964"/>
                      </a:cubicBezTo>
                      <a:cubicBezTo>
                        <a:pt x="2465" y="2041"/>
                        <a:pt x="2465" y="2041"/>
                        <a:pt x="2465" y="2041"/>
                      </a:cubicBezTo>
                      <a:cubicBezTo>
                        <a:pt x="2465" y="2041"/>
                        <a:pt x="2465" y="2041"/>
                        <a:pt x="2465" y="2079"/>
                      </a:cubicBezTo>
                      <a:cubicBezTo>
                        <a:pt x="2422" y="2156"/>
                        <a:pt x="2422" y="2156"/>
                        <a:pt x="2422" y="2156"/>
                      </a:cubicBezTo>
                      <a:cubicBezTo>
                        <a:pt x="2378" y="2195"/>
                        <a:pt x="2378" y="2195"/>
                        <a:pt x="2378" y="2195"/>
                      </a:cubicBezTo>
                      <a:cubicBezTo>
                        <a:pt x="2334" y="2233"/>
                        <a:pt x="2334" y="2233"/>
                        <a:pt x="2334" y="2233"/>
                      </a:cubicBezTo>
                      <a:cubicBezTo>
                        <a:pt x="2334" y="2233"/>
                        <a:pt x="2334" y="2272"/>
                        <a:pt x="2334" y="2310"/>
                      </a:cubicBezTo>
                      <a:cubicBezTo>
                        <a:pt x="2334" y="2310"/>
                        <a:pt x="2334" y="2349"/>
                        <a:pt x="2290" y="2387"/>
                      </a:cubicBezTo>
                      <a:cubicBezTo>
                        <a:pt x="2246" y="2426"/>
                        <a:pt x="2246" y="2426"/>
                        <a:pt x="2246" y="2426"/>
                      </a:cubicBezTo>
                      <a:cubicBezTo>
                        <a:pt x="2246" y="2426"/>
                        <a:pt x="2202" y="2426"/>
                        <a:pt x="2158" y="2426"/>
                      </a:cubicBezTo>
                      <a:cubicBezTo>
                        <a:pt x="2114" y="2426"/>
                        <a:pt x="2114" y="2464"/>
                        <a:pt x="2070" y="2464"/>
                      </a:cubicBezTo>
                      <a:cubicBezTo>
                        <a:pt x="1983" y="2464"/>
                        <a:pt x="2026" y="2503"/>
                        <a:pt x="2026" y="2541"/>
                      </a:cubicBezTo>
                      <a:cubicBezTo>
                        <a:pt x="2026" y="2541"/>
                        <a:pt x="2026" y="2541"/>
                        <a:pt x="2026" y="2580"/>
                      </a:cubicBezTo>
                      <a:cubicBezTo>
                        <a:pt x="1983" y="2580"/>
                        <a:pt x="1895" y="2580"/>
                        <a:pt x="1895" y="2541"/>
                      </a:cubicBezTo>
                      <a:cubicBezTo>
                        <a:pt x="1851" y="2541"/>
                        <a:pt x="1851" y="2541"/>
                        <a:pt x="1807" y="2541"/>
                      </a:cubicBezTo>
                      <a:cubicBezTo>
                        <a:pt x="1807" y="2580"/>
                        <a:pt x="1763" y="2503"/>
                        <a:pt x="1763" y="2503"/>
                      </a:cubicBezTo>
                      <a:cubicBezTo>
                        <a:pt x="1763" y="2503"/>
                        <a:pt x="1719" y="2464"/>
                        <a:pt x="1719" y="2464"/>
                      </a:cubicBezTo>
                      <a:cubicBezTo>
                        <a:pt x="1719" y="2426"/>
                        <a:pt x="1631" y="2464"/>
                        <a:pt x="1631" y="2464"/>
                      </a:cubicBezTo>
                      <a:cubicBezTo>
                        <a:pt x="1587" y="2426"/>
                        <a:pt x="1500" y="2426"/>
                        <a:pt x="1500" y="2426"/>
                      </a:cubicBezTo>
                      <a:cubicBezTo>
                        <a:pt x="1456" y="2426"/>
                        <a:pt x="1500" y="2464"/>
                        <a:pt x="1500" y="2464"/>
                      </a:cubicBezTo>
                      <a:cubicBezTo>
                        <a:pt x="1500" y="2464"/>
                        <a:pt x="1456" y="2464"/>
                        <a:pt x="1412" y="2464"/>
                      </a:cubicBezTo>
                      <a:cubicBezTo>
                        <a:pt x="1368" y="2464"/>
                        <a:pt x="1368" y="2503"/>
                        <a:pt x="1368" y="2503"/>
                      </a:cubicBezTo>
                      <a:cubicBezTo>
                        <a:pt x="1368" y="2580"/>
                        <a:pt x="1368" y="2580"/>
                        <a:pt x="1368" y="2580"/>
                      </a:cubicBezTo>
                      <a:cubicBezTo>
                        <a:pt x="1368" y="2580"/>
                        <a:pt x="1236" y="2580"/>
                        <a:pt x="1192" y="2580"/>
                      </a:cubicBezTo>
                      <a:cubicBezTo>
                        <a:pt x="1148" y="2580"/>
                        <a:pt x="1104" y="2541"/>
                        <a:pt x="1061" y="2541"/>
                      </a:cubicBezTo>
                      <a:cubicBezTo>
                        <a:pt x="1017" y="2541"/>
                        <a:pt x="973" y="2580"/>
                        <a:pt x="973" y="2580"/>
                      </a:cubicBezTo>
                      <a:cubicBezTo>
                        <a:pt x="973" y="2580"/>
                        <a:pt x="885" y="2618"/>
                        <a:pt x="885" y="2618"/>
                      </a:cubicBezTo>
                      <a:cubicBezTo>
                        <a:pt x="885" y="2618"/>
                        <a:pt x="841" y="2657"/>
                        <a:pt x="797" y="2657"/>
                      </a:cubicBezTo>
                      <a:cubicBezTo>
                        <a:pt x="753" y="2657"/>
                        <a:pt x="753" y="2618"/>
                        <a:pt x="753" y="2618"/>
                      </a:cubicBezTo>
                      <a:cubicBezTo>
                        <a:pt x="753" y="2618"/>
                        <a:pt x="665" y="2541"/>
                        <a:pt x="665" y="2541"/>
                      </a:cubicBezTo>
                      <a:cubicBezTo>
                        <a:pt x="665" y="2541"/>
                        <a:pt x="665" y="2541"/>
                        <a:pt x="665" y="2541"/>
                      </a:cubicBezTo>
                      <a:cubicBezTo>
                        <a:pt x="490" y="2618"/>
                        <a:pt x="490" y="2618"/>
                        <a:pt x="490" y="2618"/>
                      </a:cubicBezTo>
                      <a:cubicBezTo>
                        <a:pt x="270" y="2772"/>
                        <a:pt x="270" y="2772"/>
                        <a:pt x="270" y="2772"/>
                      </a:cubicBezTo>
                      <a:cubicBezTo>
                        <a:pt x="270" y="2965"/>
                        <a:pt x="270" y="2965"/>
                        <a:pt x="270" y="2965"/>
                      </a:cubicBezTo>
                      <a:cubicBezTo>
                        <a:pt x="446" y="3042"/>
                        <a:pt x="358" y="3119"/>
                        <a:pt x="753" y="3273"/>
                      </a:cubicBezTo>
                      <a:cubicBezTo>
                        <a:pt x="797" y="3273"/>
                        <a:pt x="885" y="3465"/>
                        <a:pt x="885" y="3465"/>
                      </a:cubicBezTo>
                      <a:cubicBezTo>
                        <a:pt x="885" y="3504"/>
                        <a:pt x="797" y="3812"/>
                        <a:pt x="753" y="3850"/>
                      </a:cubicBezTo>
                      <a:cubicBezTo>
                        <a:pt x="665" y="3889"/>
                        <a:pt x="578" y="4043"/>
                        <a:pt x="578" y="4043"/>
                      </a:cubicBezTo>
                      <a:cubicBezTo>
                        <a:pt x="578" y="4043"/>
                        <a:pt x="402" y="4197"/>
                        <a:pt x="358" y="4197"/>
                      </a:cubicBezTo>
                      <a:cubicBezTo>
                        <a:pt x="314" y="4197"/>
                        <a:pt x="183" y="4235"/>
                        <a:pt x="139" y="4235"/>
                      </a:cubicBezTo>
                      <a:cubicBezTo>
                        <a:pt x="139" y="4235"/>
                        <a:pt x="-37" y="4235"/>
                        <a:pt x="7" y="4274"/>
                      </a:cubicBezTo>
                      <a:cubicBezTo>
                        <a:pt x="7" y="4274"/>
                        <a:pt x="7" y="4351"/>
                        <a:pt x="7" y="4351"/>
                      </a:cubicBezTo>
                      <a:cubicBezTo>
                        <a:pt x="51" y="4389"/>
                        <a:pt x="183" y="4543"/>
                        <a:pt x="183" y="4543"/>
                      </a:cubicBezTo>
                      <a:cubicBezTo>
                        <a:pt x="402" y="4659"/>
                        <a:pt x="402" y="4659"/>
                        <a:pt x="402" y="4659"/>
                      </a:cubicBezTo>
                      <a:cubicBezTo>
                        <a:pt x="534" y="4774"/>
                        <a:pt x="534" y="4774"/>
                        <a:pt x="534" y="4774"/>
                      </a:cubicBezTo>
                      <a:cubicBezTo>
                        <a:pt x="578" y="5159"/>
                        <a:pt x="578" y="5159"/>
                        <a:pt x="578" y="5159"/>
                      </a:cubicBezTo>
                      <a:cubicBezTo>
                        <a:pt x="402" y="5390"/>
                        <a:pt x="402" y="5390"/>
                        <a:pt x="402" y="5390"/>
                      </a:cubicBezTo>
                      <a:cubicBezTo>
                        <a:pt x="226" y="5583"/>
                        <a:pt x="314" y="5467"/>
                        <a:pt x="358" y="5737"/>
                      </a:cubicBezTo>
                      <a:cubicBezTo>
                        <a:pt x="490" y="5737"/>
                        <a:pt x="490" y="5737"/>
                        <a:pt x="490" y="5737"/>
                      </a:cubicBezTo>
                      <a:cubicBezTo>
                        <a:pt x="709" y="6045"/>
                        <a:pt x="709" y="6045"/>
                        <a:pt x="709" y="6045"/>
                      </a:cubicBezTo>
                      <a:cubicBezTo>
                        <a:pt x="1148" y="6199"/>
                        <a:pt x="1148" y="6199"/>
                        <a:pt x="1148" y="6199"/>
                      </a:cubicBezTo>
                      <a:cubicBezTo>
                        <a:pt x="1543" y="6199"/>
                        <a:pt x="1543" y="6199"/>
                        <a:pt x="1543" y="6199"/>
                      </a:cubicBezTo>
                      <a:cubicBezTo>
                        <a:pt x="1719" y="6314"/>
                        <a:pt x="1719" y="6314"/>
                        <a:pt x="1719" y="6314"/>
                      </a:cubicBezTo>
                      <a:cubicBezTo>
                        <a:pt x="1587" y="6738"/>
                        <a:pt x="1587" y="6738"/>
                        <a:pt x="1587" y="6738"/>
                      </a:cubicBezTo>
                      <a:cubicBezTo>
                        <a:pt x="1324" y="6930"/>
                        <a:pt x="1324" y="6930"/>
                        <a:pt x="1324" y="6930"/>
                      </a:cubicBezTo>
                      <a:cubicBezTo>
                        <a:pt x="1324" y="6930"/>
                        <a:pt x="1324" y="6930"/>
                        <a:pt x="1280" y="6930"/>
                      </a:cubicBezTo>
                      <a:cubicBezTo>
                        <a:pt x="1280" y="6930"/>
                        <a:pt x="1324" y="6969"/>
                        <a:pt x="1456" y="7007"/>
                      </a:cubicBezTo>
                      <a:cubicBezTo>
                        <a:pt x="1543" y="7007"/>
                        <a:pt x="1543" y="7084"/>
                        <a:pt x="1675" y="7046"/>
                      </a:cubicBezTo>
                      <a:cubicBezTo>
                        <a:pt x="1807" y="7007"/>
                        <a:pt x="1983" y="6969"/>
                        <a:pt x="2026" y="6930"/>
                      </a:cubicBezTo>
                      <a:cubicBezTo>
                        <a:pt x="2070" y="6853"/>
                        <a:pt x="2158" y="6815"/>
                        <a:pt x="2202" y="6776"/>
                      </a:cubicBezTo>
                      <a:cubicBezTo>
                        <a:pt x="2246" y="6699"/>
                        <a:pt x="2509" y="6430"/>
                        <a:pt x="2553" y="6430"/>
                      </a:cubicBezTo>
                      <a:cubicBezTo>
                        <a:pt x="2553" y="6430"/>
                        <a:pt x="2817" y="6122"/>
                        <a:pt x="2861" y="6083"/>
                      </a:cubicBezTo>
                      <a:cubicBezTo>
                        <a:pt x="2904" y="6045"/>
                        <a:pt x="3256" y="5814"/>
                        <a:pt x="3256" y="5814"/>
                      </a:cubicBezTo>
                      <a:cubicBezTo>
                        <a:pt x="3739" y="5660"/>
                        <a:pt x="3739" y="5660"/>
                        <a:pt x="3739" y="5660"/>
                      </a:cubicBezTo>
                      <a:cubicBezTo>
                        <a:pt x="3739" y="5660"/>
                        <a:pt x="3958" y="5852"/>
                        <a:pt x="4002" y="5891"/>
                      </a:cubicBezTo>
                      <a:cubicBezTo>
                        <a:pt x="4046" y="5891"/>
                        <a:pt x="4529" y="6083"/>
                        <a:pt x="4529" y="6083"/>
                      </a:cubicBezTo>
                      <a:cubicBezTo>
                        <a:pt x="4529" y="6083"/>
                        <a:pt x="4836" y="6199"/>
                        <a:pt x="4880" y="6237"/>
                      </a:cubicBezTo>
                      <a:cubicBezTo>
                        <a:pt x="4880" y="6276"/>
                        <a:pt x="5143" y="6468"/>
                        <a:pt x="5143" y="6468"/>
                      </a:cubicBezTo>
                      <a:cubicBezTo>
                        <a:pt x="5319" y="6545"/>
                        <a:pt x="5319" y="6545"/>
                        <a:pt x="5319" y="6545"/>
                      </a:cubicBezTo>
                      <a:cubicBezTo>
                        <a:pt x="5451" y="6430"/>
                        <a:pt x="5451" y="6430"/>
                        <a:pt x="5451" y="6430"/>
                      </a:cubicBezTo>
                      <a:cubicBezTo>
                        <a:pt x="5626" y="6507"/>
                        <a:pt x="5626" y="6507"/>
                        <a:pt x="5626" y="6507"/>
                      </a:cubicBezTo>
                      <a:cubicBezTo>
                        <a:pt x="5934" y="6661"/>
                        <a:pt x="5934" y="6661"/>
                        <a:pt x="5934" y="6661"/>
                      </a:cubicBezTo>
                      <a:cubicBezTo>
                        <a:pt x="6065" y="6892"/>
                        <a:pt x="6065" y="6892"/>
                        <a:pt x="6065" y="6892"/>
                      </a:cubicBezTo>
                      <a:cubicBezTo>
                        <a:pt x="6065" y="6892"/>
                        <a:pt x="6153" y="7200"/>
                        <a:pt x="6153" y="7316"/>
                      </a:cubicBezTo>
                      <a:cubicBezTo>
                        <a:pt x="6153" y="7431"/>
                        <a:pt x="6197" y="7624"/>
                        <a:pt x="6197" y="7624"/>
                      </a:cubicBezTo>
                      <a:cubicBezTo>
                        <a:pt x="6592" y="7778"/>
                        <a:pt x="6592" y="7778"/>
                        <a:pt x="6592" y="7778"/>
                      </a:cubicBezTo>
                      <a:cubicBezTo>
                        <a:pt x="6592" y="7778"/>
                        <a:pt x="6592" y="8124"/>
                        <a:pt x="6592" y="8163"/>
                      </a:cubicBezTo>
                      <a:cubicBezTo>
                        <a:pt x="6592" y="8240"/>
                        <a:pt x="6636" y="8355"/>
                        <a:pt x="6636" y="8471"/>
                      </a:cubicBezTo>
                      <a:cubicBezTo>
                        <a:pt x="6636" y="8586"/>
                        <a:pt x="6636" y="8702"/>
                        <a:pt x="6636" y="8702"/>
                      </a:cubicBezTo>
                      <a:cubicBezTo>
                        <a:pt x="6812" y="8817"/>
                        <a:pt x="6812" y="8817"/>
                        <a:pt x="6812" y="8817"/>
                      </a:cubicBezTo>
                      <a:cubicBezTo>
                        <a:pt x="7031" y="8933"/>
                        <a:pt x="7031" y="8933"/>
                        <a:pt x="7031" y="8933"/>
                      </a:cubicBezTo>
                      <a:cubicBezTo>
                        <a:pt x="7075" y="9125"/>
                        <a:pt x="7075" y="9125"/>
                        <a:pt x="7075" y="9125"/>
                      </a:cubicBezTo>
                      <a:cubicBezTo>
                        <a:pt x="7426" y="9241"/>
                        <a:pt x="7426" y="9241"/>
                        <a:pt x="7426" y="9241"/>
                      </a:cubicBezTo>
                      <a:cubicBezTo>
                        <a:pt x="7514" y="9472"/>
                        <a:pt x="7514" y="9472"/>
                        <a:pt x="7514" y="9472"/>
                      </a:cubicBezTo>
                      <a:cubicBezTo>
                        <a:pt x="7734" y="9664"/>
                        <a:pt x="7734" y="9664"/>
                        <a:pt x="7734" y="9664"/>
                      </a:cubicBezTo>
                      <a:cubicBezTo>
                        <a:pt x="7734" y="9818"/>
                        <a:pt x="7734" y="9818"/>
                        <a:pt x="7734" y="9818"/>
                      </a:cubicBezTo>
                      <a:cubicBezTo>
                        <a:pt x="7734" y="9818"/>
                        <a:pt x="7734" y="9895"/>
                        <a:pt x="7822" y="9895"/>
                      </a:cubicBezTo>
                      <a:cubicBezTo>
                        <a:pt x="7909" y="9895"/>
                        <a:pt x="8217" y="9857"/>
                        <a:pt x="8217" y="9857"/>
                      </a:cubicBezTo>
                      <a:cubicBezTo>
                        <a:pt x="8524" y="10088"/>
                        <a:pt x="8524" y="10088"/>
                        <a:pt x="8524" y="10088"/>
                      </a:cubicBezTo>
                      <a:cubicBezTo>
                        <a:pt x="8875" y="10357"/>
                        <a:pt x="8875" y="10357"/>
                        <a:pt x="8875" y="10357"/>
                      </a:cubicBezTo>
                      <a:cubicBezTo>
                        <a:pt x="9051" y="10627"/>
                        <a:pt x="9051" y="10627"/>
                        <a:pt x="9051" y="10627"/>
                      </a:cubicBezTo>
                      <a:cubicBezTo>
                        <a:pt x="9314" y="10704"/>
                        <a:pt x="9314" y="10704"/>
                        <a:pt x="9314" y="10704"/>
                      </a:cubicBezTo>
                      <a:cubicBezTo>
                        <a:pt x="9665" y="10896"/>
                        <a:pt x="9665" y="10896"/>
                        <a:pt x="9665" y="10896"/>
                      </a:cubicBezTo>
                      <a:cubicBezTo>
                        <a:pt x="9797" y="11166"/>
                        <a:pt x="9797" y="11166"/>
                        <a:pt x="9797" y="11166"/>
                      </a:cubicBezTo>
                      <a:cubicBezTo>
                        <a:pt x="10104" y="11435"/>
                        <a:pt x="10104" y="11435"/>
                        <a:pt x="10104" y="11435"/>
                      </a:cubicBezTo>
                      <a:cubicBezTo>
                        <a:pt x="10280" y="11512"/>
                        <a:pt x="10280" y="11512"/>
                        <a:pt x="10280" y="11512"/>
                      </a:cubicBezTo>
                      <a:cubicBezTo>
                        <a:pt x="10368" y="11666"/>
                        <a:pt x="10368" y="11666"/>
                        <a:pt x="10368" y="11666"/>
                      </a:cubicBezTo>
                      <a:cubicBezTo>
                        <a:pt x="10543" y="11743"/>
                        <a:pt x="10543" y="11743"/>
                        <a:pt x="10543" y="11743"/>
                      </a:cubicBezTo>
                      <a:cubicBezTo>
                        <a:pt x="10719" y="11782"/>
                        <a:pt x="10719" y="11782"/>
                        <a:pt x="10719" y="11782"/>
                      </a:cubicBezTo>
                      <a:cubicBezTo>
                        <a:pt x="10983" y="11820"/>
                        <a:pt x="10983" y="11820"/>
                        <a:pt x="10983" y="11820"/>
                      </a:cubicBezTo>
                      <a:cubicBezTo>
                        <a:pt x="11158" y="11974"/>
                        <a:pt x="11158" y="11974"/>
                        <a:pt x="11158" y="11974"/>
                      </a:cubicBezTo>
                      <a:cubicBezTo>
                        <a:pt x="11158" y="11974"/>
                        <a:pt x="11246" y="12051"/>
                        <a:pt x="11246" y="12090"/>
                      </a:cubicBezTo>
                      <a:cubicBezTo>
                        <a:pt x="11246" y="12167"/>
                        <a:pt x="11158" y="12205"/>
                        <a:pt x="11290" y="12205"/>
                      </a:cubicBezTo>
                      <a:cubicBezTo>
                        <a:pt x="11422" y="12205"/>
                        <a:pt x="11553" y="12167"/>
                        <a:pt x="11553" y="12167"/>
                      </a:cubicBezTo>
                      <a:cubicBezTo>
                        <a:pt x="11817" y="12128"/>
                        <a:pt x="11817" y="12128"/>
                        <a:pt x="11817" y="12128"/>
                      </a:cubicBezTo>
                      <a:cubicBezTo>
                        <a:pt x="11992" y="12128"/>
                        <a:pt x="11992" y="12128"/>
                        <a:pt x="11992" y="12128"/>
                      </a:cubicBezTo>
                      <a:cubicBezTo>
                        <a:pt x="12168" y="12128"/>
                        <a:pt x="12168" y="12128"/>
                        <a:pt x="12168" y="12128"/>
                      </a:cubicBezTo>
                      <a:cubicBezTo>
                        <a:pt x="12475" y="12090"/>
                        <a:pt x="12475" y="12090"/>
                        <a:pt x="12475" y="12090"/>
                      </a:cubicBezTo>
                      <a:cubicBezTo>
                        <a:pt x="12651" y="12205"/>
                        <a:pt x="12651" y="12205"/>
                        <a:pt x="12651" y="12205"/>
                      </a:cubicBezTo>
                      <a:cubicBezTo>
                        <a:pt x="13134" y="12706"/>
                        <a:pt x="13134" y="12706"/>
                        <a:pt x="13134" y="12706"/>
                      </a:cubicBezTo>
                      <a:cubicBezTo>
                        <a:pt x="13134" y="12706"/>
                        <a:pt x="13265" y="12898"/>
                        <a:pt x="13265" y="12975"/>
                      </a:cubicBezTo>
                      <a:cubicBezTo>
                        <a:pt x="13265" y="13014"/>
                        <a:pt x="13441" y="12975"/>
                        <a:pt x="13485" y="12975"/>
                      </a:cubicBezTo>
                      <a:cubicBezTo>
                        <a:pt x="13529" y="12975"/>
                        <a:pt x="13880" y="12975"/>
                        <a:pt x="13880" y="12975"/>
                      </a:cubicBezTo>
                      <a:cubicBezTo>
                        <a:pt x="14143" y="13129"/>
                        <a:pt x="14143" y="13129"/>
                        <a:pt x="14143" y="13129"/>
                      </a:cubicBezTo>
                      <a:cubicBezTo>
                        <a:pt x="13968" y="13322"/>
                        <a:pt x="13968" y="13322"/>
                        <a:pt x="13968" y="13322"/>
                      </a:cubicBezTo>
                      <a:cubicBezTo>
                        <a:pt x="14231" y="13437"/>
                        <a:pt x="14231" y="13437"/>
                        <a:pt x="14231" y="13437"/>
                      </a:cubicBezTo>
                      <a:cubicBezTo>
                        <a:pt x="14363" y="13283"/>
                        <a:pt x="14363" y="13283"/>
                        <a:pt x="14363" y="13283"/>
                      </a:cubicBezTo>
                      <a:cubicBezTo>
                        <a:pt x="14626" y="13322"/>
                        <a:pt x="14626" y="13322"/>
                        <a:pt x="14626" y="13322"/>
                      </a:cubicBezTo>
                      <a:cubicBezTo>
                        <a:pt x="14846" y="13476"/>
                        <a:pt x="14846" y="13476"/>
                        <a:pt x="14846" y="13476"/>
                      </a:cubicBezTo>
                      <a:cubicBezTo>
                        <a:pt x="14890" y="13591"/>
                        <a:pt x="14890" y="13591"/>
                        <a:pt x="14890" y="13591"/>
                      </a:cubicBezTo>
                      <a:cubicBezTo>
                        <a:pt x="15022" y="13668"/>
                        <a:pt x="15022" y="13668"/>
                        <a:pt x="15022" y="13668"/>
                      </a:cubicBezTo>
                      <a:cubicBezTo>
                        <a:pt x="14978" y="13861"/>
                        <a:pt x="14978" y="13861"/>
                        <a:pt x="14978" y="13861"/>
                      </a:cubicBezTo>
                      <a:cubicBezTo>
                        <a:pt x="14978" y="13976"/>
                        <a:pt x="14978" y="13976"/>
                        <a:pt x="14978" y="13976"/>
                      </a:cubicBezTo>
                      <a:cubicBezTo>
                        <a:pt x="15065" y="14130"/>
                        <a:pt x="15065" y="14130"/>
                        <a:pt x="15065" y="14130"/>
                      </a:cubicBezTo>
                      <a:cubicBezTo>
                        <a:pt x="15285" y="14207"/>
                        <a:pt x="15285" y="14207"/>
                        <a:pt x="15285" y="14207"/>
                      </a:cubicBezTo>
                      <a:cubicBezTo>
                        <a:pt x="15504" y="14323"/>
                        <a:pt x="15504" y="14323"/>
                        <a:pt x="15504" y="14323"/>
                      </a:cubicBezTo>
                      <a:cubicBezTo>
                        <a:pt x="15636" y="14400"/>
                        <a:pt x="15636" y="14400"/>
                        <a:pt x="15636" y="14400"/>
                      </a:cubicBezTo>
                      <a:cubicBezTo>
                        <a:pt x="15812" y="14400"/>
                        <a:pt x="15812" y="14400"/>
                        <a:pt x="15812" y="14400"/>
                      </a:cubicBezTo>
                      <a:cubicBezTo>
                        <a:pt x="16075" y="14361"/>
                        <a:pt x="16075" y="14361"/>
                        <a:pt x="16075" y="14361"/>
                      </a:cubicBezTo>
                      <a:cubicBezTo>
                        <a:pt x="16383" y="14400"/>
                        <a:pt x="16383" y="14400"/>
                        <a:pt x="16383" y="14400"/>
                      </a:cubicBezTo>
                      <a:cubicBezTo>
                        <a:pt x="16646" y="14785"/>
                        <a:pt x="16646" y="14785"/>
                        <a:pt x="16646" y="14785"/>
                      </a:cubicBezTo>
                      <a:cubicBezTo>
                        <a:pt x="16778" y="15132"/>
                        <a:pt x="16778" y="15132"/>
                        <a:pt x="16778" y="15132"/>
                      </a:cubicBezTo>
                      <a:cubicBezTo>
                        <a:pt x="16953" y="15440"/>
                        <a:pt x="16953" y="15440"/>
                        <a:pt x="16953" y="15440"/>
                      </a:cubicBezTo>
                      <a:cubicBezTo>
                        <a:pt x="17085" y="15632"/>
                        <a:pt x="17085" y="15632"/>
                        <a:pt x="17085" y="15632"/>
                      </a:cubicBezTo>
                      <a:cubicBezTo>
                        <a:pt x="17173" y="15940"/>
                        <a:pt x="17173" y="15940"/>
                        <a:pt x="17173" y="15940"/>
                      </a:cubicBezTo>
                      <a:cubicBezTo>
                        <a:pt x="17304" y="16094"/>
                        <a:pt x="17304" y="16094"/>
                        <a:pt x="17304" y="16094"/>
                      </a:cubicBezTo>
                      <a:cubicBezTo>
                        <a:pt x="17524" y="16479"/>
                        <a:pt x="17524" y="16479"/>
                        <a:pt x="17524" y="16479"/>
                      </a:cubicBezTo>
                      <a:cubicBezTo>
                        <a:pt x="17612" y="16633"/>
                        <a:pt x="17612" y="16633"/>
                        <a:pt x="17612" y="16633"/>
                      </a:cubicBezTo>
                      <a:cubicBezTo>
                        <a:pt x="17524" y="16826"/>
                        <a:pt x="17524" y="16826"/>
                        <a:pt x="17524" y="16826"/>
                      </a:cubicBezTo>
                      <a:cubicBezTo>
                        <a:pt x="17524" y="16826"/>
                        <a:pt x="17436" y="17018"/>
                        <a:pt x="17392" y="17018"/>
                      </a:cubicBezTo>
                      <a:cubicBezTo>
                        <a:pt x="17392" y="17057"/>
                        <a:pt x="17261" y="17095"/>
                        <a:pt x="17217" y="17095"/>
                      </a:cubicBezTo>
                      <a:cubicBezTo>
                        <a:pt x="17173" y="17134"/>
                        <a:pt x="17129" y="17134"/>
                        <a:pt x="17085" y="17172"/>
                      </a:cubicBezTo>
                      <a:cubicBezTo>
                        <a:pt x="17041" y="17211"/>
                        <a:pt x="16997" y="17326"/>
                        <a:pt x="16997" y="17326"/>
                      </a:cubicBezTo>
                      <a:cubicBezTo>
                        <a:pt x="17129" y="17557"/>
                        <a:pt x="17129" y="17557"/>
                        <a:pt x="17129" y="17557"/>
                      </a:cubicBezTo>
                      <a:cubicBezTo>
                        <a:pt x="17085" y="17827"/>
                        <a:pt x="17085" y="17827"/>
                        <a:pt x="17085" y="17827"/>
                      </a:cubicBezTo>
                      <a:cubicBezTo>
                        <a:pt x="16997" y="18058"/>
                        <a:pt x="16997" y="18058"/>
                        <a:pt x="16997" y="18058"/>
                      </a:cubicBezTo>
                      <a:close/>
                      <a:moveTo>
                        <a:pt x="2465" y="13283"/>
                      </a:moveTo>
                      <a:cubicBezTo>
                        <a:pt x="2465" y="13283"/>
                        <a:pt x="2465" y="13283"/>
                        <a:pt x="2465" y="13283"/>
                      </a:cubicBezTo>
                      <a:cubicBezTo>
                        <a:pt x="2597" y="12898"/>
                        <a:pt x="2597" y="12898"/>
                        <a:pt x="2597" y="12898"/>
                      </a:cubicBezTo>
                      <a:cubicBezTo>
                        <a:pt x="2773" y="12744"/>
                        <a:pt x="2773" y="12744"/>
                        <a:pt x="2773" y="12744"/>
                      </a:cubicBezTo>
                      <a:cubicBezTo>
                        <a:pt x="2729" y="12937"/>
                        <a:pt x="2729" y="12937"/>
                        <a:pt x="2729" y="12937"/>
                      </a:cubicBezTo>
                      <a:cubicBezTo>
                        <a:pt x="2685" y="13168"/>
                        <a:pt x="2685" y="13168"/>
                        <a:pt x="2685" y="13168"/>
                      </a:cubicBezTo>
                      <a:cubicBezTo>
                        <a:pt x="2685" y="13168"/>
                        <a:pt x="3036" y="13283"/>
                        <a:pt x="3080" y="13283"/>
                      </a:cubicBezTo>
                      <a:cubicBezTo>
                        <a:pt x="3124" y="13283"/>
                        <a:pt x="3168" y="13206"/>
                        <a:pt x="3256" y="13168"/>
                      </a:cubicBezTo>
                      <a:cubicBezTo>
                        <a:pt x="3300" y="13129"/>
                        <a:pt x="3607" y="13129"/>
                        <a:pt x="3607" y="13129"/>
                      </a:cubicBezTo>
                      <a:cubicBezTo>
                        <a:pt x="3607" y="13129"/>
                        <a:pt x="3651" y="13014"/>
                        <a:pt x="3695" y="12937"/>
                      </a:cubicBezTo>
                      <a:cubicBezTo>
                        <a:pt x="3739" y="12860"/>
                        <a:pt x="3958" y="12667"/>
                        <a:pt x="4002" y="12629"/>
                      </a:cubicBezTo>
                      <a:cubicBezTo>
                        <a:pt x="4046" y="12629"/>
                        <a:pt x="4134" y="12552"/>
                        <a:pt x="4178" y="12552"/>
                      </a:cubicBezTo>
                      <a:cubicBezTo>
                        <a:pt x="4222" y="12513"/>
                        <a:pt x="4441" y="12436"/>
                        <a:pt x="4441" y="12436"/>
                      </a:cubicBezTo>
                      <a:cubicBezTo>
                        <a:pt x="5012" y="12629"/>
                        <a:pt x="5012" y="12629"/>
                        <a:pt x="5012" y="12629"/>
                      </a:cubicBezTo>
                      <a:cubicBezTo>
                        <a:pt x="5100" y="12937"/>
                        <a:pt x="5100" y="12937"/>
                        <a:pt x="5100" y="12937"/>
                      </a:cubicBezTo>
                      <a:cubicBezTo>
                        <a:pt x="5407" y="13437"/>
                        <a:pt x="5407" y="13437"/>
                        <a:pt x="5407" y="13437"/>
                      </a:cubicBezTo>
                      <a:cubicBezTo>
                        <a:pt x="5495" y="13668"/>
                        <a:pt x="5495" y="13668"/>
                        <a:pt x="5495" y="13668"/>
                      </a:cubicBezTo>
                      <a:cubicBezTo>
                        <a:pt x="5495" y="13668"/>
                        <a:pt x="5626" y="13784"/>
                        <a:pt x="5583" y="13899"/>
                      </a:cubicBezTo>
                      <a:cubicBezTo>
                        <a:pt x="5539" y="14053"/>
                        <a:pt x="5275" y="14439"/>
                        <a:pt x="5275" y="14439"/>
                      </a:cubicBezTo>
                      <a:cubicBezTo>
                        <a:pt x="5275" y="14670"/>
                        <a:pt x="5275" y="14670"/>
                        <a:pt x="5275" y="14670"/>
                      </a:cubicBezTo>
                      <a:cubicBezTo>
                        <a:pt x="5451" y="14978"/>
                        <a:pt x="5451" y="14978"/>
                        <a:pt x="5451" y="14978"/>
                      </a:cubicBezTo>
                      <a:cubicBezTo>
                        <a:pt x="5187" y="15555"/>
                        <a:pt x="5187" y="15555"/>
                        <a:pt x="5187" y="15555"/>
                      </a:cubicBezTo>
                      <a:cubicBezTo>
                        <a:pt x="5319" y="15979"/>
                        <a:pt x="5319" y="15979"/>
                        <a:pt x="5319" y="15979"/>
                      </a:cubicBezTo>
                      <a:cubicBezTo>
                        <a:pt x="5231" y="16556"/>
                        <a:pt x="5231" y="16556"/>
                        <a:pt x="5231" y="16556"/>
                      </a:cubicBezTo>
                      <a:cubicBezTo>
                        <a:pt x="5187" y="16864"/>
                        <a:pt x="5187" y="16864"/>
                        <a:pt x="5187" y="16864"/>
                      </a:cubicBezTo>
                      <a:cubicBezTo>
                        <a:pt x="5187" y="16864"/>
                        <a:pt x="5012" y="17018"/>
                        <a:pt x="4924" y="16980"/>
                      </a:cubicBezTo>
                      <a:cubicBezTo>
                        <a:pt x="4836" y="16941"/>
                        <a:pt x="4397" y="16672"/>
                        <a:pt x="4397" y="16672"/>
                      </a:cubicBezTo>
                      <a:cubicBezTo>
                        <a:pt x="4222" y="16633"/>
                        <a:pt x="4222" y="16633"/>
                        <a:pt x="4222" y="16633"/>
                      </a:cubicBezTo>
                      <a:cubicBezTo>
                        <a:pt x="4090" y="16903"/>
                        <a:pt x="4090" y="16903"/>
                        <a:pt x="4090" y="16903"/>
                      </a:cubicBezTo>
                      <a:cubicBezTo>
                        <a:pt x="4134" y="17095"/>
                        <a:pt x="4134" y="17095"/>
                        <a:pt x="4134" y="17095"/>
                      </a:cubicBezTo>
                      <a:cubicBezTo>
                        <a:pt x="3914" y="17442"/>
                        <a:pt x="3914" y="17442"/>
                        <a:pt x="3914" y="17442"/>
                      </a:cubicBezTo>
                      <a:cubicBezTo>
                        <a:pt x="3695" y="17442"/>
                        <a:pt x="3695" y="17442"/>
                        <a:pt x="3695" y="17442"/>
                      </a:cubicBezTo>
                      <a:cubicBezTo>
                        <a:pt x="3431" y="17365"/>
                        <a:pt x="3431" y="17365"/>
                        <a:pt x="3431" y="17365"/>
                      </a:cubicBezTo>
                      <a:cubicBezTo>
                        <a:pt x="3168" y="17057"/>
                        <a:pt x="3168" y="17057"/>
                        <a:pt x="3168" y="17057"/>
                      </a:cubicBezTo>
                      <a:cubicBezTo>
                        <a:pt x="3168" y="17057"/>
                        <a:pt x="3168" y="17134"/>
                        <a:pt x="3080" y="17172"/>
                      </a:cubicBezTo>
                      <a:cubicBezTo>
                        <a:pt x="2992" y="17172"/>
                        <a:pt x="2861" y="17134"/>
                        <a:pt x="2861" y="17134"/>
                      </a:cubicBezTo>
                      <a:cubicBezTo>
                        <a:pt x="2948" y="16903"/>
                        <a:pt x="2948" y="16903"/>
                        <a:pt x="2948" y="16903"/>
                      </a:cubicBezTo>
                      <a:cubicBezTo>
                        <a:pt x="2861" y="16633"/>
                        <a:pt x="2861" y="16633"/>
                        <a:pt x="2861" y="16633"/>
                      </a:cubicBezTo>
                      <a:cubicBezTo>
                        <a:pt x="2948" y="16364"/>
                        <a:pt x="2948" y="16364"/>
                        <a:pt x="2948" y="16364"/>
                      </a:cubicBezTo>
                      <a:cubicBezTo>
                        <a:pt x="2948" y="15979"/>
                        <a:pt x="2948" y="15979"/>
                        <a:pt x="2948" y="15979"/>
                      </a:cubicBezTo>
                      <a:cubicBezTo>
                        <a:pt x="3036" y="15825"/>
                        <a:pt x="3036" y="15825"/>
                        <a:pt x="3036" y="15825"/>
                      </a:cubicBezTo>
                      <a:cubicBezTo>
                        <a:pt x="3080" y="15632"/>
                        <a:pt x="3080" y="15632"/>
                        <a:pt x="3080" y="15632"/>
                      </a:cubicBezTo>
                      <a:cubicBezTo>
                        <a:pt x="3212" y="15401"/>
                        <a:pt x="3212" y="15401"/>
                        <a:pt x="3212" y="15401"/>
                      </a:cubicBezTo>
                      <a:cubicBezTo>
                        <a:pt x="3168" y="15209"/>
                        <a:pt x="3168" y="15209"/>
                        <a:pt x="3168" y="15209"/>
                      </a:cubicBezTo>
                      <a:cubicBezTo>
                        <a:pt x="3080" y="15247"/>
                        <a:pt x="3080" y="15247"/>
                        <a:pt x="3080" y="15247"/>
                      </a:cubicBezTo>
                      <a:cubicBezTo>
                        <a:pt x="2817" y="15016"/>
                        <a:pt x="2817" y="15016"/>
                        <a:pt x="2817" y="15016"/>
                      </a:cubicBezTo>
                      <a:cubicBezTo>
                        <a:pt x="2817" y="15016"/>
                        <a:pt x="2904" y="14939"/>
                        <a:pt x="2992" y="14862"/>
                      </a:cubicBezTo>
                      <a:cubicBezTo>
                        <a:pt x="3080" y="14785"/>
                        <a:pt x="3080" y="14747"/>
                        <a:pt x="3080" y="14670"/>
                      </a:cubicBezTo>
                      <a:cubicBezTo>
                        <a:pt x="3080" y="14593"/>
                        <a:pt x="3036" y="14400"/>
                        <a:pt x="2992" y="14400"/>
                      </a:cubicBezTo>
                      <a:cubicBezTo>
                        <a:pt x="2948" y="14361"/>
                        <a:pt x="2861" y="14284"/>
                        <a:pt x="2861" y="14284"/>
                      </a:cubicBezTo>
                      <a:cubicBezTo>
                        <a:pt x="2861" y="14053"/>
                        <a:pt x="2861" y="14053"/>
                        <a:pt x="2861" y="14053"/>
                      </a:cubicBezTo>
                      <a:cubicBezTo>
                        <a:pt x="2861" y="14053"/>
                        <a:pt x="2817" y="13938"/>
                        <a:pt x="2773" y="13938"/>
                      </a:cubicBezTo>
                      <a:cubicBezTo>
                        <a:pt x="2685" y="13899"/>
                        <a:pt x="2465" y="13784"/>
                        <a:pt x="2465" y="13784"/>
                      </a:cubicBezTo>
                      <a:cubicBezTo>
                        <a:pt x="2509" y="13514"/>
                        <a:pt x="2509" y="13514"/>
                        <a:pt x="2509" y="13514"/>
                      </a:cubicBezTo>
                      <a:cubicBezTo>
                        <a:pt x="2422" y="13437"/>
                        <a:pt x="2422" y="13437"/>
                        <a:pt x="2422" y="13437"/>
                      </a:cubicBezTo>
                      <a:lnTo>
                        <a:pt x="2465" y="13283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43" name="Shape">
                  <a:extLst>
                    <a:ext uri="{FF2B5EF4-FFF2-40B4-BE49-F238E27FC236}">
                      <a16:creationId xmlns:a16="http://schemas.microsoft.com/office/drawing/2014/main" id="{F37D2B73-3815-4E17-AD65-D54648060442}"/>
                    </a:ext>
                  </a:extLst>
                </p:cNvPr>
                <p:cNvSpPr/>
                <p:nvPr/>
              </p:nvSpPr>
              <p:spPr>
                <a:xfrm>
                  <a:off x="4464314" y="4493267"/>
                  <a:ext cx="1283910" cy="8917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451" extrusionOk="0">
                      <a:moveTo>
                        <a:pt x="4039" y="4953"/>
                      </a:moveTo>
                      <a:cubicBezTo>
                        <a:pt x="4039" y="4953"/>
                        <a:pt x="4039" y="4953"/>
                        <a:pt x="4039" y="4953"/>
                      </a:cubicBezTo>
                      <a:cubicBezTo>
                        <a:pt x="3863" y="5035"/>
                        <a:pt x="3863" y="5035"/>
                        <a:pt x="3863" y="5035"/>
                      </a:cubicBezTo>
                      <a:cubicBezTo>
                        <a:pt x="3746" y="5197"/>
                        <a:pt x="3746" y="5197"/>
                        <a:pt x="3746" y="5197"/>
                      </a:cubicBezTo>
                      <a:cubicBezTo>
                        <a:pt x="3629" y="5684"/>
                        <a:pt x="3629" y="5684"/>
                        <a:pt x="3629" y="5684"/>
                      </a:cubicBezTo>
                      <a:cubicBezTo>
                        <a:pt x="3629" y="5684"/>
                        <a:pt x="3629" y="5684"/>
                        <a:pt x="3629" y="5684"/>
                      </a:cubicBezTo>
                      <a:cubicBezTo>
                        <a:pt x="3454" y="5928"/>
                        <a:pt x="3454" y="5928"/>
                        <a:pt x="3454" y="5928"/>
                      </a:cubicBezTo>
                      <a:cubicBezTo>
                        <a:pt x="3454" y="5928"/>
                        <a:pt x="3454" y="5928"/>
                        <a:pt x="3454" y="5928"/>
                      </a:cubicBezTo>
                      <a:cubicBezTo>
                        <a:pt x="3395" y="6334"/>
                        <a:pt x="3395" y="6334"/>
                        <a:pt x="3395" y="6334"/>
                      </a:cubicBezTo>
                      <a:cubicBezTo>
                        <a:pt x="3395" y="6334"/>
                        <a:pt x="3454" y="6659"/>
                        <a:pt x="3454" y="6740"/>
                      </a:cubicBezTo>
                      <a:cubicBezTo>
                        <a:pt x="3454" y="6740"/>
                        <a:pt x="3454" y="6740"/>
                        <a:pt x="3454" y="6740"/>
                      </a:cubicBezTo>
                      <a:cubicBezTo>
                        <a:pt x="3454" y="6740"/>
                        <a:pt x="3454" y="6740"/>
                        <a:pt x="3454" y="6740"/>
                      </a:cubicBezTo>
                      <a:cubicBezTo>
                        <a:pt x="3454" y="6740"/>
                        <a:pt x="3454" y="6740"/>
                        <a:pt x="3454" y="6740"/>
                      </a:cubicBezTo>
                      <a:cubicBezTo>
                        <a:pt x="3454" y="6740"/>
                        <a:pt x="3454" y="6740"/>
                        <a:pt x="3454" y="6740"/>
                      </a:cubicBezTo>
                      <a:cubicBezTo>
                        <a:pt x="3454" y="6740"/>
                        <a:pt x="3454" y="6740"/>
                        <a:pt x="3454" y="6740"/>
                      </a:cubicBezTo>
                      <a:cubicBezTo>
                        <a:pt x="3454" y="6740"/>
                        <a:pt x="3454" y="6740"/>
                        <a:pt x="3454" y="6740"/>
                      </a:cubicBezTo>
                      <a:cubicBezTo>
                        <a:pt x="3454" y="6740"/>
                        <a:pt x="3454" y="6740"/>
                        <a:pt x="3454" y="6740"/>
                      </a:cubicBezTo>
                      <a:cubicBezTo>
                        <a:pt x="3454" y="6740"/>
                        <a:pt x="3454" y="6740"/>
                        <a:pt x="3454" y="6740"/>
                      </a:cubicBezTo>
                      <a:cubicBezTo>
                        <a:pt x="3454" y="6740"/>
                        <a:pt x="3454" y="6740"/>
                        <a:pt x="3454" y="6740"/>
                      </a:cubicBezTo>
                      <a:cubicBezTo>
                        <a:pt x="3454" y="6740"/>
                        <a:pt x="3454" y="6740"/>
                        <a:pt x="3454" y="6740"/>
                      </a:cubicBezTo>
                      <a:cubicBezTo>
                        <a:pt x="3454" y="6740"/>
                        <a:pt x="3454" y="6740"/>
                        <a:pt x="3454" y="6740"/>
                      </a:cubicBezTo>
                      <a:cubicBezTo>
                        <a:pt x="3454" y="6740"/>
                        <a:pt x="3454" y="6740"/>
                        <a:pt x="3454" y="6740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95" y="6821"/>
                        <a:pt x="3395" y="6821"/>
                        <a:pt x="3395" y="6821"/>
                      </a:cubicBezTo>
                      <a:cubicBezTo>
                        <a:pt x="3337" y="6821"/>
                        <a:pt x="3278" y="6821"/>
                        <a:pt x="3278" y="6821"/>
                      </a:cubicBezTo>
                      <a:cubicBezTo>
                        <a:pt x="3278" y="6821"/>
                        <a:pt x="3278" y="6821"/>
                        <a:pt x="3278" y="6821"/>
                      </a:cubicBezTo>
                      <a:cubicBezTo>
                        <a:pt x="3278" y="6821"/>
                        <a:pt x="3278" y="6821"/>
                        <a:pt x="3278" y="6821"/>
                      </a:cubicBezTo>
                      <a:cubicBezTo>
                        <a:pt x="3278" y="6821"/>
                        <a:pt x="3278" y="6821"/>
                        <a:pt x="3278" y="6821"/>
                      </a:cubicBezTo>
                      <a:cubicBezTo>
                        <a:pt x="3278" y="6821"/>
                        <a:pt x="3278" y="6821"/>
                        <a:pt x="3278" y="6821"/>
                      </a:cubicBezTo>
                      <a:cubicBezTo>
                        <a:pt x="3278" y="6821"/>
                        <a:pt x="3278" y="6821"/>
                        <a:pt x="3278" y="6821"/>
                      </a:cubicBezTo>
                      <a:cubicBezTo>
                        <a:pt x="3278" y="6821"/>
                        <a:pt x="3278" y="6821"/>
                        <a:pt x="3278" y="6821"/>
                      </a:cubicBezTo>
                      <a:cubicBezTo>
                        <a:pt x="3278" y="6821"/>
                        <a:pt x="3278" y="6821"/>
                        <a:pt x="3278" y="6821"/>
                      </a:cubicBezTo>
                      <a:cubicBezTo>
                        <a:pt x="3278" y="6821"/>
                        <a:pt x="3278" y="6821"/>
                        <a:pt x="3278" y="6821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78" y="6902"/>
                        <a:pt x="3278" y="6902"/>
                        <a:pt x="3278" y="6902"/>
                      </a:cubicBezTo>
                      <a:cubicBezTo>
                        <a:pt x="3220" y="7552"/>
                        <a:pt x="3220" y="7552"/>
                        <a:pt x="3220" y="7552"/>
                      </a:cubicBezTo>
                      <a:cubicBezTo>
                        <a:pt x="2985" y="7877"/>
                        <a:pt x="2985" y="7877"/>
                        <a:pt x="2985" y="7877"/>
                      </a:cubicBezTo>
                      <a:cubicBezTo>
                        <a:pt x="2927" y="8283"/>
                        <a:pt x="2927" y="8283"/>
                        <a:pt x="2927" y="8283"/>
                      </a:cubicBezTo>
                      <a:cubicBezTo>
                        <a:pt x="2927" y="8526"/>
                        <a:pt x="2927" y="8526"/>
                        <a:pt x="2927" y="8526"/>
                      </a:cubicBezTo>
                      <a:cubicBezTo>
                        <a:pt x="2927" y="8526"/>
                        <a:pt x="2927" y="8526"/>
                        <a:pt x="2927" y="8526"/>
                      </a:cubicBezTo>
                      <a:cubicBezTo>
                        <a:pt x="2927" y="8526"/>
                        <a:pt x="2927" y="8526"/>
                        <a:pt x="2927" y="8526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08"/>
                        <a:pt x="2927" y="8608"/>
                        <a:pt x="2927" y="8608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689"/>
                        <a:pt x="2927" y="8689"/>
                        <a:pt x="2927" y="8689"/>
                      </a:cubicBezTo>
                      <a:cubicBezTo>
                        <a:pt x="2927" y="8770"/>
                        <a:pt x="2927" y="8770"/>
                        <a:pt x="2927" y="8770"/>
                      </a:cubicBezTo>
                      <a:cubicBezTo>
                        <a:pt x="2927" y="8770"/>
                        <a:pt x="2927" y="8770"/>
                        <a:pt x="2927" y="8770"/>
                      </a:cubicBezTo>
                      <a:cubicBezTo>
                        <a:pt x="2927" y="8770"/>
                        <a:pt x="2927" y="8770"/>
                        <a:pt x="2927" y="8770"/>
                      </a:cubicBezTo>
                      <a:cubicBezTo>
                        <a:pt x="2927" y="8770"/>
                        <a:pt x="2927" y="8770"/>
                        <a:pt x="2927" y="8770"/>
                      </a:cubicBezTo>
                      <a:cubicBezTo>
                        <a:pt x="2927" y="8770"/>
                        <a:pt x="2927" y="8770"/>
                        <a:pt x="2927" y="8770"/>
                      </a:cubicBezTo>
                      <a:cubicBezTo>
                        <a:pt x="2927" y="8770"/>
                        <a:pt x="2927" y="8770"/>
                        <a:pt x="2927" y="8770"/>
                      </a:cubicBezTo>
                      <a:cubicBezTo>
                        <a:pt x="2927" y="8770"/>
                        <a:pt x="2927" y="8770"/>
                        <a:pt x="2927" y="8770"/>
                      </a:cubicBezTo>
                      <a:cubicBezTo>
                        <a:pt x="2927" y="8770"/>
                        <a:pt x="2927" y="8770"/>
                        <a:pt x="2927" y="8770"/>
                      </a:cubicBezTo>
                      <a:cubicBezTo>
                        <a:pt x="2927" y="8770"/>
                        <a:pt x="2927" y="8770"/>
                        <a:pt x="2927" y="8770"/>
                      </a:cubicBezTo>
                      <a:cubicBezTo>
                        <a:pt x="2927" y="8770"/>
                        <a:pt x="2927" y="8770"/>
                        <a:pt x="2927" y="8770"/>
                      </a:cubicBezTo>
                      <a:cubicBezTo>
                        <a:pt x="2927" y="8770"/>
                        <a:pt x="2927" y="8770"/>
                        <a:pt x="2927" y="8770"/>
                      </a:cubicBezTo>
                      <a:cubicBezTo>
                        <a:pt x="2927" y="8770"/>
                        <a:pt x="2927" y="8770"/>
                        <a:pt x="2927" y="8770"/>
                      </a:cubicBezTo>
                      <a:cubicBezTo>
                        <a:pt x="2927" y="8770"/>
                        <a:pt x="2927" y="8770"/>
                        <a:pt x="2927" y="8770"/>
                      </a:cubicBezTo>
                      <a:cubicBezTo>
                        <a:pt x="2927" y="8851"/>
                        <a:pt x="2927" y="8851"/>
                        <a:pt x="2868" y="8851"/>
                      </a:cubicBezTo>
                      <a:cubicBezTo>
                        <a:pt x="2751" y="8932"/>
                        <a:pt x="2693" y="9095"/>
                        <a:pt x="2693" y="9095"/>
                      </a:cubicBezTo>
                      <a:cubicBezTo>
                        <a:pt x="2693" y="9663"/>
                        <a:pt x="2693" y="9663"/>
                        <a:pt x="2693" y="9663"/>
                      </a:cubicBezTo>
                      <a:cubicBezTo>
                        <a:pt x="2634" y="9826"/>
                        <a:pt x="2634" y="9826"/>
                        <a:pt x="2634" y="9826"/>
                      </a:cubicBezTo>
                      <a:cubicBezTo>
                        <a:pt x="2517" y="10069"/>
                        <a:pt x="2517" y="10069"/>
                        <a:pt x="2517" y="10069"/>
                      </a:cubicBezTo>
                      <a:cubicBezTo>
                        <a:pt x="2576" y="10394"/>
                        <a:pt x="2576" y="10394"/>
                        <a:pt x="2576" y="10394"/>
                      </a:cubicBezTo>
                      <a:cubicBezTo>
                        <a:pt x="2576" y="10394"/>
                        <a:pt x="2576" y="10394"/>
                        <a:pt x="2576" y="10394"/>
                      </a:cubicBezTo>
                      <a:cubicBezTo>
                        <a:pt x="2459" y="10638"/>
                        <a:pt x="2459" y="10638"/>
                        <a:pt x="2459" y="10638"/>
                      </a:cubicBezTo>
                      <a:cubicBezTo>
                        <a:pt x="2517" y="11044"/>
                        <a:pt x="2517" y="11044"/>
                        <a:pt x="2517" y="11044"/>
                      </a:cubicBezTo>
                      <a:cubicBezTo>
                        <a:pt x="2400" y="11287"/>
                        <a:pt x="2400" y="11287"/>
                        <a:pt x="2400" y="11287"/>
                      </a:cubicBezTo>
                      <a:cubicBezTo>
                        <a:pt x="2341" y="11368"/>
                        <a:pt x="2341" y="11368"/>
                        <a:pt x="2341" y="11368"/>
                      </a:cubicBezTo>
                      <a:cubicBezTo>
                        <a:pt x="2283" y="11612"/>
                        <a:pt x="2283" y="11612"/>
                        <a:pt x="2283" y="11612"/>
                      </a:cubicBezTo>
                      <a:cubicBezTo>
                        <a:pt x="2166" y="12018"/>
                        <a:pt x="2166" y="12018"/>
                        <a:pt x="2166" y="12018"/>
                      </a:cubicBezTo>
                      <a:cubicBezTo>
                        <a:pt x="1698" y="12586"/>
                        <a:pt x="1698" y="12586"/>
                        <a:pt x="1698" y="12586"/>
                      </a:cubicBezTo>
                      <a:cubicBezTo>
                        <a:pt x="1522" y="12505"/>
                        <a:pt x="1522" y="12505"/>
                        <a:pt x="1522" y="12505"/>
                      </a:cubicBezTo>
                      <a:cubicBezTo>
                        <a:pt x="1405" y="12586"/>
                        <a:pt x="1405" y="12586"/>
                        <a:pt x="1405" y="12586"/>
                      </a:cubicBezTo>
                      <a:cubicBezTo>
                        <a:pt x="1288" y="12749"/>
                        <a:pt x="1288" y="12749"/>
                        <a:pt x="1288" y="12749"/>
                      </a:cubicBezTo>
                      <a:cubicBezTo>
                        <a:pt x="1288" y="12749"/>
                        <a:pt x="1346" y="12749"/>
                        <a:pt x="1229" y="12911"/>
                      </a:cubicBezTo>
                      <a:cubicBezTo>
                        <a:pt x="1112" y="12992"/>
                        <a:pt x="878" y="13074"/>
                        <a:pt x="878" y="13074"/>
                      </a:cubicBezTo>
                      <a:cubicBezTo>
                        <a:pt x="761" y="13074"/>
                        <a:pt x="761" y="13074"/>
                        <a:pt x="761" y="13074"/>
                      </a:cubicBezTo>
                      <a:cubicBezTo>
                        <a:pt x="351" y="13074"/>
                        <a:pt x="351" y="13074"/>
                        <a:pt x="351" y="13074"/>
                      </a:cubicBezTo>
                      <a:cubicBezTo>
                        <a:pt x="351" y="13074"/>
                        <a:pt x="351" y="13074"/>
                        <a:pt x="351" y="13074"/>
                      </a:cubicBezTo>
                      <a:cubicBezTo>
                        <a:pt x="351" y="13074"/>
                        <a:pt x="351" y="13074"/>
                        <a:pt x="351" y="13074"/>
                      </a:cubicBezTo>
                      <a:cubicBezTo>
                        <a:pt x="351" y="13074"/>
                        <a:pt x="293" y="12992"/>
                        <a:pt x="234" y="13074"/>
                      </a:cubicBezTo>
                      <a:cubicBezTo>
                        <a:pt x="234" y="13074"/>
                        <a:pt x="176" y="13074"/>
                        <a:pt x="176" y="13074"/>
                      </a:cubicBezTo>
                      <a:cubicBezTo>
                        <a:pt x="176" y="13074"/>
                        <a:pt x="176" y="13074"/>
                        <a:pt x="176" y="13074"/>
                      </a:cubicBezTo>
                      <a:cubicBezTo>
                        <a:pt x="117" y="13074"/>
                        <a:pt x="117" y="13074"/>
                        <a:pt x="117" y="13074"/>
                      </a:cubicBezTo>
                      <a:cubicBezTo>
                        <a:pt x="117" y="13074"/>
                        <a:pt x="117" y="13074"/>
                        <a:pt x="117" y="13074"/>
                      </a:cubicBezTo>
                      <a:cubicBezTo>
                        <a:pt x="117" y="13074"/>
                        <a:pt x="117" y="13074"/>
                        <a:pt x="117" y="13074"/>
                      </a:cubicBezTo>
                      <a:cubicBezTo>
                        <a:pt x="117" y="13074"/>
                        <a:pt x="117" y="13074"/>
                        <a:pt x="117" y="13074"/>
                      </a:cubicBezTo>
                      <a:cubicBezTo>
                        <a:pt x="117" y="13074"/>
                        <a:pt x="117" y="13074"/>
                        <a:pt x="117" y="13074"/>
                      </a:cubicBezTo>
                      <a:cubicBezTo>
                        <a:pt x="117" y="13074"/>
                        <a:pt x="117" y="13074"/>
                        <a:pt x="117" y="13074"/>
                      </a:cubicBezTo>
                      <a:cubicBezTo>
                        <a:pt x="117" y="13074"/>
                        <a:pt x="117" y="13074"/>
                        <a:pt x="117" y="13074"/>
                      </a:cubicBezTo>
                      <a:cubicBezTo>
                        <a:pt x="117" y="13074"/>
                        <a:pt x="117" y="13074"/>
                        <a:pt x="117" y="13074"/>
                      </a:cubicBezTo>
                      <a:cubicBezTo>
                        <a:pt x="117" y="13074"/>
                        <a:pt x="117" y="13074"/>
                        <a:pt x="117" y="13074"/>
                      </a:cubicBezTo>
                      <a:cubicBezTo>
                        <a:pt x="59" y="13074"/>
                        <a:pt x="59" y="13074"/>
                        <a:pt x="59" y="13074"/>
                      </a:cubicBezTo>
                      <a:cubicBezTo>
                        <a:pt x="59" y="13074"/>
                        <a:pt x="59" y="13074"/>
                        <a:pt x="59" y="13074"/>
                      </a:cubicBezTo>
                      <a:cubicBezTo>
                        <a:pt x="59" y="13074"/>
                        <a:pt x="59" y="13074"/>
                        <a:pt x="59" y="13074"/>
                      </a:cubicBezTo>
                      <a:cubicBezTo>
                        <a:pt x="59" y="13074"/>
                        <a:pt x="59" y="13074"/>
                        <a:pt x="59" y="13074"/>
                      </a:cubicBezTo>
                      <a:cubicBezTo>
                        <a:pt x="59" y="13074"/>
                        <a:pt x="59" y="13074"/>
                        <a:pt x="59" y="13074"/>
                      </a:cubicBezTo>
                      <a:cubicBezTo>
                        <a:pt x="59" y="13074"/>
                        <a:pt x="59" y="13074"/>
                        <a:pt x="59" y="13074"/>
                      </a:cubicBezTo>
                      <a:cubicBezTo>
                        <a:pt x="0" y="13074"/>
                        <a:pt x="0" y="13074"/>
                        <a:pt x="0" y="13074"/>
                      </a:cubicBezTo>
                      <a:cubicBezTo>
                        <a:pt x="0" y="13074"/>
                        <a:pt x="0" y="13074"/>
                        <a:pt x="0" y="13074"/>
                      </a:cubicBezTo>
                      <a:cubicBezTo>
                        <a:pt x="0" y="13074"/>
                        <a:pt x="0" y="13074"/>
                        <a:pt x="0" y="13074"/>
                      </a:cubicBezTo>
                      <a:cubicBezTo>
                        <a:pt x="0" y="13074"/>
                        <a:pt x="0" y="13074"/>
                        <a:pt x="0" y="13074"/>
                      </a:cubicBezTo>
                      <a:cubicBezTo>
                        <a:pt x="0" y="13074"/>
                        <a:pt x="0" y="13074"/>
                        <a:pt x="0" y="13074"/>
                      </a:cubicBezTo>
                      <a:cubicBezTo>
                        <a:pt x="0" y="13074"/>
                        <a:pt x="0" y="13074"/>
                        <a:pt x="0" y="13074"/>
                      </a:cubicBezTo>
                      <a:cubicBezTo>
                        <a:pt x="0" y="13074"/>
                        <a:pt x="0" y="13074"/>
                        <a:pt x="0" y="13074"/>
                      </a:cubicBezTo>
                      <a:cubicBezTo>
                        <a:pt x="0" y="13074"/>
                        <a:pt x="0" y="13074"/>
                        <a:pt x="0" y="13074"/>
                      </a:cubicBezTo>
                      <a:cubicBezTo>
                        <a:pt x="0" y="13074"/>
                        <a:pt x="0" y="13074"/>
                        <a:pt x="0" y="13074"/>
                      </a:cubicBezTo>
                      <a:cubicBezTo>
                        <a:pt x="0" y="13074"/>
                        <a:pt x="0" y="13074"/>
                        <a:pt x="0" y="13074"/>
                      </a:cubicBezTo>
                      <a:cubicBezTo>
                        <a:pt x="0" y="13074"/>
                        <a:pt x="0" y="13074"/>
                        <a:pt x="0" y="13074"/>
                      </a:cubicBezTo>
                      <a:cubicBezTo>
                        <a:pt x="0" y="13074"/>
                        <a:pt x="0" y="13074"/>
                        <a:pt x="0" y="13074"/>
                      </a:cubicBezTo>
                      <a:cubicBezTo>
                        <a:pt x="0" y="13074"/>
                        <a:pt x="59" y="13155"/>
                        <a:pt x="117" y="13155"/>
                      </a:cubicBezTo>
                      <a:cubicBezTo>
                        <a:pt x="234" y="13236"/>
                        <a:pt x="293" y="13480"/>
                        <a:pt x="351" y="13480"/>
                      </a:cubicBezTo>
                      <a:cubicBezTo>
                        <a:pt x="468" y="13561"/>
                        <a:pt x="585" y="13561"/>
                        <a:pt x="644" y="13561"/>
                      </a:cubicBezTo>
                      <a:cubicBezTo>
                        <a:pt x="702" y="13642"/>
                        <a:pt x="820" y="13723"/>
                        <a:pt x="820" y="13723"/>
                      </a:cubicBezTo>
                      <a:cubicBezTo>
                        <a:pt x="820" y="13723"/>
                        <a:pt x="1112" y="14129"/>
                        <a:pt x="1171" y="14129"/>
                      </a:cubicBezTo>
                      <a:cubicBezTo>
                        <a:pt x="1229" y="14129"/>
                        <a:pt x="1229" y="14129"/>
                        <a:pt x="1288" y="14292"/>
                      </a:cubicBezTo>
                      <a:cubicBezTo>
                        <a:pt x="1346" y="14373"/>
                        <a:pt x="1522" y="14292"/>
                        <a:pt x="1522" y="14292"/>
                      </a:cubicBezTo>
                      <a:cubicBezTo>
                        <a:pt x="1522" y="14292"/>
                        <a:pt x="1580" y="14535"/>
                        <a:pt x="1522" y="14617"/>
                      </a:cubicBezTo>
                      <a:cubicBezTo>
                        <a:pt x="1522" y="14698"/>
                        <a:pt x="1522" y="14941"/>
                        <a:pt x="1522" y="14941"/>
                      </a:cubicBezTo>
                      <a:cubicBezTo>
                        <a:pt x="1522" y="14941"/>
                        <a:pt x="1522" y="15023"/>
                        <a:pt x="1522" y="15104"/>
                      </a:cubicBezTo>
                      <a:cubicBezTo>
                        <a:pt x="1580" y="15266"/>
                        <a:pt x="1639" y="15266"/>
                        <a:pt x="1639" y="15429"/>
                      </a:cubicBezTo>
                      <a:cubicBezTo>
                        <a:pt x="1698" y="15510"/>
                        <a:pt x="1639" y="15510"/>
                        <a:pt x="1698" y="15591"/>
                      </a:cubicBezTo>
                      <a:cubicBezTo>
                        <a:pt x="1756" y="15672"/>
                        <a:pt x="1815" y="15835"/>
                        <a:pt x="1873" y="15835"/>
                      </a:cubicBezTo>
                      <a:cubicBezTo>
                        <a:pt x="1932" y="15835"/>
                        <a:pt x="1990" y="15835"/>
                        <a:pt x="2166" y="15916"/>
                      </a:cubicBezTo>
                      <a:cubicBezTo>
                        <a:pt x="2341" y="16078"/>
                        <a:pt x="2400" y="16078"/>
                        <a:pt x="2459" y="16159"/>
                      </a:cubicBezTo>
                      <a:cubicBezTo>
                        <a:pt x="2576" y="16241"/>
                        <a:pt x="2517" y="16159"/>
                        <a:pt x="2693" y="16241"/>
                      </a:cubicBezTo>
                      <a:cubicBezTo>
                        <a:pt x="2927" y="16322"/>
                        <a:pt x="2868" y="16241"/>
                        <a:pt x="2927" y="16322"/>
                      </a:cubicBezTo>
                      <a:cubicBezTo>
                        <a:pt x="2985" y="16322"/>
                        <a:pt x="2927" y="16241"/>
                        <a:pt x="3044" y="16322"/>
                      </a:cubicBezTo>
                      <a:cubicBezTo>
                        <a:pt x="3220" y="16322"/>
                        <a:pt x="3337" y="16403"/>
                        <a:pt x="3337" y="16403"/>
                      </a:cubicBezTo>
                      <a:cubicBezTo>
                        <a:pt x="3337" y="16565"/>
                        <a:pt x="3337" y="16565"/>
                        <a:pt x="3337" y="16565"/>
                      </a:cubicBezTo>
                      <a:cubicBezTo>
                        <a:pt x="3220" y="16890"/>
                        <a:pt x="3220" y="16890"/>
                        <a:pt x="3220" y="16890"/>
                      </a:cubicBezTo>
                      <a:cubicBezTo>
                        <a:pt x="3220" y="17134"/>
                        <a:pt x="3220" y="17134"/>
                        <a:pt x="3220" y="17134"/>
                      </a:cubicBezTo>
                      <a:cubicBezTo>
                        <a:pt x="3220" y="17134"/>
                        <a:pt x="3102" y="17134"/>
                        <a:pt x="3220" y="17215"/>
                      </a:cubicBezTo>
                      <a:cubicBezTo>
                        <a:pt x="3337" y="17296"/>
                        <a:pt x="3571" y="17377"/>
                        <a:pt x="3571" y="17377"/>
                      </a:cubicBezTo>
                      <a:cubicBezTo>
                        <a:pt x="3746" y="17540"/>
                        <a:pt x="3746" y="17540"/>
                        <a:pt x="3746" y="17540"/>
                      </a:cubicBezTo>
                      <a:cubicBezTo>
                        <a:pt x="3746" y="17540"/>
                        <a:pt x="3629" y="17783"/>
                        <a:pt x="3571" y="17865"/>
                      </a:cubicBezTo>
                      <a:cubicBezTo>
                        <a:pt x="3512" y="17865"/>
                        <a:pt x="3337" y="17865"/>
                        <a:pt x="3337" y="17865"/>
                      </a:cubicBezTo>
                      <a:cubicBezTo>
                        <a:pt x="3337" y="17865"/>
                        <a:pt x="3278" y="18108"/>
                        <a:pt x="3395" y="18108"/>
                      </a:cubicBezTo>
                      <a:cubicBezTo>
                        <a:pt x="3454" y="18189"/>
                        <a:pt x="3571" y="18189"/>
                        <a:pt x="3629" y="18189"/>
                      </a:cubicBezTo>
                      <a:cubicBezTo>
                        <a:pt x="3688" y="18189"/>
                        <a:pt x="3805" y="18271"/>
                        <a:pt x="3805" y="18271"/>
                      </a:cubicBezTo>
                      <a:cubicBezTo>
                        <a:pt x="3805" y="18271"/>
                        <a:pt x="3863" y="18271"/>
                        <a:pt x="3922" y="18352"/>
                      </a:cubicBezTo>
                      <a:cubicBezTo>
                        <a:pt x="3922" y="18514"/>
                        <a:pt x="3980" y="18595"/>
                        <a:pt x="4039" y="18595"/>
                      </a:cubicBezTo>
                      <a:cubicBezTo>
                        <a:pt x="4098" y="18595"/>
                        <a:pt x="4215" y="18595"/>
                        <a:pt x="4273" y="18595"/>
                      </a:cubicBezTo>
                      <a:cubicBezTo>
                        <a:pt x="4332" y="18595"/>
                        <a:pt x="4332" y="18514"/>
                        <a:pt x="4390" y="18514"/>
                      </a:cubicBezTo>
                      <a:cubicBezTo>
                        <a:pt x="4449" y="18595"/>
                        <a:pt x="4800" y="18514"/>
                        <a:pt x="4800" y="18514"/>
                      </a:cubicBezTo>
                      <a:cubicBezTo>
                        <a:pt x="4800" y="18514"/>
                        <a:pt x="4800" y="18514"/>
                        <a:pt x="4859" y="18677"/>
                      </a:cubicBezTo>
                      <a:cubicBezTo>
                        <a:pt x="4976" y="18920"/>
                        <a:pt x="5151" y="19002"/>
                        <a:pt x="5151" y="19002"/>
                      </a:cubicBezTo>
                      <a:cubicBezTo>
                        <a:pt x="5151" y="19002"/>
                        <a:pt x="5210" y="19083"/>
                        <a:pt x="5210" y="19002"/>
                      </a:cubicBezTo>
                      <a:cubicBezTo>
                        <a:pt x="5210" y="18920"/>
                        <a:pt x="5268" y="18839"/>
                        <a:pt x="5268" y="18839"/>
                      </a:cubicBezTo>
                      <a:cubicBezTo>
                        <a:pt x="5268" y="18839"/>
                        <a:pt x="5385" y="18595"/>
                        <a:pt x="5385" y="18514"/>
                      </a:cubicBezTo>
                      <a:cubicBezTo>
                        <a:pt x="5444" y="18433"/>
                        <a:pt x="5502" y="18189"/>
                        <a:pt x="5561" y="18189"/>
                      </a:cubicBezTo>
                      <a:cubicBezTo>
                        <a:pt x="5620" y="18108"/>
                        <a:pt x="5795" y="17946"/>
                        <a:pt x="5795" y="17946"/>
                      </a:cubicBezTo>
                      <a:cubicBezTo>
                        <a:pt x="5795" y="17946"/>
                        <a:pt x="5795" y="17865"/>
                        <a:pt x="5912" y="17946"/>
                      </a:cubicBezTo>
                      <a:cubicBezTo>
                        <a:pt x="5971" y="18108"/>
                        <a:pt x="6146" y="18271"/>
                        <a:pt x="6146" y="18271"/>
                      </a:cubicBezTo>
                      <a:cubicBezTo>
                        <a:pt x="6439" y="18271"/>
                        <a:pt x="6439" y="18271"/>
                        <a:pt x="6439" y="18271"/>
                      </a:cubicBezTo>
                      <a:cubicBezTo>
                        <a:pt x="6439" y="18271"/>
                        <a:pt x="6615" y="18352"/>
                        <a:pt x="6615" y="18433"/>
                      </a:cubicBezTo>
                      <a:cubicBezTo>
                        <a:pt x="6615" y="18514"/>
                        <a:pt x="6556" y="18514"/>
                        <a:pt x="6439" y="18595"/>
                      </a:cubicBezTo>
                      <a:cubicBezTo>
                        <a:pt x="6380" y="18595"/>
                        <a:pt x="6205" y="18352"/>
                        <a:pt x="6205" y="18433"/>
                      </a:cubicBezTo>
                      <a:cubicBezTo>
                        <a:pt x="6146" y="18514"/>
                        <a:pt x="6146" y="18677"/>
                        <a:pt x="6146" y="18677"/>
                      </a:cubicBezTo>
                      <a:cubicBezTo>
                        <a:pt x="5912" y="18839"/>
                        <a:pt x="5912" y="18839"/>
                        <a:pt x="5912" y="18839"/>
                      </a:cubicBezTo>
                      <a:cubicBezTo>
                        <a:pt x="5971" y="19002"/>
                        <a:pt x="5971" y="19002"/>
                        <a:pt x="5971" y="19002"/>
                      </a:cubicBezTo>
                      <a:cubicBezTo>
                        <a:pt x="5971" y="19002"/>
                        <a:pt x="6263" y="19164"/>
                        <a:pt x="6263" y="19245"/>
                      </a:cubicBezTo>
                      <a:cubicBezTo>
                        <a:pt x="6263" y="19326"/>
                        <a:pt x="6263" y="19489"/>
                        <a:pt x="6263" y="19489"/>
                      </a:cubicBezTo>
                      <a:cubicBezTo>
                        <a:pt x="6439" y="19570"/>
                        <a:pt x="6439" y="19570"/>
                        <a:pt x="6439" y="19570"/>
                      </a:cubicBezTo>
                      <a:cubicBezTo>
                        <a:pt x="6556" y="19489"/>
                        <a:pt x="6556" y="19489"/>
                        <a:pt x="6556" y="19489"/>
                      </a:cubicBezTo>
                      <a:cubicBezTo>
                        <a:pt x="6556" y="19814"/>
                        <a:pt x="6556" y="19814"/>
                        <a:pt x="6556" y="19814"/>
                      </a:cubicBezTo>
                      <a:cubicBezTo>
                        <a:pt x="6556" y="20138"/>
                        <a:pt x="6556" y="20138"/>
                        <a:pt x="6556" y="20138"/>
                      </a:cubicBezTo>
                      <a:cubicBezTo>
                        <a:pt x="6556" y="20138"/>
                        <a:pt x="6556" y="20138"/>
                        <a:pt x="6556" y="20138"/>
                      </a:cubicBezTo>
                      <a:cubicBezTo>
                        <a:pt x="6556" y="20138"/>
                        <a:pt x="6556" y="20138"/>
                        <a:pt x="6556" y="20138"/>
                      </a:cubicBezTo>
                      <a:cubicBezTo>
                        <a:pt x="6966" y="19976"/>
                        <a:pt x="7317" y="20301"/>
                        <a:pt x="7493" y="20301"/>
                      </a:cubicBezTo>
                      <a:cubicBezTo>
                        <a:pt x="7844" y="20382"/>
                        <a:pt x="7083" y="20950"/>
                        <a:pt x="7200" y="20950"/>
                      </a:cubicBezTo>
                      <a:cubicBezTo>
                        <a:pt x="7317" y="20869"/>
                        <a:pt x="7200" y="21356"/>
                        <a:pt x="7376" y="21438"/>
                      </a:cubicBezTo>
                      <a:cubicBezTo>
                        <a:pt x="7668" y="21519"/>
                        <a:pt x="7902" y="21194"/>
                        <a:pt x="8254" y="21194"/>
                      </a:cubicBezTo>
                      <a:cubicBezTo>
                        <a:pt x="8546" y="21113"/>
                        <a:pt x="8898" y="21356"/>
                        <a:pt x="9015" y="21194"/>
                      </a:cubicBezTo>
                      <a:cubicBezTo>
                        <a:pt x="9249" y="20788"/>
                        <a:pt x="10185" y="21600"/>
                        <a:pt x="10654" y="21194"/>
                      </a:cubicBezTo>
                      <a:cubicBezTo>
                        <a:pt x="10946" y="20869"/>
                        <a:pt x="12117" y="20707"/>
                        <a:pt x="12527" y="20707"/>
                      </a:cubicBezTo>
                      <a:cubicBezTo>
                        <a:pt x="13580" y="20626"/>
                        <a:pt x="13639" y="20626"/>
                        <a:pt x="14107" y="20220"/>
                      </a:cubicBezTo>
                      <a:cubicBezTo>
                        <a:pt x="14107" y="20220"/>
                        <a:pt x="14400" y="19326"/>
                        <a:pt x="14576" y="18920"/>
                      </a:cubicBezTo>
                      <a:cubicBezTo>
                        <a:pt x="14693" y="18595"/>
                        <a:pt x="15044" y="18433"/>
                        <a:pt x="15395" y="18108"/>
                      </a:cubicBezTo>
                      <a:cubicBezTo>
                        <a:pt x="15688" y="17783"/>
                        <a:pt x="16449" y="17459"/>
                        <a:pt x="16624" y="17377"/>
                      </a:cubicBezTo>
                      <a:cubicBezTo>
                        <a:pt x="16800" y="17377"/>
                        <a:pt x="18029" y="17459"/>
                        <a:pt x="18029" y="17459"/>
                      </a:cubicBezTo>
                      <a:cubicBezTo>
                        <a:pt x="18673" y="17215"/>
                        <a:pt x="18673" y="17215"/>
                        <a:pt x="18673" y="17215"/>
                      </a:cubicBezTo>
                      <a:cubicBezTo>
                        <a:pt x="18673" y="17215"/>
                        <a:pt x="18790" y="17865"/>
                        <a:pt x="18966" y="17946"/>
                      </a:cubicBezTo>
                      <a:cubicBezTo>
                        <a:pt x="19727" y="18108"/>
                        <a:pt x="20195" y="18027"/>
                        <a:pt x="20254" y="17459"/>
                      </a:cubicBezTo>
                      <a:cubicBezTo>
                        <a:pt x="20312" y="17053"/>
                        <a:pt x="20020" y="16322"/>
                        <a:pt x="19961" y="15753"/>
                      </a:cubicBezTo>
                      <a:cubicBezTo>
                        <a:pt x="19902" y="15104"/>
                        <a:pt x="20137" y="14454"/>
                        <a:pt x="20137" y="13886"/>
                      </a:cubicBezTo>
                      <a:cubicBezTo>
                        <a:pt x="20137" y="13805"/>
                        <a:pt x="20020" y="13642"/>
                        <a:pt x="20371" y="12992"/>
                      </a:cubicBezTo>
                      <a:cubicBezTo>
                        <a:pt x="20663" y="12343"/>
                        <a:pt x="21483" y="12668"/>
                        <a:pt x="21600" y="12262"/>
                      </a:cubicBezTo>
                      <a:cubicBezTo>
                        <a:pt x="21249" y="9988"/>
                        <a:pt x="21249" y="9988"/>
                        <a:pt x="21249" y="9988"/>
                      </a:cubicBezTo>
                      <a:cubicBezTo>
                        <a:pt x="21190" y="9988"/>
                        <a:pt x="21190" y="9988"/>
                        <a:pt x="21190" y="9988"/>
                      </a:cubicBezTo>
                      <a:cubicBezTo>
                        <a:pt x="21132" y="9988"/>
                        <a:pt x="21132" y="9988"/>
                        <a:pt x="21132" y="9988"/>
                      </a:cubicBezTo>
                      <a:cubicBezTo>
                        <a:pt x="21015" y="9907"/>
                        <a:pt x="21015" y="9907"/>
                        <a:pt x="21015" y="9907"/>
                      </a:cubicBezTo>
                      <a:cubicBezTo>
                        <a:pt x="20898" y="9907"/>
                        <a:pt x="20898" y="9907"/>
                        <a:pt x="20898" y="9907"/>
                      </a:cubicBezTo>
                      <a:cubicBezTo>
                        <a:pt x="20780" y="9826"/>
                        <a:pt x="20780" y="9826"/>
                        <a:pt x="20780" y="9826"/>
                      </a:cubicBezTo>
                      <a:cubicBezTo>
                        <a:pt x="20663" y="9744"/>
                        <a:pt x="20663" y="9744"/>
                        <a:pt x="20663" y="9744"/>
                      </a:cubicBezTo>
                      <a:cubicBezTo>
                        <a:pt x="20546" y="9744"/>
                        <a:pt x="20546" y="9744"/>
                        <a:pt x="20546" y="9744"/>
                      </a:cubicBezTo>
                      <a:cubicBezTo>
                        <a:pt x="20546" y="9744"/>
                        <a:pt x="20546" y="9744"/>
                        <a:pt x="20546" y="9744"/>
                      </a:cubicBezTo>
                      <a:cubicBezTo>
                        <a:pt x="20488" y="9744"/>
                        <a:pt x="20488" y="9744"/>
                        <a:pt x="20488" y="9744"/>
                      </a:cubicBezTo>
                      <a:cubicBezTo>
                        <a:pt x="20078" y="9663"/>
                        <a:pt x="19551" y="10962"/>
                        <a:pt x="19551" y="10962"/>
                      </a:cubicBezTo>
                      <a:cubicBezTo>
                        <a:pt x="19317" y="11531"/>
                        <a:pt x="19317" y="11531"/>
                        <a:pt x="19317" y="11531"/>
                      </a:cubicBezTo>
                      <a:cubicBezTo>
                        <a:pt x="18732" y="11368"/>
                        <a:pt x="18146" y="11287"/>
                        <a:pt x="17737" y="10638"/>
                      </a:cubicBezTo>
                      <a:cubicBezTo>
                        <a:pt x="17737" y="10394"/>
                        <a:pt x="17737" y="10394"/>
                        <a:pt x="17737" y="10394"/>
                      </a:cubicBezTo>
                      <a:cubicBezTo>
                        <a:pt x="17737" y="10394"/>
                        <a:pt x="17737" y="10394"/>
                        <a:pt x="17737" y="10394"/>
                      </a:cubicBezTo>
                      <a:cubicBezTo>
                        <a:pt x="17737" y="10394"/>
                        <a:pt x="17737" y="10394"/>
                        <a:pt x="17737" y="10394"/>
                      </a:cubicBezTo>
                      <a:cubicBezTo>
                        <a:pt x="17678" y="10313"/>
                        <a:pt x="17678" y="10313"/>
                        <a:pt x="17678" y="10313"/>
                      </a:cubicBezTo>
                      <a:cubicBezTo>
                        <a:pt x="17678" y="10313"/>
                        <a:pt x="17620" y="10313"/>
                        <a:pt x="17620" y="10313"/>
                      </a:cubicBezTo>
                      <a:cubicBezTo>
                        <a:pt x="17561" y="10313"/>
                        <a:pt x="17502" y="10232"/>
                        <a:pt x="17502" y="10232"/>
                      </a:cubicBezTo>
                      <a:cubicBezTo>
                        <a:pt x="17561" y="10069"/>
                        <a:pt x="17561" y="10069"/>
                        <a:pt x="17561" y="10069"/>
                      </a:cubicBezTo>
                      <a:cubicBezTo>
                        <a:pt x="17561" y="10069"/>
                        <a:pt x="17620" y="9988"/>
                        <a:pt x="17620" y="9988"/>
                      </a:cubicBezTo>
                      <a:cubicBezTo>
                        <a:pt x="17678" y="9988"/>
                        <a:pt x="17620" y="9988"/>
                        <a:pt x="17620" y="9907"/>
                      </a:cubicBezTo>
                      <a:cubicBezTo>
                        <a:pt x="17620" y="9907"/>
                        <a:pt x="17620" y="9744"/>
                        <a:pt x="17620" y="9663"/>
                      </a:cubicBezTo>
                      <a:cubicBezTo>
                        <a:pt x="17561" y="9582"/>
                        <a:pt x="17561" y="9582"/>
                        <a:pt x="17561" y="9582"/>
                      </a:cubicBezTo>
                      <a:cubicBezTo>
                        <a:pt x="17561" y="9582"/>
                        <a:pt x="17502" y="9420"/>
                        <a:pt x="17444" y="9338"/>
                      </a:cubicBezTo>
                      <a:cubicBezTo>
                        <a:pt x="17385" y="9338"/>
                        <a:pt x="17444" y="9257"/>
                        <a:pt x="17444" y="9257"/>
                      </a:cubicBezTo>
                      <a:cubicBezTo>
                        <a:pt x="17385" y="9176"/>
                        <a:pt x="17444" y="9176"/>
                        <a:pt x="17444" y="9095"/>
                      </a:cubicBezTo>
                      <a:cubicBezTo>
                        <a:pt x="17444" y="9095"/>
                        <a:pt x="17385" y="8932"/>
                        <a:pt x="17385" y="8932"/>
                      </a:cubicBezTo>
                      <a:cubicBezTo>
                        <a:pt x="17385" y="8932"/>
                        <a:pt x="17268" y="8689"/>
                        <a:pt x="17210" y="8526"/>
                      </a:cubicBezTo>
                      <a:cubicBezTo>
                        <a:pt x="17210" y="8445"/>
                        <a:pt x="17210" y="8364"/>
                        <a:pt x="17210" y="8364"/>
                      </a:cubicBezTo>
                      <a:cubicBezTo>
                        <a:pt x="17268" y="8283"/>
                        <a:pt x="17151" y="8202"/>
                        <a:pt x="17151" y="8202"/>
                      </a:cubicBezTo>
                      <a:cubicBezTo>
                        <a:pt x="17151" y="8202"/>
                        <a:pt x="17151" y="8039"/>
                        <a:pt x="17151" y="8039"/>
                      </a:cubicBezTo>
                      <a:cubicBezTo>
                        <a:pt x="17151" y="8039"/>
                        <a:pt x="17151" y="7877"/>
                        <a:pt x="17151" y="7877"/>
                      </a:cubicBezTo>
                      <a:cubicBezTo>
                        <a:pt x="17210" y="7795"/>
                        <a:pt x="17151" y="7714"/>
                        <a:pt x="17151" y="7633"/>
                      </a:cubicBezTo>
                      <a:cubicBezTo>
                        <a:pt x="17151" y="7633"/>
                        <a:pt x="17034" y="7552"/>
                        <a:pt x="17034" y="7552"/>
                      </a:cubicBezTo>
                      <a:cubicBezTo>
                        <a:pt x="17093" y="7389"/>
                        <a:pt x="17093" y="7389"/>
                        <a:pt x="17093" y="7389"/>
                      </a:cubicBezTo>
                      <a:cubicBezTo>
                        <a:pt x="17093" y="7308"/>
                        <a:pt x="17093" y="7308"/>
                        <a:pt x="17093" y="7308"/>
                      </a:cubicBezTo>
                      <a:cubicBezTo>
                        <a:pt x="17093" y="7308"/>
                        <a:pt x="17151" y="7146"/>
                        <a:pt x="17151" y="7146"/>
                      </a:cubicBezTo>
                      <a:cubicBezTo>
                        <a:pt x="17210" y="7065"/>
                        <a:pt x="17151" y="6983"/>
                        <a:pt x="17093" y="6983"/>
                      </a:cubicBezTo>
                      <a:cubicBezTo>
                        <a:pt x="17034" y="6983"/>
                        <a:pt x="17093" y="6902"/>
                        <a:pt x="17093" y="6902"/>
                      </a:cubicBezTo>
                      <a:cubicBezTo>
                        <a:pt x="17151" y="6740"/>
                        <a:pt x="17151" y="6740"/>
                        <a:pt x="17151" y="6740"/>
                      </a:cubicBezTo>
                      <a:cubicBezTo>
                        <a:pt x="17093" y="6496"/>
                        <a:pt x="17093" y="6496"/>
                        <a:pt x="17093" y="6496"/>
                      </a:cubicBezTo>
                      <a:cubicBezTo>
                        <a:pt x="17093" y="6415"/>
                        <a:pt x="17093" y="6415"/>
                        <a:pt x="17093" y="6415"/>
                      </a:cubicBezTo>
                      <a:cubicBezTo>
                        <a:pt x="17093" y="6415"/>
                        <a:pt x="17034" y="6253"/>
                        <a:pt x="17034" y="6253"/>
                      </a:cubicBezTo>
                      <a:cubicBezTo>
                        <a:pt x="17034" y="6171"/>
                        <a:pt x="16976" y="6009"/>
                        <a:pt x="16976" y="6009"/>
                      </a:cubicBezTo>
                      <a:cubicBezTo>
                        <a:pt x="16976" y="6009"/>
                        <a:pt x="16976" y="5928"/>
                        <a:pt x="16976" y="5928"/>
                      </a:cubicBezTo>
                      <a:cubicBezTo>
                        <a:pt x="16976" y="5847"/>
                        <a:pt x="16976" y="5847"/>
                        <a:pt x="16976" y="5847"/>
                      </a:cubicBezTo>
                      <a:cubicBezTo>
                        <a:pt x="16976" y="5765"/>
                        <a:pt x="16917" y="5684"/>
                        <a:pt x="16859" y="5603"/>
                      </a:cubicBezTo>
                      <a:cubicBezTo>
                        <a:pt x="16800" y="5441"/>
                        <a:pt x="16800" y="5441"/>
                        <a:pt x="16800" y="5441"/>
                      </a:cubicBezTo>
                      <a:cubicBezTo>
                        <a:pt x="16800" y="5441"/>
                        <a:pt x="16683" y="5278"/>
                        <a:pt x="16624" y="5197"/>
                      </a:cubicBezTo>
                      <a:cubicBezTo>
                        <a:pt x="16624" y="5035"/>
                        <a:pt x="16624" y="5035"/>
                        <a:pt x="16566" y="4953"/>
                      </a:cubicBezTo>
                      <a:cubicBezTo>
                        <a:pt x="16566" y="4791"/>
                        <a:pt x="16449" y="4629"/>
                        <a:pt x="16390" y="4629"/>
                      </a:cubicBezTo>
                      <a:cubicBezTo>
                        <a:pt x="16390" y="4629"/>
                        <a:pt x="16332" y="4385"/>
                        <a:pt x="16332" y="4304"/>
                      </a:cubicBezTo>
                      <a:cubicBezTo>
                        <a:pt x="16273" y="4304"/>
                        <a:pt x="16156" y="4223"/>
                        <a:pt x="16156" y="4223"/>
                      </a:cubicBezTo>
                      <a:cubicBezTo>
                        <a:pt x="16098" y="4223"/>
                        <a:pt x="15980" y="4141"/>
                        <a:pt x="15980" y="4141"/>
                      </a:cubicBezTo>
                      <a:cubicBezTo>
                        <a:pt x="15805" y="4060"/>
                        <a:pt x="15805" y="4060"/>
                        <a:pt x="15805" y="4060"/>
                      </a:cubicBezTo>
                      <a:cubicBezTo>
                        <a:pt x="15629" y="3817"/>
                        <a:pt x="15629" y="3817"/>
                        <a:pt x="15629" y="3817"/>
                      </a:cubicBezTo>
                      <a:cubicBezTo>
                        <a:pt x="15629" y="3817"/>
                        <a:pt x="15571" y="3817"/>
                        <a:pt x="15512" y="3735"/>
                      </a:cubicBezTo>
                      <a:cubicBezTo>
                        <a:pt x="15512" y="3735"/>
                        <a:pt x="15454" y="3573"/>
                        <a:pt x="15454" y="3573"/>
                      </a:cubicBezTo>
                      <a:cubicBezTo>
                        <a:pt x="15395" y="3411"/>
                        <a:pt x="15395" y="3411"/>
                        <a:pt x="15395" y="3411"/>
                      </a:cubicBezTo>
                      <a:cubicBezTo>
                        <a:pt x="15044" y="3248"/>
                        <a:pt x="15044" y="3248"/>
                        <a:pt x="15044" y="3248"/>
                      </a:cubicBezTo>
                      <a:cubicBezTo>
                        <a:pt x="15044" y="3248"/>
                        <a:pt x="14985" y="3086"/>
                        <a:pt x="14985" y="3086"/>
                      </a:cubicBezTo>
                      <a:cubicBezTo>
                        <a:pt x="14985" y="3005"/>
                        <a:pt x="14927" y="3005"/>
                        <a:pt x="14927" y="2923"/>
                      </a:cubicBezTo>
                      <a:cubicBezTo>
                        <a:pt x="14927" y="2842"/>
                        <a:pt x="14868" y="2842"/>
                        <a:pt x="14868" y="2761"/>
                      </a:cubicBezTo>
                      <a:cubicBezTo>
                        <a:pt x="14868" y="2680"/>
                        <a:pt x="14810" y="2680"/>
                        <a:pt x="14810" y="2680"/>
                      </a:cubicBezTo>
                      <a:cubicBezTo>
                        <a:pt x="14751" y="2680"/>
                        <a:pt x="14693" y="2680"/>
                        <a:pt x="14693" y="2680"/>
                      </a:cubicBezTo>
                      <a:cubicBezTo>
                        <a:pt x="14693" y="2680"/>
                        <a:pt x="14634" y="2598"/>
                        <a:pt x="14634" y="2598"/>
                      </a:cubicBezTo>
                      <a:cubicBezTo>
                        <a:pt x="14634" y="2598"/>
                        <a:pt x="14517" y="2436"/>
                        <a:pt x="14459" y="2436"/>
                      </a:cubicBezTo>
                      <a:cubicBezTo>
                        <a:pt x="14459" y="2355"/>
                        <a:pt x="14459" y="2355"/>
                        <a:pt x="14459" y="2355"/>
                      </a:cubicBezTo>
                      <a:cubicBezTo>
                        <a:pt x="14459" y="2355"/>
                        <a:pt x="14459" y="2355"/>
                        <a:pt x="14400" y="2355"/>
                      </a:cubicBezTo>
                      <a:cubicBezTo>
                        <a:pt x="14341" y="2355"/>
                        <a:pt x="14341" y="2355"/>
                        <a:pt x="14341" y="2274"/>
                      </a:cubicBezTo>
                      <a:cubicBezTo>
                        <a:pt x="14283" y="2274"/>
                        <a:pt x="14283" y="2111"/>
                        <a:pt x="14224" y="2111"/>
                      </a:cubicBezTo>
                      <a:cubicBezTo>
                        <a:pt x="14224" y="2111"/>
                        <a:pt x="14224" y="2111"/>
                        <a:pt x="14166" y="2111"/>
                      </a:cubicBezTo>
                      <a:cubicBezTo>
                        <a:pt x="14107" y="2111"/>
                        <a:pt x="14049" y="1949"/>
                        <a:pt x="14049" y="1949"/>
                      </a:cubicBezTo>
                      <a:cubicBezTo>
                        <a:pt x="13990" y="1949"/>
                        <a:pt x="14049" y="1868"/>
                        <a:pt x="14049" y="1786"/>
                      </a:cubicBezTo>
                      <a:cubicBezTo>
                        <a:pt x="14049" y="1705"/>
                        <a:pt x="13990" y="1705"/>
                        <a:pt x="13990" y="1705"/>
                      </a:cubicBezTo>
                      <a:cubicBezTo>
                        <a:pt x="13990" y="1705"/>
                        <a:pt x="13990" y="1705"/>
                        <a:pt x="13990" y="1705"/>
                      </a:cubicBezTo>
                      <a:cubicBezTo>
                        <a:pt x="13990" y="1705"/>
                        <a:pt x="13932" y="1705"/>
                        <a:pt x="13932" y="1624"/>
                      </a:cubicBezTo>
                      <a:cubicBezTo>
                        <a:pt x="13932" y="1624"/>
                        <a:pt x="13873" y="1543"/>
                        <a:pt x="13873" y="1462"/>
                      </a:cubicBezTo>
                      <a:cubicBezTo>
                        <a:pt x="13873" y="1380"/>
                        <a:pt x="13873" y="1380"/>
                        <a:pt x="13873" y="1380"/>
                      </a:cubicBezTo>
                      <a:cubicBezTo>
                        <a:pt x="13873" y="1380"/>
                        <a:pt x="13815" y="1299"/>
                        <a:pt x="13815" y="1299"/>
                      </a:cubicBezTo>
                      <a:cubicBezTo>
                        <a:pt x="13756" y="1218"/>
                        <a:pt x="13756" y="1218"/>
                        <a:pt x="13756" y="1218"/>
                      </a:cubicBezTo>
                      <a:cubicBezTo>
                        <a:pt x="13756" y="1137"/>
                        <a:pt x="13756" y="1137"/>
                        <a:pt x="13756" y="1137"/>
                      </a:cubicBezTo>
                      <a:cubicBezTo>
                        <a:pt x="13698" y="1137"/>
                        <a:pt x="13698" y="1137"/>
                        <a:pt x="13698" y="1137"/>
                      </a:cubicBezTo>
                      <a:cubicBezTo>
                        <a:pt x="13639" y="1137"/>
                        <a:pt x="13639" y="1056"/>
                        <a:pt x="13639" y="974"/>
                      </a:cubicBezTo>
                      <a:cubicBezTo>
                        <a:pt x="13639" y="974"/>
                        <a:pt x="13639" y="974"/>
                        <a:pt x="13639" y="974"/>
                      </a:cubicBezTo>
                      <a:cubicBezTo>
                        <a:pt x="13580" y="893"/>
                        <a:pt x="13580" y="893"/>
                        <a:pt x="13580" y="893"/>
                      </a:cubicBezTo>
                      <a:cubicBezTo>
                        <a:pt x="13522" y="812"/>
                        <a:pt x="13522" y="812"/>
                        <a:pt x="13522" y="812"/>
                      </a:cubicBezTo>
                      <a:cubicBezTo>
                        <a:pt x="13463" y="731"/>
                        <a:pt x="13463" y="731"/>
                        <a:pt x="13463" y="731"/>
                      </a:cubicBezTo>
                      <a:cubicBezTo>
                        <a:pt x="13463" y="731"/>
                        <a:pt x="13405" y="650"/>
                        <a:pt x="13405" y="650"/>
                      </a:cubicBezTo>
                      <a:cubicBezTo>
                        <a:pt x="13346" y="568"/>
                        <a:pt x="13288" y="487"/>
                        <a:pt x="13288" y="487"/>
                      </a:cubicBezTo>
                      <a:cubicBezTo>
                        <a:pt x="13288" y="487"/>
                        <a:pt x="13288" y="406"/>
                        <a:pt x="13288" y="406"/>
                      </a:cubicBezTo>
                      <a:cubicBezTo>
                        <a:pt x="13288" y="406"/>
                        <a:pt x="13229" y="406"/>
                        <a:pt x="13229" y="406"/>
                      </a:cubicBezTo>
                      <a:cubicBezTo>
                        <a:pt x="13112" y="406"/>
                        <a:pt x="13112" y="406"/>
                        <a:pt x="13112" y="406"/>
                      </a:cubicBezTo>
                      <a:cubicBezTo>
                        <a:pt x="13112" y="244"/>
                        <a:pt x="13112" y="244"/>
                        <a:pt x="13112" y="244"/>
                      </a:cubicBezTo>
                      <a:cubicBezTo>
                        <a:pt x="13112" y="244"/>
                        <a:pt x="13112" y="244"/>
                        <a:pt x="13054" y="244"/>
                      </a:cubicBezTo>
                      <a:cubicBezTo>
                        <a:pt x="12995" y="244"/>
                        <a:pt x="12995" y="162"/>
                        <a:pt x="12995" y="162"/>
                      </a:cubicBezTo>
                      <a:cubicBezTo>
                        <a:pt x="12995" y="81"/>
                        <a:pt x="12995" y="81"/>
                        <a:pt x="12995" y="81"/>
                      </a:cubicBezTo>
                      <a:cubicBezTo>
                        <a:pt x="12820" y="162"/>
                        <a:pt x="12820" y="162"/>
                        <a:pt x="12820" y="162"/>
                      </a:cubicBezTo>
                      <a:cubicBezTo>
                        <a:pt x="12820" y="162"/>
                        <a:pt x="12820" y="162"/>
                        <a:pt x="12820" y="162"/>
                      </a:cubicBezTo>
                      <a:cubicBezTo>
                        <a:pt x="12820" y="162"/>
                        <a:pt x="12702" y="81"/>
                        <a:pt x="12702" y="81"/>
                      </a:cubicBezTo>
                      <a:cubicBezTo>
                        <a:pt x="12702" y="0"/>
                        <a:pt x="12644" y="0"/>
                        <a:pt x="12644" y="0"/>
                      </a:cubicBezTo>
                      <a:cubicBezTo>
                        <a:pt x="12585" y="81"/>
                        <a:pt x="12585" y="81"/>
                        <a:pt x="12585" y="81"/>
                      </a:cubicBezTo>
                      <a:cubicBezTo>
                        <a:pt x="12468" y="81"/>
                        <a:pt x="12468" y="81"/>
                        <a:pt x="12468" y="81"/>
                      </a:cubicBezTo>
                      <a:cubicBezTo>
                        <a:pt x="12410" y="81"/>
                        <a:pt x="12410" y="81"/>
                        <a:pt x="12410" y="81"/>
                      </a:cubicBezTo>
                      <a:cubicBezTo>
                        <a:pt x="12351" y="0"/>
                        <a:pt x="12351" y="0"/>
                        <a:pt x="12351" y="0"/>
                      </a:cubicBezTo>
                      <a:cubicBezTo>
                        <a:pt x="12176" y="81"/>
                        <a:pt x="12117" y="81"/>
                        <a:pt x="12117" y="81"/>
                      </a:cubicBezTo>
                      <a:cubicBezTo>
                        <a:pt x="11941" y="162"/>
                        <a:pt x="11649" y="406"/>
                        <a:pt x="11649" y="568"/>
                      </a:cubicBezTo>
                      <a:cubicBezTo>
                        <a:pt x="11590" y="731"/>
                        <a:pt x="11649" y="1137"/>
                        <a:pt x="11532" y="1218"/>
                      </a:cubicBezTo>
                      <a:cubicBezTo>
                        <a:pt x="11356" y="1218"/>
                        <a:pt x="11180" y="1624"/>
                        <a:pt x="11122" y="1624"/>
                      </a:cubicBezTo>
                      <a:cubicBezTo>
                        <a:pt x="10595" y="2030"/>
                        <a:pt x="10595" y="2030"/>
                        <a:pt x="10595" y="2030"/>
                      </a:cubicBezTo>
                      <a:cubicBezTo>
                        <a:pt x="10595" y="2030"/>
                        <a:pt x="10185" y="2274"/>
                        <a:pt x="9951" y="2274"/>
                      </a:cubicBezTo>
                      <a:cubicBezTo>
                        <a:pt x="9717" y="2355"/>
                        <a:pt x="9541" y="2598"/>
                        <a:pt x="9541" y="2598"/>
                      </a:cubicBezTo>
                      <a:cubicBezTo>
                        <a:pt x="9249" y="3167"/>
                        <a:pt x="9249" y="3167"/>
                        <a:pt x="9249" y="3167"/>
                      </a:cubicBezTo>
                      <a:cubicBezTo>
                        <a:pt x="8780" y="3248"/>
                        <a:pt x="8780" y="3248"/>
                        <a:pt x="8780" y="3248"/>
                      </a:cubicBezTo>
                      <a:cubicBezTo>
                        <a:pt x="8546" y="2923"/>
                        <a:pt x="8546" y="2923"/>
                        <a:pt x="8546" y="2923"/>
                      </a:cubicBezTo>
                      <a:cubicBezTo>
                        <a:pt x="8312" y="3005"/>
                        <a:pt x="8312" y="3005"/>
                        <a:pt x="8312" y="3005"/>
                      </a:cubicBezTo>
                      <a:cubicBezTo>
                        <a:pt x="8254" y="2923"/>
                        <a:pt x="8254" y="2923"/>
                        <a:pt x="8254" y="2923"/>
                      </a:cubicBezTo>
                      <a:cubicBezTo>
                        <a:pt x="8137" y="3005"/>
                        <a:pt x="8137" y="3005"/>
                        <a:pt x="8137" y="3005"/>
                      </a:cubicBezTo>
                      <a:cubicBezTo>
                        <a:pt x="7434" y="2923"/>
                        <a:pt x="7434" y="2923"/>
                        <a:pt x="7434" y="2923"/>
                      </a:cubicBezTo>
                      <a:cubicBezTo>
                        <a:pt x="7083" y="3167"/>
                        <a:pt x="7083" y="3167"/>
                        <a:pt x="7083" y="3167"/>
                      </a:cubicBezTo>
                      <a:cubicBezTo>
                        <a:pt x="6439" y="3086"/>
                        <a:pt x="6439" y="3086"/>
                        <a:pt x="6439" y="3086"/>
                      </a:cubicBezTo>
                      <a:cubicBezTo>
                        <a:pt x="6439" y="3086"/>
                        <a:pt x="5971" y="3167"/>
                        <a:pt x="5854" y="3167"/>
                      </a:cubicBezTo>
                      <a:cubicBezTo>
                        <a:pt x="5678" y="3167"/>
                        <a:pt x="5678" y="3167"/>
                        <a:pt x="5678" y="3167"/>
                      </a:cubicBezTo>
                      <a:cubicBezTo>
                        <a:pt x="5561" y="3086"/>
                        <a:pt x="5444" y="2923"/>
                        <a:pt x="5444" y="2923"/>
                      </a:cubicBezTo>
                      <a:cubicBezTo>
                        <a:pt x="5444" y="2923"/>
                        <a:pt x="5210" y="3005"/>
                        <a:pt x="5151" y="3086"/>
                      </a:cubicBezTo>
                      <a:cubicBezTo>
                        <a:pt x="5093" y="3167"/>
                        <a:pt x="4859" y="3573"/>
                        <a:pt x="4859" y="3573"/>
                      </a:cubicBezTo>
                      <a:cubicBezTo>
                        <a:pt x="4859" y="3654"/>
                        <a:pt x="4859" y="3654"/>
                        <a:pt x="4859" y="3654"/>
                      </a:cubicBezTo>
                      <a:cubicBezTo>
                        <a:pt x="4976" y="4060"/>
                        <a:pt x="4976" y="4060"/>
                        <a:pt x="4976" y="4060"/>
                      </a:cubicBezTo>
                      <a:cubicBezTo>
                        <a:pt x="4741" y="4304"/>
                        <a:pt x="4741" y="4304"/>
                        <a:pt x="4741" y="4304"/>
                      </a:cubicBezTo>
                      <a:cubicBezTo>
                        <a:pt x="4741" y="4304"/>
                        <a:pt x="4741" y="4304"/>
                        <a:pt x="4741" y="4304"/>
                      </a:cubicBezTo>
                      <a:cubicBezTo>
                        <a:pt x="4741" y="4304"/>
                        <a:pt x="4741" y="4304"/>
                        <a:pt x="4741" y="4304"/>
                      </a:cubicBezTo>
                      <a:cubicBezTo>
                        <a:pt x="4741" y="4304"/>
                        <a:pt x="4741" y="4304"/>
                        <a:pt x="4741" y="4304"/>
                      </a:cubicBezTo>
                      <a:cubicBezTo>
                        <a:pt x="4741" y="4304"/>
                        <a:pt x="4741" y="4304"/>
                        <a:pt x="4741" y="4304"/>
                      </a:cubicBezTo>
                      <a:cubicBezTo>
                        <a:pt x="4741" y="4385"/>
                        <a:pt x="4741" y="4385"/>
                        <a:pt x="4741" y="4385"/>
                      </a:cubicBezTo>
                      <a:cubicBezTo>
                        <a:pt x="4741" y="4385"/>
                        <a:pt x="4741" y="4385"/>
                        <a:pt x="4741" y="4385"/>
                      </a:cubicBezTo>
                      <a:cubicBezTo>
                        <a:pt x="4741" y="4385"/>
                        <a:pt x="4741" y="4385"/>
                        <a:pt x="4741" y="4385"/>
                      </a:cubicBezTo>
                      <a:cubicBezTo>
                        <a:pt x="4741" y="4385"/>
                        <a:pt x="4741" y="4385"/>
                        <a:pt x="4741" y="4385"/>
                      </a:cubicBezTo>
                      <a:cubicBezTo>
                        <a:pt x="4741" y="4385"/>
                        <a:pt x="4741" y="4385"/>
                        <a:pt x="4741" y="4385"/>
                      </a:cubicBezTo>
                      <a:cubicBezTo>
                        <a:pt x="4741" y="4385"/>
                        <a:pt x="4741" y="4385"/>
                        <a:pt x="4741" y="4385"/>
                      </a:cubicBezTo>
                      <a:cubicBezTo>
                        <a:pt x="4741" y="4385"/>
                        <a:pt x="4741" y="4385"/>
                        <a:pt x="4741" y="4385"/>
                      </a:cubicBezTo>
                      <a:cubicBezTo>
                        <a:pt x="4741" y="4385"/>
                        <a:pt x="4741" y="4385"/>
                        <a:pt x="4741" y="4385"/>
                      </a:cubicBezTo>
                      <a:cubicBezTo>
                        <a:pt x="4741" y="4385"/>
                        <a:pt x="4741" y="4385"/>
                        <a:pt x="4741" y="4385"/>
                      </a:cubicBezTo>
                      <a:cubicBezTo>
                        <a:pt x="4741" y="4385"/>
                        <a:pt x="4741" y="4385"/>
                        <a:pt x="4741" y="4385"/>
                      </a:cubicBezTo>
                      <a:cubicBezTo>
                        <a:pt x="4741" y="4466"/>
                        <a:pt x="4683" y="4466"/>
                        <a:pt x="4624" y="4466"/>
                      </a:cubicBezTo>
                      <a:cubicBezTo>
                        <a:pt x="4624" y="4547"/>
                        <a:pt x="4566" y="4547"/>
                        <a:pt x="4507" y="4547"/>
                      </a:cubicBezTo>
                      <a:cubicBezTo>
                        <a:pt x="4507" y="4547"/>
                        <a:pt x="4507" y="4547"/>
                        <a:pt x="4507" y="4547"/>
                      </a:cubicBezTo>
                      <a:cubicBezTo>
                        <a:pt x="4507" y="4547"/>
                        <a:pt x="4507" y="4547"/>
                        <a:pt x="4507" y="4547"/>
                      </a:cubicBezTo>
                      <a:cubicBezTo>
                        <a:pt x="4507" y="4547"/>
                        <a:pt x="4507" y="4547"/>
                        <a:pt x="4507" y="4547"/>
                      </a:cubicBezTo>
                      <a:cubicBezTo>
                        <a:pt x="4507" y="4547"/>
                        <a:pt x="4507" y="4547"/>
                        <a:pt x="4507" y="4547"/>
                      </a:cubicBezTo>
                      <a:cubicBezTo>
                        <a:pt x="4507" y="4547"/>
                        <a:pt x="4507" y="4547"/>
                        <a:pt x="4507" y="4547"/>
                      </a:cubicBezTo>
                      <a:cubicBezTo>
                        <a:pt x="4507" y="4547"/>
                        <a:pt x="4507" y="4547"/>
                        <a:pt x="4507" y="4547"/>
                      </a:cubicBezTo>
                      <a:cubicBezTo>
                        <a:pt x="4507" y="4547"/>
                        <a:pt x="4507" y="4547"/>
                        <a:pt x="4507" y="4547"/>
                      </a:cubicBezTo>
                      <a:cubicBezTo>
                        <a:pt x="4507" y="4547"/>
                        <a:pt x="4507" y="4547"/>
                        <a:pt x="4507" y="4547"/>
                      </a:cubicBezTo>
                      <a:cubicBezTo>
                        <a:pt x="4507" y="4547"/>
                        <a:pt x="4507" y="4547"/>
                        <a:pt x="4507" y="4547"/>
                      </a:cubicBezTo>
                      <a:cubicBezTo>
                        <a:pt x="4507" y="4547"/>
                        <a:pt x="4507" y="4547"/>
                        <a:pt x="4507" y="4547"/>
                      </a:cubicBezTo>
                      <a:cubicBezTo>
                        <a:pt x="4507" y="4547"/>
                        <a:pt x="4507" y="4547"/>
                        <a:pt x="4507" y="4547"/>
                      </a:cubicBezTo>
                      <a:cubicBezTo>
                        <a:pt x="4507" y="4547"/>
                        <a:pt x="4507" y="4547"/>
                        <a:pt x="4507" y="4547"/>
                      </a:cubicBezTo>
                      <a:cubicBezTo>
                        <a:pt x="4507" y="4547"/>
                        <a:pt x="4507" y="4547"/>
                        <a:pt x="4507" y="4547"/>
                      </a:cubicBezTo>
                      <a:cubicBezTo>
                        <a:pt x="4449" y="4629"/>
                        <a:pt x="4449" y="4629"/>
                        <a:pt x="4449" y="4629"/>
                      </a:cubicBezTo>
                      <a:cubicBezTo>
                        <a:pt x="4273" y="4872"/>
                        <a:pt x="4273" y="4872"/>
                        <a:pt x="4273" y="4872"/>
                      </a:cubicBezTo>
                      <a:cubicBezTo>
                        <a:pt x="4039" y="4953"/>
                        <a:pt x="4039" y="4953"/>
                        <a:pt x="4039" y="495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44" name="Shape">
                  <a:extLst>
                    <a:ext uri="{FF2B5EF4-FFF2-40B4-BE49-F238E27FC236}">
                      <a16:creationId xmlns:a16="http://schemas.microsoft.com/office/drawing/2014/main" id="{81EE3F50-92EC-4A03-B3C6-8BCC68682A6E}"/>
                    </a:ext>
                  </a:extLst>
                </p:cNvPr>
                <p:cNvSpPr/>
                <p:nvPr/>
              </p:nvSpPr>
              <p:spPr>
                <a:xfrm>
                  <a:off x="4633823" y="3535965"/>
                  <a:ext cx="2129672" cy="14355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14" h="21513" extrusionOk="0">
                      <a:moveTo>
                        <a:pt x="4960" y="15342"/>
                      </a:moveTo>
                      <a:cubicBezTo>
                        <a:pt x="4995" y="15342"/>
                        <a:pt x="5101" y="15089"/>
                        <a:pt x="5207" y="15089"/>
                      </a:cubicBezTo>
                      <a:cubicBezTo>
                        <a:pt x="5277" y="15038"/>
                        <a:pt x="5242" y="14785"/>
                        <a:pt x="5277" y="14684"/>
                      </a:cubicBezTo>
                      <a:cubicBezTo>
                        <a:pt x="5312" y="14583"/>
                        <a:pt x="5488" y="14380"/>
                        <a:pt x="5593" y="14330"/>
                      </a:cubicBezTo>
                      <a:cubicBezTo>
                        <a:pt x="5629" y="14330"/>
                        <a:pt x="5629" y="14330"/>
                        <a:pt x="5629" y="14330"/>
                      </a:cubicBezTo>
                      <a:cubicBezTo>
                        <a:pt x="5629" y="14229"/>
                        <a:pt x="5629" y="14229"/>
                        <a:pt x="5629" y="14229"/>
                      </a:cubicBezTo>
                      <a:cubicBezTo>
                        <a:pt x="5629" y="14229"/>
                        <a:pt x="5734" y="14178"/>
                        <a:pt x="5734" y="14128"/>
                      </a:cubicBezTo>
                      <a:cubicBezTo>
                        <a:pt x="5769" y="14128"/>
                        <a:pt x="5769" y="14178"/>
                        <a:pt x="5769" y="14178"/>
                      </a:cubicBezTo>
                      <a:cubicBezTo>
                        <a:pt x="5769" y="14178"/>
                        <a:pt x="5805" y="14229"/>
                        <a:pt x="5840" y="14229"/>
                      </a:cubicBezTo>
                      <a:cubicBezTo>
                        <a:pt x="5840" y="14229"/>
                        <a:pt x="5875" y="14178"/>
                        <a:pt x="5875" y="14178"/>
                      </a:cubicBezTo>
                      <a:cubicBezTo>
                        <a:pt x="5875" y="14128"/>
                        <a:pt x="5875" y="14077"/>
                        <a:pt x="5875" y="14077"/>
                      </a:cubicBezTo>
                      <a:cubicBezTo>
                        <a:pt x="5840" y="14026"/>
                        <a:pt x="5840" y="13976"/>
                        <a:pt x="5840" y="13976"/>
                      </a:cubicBezTo>
                      <a:cubicBezTo>
                        <a:pt x="5840" y="13976"/>
                        <a:pt x="5840" y="13976"/>
                        <a:pt x="5840" y="13976"/>
                      </a:cubicBezTo>
                      <a:cubicBezTo>
                        <a:pt x="5840" y="13976"/>
                        <a:pt x="5875" y="13976"/>
                        <a:pt x="5875" y="13976"/>
                      </a:cubicBezTo>
                      <a:cubicBezTo>
                        <a:pt x="5875" y="13976"/>
                        <a:pt x="5910" y="13925"/>
                        <a:pt x="5910" y="13925"/>
                      </a:cubicBezTo>
                      <a:cubicBezTo>
                        <a:pt x="5980" y="13976"/>
                        <a:pt x="5980" y="13976"/>
                        <a:pt x="5980" y="13976"/>
                      </a:cubicBezTo>
                      <a:cubicBezTo>
                        <a:pt x="5980" y="13976"/>
                        <a:pt x="6016" y="13976"/>
                        <a:pt x="6016" y="13976"/>
                      </a:cubicBezTo>
                      <a:cubicBezTo>
                        <a:pt x="6051" y="14026"/>
                        <a:pt x="6086" y="13925"/>
                        <a:pt x="6086" y="13925"/>
                      </a:cubicBezTo>
                      <a:cubicBezTo>
                        <a:pt x="6121" y="13875"/>
                        <a:pt x="6121" y="13875"/>
                        <a:pt x="6121" y="13875"/>
                      </a:cubicBezTo>
                      <a:cubicBezTo>
                        <a:pt x="6121" y="13875"/>
                        <a:pt x="6121" y="13875"/>
                        <a:pt x="6121" y="13824"/>
                      </a:cubicBezTo>
                      <a:cubicBezTo>
                        <a:pt x="6121" y="13824"/>
                        <a:pt x="6156" y="13824"/>
                        <a:pt x="6192" y="13824"/>
                      </a:cubicBezTo>
                      <a:cubicBezTo>
                        <a:pt x="6192" y="13824"/>
                        <a:pt x="6262" y="13824"/>
                        <a:pt x="6297" y="13824"/>
                      </a:cubicBezTo>
                      <a:cubicBezTo>
                        <a:pt x="6332" y="13824"/>
                        <a:pt x="6332" y="13824"/>
                        <a:pt x="6332" y="13824"/>
                      </a:cubicBezTo>
                      <a:cubicBezTo>
                        <a:pt x="6403" y="13773"/>
                        <a:pt x="6403" y="13773"/>
                        <a:pt x="6403" y="13773"/>
                      </a:cubicBezTo>
                      <a:cubicBezTo>
                        <a:pt x="6403" y="13773"/>
                        <a:pt x="6438" y="13723"/>
                        <a:pt x="6438" y="13723"/>
                      </a:cubicBezTo>
                      <a:cubicBezTo>
                        <a:pt x="6438" y="13672"/>
                        <a:pt x="6438" y="13622"/>
                        <a:pt x="6438" y="13622"/>
                      </a:cubicBezTo>
                      <a:cubicBezTo>
                        <a:pt x="6438" y="13571"/>
                        <a:pt x="6508" y="13571"/>
                        <a:pt x="6508" y="13571"/>
                      </a:cubicBezTo>
                      <a:cubicBezTo>
                        <a:pt x="6508" y="13571"/>
                        <a:pt x="6508" y="13571"/>
                        <a:pt x="6508" y="13571"/>
                      </a:cubicBezTo>
                      <a:cubicBezTo>
                        <a:pt x="6543" y="13571"/>
                        <a:pt x="6543" y="13622"/>
                        <a:pt x="6543" y="13622"/>
                      </a:cubicBezTo>
                      <a:cubicBezTo>
                        <a:pt x="6543" y="13622"/>
                        <a:pt x="6579" y="13571"/>
                        <a:pt x="6579" y="13571"/>
                      </a:cubicBezTo>
                      <a:cubicBezTo>
                        <a:pt x="6579" y="13520"/>
                        <a:pt x="6614" y="13520"/>
                        <a:pt x="6614" y="13520"/>
                      </a:cubicBezTo>
                      <a:cubicBezTo>
                        <a:pt x="6614" y="13520"/>
                        <a:pt x="6684" y="13470"/>
                        <a:pt x="6684" y="13419"/>
                      </a:cubicBezTo>
                      <a:cubicBezTo>
                        <a:pt x="6719" y="13369"/>
                        <a:pt x="6719" y="13419"/>
                        <a:pt x="6719" y="13318"/>
                      </a:cubicBezTo>
                      <a:cubicBezTo>
                        <a:pt x="6719" y="13268"/>
                        <a:pt x="6754" y="13318"/>
                        <a:pt x="6754" y="13369"/>
                      </a:cubicBezTo>
                      <a:cubicBezTo>
                        <a:pt x="6754" y="13369"/>
                        <a:pt x="6754" y="13369"/>
                        <a:pt x="6790" y="13419"/>
                      </a:cubicBezTo>
                      <a:cubicBezTo>
                        <a:pt x="6790" y="13419"/>
                        <a:pt x="6790" y="13419"/>
                        <a:pt x="6860" y="13419"/>
                      </a:cubicBezTo>
                      <a:cubicBezTo>
                        <a:pt x="6895" y="13470"/>
                        <a:pt x="6895" y="13369"/>
                        <a:pt x="6965" y="13369"/>
                      </a:cubicBezTo>
                      <a:cubicBezTo>
                        <a:pt x="7036" y="13369"/>
                        <a:pt x="7001" y="13369"/>
                        <a:pt x="7036" y="13419"/>
                      </a:cubicBezTo>
                      <a:cubicBezTo>
                        <a:pt x="7071" y="13419"/>
                        <a:pt x="7071" y="13419"/>
                        <a:pt x="7106" y="13419"/>
                      </a:cubicBezTo>
                      <a:cubicBezTo>
                        <a:pt x="7141" y="13470"/>
                        <a:pt x="7141" y="13470"/>
                        <a:pt x="7141" y="13470"/>
                      </a:cubicBezTo>
                      <a:cubicBezTo>
                        <a:pt x="7141" y="13470"/>
                        <a:pt x="7177" y="13470"/>
                        <a:pt x="7212" y="13520"/>
                      </a:cubicBezTo>
                      <a:cubicBezTo>
                        <a:pt x="7212" y="13571"/>
                        <a:pt x="7282" y="13571"/>
                        <a:pt x="7282" y="13571"/>
                      </a:cubicBezTo>
                      <a:cubicBezTo>
                        <a:pt x="7282" y="13571"/>
                        <a:pt x="7282" y="13571"/>
                        <a:pt x="7282" y="13571"/>
                      </a:cubicBezTo>
                      <a:cubicBezTo>
                        <a:pt x="7282" y="13571"/>
                        <a:pt x="7282" y="13571"/>
                        <a:pt x="7282" y="13571"/>
                      </a:cubicBezTo>
                      <a:cubicBezTo>
                        <a:pt x="7282" y="13571"/>
                        <a:pt x="7282" y="13571"/>
                        <a:pt x="7282" y="13571"/>
                      </a:cubicBezTo>
                      <a:cubicBezTo>
                        <a:pt x="7282" y="13571"/>
                        <a:pt x="7282" y="13571"/>
                        <a:pt x="7282" y="13571"/>
                      </a:cubicBezTo>
                      <a:cubicBezTo>
                        <a:pt x="7282" y="13571"/>
                        <a:pt x="7282" y="13571"/>
                        <a:pt x="7282" y="13571"/>
                      </a:cubicBezTo>
                      <a:cubicBezTo>
                        <a:pt x="7282" y="13571"/>
                        <a:pt x="7282" y="13571"/>
                        <a:pt x="7282" y="13571"/>
                      </a:cubicBezTo>
                      <a:cubicBezTo>
                        <a:pt x="7282" y="13571"/>
                        <a:pt x="7282" y="13571"/>
                        <a:pt x="7282" y="13571"/>
                      </a:cubicBezTo>
                      <a:cubicBezTo>
                        <a:pt x="7282" y="13571"/>
                        <a:pt x="7282" y="13571"/>
                        <a:pt x="7282" y="13571"/>
                      </a:cubicBezTo>
                      <a:cubicBezTo>
                        <a:pt x="7282" y="13571"/>
                        <a:pt x="7282" y="13571"/>
                        <a:pt x="7282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17" y="13571"/>
                        <a:pt x="7317" y="13571"/>
                        <a:pt x="7317" y="13571"/>
                      </a:cubicBezTo>
                      <a:cubicBezTo>
                        <a:pt x="7352" y="13571"/>
                        <a:pt x="7352" y="13571"/>
                        <a:pt x="7352" y="13571"/>
                      </a:cubicBezTo>
                      <a:cubicBezTo>
                        <a:pt x="7352" y="13571"/>
                        <a:pt x="7352" y="13571"/>
                        <a:pt x="7352" y="13571"/>
                      </a:cubicBezTo>
                      <a:cubicBezTo>
                        <a:pt x="7352" y="13571"/>
                        <a:pt x="7352" y="13571"/>
                        <a:pt x="7352" y="13571"/>
                      </a:cubicBezTo>
                      <a:cubicBezTo>
                        <a:pt x="7352" y="13571"/>
                        <a:pt x="7352" y="13571"/>
                        <a:pt x="7352" y="13571"/>
                      </a:cubicBezTo>
                      <a:cubicBezTo>
                        <a:pt x="7352" y="13571"/>
                        <a:pt x="7352" y="13571"/>
                        <a:pt x="7352" y="13571"/>
                      </a:cubicBezTo>
                      <a:cubicBezTo>
                        <a:pt x="7352" y="13571"/>
                        <a:pt x="7352" y="13571"/>
                        <a:pt x="7352" y="13571"/>
                      </a:cubicBezTo>
                      <a:cubicBezTo>
                        <a:pt x="7352" y="13571"/>
                        <a:pt x="7352" y="13571"/>
                        <a:pt x="7352" y="13571"/>
                      </a:cubicBezTo>
                      <a:cubicBezTo>
                        <a:pt x="7352" y="13571"/>
                        <a:pt x="7352" y="13571"/>
                        <a:pt x="7352" y="13571"/>
                      </a:cubicBezTo>
                      <a:cubicBezTo>
                        <a:pt x="7352" y="13571"/>
                        <a:pt x="7352" y="13571"/>
                        <a:pt x="7352" y="13571"/>
                      </a:cubicBezTo>
                      <a:cubicBezTo>
                        <a:pt x="7352" y="13571"/>
                        <a:pt x="7352" y="13571"/>
                        <a:pt x="7352" y="13571"/>
                      </a:cubicBezTo>
                      <a:cubicBezTo>
                        <a:pt x="7352" y="13571"/>
                        <a:pt x="7352" y="13571"/>
                        <a:pt x="7352" y="13571"/>
                      </a:cubicBezTo>
                      <a:cubicBezTo>
                        <a:pt x="7352" y="13571"/>
                        <a:pt x="7352" y="13571"/>
                        <a:pt x="7352" y="13571"/>
                      </a:cubicBezTo>
                      <a:cubicBezTo>
                        <a:pt x="7352" y="13571"/>
                        <a:pt x="7352" y="13571"/>
                        <a:pt x="7352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388" y="13571"/>
                        <a:pt x="7388" y="13571"/>
                        <a:pt x="7388" y="13571"/>
                      </a:cubicBezTo>
                      <a:cubicBezTo>
                        <a:pt x="7423" y="13571"/>
                        <a:pt x="7423" y="13571"/>
                        <a:pt x="7423" y="13571"/>
                      </a:cubicBezTo>
                      <a:cubicBezTo>
                        <a:pt x="7423" y="13571"/>
                        <a:pt x="7423" y="13571"/>
                        <a:pt x="7423" y="13571"/>
                      </a:cubicBezTo>
                      <a:cubicBezTo>
                        <a:pt x="7423" y="13571"/>
                        <a:pt x="7423" y="13571"/>
                        <a:pt x="7423" y="13571"/>
                      </a:cubicBezTo>
                      <a:cubicBezTo>
                        <a:pt x="7423" y="13571"/>
                        <a:pt x="7423" y="13571"/>
                        <a:pt x="7423" y="13571"/>
                      </a:cubicBezTo>
                      <a:cubicBezTo>
                        <a:pt x="7423" y="13571"/>
                        <a:pt x="7423" y="13571"/>
                        <a:pt x="7423" y="13571"/>
                      </a:cubicBezTo>
                      <a:cubicBezTo>
                        <a:pt x="7423" y="13571"/>
                        <a:pt x="7423" y="13571"/>
                        <a:pt x="7423" y="13571"/>
                      </a:cubicBezTo>
                      <a:cubicBezTo>
                        <a:pt x="7423" y="13571"/>
                        <a:pt x="7423" y="13571"/>
                        <a:pt x="7423" y="13571"/>
                      </a:cubicBezTo>
                      <a:cubicBezTo>
                        <a:pt x="7423" y="13571"/>
                        <a:pt x="7423" y="13571"/>
                        <a:pt x="7423" y="13571"/>
                      </a:cubicBezTo>
                      <a:cubicBezTo>
                        <a:pt x="7423" y="13571"/>
                        <a:pt x="7423" y="13571"/>
                        <a:pt x="7423" y="13571"/>
                      </a:cubicBezTo>
                      <a:cubicBezTo>
                        <a:pt x="7458" y="13622"/>
                        <a:pt x="7458" y="13622"/>
                        <a:pt x="7458" y="13622"/>
                      </a:cubicBezTo>
                      <a:cubicBezTo>
                        <a:pt x="7458" y="13622"/>
                        <a:pt x="7458" y="13723"/>
                        <a:pt x="7493" y="13723"/>
                      </a:cubicBezTo>
                      <a:cubicBezTo>
                        <a:pt x="7493" y="13773"/>
                        <a:pt x="7493" y="13773"/>
                        <a:pt x="7528" y="13773"/>
                      </a:cubicBezTo>
                      <a:cubicBezTo>
                        <a:pt x="7528" y="13773"/>
                        <a:pt x="7564" y="13672"/>
                        <a:pt x="7564" y="13622"/>
                      </a:cubicBezTo>
                      <a:cubicBezTo>
                        <a:pt x="7564" y="13622"/>
                        <a:pt x="7599" y="13672"/>
                        <a:pt x="7599" y="13672"/>
                      </a:cubicBezTo>
                      <a:cubicBezTo>
                        <a:pt x="7599" y="13672"/>
                        <a:pt x="7599" y="13773"/>
                        <a:pt x="7634" y="13773"/>
                      </a:cubicBezTo>
                      <a:cubicBezTo>
                        <a:pt x="7634" y="13723"/>
                        <a:pt x="7669" y="13723"/>
                        <a:pt x="7669" y="13723"/>
                      </a:cubicBezTo>
                      <a:cubicBezTo>
                        <a:pt x="7704" y="13723"/>
                        <a:pt x="7669" y="13672"/>
                        <a:pt x="7669" y="13672"/>
                      </a:cubicBezTo>
                      <a:cubicBezTo>
                        <a:pt x="7669" y="13672"/>
                        <a:pt x="7704" y="13622"/>
                        <a:pt x="7704" y="13622"/>
                      </a:cubicBezTo>
                      <a:cubicBezTo>
                        <a:pt x="7739" y="13622"/>
                        <a:pt x="7810" y="13622"/>
                        <a:pt x="7810" y="13622"/>
                      </a:cubicBezTo>
                      <a:cubicBezTo>
                        <a:pt x="7845" y="13622"/>
                        <a:pt x="7845" y="13723"/>
                        <a:pt x="7845" y="13723"/>
                      </a:cubicBezTo>
                      <a:cubicBezTo>
                        <a:pt x="7845" y="13723"/>
                        <a:pt x="7810" y="13824"/>
                        <a:pt x="7810" y="13824"/>
                      </a:cubicBezTo>
                      <a:cubicBezTo>
                        <a:pt x="7810" y="13824"/>
                        <a:pt x="7775" y="13875"/>
                        <a:pt x="7775" y="13925"/>
                      </a:cubicBezTo>
                      <a:cubicBezTo>
                        <a:pt x="7775" y="13925"/>
                        <a:pt x="7775" y="13925"/>
                        <a:pt x="7810" y="13875"/>
                      </a:cubicBezTo>
                      <a:cubicBezTo>
                        <a:pt x="7880" y="13875"/>
                        <a:pt x="7845" y="13824"/>
                        <a:pt x="7845" y="13824"/>
                      </a:cubicBezTo>
                      <a:cubicBezTo>
                        <a:pt x="7880" y="13723"/>
                        <a:pt x="7880" y="13723"/>
                        <a:pt x="7880" y="13723"/>
                      </a:cubicBezTo>
                      <a:cubicBezTo>
                        <a:pt x="7880" y="13723"/>
                        <a:pt x="7950" y="13773"/>
                        <a:pt x="7950" y="13824"/>
                      </a:cubicBezTo>
                      <a:cubicBezTo>
                        <a:pt x="7950" y="13824"/>
                        <a:pt x="7950" y="13875"/>
                        <a:pt x="7950" y="13875"/>
                      </a:cubicBezTo>
                      <a:cubicBezTo>
                        <a:pt x="7950" y="13925"/>
                        <a:pt x="7986" y="13925"/>
                        <a:pt x="7986" y="13976"/>
                      </a:cubicBezTo>
                      <a:cubicBezTo>
                        <a:pt x="8021" y="14026"/>
                        <a:pt x="7986" y="13976"/>
                        <a:pt x="7986" y="13976"/>
                      </a:cubicBezTo>
                      <a:cubicBezTo>
                        <a:pt x="7986" y="13925"/>
                        <a:pt x="8021" y="13824"/>
                        <a:pt x="8021" y="13824"/>
                      </a:cubicBezTo>
                      <a:cubicBezTo>
                        <a:pt x="8056" y="13723"/>
                        <a:pt x="8056" y="13723"/>
                        <a:pt x="8056" y="13723"/>
                      </a:cubicBezTo>
                      <a:cubicBezTo>
                        <a:pt x="8056" y="13723"/>
                        <a:pt x="8197" y="13723"/>
                        <a:pt x="8337" y="13723"/>
                      </a:cubicBezTo>
                      <a:cubicBezTo>
                        <a:pt x="8478" y="13723"/>
                        <a:pt x="8373" y="13672"/>
                        <a:pt x="8373" y="13672"/>
                      </a:cubicBezTo>
                      <a:cubicBezTo>
                        <a:pt x="8443" y="13672"/>
                        <a:pt x="8443" y="13672"/>
                        <a:pt x="8443" y="13672"/>
                      </a:cubicBezTo>
                      <a:cubicBezTo>
                        <a:pt x="8478" y="13875"/>
                        <a:pt x="8478" y="13875"/>
                        <a:pt x="8478" y="13875"/>
                      </a:cubicBezTo>
                      <a:cubicBezTo>
                        <a:pt x="8478" y="13875"/>
                        <a:pt x="8549" y="13976"/>
                        <a:pt x="8584" y="13976"/>
                      </a:cubicBezTo>
                      <a:cubicBezTo>
                        <a:pt x="8619" y="14026"/>
                        <a:pt x="8619" y="14026"/>
                        <a:pt x="8689" y="14077"/>
                      </a:cubicBezTo>
                      <a:cubicBezTo>
                        <a:pt x="8795" y="14077"/>
                        <a:pt x="8760" y="14077"/>
                        <a:pt x="8760" y="14077"/>
                      </a:cubicBezTo>
                      <a:cubicBezTo>
                        <a:pt x="8795" y="14077"/>
                        <a:pt x="8795" y="13976"/>
                        <a:pt x="8830" y="13925"/>
                      </a:cubicBezTo>
                      <a:cubicBezTo>
                        <a:pt x="8830" y="13875"/>
                        <a:pt x="8865" y="13875"/>
                        <a:pt x="8865" y="13875"/>
                      </a:cubicBezTo>
                      <a:cubicBezTo>
                        <a:pt x="8865" y="13875"/>
                        <a:pt x="8936" y="13976"/>
                        <a:pt x="8936" y="13976"/>
                      </a:cubicBezTo>
                      <a:cubicBezTo>
                        <a:pt x="8971" y="14026"/>
                        <a:pt x="8971" y="14077"/>
                        <a:pt x="8971" y="14077"/>
                      </a:cubicBezTo>
                      <a:cubicBezTo>
                        <a:pt x="9076" y="14128"/>
                        <a:pt x="9076" y="14128"/>
                        <a:pt x="9076" y="14128"/>
                      </a:cubicBezTo>
                      <a:cubicBezTo>
                        <a:pt x="9076" y="14178"/>
                        <a:pt x="9076" y="14178"/>
                        <a:pt x="9076" y="14178"/>
                      </a:cubicBezTo>
                      <a:cubicBezTo>
                        <a:pt x="9076" y="14330"/>
                        <a:pt x="9076" y="14330"/>
                        <a:pt x="9076" y="14330"/>
                      </a:cubicBezTo>
                      <a:cubicBezTo>
                        <a:pt x="9147" y="14380"/>
                        <a:pt x="9147" y="14380"/>
                        <a:pt x="9147" y="14380"/>
                      </a:cubicBezTo>
                      <a:cubicBezTo>
                        <a:pt x="9111" y="14482"/>
                        <a:pt x="9111" y="14482"/>
                        <a:pt x="9111" y="14482"/>
                      </a:cubicBezTo>
                      <a:cubicBezTo>
                        <a:pt x="9111" y="14482"/>
                        <a:pt x="9147" y="14583"/>
                        <a:pt x="9147" y="14633"/>
                      </a:cubicBezTo>
                      <a:cubicBezTo>
                        <a:pt x="9147" y="14633"/>
                        <a:pt x="9182" y="14735"/>
                        <a:pt x="9182" y="14735"/>
                      </a:cubicBezTo>
                      <a:cubicBezTo>
                        <a:pt x="9182" y="14886"/>
                        <a:pt x="9182" y="14886"/>
                        <a:pt x="9182" y="14886"/>
                      </a:cubicBezTo>
                      <a:cubicBezTo>
                        <a:pt x="9147" y="14987"/>
                        <a:pt x="9147" y="14987"/>
                        <a:pt x="9147" y="14987"/>
                      </a:cubicBezTo>
                      <a:cubicBezTo>
                        <a:pt x="9182" y="15038"/>
                        <a:pt x="9182" y="15038"/>
                        <a:pt x="9182" y="15038"/>
                      </a:cubicBezTo>
                      <a:cubicBezTo>
                        <a:pt x="9182" y="15038"/>
                        <a:pt x="9182" y="15190"/>
                        <a:pt x="9217" y="15240"/>
                      </a:cubicBezTo>
                      <a:cubicBezTo>
                        <a:pt x="9252" y="15342"/>
                        <a:pt x="9287" y="15190"/>
                        <a:pt x="9287" y="15190"/>
                      </a:cubicBezTo>
                      <a:cubicBezTo>
                        <a:pt x="9358" y="15190"/>
                        <a:pt x="9358" y="15190"/>
                        <a:pt x="9358" y="15190"/>
                      </a:cubicBezTo>
                      <a:cubicBezTo>
                        <a:pt x="9428" y="15342"/>
                        <a:pt x="9428" y="15342"/>
                        <a:pt x="9428" y="15342"/>
                      </a:cubicBezTo>
                      <a:cubicBezTo>
                        <a:pt x="9463" y="15342"/>
                        <a:pt x="9463" y="15342"/>
                        <a:pt x="9463" y="15342"/>
                      </a:cubicBezTo>
                      <a:cubicBezTo>
                        <a:pt x="9534" y="15392"/>
                        <a:pt x="9534" y="15392"/>
                        <a:pt x="9534" y="15392"/>
                      </a:cubicBezTo>
                      <a:cubicBezTo>
                        <a:pt x="9569" y="15544"/>
                        <a:pt x="9569" y="15544"/>
                        <a:pt x="9569" y="15544"/>
                      </a:cubicBezTo>
                      <a:cubicBezTo>
                        <a:pt x="9639" y="15493"/>
                        <a:pt x="9639" y="15493"/>
                        <a:pt x="9639" y="15493"/>
                      </a:cubicBezTo>
                      <a:cubicBezTo>
                        <a:pt x="9674" y="15342"/>
                        <a:pt x="9674" y="15342"/>
                        <a:pt x="9674" y="15342"/>
                      </a:cubicBezTo>
                      <a:cubicBezTo>
                        <a:pt x="9745" y="15392"/>
                        <a:pt x="9745" y="15392"/>
                        <a:pt x="9745" y="15392"/>
                      </a:cubicBezTo>
                      <a:cubicBezTo>
                        <a:pt x="9815" y="15392"/>
                        <a:pt x="9815" y="15392"/>
                        <a:pt x="9815" y="15392"/>
                      </a:cubicBezTo>
                      <a:cubicBezTo>
                        <a:pt x="9815" y="15594"/>
                        <a:pt x="9815" y="15594"/>
                        <a:pt x="9815" y="15594"/>
                      </a:cubicBezTo>
                      <a:cubicBezTo>
                        <a:pt x="9815" y="15594"/>
                        <a:pt x="9850" y="15645"/>
                        <a:pt x="9850" y="15696"/>
                      </a:cubicBezTo>
                      <a:cubicBezTo>
                        <a:pt x="9850" y="15696"/>
                        <a:pt x="9850" y="15797"/>
                        <a:pt x="9850" y="15797"/>
                      </a:cubicBezTo>
                      <a:cubicBezTo>
                        <a:pt x="9885" y="15898"/>
                        <a:pt x="9885" y="15898"/>
                        <a:pt x="9885" y="15898"/>
                      </a:cubicBezTo>
                      <a:cubicBezTo>
                        <a:pt x="9780" y="15949"/>
                        <a:pt x="9780" y="15949"/>
                        <a:pt x="9780" y="15949"/>
                      </a:cubicBezTo>
                      <a:cubicBezTo>
                        <a:pt x="9850" y="15999"/>
                        <a:pt x="9850" y="15999"/>
                        <a:pt x="9850" y="15999"/>
                      </a:cubicBezTo>
                      <a:cubicBezTo>
                        <a:pt x="9850" y="15999"/>
                        <a:pt x="9921" y="15999"/>
                        <a:pt x="9956" y="15999"/>
                      </a:cubicBezTo>
                      <a:cubicBezTo>
                        <a:pt x="9991" y="15999"/>
                        <a:pt x="9991" y="16151"/>
                        <a:pt x="9991" y="16151"/>
                      </a:cubicBezTo>
                      <a:cubicBezTo>
                        <a:pt x="9991" y="16151"/>
                        <a:pt x="9991" y="16202"/>
                        <a:pt x="9956" y="16252"/>
                      </a:cubicBezTo>
                      <a:cubicBezTo>
                        <a:pt x="9956" y="16252"/>
                        <a:pt x="9956" y="16303"/>
                        <a:pt x="9956" y="16353"/>
                      </a:cubicBezTo>
                      <a:cubicBezTo>
                        <a:pt x="9991" y="16353"/>
                        <a:pt x="10061" y="16404"/>
                        <a:pt x="10096" y="16404"/>
                      </a:cubicBezTo>
                      <a:cubicBezTo>
                        <a:pt x="10167" y="16404"/>
                        <a:pt x="10167" y="16404"/>
                        <a:pt x="10167" y="16404"/>
                      </a:cubicBezTo>
                      <a:cubicBezTo>
                        <a:pt x="10237" y="16404"/>
                        <a:pt x="10237" y="16404"/>
                        <a:pt x="10237" y="16404"/>
                      </a:cubicBezTo>
                      <a:cubicBezTo>
                        <a:pt x="10237" y="16404"/>
                        <a:pt x="10272" y="16454"/>
                        <a:pt x="10307" y="16454"/>
                      </a:cubicBezTo>
                      <a:cubicBezTo>
                        <a:pt x="10307" y="16404"/>
                        <a:pt x="10378" y="16404"/>
                        <a:pt x="10378" y="16404"/>
                      </a:cubicBezTo>
                      <a:cubicBezTo>
                        <a:pt x="10448" y="16505"/>
                        <a:pt x="10448" y="16505"/>
                        <a:pt x="10448" y="16505"/>
                      </a:cubicBezTo>
                      <a:cubicBezTo>
                        <a:pt x="10519" y="16454"/>
                        <a:pt x="10519" y="16454"/>
                        <a:pt x="10519" y="16454"/>
                      </a:cubicBezTo>
                      <a:cubicBezTo>
                        <a:pt x="10519" y="16556"/>
                        <a:pt x="10519" y="16556"/>
                        <a:pt x="10519" y="16556"/>
                      </a:cubicBezTo>
                      <a:cubicBezTo>
                        <a:pt x="10519" y="16556"/>
                        <a:pt x="10589" y="16758"/>
                        <a:pt x="10589" y="16758"/>
                      </a:cubicBezTo>
                      <a:cubicBezTo>
                        <a:pt x="10624" y="16809"/>
                        <a:pt x="10624" y="16910"/>
                        <a:pt x="10624" y="16960"/>
                      </a:cubicBezTo>
                      <a:cubicBezTo>
                        <a:pt x="10624" y="17011"/>
                        <a:pt x="10659" y="17112"/>
                        <a:pt x="10659" y="17112"/>
                      </a:cubicBezTo>
                      <a:cubicBezTo>
                        <a:pt x="10659" y="17112"/>
                        <a:pt x="10624" y="17112"/>
                        <a:pt x="10589" y="17163"/>
                      </a:cubicBezTo>
                      <a:cubicBezTo>
                        <a:pt x="10554" y="17213"/>
                        <a:pt x="10624" y="17264"/>
                        <a:pt x="10624" y="17264"/>
                      </a:cubicBezTo>
                      <a:cubicBezTo>
                        <a:pt x="10694" y="17264"/>
                        <a:pt x="10694" y="17264"/>
                        <a:pt x="10694" y="17264"/>
                      </a:cubicBezTo>
                      <a:cubicBezTo>
                        <a:pt x="10694" y="17264"/>
                        <a:pt x="10765" y="17365"/>
                        <a:pt x="10765" y="17416"/>
                      </a:cubicBezTo>
                      <a:cubicBezTo>
                        <a:pt x="10800" y="17466"/>
                        <a:pt x="10870" y="17416"/>
                        <a:pt x="10906" y="17416"/>
                      </a:cubicBezTo>
                      <a:cubicBezTo>
                        <a:pt x="10941" y="17365"/>
                        <a:pt x="11011" y="17416"/>
                        <a:pt x="11011" y="17466"/>
                      </a:cubicBezTo>
                      <a:cubicBezTo>
                        <a:pt x="11011" y="17466"/>
                        <a:pt x="10906" y="17517"/>
                        <a:pt x="10870" y="17517"/>
                      </a:cubicBezTo>
                      <a:cubicBezTo>
                        <a:pt x="10835" y="17567"/>
                        <a:pt x="10730" y="17567"/>
                        <a:pt x="10730" y="17567"/>
                      </a:cubicBezTo>
                      <a:cubicBezTo>
                        <a:pt x="10694" y="17719"/>
                        <a:pt x="10694" y="17719"/>
                        <a:pt x="10694" y="17719"/>
                      </a:cubicBezTo>
                      <a:cubicBezTo>
                        <a:pt x="10624" y="17770"/>
                        <a:pt x="10624" y="17770"/>
                        <a:pt x="10624" y="17770"/>
                      </a:cubicBezTo>
                      <a:cubicBezTo>
                        <a:pt x="10589" y="17618"/>
                        <a:pt x="10589" y="17618"/>
                        <a:pt x="10589" y="17618"/>
                      </a:cubicBezTo>
                      <a:cubicBezTo>
                        <a:pt x="10448" y="17466"/>
                        <a:pt x="10448" y="17466"/>
                        <a:pt x="10448" y="17466"/>
                      </a:cubicBezTo>
                      <a:cubicBezTo>
                        <a:pt x="10448" y="17618"/>
                        <a:pt x="10448" y="17618"/>
                        <a:pt x="10448" y="17618"/>
                      </a:cubicBezTo>
                      <a:cubicBezTo>
                        <a:pt x="10378" y="17669"/>
                        <a:pt x="10378" y="17669"/>
                        <a:pt x="10378" y="17669"/>
                      </a:cubicBezTo>
                      <a:cubicBezTo>
                        <a:pt x="10378" y="17669"/>
                        <a:pt x="10378" y="17719"/>
                        <a:pt x="10378" y="17770"/>
                      </a:cubicBezTo>
                      <a:cubicBezTo>
                        <a:pt x="10378" y="17820"/>
                        <a:pt x="10343" y="17820"/>
                        <a:pt x="10343" y="17820"/>
                      </a:cubicBezTo>
                      <a:cubicBezTo>
                        <a:pt x="10272" y="17770"/>
                        <a:pt x="10272" y="17770"/>
                        <a:pt x="10272" y="17770"/>
                      </a:cubicBezTo>
                      <a:cubicBezTo>
                        <a:pt x="10272" y="17770"/>
                        <a:pt x="10202" y="17770"/>
                        <a:pt x="10167" y="17770"/>
                      </a:cubicBezTo>
                      <a:cubicBezTo>
                        <a:pt x="10132" y="17770"/>
                        <a:pt x="10132" y="17669"/>
                        <a:pt x="10132" y="17669"/>
                      </a:cubicBezTo>
                      <a:cubicBezTo>
                        <a:pt x="10096" y="17719"/>
                        <a:pt x="10096" y="17719"/>
                        <a:pt x="10096" y="17719"/>
                      </a:cubicBezTo>
                      <a:cubicBezTo>
                        <a:pt x="10096" y="17719"/>
                        <a:pt x="10096" y="17770"/>
                        <a:pt x="10061" y="17820"/>
                      </a:cubicBezTo>
                      <a:cubicBezTo>
                        <a:pt x="10061" y="17871"/>
                        <a:pt x="10061" y="17820"/>
                        <a:pt x="9991" y="17820"/>
                      </a:cubicBezTo>
                      <a:cubicBezTo>
                        <a:pt x="9956" y="17871"/>
                        <a:pt x="9956" y="17770"/>
                        <a:pt x="9921" y="17719"/>
                      </a:cubicBezTo>
                      <a:cubicBezTo>
                        <a:pt x="9921" y="17618"/>
                        <a:pt x="9921" y="17719"/>
                        <a:pt x="9885" y="17719"/>
                      </a:cubicBezTo>
                      <a:cubicBezTo>
                        <a:pt x="9850" y="17719"/>
                        <a:pt x="9921" y="17871"/>
                        <a:pt x="9921" y="17871"/>
                      </a:cubicBezTo>
                      <a:cubicBezTo>
                        <a:pt x="9885" y="17921"/>
                        <a:pt x="9885" y="17921"/>
                        <a:pt x="9885" y="17921"/>
                      </a:cubicBezTo>
                      <a:cubicBezTo>
                        <a:pt x="9885" y="17921"/>
                        <a:pt x="9885" y="18023"/>
                        <a:pt x="9815" y="18073"/>
                      </a:cubicBezTo>
                      <a:cubicBezTo>
                        <a:pt x="9780" y="18073"/>
                        <a:pt x="9815" y="17972"/>
                        <a:pt x="9815" y="17972"/>
                      </a:cubicBezTo>
                      <a:cubicBezTo>
                        <a:pt x="9815" y="17770"/>
                        <a:pt x="9815" y="17770"/>
                        <a:pt x="9815" y="17770"/>
                      </a:cubicBezTo>
                      <a:cubicBezTo>
                        <a:pt x="9745" y="17517"/>
                        <a:pt x="9745" y="17517"/>
                        <a:pt x="9745" y="17517"/>
                      </a:cubicBezTo>
                      <a:cubicBezTo>
                        <a:pt x="9745" y="17517"/>
                        <a:pt x="9604" y="17719"/>
                        <a:pt x="9569" y="17719"/>
                      </a:cubicBezTo>
                      <a:cubicBezTo>
                        <a:pt x="9569" y="17770"/>
                        <a:pt x="9498" y="17972"/>
                        <a:pt x="9463" y="17972"/>
                      </a:cubicBezTo>
                      <a:cubicBezTo>
                        <a:pt x="9463" y="18023"/>
                        <a:pt x="9463" y="18124"/>
                        <a:pt x="9463" y="18124"/>
                      </a:cubicBezTo>
                      <a:cubicBezTo>
                        <a:pt x="9534" y="18276"/>
                        <a:pt x="9534" y="18276"/>
                        <a:pt x="9534" y="18276"/>
                      </a:cubicBezTo>
                      <a:cubicBezTo>
                        <a:pt x="9534" y="18427"/>
                        <a:pt x="9534" y="18427"/>
                        <a:pt x="9534" y="18427"/>
                      </a:cubicBezTo>
                      <a:cubicBezTo>
                        <a:pt x="9604" y="18528"/>
                        <a:pt x="9604" y="18528"/>
                        <a:pt x="9604" y="18528"/>
                      </a:cubicBezTo>
                      <a:cubicBezTo>
                        <a:pt x="9604" y="18528"/>
                        <a:pt x="9674" y="18528"/>
                        <a:pt x="9709" y="18579"/>
                      </a:cubicBezTo>
                      <a:cubicBezTo>
                        <a:pt x="9745" y="18579"/>
                        <a:pt x="9709" y="18680"/>
                        <a:pt x="9709" y="18680"/>
                      </a:cubicBezTo>
                      <a:cubicBezTo>
                        <a:pt x="9674" y="18883"/>
                        <a:pt x="9674" y="18883"/>
                        <a:pt x="9674" y="18883"/>
                      </a:cubicBezTo>
                      <a:cubicBezTo>
                        <a:pt x="9674" y="18883"/>
                        <a:pt x="9709" y="18933"/>
                        <a:pt x="9745" y="18984"/>
                      </a:cubicBezTo>
                      <a:cubicBezTo>
                        <a:pt x="9745" y="19034"/>
                        <a:pt x="9674" y="19135"/>
                        <a:pt x="9674" y="19135"/>
                      </a:cubicBezTo>
                      <a:cubicBezTo>
                        <a:pt x="9639" y="19135"/>
                        <a:pt x="9534" y="19287"/>
                        <a:pt x="9534" y="19287"/>
                      </a:cubicBezTo>
                      <a:cubicBezTo>
                        <a:pt x="9534" y="19287"/>
                        <a:pt x="9498" y="19338"/>
                        <a:pt x="9463" y="19338"/>
                      </a:cubicBezTo>
                      <a:cubicBezTo>
                        <a:pt x="9428" y="19338"/>
                        <a:pt x="9498" y="19490"/>
                        <a:pt x="9498" y="19490"/>
                      </a:cubicBezTo>
                      <a:cubicBezTo>
                        <a:pt x="9534" y="19641"/>
                        <a:pt x="9534" y="19641"/>
                        <a:pt x="9534" y="19641"/>
                      </a:cubicBezTo>
                      <a:cubicBezTo>
                        <a:pt x="9534" y="19641"/>
                        <a:pt x="9498" y="19692"/>
                        <a:pt x="9498" y="19692"/>
                      </a:cubicBezTo>
                      <a:cubicBezTo>
                        <a:pt x="9463" y="19743"/>
                        <a:pt x="9463" y="19844"/>
                        <a:pt x="9463" y="19844"/>
                      </a:cubicBezTo>
                      <a:cubicBezTo>
                        <a:pt x="9393" y="19844"/>
                        <a:pt x="9393" y="19844"/>
                        <a:pt x="9393" y="19844"/>
                      </a:cubicBezTo>
                      <a:cubicBezTo>
                        <a:pt x="9358" y="19945"/>
                        <a:pt x="9358" y="19945"/>
                        <a:pt x="9358" y="19945"/>
                      </a:cubicBezTo>
                      <a:cubicBezTo>
                        <a:pt x="9358" y="19945"/>
                        <a:pt x="9358" y="20097"/>
                        <a:pt x="9322" y="20097"/>
                      </a:cubicBezTo>
                      <a:cubicBezTo>
                        <a:pt x="9287" y="20097"/>
                        <a:pt x="9322" y="20198"/>
                        <a:pt x="9322" y="20198"/>
                      </a:cubicBezTo>
                      <a:cubicBezTo>
                        <a:pt x="9287" y="20299"/>
                        <a:pt x="9287" y="20299"/>
                        <a:pt x="9287" y="20299"/>
                      </a:cubicBezTo>
                      <a:cubicBezTo>
                        <a:pt x="9428" y="20400"/>
                        <a:pt x="9428" y="20400"/>
                        <a:pt x="9428" y="20400"/>
                      </a:cubicBezTo>
                      <a:cubicBezTo>
                        <a:pt x="9393" y="20501"/>
                        <a:pt x="9393" y="20501"/>
                        <a:pt x="9393" y="20501"/>
                      </a:cubicBezTo>
                      <a:cubicBezTo>
                        <a:pt x="9393" y="20602"/>
                        <a:pt x="9393" y="20602"/>
                        <a:pt x="9393" y="20602"/>
                      </a:cubicBezTo>
                      <a:cubicBezTo>
                        <a:pt x="9428" y="20602"/>
                        <a:pt x="9428" y="20602"/>
                        <a:pt x="9428" y="20602"/>
                      </a:cubicBezTo>
                      <a:cubicBezTo>
                        <a:pt x="9428" y="20602"/>
                        <a:pt x="9358" y="20653"/>
                        <a:pt x="9322" y="20653"/>
                      </a:cubicBezTo>
                      <a:cubicBezTo>
                        <a:pt x="9287" y="20704"/>
                        <a:pt x="9252" y="20653"/>
                        <a:pt x="9217" y="20704"/>
                      </a:cubicBezTo>
                      <a:cubicBezTo>
                        <a:pt x="9182" y="20704"/>
                        <a:pt x="9076" y="20754"/>
                        <a:pt x="9076" y="20754"/>
                      </a:cubicBezTo>
                      <a:cubicBezTo>
                        <a:pt x="9041" y="20957"/>
                        <a:pt x="9041" y="20957"/>
                        <a:pt x="9041" y="20957"/>
                      </a:cubicBezTo>
                      <a:cubicBezTo>
                        <a:pt x="8971" y="20957"/>
                        <a:pt x="8971" y="20957"/>
                        <a:pt x="8971" y="20957"/>
                      </a:cubicBezTo>
                      <a:cubicBezTo>
                        <a:pt x="8971" y="20855"/>
                        <a:pt x="8971" y="20855"/>
                        <a:pt x="8971" y="20855"/>
                      </a:cubicBezTo>
                      <a:cubicBezTo>
                        <a:pt x="8936" y="20805"/>
                        <a:pt x="8936" y="20805"/>
                        <a:pt x="8936" y="20805"/>
                      </a:cubicBezTo>
                      <a:cubicBezTo>
                        <a:pt x="8936" y="20906"/>
                        <a:pt x="8936" y="20957"/>
                        <a:pt x="8936" y="20957"/>
                      </a:cubicBezTo>
                      <a:cubicBezTo>
                        <a:pt x="9287" y="21311"/>
                        <a:pt x="9287" y="21311"/>
                        <a:pt x="9287" y="21311"/>
                      </a:cubicBezTo>
                      <a:cubicBezTo>
                        <a:pt x="9885" y="21513"/>
                        <a:pt x="9885" y="21513"/>
                        <a:pt x="9885" y="21513"/>
                      </a:cubicBezTo>
                      <a:cubicBezTo>
                        <a:pt x="10026" y="21159"/>
                        <a:pt x="10026" y="21159"/>
                        <a:pt x="10026" y="21159"/>
                      </a:cubicBezTo>
                      <a:cubicBezTo>
                        <a:pt x="10026" y="21159"/>
                        <a:pt x="10343" y="20350"/>
                        <a:pt x="10589" y="20400"/>
                      </a:cubicBezTo>
                      <a:cubicBezTo>
                        <a:pt x="10765" y="20451"/>
                        <a:pt x="11011" y="20552"/>
                        <a:pt x="11046" y="20552"/>
                      </a:cubicBezTo>
                      <a:cubicBezTo>
                        <a:pt x="11011" y="20248"/>
                        <a:pt x="10624" y="19743"/>
                        <a:pt x="10694" y="19641"/>
                      </a:cubicBezTo>
                      <a:cubicBezTo>
                        <a:pt x="10765" y="19490"/>
                        <a:pt x="10941" y="19135"/>
                        <a:pt x="11046" y="18933"/>
                      </a:cubicBezTo>
                      <a:cubicBezTo>
                        <a:pt x="11117" y="18731"/>
                        <a:pt x="11468" y="18579"/>
                        <a:pt x="11468" y="18579"/>
                      </a:cubicBezTo>
                      <a:cubicBezTo>
                        <a:pt x="11750" y="17820"/>
                        <a:pt x="11750" y="17820"/>
                        <a:pt x="11750" y="17820"/>
                      </a:cubicBezTo>
                      <a:cubicBezTo>
                        <a:pt x="11679" y="16657"/>
                        <a:pt x="11609" y="16353"/>
                        <a:pt x="12453" y="16202"/>
                      </a:cubicBezTo>
                      <a:cubicBezTo>
                        <a:pt x="12594" y="16151"/>
                        <a:pt x="12770" y="15999"/>
                        <a:pt x="12770" y="15999"/>
                      </a:cubicBezTo>
                      <a:cubicBezTo>
                        <a:pt x="13051" y="15847"/>
                        <a:pt x="13051" y="15847"/>
                        <a:pt x="13051" y="15847"/>
                      </a:cubicBezTo>
                      <a:cubicBezTo>
                        <a:pt x="13579" y="15746"/>
                        <a:pt x="13579" y="15746"/>
                        <a:pt x="13579" y="15746"/>
                      </a:cubicBezTo>
                      <a:cubicBezTo>
                        <a:pt x="13157" y="16100"/>
                        <a:pt x="13157" y="16100"/>
                        <a:pt x="13157" y="16100"/>
                      </a:cubicBezTo>
                      <a:cubicBezTo>
                        <a:pt x="12840" y="16606"/>
                        <a:pt x="12840" y="16606"/>
                        <a:pt x="12840" y="16606"/>
                      </a:cubicBezTo>
                      <a:cubicBezTo>
                        <a:pt x="13263" y="16758"/>
                        <a:pt x="13263" y="16758"/>
                        <a:pt x="13263" y="16758"/>
                      </a:cubicBezTo>
                      <a:cubicBezTo>
                        <a:pt x="13263" y="16758"/>
                        <a:pt x="13263" y="17213"/>
                        <a:pt x="13474" y="17112"/>
                      </a:cubicBezTo>
                      <a:cubicBezTo>
                        <a:pt x="13650" y="17011"/>
                        <a:pt x="14072" y="16758"/>
                        <a:pt x="14142" y="16758"/>
                      </a:cubicBezTo>
                      <a:cubicBezTo>
                        <a:pt x="14212" y="16707"/>
                        <a:pt x="14599" y="16556"/>
                        <a:pt x="14705" y="16556"/>
                      </a:cubicBezTo>
                      <a:cubicBezTo>
                        <a:pt x="14810" y="16556"/>
                        <a:pt x="15373" y="16454"/>
                        <a:pt x="15373" y="16454"/>
                      </a:cubicBezTo>
                      <a:cubicBezTo>
                        <a:pt x="15444" y="16910"/>
                        <a:pt x="15444" y="16910"/>
                        <a:pt x="15444" y="16910"/>
                      </a:cubicBezTo>
                      <a:cubicBezTo>
                        <a:pt x="15197" y="17365"/>
                        <a:pt x="15197" y="17365"/>
                        <a:pt x="15197" y="17365"/>
                      </a:cubicBezTo>
                      <a:cubicBezTo>
                        <a:pt x="14881" y="17820"/>
                        <a:pt x="14881" y="17820"/>
                        <a:pt x="14881" y="17820"/>
                      </a:cubicBezTo>
                      <a:cubicBezTo>
                        <a:pt x="14388" y="18478"/>
                        <a:pt x="14388" y="18478"/>
                        <a:pt x="14388" y="18478"/>
                      </a:cubicBezTo>
                      <a:cubicBezTo>
                        <a:pt x="14388" y="18478"/>
                        <a:pt x="14248" y="18832"/>
                        <a:pt x="14318" y="18883"/>
                      </a:cubicBezTo>
                      <a:cubicBezTo>
                        <a:pt x="14388" y="18933"/>
                        <a:pt x="14916" y="18832"/>
                        <a:pt x="14916" y="18832"/>
                      </a:cubicBezTo>
                      <a:cubicBezTo>
                        <a:pt x="15514" y="18883"/>
                        <a:pt x="15514" y="18883"/>
                        <a:pt x="15514" y="18883"/>
                      </a:cubicBezTo>
                      <a:cubicBezTo>
                        <a:pt x="15514" y="18883"/>
                        <a:pt x="15620" y="18933"/>
                        <a:pt x="15690" y="19237"/>
                      </a:cubicBezTo>
                      <a:cubicBezTo>
                        <a:pt x="15795" y="19591"/>
                        <a:pt x="15866" y="19743"/>
                        <a:pt x="15901" y="19844"/>
                      </a:cubicBezTo>
                      <a:cubicBezTo>
                        <a:pt x="15971" y="19995"/>
                        <a:pt x="16112" y="20299"/>
                        <a:pt x="16112" y="20299"/>
                      </a:cubicBezTo>
                      <a:cubicBezTo>
                        <a:pt x="16112" y="20299"/>
                        <a:pt x="15971" y="20501"/>
                        <a:pt x="16147" y="20451"/>
                      </a:cubicBezTo>
                      <a:cubicBezTo>
                        <a:pt x="16358" y="20451"/>
                        <a:pt x="16499" y="20400"/>
                        <a:pt x="16499" y="20400"/>
                      </a:cubicBezTo>
                      <a:cubicBezTo>
                        <a:pt x="16499" y="20400"/>
                        <a:pt x="16534" y="20097"/>
                        <a:pt x="16605" y="19995"/>
                      </a:cubicBezTo>
                      <a:cubicBezTo>
                        <a:pt x="16710" y="19945"/>
                        <a:pt x="16816" y="19793"/>
                        <a:pt x="16816" y="19793"/>
                      </a:cubicBezTo>
                      <a:cubicBezTo>
                        <a:pt x="16816" y="19793"/>
                        <a:pt x="16780" y="19490"/>
                        <a:pt x="16886" y="19388"/>
                      </a:cubicBezTo>
                      <a:cubicBezTo>
                        <a:pt x="16992" y="19338"/>
                        <a:pt x="17132" y="19287"/>
                        <a:pt x="17273" y="19237"/>
                      </a:cubicBezTo>
                      <a:cubicBezTo>
                        <a:pt x="17414" y="19135"/>
                        <a:pt x="17554" y="18781"/>
                        <a:pt x="17554" y="18781"/>
                      </a:cubicBezTo>
                      <a:cubicBezTo>
                        <a:pt x="17730" y="18579"/>
                        <a:pt x="17730" y="18579"/>
                        <a:pt x="17730" y="18579"/>
                      </a:cubicBezTo>
                      <a:cubicBezTo>
                        <a:pt x="18152" y="18377"/>
                        <a:pt x="18152" y="18377"/>
                        <a:pt x="18152" y="18377"/>
                      </a:cubicBezTo>
                      <a:cubicBezTo>
                        <a:pt x="18117" y="17871"/>
                        <a:pt x="18117" y="17871"/>
                        <a:pt x="18117" y="17871"/>
                      </a:cubicBezTo>
                      <a:cubicBezTo>
                        <a:pt x="18117" y="17871"/>
                        <a:pt x="18152" y="17770"/>
                        <a:pt x="18258" y="17770"/>
                      </a:cubicBezTo>
                      <a:cubicBezTo>
                        <a:pt x="18328" y="17719"/>
                        <a:pt x="19067" y="17365"/>
                        <a:pt x="19067" y="17365"/>
                      </a:cubicBezTo>
                      <a:cubicBezTo>
                        <a:pt x="19278" y="16859"/>
                        <a:pt x="19278" y="16859"/>
                        <a:pt x="19278" y="16859"/>
                      </a:cubicBezTo>
                      <a:cubicBezTo>
                        <a:pt x="19278" y="16353"/>
                        <a:pt x="19278" y="16353"/>
                        <a:pt x="19278" y="16353"/>
                      </a:cubicBezTo>
                      <a:cubicBezTo>
                        <a:pt x="19278" y="16353"/>
                        <a:pt x="19349" y="16050"/>
                        <a:pt x="19208" y="16050"/>
                      </a:cubicBezTo>
                      <a:cubicBezTo>
                        <a:pt x="19067" y="16050"/>
                        <a:pt x="18715" y="16556"/>
                        <a:pt x="18715" y="16556"/>
                      </a:cubicBezTo>
                      <a:cubicBezTo>
                        <a:pt x="18328" y="16606"/>
                        <a:pt x="18328" y="16606"/>
                        <a:pt x="18328" y="16606"/>
                      </a:cubicBezTo>
                      <a:cubicBezTo>
                        <a:pt x="18328" y="16606"/>
                        <a:pt x="18152" y="17061"/>
                        <a:pt x="18082" y="17061"/>
                      </a:cubicBezTo>
                      <a:cubicBezTo>
                        <a:pt x="18012" y="17112"/>
                        <a:pt x="17801" y="17213"/>
                        <a:pt x="17730" y="17163"/>
                      </a:cubicBezTo>
                      <a:cubicBezTo>
                        <a:pt x="17660" y="17163"/>
                        <a:pt x="17765" y="17719"/>
                        <a:pt x="17519" y="17061"/>
                      </a:cubicBezTo>
                      <a:cubicBezTo>
                        <a:pt x="17273" y="16404"/>
                        <a:pt x="17167" y="16404"/>
                        <a:pt x="17167" y="16404"/>
                      </a:cubicBezTo>
                      <a:cubicBezTo>
                        <a:pt x="16921" y="16404"/>
                        <a:pt x="16921" y="16404"/>
                        <a:pt x="16921" y="16404"/>
                      </a:cubicBezTo>
                      <a:cubicBezTo>
                        <a:pt x="16921" y="16404"/>
                        <a:pt x="16710" y="16556"/>
                        <a:pt x="16675" y="16454"/>
                      </a:cubicBezTo>
                      <a:cubicBezTo>
                        <a:pt x="16675" y="16353"/>
                        <a:pt x="16569" y="16050"/>
                        <a:pt x="16569" y="16050"/>
                      </a:cubicBezTo>
                      <a:cubicBezTo>
                        <a:pt x="16218" y="16050"/>
                        <a:pt x="16218" y="16050"/>
                        <a:pt x="16218" y="16050"/>
                      </a:cubicBezTo>
                      <a:cubicBezTo>
                        <a:pt x="16077" y="16151"/>
                        <a:pt x="16077" y="16151"/>
                        <a:pt x="16077" y="16151"/>
                      </a:cubicBezTo>
                      <a:cubicBezTo>
                        <a:pt x="15549" y="16100"/>
                        <a:pt x="15549" y="16100"/>
                        <a:pt x="15549" y="16100"/>
                      </a:cubicBezTo>
                      <a:cubicBezTo>
                        <a:pt x="15338" y="15898"/>
                        <a:pt x="15338" y="15898"/>
                        <a:pt x="15338" y="15898"/>
                      </a:cubicBezTo>
                      <a:cubicBezTo>
                        <a:pt x="15620" y="15696"/>
                        <a:pt x="15620" y="15696"/>
                        <a:pt x="15620" y="15696"/>
                      </a:cubicBezTo>
                      <a:cubicBezTo>
                        <a:pt x="15620" y="15696"/>
                        <a:pt x="15725" y="15847"/>
                        <a:pt x="15760" y="15847"/>
                      </a:cubicBezTo>
                      <a:cubicBezTo>
                        <a:pt x="15831" y="15797"/>
                        <a:pt x="15760" y="15645"/>
                        <a:pt x="15831" y="15594"/>
                      </a:cubicBezTo>
                      <a:cubicBezTo>
                        <a:pt x="15936" y="15544"/>
                        <a:pt x="16042" y="15392"/>
                        <a:pt x="16147" y="15493"/>
                      </a:cubicBezTo>
                      <a:cubicBezTo>
                        <a:pt x="16253" y="15544"/>
                        <a:pt x="16147" y="15847"/>
                        <a:pt x="16323" y="15645"/>
                      </a:cubicBezTo>
                      <a:cubicBezTo>
                        <a:pt x="16499" y="15443"/>
                        <a:pt x="16675" y="15493"/>
                        <a:pt x="16675" y="15493"/>
                      </a:cubicBezTo>
                      <a:cubicBezTo>
                        <a:pt x="16886" y="14987"/>
                        <a:pt x="16886" y="14987"/>
                        <a:pt x="16886" y="14987"/>
                      </a:cubicBezTo>
                      <a:cubicBezTo>
                        <a:pt x="17027" y="14532"/>
                        <a:pt x="17027" y="14532"/>
                        <a:pt x="17027" y="14532"/>
                      </a:cubicBezTo>
                      <a:cubicBezTo>
                        <a:pt x="17027" y="14532"/>
                        <a:pt x="17097" y="14583"/>
                        <a:pt x="17167" y="14633"/>
                      </a:cubicBezTo>
                      <a:cubicBezTo>
                        <a:pt x="17273" y="14633"/>
                        <a:pt x="17519" y="14026"/>
                        <a:pt x="17519" y="14026"/>
                      </a:cubicBezTo>
                      <a:cubicBezTo>
                        <a:pt x="17519" y="14026"/>
                        <a:pt x="17554" y="13419"/>
                        <a:pt x="17625" y="13419"/>
                      </a:cubicBezTo>
                      <a:cubicBezTo>
                        <a:pt x="17695" y="13369"/>
                        <a:pt x="18223" y="13116"/>
                        <a:pt x="18223" y="13116"/>
                      </a:cubicBezTo>
                      <a:cubicBezTo>
                        <a:pt x="18575" y="12812"/>
                        <a:pt x="18575" y="12812"/>
                        <a:pt x="18575" y="12812"/>
                      </a:cubicBezTo>
                      <a:cubicBezTo>
                        <a:pt x="18575" y="12812"/>
                        <a:pt x="18750" y="12458"/>
                        <a:pt x="18821" y="12408"/>
                      </a:cubicBezTo>
                      <a:cubicBezTo>
                        <a:pt x="18891" y="12408"/>
                        <a:pt x="18962" y="12205"/>
                        <a:pt x="19032" y="11952"/>
                      </a:cubicBezTo>
                      <a:cubicBezTo>
                        <a:pt x="19137" y="11750"/>
                        <a:pt x="19208" y="11598"/>
                        <a:pt x="19208" y="11598"/>
                      </a:cubicBezTo>
                      <a:cubicBezTo>
                        <a:pt x="19208" y="11598"/>
                        <a:pt x="19630" y="11446"/>
                        <a:pt x="19595" y="11396"/>
                      </a:cubicBezTo>
                      <a:cubicBezTo>
                        <a:pt x="19595" y="11295"/>
                        <a:pt x="19419" y="11092"/>
                        <a:pt x="19630" y="11092"/>
                      </a:cubicBezTo>
                      <a:cubicBezTo>
                        <a:pt x="19841" y="11092"/>
                        <a:pt x="19841" y="11092"/>
                        <a:pt x="19947" y="10991"/>
                      </a:cubicBezTo>
                      <a:cubicBezTo>
                        <a:pt x="20017" y="10941"/>
                        <a:pt x="19982" y="10890"/>
                        <a:pt x="20017" y="10738"/>
                      </a:cubicBezTo>
                      <a:cubicBezTo>
                        <a:pt x="20087" y="10637"/>
                        <a:pt x="20122" y="10485"/>
                        <a:pt x="20122" y="10384"/>
                      </a:cubicBezTo>
                      <a:cubicBezTo>
                        <a:pt x="20087" y="10283"/>
                        <a:pt x="19911" y="9878"/>
                        <a:pt x="19911" y="9777"/>
                      </a:cubicBezTo>
                      <a:cubicBezTo>
                        <a:pt x="19876" y="9625"/>
                        <a:pt x="19911" y="9322"/>
                        <a:pt x="19911" y="9322"/>
                      </a:cubicBezTo>
                      <a:cubicBezTo>
                        <a:pt x="19911" y="9322"/>
                        <a:pt x="20017" y="9271"/>
                        <a:pt x="20122" y="9221"/>
                      </a:cubicBezTo>
                      <a:cubicBezTo>
                        <a:pt x="20193" y="9120"/>
                        <a:pt x="20334" y="8765"/>
                        <a:pt x="20334" y="8765"/>
                      </a:cubicBezTo>
                      <a:cubicBezTo>
                        <a:pt x="20369" y="8513"/>
                        <a:pt x="20369" y="8513"/>
                        <a:pt x="20369" y="8513"/>
                      </a:cubicBezTo>
                      <a:cubicBezTo>
                        <a:pt x="20369" y="8513"/>
                        <a:pt x="20509" y="8361"/>
                        <a:pt x="20545" y="8361"/>
                      </a:cubicBezTo>
                      <a:cubicBezTo>
                        <a:pt x="20615" y="8310"/>
                        <a:pt x="21178" y="8007"/>
                        <a:pt x="21213" y="8007"/>
                      </a:cubicBezTo>
                      <a:cubicBezTo>
                        <a:pt x="21248" y="8007"/>
                        <a:pt x="21600" y="8057"/>
                        <a:pt x="21494" y="7804"/>
                      </a:cubicBezTo>
                      <a:cubicBezTo>
                        <a:pt x="21389" y="7602"/>
                        <a:pt x="21354" y="7501"/>
                        <a:pt x="21319" y="7349"/>
                      </a:cubicBezTo>
                      <a:cubicBezTo>
                        <a:pt x="21283" y="7197"/>
                        <a:pt x="21283" y="6843"/>
                        <a:pt x="21283" y="6793"/>
                      </a:cubicBezTo>
                      <a:cubicBezTo>
                        <a:pt x="21319" y="6742"/>
                        <a:pt x="21600" y="6590"/>
                        <a:pt x="21283" y="6540"/>
                      </a:cubicBezTo>
                      <a:cubicBezTo>
                        <a:pt x="20967" y="6489"/>
                        <a:pt x="21213" y="6337"/>
                        <a:pt x="21143" y="6236"/>
                      </a:cubicBezTo>
                      <a:cubicBezTo>
                        <a:pt x="21037" y="6135"/>
                        <a:pt x="20826" y="5933"/>
                        <a:pt x="20826" y="5933"/>
                      </a:cubicBezTo>
                      <a:cubicBezTo>
                        <a:pt x="20721" y="5933"/>
                        <a:pt x="20721" y="5933"/>
                        <a:pt x="20721" y="5933"/>
                      </a:cubicBezTo>
                      <a:cubicBezTo>
                        <a:pt x="20756" y="5427"/>
                        <a:pt x="20756" y="5427"/>
                        <a:pt x="20756" y="5427"/>
                      </a:cubicBezTo>
                      <a:cubicBezTo>
                        <a:pt x="20756" y="5427"/>
                        <a:pt x="20861" y="5224"/>
                        <a:pt x="20896" y="5224"/>
                      </a:cubicBezTo>
                      <a:cubicBezTo>
                        <a:pt x="20932" y="5174"/>
                        <a:pt x="20967" y="4972"/>
                        <a:pt x="20896" y="4972"/>
                      </a:cubicBezTo>
                      <a:cubicBezTo>
                        <a:pt x="20826" y="5022"/>
                        <a:pt x="20615" y="5073"/>
                        <a:pt x="20615" y="5073"/>
                      </a:cubicBezTo>
                      <a:cubicBezTo>
                        <a:pt x="20615" y="5073"/>
                        <a:pt x="20439" y="5073"/>
                        <a:pt x="20474" y="4972"/>
                      </a:cubicBezTo>
                      <a:cubicBezTo>
                        <a:pt x="20474" y="4820"/>
                        <a:pt x="20545" y="4820"/>
                        <a:pt x="20650" y="4668"/>
                      </a:cubicBezTo>
                      <a:cubicBezTo>
                        <a:pt x="20756" y="4516"/>
                        <a:pt x="20791" y="4415"/>
                        <a:pt x="20791" y="4415"/>
                      </a:cubicBezTo>
                      <a:cubicBezTo>
                        <a:pt x="20756" y="4112"/>
                        <a:pt x="20756" y="4112"/>
                        <a:pt x="20756" y="4112"/>
                      </a:cubicBezTo>
                      <a:cubicBezTo>
                        <a:pt x="20756" y="4112"/>
                        <a:pt x="20756" y="3909"/>
                        <a:pt x="20721" y="3909"/>
                      </a:cubicBezTo>
                      <a:cubicBezTo>
                        <a:pt x="20721" y="3859"/>
                        <a:pt x="20509" y="3252"/>
                        <a:pt x="20509" y="3252"/>
                      </a:cubicBezTo>
                      <a:cubicBezTo>
                        <a:pt x="20509" y="3252"/>
                        <a:pt x="20298" y="3150"/>
                        <a:pt x="20263" y="3252"/>
                      </a:cubicBezTo>
                      <a:cubicBezTo>
                        <a:pt x="20263" y="3353"/>
                        <a:pt x="20193" y="3555"/>
                        <a:pt x="20193" y="3555"/>
                      </a:cubicBezTo>
                      <a:cubicBezTo>
                        <a:pt x="19947" y="3555"/>
                        <a:pt x="19947" y="3555"/>
                        <a:pt x="19947" y="3555"/>
                      </a:cubicBezTo>
                      <a:cubicBezTo>
                        <a:pt x="19806" y="3403"/>
                        <a:pt x="19806" y="3403"/>
                        <a:pt x="19806" y="3403"/>
                      </a:cubicBezTo>
                      <a:cubicBezTo>
                        <a:pt x="19524" y="3302"/>
                        <a:pt x="19524" y="3302"/>
                        <a:pt x="19524" y="3302"/>
                      </a:cubicBezTo>
                      <a:cubicBezTo>
                        <a:pt x="19524" y="3302"/>
                        <a:pt x="19489" y="3353"/>
                        <a:pt x="19454" y="3403"/>
                      </a:cubicBezTo>
                      <a:cubicBezTo>
                        <a:pt x="19454" y="3454"/>
                        <a:pt x="19173" y="3201"/>
                        <a:pt x="19173" y="3201"/>
                      </a:cubicBezTo>
                      <a:cubicBezTo>
                        <a:pt x="19173" y="3201"/>
                        <a:pt x="19067" y="3403"/>
                        <a:pt x="19032" y="3454"/>
                      </a:cubicBezTo>
                      <a:cubicBezTo>
                        <a:pt x="19032" y="3454"/>
                        <a:pt x="18750" y="3353"/>
                        <a:pt x="18750" y="3353"/>
                      </a:cubicBezTo>
                      <a:cubicBezTo>
                        <a:pt x="18469" y="3403"/>
                        <a:pt x="18469" y="3403"/>
                        <a:pt x="18469" y="3403"/>
                      </a:cubicBezTo>
                      <a:cubicBezTo>
                        <a:pt x="18223" y="3454"/>
                        <a:pt x="18223" y="3454"/>
                        <a:pt x="18223" y="3454"/>
                      </a:cubicBezTo>
                      <a:cubicBezTo>
                        <a:pt x="18012" y="3302"/>
                        <a:pt x="18012" y="3302"/>
                        <a:pt x="18012" y="3302"/>
                      </a:cubicBezTo>
                      <a:cubicBezTo>
                        <a:pt x="17941" y="3454"/>
                        <a:pt x="17941" y="3454"/>
                        <a:pt x="17941" y="3454"/>
                      </a:cubicBezTo>
                      <a:cubicBezTo>
                        <a:pt x="17977" y="3707"/>
                        <a:pt x="17977" y="3707"/>
                        <a:pt x="17977" y="3707"/>
                      </a:cubicBezTo>
                      <a:cubicBezTo>
                        <a:pt x="17801" y="3859"/>
                        <a:pt x="17801" y="3859"/>
                        <a:pt x="17801" y="3859"/>
                      </a:cubicBezTo>
                      <a:cubicBezTo>
                        <a:pt x="17590" y="3656"/>
                        <a:pt x="17590" y="3656"/>
                        <a:pt x="17590" y="3656"/>
                      </a:cubicBezTo>
                      <a:cubicBezTo>
                        <a:pt x="17414" y="3606"/>
                        <a:pt x="17414" y="3606"/>
                        <a:pt x="17414" y="3606"/>
                      </a:cubicBezTo>
                      <a:cubicBezTo>
                        <a:pt x="17167" y="3252"/>
                        <a:pt x="17167" y="3252"/>
                        <a:pt x="17167" y="3252"/>
                      </a:cubicBezTo>
                      <a:cubicBezTo>
                        <a:pt x="16956" y="3150"/>
                        <a:pt x="16956" y="3150"/>
                        <a:pt x="16956" y="3150"/>
                      </a:cubicBezTo>
                      <a:cubicBezTo>
                        <a:pt x="16745" y="2999"/>
                        <a:pt x="16745" y="2999"/>
                        <a:pt x="16745" y="2999"/>
                      </a:cubicBezTo>
                      <a:cubicBezTo>
                        <a:pt x="16745" y="2999"/>
                        <a:pt x="16640" y="3403"/>
                        <a:pt x="16605" y="3454"/>
                      </a:cubicBezTo>
                      <a:cubicBezTo>
                        <a:pt x="16569" y="3454"/>
                        <a:pt x="16393" y="3555"/>
                        <a:pt x="16358" y="3555"/>
                      </a:cubicBezTo>
                      <a:cubicBezTo>
                        <a:pt x="16288" y="3606"/>
                        <a:pt x="16253" y="3859"/>
                        <a:pt x="16253" y="3859"/>
                      </a:cubicBezTo>
                      <a:cubicBezTo>
                        <a:pt x="16077" y="4010"/>
                        <a:pt x="16077" y="4010"/>
                        <a:pt x="16077" y="4010"/>
                      </a:cubicBezTo>
                      <a:cubicBezTo>
                        <a:pt x="16077" y="4010"/>
                        <a:pt x="15971" y="3909"/>
                        <a:pt x="15901" y="3909"/>
                      </a:cubicBezTo>
                      <a:cubicBezTo>
                        <a:pt x="15866" y="3909"/>
                        <a:pt x="15831" y="3960"/>
                        <a:pt x="15831" y="3960"/>
                      </a:cubicBezTo>
                      <a:cubicBezTo>
                        <a:pt x="15760" y="4112"/>
                        <a:pt x="15760" y="4112"/>
                        <a:pt x="15760" y="4112"/>
                      </a:cubicBezTo>
                      <a:cubicBezTo>
                        <a:pt x="15760" y="4112"/>
                        <a:pt x="15725" y="4112"/>
                        <a:pt x="15620" y="4010"/>
                      </a:cubicBezTo>
                      <a:cubicBezTo>
                        <a:pt x="15549" y="3960"/>
                        <a:pt x="15444" y="3859"/>
                        <a:pt x="15444" y="3859"/>
                      </a:cubicBezTo>
                      <a:cubicBezTo>
                        <a:pt x="15338" y="3808"/>
                        <a:pt x="15338" y="3808"/>
                        <a:pt x="15338" y="3808"/>
                      </a:cubicBezTo>
                      <a:cubicBezTo>
                        <a:pt x="15338" y="3808"/>
                        <a:pt x="15021" y="4010"/>
                        <a:pt x="14986" y="4061"/>
                      </a:cubicBezTo>
                      <a:cubicBezTo>
                        <a:pt x="14986" y="4112"/>
                        <a:pt x="14916" y="4263"/>
                        <a:pt x="14916" y="4263"/>
                      </a:cubicBezTo>
                      <a:cubicBezTo>
                        <a:pt x="14740" y="4061"/>
                        <a:pt x="14740" y="4061"/>
                        <a:pt x="14740" y="4061"/>
                      </a:cubicBezTo>
                      <a:cubicBezTo>
                        <a:pt x="14529" y="3859"/>
                        <a:pt x="14529" y="3859"/>
                        <a:pt x="14529" y="3859"/>
                      </a:cubicBezTo>
                      <a:cubicBezTo>
                        <a:pt x="14494" y="3505"/>
                        <a:pt x="14494" y="3505"/>
                        <a:pt x="14494" y="3505"/>
                      </a:cubicBezTo>
                      <a:cubicBezTo>
                        <a:pt x="14107" y="2999"/>
                        <a:pt x="14107" y="2999"/>
                        <a:pt x="14107" y="2999"/>
                      </a:cubicBezTo>
                      <a:cubicBezTo>
                        <a:pt x="14036" y="2493"/>
                        <a:pt x="14036" y="2493"/>
                        <a:pt x="14036" y="2493"/>
                      </a:cubicBezTo>
                      <a:cubicBezTo>
                        <a:pt x="13755" y="2189"/>
                        <a:pt x="13755" y="2189"/>
                        <a:pt x="13755" y="2189"/>
                      </a:cubicBezTo>
                      <a:cubicBezTo>
                        <a:pt x="13579" y="2493"/>
                        <a:pt x="13579" y="2493"/>
                        <a:pt x="13579" y="2493"/>
                      </a:cubicBezTo>
                      <a:cubicBezTo>
                        <a:pt x="13298" y="2442"/>
                        <a:pt x="13298" y="2442"/>
                        <a:pt x="13298" y="2442"/>
                      </a:cubicBezTo>
                      <a:cubicBezTo>
                        <a:pt x="13016" y="2543"/>
                        <a:pt x="13016" y="2543"/>
                        <a:pt x="13016" y="2543"/>
                      </a:cubicBezTo>
                      <a:cubicBezTo>
                        <a:pt x="13016" y="2543"/>
                        <a:pt x="12840" y="2796"/>
                        <a:pt x="12840" y="2695"/>
                      </a:cubicBezTo>
                      <a:cubicBezTo>
                        <a:pt x="12805" y="2594"/>
                        <a:pt x="12876" y="2392"/>
                        <a:pt x="12876" y="2291"/>
                      </a:cubicBezTo>
                      <a:cubicBezTo>
                        <a:pt x="12840" y="2240"/>
                        <a:pt x="12664" y="2392"/>
                        <a:pt x="12700" y="2189"/>
                      </a:cubicBezTo>
                      <a:cubicBezTo>
                        <a:pt x="12735" y="2088"/>
                        <a:pt x="12700" y="1936"/>
                        <a:pt x="12664" y="1886"/>
                      </a:cubicBezTo>
                      <a:cubicBezTo>
                        <a:pt x="12594" y="1785"/>
                        <a:pt x="12383" y="1785"/>
                        <a:pt x="12453" y="1582"/>
                      </a:cubicBezTo>
                      <a:cubicBezTo>
                        <a:pt x="12524" y="1431"/>
                        <a:pt x="12700" y="1329"/>
                        <a:pt x="12700" y="1329"/>
                      </a:cubicBezTo>
                      <a:cubicBezTo>
                        <a:pt x="12700" y="1228"/>
                        <a:pt x="12700" y="1228"/>
                        <a:pt x="12700" y="1228"/>
                      </a:cubicBezTo>
                      <a:cubicBezTo>
                        <a:pt x="12559" y="1026"/>
                        <a:pt x="12559" y="1026"/>
                        <a:pt x="12559" y="1026"/>
                      </a:cubicBezTo>
                      <a:cubicBezTo>
                        <a:pt x="12172" y="773"/>
                        <a:pt x="12172" y="773"/>
                        <a:pt x="12172" y="773"/>
                      </a:cubicBezTo>
                      <a:cubicBezTo>
                        <a:pt x="12172" y="773"/>
                        <a:pt x="12137" y="469"/>
                        <a:pt x="12066" y="469"/>
                      </a:cubicBezTo>
                      <a:cubicBezTo>
                        <a:pt x="12031" y="419"/>
                        <a:pt x="11926" y="267"/>
                        <a:pt x="11926" y="267"/>
                      </a:cubicBezTo>
                      <a:cubicBezTo>
                        <a:pt x="11926" y="267"/>
                        <a:pt x="11820" y="65"/>
                        <a:pt x="11679" y="14"/>
                      </a:cubicBezTo>
                      <a:cubicBezTo>
                        <a:pt x="11539" y="-87"/>
                        <a:pt x="11433" y="368"/>
                        <a:pt x="11433" y="368"/>
                      </a:cubicBezTo>
                      <a:cubicBezTo>
                        <a:pt x="11293" y="166"/>
                        <a:pt x="11293" y="166"/>
                        <a:pt x="11293" y="166"/>
                      </a:cubicBezTo>
                      <a:cubicBezTo>
                        <a:pt x="11011" y="318"/>
                        <a:pt x="11011" y="318"/>
                        <a:pt x="11011" y="318"/>
                      </a:cubicBezTo>
                      <a:cubicBezTo>
                        <a:pt x="10800" y="773"/>
                        <a:pt x="10800" y="773"/>
                        <a:pt x="10800" y="773"/>
                      </a:cubicBezTo>
                      <a:cubicBezTo>
                        <a:pt x="10659" y="824"/>
                        <a:pt x="10659" y="824"/>
                        <a:pt x="10659" y="824"/>
                      </a:cubicBezTo>
                      <a:cubicBezTo>
                        <a:pt x="10448" y="874"/>
                        <a:pt x="10448" y="874"/>
                        <a:pt x="10448" y="874"/>
                      </a:cubicBezTo>
                      <a:cubicBezTo>
                        <a:pt x="10132" y="975"/>
                        <a:pt x="10132" y="975"/>
                        <a:pt x="10132" y="975"/>
                      </a:cubicBezTo>
                      <a:cubicBezTo>
                        <a:pt x="10061" y="1279"/>
                        <a:pt x="10061" y="1279"/>
                        <a:pt x="10061" y="1279"/>
                      </a:cubicBezTo>
                      <a:cubicBezTo>
                        <a:pt x="10096" y="1582"/>
                        <a:pt x="10096" y="1582"/>
                        <a:pt x="10096" y="1582"/>
                      </a:cubicBezTo>
                      <a:cubicBezTo>
                        <a:pt x="9921" y="1785"/>
                        <a:pt x="9921" y="1785"/>
                        <a:pt x="9921" y="1785"/>
                      </a:cubicBezTo>
                      <a:cubicBezTo>
                        <a:pt x="9498" y="1734"/>
                        <a:pt x="9498" y="1734"/>
                        <a:pt x="9498" y="1734"/>
                      </a:cubicBezTo>
                      <a:cubicBezTo>
                        <a:pt x="9217" y="1835"/>
                        <a:pt x="9217" y="1835"/>
                        <a:pt x="9217" y="1835"/>
                      </a:cubicBezTo>
                      <a:cubicBezTo>
                        <a:pt x="9076" y="2139"/>
                        <a:pt x="9076" y="2139"/>
                        <a:pt x="9076" y="2139"/>
                      </a:cubicBezTo>
                      <a:cubicBezTo>
                        <a:pt x="8654" y="2139"/>
                        <a:pt x="8654" y="2139"/>
                        <a:pt x="8654" y="2139"/>
                      </a:cubicBezTo>
                      <a:cubicBezTo>
                        <a:pt x="8584" y="2746"/>
                        <a:pt x="8584" y="2746"/>
                        <a:pt x="8584" y="2746"/>
                      </a:cubicBezTo>
                      <a:cubicBezTo>
                        <a:pt x="8478" y="3150"/>
                        <a:pt x="8478" y="3150"/>
                        <a:pt x="8478" y="3150"/>
                      </a:cubicBezTo>
                      <a:cubicBezTo>
                        <a:pt x="8373" y="3606"/>
                        <a:pt x="8373" y="3606"/>
                        <a:pt x="8373" y="3606"/>
                      </a:cubicBezTo>
                      <a:cubicBezTo>
                        <a:pt x="8443" y="3859"/>
                        <a:pt x="8443" y="3859"/>
                        <a:pt x="8443" y="3859"/>
                      </a:cubicBezTo>
                      <a:cubicBezTo>
                        <a:pt x="8549" y="4213"/>
                        <a:pt x="8549" y="4213"/>
                        <a:pt x="8549" y="4213"/>
                      </a:cubicBezTo>
                      <a:cubicBezTo>
                        <a:pt x="8760" y="4567"/>
                        <a:pt x="8760" y="4567"/>
                        <a:pt x="8760" y="4567"/>
                      </a:cubicBezTo>
                      <a:cubicBezTo>
                        <a:pt x="8760" y="4567"/>
                        <a:pt x="8760" y="4567"/>
                        <a:pt x="8760" y="4567"/>
                      </a:cubicBezTo>
                      <a:cubicBezTo>
                        <a:pt x="8549" y="4668"/>
                        <a:pt x="8549" y="4668"/>
                        <a:pt x="8549" y="4668"/>
                      </a:cubicBezTo>
                      <a:cubicBezTo>
                        <a:pt x="8408" y="4719"/>
                        <a:pt x="8408" y="4719"/>
                        <a:pt x="8408" y="4719"/>
                      </a:cubicBezTo>
                      <a:cubicBezTo>
                        <a:pt x="8267" y="4415"/>
                        <a:pt x="8267" y="4415"/>
                        <a:pt x="8267" y="4415"/>
                      </a:cubicBezTo>
                      <a:cubicBezTo>
                        <a:pt x="8056" y="4314"/>
                        <a:pt x="8056" y="4314"/>
                        <a:pt x="8056" y="4314"/>
                      </a:cubicBezTo>
                      <a:cubicBezTo>
                        <a:pt x="7810" y="4466"/>
                        <a:pt x="7810" y="4466"/>
                        <a:pt x="7810" y="4466"/>
                      </a:cubicBezTo>
                      <a:cubicBezTo>
                        <a:pt x="7564" y="4567"/>
                        <a:pt x="7564" y="4567"/>
                        <a:pt x="7564" y="4567"/>
                      </a:cubicBezTo>
                      <a:cubicBezTo>
                        <a:pt x="7493" y="4567"/>
                        <a:pt x="7493" y="4567"/>
                        <a:pt x="7493" y="4567"/>
                      </a:cubicBezTo>
                      <a:cubicBezTo>
                        <a:pt x="7423" y="4769"/>
                        <a:pt x="7423" y="4769"/>
                        <a:pt x="7423" y="4769"/>
                      </a:cubicBezTo>
                      <a:cubicBezTo>
                        <a:pt x="7212" y="4921"/>
                        <a:pt x="7212" y="4921"/>
                        <a:pt x="7212" y="4921"/>
                      </a:cubicBezTo>
                      <a:cubicBezTo>
                        <a:pt x="7212" y="4921"/>
                        <a:pt x="7141" y="4820"/>
                        <a:pt x="7106" y="4769"/>
                      </a:cubicBezTo>
                      <a:cubicBezTo>
                        <a:pt x="7071" y="4719"/>
                        <a:pt x="6965" y="4617"/>
                        <a:pt x="6965" y="4617"/>
                      </a:cubicBezTo>
                      <a:cubicBezTo>
                        <a:pt x="6965" y="4617"/>
                        <a:pt x="6930" y="4516"/>
                        <a:pt x="6895" y="4466"/>
                      </a:cubicBezTo>
                      <a:cubicBezTo>
                        <a:pt x="6860" y="4466"/>
                        <a:pt x="6649" y="4668"/>
                        <a:pt x="6649" y="4668"/>
                      </a:cubicBezTo>
                      <a:cubicBezTo>
                        <a:pt x="6649" y="4668"/>
                        <a:pt x="6473" y="4820"/>
                        <a:pt x="6473" y="4870"/>
                      </a:cubicBezTo>
                      <a:cubicBezTo>
                        <a:pt x="6508" y="4870"/>
                        <a:pt x="6473" y="5123"/>
                        <a:pt x="6473" y="5123"/>
                      </a:cubicBezTo>
                      <a:cubicBezTo>
                        <a:pt x="6227" y="4820"/>
                        <a:pt x="6227" y="4820"/>
                        <a:pt x="6227" y="4820"/>
                      </a:cubicBezTo>
                      <a:cubicBezTo>
                        <a:pt x="6051" y="5022"/>
                        <a:pt x="6051" y="5022"/>
                        <a:pt x="6051" y="5022"/>
                      </a:cubicBezTo>
                      <a:cubicBezTo>
                        <a:pt x="5910" y="4870"/>
                        <a:pt x="5910" y="4870"/>
                        <a:pt x="5910" y="4870"/>
                      </a:cubicBezTo>
                      <a:cubicBezTo>
                        <a:pt x="5840" y="4820"/>
                        <a:pt x="5840" y="4820"/>
                        <a:pt x="5840" y="4820"/>
                      </a:cubicBezTo>
                      <a:cubicBezTo>
                        <a:pt x="5629" y="5174"/>
                        <a:pt x="5629" y="5174"/>
                        <a:pt x="5629" y="5174"/>
                      </a:cubicBezTo>
                      <a:cubicBezTo>
                        <a:pt x="5488" y="5073"/>
                        <a:pt x="5488" y="5073"/>
                        <a:pt x="5488" y="5073"/>
                      </a:cubicBezTo>
                      <a:cubicBezTo>
                        <a:pt x="5418" y="5427"/>
                        <a:pt x="5418" y="5427"/>
                        <a:pt x="5418" y="5427"/>
                      </a:cubicBezTo>
                      <a:cubicBezTo>
                        <a:pt x="5242" y="5224"/>
                        <a:pt x="5242" y="5224"/>
                        <a:pt x="5242" y="5224"/>
                      </a:cubicBezTo>
                      <a:cubicBezTo>
                        <a:pt x="5242" y="5224"/>
                        <a:pt x="5066" y="5174"/>
                        <a:pt x="5031" y="5174"/>
                      </a:cubicBezTo>
                      <a:cubicBezTo>
                        <a:pt x="4995" y="5174"/>
                        <a:pt x="4890" y="5376"/>
                        <a:pt x="4890" y="5376"/>
                      </a:cubicBezTo>
                      <a:cubicBezTo>
                        <a:pt x="4714" y="5174"/>
                        <a:pt x="4714" y="5174"/>
                        <a:pt x="4714" y="5174"/>
                      </a:cubicBezTo>
                      <a:cubicBezTo>
                        <a:pt x="4573" y="5022"/>
                        <a:pt x="4573" y="5022"/>
                        <a:pt x="4573" y="5022"/>
                      </a:cubicBezTo>
                      <a:cubicBezTo>
                        <a:pt x="4573" y="5022"/>
                        <a:pt x="4186" y="5073"/>
                        <a:pt x="4151" y="5073"/>
                      </a:cubicBezTo>
                      <a:cubicBezTo>
                        <a:pt x="4116" y="5073"/>
                        <a:pt x="3870" y="5022"/>
                        <a:pt x="3870" y="5022"/>
                      </a:cubicBezTo>
                      <a:cubicBezTo>
                        <a:pt x="3553" y="5123"/>
                        <a:pt x="3553" y="5123"/>
                        <a:pt x="3553" y="5123"/>
                      </a:cubicBezTo>
                      <a:cubicBezTo>
                        <a:pt x="3096" y="5123"/>
                        <a:pt x="3096" y="5123"/>
                        <a:pt x="3096" y="5123"/>
                      </a:cubicBezTo>
                      <a:cubicBezTo>
                        <a:pt x="2674" y="5174"/>
                        <a:pt x="2674" y="5174"/>
                        <a:pt x="2674" y="5174"/>
                      </a:cubicBezTo>
                      <a:cubicBezTo>
                        <a:pt x="2357" y="5174"/>
                        <a:pt x="2357" y="5174"/>
                        <a:pt x="2357" y="5174"/>
                      </a:cubicBezTo>
                      <a:cubicBezTo>
                        <a:pt x="2111" y="5427"/>
                        <a:pt x="2111" y="5427"/>
                        <a:pt x="2111" y="5427"/>
                      </a:cubicBezTo>
                      <a:cubicBezTo>
                        <a:pt x="1864" y="5477"/>
                        <a:pt x="1864" y="5477"/>
                        <a:pt x="1864" y="5477"/>
                      </a:cubicBezTo>
                      <a:cubicBezTo>
                        <a:pt x="1583" y="5528"/>
                        <a:pt x="1583" y="5528"/>
                        <a:pt x="1583" y="5528"/>
                      </a:cubicBezTo>
                      <a:cubicBezTo>
                        <a:pt x="1548" y="5528"/>
                        <a:pt x="1548" y="5528"/>
                        <a:pt x="1548" y="5528"/>
                      </a:cubicBezTo>
                      <a:cubicBezTo>
                        <a:pt x="1513" y="5579"/>
                        <a:pt x="1513" y="5579"/>
                        <a:pt x="1513" y="5579"/>
                      </a:cubicBezTo>
                      <a:cubicBezTo>
                        <a:pt x="1407" y="5680"/>
                        <a:pt x="1407" y="5680"/>
                        <a:pt x="1407" y="5680"/>
                      </a:cubicBezTo>
                      <a:cubicBezTo>
                        <a:pt x="1407" y="5730"/>
                        <a:pt x="1407" y="5730"/>
                        <a:pt x="1407" y="5730"/>
                      </a:cubicBezTo>
                      <a:cubicBezTo>
                        <a:pt x="1337" y="5832"/>
                        <a:pt x="1337" y="5832"/>
                        <a:pt x="1337" y="5832"/>
                      </a:cubicBezTo>
                      <a:cubicBezTo>
                        <a:pt x="1302" y="6084"/>
                        <a:pt x="1302" y="6084"/>
                        <a:pt x="1302" y="6084"/>
                      </a:cubicBezTo>
                      <a:cubicBezTo>
                        <a:pt x="1266" y="6186"/>
                        <a:pt x="1196" y="6287"/>
                        <a:pt x="1161" y="6388"/>
                      </a:cubicBezTo>
                      <a:cubicBezTo>
                        <a:pt x="1161" y="6388"/>
                        <a:pt x="1161" y="6388"/>
                        <a:pt x="1161" y="6388"/>
                      </a:cubicBezTo>
                      <a:cubicBezTo>
                        <a:pt x="1161" y="6388"/>
                        <a:pt x="1055" y="6337"/>
                        <a:pt x="1055" y="6439"/>
                      </a:cubicBezTo>
                      <a:cubicBezTo>
                        <a:pt x="1055" y="6489"/>
                        <a:pt x="1055" y="6489"/>
                        <a:pt x="1055" y="6489"/>
                      </a:cubicBezTo>
                      <a:cubicBezTo>
                        <a:pt x="950" y="6540"/>
                        <a:pt x="774" y="6439"/>
                        <a:pt x="774" y="6439"/>
                      </a:cubicBezTo>
                      <a:cubicBezTo>
                        <a:pt x="598" y="6590"/>
                        <a:pt x="598" y="6590"/>
                        <a:pt x="598" y="6590"/>
                      </a:cubicBezTo>
                      <a:cubicBezTo>
                        <a:pt x="598" y="6641"/>
                        <a:pt x="598" y="6691"/>
                        <a:pt x="633" y="6691"/>
                      </a:cubicBezTo>
                      <a:cubicBezTo>
                        <a:pt x="668" y="6742"/>
                        <a:pt x="668" y="6742"/>
                        <a:pt x="668" y="6793"/>
                      </a:cubicBezTo>
                      <a:cubicBezTo>
                        <a:pt x="704" y="6793"/>
                        <a:pt x="704" y="6843"/>
                        <a:pt x="704" y="6843"/>
                      </a:cubicBezTo>
                      <a:cubicBezTo>
                        <a:pt x="774" y="7096"/>
                        <a:pt x="774" y="7096"/>
                        <a:pt x="774" y="7096"/>
                      </a:cubicBezTo>
                      <a:cubicBezTo>
                        <a:pt x="774" y="7298"/>
                        <a:pt x="774" y="7298"/>
                        <a:pt x="774" y="7298"/>
                      </a:cubicBezTo>
                      <a:cubicBezTo>
                        <a:pt x="774" y="7298"/>
                        <a:pt x="774" y="7450"/>
                        <a:pt x="844" y="7450"/>
                      </a:cubicBezTo>
                      <a:cubicBezTo>
                        <a:pt x="915" y="7450"/>
                        <a:pt x="950" y="7501"/>
                        <a:pt x="950" y="7602"/>
                      </a:cubicBezTo>
                      <a:cubicBezTo>
                        <a:pt x="950" y="7703"/>
                        <a:pt x="1126" y="7804"/>
                        <a:pt x="1126" y="7804"/>
                      </a:cubicBezTo>
                      <a:cubicBezTo>
                        <a:pt x="1126" y="7804"/>
                        <a:pt x="1126" y="8007"/>
                        <a:pt x="1161" y="8057"/>
                      </a:cubicBezTo>
                      <a:cubicBezTo>
                        <a:pt x="1231" y="8108"/>
                        <a:pt x="1302" y="8158"/>
                        <a:pt x="1407" y="8158"/>
                      </a:cubicBezTo>
                      <a:cubicBezTo>
                        <a:pt x="1513" y="8209"/>
                        <a:pt x="1478" y="8411"/>
                        <a:pt x="1548" y="8462"/>
                      </a:cubicBezTo>
                      <a:cubicBezTo>
                        <a:pt x="1618" y="8513"/>
                        <a:pt x="1689" y="8614"/>
                        <a:pt x="1618" y="8614"/>
                      </a:cubicBezTo>
                      <a:cubicBezTo>
                        <a:pt x="1583" y="8664"/>
                        <a:pt x="1478" y="8664"/>
                        <a:pt x="1478" y="8664"/>
                      </a:cubicBezTo>
                      <a:cubicBezTo>
                        <a:pt x="1478" y="8664"/>
                        <a:pt x="1442" y="8715"/>
                        <a:pt x="1442" y="8816"/>
                      </a:cubicBezTo>
                      <a:cubicBezTo>
                        <a:pt x="1478" y="8867"/>
                        <a:pt x="1478" y="8867"/>
                        <a:pt x="1478" y="8867"/>
                      </a:cubicBezTo>
                      <a:cubicBezTo>
                        <a:pt x="1618" y="9120"/>
                        <a:pt x="1618" y="9120"/>
                        <a:pt x="1618" y="9120"/>
                      </a:cubicBezTo>
                      <a:cubicBezTo>
                        <a:pt x="1618" y="9423"/>
                        <a:pt x="1618" y="9423"/>
                        <a:pt x="1618" y="9423"/>
                      </a:cubicBezTo>
                      <a:cubicBezTo>
                        <a:pt x="1618" y="9423"/>
                        <a:pt x="1618" y="9524"/>
                        <a:pt x="1618" y="9625"/>
                      </a:cubicBezTo>
                      <a:cubicBezTo>
                        <a:pt x="1618" y="9676"/>
                        <a:pt x="1583" y="9777"/>
                        <a:pt x="1513" y="9777"/>
                      </a:cubicBezTo>
                      <a:cubicBezTo>
                        <a:pt x="1513" y="9777"/>
                        <a:pt x="1513" y="9777"/>
                        <a:pt x="1513" y="9777"/>
                      </a:cubicBezTo>
                      <a:cubicBezTo>
                        <a:pt x="1513" y="9777"/>
                        <a:pt x="1513" y="9777"/>
                        <a:pt x="1513" y="9777"/>
                      </a:cubicBezTo>
                      <a:cubicBezTo>
                        <a:pt x="1478" y="9777"/>
                        <a:pt x="1478" y="9777"/>
                        <a:pt x="1478" y="9777"/>
                      </a:cubicBezTo>
                      <a:cubicBezTo>
                        <a:pt x="1442" y="9828"/>
                        <a:pt x="1442" y="9929"/>
                        <a:pt x="1407" y="9929"/>
                      </a:cubicBezTo>
                      <a:cubicBezTo>
                        <a:pt x="1372" y="9980"/>
                        <a:pt x="1302" y="9828"/>
                        <a:pt x="1266" y="9980"/>
                      </a:cubicBezTo>
                      <a:cubicBezTo>
                        <a:pt x="1231" y="10182"/>
                        <a:pt x="1161" y="10334"/>
                        <a:pt x="1161" y="10384"/>
                      </a:cubicBezTo>
                      <a:cubicBezTo>
                        <a:pt x="1126" y="10435"/>
                        <a:pt x="1020" y="10485"/>
                        <a:pt x="1020" y="10587"/>
                      </a:cubicBezTo>
                      <a:cubicBezTo>
                        <a:pt x="985" y="10688"/>
                        <a:pt x="985" y="10587"/>
                        <a:pt x="915" y="10839"/>
                      </a:cubicBezTo>
                      <a:cubicBezTo>
                        <a:pt x="844" y="11092"/>
                        <a:pt x="809" y="11194"/>
                        <a:pt x="809" y="11194"/>
                      </a:cubicBezTo>
                      <a:cubicBezTo>
                        <a:pt x="493" y="11801"/>
                        <a:pt x="493" y="11801"/>
                        <a:pt x="493" y="11801"/>
                      </a:cubicBezTo>
                      <a:cubicBezTo>
                        <a:pt x="493" y="11801"/>
                        <a:pt x="317" y="12205"/>
                        <a:pt x="317" y="12256"/>
                      </a:cubicBezTo>
                      <a:cubicBezTo>
                        <a:pt x="317" y="12306"/>
                        <a:pt x="317" y="12509"/>
                        <a:pt x="317" y="12509"/>
                      </a:cubicBezTo>
                      <a:cubicBezTo>
                        <a:pt x="457" y="12711"/>
                        <a:pt x="457" y="12711"/>
                        <a:pt x="457" y="12711"/>
                      </a:cubicBezTo>
                      <a:cubicBezTo>
                        <a:pt x="457" y="12913"/>
                        <a:pt x="457" y="12913"/>
                        <a:pt x="457" y="12913"/>
                      </a:cubicBezTo>
                      <a:cubicBezTo>
                        <a:pt x="457" y="12913"/>
                        <a:pt x="457" y="13065"/>
                        <a:pt x="493" y="13116"/>
                      </a:cubicBezTo>
                      <a:cubicBezTo>
                        <a:pt x="528" y="13116"/>
                        <a:pt x="528" y="13116"/>
                        <a:pt x="528" y="13116"/>
                      </a:cubicBezTo>
                      <a:cubicBezTo>
                        <a:pt x="493" y="13268"/>
                        <a:pt x="493" y="13268"/>
                        <a:pt x="493" y="13268"/>
                      </a:cubicBezTo>
                      <a:cubicBezTo>
                        <a:pt x="493" y="13268"/>
                        <a:pt x="528" y="13419"/>
                        <a:pt x="563" y="13419"/>
                      </a:cubicBezTo>
                      <a:cubicBezTo>
                        <a:pt x="563" y="13419"/>
                        <a:pt x="633" y="13470"/>
                        <a:pt x="633" y="13470"/>
                      </a:cubicBezTo>
                      <a:cubicBezTo>
                        <a:pt x="633" y="13470"/>
                        <a:pt x="704" y="13571"/>
                        <a:pt x="704" y="13571"/>
                      </a:cubicBezTo>
                      <a:cubicBezTo>
                        <a:pt x="739" y="13622"/>
                        <a:pt x="704" y="13723"/>
                        <a:pt x="704" y="13723"/>
                      </a:cubicBezTo>
                      <a:cubicBezTo>
                        <a:pt x="704" y="13723"/>
                        <a:pt x="704" y="13773"/>
                        <a:pt x="668" y="13773"/>
                      </a:cubicBezTo>
                      <a:cubicBezTo>
                        <a:pt x="633" y="13773"/>
                        <a:pt x="633" y="13773"/>
                        <a:pt x="563" y="13773"/>
                      </a:cubicBezTo>
                      <a:cubicBezTo>
                        <a:pt x="563" y="13723"/>
                        <a:pt x="563" y="13723"/>
                        <a:pt x="528" y="13723"/>
                      </a:cubicBezTo>
                      <a:cubicBezTo>
                        <a:pt x="457" y="13723"/>
                        <a:pt x="457" y="13723"/>
                        <a:pt x="457" y="13723"/>
                      </a:cubicBezTo>
                      <a:cubicBezTo>
                        <a:pt x="422" y="13723"/>
                        <a:pt x="422" y="13723"/>
                        <a:pt x="387" y="13723"/>
                      </a:cubicBezTo>
                      <a:cubicBezTo>
                        <a:pt x="352" y="13723"/>
                        <a:pt x="352" y="13723"/>
                        <a:pt x="352" y="13723"/>
                      </a:cubicBezTo>
                      <a:cubicBezTo>
                        <a:pt x="317" y="13723"/>
                        <a:pt x="317" y="13723"/>
                        <a:pt x="281" y="13773"/>
                      </a:cubicBezTo>
                      <a:cubicBezTo>
                        <a:pt x="281" y="13824"/>
                        <a:pt x="281" y="13824"/>
                        <a:pt x="281" y="13824"/>
                      </a:cubicBezTo>
                      <a:cubicBezTo>
                        <a:pt x="281" y="13824"/>
                        <a:pt x="246" y="13875"/>
                        <a:pt x="246" y="13925"/>
                      </a:cubicBezTo>
                      <a:cubicBezTo>
                        <a:pt x="211" y="13925"/>
                        <a:pt x="211" y="14026"/>
                        <a:pt x="211" y="14026"/>
                      </a:cubicBezTo>
                      <a:cubicBezTo>
                        <a:pt x="211" y="14026"/>
                        <a:pt x="211" y="14077"/>
                        <a:pt x="211" y="14077"/>
                      </a:cubicBezTo>
                      <a:cubicBezTo>
                        <a:pt x="211" y="14077"/>
                        <a:pt x="211" y="14178"/>
                        <a:pt x="211" y="14178"/>
                      </a:cubicBezTo>
                      <a:cubicBezTo>
                        <a:pt x="176" y="14279"/>
                        <a:pt x="176" y="14279"/>
                        <a:pt x="176" y="14279"/>
                      </a:cubicBezTo>
                      <a:cubicBezTo>
                        <a:pt x="176" y="14279"/>
                        <a:pt x="141" y="14330"/>
                        <a:pt x="176" y="14380"/>
                      </a:cubicBezTo>
                      <a:cubicBezTo>
                        <a:pt x="176" y="14380"/>
                        <a:pt x="176" y="14431"/>
                        <a:pt x="176" y="14431"/>
                      </a:cubicBezTo>
                      <a:cubicBezTo>
                        <a:pt x="211" y="14482"/>
                        <a:pt x="211" y="14482"/>
                        <a:pt x="211" y="14482"/>
                      </a:cubicBezTo>
                      <a:cubicBezTo>
                        <a:pt x="141" y="14583"/>
                        <a:pt x="141" y="14583"/>
                        <a:pt x="141" y="14583"/>
                      </a:cubicBezTo>
                      <a:cubicBezTo>
                        <a:pt x="141" y="14684"/>
                        <a:pt x="141" y="14684"/>
                        <a:pt x="141" y="14684"/>
                      </a:cubicBezTo>
                      <a:cubicBezTo>
                        <a:pt x="141" y="14684"/>
                        <a:pt x="176" y="14735"/>
                        <a:pt x="141" y="14785"/>
                      </a:cubicBezTo>
                      <a:cubicBezTo>
                        <a:pt x="141" y="14785"/>
                        <a:pt x="106" y="14836"/>
                        <a:pt x="106" y="14836"/>
                      </a:cubicBezTo>
                      <a:cubicBezTo>
                        <a:pt x="106" y="14836"/>
                        <a:pt x="35" y="14937"/>
                        <a:pt x="35" y="14937"/>
                      </a:cubicBezTo>
                      <a:cubicBezTo>
                        <a:pt x="35" y="14937"/>
                        <a:pt x="35" y="14987"/>
                        <a:pt x="35" y="14987"/>
                      </a:cubicBezTo>
                      <a:cubicBezTo>
                        <a:pt x="35" y="14987"/>
                        <a:pt x="0" y="15089"/>
                        <a:pt x="0" y="15089"/>
                      </a:cubicBezTo>
                      <a:cubicBezTo>
                        <a:pt x="0" y="15089"/>
                        <a:pt x="0" y="15240"/>
                        <a:pt x="0" y="15240"/>
                      </a:cubicBezTo>
                      <a:cubicBezTo>
                        <a:pt x="0" y="15240"/>
                        <a:pt x="35" y="15291"/>
                        <a:pt x="35" y="15291"/>
                      </a:cubicBezTo>
                      <a:cubicBezTo>
                        <a:pt x="35" y="15291"/>
                        <a:pt x="35" y="15342"/>
                        <a:pt x="35" y="15392"/>
                      </a:cubicBezTo>
                      <a:cubicBezTo>
                        <a:pt x="0" y="15392"/>
                        <a:pt x="35" y="15443"/>
                        <a:pt x="35" y="15493"/>
                      </a:cubicBezTo>
                      <a:cubicBezTo>
                        <a:pt x="35" y="15493"/>
                        <a:pt x="35" y="15544"/>
                        <a:pt x="35" y="15544"/>
                      </a:cubicBezTo>
                      <a:cubicBezTo>
                        <a:pt x="0" y="15645"/>
                        <a:pt x="0" y="15645"/>
                        <a:pt x="0" y="15645"/>
                      </a:cubicBezTo>
                      <a:cubicBezTo>
                        <a:pt x="0" y="15645"/>
                        <a:pt x="0" y="15645"/>
                        <a:pt x="0" y="15645"/>
                      </a:cubicBezTo>
                      <a:cubicBezTo>
                        <a:pt x="0" y="15696"/>
                        <a:pt x="0" y="15696"/>
                        <a:pt x="0" y="15696"/>
                      </a:cubicBezTo>
                      <a:cubicBezTo>
                        <a:pt x="0" y="15797"/>
                        <a:pt x="0" y="15797"/>
                        <a:pt x="0" y="15797"/>
                      </a:cubicBezTo>
                      <a:cubicBezTo>
                        <a:pt x="70" y="15797"/>
                        <a:pt x="70" y="15797"/>
                        <a:pt x="70" y="15797"/>
                      </a:cubicBezTo>
                      <a:cubicBezTo>
                        <a:pt x="106" y="15746"/>
                        <a:pt x="106" y="15746"/>
                        <a:pt x="106" y="15746"/>
                      </a:cubicBezTo>
                      <a:cubicBezTo>
                        <a:pt x="281" y="15645"/>
                        <a:pt x="281" y="15645"/>
                        <a:pt x="281" y="15645"/>
                      </a:cubicBezTo>
                      <a:cubicBezTo>
                        <a:pt x="387" y="15797"/>
                        <a:pt x="387" y="15797"/>
                        <a:pt x="387" y="15797"/>
                      </a:cubicBezTo>
                      <a:cubicBezTo>
                        <a:pt x="493" y="15949"/>
                        <a:pt x="493" y="15949"/>
                        <a:pt x="493" y="15949"/>
                      </a:cubicBezTo>
                      <a:cubicBezTo>
                        <a:pt x="668" y="15949"/>
                        <a:pt x="668" y="15949"/>
                        <a:pt x="668" y="15949"/>
                      </a:cubicBezTo>
                      <a:cubicBezTo>
                        <a:pt x="774" y="16151"/>
                        <a:pt x="774" y="16151"/>
                        <a:pt x="774" y="16151"/>
                      </a:cubicBezTo>
                      <a:cubicBezTo>
                        <a:pt x="879" y="16303"/>
                        <a:pt x="879" y="16303"/>
                        <a:pt x="879" y="16303"/>
                      </a:cubicBezTo>
                      <a:cubicBezTo>
                        <a:pt x="1055" y="16252"/>
                        <a:pt x="1055" y="16252"/>
                        <a:pt x="1055" y="16252"/>
                      </a:cubicBezTo>
                      <a:cubicBezTo>
                        <a:pt x="1231" y="16404"/>
                        <a:pt x="1231" y="16404"/>
                        <a:pt x="1231" y="16404"/>
                      </a:cubicBezTo>
                      <a:cubicBezTo>
                        <a:pt x="1196" y="16556"/>
                        <a:pt x="1196" y="16556"/>
                        <a:pt x="1196" y="16556"/>
                      </a:cubicBezTo>
                      <a:cubicBezTo>
                        <a:pt x="1196" y="16556"/>
                        <a:pt x="1337" y="16303"/>
                        <a:pt x="1372" y="16252"/>
                      </a:cubicBezTo>
                      <a:cubicBezTo>
                        <a:pt x="1407" y="16202"/>
                        <a:pt x="1548" y="16151"/>
                        <a:pt x="1548" y="16151"/>
                      </a:cubicBezTo>
                      <a:cubicBezTo>
                        <a:pt x="1548" y="16151"/>
                        <a:pt x="1618" y="16252"/>
                        <a:pt x="1689" y="16303"/>
                      </a:cubicBezTo>
                      <a:cubicBezTo>
                        <a:pt x="1794" y="16303"/>
                        <a:pt x="1794" y="16303"/>
                        <a:pt x="1794" y="16303"/>
                      </a:cubicBezTo>
                      <a:cubicBezTo>
                        <a:pt x="1864" y="16303"/>
                        <a:pt x="2146" y="16252"/>
                        <a:pt x="2146" y="16252"/>
                      </a:cubicBezTo>
                      <a:cubicBezTo>
                        <a:pt x="2533" y="16303"/>
                        <a:pt x="2533" y="16303"/>
                        <a:pt x="2533" y="16303"/>
                      </a:cubicBezTo>
                      <a:cubicBezTo>
                        <a:pt x="2744" y="16151"/>
                        <a:pt x="2744" y="16151"/>
                        <a:pt x="2744" y="16151"/>
                      </a:cubicBezTo>
                      <a:cubicBezTo>
                        <a:pt x="3166" y="16202"/>
                        <a:pt x="3166" y="16202"/>
                        <a:pt x="3166" y="16202"/>
                      </a:cubicBezTo>
                      <a:cubicBezTo>
                        <a:pt x="3236" y="16151"/>
                        <a:pt x="3236" y="16151"/>
                        <a:pt x="3236" y="16151"/>
                      </a:cubicBezTo>
                      <a:cubicBezTo>
                        <a:pt x="3272" y="16202"/>
                        <a:pt x="3272" y="16202"/>
                        <a:pt x="3272" y="16202"/>
                      </a:cubicBezTo>
                      <a:cubicBezTo>
                        <a:pt x="3412" y="16151"/>
                        <a:pt x="3412" y="16151"/>
                        <a:pt x="3412" y="16151"/>
                      </a:cubicBezTo>
                      <a:cubicBezTo>
                        <a:pt x="3553" y="16353"/>
                        <a:pt x="3553" y="16353"/>
                        <a:pt x="3553" y="16353"/>
                      </a:cubicBezTo>
                      <a:cubicBezTo>
                        <a:pt x="3835" y="16303"/>
                        <a:pt x="3835" y="16303"/>
                        <a:pt x="3835" y="16303"/>
                      </a:cubicBezTo>
                      <a:cubicBezTo>
                        <a:pt x="4010" y="15949"/>
                        <a:pt x="4010" y="15949"/>
                        <a:pt x="4010" y="15949"/>
                      </a:cubicBezTo>
                      <a:cubicBezTo>
                        <a:pt x="4010" y="15949"/>
                        <a:pt x="4116" y="15797"/>
                        <a:pt x="4257" y="15746"/>
                      </a:cubicBezTo>
                      <a:cubicBezTo>
                        <a:pt x="4397" y="15746"/>
                        <a:pt x="4644" y="15594"/>
                        <a:pt x="4644" y="15594"/>
                      </a:cubicBezTo>
                      <a:lnTo>
                        <a:pt x="4960" y="15342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45" name="Shape">
                  <a:extLst>
                    <a:ext uri="{FF2B5EF4-FFF2-40B4-BE49-F238E27FC236}">
                      <a16:creationId xmlns:a16="http://schemas.microsoft.com/office/drawing/2014/main" id="{70EBE70E-A397-48C3-99B1-606761EB8739}"/>
                    </a:ext>
                  </a:extLst>
                </p:cNvPr>
                <p:cNvSpPr/>
                <p:nvPr/>
              </p:nvSpPr>
              <p:spPr>
                <a:xfrm>
                  <a:off x="3203899" y="873601"/>
                  <a:ext cx="981815" cy="25847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84" extrusionOk="0">
                      <a:moveTo>
                        <a:pt x="19532" y="2481"/>
                      </a:moveTo>
                      <a:cubicBezTo>
                        <a:pt x="19532" y="2453"/>
                        <a:pt x="19532" y="2453"/>
                        <a:pt x="19532" y="2453"/>
                      </a:cubicBezTo>
                      <a:cubicBezTo>
                        <a:pt x="19532" y="2453"/>
                        <a:pt x="19379" y="2340"/>
                        <a:pt x="19455" y="2284"/>
                      </a:cubicBezTo>
                      <a:cubicBezTo>
                        <a:pt x="19455" y="2284"/>
                        <a:pt x="19455" y="2284"/>
                        <a:pt x="19455" y="2256"/>
                      </a:cubicBezTo>
                      <a:cubicBezTo>
                        <a:pt x="19455" y="2228"/>
                        <a:pt x="19455" y="2228"/>
                        <a:pt x="19455" y="2228"/>
                      </a:cubicBezTo>
                      <a:cubicBezTo>
                        <a:pt x="19149" y="2256"/>
                        <a:pt x="19149" y="2256"/>
                        <a:pt x="19149" y="2256"/>
                      </a:cubicBezTo>
                      <a:cubicBezTo>
                        <a:pt x="18919" y="2143"/>
                        <a:pt x="18919" y="2143"/>
                        <a:pt x="18919" y="2143"/>
                      </a:cubicBezTo>
                      <a:cubicBezTo>
                        <a:pt x="18996" y="2002"/>
                        <a:pt x="18996" y="2002"/>
                        <a:pt x="18996" y="2002"/>
                      </a:cubicBezTo>
                      <a:cubicBezTo>
                        <a:pt x="18843" y="1664"/>
                        <a:pt x="18843" y="1664"/>
                        <a:pt x="18843" y="1664"/>
                      </a:cubicBezTo>
                      <a:cubicBezTo>
                        <a:pt x="18996" y="1495"/>
                        <a:pt x="18996" y="1495"/>
                        <a:pt x="18996" y="1495"/>
                      </a:cubicBezTo>
                      <a:cubicBezTo>
                        <a:pt x="18536" y="1410"/>
                        <a:pt x="18536" y="1410"/>
                        <a:pt x="18536" y="1410"/>
                      </a:cubicBezTo>
                      <a:cubicBezTo>
                        <a:pt x="18230" y="1241"/>
                        <a:pt x="18230" y="1241"/>
                        <a:pt x="18230" y="1241"/>
                      </a:cubicBezTo>
                      <a:cubicBezTo>
                        <a:pt x="18230" y="1241"/>
                        <a:pt x="18153" y="1297"/>
                        <a:pt x="18077" y="1269"/>
                      </a:cubicBezTo>
                      <a:cubicBezTo>
                        <a:pt x="18000" y="1241"/>
                        <a:pt x="17617" y="1015"/>
                        <a:pt x="17617" y="1015"/>
                      </a:cubicBezTo>
                      <a:cubicBezTo>
                        <a:pt x="16928" y="931"/>
                        <a:pt x="16928" y="931"/>
                        <a:pt x="16928" y="931"/>
                      </a:cubicBezTo>
                      <a:cubicBezTo>
                        <a:pt x="16621" y="874"/>
                        <a:pt x="16621" y="874"/>
                        <a:pt x="16621" y="874"/>
                      </a:cubicBezTo>
                      <a:cubicBezTo>
                        <a:pt x="16238" y="846"/>
                        <a:pt x="16238" y="846"/>
                        <a:pt x="16238" y="846"/>
                      </a:cubicBezTo>
                      <a:cubicBezTo>
                        <a:pt x="16238" y="846"/>
                        <a:pt x="16162" y="902"/>
                        <a:pt x="16085" y="846"/>
                      </a:cubicBezTo>
                      <a:cubicBezTo>
                        <a:pt x="16009" y="790"/>
                        <a:pt x="15855" y="733"/>
                        <a:pt x="15855" y="733"/>
                      </a:cubicBezTo>
                      <a:cubicBezTo>
                        <a:pt x="15549" y="761"/>
                        <a:pt x="15549" y="761"/>
                        <a:pt x="15549" y="761"/>
                      </a:cubicBezTo>
                      <a:cubicBezTo>
                        <a:pt x="15319" y="649"/>
                        <a:pt x="15319" y="649"/>
                        <a:pt x="15319" y="649"/>
                      </a:cubicBezTo>
                      <a:cubicBezTo>
                        <a:pt x="15319" y="649"/>
                        <a:pt x="15243" y="649"/>
                        <a:pt x="15166" y="649"/>
                      </a:cubicBezTo>
                      <a:cubicBezTo>
                        <a:pt x="15089" y="620"/>
                        <a:pt x="14936" y="592"/>
                        <a:pt x="14936" y="592"/>
                      </a:cubicBezTo>
                      <a:cubicBezTo>
                        <a:pt x="14706" y="451"/>
                        <a:pt x="14706" y="451"/>
                        <a:pt x="14706" y="451"/>
                      </a:cubicBezTo>
                      <a:cubicBezTo>
                        <a:pt x="14400" y="395"/>
                        <a:pt x="14400" y="395"/>
                        <a:pt x="14400" y="395"/>
                      </a:cubicBezTo>
                      <a:cubicBezTo>
                        <a:pt x="14017" y="338"/>
                        <a:pt x="14017" y="338"/>
                        <a:pt x="14017" y="338"/>
                      </a:cubicBezTo>
                      <a:cubicBezTo>
                        <a:pt x="14017" y="226"/>
                        <a:pt x="14017" y="226"/>
                        <a:pt x="14017" y="226"/>
                      </a:cubicBezTo>
                      <a:cubicBezTo>
                        <a:pt x="13481" y="113"/>
                        <a:pt x="13481" y="113"/>
                        <a:pt x="13481" y="113"/>
                      </a:cubicBezTo>
                      <a:cubicBezTo>
                        <a:pt x="13481" y="113"/>
                        <a:pt x="13404" y="56"/>
                        <a:pt x="13481" y="56"/>
                      </a:cubicBezTo>
                      <a:cubicBezTo>
                        <a:pt x="13557" y="28"/>
                        <a:pt x="13787" y="28"/>
                        <a:pt x="13940" y="28"/>
                      </a:cubicBezTo>
                      <a:cubicBezTo>
                        <a:pt x="13557" y="0"/>
                        <a:pt x="13557" y="0"/>
                        <a:pt x="13557" y="0"/>
                      </a:cubicBezTo>
                      <a:cubicBezTo>
                        <a:pt x="13098" y="141"/>
                        <a:pt x="13098" y="141"/>
                        <a:pt x="13098" y="141"/>
                      </a:cubicBezTo>
                      <a:cubicBezTo>
                        <a:pt x="12868" y="141"/>
                        <a:pt x="12868" y="141"/>
                        <a:pt x="12868" y="141"/>
                      </a:cubicBezTo>
                      <a:cubicBezTo>
                        <a:pt x="12868" y="141"/>
                        <a:pt x="12715" y="169"/>
                        <a:pt x="12715" y="197"/>
                      </a:cubicBezTo>
                      <a:cubicBezTo>
                        <a:pt x="12791" y="226"/>
                        <a:pt x="12945" y="479"/>
                        <a:pt x="13021" y="536"/>
                      </a:cubicBezTo>
                      <a:cubicBezTo>
                        <a:pt x="13098" y="564"/>
                        <a:pt x="13098" y="761"/>
                        <a:pt x="12791" y="902"/>
                      </a:cubicBezTo>
                      <a:cubicBezTo>
                        <a:pt x="13098" y="1015"/>
                        <a:pt x="13098" y="1015"/>
                        <a:pt x="13098" y="1015"/>
                      </a:cubicBezTo>
                      <a:cubicBezTo>
                        <a:pt x="12791" y="1156"/>
                        <a:pt x="12791" y="1156"/>
                        <a:pt x="12791" y="1156"/>
                      </a:cubicBezTo>
                      <a:cubicBezTo>
                        <a:pt x="12332" y="1184"/>
                        <a:pt x="12332" y="1184"/>
                        <a:pt x="12332" y="1184"/>
                      </a:cubicBezTo>
                      <a:cubicBezTo>
                        <a:pt x="12332" y="1184"/>
                        <a:pt x="11872" y="1156"/>
                        <a:pt x="11796" y="1128"/>
                      </a:cubicBezTo>
                      <a:cubicBezTo>
                        <a:pt x="11719" y="1100"/>
                        <a:pt x="11336" y="1043"/>
                        <a:pt x="11260" y="1043"/>
                      </a:cubicBezTo>
                      <a:cubicBezTo>
                        <a:pt x="11106" y="1072"/>
                        <a:pt x="10034" y="1043"/>
                        <a:pt x="10034" y="1043"/>
                      </a:cubicBezTo>
                      <a:cubicBezTo>
                        <a:pt x="9804" y="1156"/>
                        <a:pt x="9881" y="1748"/>
                        <a:pt x="9957" y="1833"/>
                      </a:cubicBezTo>
                      <a:cubicBezTo>
                        <a:pt x="9804" y="1946"/>
                        <a:pt x="9804" y="1946"/>
                        <a:pt x="9804" y="1946"/>
                      </a:cubicBezTo>
                      <a:cubicBezTo>
                        <a:pt x="9421" y="1946"/>
                        <a:pt x="9421" y="1946"/>
                        <a:pt x="9421" y="1946"/>
                      </a:cubicBezTo>
                      <a:cubicBezTo>
                        <a:pt x="8655" y="1805"/>
                        <a:pt x="8655" y="1805"/>
                        <a:pt x="8655" y="1805"/>
                      </a:cubicBezTo>
                      <a:cubicBezTo>
                        <a:pt x="8349" y="2030"/>
                        <a:pt x="8349" y="2030"/>
                        <a:pt x="8349" y="2030"/>
                      </a:cubicBezTo>
                      <a:cubicBezTo>
                        <a:pt x="8349" y="2030"/>
                        <a:pt x="8043" y="2143"/>
                        <a:pt x="8043" y="2199"/>
                      </a:cubicBezTo>
                      <a:cubicBezTo>
                        <a:pt x="8043" y="2228"/>
                        <a:pt x="7889" y="2340"/>
                        <a:pt x="7889" y="2340"/>
                      </a:cubicBezTo>
                      <a:cubicBezTo>
                        <a:pt x="7889" y="2369"/>
                        <a:pt x="7889" y="2566"/>
                        <a:pt x="7889" y="2566"/>
                      </a:cubicBezTo>
                      <a:cubicBezTo>
                        <a:pt x="7736" y="2679"/>
                        <a:pt x="7736" y="2679"/>
                        <a:pt x="7736" y="2679"/>
                      </a:cubicBezTo>
                      <a:cubicBezTo>
                        <a:pt x="7277" y="2792"/>
                        <a:pt x="7277" y="2792"/>
                        <a:pt x="7277" y="2792"/>
                      </a:cubicBezTo>
                      <a:cubicBezTo>
                        <a:pt x="7277" y="2933"/>
                        <a:pt x="7277" y="2933"/>
                        <a:pt x="7277" y="2933"/>
                      </a:cubicBezTo>
                      <a:cubicBezTo>
                        <a:pt x="7277" y="2933"/>
                        <a:pt x="7506" y="3102"/>
                        <a:pt x="7660" y="3130"/>
                      </a:cubicBezTo>
                      <a:cubicBezTo>
                        <a:pt x="7736" y="3186"/>
                        <a:pt x="7889" y="3412"/>
                        <a:pt x="7889" y="3412"/>
                      </a:cubicBezTo>
                      <a:cubicBezTo>
                        <a:pt x="7889" y="3412"/>
                        <a:pt x="7660" y="3609"/>
                        <a:pt x="7583" y="3666"/>
                      </a:cubicBezTo>
                      <a:cubicBezTo>
                        <a:pt x="7506" y="3722"/>
                        <a:pt x="6894" y="4004"/>
                        <a:pt x="6894" y="4004"/>
                      </a:cubicBezTo>
                      <a:cubicBezTo>
                        <a:pt x="6511" y="4371"/>
                        <a:pt x="6511" y="4371"/>
                        <a:pt x="6511" y="4371"/>
                      </a:cubicBezTo>
                      <a:cubicBezTo>
                        <a:pt x="6511" y="4625"/>
                        <a:pt x="6511" y="4625"/>
                        <a:pt x="6511" y="4625"/>
                      </a:cubicBezTo>
                      <a:cubicBezTo>
                        <a:pt x="6434" y="4766"/>
                        <a:pt x="6434" y="4766"/>
                        <a:pt x="6434" y="4766"/>
                      </a:cubicBezTo>
                      <a:cubicBezTo>
                        <a:pt x="5898" y="4963"/>
                        <a:pt x="5898" y="4963"/>
                        <a:pt x="5898" y="4963"/>
                      </a:cubicBezTo>
                      <a:cubicBezTo>
                        <a:pt x="5209" y="4991"/>
                        <a:pt x="5209" y="4991"/>
                        <a:pt x="5209" y="4991"/>
                      </a:cubicBezTo>
                      <a:cubicBezTo>
                        <a:pt x="4979" y="5076"/>
                        <a:pt x="4979" y="5076"/>
                        <a:pt x="4979" y="5076"/>
                      </a:cubicBezTo>
                      <a:cubicBezTo>
                        <a:pt x="5362" y="5555"/>
                        <a:pt x="5362" y="5555"/>
                        <a:pt x="5362" y="5555"/>
                      </a:cubicBezTo>
                      <a:cubicBezTo>
                        <a:pt x="5209" y="5781"/>
                        <a:pt x="5209" y="5781"/>
                        <a:pt x="5209" y="5781"/>
                      </a:cubicBezTo>
                      <a:cubicBezTo>
                        <a:pt x="5132" y="5978"/>
                        <a:pt x="5132" y="5978"/>
                        <a:pt x="5132" y="5978"/>
                      </a:cubicBezTo>
                      <a:cubicBezTo>
                        <a:pt x="5132" y="5978"/>
                        <a:pt x="4979" y="6147"/>
                        <a:pt x="5055" y="6175"/>
                      </a:cubicBezTo>
                      <a:cubicBezTo>
                        <a:pt x="5132" y="6232"/>
                        <a:pt x="5209" y="6345"/>
                        <a:pt x="5209" y="6345"/>
                      </a:cubicBezTo>
                      <a:cubicBezTo>
                        <a:pt x="4902" y="6429"/>
                        <a:pt x="4902" y="6429"/>
                        <a:pt x="4902" y="6429"/>
                      </a:cubicBezTo>
                      <a:cubicBezTo>
                        <a:pt x="4979" y="6598"/>
                        <a:pt x="4979" y="6598"/>
                        <a:pt x="4979" y="6598"/>
                      </a:cubicBezTo>
                      <a:cubicBezTo>
                        <a:pt x="3830" y="7332"/>
                        <a:pt x="3830" y="7332"/>
                        <a:pt x="3830" y="7332"/>
                      </a:cubicBezTo>
                      <a:cubicBezTo>
                        <a:pt x="3983" y="7473"/>
                        <a:pt x="3983" y="7473"/>
                        <a:pt x="3983" y="7473"/>
                      </a:cubicBezTo>
                      <a:cubicBezTo>
                        <a:pt x="4672" y="7529"/>
                        <a:pt x="4672" y="7529"/>
                        <a:pt x="4672" y="7529"/>
                      </a:cubicBezTo>
                      <a:cubicBezTo>
                        <a:pt x="4749" y="7980"/>
                        <a:pt x="4749" y="7980"/>
                        <a:pt x="4749" y="7980"/>
                      </a:cubicBezTo>
                      <a:cubicBezTo>
                        <a:pt x="4519" y="8178"/>
                        <a:pt x="4519" y="8178"/>
                        <a:pt x="4519" y="8178"/>
                      </a:cubicBezTo>
                      <a:cubicBezTo>
                        <a:pt x="4443" y="8234"/>
                        <a:pt x="4443" y="8234"/>
                        <a:pt x="4443" y="8234"/>
                      </a:cubicBezTo>
                      <a:cubicBezTo>
                        <a:pt x="2604" y="8262"/>
                        <a:pt x="2604" y="8262"/>
                        <a:pt x="2604" y="8262"/>
                      </a:cubicBezTo>
                      <a:cubicBezTo>
                        <a:pt x="1609" y="8742"/>
                        <a:pt x="1609" y="8742"/>
                        <a:pt x="1609" y="8742"/>
                      </a:cubicBezTo>
                      <a:cubicBezTo>
                        <a:pt x="1455" y="9023"/>
                        <a:pt x="1455" y="9023"/>
                        <a:pt x="1455" y="9023"/>
                      </a:cubicBezTo>
                      <a:cubicBezTo>
                        <a:pt x="1379" y="9221"/>
                        <a:pt x="1379" y="9221"/>
                        <a:pt x="1379" y="9221"/>
                      </a:cubicBezTo>
                      <a:cubicBezTo>
                        <a:pt x="1379" y="9221"/>
                        <a:pt x="1149" y="9334"/>
                        <a:pt x="1149" y="9390"/>
                      </a:cubicBezTo>
                      <a:cubicBezTo>
                        <a:pt x="1149" y="9418"/>
                        <a:pt x="1149" y="9587"/>
                        <a:pt x="1149" y="9587"/>
                      </a:cubicBezTo>
                      <a:cubicBezTo>
                        <a:pt x="1455" y="9813"/>
                        <a:pt x="1455" y="9813"/>
                        <a:pt x="1455" y="9813"/>
                      </a:cubicBezTo>
                      <a:cubicBezTo>
                        <a:pt x="1455" y="9982"/>
                        <a:pt x="1455" y="9982"/>
                        <a:pt x="1455" y="9982"/>
                      </a:cubicBezTo>
                      <a:cubicBezTo>
                        <a:pt x="1302" y="10067"/>
                        <a:pt x="1302" y="10067"/>
                        <a:pt x="1302" y="10067"/>
                      </a:cubicBezTo>
                      <a:cubicBezTo>
                        <a:pt x="1379" y="10264"/>
                        <a:pt x="1379" y="10264"/>
                        <a:pt x="1379" y="10264"/>
                      </a:cubicBezTo>
                      <a:cubicBezTo>
                        <a:pt x="1379" y="10264"/>
                        <a:pt x="1455" y="10321"/>
                        <a:pt x="1379" y="10349"/>
                      </a:cubicBezTo>
                      <a:cubicBezTo>
                        <a:pt x="1226" y="10405"/>
                        <a:pt x="1226" y="10462"/>
                        <a:pt x="1302" y="10518"/>
                      </a:cubicBezTo>
                      <a:cubicBezTo>
                        <a:pt x="1302" y="10546"/>
                        <a:pt x="1838" y="10913"/>
                        <a:pt x="1838" y="10913"/>
                      </a:cubicBezTo>
                      <a:cubicBezTo>
                        <a:pt x="1915" y="11787"/>
                        <a:pt x="1915" y="11787"/>
                        <a:pt x="1915" y="11787"/>
                      </a:cubicBezTo>
                      <a:cubicBezTo>
                        <a:pt x="2145" y="12013"/>
                        <a:pt x="2145" y="12013"/>
                        <a:pt x="2145" y="12013"/>
                      </a:cubicBezTo>
                      <a:cubicBezTo>
                        <a:pt x="2681" y="12154"/>
                        <a:pt x="2681" y="12154"/>
                        <a:pt x="2681" y="12154"/>
                      </a:cubicBezTo>
                      <a:cubicBezTo>
                        <a:pt x="3140" y="12295"/>
                        <a:pt x="3140" y="12295"/>
                        <a:pt x="3140" y="12295"/>
                      </a:cubicBezTo>
                      <a:cubicBezTo>
                        <a:pt x="3217" y="12548"/>
                        <a:pt x="3217" y="12548"/>
                        <a:pt x="3217" y="12548"/>
                      </a:cubicBezTo>
                      <a:cubicBezTo>
                        <a:pt x="3217" y="12548"/>
                        <a:pt x="3064" y="12746"/>
                        <a:pt x="3064" y="12774"/>
                      </a:cubicBezTo>
                      <a:cubicBezTo>
                        <a:pt x="3140" y="12802"/>
                        <a:pt x="2681" y="12802"/>
                        <a:pt x="2681" y="12802"/>
                      </a:cubicBezTo>
                      <a:cubicBezTo>
                        <a:pt x="2298" y="12830"/>
                        <a:pt x="2298" y="12830"/>
                        <a:pt x="2298" y="12830"/>
                      </a:cubicBezTo>
                      <a:cubicBezTo>
                        <a:pt x="1915" y="12971"/>
                        <a:pt x="1915" y="12971"/>
                        <a:pt x="1915" y="12971"/>
                      </a:cubicBezTo>
                      <a:cubicBezTo>
                        <a:pt x="2068" y="13140"/>
                        <a:pt x="2068" y="13140"/>
                        <a:pt x="2068" y="13140"/>
                      </a:cubicBezTo>
                      <a:cubicBezTo>
                        <a:pt x="2298" y="13394"/>
                        <a:pt x="2298" y="13394"/>
                        <a:pt x="2298" y="13394"/>
                      </a:cubicBezTo>
                      <a:cubicBezTo>
                        <a:pt x="2757" y="13592"/>
                        <a:pt x="2757" y="13592"/>
                        <a:pt x="2757" y="13592"/>
                      </a:cubicBezTo>
                      <a:cubicBezTo>
                        <a:pt x="2911" y="13761"/>
                        <a:pt x="2911" y="13761"/>
                        <a:pt x="2911" y="13761"/>
                      </a:cubicBezTo>
                      <a:cubicBezTo>
                        <a:pt x="2681" y="13930"/>
                        <a:pt x="2681" y="13930"/>
                        <a:pt x="2681" y="13930"/>
                      </a:cubicBezTo>
                      <a:cubicBezTo>
                        <a:pt x="2528" y="14015"/>
                        <a:pt x="2528" y="14015"/>
                        <a:pt x="2528" y="14015"/>
                      </a:cubicBezTo>
                      <a:cubicBezTo>
                        <a:pt x="2681" y="14156"/>
                        <a:pt x="2681" y="14156"/>
                        <a:pt x="2681" y="14156"/>
                      </a:cubicBezTo>
                      <a:cubicBezTo>
                        <a:pt x="2681" y="14297"/>
                        <a:pt x="2681" y="14297"/>
                        <a:pt x="2681" y="14297"/>
                      </a:cubicBezTo>
                      <a:cubicBezTo>
                        <a:pt x="2681" y="14297"/>
                        <a:pt x="2528" y="14381"/>
                        <a:pt x="2528" y="14409"/>
                      </a:cubicBezTo>
                      <a:cubicBezTo>
                        <a:pt x="2528" y="14438"/>
                        <a:pt x="2221" y="14522"/>
                        <a:pt x="2221" y="14522"/>
                      </a:cubicBezTo>
                      <a:cubicBezTo>
                        <a:pt x="1991" y="14607"/>
                        <a:pt x="1991" y="14607"/>
                        <a:pt x="1991" y="14607"/>
                      </a:cubicBezTo>
                      <a:cubicBezTo>
                        <a:pt x="1762" y="14635"/>
                        <a:pt x="1762" y="14635"/>
                        <a:pt x="1762" y="14635"/>
                      </a:cubicBezTo>
                      <a:cubicBezTo>
                        <a:pt x="1762" y="14635"/>
                        <a:pt x="1609" y="14607"/>
                        <a:pt x="1532" y="14635"/>
                      </a:cubicBezTo>
                      <a:cubicBezTo>
                        <a:pt x="1532" y="14635"/>
                        <a:pt x="1379" y="14691"/>
                        <a:pt x="1379" y="14691"/>
                      </a:cubicBezTo>
                      <a:cubicBezTo>
                        <a:pt x="1379" y="14776"/>
                        <a:pt x="1379" y="14776"/>
                        <a:pt x="1379" y="14776"/>
                      </a:cubicBezTo>
                      <a:cubicBezTo>
                        <a:pt x="1532" y="14832"/>
                        <a:pt x="1532" y="14832"/>
                        <a:pt x="1532" y="14832"/>
                      </a:cubicBezTo>
                      <a:cubicBezTo>
                        <a:pt x="1455" y="14973"/>
                        <a:pt x="1455" y="14973"/>
                        <a:pt x="1455" y="14973"/>
                      </a:cubicBezTo>
                      <a:cubicBezTo>
                        <a:pt x="1226" y="15058"/>
                        <a:pt x="1226" y="15058"/>
                        <a:pt x="1226" y="15058"/>
                      </a:cubicBezTo>
                      <a:cubicBezTo>
                        <a:pt x="996" y="15086"/>
                        <a:pt x="996" y="15086"/>
                        <a:pt x="996" y="15086"/>
                      </a:cubicBezTo>
                      <a:cubicBezTo>
                        <a:pt x="1149" y="15255"/>
                        <a:pt x="1149" y="15255"/>
                        <a:pt x="1149" y="15255"/>
                      </a:cubicBezTo>
                      <a:cubicBezTo>
                        <a:pt x="1455" y="15453"/>
                        <a:pt x="1455" y="15453"/>
                        <a:pt x="1455" y="15453"/>
                      </a:cubicBezTo>
                      <a:cubicBezTo>
                        <a:pt x="1455" y="15622"/>
                        <a:pt x="1455" y="15622"/>
                        <a:pt x="1455" y="15622"/>
                      </a:cubicBezTo>
                      <a:cubicBezTo>
                        <a:pt x="1226" y="15791"/>
                        <a:pt x="1226" y="15791"/>
                        <a:pt x="1226" y="15791"/>
                      </a:cubicBezTo>
                      <a:cubicBezTo>
                        <a:pt x="1149" y="15989"/>
                        <a:pt x="1149" y="15989"/>
                        <a:pt x="1149" y="15989"/>
                      </a:cubicBezTo>
                      <a:cubicBezTo>
                        <a:pt x="1072" y="16158"/>
                        <a:pt x="1072" y="16158"/>
                        <a:pt x="1072" y="16158"/>
                      </a:cubicBezTo>
                      <a:cubicBezTo>
                        <a:pt x="919" y="16186"/>
                        <a:pt x="919" y="16186"/>
                        <a:pt x="919" y="16186"/>
                      </a:cubicBezTo>
                      <a:cubicBezTo>
                        <a:pt x="689" y="16186"/>
                        <a:pt x="689" y="16186"/>
                        <a:pt x="689" y="16186"/>
                      </a:cubicBezTo>
                      <a:cubicBezTo>
                        <a:pt x="689" y="16186"/>
                        <a:pt x="689" y="16017"/>
                        <a:pt x="613" y="15989"/>
                      </a:cubicBezTo>
                      <a:cubicBezTo>
                        <a:pt x="613" y="15989"/>
                        <a:pt x="77" y="15819"/>
                        <a:pt x="77" y="15819"/>
                      </a:cubicBezTo>
                      <a:cubicBezTo>
                        <a:pt x="77" y="15989"/>
                        <a:pt x="77" y="15989"/>
                        <a:pt x="77" y="15989"/>
                      </a:cubicBezTo>
                      <a:cubicBezTo>
                        <a:pt x="0" y="16186"/>
                        <a:pt x="0" y="16186"/>
                        <a:pt x="0" y="16186"/>
                      </a:cubicBezTo>
                      <a:cubicBezTo>
                        <a:pt x="0" y="16186"/>
                        <a:pt x="77" y="16299"/>
                        <a:pt x="153" y="16327"/>
                      </a:cubicBezTo>
                      <a:cubicBezTo>
                        <a:pt x="230" y="16355"/>
                        <a:pt x="306" y="16552"/>
                        <a:pt x="306" y="16552"/>
                      </a:cubicBezTo>
                      <a:cubicBezTo>
                        <a:pt x="230" y="16750"/>
                        <a:pt x="230" y="16750"/>
                        <a:pt x="230" y="16750"/>
                      </a:cubicBezTo>
                      <a:cubicBezTo>
                        <a:pt x="230" y="16750"/>
                        <a:pt x="383" y="16891"/>
                        <a:pt x="383" y="16891"/>
                      </a:cubicBezTo>
                      <a:cubicBezTo>
                        <a:pt x="383" y="16919"/>
                        <a:pt x="460" y="17032"/>
                        <a:pt x="460" y="17032"/>
                      </a:cubicBezTo>
                      <a:cubicBezTo>
                        <a:pt x="766" y="17004"/>
                        <a:pt x="766" y="17004"/>
                        <a:pt x="766" y="17004"/>
                      </a:cubicBezTo>
                      <a:cubicBezTo>
                        <a:pt x="689" y="16919"/>
                        <a:pt x="689" y="16919"/>
                        <a:pt x="689" y="16919"/>
                      </a:cubicBezTo>
                      <a:cubicBezTo>
                        <a:pt x="919" y="17032"/>
                        <a:pt x="919" y="17032"/>
                        <a:pt x="919" y="17032"/>
                      </a:cubicBezTo>
                      <a:cubicBezTo>
                        <a:pt x="919" y="17032"/>
                        <a:pt x="766" y="17060"/>
                        <a:pt x="919" y="17032"/>
                      </a:cubicBezTo>
                      <a:cubicBezTo>
                        <a:pt x="996" y="17032"/>
                        <a:pt x="1149" y="16975"/>
                        <a:pt x="1149" y="16975"/>
                      </a:cubicBezTo>
                      <a:cubicBezTo>
                        <a:pt x="1072" y="17060"/>
                        <a:pt x="1072" y="17060"/>
                        <a:pt x="1072" y="17060"/>
                      </a:cubicBezTo>
                      <a:cubicBezTo>
                        <a:pt x="919" y="17173"/>
                        <a:pt x="919" y="17173"/>
                        <a:pt x="919" y="17173"/>
                      </a:cubicBezTo>
                      <a:cubicBezTo>
                        <a:pt x="996" y="17201"/>
                        <a:pt x="996" y="17201"/>
                        <a:pt x="996" y="17201"/>
                      </a:cubicBezTo>
                      <a:cubicBezTo>
                        <a:pt x="1226" y="17229"/>
                        <a:pt x="1226" y="17229"/>
                        <a:pt x="1226" y="17229"/>
                      </a:cubicBezTo>
                      <a:cubicBezTo>
                        <a:pt x="919" y="17370"/>
                        <a:pt x="919" y="17370"/>
                        <a:pt x="919" y="17370"/>
                      </a:cubicBezTo>
                      <a:cubicBezTo>
                        <a:pt x="919" y="17370"/>
                        <a:pt x="1072" y="17455"/>
                        <a:pt x="1149" y="17483"/>
                      </a:cubicBezTo>
                      <a:cubicBezTo>
                        <a:pt x="1149" y="17483"/>
                        <a:pt x="1455" y="17398"/>
                        <a:pt x="1455" y="17398"/>
                      </a:cubicBezTo>
                      <a:cubicBezTo>
                        <a:pt x="1455" y="17398"/>
                        <a:pt x="1455" y="17427"/>
                        <a:pt x="1455" y="17455"/>
                      </a:cubicBezTo>
                      <a:cubicBezTo>
                        <a:pt x="1455" y="17455"/>
                        <a:pt x="1226" y="17539"/>
                        <a:pt x="1226" y="17596"/>
                      </a:cubicBezTo>
                      <a:cubicBezTo>
                        <a:pt x="1302" y="17624"/>
                        <a:pt x="1685" y="17568"/>
                        <a:pt x="1609" y="17596"/>
                      </a:cubicBezTo>
                      <a:cubicBezTo>
                        <a:pt x="1532" y="17624"/>
                        <a:pt x="1532" y="17680"/>
                        <a:pt x="1532" y="17680"/>
                      </a:cubicBezTo>
                      <a:cubicBezTo>
                        <a:pt x="1532" y="17680"/>
                        <a:pt x="1302" y="17765"/>
                        <a:pt x="1455" y="17793"/>
                      </a:cubicBezTo>
                      <a:cubicBezTo>
                        <a:pt x="1532" y="17821"/>
                        <a:pt x="1762" y="17850"/>
                        <a:pt x="1685" y="17850"/>
                      </a:cubicBezTo>
                      <a:cubicBezTo>
                        <a:pt x="1685" y="17878"/>
                        <a:pt x="1455" y="17934"/>
                        <a:pt x="1455" y="17934"/>
                      </a:cubicBezTo>
                      <a:cubicBezTo>
                        <a:pt x="1455" y="17934"/>
                        <a:pt x="1379" y="17991"/>
                        <a:pt x="1455" y="18019"/>
                      </a:cubicBezTo>
                      <a:cubicBezTo>
                        <a:pt x="1532" y="18047"/>
                        <a:pt x="1762" y="18047"/>
                        <a:pt x="1762" y="18047"/>
                      </a:cubicBezTo>
                      <a:cubicBezTo>
                        <a:pt x="1762" y="18047"/>
                        <a:pt x="1762" y="17991"/>
                        <a:pt x="1762" y="18019"/>
                      </a:cubicBezTo>
                      <a:cubicBezTo>
                        <a:pt x="1762" y="18047"/>
                        <a:pt x="1685" y="18103"/>
                        <a:pt x="1685" y="18103"/>
                      </a:cubicBezTo>
                      <a:cubicBezTo>
                        <a:pt x="1685" y="18103"/>
                        <a:pt x="1609" y="18160"/>
                        <a:pt x="1685" y="18188"/>
                      </a:cubicBezTo>
                      <a:cubicBezTo>
                        <a:pt x="1762" y="18188"/>
                        <a:pt x="1915" y="18188"/>
                        <a:pt x="1915" y="18188"/>
                      </a:cubicBezTo>
                      <a:cubicBezTo>
                        <a:pt x="1915" y="18188"/>
                        <a:pt x="1915" y="18216"/>
                        <a:pt x="1915" y="18273"/>
                      </a:cubicBezTo>
                      <a:cubicBezTo>
                        <a:pt x="1915" y="18301"/>
                        <a:pt x="1915" y="18385"/>
                        <a:pt x="1915" y="18385"/>
                      </a:cubicBezTo>
                      <a:cubicBezTo>
                        <a:pt x="1915" y="18414"/>
                        <a:pt x="1915" y="18470"/>
                        <a:pt x="1915" y="18470"/>
                      </a:cubicBezTo>
                      <a:cubicBezTo>
                        <a:pt x="1915" y="18470"/>
                        <a:pt x="1838" y="18498"/>
                        <a:pt x="2068" y="18498"/>
                      </a:cubicBezTo>
                      <a:cubicBezTo>
                        <a:pt x="2221" y="18498"/>
                        <a:pt x="2221" y="18470"/>
                        <a:pt x="2298" y="18470"/>
                      </a:cubicBezTo>
                      <a:cubicBezTo>
                        <a:pt x="2374" y="18470"/>
                        <a:pt x="2374" y="18498"/>
                        <a:pt x="2451" y="18526"/>
                      </a:cubicBezTo>
                      <a:cubicBezTo>
                        <a:pt x="2451" y="18583"/>
                        <a:pt x="2451" y="18611"/>
                        <a:pt x="2451" y="18639"/>
                      </a:cubicBezTo>
                      <a:cubicBezTo>
                        <a:pt x="2528" y="18667"/>
                        <a:pt x="2834" y="18949"/>
                        <a:pt x="2834" y="18949"/>
                      </a:cubicBezTo>
                      <a:cubicBezTo>
                        <a:pt x="2834" y="18949"/>
                        <a:pt x="2911" y="19062"/>
                        <a:pt x="2987" y="19090"/>
                      </a:cubicBezTo>
                      <a:cubicBezTo>
                        <a:pt x="2987" y="19119"/>
                        <a:pt x="3064" y="19147"/>
                        <a:pt x="3140" y="19175"/>
                      </a:cubicBezTo>
                      <a:cubicBezTo>
                        <a:pt x="3140" y="19175"/>
                        <a:pt x="3294" y="19260"/>
                        <a:pt x="3294" y="19260"/>
                      </a:cubicBezTo>
                      <a:cubicBezTo>
                        <a:pt x="3523" y="19316"/>
                        <a:pt x="3523" y="19316"/>
                        <a:pt x="3523" y="19316"/>
                      </a:cubicBezTo>
                      <a:cubicBezTo>
                        <a:pt x="3830" y="19513"/>
                        <a:pt x="3830" y="19513"/>
                        <a:pt x="3830" y="19513"/>
                      </a:cubicBezTo>
                      <a:cubicBezTo>
                        <a:pt x="3830" y="19513"/>
                        <a:pt x="4060" y="19598"/>
                        <a:pt x="4060" y="19598"/>
                      </a:cubicBezTo>
                      <a:cubicBezTo>
                        <a:pt x="4136" y="19598"/>
                        <a:pt x="4289" y="19542"/>
                        <a:pt x="4289" y="19542"/>
                      </a:cubicBezTo>
                      <a:cubicBezTo>
                        <a:pt x="4289" y="19542"/>
                        <a:pt x="4519" y="19570"/>
                        <a:pt x="4519" y="19598"/>
                      </a:cubicBezTo>
                      <a:cubicBezTo>
                        <a:pt x="4443" y="19598"/>
                        <a:pt x="4366" y="19711"/>
                        <a:pt x="4366" y="19739"/>
                      </a:cubicBezTo>
                      <a:cubicBezTo>
                        <a:pt x="4443" y="19767"/>
                        <a:pt x="4443" y="19823"/>
                        <a:pt x="4443" y="19823"/>
                      </a:cubicBezTo>
                      <a:cubicBezTo>
                        <a:pt x="4289" y="19852"/>
                        <a:pt x="4289" y="19852"/>
                        <a:pt x="4289" y="19852"/>
                      </a:cubicBezTo>
                      <a:cubicBezTo>
                        <a:pt x="4136" y="19880"/>
                        <a:pt x="4136" y="19880"/>
                        <a:pt x="4136" y="19880"/>
                      </a:cubicBezTo>
                      <a:cubicBezTo>
                        <a:pt x="3830" y="19880"/>
                        <a:pt x="3830" y="19880"/>
                        <a:pt x="3830" y="19880"/>
                      </a:cubicBezTo>
                      <a:cubicBezTo>
                        <a:pt x="3753" y="19993"/>
                        <a:pt x="3753" y="19993"/>
                        <a:pt x="3753" y="19993"/>
                      </a:cubicBezTo>
                      <a:cubicBezTo>
                        <a:pt x="4060" y="20049"/>
                        <a:pt x="4060" y="20049"/>
                        <a:pt x="4060" y="20049"/>
                      </a:cubicBezTo>
                      <a:cubicBezTo>
                        <a:pt x="4060" y="20049"/>
                        <a:pt x="4213" y="20105"/>
                        <a:pt x="4289" y="20105"/>
                      </a:cubicBezTo>
                      <a:cubicBezTo>
                        <a:pt x="4289" y="20134"/>
                        <a:pt x="4289" y="20246"/>
                        <a:pt x="4289" y="20246"/>
                      </a:cubicBezTo>
                      <a:cubicBezTo>
                        <a:pt x="4213" y="20246"/>
                        <a:pt x="3906" y="20246"/>
                        <a:pt x="3906" y="20246"/>
                      </a:cubicBezTo>
                      <a:cubicBezTo>
                        <a:pt x="3906" y="20246"/>
                        <a:pt x="3753" y="20331"/>
                        <a:pt x="3753" y="20331"/>
                      </a:cubicBezTo>
                      <a:cubicBezTo>
                        <a:pt x="3753" y="20359"/>
                        <a:pt x="3677" y="20359"/>
                        <a:pt x="3830" y="20444"/>
                      </a:cubicBezTo>
                      <a:cubicBezTo>
                        <a:pt x="3906" y="20500"/>
                        <a:pt x="4289" y="20669"/>
                        <a:pt x="4289" y="20669"/>
                      </a:cubicBezTo>
                      <a:cubicBezTo>
                        <a:pt x="4289" y="20669"/>
                        <a:pt x="4596" y="20839"/>
                        <a:pt x="4596" y="20839"/>
                      </a:cubicBezTo>
                      <a:cubicBezTo>
                        <a:pt x="4596" y="20867"/>
                        <a:pt x="4826" y="20980"/>
                        <a:pt x="4826" y="20980"/>
                      </a:cubicBezTo>
                      <a:cubicBezTo>
                        <a:pt x="4902" y="20980"/>
                        <a:pt x="4902" y="21092"/>
                        <a:pt x="4902" y="21092"/>
                      </a:cubicBezTo>
                      <a:cubicBezTo>
                        <a:pt x="4826" y="21149"/>
                        <a:pt x="4826" y="21149"/>
                        <a:pt x="4826" y="21149"/>
                      </a:cubicBezTo>
                      <a:cubicBezTo>
                        <a:pt x="4749" y="21233"/>
                        <a:pt x="4749" y="21233"/>
                        <a:pt x="4749" y="21233"/>
                      </a:cubicBezTo>
                      <a:cubicBezTo>
                        <a:pt x="4672" y="21318"/>
                        <a:pt x="4672" y="21318"/>
                        <a:pt x="4672" y="21318"/>
                      </a:cubicBezTo>
                      <a:cubicBezTo>
                        <a:pt x="4749" y="21374"/>
                        <a:pt x="4749" y="21374"/>
                        <a:pt x="4749" y="21374"/>
                      </a:cubicBezTo>
                      <a:cubicBezTo>
                        <a:pt x="4672" y="21431"/>
                        <a:pt x="4672" y="21431"/>
                        <a:pt x="4672" y="21431"/>
                      </a:cubicBezTo>
                      <a:cubicBezTo>
                        <a:pt x="4519" y="21515"/>
                        <a:pt x="4519" y="21515"/>
                        <a:pt x="4519" y="21515"/>
                      </a:cubicBezTo>
                      <a:cubicBezTo>
                        <a:pt x="4902" y="21544"/>
                        <a:pt x="4902" y="21544"/>
                        <a:pt x="4902" y="21544"/>
                      </a:cubicBezTo>
                      <a:cubicBezTo>
                        <a:pt x="5362" y="21515"/>
                        <a:pt x="5362" y="21515"/>
                        <a:pt x="5362" y="21515"/>
                      </a:cubicBezTo>
                      <a:cubicBezTo>
                        <a:pt x="5362" y="21515"/>
                        <a:pt x="5438" y="21572"/>
                        <a:pt x="5438" y="21572"/>
                      </a:cubicBezTo>
                      <a:cubicBezTo>
                        <a:pt x="5515" y="21600"/>
                        <a:pt x="5898" y="21572"/>
                        <a:pt x="5898" y="21572"/>
                      </a:cubicBezTo>
                      <a:cubicBezTo>
                        <a:pt x="6204" y="21515"/>
                        <a:pt x="6204" y="21515"/>
                        <a:pt x="6204" y="21515"/>
                      </a:cubicBezTo>
                      <a:cubicBezTo>
                        <a:pt x="6434" y="21459"/>
                        <a:pt x="6434" y="21459"/>
                        <a:pt x="6434" y="21459"/>
                      </a:cubicBezTo>
                      <a:cubicBezTo>
                        <a:pt x="6434" y="21403"/>
                        <a:pt x="6434" y="21403"/>
                        <a:pt x="6434" y="21403"/>
                      </a:cubicBezTo>
                      <a:cubicBezTo>
                        <a:pt x="6434" y="21403"/>
                        <a:pt x="6587" y="21318"/>
                        <a:pt x="6587" y="21318"/>
                      </a:cubicBezTo>
                      <a:cubicBezTo>
                        <a:pt x="6664" y="21318"/>
                        <a:pt x="6894" y="21346"/>
                        <a:pt x="6894" y="21346"/>
                      </a:cubicBezTo>
                      <a:cubicBezTo>
                        <a:pt x="6894" y="21346"/>
                        <a:pt x="7123" y="21346"/>
                        <a:pt x="7123" y="21374"/>
                      </a:cubicBezTo>
                      <a:cubicBezTo>
                        <a:pt x="7123" y="21403"/>
                        <a:pt x="7277" y="21431"/>
                        <a:pt x="7277" y="21431"/>
                      </a:cubicBezTo>
                      <a:cubicBezTo>
                        <a:pt x="7506" y="21431"/>
                        <a:pt x="7506" y="21431"/>
                        <a:pt x="7506" y="21431"/>
                      </a:cubicBezTo>
                      <a:cubicBezTo>
                        <a:pt x="7736" y="21403"/>
                        <a:pt x="7736" y="21403"/>
                        <a:pt x="7736" y="21403"/>
                      </a:cubicBezTo>
                      <a:cubicBezTo>
                        <a:pt x="8043" y="21374"/>
                        <a:pt x="8043" y="21374"/>
                        <a:pt x="8043" y="21374"/>
                      </a:cubicBezTo>
                      <a:cubicBezTo>
                        <a:pt x="8043" y="21374"/>
                        <a:pt x="7966" y="21318"/>
                        <a:pt x="8043" y="21318"/>
                      </a:cubicBezTo>
                      <a:cubicBezTo>
                        <a:pt x="8119" y="21318"/>
                        <a:pt x="8349" y="21318"/>
                        <a:pt x="8349" y="21318"/>
                      </a:cubicBezTo>
                      <a:cubicBezTo>
                        <a:pt x="8349" y="21318"/>
                        <a:pt x="8426" y="21374"/>
                        <a:pt x="8502" y="21374"/>
                      </a:cubicBezTo>
                      <a:cubicBezTo>
                        <a:pt x="8502" y="21374"/>
                        <a:pt x="8655" y="21318"/>
                        <a:pt x="8579" y="21290"/>
                      </a:cubicBezTo>
                      <a:cubicBezTo>
                        <a:pt x="8502" y="21262"/>
                        <a:pt x="8196" y="21205"/>
                        <a:pt x="8196" y="21205"/>
                      </a:cubicBezTo>
                      <a:cubicBezTo>
                        <a:pt x="8196" y="21205"/>
                        <a:pt x="8043" y="21121"/>
                        <a:pt x="8043" y="21092"/>
                      </a:cubicBezTo>
                      <a:cubicBezTo>
                        <a:pt x="7966" y="21064"/>
                        <a:pt x="7966" y="20980"/>
                        <a:pt x="7889" y="20951"/>
                      </a:cubicBezTo>
                      <a:cubicBezTo>
                        <a:pt x="7813" y="20951"/>
                        <a:pt x="7736" y="20923"/>
                        <a:pt x="7736" y="20867"/>
                      </a:cubicBezTo>
                      <a:cubicBezTo>
                        <a:pt x="7813" y="20782"/>
                        <a:pt x="7813" y="20754"/>
                        <a:pt x="7813" y="20754"/>
                      </a:cubicBezTo>
                      <a:cubicBezTo>
                        <a:pt x="7813" y="20726"/>
                        <a:pt x="7813" y="20613"/>
                        <a:pt x="7813" y="20613"/>
                      </a:cubicBezTo>
                      <a:cubicBezTo>
                        <a:pt x="7813" y="20613"/>
                        <a:pt x="7736" y="20557"/>
                        <a:pt x="7966" y="20500"/>
                      </a:cubicBezTo>
                      <a:cubicBezTo>
                        <a:pt x="8196" y="20444"/>
                        <a:pt x="8196" y="20387"/>
                        <a:pt x="8272" y="20416"/>
                      </a:cubicBezTo>
                      <a:cubicBezTo>
                        <a:pt x="8349" y="20444"/>
                        <a:pt x="8502" y="20500"/>
                        <a:pt x="8579" y="20500"/>
                      </a:cubicBezTo>
                      <a:cubicBezTo>
                        <a:pt x="8579" y="20528"/>
                        <a:pt x="8655" y="20528"/>
                        <a:pt x="8732" y="20557"/>
                      </a:cubicBezTo>
                      <a:cubicBezTo>
                        <a:pt x="8732" y="20585"/>
                        <a:pt x="8655" y="20613"/>
                        <a:pt x="8809" y="20613"/>
                      </a:cubicBezTo>
                      <a:cubicBezTo>
                        <a:pt x="8885" y="20613"/>
                        <a:pt x="9038" y="20613"/>
                        <a:pt x="9038" y="20613"/>
                      </a:cubicBezTo>
                      <a:cubicBezTo>
                        <a:pt x="9038" y="20613"/>
                        <a:pt x="9115" y="20613"/>
                        <a:pt x="9115" y="20585"/>
                      </a:cubicBezTo>
                      <a:cubicBezTo>
                        <a:pt x="9115" y="20557"/>
                        <a:pt x="9115" y="20472"/>
                        <a:pt x="9038" y="20472"/>
                      </a:cubicBezTo>
                      <a:cubicBezTo>
                        <a:pt x="8962" y="20444"/>
                        <a:pt x="8885" y="20416"/>
                        <a:pt x="8885" y="20416"/>
                      </a:cubicBezTo>
                      <a:cubicBezTo>
                        <a:pt x="8885" y="20416"/>
                        <a:pt x="9038" y="20387"/>
                        <a:pt x="8809" y="20359"/>
                      </a:cubicBezTo>
                      <a:cubicBezTo>
                        <a:pt x="8579" y="20303"/>
                        <a:pt x="8579" y="20275"/>
                        <a:pt x="8655" y="20246"/>
                      </a:cubicBezTo>
                      <a:cubicBezTo>
                        <a:pt x="8809" y="20218"/>
                        <a:pt x="9115" y="20246"/>
                        <a:pt x="9115" y="20246"/>
                      </a:cubicBezTo>
                      <a:cubicBezTo>
                        <a:pt x="9345" y="20218"/>
                        <a:pt x="9345" y="20218"/>
                        <a:pt x="9345" y="20218"/>
                      </a:cubicBezTo>
                      <a:cubicBezTo>
                        <a:pt x="9345" y="20218"/>
                        <a:pt x="9498" y="20162"/>
                        <a:pt x="9651" y="20190"/>
                      </a:cubicBezTo>
                      <a:cubicBezTo>
                        <a:pt x="9728" y="20218"/>
                        <a:pt x="10034" y="20190"/>
                        <a:pt x="10034" y="20190"/>
                      </a:cubicBezTo>
                      <a:cubicBezTo>
                        <a:pt x="10417" y="20218"/>
                        <a:pt x="10417" y="20218"/>
                        <a:pt x="10417" y="20218"/>
                      </a:cubicBezTo>
                      <a:cubicBezTo>
                        <a:pt x="10570" y="20162"/>
                        <a:pt x="10570" y="20162"/>
                        <a:pt x="10570" y="20162"/>
                      </a:cubicBezTo>
                      <a:cubicBezTo>
                        <a:pt x="10953" y="20218"/>
                        <a:pt x="10953" y="20218"/>
                        <a:pt x="10953" y="20218"/>
                      </a:cubicBezTo>
                      <a:cubicBezTo>
                        <a:pt x="10953" y="20218"/>
                        <a:pt x="10877" y="20218"/>
                        <a:pt x="11106" y="20246"/>
                      </a:cubicBezTo>
                      <a:cubicBezTo>
                        <a:pt x="11260" y="20246"/>
                        <a:pt x="11489" y="20190"/>
                        <a:pt x="11489" y="20162"/>
                      </a:cubicBezTo>
                      <a:cubicBezTo>
                        <a:pt x="11566" y="20162"/>
                        <a:pt x="11872" y="19964"/>
                        <a:pt x="11872" y="19964"/>
                      </a:cubicBezTo>
                      <a:cubicBezTo>
                        <a:pt x="12102" y="19401"/>
                        <a:pt x="12102" y="19401"/>
                        <a:pt x="12102" y="19401"/>
                      </a:cubicBezTo>
                      <a:cubicBezTo>
                        <a:pt x="12102" y="19401"/>
                        <a:pt x="12409" y="19316"/>
                        <a:pt x="12332" y="19316"/>
                      </a:cubicBezTo>
                      <a:cubicBezTo>
                        <a:pt x="12332" y="19288"/>
                        <a:pt x="12332" y="19090"/>
                        <a:pt x="12332" y="19062"/>
                      </a:cubicBezTo>
                      <a:cubicBezTo>
                        <a:pt x="12332" y="19034"/>
                        <a:pt x="12485" y="18837"/>
                        <a:pt x="12485" y="18837"/>
                      </a:cubicBezTo>
                      <a:cubicBezTo>
                        <a:pt x="12485" y="18837"/>
                        <a:pt x="12791" y="18752"/>
                        <a:pt x="12638" y="18667"/>
                      </a:cubicBezTo>
                      <a:cubicBezTo>
                        <a:pt x="12562" y="18583"/>
                        <a:pt x="12485" y="18442"/>
                        <a:pt x="12485" y="18442"/>
                      </a:cubicBezTo>
                      <a:cubicBezTo>
                        <a:pt x="12485" y="18442"/>
                        <a:pt x="12409" y="18301"/>
                        <a:pt x="12409" y="18273"/>
                      </a:cubicBezTo>
                      <a:cubicBezTo>
                        <a:pt x="12409" y="18244"/>
                        <a:pt x="12715" y="18103"/>
                        <a:pt x="12715" y="18103"/>
                      </a:cubicBezTo>
                      <a:cubicBezTo>
                        <a:pt x="12485" y="17850"/>
                        <a:pt x="12485" y="17850"/>
                        <a:pt x="12485" y="17850"/>
                      </a:cubicBezTo>
                      <a:cubicBezTo>
                        <a:pt x="12485" y="17850"/>
                        <a:pt x="12638" y="17765"/>
                        <a:pt x="12638" y="17737"/>
                      </a:cubicBezTo>
                      <a:cubicBezTo>
                        <a:pt x="12638" y="17709"/>
                        <a:pt x="12485" y="17455"/>
                        <a:pt x="12485" y="17455"/>
                      </a:cubicBezTo>
                      <a:cubicBezTo>
                        <a:pt x="12485" y="17398"/>
                        <a:pt x="12485" y="17398"/>
                        <a:pt x="12485" y="17398"/>
                      </a:cubicBezTo>
                      <a:cubicBezTo>
                        <a:pt x="12485" y="17398"/>
                        <a:pt x="12715" y="17257"/>
                        <a:pt x="12638" y="17229"/>
                      </a:cubicBezTo>
                      <a:cubicBezTo>
                        <a:pt x="12638" y="17201"/>
                        <a:pt x="12638" y="17060"/>
                        <a:pt x="12638" y="17060"/>
                      </a:cubicBezTo>
                      <a:cubicBezTo>
                        <a:pt x="12485" y="16891"/>
                        <a:pt x="12485" y="16891"/>
                        <a:pt x="12485" y="16891"/>
                      </a:cubicBezTo>
                      <a:cubicBezTo>
                        <a:pt x="12485" y="16891"/>
                        <a:pt x="12638" y="16863"/>
                        <a:pt x="12562" y="16834"/>
                      </a:cubicBezTo>
                      <a:cubicBezTo>
                        <a:pt x="12485" y="16778"/>
                        <a:pt x="12409" y="16750"/>
                        <a:pt x="12409" y="16750"/>
                      </a:cubicBezTo>
                      <a:cubicBezTo>
                        <a:pt x="12409" y="16693"/>
                        <a:pt x="12409" y="16693"/>
                        <a:pt x="12409" y="16693"/>
                      </a:cubicBezTo>
                      <a:cubicBezTo>
                        <a:pt x="12485" y="16637"/>
                        <a:pt x="12485" y="16637"/>
                        <a:pt x="12485" y="16637"/>
                      </a:cubicBezTo>
                      <a:cubicBezTo>
                        <a:pt x="12638" y="16581"/>
                        <a:pt x="12638" y="16581"/>
                        <a:pt x="12638" y="16581"/>
                      </a:cubicBezTo>
                      <a:cubicBezTo>
                        <a:pt x="12562" y="16411"/>
                        <a:pt x="12562" y="16411"/>
                        <a:pt x="12562" y="16411"/>
                      </a:cubicBezTo>
                      <a:cubicBezTo>
                        <a:pt x="12255" y="16383"/>
                        <a:pt x="12255" y="16383"/>
                        <a:pt x="12255" y="16383"/>
                      </a:cubicBezTo>
                      <a:cubicBezTo>
                        <a:pt x="12255" y="16383"/>
                        <a:pt x="12255" y="16327"/>
                        <a:pt x="12332" y="16327"/>
                      </a:cubicBezTo>
                      <a:cubicBezTo>
                        <a:pt x="12485" y="16299"/>
                        <a:pt x="13021" y="16214"/>
                        <a:pt x="13021" y="16214"/>
                      </a:cubicBezTo>
                      <a:cubicBezTo>
                        <a:pt x="13021" y="16214"/>
                        <a:pt x="13174" y="16130"/>
                        <a:pt x="13251" y="16130"/>
                      </a:cubicBezTo>
                      <a:cubicBezTo>
                        <a:pt x="13251" y="16101"/>
                        <a:pt x="13864" y="15960"/>
                        <a:pt x="13864" y="15960"/>
                      </a:cubicBezTo>
                      <a:cubicBezTo>
                        <a:pt x="13864" y="15960"/>
                        <a:pt x="13864" y="15876"/>
                        <a:pt x="13864" y="15848"/>
                      </a:cubicBezTo>
                      <a:cubicBezTo>
                        <a:pt x="13940" y="15848"/>
                        <a:pt x="13940" y="15819"/>
                        <a:pt x="13940" y="15763"/>
                      </a:cubicBezTo>
                      <a:cubicBezTo>
                        <a:pt x="14017" y="15763"/>
                        <a:pt x="13864" y="15509"/>
                        <a:pt x="13864" y="15425"/>
                      </a:cubicBezTo>
                      <a:cubicBezTo>
                        <a:pt x="13940" y="15368"/>
                        <a:pt x="14094" y="15481"/>
                        <a:pt x="14094" y="15481"/>
                      </a:cubicBezTo>
                      <a:cubicBezTo>
                        <a:pt x="14170" y="15566"/>
                        <a:pt x="14170" y="15566"/>
                        <a:pt x="14170" y="15566"/>
                      </a:cubicBezTo>
                      <a:cubicBezTo>
                        <a:pt x="14170" y="15735"/>
                        <a:pt x="14170" y="15735"/>
                        <a:pt x="14170" y="15735"/>
                      </a:cubicBezTo>
                      <a:cubicBezTo>
                        <a:pt x="14400" y="15763"/>
                        <a:pt x="14400" y="15763"/>
                        <a:pt x="14400" y="15763"/>
                      </a:cubicBezTo>
                      <a:cubicBezTo>
                        <a:pt x="14477" y="15848"/>
                        <a:pt x="14477" y="15848"/>
                        <a:pt x="14477" y="15848"/>
                      </a:cubicBezTo>
                      <a:cubicBezTo>
                        <a:pt x="14477" y="15848"/>
                        <a:pt x="14400" y="15932"/>
                        <a:pt x="14477" y="15932"/>
                      </a:cubicBezTo>
                      <a:cubicBezTo>
                        <a:pt x="14553" y="15904"/>
                        <a:pt x="14553" y="15904"/>
                        <a:pt x="14553" y="15904"/>
                      </a:cubicBezTo>
                      <a:cubicBezTo>
                        <a:pt x="14630" y="15735"/>
                        <a:pt x="14630" y="15735"/>
                        <a:pt x="14630" y="15735"/>
                      </a:cubicBezTo>
                      <a:cubicBezTo>
                        <a:pt x="14630" y="15735"/>
                        <a:pt x="14936" y="15735"/>
                        <a:pt x="14860" y="15678"/>
                      </a:cubicBezTo>
                      <a:cubicBezTo>
                        <a:pt x="14860" y="15650"/>
                        <a:pt x="14783" y="15594"/>
                        <a:pt x="14860" y="15594"/>
                      </a:cubicBezTo>
                      <a:cubicBezTo>
                        <a:pt x="15319" y="15566"/>
                        <a:pt x="15166" y="15566"/>
                        <a:pt x="15396" y="15509"/>
                      </a:cubicBezTo>
                      <a:cubicBezTo>
                        <a:pt x="15396" y="15509"/>
                        <a:pt x="15549" y="15396"/>
                        <a:pt x="15549" y="15396"/>
                      </a:cubicBezTo>
                      <a:cubicBezTo>
                        <a:pt x="15549" y="15368"/>
                        <a:pt x="15626" y="15312"/>
                        <a:pt x="15626" y="15312"/>
                      </a:cubicBezTo>
                      <a:cubicBezTo>
                        <a:pt x="15472" y="15284"/>
                        <a:pt x="15472" y="15284"/>
                        <a:pt x="15472" y="15284"/>
                      </a:cubicBezTo>
                      <a:cubicBezTo>
                        <a:pt x="15396" y="15199"/>
                        <a:pt x="15396" y="15199"/>
                        <a:pt x="15396" y="15199"/>
                      </a:cubicBezTo>
                      <a:cubicBezTo>
                        <a:pt x="15396" y="15199"/>
                        <a:pt x="15472" y="15143"/>
                        <a:pt x="15549" y="15171"/>
                      </a:cubicBezTo>
                      <a:cubicBezTo>
                        <a:pt x="15549" y="15199"/>
                        <a:pt x="15626" y="15255"/>
                        <a:pt x="15702" y="15255"/>
                      </a:cubicBezTo>
                      <a:cubicBezTo>
                        <a:pt x="15779" y="15255"/>
                        <a:pt x="16009" y="15171"/>
                        <a:pt x="16009" y="15171"/>
                      </a:cubicBezTo>
                      <a:cubicBezTo>
                        <a:pt x="16009" y="15086"/>
                        <a:pt x="15472" y="14973"/>
                        <a:pt x="15319" y="14945"/>
                      </a:cubicBezTo>
                      <a:cubicBezTo>
                        <a:pt x="15319" y="14832"/>
                        <a:pt x="16085" y="14691"/>
                        <a:pt x="16085" y="14663"/>
                      </a:cubicBezTo>
                      <a:cubicBezTo>
                        <a:pt x="16162" y="14635"/>
                        <a:pt x="16162" y="14635"/>
                        <a:pt x="16162" y="14607"/>
                      </a:cubicBezTo>
                      <a:cubicBezTo>
                        <a:pt x="16162" y="14579"/>
                        <a:pt x="16085" y="14550"/>
                        <a:pt x="16009" y="14579"/>
                      </a:cubicBezTo>
                      <a:cubicBezTo>
                        <a:pt x="16009" y="14579"/>
                        <a:pt x="15932" y="14635"/>
                        <a:pt x="15855" y="14635"/>
                      </a:cubicBezTo>
                      <a:cubicBezTo>
                        <a:pt x="15855" y="14635"/>
                        <a:pt x="15702" y="14635"/>
                        <a:pt x="15702" y="14635"/>
                      </a:cubicBezTo>
                      <a:cubicBezTo>
                        <a:pt x="15702" y="14635"/>
                        <a:pt x="15626" y="14579"/>
                        <a:pt x="15702" y="14550"/>
                      </a:cubicBezTo>
                      <a:cubicBezTo>
                        <a:pt x="15779" y="14522"/>
                        <a:pt x="15702" y="14522"/>
                        <a:pt x="15855" y="14494"/>
                      </a:cubicBezTo>
                      <a:cubicBezTo>
                        <a:pt x="15932" y="14466"/>
                        <a:pt x="16009" y="14466"/>
                        <a:pt x="16085" y="14466"/>
                      </a:cubicBezTo>
                      <a:cubicBezTo>
                        <a:pt x="16085" y="14438"/>
                        <a:pt x="16162" y="14409"/>
                        <a:pt x="16238" y="14409"/>
                      </a:cubicBezTo>
                      <a:cubicBezTo>
                        <a:pt x="16315" y="14409"/>
                        <a:pt x="16698" y="14325"/>
                        <a:pt x="16698" y="14325"/>
                      </a:cubicBezTo>
                      <a:cubicBezTo>
                        <a:pt x="16774" y="14268"/>
                        <a:pt x="16774" y="14268"/>
                        <a:pt x="16774" y="14268"/>
                      </a:cubicBezTo>
                      <a:cubicBezTo>
                        <a:pt x="16774" y="14268"/>
                        <a:pt x="16545" y="14184"/>
                        <a:pt x="16545" y="14184"/>
                      </a:cubicBezTo>
                      <a:cubicBezTo>
                        <a:pt x="16545" y="14184"/>
                        <a:pt x="16162" y="14071"/>
                        <a:pt x="16162" y="14071"/>
                      </a:cubicBezTo>
                      <a:cubicBezTo>
                        <a:pt x="16162" y="14071"/>
                        <a:pt x="16009" y="14071"/>
                        <a:pt x="16009" y="14043"/>
                      </a:cubicBezTo>
                      <a:cubicBezTo>
                        <a:pt x="16009" y="14043"/>
                        <a:pt x="15855" y="13986"/>
                        <a:pt x="15855" y="13986"/>
                      </a:cubicBezTo>
                      <a:cubicBezTo>
                        <a:pt x="15702" y="13845"/>
                        <a:pt x="15549" y="13958"/>
                        <a:pt x="15243" y="13902"/>
                      </a:cubicBezTo>
                      <a:cubicBezTo>
                        <a:pt x="15243" y="13902"/>
                        <a:pt x="15089" y="13789"/>
                        <a:pt x="15089" y="13789"/>
                      </a:cubicBezTo>
                      <a:cubicBezTo>
                        <a:pt x="15089" y="13789"/>
                        <a:pt x="15243" y="13789"/>
                        <a:pt x="15243" y="13761"/>
                      </a:cubicBezTo>
                      <a:cubicBezTo>
                        <a:pt x="15243" y="13704"/>
                        <a:pt x="15089" y="13648"/>
                        <a:pt x="15089" y="13648"/>
                      </a:cubicBezTo>
                      <a:cubicBezTo>
                        <a:pt x="14936" y="13592"/>
                        <a:pt x="14936" y="13592"/>
                        <a:pt x="14936" y="13592"/>
                      </a:cubicBezTo>
                      <a:cubicBezTo>
                        <a:pt x="14630" y="13479"/>
                        <a:pt x="14706" y="13733"/>
                        <a:pt x="14477" y="13507"/>
                      </a:cubicBezTo>
                      <a:cubicBezTo>
                        <a:pt x="14477" y="13507"/>
                        <a:pt x="14400" y="13507"/>
                        <a:pt x="14323" y="13451"/>
                      </a:cubicBezTo>
                      <a:cubicBezTo>
                        <a:pt x="14247" y="13422"/>
                        <a:pt x="14017" y="13338"/>
                        <a:pt x="14017" y="13338"/>
                      </a:cubicBezTo>
                      <a:cubicBezTo>
                        <a:pt x="14017" y="13338"/>
                        <a:pt x="13940" y="13253"/>
                        <a:pt x="13940" y="13253"/>
                      </a:cubicBezTo>
                      <a:cubicBezTo>
                        <a:pt x="13864" y="13253"/>
                        <a:pt x="13787" y="13169"/>
                        <a:pt x="13787" y="13169"/>
                      </a:cubicBezTo>
                      <a:cubicBezTo>
                        <a:pt x="13404" y="13253"/>
                        <a:pt x="13404" y="13253"/>
                        <a:pt x="13404" y="13253"/>
                      </a:cubicBezTo>
                      <a:cubicBezTo>
                        <a:pt x="13174" y="13338"/>
                        <a:pt x="13174" y="13338"/>
                        <a:pt x="13174" y="13338"/>
                      </a:cubicBezTo>
                      <a:cubicBezTo>
                        <a:pt x="13174" y="13338"/>
                        <a:pt x="13098" y="13281"/>
                        <a:pt x="13098" y="13281"/>
                      </a:cubicBezTo>
                      <a:cubicBezTo>
                        <a:pt x="13098" y="13281"/>
                        <a:pt x="13098" y="13169"/>
                        <a:pt x="13098" y="13169"/>
                      </a:cubicBezTo>
                      <a:cubicBezTo>
                        <a:pt x="13098" y="13169"/>
                        <a:pt x="12868" y="13140"/>
                        <a:pt x="12791" y="13140"/>
                      </a:cubicBezTo>
                      <a:cubicBezTo>
                        <a:pt x="12791" y="13140"/>
                        <a:pt x="12562" y="13140"/>
                        <a:pt x="12562" y="13140"/>
                      </a:cubicBezTo>
                      <a:cubicBezTo>
                        <a:pt x="12255" y="13112"/>
                        <a:pt x="12255" y="13112"/>
                        <a:pt x="12255" y="13112"/>
                      </a:cubicBezTo>
                      <a:cubicBezTo>
                        <a:pt x="12255" y="13028"/>
                        <a:pt x="12255" y="13028"/>
                        <a:pt x="12255" y="13028"/>
                      </a:cubicBezTo>
                      <a:cubicBezTo>
                        <a:pt x="12255" y="13028"/>
                        <a:pt x="12409" y="12971"/>
                        <a:pt x="12332" y="12943"/>
                      </a:cubicBezTo>
                      <a:cubicBezTo>
                        <a:pt x="12332" y="12915"/>
                        <a:pt x="12102" y="12858"/>
                        <a:pt x="12102" y="12858"/>
                      </a:cubicBezTo>
                      <a:cubicBezTo>
                        <a:pt x="12102" y="12802"/>
                        <a:pt x="12102" y="12802"/>
                        <a:pt x="12102" y="12802"/>
                      </a:cubicBezTo>
                      <a:cubicBezTo>
                        <a:pt x="11872" y="12689"/>
                        <a:pt x="11872" y="12689"/>
                        <a:pt x="11872" y="12689"/>
                      </a:cubicBezTo>
                      <a:cubicBezTo>
                        <a:pt x="11872" y="12689"/>
                        <a:pt x="12026" y="12605"/>
                        <a:pt x="12026" y="12605"/>
                      </a:cubicBezTo>
                      <a:cubicBezTo>
                        <a:pt x="12026" y="12577"/>
                        <a:pt x="11719" y="12323"/>
                        <a:pt x="11719" y="12323"/>
                      </a:cubicBezTo>
                      <a:cubicBezTo>
                        <a:pt x="11719" y="12323"/>
                        <a:pt x="11872" y="12210"/>
                        <a:pt x="11872" y="12182"/>
                      </a:cubicBezTo>
                      <a:cubicBezTo>
                        <a:pt x="11872" y="12182"/>
                        <a:pt x="11719" y="12069"/>
                        <a:pt x="11719" y="12069"/>
                      </a:cubicBezTo>
                      <a:cubicBezTo>
                        <a:pt x="11566" y="12069"/>
                        <a:pt x="11566" y="12069"/>
                        <a:pt x="11566" y="12069"/>
                      </a:cubicBezTo>
                      <a:cubicBezTo>
                        <a:pt x="11566" y="11956"/>
                        <a:pt x="11566" y="11956"/>
                        <a:pt x="11566" y="11956"/>
                      </a:cubicBezTo>
                      <a:cubicBezTo>
                        <a:pt x="11643" y="11872"/>
                        <a:pt x="11643" y="11872"/>
                        <a:pt x="11643" y="11872"/>
                      </a:cubicBezTo>
                      <a:cubicBezTo>
                        <a:pt x="11489" y="11815"/>
                        <a:pt x="11489" y="11815"/>
                        <a:pt x="11489" y="11815"/>
                      </a:cubicBezTo>
                      <a:cubicBezTo>
                        <a:pt x="11489" y="11815"/>
                        <a:pt x="11566" y="11759"/>
                        <a:pt x="11643" y="11759"/>
                      </a:cubicBezTo>
                      <a:cubicBezTo>
                        <a:pt x="11643" y="11759"/>
                        <a:pt x="11643" y="11646"/>
                        <a:pt x="11643" y="11646"/>
                      </a:cubicBezTo>
                      <a:cubicBezTo>
                        <a:pt x="11643" y="11646"/>
                        <a:pt x="11719" y="11590"/>
                        <a:pt x="11796" y="11590"/>
                      </a:cubicBezTo>
                      <a:cubicBezTo>
                        <a:pt x="11796" y="11590"/>
                        <a:pt x="12026" y="11646"/>
                        <a:pt x="12026" y="11646"/>
                      </a:cubicBezTo>
                      <a:cubicBezTo>
                        <a:pt x="12026" y="11646"/>
                        <a:pt x="12255" y="11674"/>
                        <a:pt x="12255" y="11646"/>
                      </a:cubicBezTo>
                      <a:cubicBezTo>
                        <a:pt x="12255" y="11646"/>
                        <a:pt x="12179" y="11561"/>
                        <a:pt x="12179" y="11561"/>
                      </a:cubicBezTo>
                      <a:cubicBezTo>
                        <a:pt x="12179" y="11533"/>
                        <a:pt x="12026" y="11477"/>
                        <a:pt x="12026" y="11477"/>
                      </a:cubicBezTo>
                      <a:cubicBezTo>
                        <a:pt x="11949" y="11449"/>
                        <a:pt x="11949" y="11308"/>
                        <a:pt x="11949" y="11308"/>
                      </a:cubicBezTo>
                      <a:cubicBezTo>
                        <a:pt x="11949" y="11308"/>
                        <a:pt x="11796" y="11195"/>
                        <a:pt x="11872" y="11195"/>
                      </a:cubicBezTo>
                      <a:cubicBezTo>
                        <a:pt x="11872" y="11195"/>
                        <a:pt x="11949" y="11138"/>
                        <a:pt x="11949" y="11138"/>
                      </a:cubicBezTo>
                      <a:cubicBezTo>
                        <a:pt x="12026" y="10941"/>
                        <a:pt x="12026" y="10941"/>
                        <a:pt x="12026" y="10941"/>
                      </a:cubicBezTo>
                      <a:cubicBezTo>
                        <a:pt x="12102" y="10772"/>
                        <a:pt x="12102" y="10772"/>
                        <a:pt x="12102" y="10772"/>
                      </a:cubicBezTo>
                      <a:cubicBezTo>
                        <a:pt x="11872" y="10687"/>
                        <a:pt x="11872" y="10687"/>
                        <a:pt x="11872" y="10687"/>
                      </a:cubicBezTo>
                      <a:cubicBezTo>
                        <a:pt x="11796" y="10631"/>
                        <a:pt x="11796" y="10631"/>
                        <a:pt x="11796" y="10631"/>
                      </a:cubicBezTo>
                      <a:cubicBezTo>
                        <a:pt x="11643" y="10574"/>
                        <a:pt x="11643" y="10574"/>
                        <a:pt x="11643" y="10574"/>
                      </a:cubicBezTo>
                      <a:cubicBezTo>
                        <a:pt x="11796" y="10405"/>
                        <a:pt x="11796" y="10405"/>
                        <a:pt x="11796" y="10405"/>
                      </a:cubicBezTo>
                      <a:cubicBezTo>
                        <a:pt x="12102" y="10405"/>
                        <a:pt x="12102" y="10405"/>
                        <a:pt x="12102" y="10405"/>
                      </a:cubicBezTo>
                      <a:cubicBezTo>
                        <a:pt x="12255" y="10321"/>
                        <a:pt x="12255" y="10321"/>
                        <a:pt x="12255" y="10321"/>
                      </a:cubicBezTo>
                      <a:cubicBezTo>
                        <a:pt x="12255" y="10321"/>
                        <a:pt x="12485" y="10264"/>
                        <a:pt x="12485" y="10236"/>
                      </a:cubicBezTo>
                      <a:cubicBezTo>
                        <a:pt x="12485" y="10236"/>
                        <a:pt x="12562" y="10123"/>
                        <a:pt x="12562" y="10123"/>
                      </a:cubicBezTo>
                      <a:cubicBezTo>
                        <a:pt x="12485" y="10039"/>
                        <a:pt x="12485" y="10039"/>
                        <a:pt x="12485" y="10039"/>
                      </a:cubicBezTo>
                      <a:cubicBezTo>
                        <a:pt x="12638" y="10067"/>
                        <a:pt x="12638" y="10067"/>
                        <a:pt x="12638" y="10067"/>
                      </a:cubicBezTo>
                      <a:cubicBezTo>
                        <a:pt x="12638" y="9982"/>
                        <a:pt x="12638" y="9982"/>
                        <a:pt x="12638" y="9982"/>
                      </a:cubicBezTo>
                      <a:cubicBezTo>
                        <a:pt x="12638" y="9982"/>
                        <a:pt x="12715" y="9898"/>
                        <a:pt x="12715" y="9898"/>
                      </a:cubicBezTo>
                      <a:cubicBezTo>
                        <a:pt x="12791" y="9898"/>
                        <a:pt x="12868" y="9869"/>
                        <a:pt x="12868" y="9869"/>
                      </a:cubicBezTo>
                      <a:cubicBezTo>
                        <a:pt x="12868" y="9869"/>
                        <a:pt x="13021" y="9757"/>
                        <a:pt x="13021" y="9757"/>
                      </a:cubicBezTo>
                      <a:cubicBezTo>
                        <a:pt x="13021" y="9757"/>
                        <a:pt x="13098" y="9785"/>
                        <a:pt x="13174" y="9757"/>
                      </a:cubicBezTo>
                      <a:cubicBezTo>
                        <a:pt x="13251" y="9728"/>
                        <a:pt x="13251" y="9728"/>
                        <a:pt x="13251" y="9700"/>
                      </a:cubicBezTo>
                      <a:cubicBezTo>
                        <a:pt x="13328" y="9644"/>
                        <a:pt x="13481" y="9531"/>
                        <a:pt x="13481" y="9531"/>
                      </a:cubicBezTo>
                      <a:cubicBezTo>
                        <a:pt x="13481" y="9531"/>
                        <a:pt x="13481" y="9503"/>
                        <a:pt x="13481" y="9475"/>
                      </a:cubicBezTo>
                      <a:cubicBezTo>
                        <a:pt x="13557" y="9475"/>
                        <a:pt x="13711" y="9475"/>
                        <a:pt x="13711" y="9446"/>
                      </a:cubicBezTo>
                      <a:cubicBezTo>
                        <a:pt x="13634" y="9418"/>
                        <a:pt x="13481" y="9334"/>
                        <a:pt x="13481" y="9334"/>
                      </a:cubicBezTo>
                      <a:cubicBezTo>
                        <a:pt x="13711" y="9249"/>
                        <a:pt x="13711" y="9249"/>
                        <a:pt x="13711" y="9249"/>
                      </a:cubicBezTo>
                      <a:cubicBezTo>
                        <a:pt x="13711" y="9249"/>
                        <a:pt x="13940" y="9164"/>
                        <a:pt x="13940" y="9164"/>
                      </a:cubicBezTo>
                      <a:cubicBezTo>
                        <a:pt x="13940" y="9193"/>
                        <a:pt x="14017" y="9193"/>
                        <a:pt x="14094" y="9164"/>
                      </a:cubicBezTo>
                      <a:cubicBezTo>
                        <a:pt x="14094" y="9164"/>
                        <a:pt x="14170" y="9136"/>
                        <a:pt x="14247" y="9108"/>
                      </a:cubicBezTo>
                      <a:cubicBezTo>
                        <a:pt x="14247" y="9108"/>
                        <a:pt x="14323" y="9080"/>
                        <a:pt x="14400" y="9080"/>
                      </a:cubicBezTo>
                      <a:cubicBezTo>
                        <a:pt x="14400" y="9052"/>
                        <a:pt x="14477" y="8995"/>
                        <a:pt x="14477" y="8967"/>
                      </a:cubicBezTo>
                      <a:cubicBezTo>
                        <a:pt x="14477" y="8967"/>
                        <a:pt x="14630" y="8826"/>
                        <a:pt x="14630" y="8826"/>
                      </a:cubicBezTo>
                      <a:cubicBezTo>
                        <a:pt x="14630" y="8742"/>
                        <a:pt x="14630" y="8742"/>
                        <a:pt x="14630" y="8742"/>
                      </a:cubicBezTo>
                      <a:cubicBezTo>
                        <a:pt x="14706" y="8713"/>
                        <a:pt x="14706" y="8713"/>
                        <a:pt x="14706" y="8713"/>
                      </a:cubicBezTo>
                      <a:cubicBezTo>
                        <a:pt x="14860" y="8657"/>
                        <a:pt x="14860" y="8657"/>
                        <a:pt x="14860" y="8657"/>
                      </a:cubicBezTo>
                      <a:cubicBezTo>
                        <a:pt x="14860" y="8657"/>
                        <a:pt x="15013" y="8629"/>
                        <a:pt x="15013" y="8657"/>
                      </a:cubicBezTo>
                      <a:cubicBezTo>
                        <a:pt x="15013" y="8657"/>
                        <a:pt x="14936" y="8713"/>
                        <a:pt x="14936" y="8713"/>
                      </a:cubicBezTo>
                      <a:cubicBezTo>
                        <a:pt x="15166" y="8713"/>
                        <a:pt x="15166" y="8713"/>
                        <a:pt x="15166" y="8713"/>
                      </a:cubicBezTo>
                      <a:cubicBezTo>
                        <a:pt x="15166" y="8713"/>
                        <a:pt x="15166" y="8657"/>
                        <a:pt x="15166" y="8685"/>
                      </a:cubicBezTo>
                      <a:cubicBezTo>
                        <a:pt x="15243" y="8685"/>
                        <a:pt x="15319" y="8713"/>
                        <a:pt x="15319" y="8713"/>
                      </a:cubicBezTo>
                      <a:cubicBezTo>
                        <a:pt x="15319" y="8685"/>
                        <a:pt x="15396" y="8629"/>
                        <a:pt x="15396" y="8629"/>
                      </a:cubicBezTo>
                      <a:cubicBezTo>
                        <a:pt x="15396" y="8544"/>
                        <a:pt x="15396" y="8544"/>
                        <a:pt x="15396" y="8544"/>
                      </a:cubicBezTo>
                      <a:cubicBezTo>
                        <a:pt x="15396" y="8544"/>
                        <a:pt x="15549" y="8488"/>
                        <a:pt x="15626" y="8460"/>
                      </a:cubicBezTo>
                      <a:cubicBezTo>
                        <a:pt x="15626" y="8431"/>
                        <a:pt x="15855" y="8347"/>
                        <a:pt x="15855" y="8347"/>
                      </a:cubicBezTo>
                      <a:cubicBezTo>
                        <a:pt x="16085" y="8319"/>
                        <a:pt x="16085" y="8319"/>
                        <a:pt x="16085" y="8319"/>
                      </a:cubicBezTo>
                      <a:cubicBezTo>
                        <a:pt x="16085" y="8319"/>
                        <a:pt x="16162" y="8290"/>
                        <a:pt x="16238" y="8290"/>
                      </a:cubicBezTo>
                      <a:cubicBezTo>
                        <a:pt x="16238" y="8290"/>
                        <a:pt x="16468" y="8178"/>
                        <a:pt x="16468" y="8178"/>
                      </a:cubicBezTo>
                      <a:cubicBezTo>
                        <a:pt x="16468" y="8178"/>
                        <a:pt x="16468" y="8149"/>
                        <a:pt x="16545" y="8121"/>
                      </a:cubicBezTo>
                      <a:cubicBezTo>
                        <a:pt x="16545" y="8093"/>
                        <a:pt x="16698" y="8093"/>
                        <a:pt x="16698" y="8065"/>
                      </a:cubicBezTo>
                      <a:cubicBezTo>
                        <a:pt x="16774" y="8065"/>
                        <a:pt x="16928" y="7924"/>
                        <a:pt x="16928" y="7924"/>
                      </a:cubicBezTo>
                      <a:cubicBezTo>
                        <a:pt x="16928" y="7924"/>
                        <a:pt x="17004" y="7924"/>
                        <a:pt x="17004" y="7896"/>
                      </a:cubicBezTo>
                      <a:cubicBezTo>
                        <a:pt x="17004" y="7839"/>
                        <a:pt x="17081" y="7783"/>
                        <a:pt x="17081" y="7783"/>
                      </a:cubicBezTo>
                      <a:cubicBezTo>
                        <a:pt x="17234" y="7670"/>
                        <a:pt x="17234" y="7670"/>
                        <a:pt x="17234" y="7670"/>
                      </a:cubicBezTo>
                      <a:cubicBezTo>
                        <a:pt x="17234" y="7501"/>
                        <a:pt x="17234" y="7501"/>
                        <a:pt x="17234" y="7501"/>
                      </a:cubicBezTo>
                      <a:cubicBezTo>
                        <a:pt x="17387" y="7360"/>
                        <a:pt x="17387" y="7360"/>
                        <a:pt x="17387" y="7360"/>
                      </a:cubicBezTo>
                      <a:cubicBezTo>
                        <a:pt x="17387" y="7360"/>
                        <a:pt x="17464" y="7332"/>
                        <a:pt x="17464" y="7303"/>
                      </a:cubicBezTo>
                      <a:cubicBezTo>
                        <a:pt x="17540" y="7303"/>
                        <a:pt x="17617" y="7219"/>
                        <a:pt x="17617" y="7219"/>
                      </a:cubicBezTo>
                      <a:cubicBezTo>
                        <a:pt x="17617" y="7219"/>
                        <a:pt x="17847" y="7106"/>
                        <a:pt x="17847" y="7106"/>
                      </a:cubicBezTo>
                      <a:cubicBezTo>
                        <a:pt x="17847" y="7106"/>
                        <a:pt x="17923" y="7021"/>
                        <a:pt x="17923" y="6993"/>
                      </a:cubicBezTo>
                      <a:cubicBezTo>
                        <a:pt x="18000" y="6993"/>
                        <a:pt x="18000" y="6993"/>
                        <a:pt x="18000" y="6993"/>
                      </a:cubicBezTo>
                      <a:cubicBezTo>
                        <a:pt x="18000" y="6909"/>
                        <a:pt x="18000" y="6909"/>
                        <a:pt x="18000" y="6909"/>
                      </a:cubicBezTo>
                      <a:cubicBezTo>
                        <a:pt x="17847" y="6796"/>
                        <a:pt x="17847" y="6796"/>
                        <a:pt x="17847" y="6796"/>
                      </a:cubicBezTo>
                      <a:cubicBezTo>
                        <a:pt x="17540" y="6711"/>
                        <a:pt x="17540" y="6711"/>
                        <a:pt x="17540" y="6711"/>
                      </a:cubicBezTo>
                      <a:cubicBezTo>
                        <a:pt x="17311" y="6711"/>
                        <a:pt x="17311" y="6711"/>
                        <a:pt x="17311" y="6711"/>
                      </a:cubicBezTo>
                      <a:cubicBezTo>
                        <a:pt x="17157" y="6655"/>
                        <a:pt x="17157" y="6655"/>
                        <a:pt x="17157" y="6655"/>
                      </a:cubicBezTo>
                      <a:cubicBezTo>
                        <a:pt x="17234" y="6598"/>
                        <a:pt x="17234" y="6598"/>
                        <a:pt x="17234" y="6598"/>
                      </a:cubicBezTo>
                      <a:cubicBezTo>
                        <a:pt x="17081" y="6514"/>
                        <a:pt x="17081" y="6514"/>
                        <a:pt x="17081" y="6514"/>
                      </a:cubicBezTo>
                      <a:cubicBezTo>
                        <a:pt x="17004" y="6457"/>
                        <a:pt x="17004" y="6457"/>
                        <a:pt x="17004" y="6457"/>
                      </a:cubicBezTo>
                      <a:cubicBezTo>
                        <a:pt x="16851" y="6401"/>
                        <a:pt x="16851" y="6401"/>
                        <a:pt x="16851" y="6401"/>
                      </a:cubicBezTo>
                      <a:cubicBezTo>
                        <a:pt x="16851" y="6401"/>
                        <a:pt x="17004" y="6316"/>
                        <a:pt x="17004" y="6316"/>
                      </a:cubicBezTo>
                      <a:cubicBezTo>
                        <a:pt x="17004" y="6316"/>
                        <a:pt x="17081" y="6288"/>
                        <a:pt x="17081" y="6260"/>
                      </a:cubicBezTo>
                      <a:cubicBezTo>
                        <a:pt x="17081" y="6260"/>
                        <a:pt x="17234" y="6175"/>
                        <a:pt x="17234" y="6175"/>
                      </a:cubicBezTo>
                      <a:cubicBezTo>
                        <a:pt x="17234" y="6175"/>
                        <a:pt x="17387" y="6091"/>
                        <a:pt x="17387" y="6091"/>
                      </a:cubicBezTo>
                      <a:cubicBezTo>
                        <a:pt x="17387" y="6091"/>
                        <a:pt x="17464" y="6063"/>
                        <a:pt x="17464" y="6034"/>
                      </a:cubicBezTo>
                      <a:cubicBezTo>
                        <a:pt x="17464" y="6006"/>
                        <a:pt x="17387" y="5893"/>
                        <a:pt x="17387" y="5893"/>
                      </a:cubicBezTo>
                      <a:cubicBezTo>
                        <a:pt x="17387" y="5893"/>
                        <a:pt x="17387" y="5809"/>
                        <a:pt x="17464" y="5809"/>
                      </a:cubicBezTo>
                      <a:cubicBezTo>
                        <a:pt x="17464" y="5781"/>
                        <a:pt x="17540" y="5752"/>
                        <a:pt x="17540" y="5752"/>
                      </a:cubicBezTo>
                      <a:cubicBezTo>
                        <a:pt x="17540" y="5752"/>
                        <a:pt x="17617" y="5752"/>
                        <a:pt x="17694" y="5781"/>
                      </a:cubicBezTo>
                      <a:cubicBezTo>
                        <a:pt x="17770" y="5781"/>
                        <a:pt x="17770" y="5724"/>
                        <a:pt x="17770" y="5724"/>
                      </a:cubicBezTo>
                      <a:cubicBezTo>
                        <a:pt x="17770" y="5724"/>
                        <a:pt x="17770" y="5640"/>
                        <a:pt x="17694" y="5640"/>
                      </a:cubicBezTo>
                      <a:cubicBezTo>
                        <a:pt x="17617" y="5640"/>
                        <a:pt x="17540" y="5583"/>
                        <a:pt x="17540" y="5583"/>
                      </a:cubicBezTo>
                      <a:cubicBezTo>
                        <a:pt x="17540" y="5583"/>
                        <a:pt x="17617" y="5555"/>
                        <a:pt x="17617" y="5555"/>
                      </a:cubicBezTo>
                      <a:cubicBezTo>
                        <a:pt x="17617" y="5527"/>
                        <a:pt x="17770" y="5499"/>
                        <a:pt x="17770" y="5499"/>
                      </a:cubicBezTo>
                      <a:cubicBezTo>
                        <a:pt x="18000" y="5470"/>
                        <a:pt x="18000" y="5470"/>
                        <a:pt x="18000" y="5470"/>
                      </a:cubicBezTo>
                      <a:cubicBezTo>
                        <a:pt x="17923" y="5386"/>
                        <a:pt x="17923" y="5386"/>
                        <a:pt x="17923" y="5386"/>
                      </a:cubicBezTo>
                      <a:cubicBezTo>
                        <a:pt x="17923" y="5301"/>
                        <a:pt x="17923" y="5301"/>
                        <a:pt x="17923" y="5301"/>
                      </a:cubicBezTo>
                      <a:cubicBezTo>
                        <a:pt x="17923" y="5301"/>
                        <a:pt x="18230" y="5330"/>
                        <a:pt x="18230" y="5330"/>
                      </a:cubicBezTo>
                      <a:cubicBezTo>
                        <a:pt x="18230" y="5358"/>
                        <a:pt x="18306" y="5414"/>
                        <a:pt x="18383" y="5414"/>
                      </a:cubicBezTo>
                      <a:cubicBezTo>
                        <a:pt x="18383" y="5386"/>
                        <a:pt x="18383" y="5330"/>
                        <a:pt x="18383" y="5330"/>
                      </a:cubicBezTo>
                      <a:cubicBezTo>
                        <a:pt x="18383" y="5330"/>
                        <a:pt x="18460" y="5245"/>
                        <a:pt x="18536" y="5273"/>
                      </a:cubicBezTo>
                      <a:cubicBezTo>
                        <a:pt x="18689" y="5301"/>
                        <a:pt x="18766" y="5245"/>
                        <a:pt x="18843" y="5245"/>
                      </a:cubicBezTo>
                      <a:cubicBezTo>
                        <a:pt x="18843" y="5217"/>
                        <a:pt x="18919" y="5160"/>
                        <a:pt x="18919" y="5160"/>
                      </a:cubicBezTo>
                      <a:cubicBezTo>
                        <a:pt x="18919" y="5160"/>
                        <a:pt x="18996" y="5076"/>
                        <a:pt x="18919" y="5048"/>
                      </a:cubicBezTo>
                      <a:cubicBezTo>
                        <a:pt x="18843" y="5048"/>
                        <a:pt x="18766" y="5048"/>
                        <a:pt x="18766" y="5019"/>
                      </a:cubicBezTo>
                      <a:cubicBezTo>
                        <a:pt x="18766" y="5019"/>
                        <a:pt x="18843" y="4963"/>
                        <a:pt x="18919" y="4963"/>
                      </a:cubicBezTo>
                      <a:cubicBezTo>
                        <a:pt x="18996" y="4963"/>
                        <a:pt x="18996" y="4963"/>
                        <a:pt x="19149" y="4935"/>
                      </a:cubicBezTo>
                      <a:cubicBezTo>
                        <a:pt x="19226" y="4907"/>
                        <a:pt x="19226" y="4878"/>
                        <a:pt x="19226" y="4878"/>
                      </a:cubicBezTo>
                      <a:cubicBezTo>
                        <a:pt x="19226" y="4878"/>
                        <a:pt x="19455" y="4850"/>
                        <a:pt x="19455" y="4850"/>
                      </a:cubicBezTo>
                      <a:cubicBezTo>
                        <a:pt x="19762" y="4794"/>
                        <a:pt x="19762" y="4794"/>
                        <a:pt x="19762" y="4794"/>
                      </a:cubicBezTo>
                      <a:cubicBezTo>
                        <a:pt x="19762" y="4737"/>
                        <a:pt x="19762" y="4737"/>
                        <a:pt x="19762" y="4737"/>
                      </a:cubicBezTo>
                      <a:cubicBezTo>
                        <a:pt x="19762" y="4737"/>
                        <a:pt x="19915" y="4737"/>
                        <a:pt x="19915" y="4737"/>
                      </a:cubicBezTo>
                      <a:cubicBezTo>
                        <a:pt x="19991" y="4737"/>
                        <a:pt x="20068" y="4766"/>
                        <a:pt x="20068" y="4766"/>
                      </a:cubicBezTo>
                      <a:cubicBezTo>
                        <a:pt x="20068" y="4766"/>
                        <a:pt x="20221" y="4766"/>
                        <a:pt x="20221" y="4766"/>
                      </a:cubicBezTo>
                      <a:cubicBezTo>
                        <a:pt x="20221" y="4737"/>
                        <a:pt x="20145" y="4709"/>
                        <a:pt x="20221" y="4709"/>
                      </a:cubicBezTo>
                      <a:cubicBezTo>
                        <a:pt x="20298" y="4737"/>
                        <a:pt x="20298" y="4737"/>
                        <a:pt x="20298" y="4766"/>
                      </a:cubicBezTo>
                      <a:cubicBezTo>
                        <a:pt x="20374" y="4766"/>
                        <a:pt x="20374" y="4766"/>
                        <a:pt x="20374" y="4766"/>
                      </a:cubicBezTo>
                      <a:cubicBezTo>
                        <a:pt x="20451" y="4766"/>
                        <a:pt x="20528" y="4794"/>
                        <a:pt x="20604" y="4822"/>
                      </a:cubicBezTo>
                      <a:cubicBezTo>
                        <a:pt x="20604" y="4822"/>
                        <a:pt x="20604" y="4850"/>
                        <a:pt x="20604" y="4878"/>
                      </a:cubicBezTo>
                      <a:cubicBezTo>
                        <a:pt x="20604" y="4907"/>
                        <a:pt x="20604" y="4907"/>
                        <a:pt x="20604" y="4935"/>
                      </a:cubicBezTo>
                      <a:cubicBezTo>
                        <a:pt x="20604" y="4963"/>
                        <a:pt x="20604" y="4963"/>
                        <a:pt x="20604" y="4963"/>
                      </a:cubicBezTo>
                      <a:cubicBezTo>
                        <a:pt x="20604" y="4963"/>
                        <a:pt x="20834" y="5019"/>
                        <a:pt x="20834" y="4991"/>
                      </a:cubicBezTo>
                      <a:cubicBezTo>
                        <a:pt x="20834" y="4963"/>
                        <a:pt x="20834" y="4991"/>
                        <a:pt x="20834" y="4935"/>
                      </a:cubicBezTo>
                      <a:cubicBezTo>
                        <a:pt x="20757" y="4907"/>
                        <a:pt x="20834" y="4878"/>
                        <a:pt x="20834" y="4850"/>
                      </a:cubicBezTo>
                      <a:cubicBezTo>
                        <a:pt x="20757" y="4822"/>
                        <a:pt x="20681" y="4766"/>
                        <a:pt x="20681" y="4737"/>
                      </a:cubicBezTo>
                      <a:cubicBezTo>
                        <a:pt x="20681" y="4737"/>
                        <a:pt x="20757" y="4709"/>
                        <a:pt x="20834" y="4709"/>
                      </a:cubicBezTo>
                      <a:cubicBezTo>
                        <a:pt x="20911" y="4709"/>
                        <a:pt x="20834" y="4681"/>
                        <a:pt x="20911" y="4709"/>
                      </a:cubicBezTo>
                      <a:cubicBezTo>
                        <a:pt x="20987" y="4737"/>
                        <a:pt x="20987" y="4766"/>
                        <a:pt x="21064" y="4766"/>
                      </a:cubicBezTo>
                      <a:cubicBezTo>
                        <a:pt x="21140" y="4766"/>
                        <a:pt x="21140" y="4766"/>
                        <a:pt x="21140" y="4766"/>
                      </a:cubicBezTo>
                      <a:cubicBezTo>
                        <a:pt x="21140" y="4794"/>
                        <a:pt x="21217" y="4822"/>
                        <a:pt x="21217" y="4850"/>
                      </a:cubicBezTo>
                      <a:cubicBezTo>
                        <a:pt x="21217" y="4878"/>
                        <a:pt x="21217" y="4878"/>
                        <a:pt x="21217" y="4907"/>
                      </a:cubicBezTo>
                      <a:cubicBezTo>
                        <a:pt x="21217" y="4907"/>
                        <a:pt x="21370" y="4991"/>
                        <a:pt x="21370" y="4991"/>
                      </a:cubicBezTo>
                      <a:cubicBezTo>
                        <a:pt x="21370" y="4991"/>
                        <a:pt x="21523" y="4935"/>
                        <a:pt x="21523" y="4935"/>
                      </a:cubicBezTo>
                      <a:cubicBezTo>
                        <a:pt x="21523" y="4907"/>
                        <a:pt x="21523" y="4878"/>
                        <a:pt x="21523" y="4878"/>
                      </a:cubicBezTo>
                      <a:cubicBezTo>
                        <a:pt x="21523" y="4850"/>
                        <a:pt x="21523" y="4822"/>
                        <a:pt x="21523" y="4822"/>
                      </a:cubicBezTo>
                      <a:cubicBezTo>
                        <a:pt x="21523" y="4794"/>
                        <a:pt x="21294" y="4709"/>
                        <a:pt x="21294" y="4709"/>
                      </a:cubicBezTo>
                      <a:cubicBezTo>
                        <a:pt x="21294" y="4709"/>
                        <a:pt x="21294" y="4681"/>
                        <a:pt x="21370" y="4653"/>
                      </a:cubicBezTo>
                      <a:cubicBezTo>
                        <a:pt x="21370" y="4653"/>
                        <a:pt x="21447" y="4625"/>
                        <a:pt x="21600" y="4596"/>
                      </a:cubicBezTo>
                      <a:cubicBezTo>
                        <a:pt x="21140" y="4230"/>
                        <a:pt x="21140" y="4230"/>
                        <a:pt x="21140" y="4230"/>
                      </a:cubicBezTo>
                      <a:cubicBezTo>
                        <a:pt x="20681" y="4145"/>
                        <a:pt x="20681" y="4145"/>
                        <a:pt x="20681" y="4145"/>
                      </a:cubicBezTo>
                      <a:cubicBezTo>
                        <a:pt x="20374" y="4032"/>
                        <a:pt x="20374" y="4032"/>
                        <a:pt x="20374" y="4032"/>
                      </a:cubicBezTo>
                      <a:cubicBezTo>
                        <a:pt x="20374" y="3891"/>
                        <a:pt x="20374" y="3891"/>
                        <a:pt x="20374" y="3891"/>
                      </a:cubicBezTo>
                      <a:cubicBezTo>
                        <a:pt x="20145" y="3779"/>
                        <a:pt x="20145" y="3779"/>
                        <a:pt x="20145" y="3779"/>
                      </a:cubicBezTo>
                      <a:cubicBezTo>
                        <a:pt x="20145" y="3779"/>
                        <a:pt x="20221" y="3694"/>
                        <a:pt x="20221" y="3666"/>
                      </a:cubicBezTo>
                      <a:cubicBezTo>
                        <a:pt x="20298" y="3638"/>
                        <a:pt x="20451" y="3497"/>
                        <a:pt x="20451" y="3497"/>
                      </a:cubicBezTo>
                      <a:cubicBezTo>
                        <a:pt x="20451" y="3497"/>
                        <a:pt x="20374" y="3384"/>
                        <a:pt x="20374" y="3356"/>
                      </a:cubicBezTo>
                      <a:cubicBezTo>
                        <a:pt x="20374" y="3327"/>
                        <a:pt x="20451" y="3186"/>
                        <a:pt x="20451" y="3186"/>
                      </a:cubicBezTo>
                      <a:cubicBezTo>
                        <a:pt x="20374" y="3045"/>
                        <a:pt x="20374" y="3045"/>
                        <a:pt x="20374" y="3045"/>
                      </a:cubicBezTo>
                      <a:cubicBezTo>
                        <a:pt x="19455" y="2651"/>
                        <a:pt x="19455" y="2651"/>
                        <a:pt x="19455" y="2651"/>
                      </a:cubicBezTo>
                      <a:cubicBezTo>
                        <a:pt x="19532" y="2481"/>
                        <a:pt x="19532" y="2481"/>
                        <a:pt x="19532" y="2481"/>
                      </a:cubicBezTo>
                      <a:cubicBezTo>
                        <a:pt x="19532" y="2481"/>
                        <a:pt x="19532" y="2481"/>
                        <a:pt x="19532" y="2481"/>
                      </a:cubicBezTo>
                      <a:close/>
                      <a:moveTo>
                        <a:pt x="12638" y="20021"/>
                      </a:moveTo>
                      <a:cubicBezTo>
                        <a:pt x="12638" y="20021"/>
                        <a:pt x="12638" y="20021"/>
                        <a:pt x="12638" y="20021"/>
                      </a:cubicBezTo>
                      <a:cubicBezTo>
                        <a:pt x="12715" y="19795"/>
                        <a:pt x="12715" y="19795"/>
                        <a:pt x="12715" y="19795"/>
                      </a:cubicBezTo>
                      <a:cubicBezTo>
                        <a:pt x="12715" y="19795"/>
                        <a:pt x="12562" y="19711"/>
                        <a:pt x="12562" y="19711"/>
                      </a:cubicBezTo>
                      <a:cubicBezTo>
                        <a:pt x="12562" y="19683"/>
                        <a:pt x="12485" y="19626"/>
                        <a:pt x="12485" y="19542"/>
                      </a:cubicBezTo>
                      <a:cubicBezTo>
                        <a:pt x="12562" y="19457"/>
                        <a:pt x="12562" y="19429"/>
                        <a:pt x="12638" y="19372"/>
                      </a:cubicBezTo>
                      <a:cubicBezTo>
                        <a:pt x="12638" y="19316"/>
                        <a:pt x="12791" y="19288"/>
                        <a:pt x="12791" y="19231"/>
                      </a:cubicBezTo>
                      <a:cubicBezTo>
                        <a:pt x="12791" y="19147"/>
                        <a:pt x="12791" y="19119"/>
                        <a:pt x="12868" y="19062"/>
                      </a:cubicBezTo>
                      <a:cubicBezTo>
                        <a:pt x="12868" y="19006"/>
                        <a:pt x="12945" y="18949"/>
                        <a:pt x="13021" y="18949"/>
                      </a:cubicBezTo>
                      <a:cubicBezTo>
                        <a:pt x="13021" y="18921"/>
                        <a:pt x="13174" y="18808"/>
                        <a:pt x="13174" y="18808"/>
                      </a:cubicBezTo>
                      <a:cubicBezTo>
                        <a:pt x="13251" y="18667"/>
                        <a:pt x="13251" y="18667"/>
                        <a:pt x="13251" y="18667"/>
                      </a:cubicBezTo>
                      <a:cubicBezTo>
                        <a:pt x="13251" y="18667"/>
                        <a:pt x="13404" y="18526"/>
                        <a:pt x="13404" y="18498"/>
                      </a:cubicBezTo>
                      <a:cubicBezTo>
                        <a:pt x="13404" y="18470"/>
                        <a:pt x="13328" y="18357"/>
                        <a:pt x="13328" y="18329"/>
                      </a:cubicBezTo>
                      <a:cubicBezTo>
                        <a:pt x="13404" y="18301"/>
                        <a:pt x="13557" y="18244"/>
                        <a:pt x="13557" y="18244"/>
                      </a:cubicBezTo>
                      <a:cubicBezTo>
                        <a:pt x="13787" y="18244"/>
                        <a:pt x="13787" y="18244"/>
                        <a:pt x="13787" y="18244"/>
                      </a:cubicBezTo>
                      <a:cubicBezTo>
                        <a:pt x="13787" y="18244"/>
                        <a:pt x="13787" y="18329"/>
                        <a:pt x="13711" y="18357"/>
                      </a:cubicBezTo>
                      <a:cubicBezTo>
                        <a:pt x="13634" y="18357"/>
                        <a:pt x="13557" y="18385"/>
                        <a:pt x="13557" y="18385"/>
                      </a:cubicBezTo>
                      <a:cubicBezTo>
                        <a:pt x="13557" y="18414"/>
                        <a:pt x="13711" y="18470"/>
                        <a:pt x="13711" y="18470"/>
                      </a:cubicBezTo>
                      <a:cubicBezTo>
                        <a:pt x="13711" y="18583"/>
                        <a:pt x="13711" y="18583"/>
                        <a:pt x="13711" y="18583"/>
                      </a:cubicBezTo>
                      <a:cubicBezTo>
                        <a:pt x="13557" y="18696"/>
                        <a:pt x="13557" y="18696"/>
                        <a:pt x="13557" y="18696"/>
                      </a:cubicBezTo>
                      <a:cubicBezTo>
                        <a:pt x="13404" y="18837"/>
                        <a:pt x="13404" y="18837"/>
                        <a:pt x="13404" y="18837"/>
                      </a:cubicBezTo>
                      <a:cubicBezTo>
                        <a:pt x="13404" y="18978"/>
                        <a:pt x="13404" y="18978"/>
                        <a:pt x="13404" y="18978"/>
                      </a:cubicBezTo>
                      <a:cubicBezTo>
                        <a:pt x="13328" y="19062"/>
                        <a:pt x="13328" y="19062"/>
                        <a:pt x="13328" y="19062"/>
                      </a:cubicBezTo>
                      <a:cubicBezTo>
                        <a:pt x="13251" y="19147"/>
                        <a:pt x="13251" y="19147"/>
                        <a:pt x="13251" y="19147"/>
                      </a:cubicBezTo>
                      <a:cubicBezTo>
                        <a:pt x="13098" y="19316"/>
                        <a:pt x="13098" y="19316"/>
                        <a:pt x="13098" y="19316"/>
                      </a:cubicBezTo>
                      <a:cubicBezTo>
                        <a:pt x="13174" y="19457"/>
                        <a:pt x="13174" y="19457"/>
                        <a:pt x="13174" y="19457"/>
                      </a:cubicBezTo>
                      <a:cubicBezTo>
                        <a:pt x="12945" y="19626"/>
                        <a:pt x="12945" y="19626"/>
                        <a:pt x="12945" y="19626"/>
                      </a:cubicBezTo>
                      <a:cubicBezTo>
                        <a:pt x="12945" y="19626"/>
                        <a:pt x="12945" y="19711"/>
                        <a:pt x="12945" y="19739"/>
                      </a:cubicBezTo>
                      <a:cubicBezTo>
                        <a:pt x="12945" y="19767"/>
                        <a:pt x="12945" y="19936"/>
                        <a:pt x="12945" y="19936"/>
                      </a:cubicBezTo>
                      <a:cubicBezTo>
                        <a:pt x="12945" y="19936"/>
                        <a:pt x="12945" y="20021"/>
                        <a:pt x="12868" y="20021"/>
                      </a:cubicBezTo>
                      <a:cubicBezTo>
                        <a:pt x="12791" y="20021"/>
                        <a:pt x="12638" y="20021"/>
                        <a:pt x="12638" y="20021"/>
                      </a:cubicBezTo>
                      <a:close/>
                      <a:moveTo>
                        <a:pt x="15779" y="18301"/>
                      </a:moveTo>
                      <a:cubicBezTo>
                        <a:pt x="15779" y="18301"/>
                        <a:pt x="15779" y="18301"/>
                        <a:pt x="15779" y="18301"/>
                      </a:cubicBezTo>
                      <a:cubicBezTo>
                        <a:pt x="15702" y="18244"/>
                        <a:pt x="15702" y="18244"/>
                        <a:pt x="15702" y="18244"/>
                      </a:cubicBezTo>
                      <a:cubicBezTo>
                        <a:pt x="15932" y="18216"/>
                        <a:pt x="15932" y="18216"/>
                        <a:pt x="15932" y="18216"/>
                      </a:cubicBezTo>
                      <a:cubicBezTo>
                        <a:pt x="15932" y="18216"/>
                        <a:pt x="15855" y="18103"/>
                        <a:pt x="15855" y="18075"/>
                      </a:cubicBezTo>
                      <a:cubicBezTo>
                        <a:pt x="15855" y="18047"/>
                        <a:pt x="15779" y="18075"/>
                        <a:pt x="15702" y="18019"/>
                      </a:cubicBezTo>
                      <a:cubicBezTo>
                        <a:pt x="15626" y="17991"/>
                        <a:pt x="15626" y="17906"/>
                        <a:pt x="15626" y="17906"/>
                      </a:cubicBezTo>
                      <a:cubicBezTo>
                        <a:pt x="15626" y="17878"/>
                        <a:pt x="15702" y="17793"/>
                        <a:pt x="15702" y="17793"/>
                      </a:cubicBezTo>
                      <a:cubicBezTo>
                        <a:pt x="15702" y="17793"/>
                        <a:pt x="15932" y="17680"/>
                        <a:pt x="16085" y="17624"/>
                      </a:cubicBezTo>
                      <a:cubicBezTo>
                        <a:pt x="16315" y="17539"/>
                        <a:pt x="16238" y="17539"/>
                        <a:pt x="16238" y="17483"/>
                      </a:cubicBezTo>
                      <a:cubicBezTo>
                        <a:pt x="16162" y="17455"/>
                        <a:pt x="16315" y="17427"/>
                        <a:pt x="16315" y="17427"/>
                      </a:cubicBezTo>
                      <a:cubicBezTo>
                        <a:pt x="16545" y="17342"/>
                        <a:pt x="16545" y="17342"/>
                        <a:pt x="16545" y="17342"/>
                      </a:cubicBezTo>
                      <a:cubicBezTo>
                        <a:pt x="16698" y="17201"/>
                        <a:pt x="16698" y="17201"/>
                        <a:pt x="16698" y="17201"/>
                      </a:cubicBezTo>
                      <a:cubicBezTo>
                        <a:pt x="16698" y="17201"/>
                        <a:pt x="16928" y="17286"/>
                        <a:pt x="16928" y="17286"/>
                      </a:cubicBezTo>
                      <a:cubicBezTo>
                        <a:pt x="17004" y="17286"/>
                        <a:pt x="17004" y="17257"/>
                        <a:pt x="17004" y="17229"/>
                      </a:cubicBezTo>
                      <a:cubicBezTo>
                        <a:pt x="17004" y="17201"/>
                        <a:pt x="17157" y="17201"/>
                        <a:pt x="17157" y="17201"/>
                      </a:cubicBezTo>
                      <a:cubicBezTo>
                        <a:pt x="17234" y="17201"/>
                        <a:pt x="17464" y="17173"/>
                        <a:pt x="17464" y="17173"/>
                      </a:cubicBezTo>
                      <a:cubicBezTo>
                        <a:pt x="17540" y="17116"/>
                        <a:pt x="17540" y="17116"/>
                        <a:pt x="17540" y="17116"/>
                      </a:cubicBezTo>
                      <a:cubicBezTo>
                        <a:pt x="17540" y="17116"/>
                        <a:pt x="17847" y="17088"/>
                        <a:pt x="18000" y="17116"/>
                      </a:cubicBezTo>
                      <a:cubicBezTo>
                        <a:pt x="18077" y="17145"/>
                        <a:pt x="17923" y="17145"/>
                        <a:pt x="17923" y="17173"/>
                      </a:cubicBezTo>
                      <a:cubicBezTo>
                        <a:pt x="17923" y="17201"/>
                        <a:pt x="17923" y="17201"/>
                        <a:pt x="17923" y="17229"/>
                      </a:cubicBezTo>
                      <a:cubicBezTo>
                        <a:pt x="17923" y="17257"/>
                        <a:pt x="17847" y="17286"/>
                        <a:pt x="17617" y="17286"/>
                      </a:cubicBezTo>
                      <a:cubicBezTo>
                        <a:pt x="17387" y="17314"/>
                        <a:pt x="17540" y="17370"/>
                        <a:pt x="17540" y="17370"/>
                      </a:cubicBezTo>
                      <a:cubicBezTo>
                        <a:pt x="17540" y="17370"/>
                        <a:pt x="17540" y="17483"/>
                        <a:pt x="17540" y="17483"/>
                      </a:cubicBezTo>
                      <a:cubicBezTo>
                        <a:pt x="17464" y="17511"/>
                        <a:pt x="17311" y="17568"/>
                        <a:pt x="17157" y="17568"/>
                      </a:cubicBezTo>
                      <a:cubicBezTo>
                        <a:pt x="17081" y="17596"/>
                        <a:pt x="17081" y="17652"/>
                        <a:pt x="17081" y="17652"/>
                      </a:cubicBezTo>
                      <a:cubicBezTo>
                        <a:pt x="17081" y="17680"/>
                        <a:pt x="17157" y="17737"/>
                        <a:pt x="17157" y="17793"/>
                      </a:cubicBezTo>
                      <a:cubicBezTo>
                        <a:pt x="17157" y="17821"/>
                        <a:pt x="17157" y="17821"/>
                        <a:pt x="17234" y="17878"/>
                      </a:cubicBezTo>
                      <a:cubicBezTo>
                        <a:pt x="17234" y="17906"/>
                        <a:pt x="17387" y="17906"/>
                        <a:pt x="17464" y="17906"/>
                      </a:cubicBezTo>
                      <a:cubicBezTo>
                        <a:pt x="17464" y="17934"/>
                        <a:pt x="17617" y="17991"/>
                        <a:pt x="17540" y="18019"/>
                      </a:cubicBezTo>
                      <a:cubicBezTo>
                        <a:pt x="17464" y="18047"/>
                        <a:pt x="17387" y="18075"/>
                        <a:pt x="17311" y="18075"/>
                      </a:cubicBezTo>
                      <a:cubicBezTo>
                        <a:pt x="17311" y="18103"/>
                        <a:pt x="17157" y="18188"/>
                        <a:pt x="17157" y="18188"/>
                      </a:cubicBezTo>
                      <a:cubicBezTo>
                        <a:pt x="17157" y="18188"/>
                        <a:pt x="17234" y="18244"/>
                        <a:pt x="17157" y="18301"/>
                      </a:cubicBezTo>
                      <a:cubicBezTo>
                        <a:pt x="17157" y="18357"/>
                        <a:pt x="17004" y="18329"/>
                        <a:pt x="16928" y="18357"/>
                      </a:cubicBezTo>
                      <a:cubicBezTo>
                        <a:pt x="16928" y="18357"/>
                        <a:pt x="16698" y="18442"/>
                        <a:pt x="16698" y="18442"/>
                      </a:cubicBezTo>
                      <a:cubicBezTo>
                        <a:pt x="16621" y="18442"/>
                        <a:pt x="16545" y="18555"/>
                        <a:pt x="16545" y="18611"/>
                      </a:cubicBezTo>
                      <a:cubicBezTo>
                        <a:pt x="16545" y="18639"/>
                        <a:pt x="16545" y="18696"/>
                        <a:pt x="16545" y="18724"/>
                      </a:cubicBezTo>
                      <a:cubicBezTo>
                        <a:pt x="16545" y="18752"/>
                        <a:pt x="16545" y="18724"/>
                        <a:pt x="16391" y="18808"/>
                      </a:cubicBezTo>
                      <a:cubicBezTo>
                        <a:pt x="16162" y="18893"/>
                        <a:pt x="16238" y="18837"/>
                        <a:pt x="16009" y="18808"/>
                      </a:cubicBezTo>
                      <a:cubicBezTo>
                        <a:pt x="15702" y="18808"/>
                        <a:pt x="16009" y="18780"/>
                        <a:pt x="16085" y="18724"/>
                      </a:cubicBezTo>
                      <a:cubicBezTo>
                        <a:pt x="16162" y="18667"/>
                        <a:pt x="16238" y="18611"/>
                        <a:pt x="16238" y="18611"/>
                      </a:cubicBezTo>
                      <a:cubicBezTo>
                        <a:pt x="16162" y="18498"/>
                        <a:pt x="16162" y="18498"/>
                        <a:pt x="16162" y="18498"/>
                      </a:cubicBezTo>
                      <a:cubicBezTo>
                        <a:pt x="16009" y="18414"/>
                        <a:pt x="16009" y="18414"/>
                        <a:pt x="16009" y="18414"/>
                      </a:cubicBezTo>
                      <a:lnTo>
                        <a:pt x="15779" y="18301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46" name="Shape">
                  <a:extLst>
                    <a:ext uri="{FF2B5EF4-FFF2-40B4-BE49-F238E27FC236}">
                      <a16:creationId xmlns:a16="http://schemas.microsoft.com/office/drawing/2014/main" id="{C6430441-F0C4-4786-9436-ABE7DE483472}"/>
                    </a:ext>
                  </a:extLst>
                </p:cNvPr>
                <p:cNvSpPr/>
                <p:nvPr/>
              </p:nvSpPr>
              <p:spPr>
                <a:xfrm>
                  <a:off x="2608223" y="411584"/>
                  <a:ext cx="1863976" cy="25630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96" h="21580" extrusionOk="0">
                      <a:moveTo>
                        <a:pt x="14815" y="1620"/>
                      </a:moveTo>
                      <a:cubicBezTo>
                        <a:pt x="14735" y="1620"/>
                        <a:pt x="14614" y="1648"/>
                        <a:pt x="14614" y="1592"/>
                      </a:cubicBezTo>
                      <a:cubicBezTo>
                        <a:pt x="14614" y="1563"/>
                        <a:pt x="14494" y="1478"/>
                        <a:pt x="14494" y="1478"/>
                      </a:cubicBezTo>
                      <a:cubicBezTo>
                        <a:pt x="14494" y="1449"/>
                        <a:pt x="14414" y="1393"/>
                        <a:pt x="14534" y="1364"/>
                      </a:cubicBezTo>
                      <a:cubicBezTo>
                        <a:pt x="14614" y="1307"/>
                        <a:pt x="14895" y="1222"/>
                        <a:pt x="14935" y="1222"/>
                      </a:cubicBezTo>
                      <a:cubicBezTo>
                        <a:pt x="14935" y="1222"/>
                        <a:pt x="15056" y="1080"/>
                        <a:pt x="15096" y="1052"/>
                      </a:cubicBezTo>
                      <a:cubicBezTo>
                        <a:pt x="15136" y="1052"/>
                        <a:pt x="15377" y="1052"/>
                        <a:pt x="15377" y="1052"/>
                      </a:cubicBezTo>
                      <a:cubicBezTo>
                        <a:pt x="15377" y="1052"/>
                        <a:pt x="15417" y="1080"/>
                        <a:pt x="15498" y="1080"/>
                      </a:cubicBezTo>
                      <a:cubicBezTo>
                        <a:pt x="15578" y="1108"/>
                        <a:pt x="15738" y="1023"/>
                        <a:pt x="15658" y="1108"/>
                      </a:cubicBezTo>
                      <a:cubicBezTo>
                        <a:pt x="15538" y="1165"/>
                        <a:pt x="15498" y="1194"/>
                        <a:pt x="15457" y="1194"/>
                      </a:cubicBezTo>
                      <a:cubicBezTo>
                        <a:pt x="15417" y="1222"/>
                        <a:pt x="15217" y="1336"/>
                        <a:pt x="15217" y="1393"/>
                      </a:cubicBezTo>
                      <a:cubicBezTo>
                        <a:pt x="15176" y="1449"/>
                        <a:pt x="15217" y="1449"/>
                        <a:pt x="15176" y="1478"/>
                      </a:cubicBezTo>
                      <a:cubicBezTo>
                        <a:pt x="15096" y="1506"/>
                        <a:pt x="14855" y="1592"/>
                        <a:pt x="14815" y="1620"/>
                      </a:cubicBezTo>
                      <a:close/>
                      <a:moveTo>
                        <a:pt x="15337" y="1734"/>
                      </a:moveTo>
                      <a:cubicBezTo>
                        <a:pt x="15337" y="1734"/>
                        <a:pt x="15337" y="1734"/>
                        <a:pt x="15337" y="1734"/>
                      </a:cubicBezTo>
                      <a:cubicBezTo>
                        <a:pt x="15337" y="1734"/>
                        <a:pt x="15457" y="1762"/>
                        <a:pt x="15457" y="1734"/>
                      </a:cubicBezTo>
                      <a:cubicBezTo>
                        <a:pt x="15457" y="1734"/>
                        <a:pt x="15498" y="1677"/>
                        <a:pt x="15498" y="1592"/>
                      </a:cubicBezTo>
                      <a:cubicBezTo>
                        <a:pt x="15538" y="1506"/>
                        <a:pt x="15618" y="1506"/>
                        <a:pt x="15658" y="1478"/>
                      </a:cubicBezTo>
                      <a:cubicBezTo>
                        <a:pt x="15698" y="1449"/>
                        <a:pt x="15658" y="1449"/>
                        <a:pt x="15698" y="1393"/>
                      </a:cubicBezTo>
                      <a:cubicBezTo>
                        <a:pt x="15698" y="1336"/>
                        <a:pt x="15658" y="1336"/>
                        <a:pt x="15578" y="1307"/>
                      </a:cubicBezTo>
                      <a:cubicBezTo>
                        <a:pt x="15457" y="1307"/>
                        <a:pt x="15457" y="1364"/>
                        <a:pt x="15377" y="1364"/>
                      </a:cubicBezTo>
                      <a:cubicBezTo>
                        <a:pt x="15337" y="1393"/>
                        <a:pt x="15337" y="1449"/>
                        <a:pt x="15377" y="1478"/>
                      </a:cubicBezTo>
                      <a:cubicBezTo>
                        <a:pt x="15377" y="1506"/>
                        <a:pt x="15297" y="1535"/>
                        <a:pt x="15217" y="1563"/>
                      </a:cubicBezTo>
                      <a:cubicBezTo>
                        <a:pt x="15136" y="1620"/>
                        <a:pt x="15136" y="1677"/>
                        <a:pt x="15136" y="1677"/>
                      </a:cubicBezTo>
                      <a:cubicBezTo>
                        <a:pt x="15337" y="1734"/>
                        <a:pt x="15337" y="1734"/>
                        <a:pt x="15337" y="1734"/>
                      </a:cubicBezTo>
                      <a:close/>
                      <a:moveTo>
                        <a:pt x="14534" y="3581"/>
                      </a:moveTo>
                      <a:cubicBezTo>
                        <a:pt x="14534" y="3581"/>
                        <a:pt x="14534" y="3581"/>
                        <a:pt x="14534" y="3581"/>
                      </a:cubicBezTo>
                      <a:cubicBezTo>
                        <a:pt x="14695" y="3609"/>
                        <a:pt x="14695" y="3609"/>
                        <a:pt x="14695" y="3609"/>
                      </a:cubicBezTo>
                      <a:cubicBezTo>
                        <a:pt x="14976" y="3837"/>
                        <a:pt x="14976" y="3837"/>
                        <a:pt x="14976" y="3837"/>
                      </a:cubicBezTo>
                      <a:cubicBezTo>
                        <a:pt x="15217" y="4036"/>
                        <a:pt x="15217" y="4036"/>
                        <a:pt x="15217" y="4036"/>
                      </a:cubicBezTo>
                      <a:cubicBezTo>
                        <a:pt x="15217" y="4036"/>
                        <a:pt x="15578" y="4235"/>
                        <a:pt x="15658" y="4263"/>
                      </a:cubicBezTo>
                      <a:cubicBezTo>
                        <a:pt x="15738" y="4292"/>
                        <a:pt x="16180" y="4348"/>
                        <a:pt x="16220" y="4377"/>
                      </a:cubicBezTo>
                      <a:cubicBezTo>
                        <a:pt x="16341" y="4263"/>
                        <a:pt x="16341" y="4263"/>
                        <a:pt x="16341" y="4263"/>
                      </a:cubicBezTo>
                      <a:cubicBezTo>
                        <a:pt x="16501" y="4178"/>
                        <a:pt x="16501" y="4178"/>
                        <a:pt x="16501" y="4178"/>
                      </a:cubicBezTo>
                      <a:cubicBezTo>
                        <a:pt x="16461" y="4121"/>
                        <a:pt x="16461" y="4121"/>
                        <a:pt x="16461" y="4121"/>
                      </a:cubicBezTo>
                      <a:cubicBezTo>
                        <a:pt x="16662" y="4036"/>
                        <a:pt x="16662" y="4036"/>
                        <a:pt x="16662" y="4036"/>
                      </a:cubicBezTo>
                      <a:cubicBezTo>
                        <a:pt x="16822" y="4121"/>
                        <a:pt x="16822" y="4121"/>
                        <a:pt x="16822" y="4121"/>
                      </a:cubicBezTo>
                      <a:cubicBezTo>
                        <a:pt x="17224" y="4178"/>
                        <a:pt x="17224" y="4178"/>
                        <a:pt x="17224" y="4178"/>
                      </a:cubicBezTo>
                      <a:cubicBezTo>
                        <a:pt x="17385" y="4263"/>
                        <a:pt x="17385" y="4263"/>
                        <a:pt x="17385" y="4263"/>
                      </a:cubicBezTo>
                      <a:cubicBezTo>
                        <a:pt x="17385" y="4263"/>
                        <a:pt x="17385" y="4263"/>
                        <a:pt x="17425" y="4263"/>
                      </a:cubicBezTo>
                      <a:cubicBezTo>
                        <a:pt x="17425" y="4263"/>
                        <a:pt x="17425" y="4263"/>
                        <a:pt x="17425" y="4263"/>
                      </a:cubicBezTo>
                      <a:cubicBezTo>
                        <a:pt x="17425" y="4263"/>
                        <a:pt x="17425" y="4263"/>
                        <a:pt x="17425" y="4263"/>
                      </a:cubicBezTo>
                      <a:cubicBezTo>
                        <a:pt x="17465" y="4235"/>
                        <a:pt x="17465" y="4235"/>
                        <a:pt x="17465" y="4235"/>
                      </a:cubicBezTo>
                      <a:cubicBezTo>
                        <a:pt x="17465" y="4235"/>
                        <a:pt x="17465" y="4235"/>
                        <a:pt x="17465" y="4235"/>
                      </a:cubicBezTo>
                      <a:cubicBezTo>
                        <a:pt x="17465" y="4235"/>
                        <a:pt x="17465" y="4235"/>
                        <a:pt x="17465" y="4235"/>
                      </a:cubicBezTo>
                      <a:cubicBezTo>
                        <a:pt x="17465" y="4235"/>
                        <a:pt x="17465" y="4235"/>
                        <a:pt x="17465" y="4235"/>
                      </a:cubicBezTo>
                      <a:cubicBezTo>
                        <a:pt x="17465" y="4235"/>
                        <a:pt x="17505" y="4235"/>
                        <a:pt x="17505" y="4235"/>
                      </a:cubicBezTo>
                      <a:cubicBezTo>
                        <a:pt x="17505" y="4235"/>
                        <a:pt x="17505" y="4235"/>
                        <a:pt x="17505" y="4235"/>
                      </a:cubicBezTo>
                      <a:cubicBezTo>
                        <a:pt x="17505" y="4235"/>
                        <a:pt x="17505" y="4235"/>
                        <a:pt x="17505" y="4235"/>
                      </a:cubicBezTo>
                      <a:cubicBezTo>
                        <a:pt x="17505" y="4235"/>
                        <a:pt x="17505" y="4235"/>
                        <a:pt x="17505" y="4235"/>
                      </a:cubicBezTo>
                      <a:cubicBezTo>
                        <a:pt x="17505" y="4235"/>
                        <a:pt x="17505" y="4235"/>
                        <a:pt x="17505" y="4235"/>
                      </a:cubicBezTo>
                      <a:cubicBezTo>
                        <a:pt x="17545" y="4235"/>
                        <a:pt x="17545" y="4235"/>
                        <a:pt x="17545" y="4235"/>
                      </a:cubicBezTo>
                      <a:cubicBezTo>
                        <a:pt x="17545" y="4235"/>
                        <a:pt x="17545" y="4235"/>
                        <a:pt x="17545" y="4235"/>
                      </a:cubicBezTo>
                      <a:cubicBezTo>
                        <a:pt x="17545" y="4235"/>
                        <a:pt x="17545" y="4235"/>
                        <a:pt x="17545" y="4235"/>
                      </a:cubicBezTo>
                      <a:cubicBezTo>
                        <a:pt x="17545" y="4235"/>
                        <a:pt x="17545" y="4235"/>
                        <a:pt x="17545" y="4235"/>
                      </a:cubicBezTo>
                      <a:cubicBezTo>
                        <a:pt x="17545" y="4235"/>
                        <a:pt x="17545" y="4235"/>
                        <a:pt x="17545" y="4235"/>
                      </a:cubicBezTo>
                      <a:cubicBezTo>
                        <a:pt x="17545" y="4235"/>
                        <a:pt x="17545" y="4235"/>
                        <a:pt x="17545" y="4235"/>
                      </a:cubicBezTo>
                      <a:cubicBezTo>
                        <a:pt x="17545" y="4235"/>
                        <a:pt x="17545" y="4235"/>
                        <a:pt x="17545" y="4235"/>
                      </a:cubicBezTo>
                      <a:cubicBezTo>
                        <a:pt x="17545" y="4235"/>
                        <a:pt x="17545" y="4235"/>
                        <a:pt x="17545" y="4235"/>
                      </a:cubicBezTo>
                      <a:cubicBezTo>
                        <a:pt x="17545" y="4235"/>
                        <a:pt x="17545" y="4235"/>
                        <a:pt x="17545" y="4235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206"/>
                        <a:pt x="17545" y="4206"/>
                        <a:pt x="17545" y="4206"/>
                      </a:cubicBezTo>
                      <a:cubicBezTo>
                        <a:pt x="17545" y="4178"/>
                        <a:pt x="17545" y="4178"/>
                        <a:pt x="17545" y="4178"/>
                      </a:cubicBezTo>
                      <a:cubicBezTo>
                        <a:pt x="17545" y="4149"/>
                        <a:pt x="17545" y="3979"/>
                        <a:pt x="17545" y="3979"/>
                      </a:cubicBezTo>
                      <a:cubicBezTo>
                        <a:pt x="17545" y="3979"/>
                        <a:pt x="17425" y="3922"/>
                        <a:pt x="17545" y="3865"/>
                      </a:cubicBezTo>
                      <a:cubicBezTo>
                        <a:pt x="17666" y="3780"/>
                        <a:pt x="17826" y="3695"/>
                        <a:pt x="17826" y="3695"/>
                      </a:cubicBezTo>
                      <a:cubicBezTo>
                        <a:pt x="17826" y="3695"/>
                        <a:pt x="17906" y="3666"/>
                        <a:pt x="17906" y="3581"/>
                      </a:cubicBezTo>
                      <a:cubicBezTo>
                        <a:pt x="17906" y="3496"/>
                        <a:pt x="17826" y="3268"/>
                        <a:pt x="17826" y="3268"/>
                      </a:cubicBezTo>
                      <a:cubicBezTo>
                        <a:pt x="17826" y="3268"/>
                        <a:pt x="17746" y="3126"/>
                        <a:pt x="17746" y="3069"/>
                      </a:cubicBezTo>
                      <a:cubicBezTo>
                        <a:pt x="17826" y="2728"/>
                        <a:pt x="17625" y="2501"/>
                        <a:pt x="17746" y="2444"/>
                      </a:cubicBezTo>
                      <a:cubicBezTo>
                        <a:pt x="17746" y="2444"/>
                        <a:pt x="17746" y="2444"/>
                        <a:pt x="17746" y="2444"/>
                      </a:cubicBezTo>
                      <a:cubicBezTo>
                        <a:pt x="17746" y="2444"/>
                        <a:pt x="17746" y="2444"/>
                        <a:pt x="17746" y="2444"/>
                      </a:cubicBezTo>
                      <a:cubicBezTo>
                        <a:pt x="17826" y="2416"/>
                        <a:pt x="17826" y="2416"/>
                        <a:pt x="17826" y="2416"/>
                      </a:cubicBezTo>
                      <a:cubicBezTo>
                        <a:pt x="17947" y="2359"/>
                        <a:pt x="17947" y="2359"/>
                        <a:pt x="17947" y="2359"/>
                      </a:cubicBezTo>
                      <a:cubicBezTo>
                        <a:pt x="17947" y="2359"/>
                        <a:pt x="17947" y="2331"/>
                        <a:pt x="17947" y="2331"/>
                      </a:cubicBezTo>
                      <a:cubicBezTo>
                        <a:pt x="17947" y="2188"/>
                        <a:pt x="17706" y="2046"/>
                        <a:pt x="17987" y="2018"/>
                      </a:cubicBezTo>
                      <a:cubicBezTo>
                        <a:pt x="18107" y="1961"/>
                        <a:pt x="18107" y="1961"/>
                        <a:pt x="18107" y="1961"/>
                      </a:cubicBezTo>
                      <a:cubicBezTo>
                        <a:pt x="18469" y="1961"/>
                        <a:pt x="18469" y="1961"/>
                        <a:pt x="18469" y="1961"/>
                      </a:cubicBezTo>
                      <a:cubicBezTo>
                        <a:pt x="18549" y="1791"/>
                        <a:pt x="18549" y="1791"/>
                        <a:pt x="18549" y="1791"/>
                      </a:cubicBezTo>
                      <a:cubicBezTo>
                        <a:pt x="18709" y="1677"/>
                        <a:pt x="18709" y="1677"/>
                        <a:pt x="18709" y="1677"/>
                      </a:cubicBezTo>
                      <a:cubicBezTo>
                        <a:pt x="18830" y="1677"/>
                        <a:pt x="18990" y="1648"/>
                        <a:pt x="19071" y="1677"/>
                      </a:cubicBezTo>
                      <a:cubicBezTo>
                        <a:pt x="19151" y="1762"/>
                        <a:pt x="19151" y="1819"/>
                        <a:pt x="19312" y="1847"/>
                      </a:cubicBezTo>
                      <a:cubicBezTo>
                        <a:pt x="19793" y="1961"/>
                        <a:pt x="19793" y="1961"/>
                        <a:pt x="19793" y="1961"/>
                      </a:cubicBezTo>
                      <a:cubicBezTo>
                        <a:pt x="20034" y="1989"/>
                        <a:pt x="20034" y="1989"/>
                        <a:pt x="20034" y="1989"/>
                      </a:cubicBezTo>
                      <a:cubicBezTo>
                        <a:pt x="20034" y="1989"/>
                        <a:pt x="20034" y="1989"/>
                        <a:pt x="20034" y="1989"/>
                      </a:cubicBezTo>
                      <a:cubicBezTo>
                        <a:pt x="20074" y="1989"/>
                        <a:pt x="20074" y="1989"/>
                        <a:pt x="20074" y="1989"/>
                      </a:cubicBezTo>
                      <a:cubicBezTo>
                        <a:pt x="20074" y="1989"/>
                        <a:pt x="20074" y="1989"/>
                        <a:pt x="20074" y="1989"/>
                      </a:cubicBezTo>
                      <a:cubicBezTo>
                        <a:pt x="20155" y="2046"/>
                        <a:pt x="20155" y="2046"/>
                        <a:pt x="20155" y="2046"/>
                      </a:cubicBezTo>
                      <a:cubicBezTo>
                        <a:pt x="20155" y="2046"/>
                        <a:pt x="20155" y="2046"/>
                        <a:pt x="20155" y="2046"/>
                      </a:cubicBezTo>
                      <a:cubicBezTo>
                        <a:pt x="20155" y="2046"/>
                        <a:pt x="20155" y="2046"/>
                        <a:pt x="20155" y="2046"/>
                      </a:cubicBezTo>
                      <a:cubicBezTo>
                        <a:pt x="20155" y="2046"/>
                        <a:pt x="20155" y="2046"/>
                        <a:pt x="20155" y="2046"/>
                      </a:cubicBezTo>
                      <a:cubicBezTo>
                        <a:pt x="20155" y="2103"/>
                        <a:pt x="20155" y="2160"/>
                        <a:pt x="20195" y="2188"/>
                      </a:cubicBezTo>
                      <a:cubicBezTo>
                        <a:pt x="20195" y="2245"/>
                        <a:pt x="20235" y="2331"/>
                        <a:pt x="20235" y="2331"/>
                      </a:cubicBezTo>
                      <a:cubicBezTo>
                        <a:pt x="20235" y="2331"/>
                        <a:pt x="20195" y="2416"/>
                        <a:pt x="20195" y="2473"/>
                      </a:cubicBezTo>
                      <a:cubicBezTo>
                        <a:pt x="20155" y="2501"/>
                        <a:pt x="20155" y="2586"/>
                        <a:pt x="20155" y="2615"/>
                      </a:cubicBezTo>
                      <a:cubicBezTo>
                        <a:pt x="20155" y="2643"/>
                        <a:pt x="20155" y="2672"/>
                        <a:pt x="20155" y="2700"/>
                      </a:cubicBezTo>
                      <a:cubicBezTo>
                        <a:pt x="20155" y="2757"/>
                        <a:pt x="20195" y="2842"/>
                        <a:pt x="20235" y="2871"/>
                      </a:cubicBezTo>
                      <a:cubicBezTo>
                        <a:pt x="20235" y="2899"/>
                        <a:pt x="20436" y="2984"/>
                        <a:pt x="20436" y="2984"/>
                      </a:cubicBezTo>
                      <a:cubicBezTo>
                        <a:pt x="20436" y="2984"/>
                        <a:pt x="20436" y="2984"/>
                        <a:pt x="20396" y="3013"/>
                      </a:cubicBezTo>
                      <a:cubicBezTo>
                        <a:pt x="20396" y="3013"/>
                        <a:pt x="20396" y="3041"/>
                        <a:pt x="20436" y="3041"/>
                      </a:cubicBezTo>
                      <a:cubicBezTo>
                        <a:pt x="20516" y="3041"/>
                        <a:pt x="20637" y="3013"/>
                        <a:pt x="20637" y="3013"/>
                      </a:cubicBezTo>
                      <a:cubicBezTo>
                        <a:pt x="20637" y="3013"/>
                        <a:pt x="20637" y="2757"/>
                        <a:pt x="20596" y="2672"/>
                      </a:cubicBezTo>
                      <a:cubicBezTo>
                        <a:pt x="20556" y="2558"/>
                        <a:pt x="20757" y="2444"/>
                        <a:pt x="20757" y="2444"/>
                      </a:cubicBezTo>
                      <a:cubicBezTo>
                        <a:pt x="21038" y="2245"/>
                        <a:pt x="21038" y="2245"/>
                        <a:pt x="21038" y="2245"/>
                      </a:cubicBezTo>
                      <a:cubicBezTo>
                        <a:pt x="20998" y="2018"/>
                        <a:pt x="20998" y="2018"/>
                        <a:pt x="20998" y="2018"/>
                      </a:cubicBezTo>
                      <a:cubicBezTo>
                        <a:pt x="21319" y="2046"/>
                        <a:pt x="21319" y="2046"/>
                        <a:pt x="21319" y="2046"/>
                      </a:cubicBezTo>
                      <a:cubicBezTo>
                        <a:pt x="21319" y="2046"/>
                        <a:pt x="21560" y="1961"/>
                        <a:pt x="21480" y="1847"/>
                      </a:cubicBezTo>
                      <a:cubicBezTo>
                        <a:pt x="21399" y="1705"/>
                        <a:pt x="21319" y="1478"/>
                        <a:pt x="21239" y="1535"/>
                      </a:cubicBezTo>
                      <a:cubicBezTo>
                        <a:pt x="21118" y="1592"/>
                        <a:pt x="20918" y="1762"/>
                        <a:pt x="20918" y="1762"/>
                      </a:cubicBezTo>
                      <a:cubicBezTo>
                        <a:pt x="20877" y="1478"/>
                        <a:pt x="20877" y="1478"/>
                        <a:pt x="20877" y="1478"/>
                      </a:cubicBezTo>
                      <a:cubicBezTo>
                        <a:pt x="20556" y="1563"/>
                        <a:pt x="20556" y="1563"/>
                        <a:pt x="20556" y="1563"/>
                      </a:cubicBezTo>
                      <a:cubicBezTo>
                        <a:pt x="20235" y="1506"/>
                        <a:pt x="20235" y="1506"/>
                        <a:pt x="20235" y="1506"/>
                      </a:cubicBezTo>
                      <a:cubicBezTo>
                        <a:pt x="20235" y="1506"/>
                        <a:pt x="20115" y="1393"/>
                        <a:pt x="19994" y="1421"/>
                      </a:cubicBezTo>
                      <a:cubicBezTo>
                        <a:pt x="19874" y="1421"/>
                        <a:pt x="19673" y="1421"/>
                        <a:pt x="19673" y="1421"/>
                      </a:cubicBezTo>
                      <a:cubicBezTo>
                        <a:pt x="19673" y="1421"/>
                        <a:pt x="19512" y="1336"/>
                        <a:pt x="19593" y="1307"/>
                      </a:cubicBezTo>
                      <a:cubicBezTo>
                        <a:pt x="19713" y="1307"/>
                        <a:pt x="19954" y="1336"/>
                        <a:pt x="20074" y="1307"/>
                      </a:cubicBezTo>
                      <a:cubicBezTo>
                        <a:pt x="20155" y="1307"/>
                        <a:pt x="20797" y="1194"/>
                        <a:pt x="20797" y="1194"/>
                      </a:cubicBezTo>
                      <a:cubicBezTo>
                        <a:pt x="20837" y="995"/>
                        <a:pt x="20837" y="995"/>
                        <a:pt x="20837" y="995"/>
                      </a:cubicBezTo>
                      <a:cubicBezTo>
                        <a:pt x="21118" y="824"/>
                        <a:pt x="21118" y="824"/>
                        <a:pt x="21118" y="824"/>
                      </a:cubicBezTo>
                      <a:cubicBezTo>
                        <a:pt x="20637" y="568"/>
                        <a:pt x="20637" y="568"/>
                        <a:pt x="20637" y="568"/>
                      </a:cubicBezTo>
                      <a:cubicBezTo>
                        <a:pt x="20436" y="341"/>
                        <a:pt x="20436" y="341"/>
                        <a:pt x="20436" y="341"/>
                      </a:cubicBezTo>
                      <a:cubicBezTo>
                        <a:pt x="20436" y="341"/>
                        <a:pt x="20396" y="256"/>
                        <a:pt x="20315" y="256"/>
                      </a:cubicBezTo>
                      <a:cubicBezTo>
                        <a:pt x="20195" y="256"/>
                        <a:pt x="19874" y="369"/>
                        <a:pt x="19874" y="369"/>
                      </a:cubicBezTo>
                      <a:cubicBezTo>
                        <a:pt x="19633" y="256"/>
                        <a:pt x="19633" y="256"/>
                        <a:pt x="19633" y="256"/>
                      </a:cubicBezTo>
                      <a:cubicBezTo>
                        <a:pt x="19272" y="284"/>
                        <a:pt x="19272" y="284"/>
                        <a:pt x="19272" y="284"/>
                      </a:cubicBezTo>
                      <a:cubicBezTo>
                        <a:pt x="18750" y="171"/>
                        <a:pt x="18750" y="171"/>
                        <a:pt x="18750" y="171"/>
                      </a:cubicBezTo>
                      <a:cubicBezTo>
                        <a:pt x="18750" y="256"/>
                        <a:pt x="18750" y="256"/>
                        <a:pt x="18750" y="256"/>
                      </a:cubicBezTo>
                      <a:cubicBezTo>
                        <a:pt x="18750" y="256"/>
                        <a:pt x="18589" y="227"/>
                        <a:pt x="18549" y="171"/>
                      </a:cubicBezTo>
                      <a:cubicBezTo>
                        <a:pt x="18549" y="114"/>
                        <a:pt x="18549" y="57"/>
                        <a:pt x="18549" y="57"/>
                      </a:cubicBezTo>
                      <a:cubicBezTo>
                        <a:pt x="18348" y="85"/>
                        <a:pt x="18348" y="85"/>
                        <a:pt x="18348" y="85"/>
                      </a:cubicBezTo>
                      <a:cubicBezTo>
                        <a:pt x="18268" y="85"/>
                        <a:pt x="18268" y="85"/>
                        <a:pt x="18268" y="85"/>
                      </a:cubicBezTo>
                      <a:cubicBezTo>
                        <a:pt x="18027" y="0"/>
                        <a:pt x="18027" y="0"/>
                        <a:pt x="18027" y="0"/>
                      </a:cubicBezTo>
                      <a:cubicBezTo>
                        <a:pt x="17906" y="171"/>
                        <a:pt x="17906" y="171"/>
                        <a:pt x="17906" y="171"/>
                      </a:cubicBezTo>
                      <a:cubicBezTo>
                        <a:pt x="18067" y="369"/>
                        <a:pt x="18067" y="369"/>
                        <a:pt x="18067" y="369"/>
                      </a:cubicBezTo>
                      <a:cubicBezTo>
                        <a:pt x="17906" y="597"/>
                        <a:pt x="17906" y="597"/>
                        <a:pt x="17906" y="597"/>
                      </a:cubicBezTo>
                      <a:cubicBezTo>
                        <a:pt x="18027" y="739"/>
                        <a:pt x="18027" y="739"/>
                        <a:pt x="18027" y="739"/>
                      </a:cubicBezTo>
                      <a:cubicBezTo>
                        <a:pt x="18027" y="938"/>
                        <a:pt x="18027" y="938"/>
                        <a:pt x="18027" y="938"/>
                      </a:cubicBezTo>
                      <a:cubicBezTo>
                        <a:pt x="17866" y="1165"/>
                        <a:pt x="17866" y="1165"/>
                        <a:pt x="17866" y="1165"/>
                      </a:cubicBezTo>
                      <a:cubicBezTo>
                        <a:pt x="17625" y="1023"/>
                        <a:pt x="17625" y="1023"/>
                        <a:pt x="17625" y="1023"/>
                      </a:cubicBezTo>
                      <a:cubicBezTo>
                        <a:pt x="17666" y="824"/>
                        <a:pt x="17666" y="824"/>
                        <a:pt x="17666" y="824"/>
                      </a:cubicBezTo>
                      <a:cubicBezTo>
                        <a:pt x="17786" y="597"/>
                        <a:pt x="17786" y="597"/>
                        <a:pt x="17786" y="597"/>
                      </a:cubicBezTo>
                      <a:cubicBezTo>
                        <a:pt x="17625" y="369"/>
                        <a:pt x="17625" y="369"/>
                        <a:pt x="17625" y="369"/>
                      </a:cubicBezTo>
                      <a:cubicBezTo>
                        <a:pt x="17304" y="568"/>
                        <a:pt x="17304" y="568"/>
                        <a:pt x="17304" y="568"/>
                      </a:cubicBezTo>
                      <a:cubicBezTo>
                        <a:pt x="17304" y="853"/>
                        <a:pt x="17304" y="853"/>
                        <a:pt x="17304" y="853"/>
                      </a:cubicBezTo>
                      <a:cubicBezTo>
                        <a:pt x="17144" y="1052"/>
                        <a:pt x="17144" y="1052"/>
                        <a:pt x="17144" y="1052"/>
                      </a:cubicBezTo>
                      <a:cubicBezTo>
                        <a:pt x="17144" y="1307"/>
                        <a:pt x="17144" y="1307"/>
                        <a:pt x="17144" y="1307"/>
                      </a:cubicBezTo>
                      <a:cubicBezTo>
                        <a:pt x="17063" y="1506"/>
                        <a:pt x="17063" y="1506"/>
                        <a:pt x="17063" y="1506"/>
                      </a:cubicBezTo>
                      <a:cubicBezTo>
                        <a:pt x="17023" y="1762"/>
                        <a:pt x="17023" y="1762"/>
                        <a:pt x="17023" y="1762"/>
                      </a:cubicBezTo>
                      <a:cubicBezTo>
                        <a:pt x="17023" y="1762"/>
                        <a:pt x="17023" y="1819"/>
                        <a:pt x="16943" y="1819"/>
                      </a:cubicBezTo>
                      <a:cubicBezTo>
                        <a:pt x="16863" y="1847"/>
                        <a:pt x="16702" y="1791"/>
                        <a:pt x="16702" y="1791"/>
                      </a:cubicBezTo>
                      <a:cubicBezTo>
                        <a:pt x="16702" y="1421"/>
                        <a:pt x="16702" y="1421"/>
                        <a:pt x="16702" y="1421"/>
                      </a:cubicBezTo>
                      <a:cubicBezTo>
                        <a:pt x="16782" y="1222"/>
                        <a:pt x="16782" y="1222"/>
                        <a:pt x="16782" y="1222"/>
                      </a:cubicBezTo>
                      <a:cubicBezTo>
                        <a:pt x="16903" y="1052"/>
                        <a:pt x="16903" y="1052"/>
                        <a:pt x="16903" y="1052"/>
                      </a:cubicBezTo>
                      <a:cubicBezTo>
                        <a:pt x="17063" y="824"/>
                        <a:pt x="17063" y="824"/>
                        <a:pt x="17063" y="824"/>
                      </a:cubicBezTo>
                      <a:cubicBezTo>
                        <a:pt x="17063" y="824"/>
                        <a:pt x="17063" y="682"/>
                        <a:pt x="17023" y="654"/>
                      </a:cubicBezTo>
                      <a:cubicBezTo>
                        <a:pt x="17023" y="654"/>
                        <a:pt x="16943" y="625"/>
                        <a:pt x="16983" y="625"/>
                      </a:cubicBezTo>
                      <a:cubicBezTo>
                        <a:pt x="16983" y="597"/>
                        <a:pt x="17144" y="483"/>
                        <a:pt x="17144" y="483"/>
                      </a:cubicBezTo>
                      <a:cubicBezTo>
                        <a:pt x="17144" y="483"/>
                        <a:pt x="17144" y="398"/>
                        <a:pt x="17023" y="341"/>
                      </a:cubicBezTo>
                      <a:cubicBezTo>
                        <a:pt x="16943" y="313"/>
                        <a:pt x="16863" y="256"/>
                        <a:pt x="16782" y="284"/>
                      </a:cubicBezTo>
                      <a:cubicBezTo>
                        <a:pt x="16742" y="313"/>
                        <a:pt x="16541" y="369"/>
                        <a:pt x="16541" y="398"/>
                      </a:cubicBezTo>
                      <a:cubicBezTo>
                        <a:pt x="16501" y="426"/>
                        <a:pt x="16541" y="483"/>
                        <a:pt x="16582" y="512"/>
                      </a:cubicBezTo>
                      <a:cubicBezTo>
                        <a:pt x="16622" y="512"/>
                        <a:pt x="16662" y="540"/>
                        <a:pt x="16702" y="540"/>
                      </a:cubicBezTo>
                      <a:cubicBezTo>
                        <a:pt x="16702" y="568"/>
                        <a:pt x="16742" y="654"/>
                        <a:pt x="16702" y="682"/>
                      </a:cubicBezTo>
                      <a:cubicBezTo>
                        <a:pt x="16662" y="711"/>
                        <a:pt x="16702" y="796"/>
                        <a:pt x="16582" y="767"/>
                      </a:cubicBezTo>
                      <a:cubicBezTo>
                        <a:pt x="16501" y="739"/>
                        <a:pt x="16260" y="625"/>
                        <a:pt x="16260" y="625"/>
                      </a:cubicBezTo>
                      <a:cubicBezTo>
                        <a:pt x="16220" y="625"/>
                        <a:pt x="16260" y="512"/>
                        <a:pt x="16180" y="625"/>
                      </a:cubicBezTo>
                      <a:cubicBezTo>
                        <a:pt x="16100" y="711"/>
                        <a:pt x="16060" y="739"/>
                        <a:pt x="16100" y="796"/>
                      </a:cubicBezTo>
                      <a:cubicBezTo>
                        <a:pt x="16140" y="853"/>
                        <a:pt x="16180" y="853"/>
                        <a:pt x="16180" y="881"/>
                      </a:cubicBezTo>
                      <a:cubicBezTo>
                        <a:pt x="16180" y="909"/>
                        <a:pt x="16019" y="909"/>
                        <a:pt x="16019" y="938"/>
                      </a:cubicBezTo>
                      <a:cubicBezTo>
                        <a:pt x="16019" y="966"/>
                        <a:pt x="15979" y="995"/>
                        <a:pt x="16060" y="1052"/>
                      </a:cubicBezTo>
                      <a:cubicBezTo>
                        <a:pt x="16140" y="1080"/>
                        <a:pt x="16220" y="1108"/>
                        <a:pt x="16220" y="1108"/>
                      </a:cubicBezTo>
                      <a:cubicBezTo>
                        <a:pt x="16220" y="1108"/>
                        <a:pt x="16301" y="1194"/>
                        <a:pt x="16260" y="1194"/>
                      </a:cubicBezTo>
                      <a:cubicBezTo>
                        <a:pt x="16260" y="1222"/>
                        <a:pt x="16019" y="1194"/>
                        <a:pt x="16019" y="1222"/>
                      </a:cubicBezTo>
                      <a:cubicBezTo>
                        <a:pt x="16019" y="1251"/>
                        <a:pt x="16019" y="1307"/>
                        <a:pt x="16019" y="1336"/>
                      </a:cubicBezTo>
                      <a:cubicBezTo>
                        <a:pt x="16019" y="1364"/>
                        <a:pt x="16019" y="1421"/>
                        <a:pt x="16019" y="1421"/>
                      </a:cubicBezTo>
                      <a:cubicBezTo>
                        <a:pt x="16019" y="1449"/>
                        <a:pt x="15859" y="1449"/>
                        <a:pt x="15819" y="1478"/>
                      </a:cubicBezTo>
                      <a:cubicBezTo>
                        <a:pt x="15738" y="1506"/>
                        <a:pt x="15698" y="1592"/>
                        <a:pt x="15698" y="1648"/>
                      </a:cubicBezTo>
                      <a:cubicBezTo>
                        <a:pt x="15658" y="1705"/>
                        <a:pt x="15658" y="1762"/>
                        <a:pt x="15658" y="1791"/>
                      </a:cubicBezTo>
                      <a:cubicBezTo>
                        <a:pt x="15658" y="1819"/>
                        <a:pt x="15578" y="1876"/>
                        <a:pt x="15578" y="1876"/>
                      </a:cubicBezTo>
                      <a:cubicBezTo>
                        <a:pt x="15578" y="1876"/>
                        <a:pt x="15578" y="1904"/>
                        <a:pt x="15498" y="1876"/>
                      </a:cubicBezTo>
                      <a:cubicBezTo>
                        <a:pt x="15417" y="1876"/>
                        <a:pt x="15136" y="1762"/>
                        <a:pt x="15096" y="1762"/>
                      </a:cubicBezTo>
                      <a:cubicBezTo>
                        <a:pt x="15016" y="1762"/>
                        <a:pt x="14935" y="1791"/>
                        <a:pt x="14935" y="1847"/>
                      </a:cubicBezTo>
                      <a:cubicBezTo>
                        <a:pt x="14935" y="1876"/>
                        <a:pt x="15056" y="1961"/>
                        <a:pt x="15096" y="1961"/>
                      </a:cubicBezTo>
                      <a:cubicBezTo>
                        <a:pt x="15096" y="1961"/>
                        <a:pt x="15297" y="1989"/>
                        <a:pt x="15337" y="2018"/>
                      </a:cubicBezTo>
                      <a:cubicBezTo>
                        <a:pt x="15337" y="2046"/>
                        <a:pt x="15337" y="2245"/>
                        <a:pt x="15337" y="2245"/>
                      </a:cubicBezTo>
                      <a:cubicBezTo>
                        <a:pt x="15337" y="2245"/>
                        <a:pt x="15498" y="2473"/>
                        <a:pt x="15217" y="2274"/>
                      </a:cubicBezTo>
                      <a:cubicBezTo>
                        <a:pt x="14895" y="2075"/>
                        <a:pt x="14895" y="2046"/>
                        <a:pt x="14855" y="2018"/>
                      </a:cubicBezTo>
                      <a:cubicBezTo>
                        <a:pt x="14815" y="2018"/>
                        <a:pt x="14534" y="1961"/>
                        <a:pt x="14534" y="1961"/>
                      </a:cubicBezTo>
                      <a:cubicBezTo>
                        <a:pt x="14534" y="1961"/>
                        <a:pt x="14494" y="1876"/>
                        <a:pt x="14454" y="1961"/>
                      </a:cubicBezTo>
                      <a:cubicBezTo>
                        <a:pt x="14414" y="2018"/>
                        <a:pt x="14534" y="2160"/>
                        <a:pt x="14534" y="2160"/>
                      </a:cubicBezTo>
                      <a:cubicBezTo>
                        <a:pt x="14494" y="2132"/>
                        <a:pt x="14494" y="2132"/>
                        <a:pt x="14494" y="2132"/>
                      </a:cubicBezTo>
                      <a:cubicBezTo>
                        <a:pt x="14494" y="2132"/>
                        <a:pt x="14373" y="2075"/>
                        <a:pt x="14293" y="2046"/>
                      </a:cubicBezTo>
                      <a:cubicBezTo>
                        <a:pt x="14253" y="1989"/>
                        <a:pt x="14132" y="2046"/>
                        <a:pt x="14132" y="2046"/>
                      </a:cubicBezTo>
                      <a:cubicBezTo>
                        <a:pt x="14132" y="2046"/>
                        <a:pt x="14092" y="2075"/>
                        <a:pt x="14012" y="2132"/>
                      </a:cubicBezTo>
                      <a:cubicBezTo>
                        <a:pt x="13972" y="2160"/>
                        <a:pt x="13811" y="2046"/>
                        <a:pt x="13972" y="2188"/>
                      </a:cubicBezTo>
                      <a:cubicBezTo>
                        <a:pt x="14092" y="2302"/>
                        <a:pt x="14213" y="2331"/>
                        <a:pt x="14253" y="2359"/>
                      </a:cubicBezTo>
                      <a:cubicBezTo>
                        <a:pt x="14253" y="2359"/>
                        <a:pt x="14414" y="2387"/>
                        <a:pt x="14454" y="2416"/>
                      </a:cubicBezTo>
                      <a:cubicBezTo>
                        <a:pt x="14494" y="2444"/>
                        <a:pt x="14494" y="2529"/>
                        <a:pt x="14494" y="2558"/>
                      </a:cubicBezTo>
                      <a:cubicBezTo>
                        <a:pt x="14494" y="2558"/>
                        <a:pt x="14614" y="2672"/>
                        <a:pt x="14414" y="2586"/>
                      </a:cubicBezTo>
                      <a:cubicBezTo>
                        <a:pt x="14213" y="2473"/>
                        <a:pt x="14213" y="2444"/>
                        <a:pt x="14132" y="2444"/>
                      </a:cubicBezTo>
                      <a:cubicBezTo>
                        <a:pt x="14092" y="2444"/>
                        <a:pt x="14012" y="2501"/>
                        <a:pt x="14012" y="2501"/>
                      </a:cubicBezTo>
                      <a:cubicBezTo>
                        <a:pt x="14012" y="2501"/>
                        <a:pt x="13771" y="2473"/>
                        <a:pt x="13771" y="2387"/>
                      </a:cubicBezTo>
                      <a:cubicBezTo>
                        <a:pt x="13731" y="2302"/>
                        <a:pt x="13811" y="2160"/>
                        <a:pt x="13651" y="2188"/>
                      </a:cubicBezTo>
                      <a:cubicBezTo>
                        <a:pt x="13450" y="2188"/>
                        <a:pt x="13410" y="2245"/>
                        <a:pt x="13410" y="2274"/>
                      </a:cubicBezTo>
                      <a:cubicBezTo>
                        <a:pt x="13410" y="2302"/>
                        <a:pt x="13289" y="2331"/>
                        <a:pt x="13410" y="2416"/>
                      </a:cubicBezTo>
                      <a:cubicBezTo>
                        <a:pt x="13530" y="2501"/>
                        <a:pt x="13611" y="2558"/>
                        <a:pt x="13651" y="2558"/>
                      </a:cubicBezTo>
                      <a:cubicBezTo>
                        <a:pt x="13651" y="2558"/>
                        <a:pt x="13892" y="2558"/>
                        <a:pt x="13771" y="2586"/>
                      </a:cubicBezTo>
                      <a:cubicBezTo>
                        <a:pt x="13691" y="2643"/>
                        <a:pt x="13530" y="2643"/>
                        <a:pt x="13490" y="2643"/>
                      </a:cubicBezTo>
                      <a:cubicBezTo>
                        <a:pt x="13450" y="2643"/>
                        <a:pt x="13490" y="2615"/>
                        <a:pt x="13450" y="2643"/>
                      </a:cubicBezTo>
                      <a:cubicBezTo>
                        <a:pt x="13370" y="2672"/>
                        <a:pt x="13169" y="2814"/>
                        <a:pt x="13169" y="2814"/>
                      </a:cubicBezTo>
                      <a:cubicBezTo>
                        <a:pt x="13169" y="2814"/>
                        <a:pt x="13129" y="2757"/>
                        <a:pt x="13129" y="2728"/>
                      </a:cubicBezTo>
                      <a:cubicBezTo>
                        <a:pt x="13129" y="2700"/>
                        <a:pt x="13289" y="2643"/>
                        <a:pt x="13289" y="2586"/>
                      </a:cubicBezTo>
                      <a:cubicBezTo>
                        <a:pt x="13289" y="2529"/>
                        <a:pt x="13209" y="2331"/>
                        <a:pt x="13209" y="2331"/>
                      </a:cubicBezTo>
                      <a:cubicBezTo>
                        <a:pt x="13209" y="2331"/>
                        <a:pt x="13048" y="2274"/>
                        <a:pt x="13048" y="2274"/>
                      </a:cubicBezTo>
                      <a:cubicBezTo>
                        <a:pt x="13008" y="2245"/>
                        <a:pt x="12888" y="2188"/>
                        <a:pt x="12848" y="2217"/>
                      </a:cubicBezTo>
                      <a:cubicBezTo>
                        <a:pt x="12808" y="2245"/>
                        <a:pt x="12727" y="2331"/>
                        <a:pt x="12808" y="2387"/>
                      </a:cubicBezTo>
                      <a:cubicBezTo>
                        <a:pt x="12888" y="2473"/>
                        <a:pt x="12968" y="2529"/>
                        <a:pt x="12928" y="2529"/>
                      </a:cubicBezTo>
                      <a:cubicBezTo>
                        <a:pt x="12848" y="2558"/>
                        <a:pt x="12808" y="2586"/>
                        <a:pt x="12767" y="2558"/>
                      </a:cubicBezTo>
                      <a:cubicBezTo>
                        <a:pt x="12727" y="2558"/>
                        <a:pt x="12647" y="2501"/>
                        <a:pt x="12527" y="2529"/>
                      </a:cubicBezTo>
                      <a:cubicBezTo>
                        <a:pt x="12406" y="2558"/>
                        <a:pt x="12286" y="2728"/>
                        <a:pt x="12286" y="2728"/>
                      </a:cubicBezTo>
                      <a:cubicBezTo>
                        <a:pt x="12286" y="2728"/>
                        <a:pt x="12406" y="2899"/>
                        <a:pt x="12446" y="2927"/>
                      </a:cubicBezTo>
                      <a:cubicBezTo>
                        <a:pt x="12486" y="2927"/>
                        <a:pt x="12527" y="2984"/>
                        <a:pt x="12527" y="3041"/>
                      </a:cubicBezTo>
                      <a:cubicBezTo>
                        <a:pt x="12486" y="3098"/>
                        <a:pt x="12527" y="3013"/>
                        <a:pt x="12446" y="3041"/>
                      </a:cubicBezTo>
                      <a:cubicBezTo>
                        <a:pt x="12326" y="3069"/>
                        <a:pt x="12286" y="3098"/>
                        <a:pt x="12205" y="3098"/>
                      </a:cubicBezTo>
                      <a:cubicBezTo>
                        <a:pt x="12125" y="3098"/>
                        <a:pt x="11924" y="3268"/>
                        <a:pt x="11924" y="3268"/>
                      </a:cubicBezTo>
                      <a:cubicBezTo>
                        <a:pt x="12045" y="3382"/>
                        <a:pt x="12045" y="3382"/>
                        <a:pt x="12045" y="3382"/>
                      </a:cubicBezTo>
                      <a:cubicBezTo>
                        <a:pt x="12045" y="3382"/>
                        <a:pt x="11724" y="3467"/>
                        <a:pt x="11643" y="3496"/>
                      </a:cubicBezTo>
                      <a:cubicBezTo>
                        <a:pt x="11603" y="3496"/>
                        <a:pt x="11764" y="3467"/>
                        <a:pt x="11563" y="3496"/>
                      </a:cubicBezTo>
                      <a:cubicBezTo>
                        <a:pt x="11402" y="3553"/>
                        <a:pt x="11282" y="3666"/>
                        <a:pt x="11242" y="3723"/>
                      </a:cubicBezTo>
                      <a:cubicBezTo>
                        <a:pt x="11242" y="3752"/>
                        <a:pt x="11081" y="3752"/>
                        <a:pt x="11081" y="3837"/>
                      </a:cubicBezTo>
                      <a:cubicBezTo>
                        <a:pt x="11081" y="3894"/>
                        <a:pt x="11121" y="4007"/>
                        <a:pt x="11081" y="4036"/>
                      </a:cubicBezTo>
                      <a:cubicBezTo>
                        <a:pt x="11081" y="4064"/>
                        <a:pt x="11081" y="4064"/>
                        <a:pt x="11081" y="4121"/>
                      </a:cubicBezTo>
                      <a:cubicBezTo>
                        <a:pt x="11081" y="4178"/>
                        <a:pt x="11041" y="4235"/>
                        <a:pt x="11161" y="4235"/>
                      </a:cubicBezTo>
                      <a:cubicBezTo>
                        <a:pt x="11282" y="4235"/>
                        <a:pt x="11443" y="4178"/>
                        <a:pt x="11483" y="4149"/>
                      </a:cubicBezTo>
                      <a:cubicBezTo>
                        <a:pt x="11483" y="4121"/>
                        <a:pt x="11523" y="4007"/>
                        <a:pt x="11563" y="4064"/>
                      </a:cubicBezTo>
                      <a:cubicBezTo>
                        <a:pt x="11643" y="4093"/>
                        <a:pt x="11643" y="4206"/>
                        <a:pt x="11643" y="4206"/>
                      </a:cubicBezTo>
                      <a:cubicBezTo>
                        <a:pt x="11643" y="4206"/>
                        <a:pt x="11643" y="4320"/>
                        <a:pt x="11643" y="4348"/>
                      </a:cubicBezTo>
                      <a:cubicBezTo>
                        <a:pt x="11603" y="4405"/>
                        <a:pt x="11884" y="4348"/>
                        <a:pt x="11603" y="4434"/>
                      </a:cubicBezTo>
                      <a:cubicBezTo>
                        <a:pt x="11322" y="4547"/>
                        <a:pt x="11242" y="4547"/>
                        <a:pt x="11242" y="4576"/>
                      </a:cubicBezTo>
                      <a:cubicBezTo>
                        <a:pt x="11242" y="4633"/>
                        <a:pt x="11402" y="4775"/>
                        <a:pt x="11202" y="4718"/>
                      </a:cubicBezTo>
                      <a:cubicBezTo>
                        <a:pt x="11001" y="4689"/>
                        <a:pt x="11001" y="4718"/>
                        <a:pt x="11001" y="4689"/>
                      </a:cubicBezTo>
                      <a:cubicBezTo>
                        <a:pt x="10961" y="4661"/>
                        <a:pt x="11041" y="4832"/>
                        <a:pt x="10800" y="4576"/>
                      </a:cubicBezTo>
                      <a:cubicBezTo>
                        <a:pt x="10559" y="4320"/>
                        <a:pt x="10559" y="4348"/>
                        <a:pt x="10559" y="4292"/>
                      </a:cubicBezTo>
                      <a:cubicBezTo>
                        <a:pt x="10559" y="4235"/>
                        <a:pt x="10519" y="4036"/>
                        <a:pt x="10519" y="4036"/>
                      </a:cubicBezTo>
                      <a:cubicBezTo>
                        <a:pt x="10519" y="4036"/>
                        <a:pt x="10479" y="3837"/>
                        <a:pt x="10359" y="3922"/>
                      </a:cubicBezTo>
                      <a:cubicBezTo>
                        <a:pt x="10198" y="4007"/>
                        <a:pt x="10198" y="4149"/>
                        <a:pt x="10198" y="4149"/>
                      </a:cubicBezTo>
                      <a:cubicBezTo>
                        <a:pt x="10198" y="4149"/>
                        <a:pt x="9997" y="4292"/>
                        <a:pt x="9957" y="4320"/>
                      </a:cubicBezTo>
                      <a:cubicBezTo>
                        <a:pt x="9917" y="4320"/>
                        <a:pt x="9837" y="4320"/>
                        <a:pt x="9716" y="4377"/>
                      </a:cubicBezTo>
                      <a:cubicBezTo>
                        <a:pt x="9636" y="4462"/>
                        <a:pt x="9355" y="4746"/>
                        <a:pt x="9355" y="4746"/>
                      </a:cubicBezTo>
                      <a:cubicBezTo>
                        <a:pt x="9355" y="4746"/>
                        <a:pt x="9194" y="4945"/>
                        <a:pt x="9234" y="5002"/>
                      </a:cubicBezTo>
                      <a:cubicBezTo>
                        <a:pt x="9274" y="5059"/>
                        <a:pt x="9395" y="5144"/>
                        <a:pt x="9395" y="5144"/>
                      </a:cubicBezTo>
                      <a:cubicBezTo>
                        <a:pt x="9395" y="5144"/>
                        <a:pt x="9435" y="5116"/>
                        <a:pt x="9435" y="5201"/>
                      </a:cubicBezTo>
                      <a:cubicBezTo>
                        <a:pt x="9435" y="5286"/>
                        <a:pt x="9636" y="5315"/>
                        <a:pt x="9636" y="5315"/>
                      </a:cubicBezTo>
                      <a:cubicBezTo>
                        <a:pt x="9636" y="5315"/>
                        <a:pt x="9716" y="5343"/>
                        <a:pt x="9636" y="5400"/>
                      </a:cubicBezTo>
                      <a:cubicBezTo>
                        <a:pt x="9515" y="5457"/>
                        <a:pt x="9194" y="5485"/>
                        <a:pt x="9194" y="5485"/>
                      </a:cubicBezTo>
                      <a:cubicBezTo>
                        <a:pt x="8873" y="5485"/>
                        <a:pt x="8873" y="5485"/>
                        <a:pt x="8873" y="5485"/>
                      </a:cubicBezTo>
                      <a:cubicBezTo>
                        <a:pt x="8873" y="5485"/>
                        <a:pt x="8712" y="5627"/>
                        <a:pt x="8672" y="5627"/>
                      </a:cubicBezTo>
                      <a:cubicBezTo>
                        <a:pt x="8592" y="5656"/>
                        <a:pt x="8472" y="5713"/>
                        <a:pt x="8431" y="5798"/>
                      </a:cubicBezTo>
                      <a:cubicBezTo>
                        <a:pt x="8431" y="5855"/>
                        <a:pt x="8070" y="6082"/>
                        <a:pt x="8070" y="6082"/>
                      </a:cubicBezTo>
                      <a:cubicBezTo>
                        <a:pt x="8070" y="6082"/>
                        <a:pt x="8070" y="6167"/>
                        <a:pt x="8070" y="6196"/>
                      </a:cubicBezTo>
                      <a:cubicBezTo>
                        <a:pt x="8070" y="6224"/>
                        <a:pt x="7909" y="6281"/>
                        <a:pt x="7990" y="6309"/>
                      </a:cubicBezTo>
                      <a:cubicBezTo>
                        <a:pt x="8070" y="6338"/>
                        <a:pt x="8190" y="6366"/>
                        <a:pt x="8271" y="6253"/>
                      </a:cubicBezTo>
                      <a:cubicBezTo>
                        <a:pt x="8351" y="6167"/>
                        <a:pt x="8351" y="6025"/>
                        <a:pt x="8351" y="6025"/>
                      </a:cubicBezTo>
                      <a:cubicBezTo>
                        <a:pt x="8351" y="6025"/>
                        <a:pt x="8431" y="5968"/>
                        <a:pt x="8512" y="5968"/>
                      </a:cubicBezTo>
                      <a:cubicBezTo>
                        <a:pt x="8632" y="5968"/>
                        <a:pt x="8753" y="5883"/>
                        <a:pt x="8873" y="5855"/>
                      </a:cubicBezTo>
                      <a:cubicBezTo>
                        <a:pt x="8993" y="5855"/>
                        <a:pt x="9154" y="5713"/>
                        <a:pt x="9194" y="5713"/>
                      </a:cubicBezTo>
                      <a:cubicBezTo>
                        <a:pt x="9274" y="5713"/>
                        <a:pt x="9234" y="5741"/>
                        <a:pt x="9395" y="5713"/>
                      </a:cubicBezTo>
                      <a:cubicBezTo>
                        <a:pt x="9556" y="5713"/>
                        <a:pt x="9716" y="5713"/>
                        <a:pt x="9756" y="5684"/>
                      </a:cubicBezTo>
                      <a:cubicBezTo>
                        <a:pt x="9837" y="5656"/>
                        <a:pt x="10158" y="5798"/>
                        <a:pt x="10198" y="5826"/>
                      </a:cubicBezTo>
                      <a:cubicBezTo>
                        <a:pt x="10198" y="5855"/>
                        <a:pt x="9917" y="5883"/>
                        <a:pt x="10037" y="5940"/>
                      </a:cubicBezTo>
                      <a:cubicBezTo>
                        <a:pt x="10198" y="5997"/>
                        <a:pt x="10198" y="6025"/>
                        <a:pt x="10238" y="6025"/>
                      </a:cubicBezTo>
                      <a:cubicBezTo>
                        <a:pt x="10278" y="6025"/>
                        <a:pt x="10359" y="5997"/>
                        <a:pt x="10479" y="5968"/>
                      </a:cubicBezTo>
                      <a:cubicBezTo>
                        <a:pt x="10559" y="5912"/>
                        <a:pt x="10399" y="5826"/>
                        <a:pt x="10640" y="5883"/>
                      </a:cubicBezTo>
                      <a:cubicBezTo>
                        <a:pt x="10840" y="5940"/>
                        <a:pt x="10840" y="5997"/>
                        <a:pt x="10840" y="5997"/>
                      </a:cubicBezTo>
                      <a:cubicBezTo>
                        <a:pt x="10800" y="6054"/>
                        <a:pt x="10800" y="6054"/>
                        <a:pt x="10800" y="6054"/>
                      </a:cubicBezTo>
                      <a:cubicBezTo>
                        <a:pt x="10640" y="6082"/>
                        <a:pt x="10640" y="6082"/>
                        <a:pt x="10640" y="6082"/>
                      </a:cubicBezTo>
                      <a:cubicBezTo>
                        <a:pt x="10399" y="6054"/>
                        <a:pt x="10399" y="6054"/>
                        <a:pt x="10399" y="6054"/>
                      </a:cubicBezTo>
                      <a:cubicBezTo>
                        <a:pt x="10238" y="6111"/>
                        <a:pt x="10238" y="6111"/>
                        <a:pt x="10238" y="6111"/>
                      </a:cubicBezTo>
                      <a:cubicBezTo>
                        <a:pt x="10238" y="6111"/>
                        <a:pt x="10198" y="6139"/>
                        <a:pt x="10158" y="6139"/>
                      </a:cubicBezTo>
                      <a:cubicBezTo>
                        <a:pt x="10158" y="6139"/>
                        <a:pt x="9796" y="6167"/>
                        <a:pt x="9796" y="6167"/>
                      </a:cubicBezTo>
                      <a:cubicBezTo>
                        <a:pt x="9636" y="6338"/>
                        <a:pt x="9636" y="6338"/>
                        <a:pt x="9636" y="6338"/>
                      </a:cubicBezTo>
                      <a:cubicBezTo>
                        <a:pt x="9636" y="6338"/>
                        <a:pt x="9756" y="6452"/>
                        <a:pt x="9756" y="6452"/>
                      </a:cubicBezTo>
                      <a:cubicBezTo>
                        <a:pt x="9796" y="6452"/>
                        <a:pt x="10037" y="6395"/>
                        <a:pt x="10037" y="6423"/>
                      </a:cubicBezTo>
                      <a:cubicBezTo>
                        <a:pt x="10077" y="6423"/>
                        <a:pt x="10118" y="6480"/>
                        <a:pt x="10077" y="6508"/>
                      </a:cubicBezTo>
                      <a:cubicBezTo>
                        <a:pt x="10077" y="6537"/>
                        <a:pt x="9917" y="6622"/>
                        <a:pt x="9917" y="6622"/>
                      </a:cubicBezTo>
                      <a:cubicBezTo>
                        <a:pt x="9837" y="6736"/>
                        <a:pt x="9837" y="6736"/>
                        <a:pt x="9837" y="6736"/>
                      </a:cubicBezTo>
                      <a:cubicBezTo>
                        <a:pt x="9837" y="6736"/>
                        <a:pt x="9997" y="6764"/>
                        <a:pt x="10037" y="6764"/>
                      </a:cubicBezTo>
                      <a:cubicBezTo>
                        <a:pt x="10037" y="6764"/>
                        <a:pt x="10278" y="6764"/>
                        <a:pt x="10238" y="6793"/>
                      </a:cubicBezTo>
                      <a:cubicBezTo>
                        <a:pt x="10238" y="6793"/>
                        <a:pt x="9877" y="6821"/>
                        <a:pt x="9877" y="6821"/>
                      </a:cubicBezTo>
                      <a:cubicBezTo>
                        <a:pt x="9877" y="6821"/>
                        <a:pt x="9556" y="6793"/>
                        <a:pt x="9596" y="6793"/>
                      </a:cubicBezTo>
                      <a:cubicBezTo>
                        <a:pt x="9596" y="6821"/>
                        <a:pt x="9556" y="6878"/>
                        <a:pt x="9556" y="6906"/>
                      </a:cubicBezTo>
                      <a:cubicBezTo>
                        <a:pt x="9556" y="6906"/>
                        <a:pt x="9475" y="6992"/>
                        <a:pt x="9475" y="6992"/>
                      </a:cubicBezTo>
                      <a:cubicBezTo>
                        <a:pt x="9435" y="6992"/>
                        <a:pt x="9355" y="6992"/>
                        <a:pt x="9315" y="7020"/>
                      </a:cubicBezTo>
                      <a:cubicBezTo>
                        <a:pt x="9315" y="7048"/>
                        <a:pt x="9274" y="7105"/>
                        <a:pt x="9274" y="7162"/>
                      </a:cubicBezTo>
                      <a:cubicBezTo>
                        <a:pt x="9274" y="7191"/>
                        <a:pt x="9395" y="7276"/>
                        <a:pt x="9395" y="7276"/>
                      </a:cubicBezTo>
                      <a:cubicBezTo>
                        <a:pt x="9355" y="7333"/>
                        <a:pt x="9355" y="7333"/>
                        <a:pt x="9355" y="7333"/>
                      </a:cubicBezTo>
                      <a:cubicBezTo>
                        <a:pt x="9194" y="7446"/>
                        <a:pt x="9194" y="7446"/>
                        <a:pt x="9194" y="7446"/>
                      </a:cubicBezTo>
                      <a:cubicBezTo>
                        <a:pt x="9194" y="7446"/>
                        <a:pt x="9114" y="7475"/>
                        <a:pt x="9114" y="7503"/>
                      </a:cubicBezTo>
                      <a:cubicBezTo>
                        <a:pt x="9154" y="7503"/>
                        <a:pt x="8993" y="7560"/>
                        <a:pt x="8993" y="7560"/>
                      </a:cubicBezTo>
                      <a:cubicBezTo>
                        <a:pt x="8712" y="7674"/>
                        <a:pt x="8712" y="7674"/>
                        <a:pt x="8712" y="7674"/>
                      </a:cubicBezTo>
                      <a:cubicBezTo>
                        <a:pt x="8712" y="7674"/>
                        <a:pt x="8753" y="7759"/>
                        <a:pt x="8753" y="7787"/>
                      </a:cubicBezTo>
                      <a:cubicBezTo>
                        <a:pt x="8753" y="7787"/>
                        <a:pt x="8873" y="7844"/>
                        <a:pt x="8793" y="7901"/>
                      </a:cubicBezTo>
                      <a:cubicBezTo>
                        <a:pt x="8712" y="7929"/>
                        <a:pt x="8632" y="7958"/>
                        <a:pt x="8592" y="7986"/>
                      </a:cubicBezTo>
                      <a:cubicBezTo>
                        <a:pt x="8592" y="7986"/>
                        <a:pt x="8512" y="8015"/>
                        <a:pt x="8512" y="8100"/>
                      </a:cubicBezTo>
                      <a:cubicBezTo>
                        <a:pt x="8552" y="8157"/>
                        <a:pt x="8472" y="8242"/>
                        <a:pt x="8431" y="8242"/>
                      </a:cubicBezTo>
                      <a:cubicBezTo>
                        <a:pt x="8431" y="8242"/>
                        <a:pt x="8351" y="8271"/>
                        <a:pt x="8351" y="8356"/>
                      </a:cubicBezTo>
                      <a:cubicBezTo>
                        <a:pt x="8391" y="8413"/>
                        <a:pt x="8351" y="8612"/>
                        <a:pt x="8351" y="8612"/>
                      </a:cubicBezTo>
                      <a:cubicBezTo>
                        <a:pt x="8351" y="8612"/>
                        <a:pt x="8472" y="8725"/>
                        <a:pt x="8512" y="8725"/>
                      </a:cubicBezTo>
                      <a:cubicBezTo>
                        <a:pt x="8512" y="8725"/>
                        <a:pt x="8712" y="8668"/>
                        <a:pt x="8753" y="8697"/>
                      </a:cubicBezTo>
                      <a:cubicBezTo>
                        <a:pt x="8833" y="8697"/>
                        <a:pt x="8953" y="8754"/>
                        <a:pt x="8953" y="8754"/>
                      </a:cubicBezTo>
                      <a:cubicBezTo>
                        <a:pt x="8953" y="8754"/>
                        <a:pt x="8913" y="8896"/>
                        <a:pt x="8873" y="8924"/>
                      </a:cubicBezTo>
                      <a:cubicBezTo>
                        <a:pt x="8833" y="8924"/>
                        <a:pt x="8592" y="8953"/>
                        <a:pt x="8592" y="8953"/>
                      </a:cubicBezTo>
                      <a:cubicBezTo>
                        <a:pt x="8592" y="8953"/>
                        <a:pt x="8472" y="8896"/>
                        <a:pt x="8431" y="8896"/>
                      </a:cubicBezTo>
                      <a:cubicBezTo>
                        <a:pt x="8391" y="8924"/>
                        <a:pt x="8190" y="9066"/>
                        <a:pt x="8190" y="9066"/>
                      </a:cubicBezTo>
                      <a:cubicBezTo>
                        <a:pt x="8190" y="9066"/>
                        <a:pt x="8190" y="9152"/>
                        <a:pt x="8150" y="9152"/>
                      </a:cubicBezTo>
                      <a:cubicBezTo>
                        <a:pt x="8070" y="9180"/>
                        <a:pt x="8030" y="9123"/>
                        <a:pt x="8030" y="9180"/>
                      </a:cubicBezTo>
                      <a:cubicBezTo>
                        <a:pt x="8030" y="9208"/>
                        <a:pt x="8030" y="9294"/>
                        <a:pt x="8030" y="9322"/>
                      </a:cubicBezTo>
                      <a:cubicBezTo>
                        <a:pt x="8030" y="9379"/>
                        <a:pt x="8030" y="9464"/>
                        <a:pt x="8030" y="9464"/>
                      </a:cubicBezTo>
                      <a:cubicBezTo>
                        <a:pt x="8030" y="9464"/>
                        <a:pt x="7950" y="9578"/>
                        <a:pt x="7909" y="9635"/>
                      </a:cubicBezTo>
                      <a:cubicBezTo>
                        <a:pt x="7869" y="9692"/>
                        <a:pt x="7789" y="9834"/>
                        <a:pt x="7789" y="9862"/>
                      </a:cubicBezTo>
                      <a:cubicBezTo>
                        <a:pt x="7829" y="9891"/>
                        <a:pt x="7909" y="10033"/>
                        <a:pt x="7909" y="10033"/>
                      </a:cubicBezTo>
                      <a:cubicBezTo>
                        <a:pt x="7628" y="10146"/>
                        <a:pt x="7628" y="10146"/>
                        <a:pt x="7628" y="10146"/>
                      </a:cubicBezTo>
                      <a:cubicBezTo>
                        <a:pt x="7709" y="10288"/>
                        <a:pt x="7709" y="10288"/>
                        <a:pt x="7709" y="10288"/>
                      </a:cubicBezTo>
                      <a:cubicBezTo>
                        <a:pt x="7709" y="10288"/>
                        <a:pt x="7749" y="10288"/>
                        <a:pt x="7749" y="10317"/>
                      </a:cubicBezTo>
                      <a:cubicBezTo>
                        <a:pt x="7749" y="10374"/>
                        <a:pt x="7548" y="10459"/>
                        <a:pt x="7548" y="10459"/>
                      </a:cubicBezTo>
                      <a:cubicBezTo>
                        <a:pt x="7548" y="10459"/>
                        <a:pt x="7548" y="10601"/>
                        <a:pt x="7548" y="10629"/>
                      </a:cubicBezTo>
                      <a:cubicBezTo>
                        <a:pt x="7548" y="10658"/>
                        <a:pt x="7347" y="10544"/>
                        <a:pt x="7347" y="10544"/>
                      </a:cubicBezTo>
                      <a:cubicBezTo>
                        <a:pt x="7187" y="10573"/>
                        <a:pt x="7187" y="10573"/>
                        <a:pt x="7187" y="10573"/>
                      </a:cubicBezTo>
                      <a:cubicBezTo>
                        <a:pt x="7187" y="10686"/>
                        <a:pt x="7187" y="10686"/>
                        <a:pt x="7187" y="10686"/>
                      </a:cubicBezTo>
                      <a:cubicBezTo>
                        <a:pt x="7106" y="10800"/>
                        <a:pt x="7106" y="10800"/>
                        <a:pt x="7106" y="10800"/>
                      </a:cubicBezTo>
                      <a:cubicBezTo>
                        <a:pt x="6825" y="10800"/>
                        <a:pt x="6825" y="10800"/>
                        <a:pt x="6825" y="10800"/>
                      </a:cubicBezTo>
                      <a:cubicBezTo>
                        <a:pt x="6825" y="10800"/>
                        <a:pt x="6585" y="10914"/>
                        <a:pt x="6585" y="10914"/>
                      </a:cubicBezTo>
                      <a:cubicBezTo>
                        <a:pt x="6625" y="10942"/>
                        <a:pt x="6504" y="11027"/>
                        <a:pt x="6625" y="11027"/>
                      </a:cubicBezTo>
                      <a:cubicBezTo>
                        <a:pt x="6705" y="11027"/>
                        <a:pt x="6745" y="11027"/>
                        <a:pt x="6785" y="11027"/>
                      </a:cubicBezTo>
                      <a:cubicBezTo>
                        <a:pt x="6866" y="10999"/>
                        <a:pt x="7026" y="10942"/>
                        <a:pt x="7066" y="10942"/>
                      </a:cubicBezTo>
                      <a:cubicBezTo>
                        <a:pt x="7106" y="10942"/>
                        <a:pt x="7227" y="10942"/>
                        <a:pt x="7147" y="10999"/>
                      </a:cubicBezTo>
                      <a:cubicBezTo>
                        <a:pt x="7066" y="11056"/>
                        <a:pt x="6986" y="11056"/>
                        <a:pt x="6946" y="11084"/>
                      </a:cubicBezTo>
                      <a:cubicBezTo>
                        <a:pt x="6866" y="11113"/>
                        <a:pt x="6745" y="11113"/>
                        <a:pt x="6745" y="11198"/>
                      </a:cubicBezTo>
                      <a:cubicBezTo>
                        <a:pt x="6745" y="11283"/>
                        <a:pt x="6705" y="11368"/>
                        <a:pt x="6705" y="11368"/>
                      </a:cubicBezTo>
                      <a:cubicBezTo>
                        <a:pt x="6986" y="11312"/>
                        <a:pt x="6986" y="11312"/>
                        <a:pt x="6986" y="11312"/>
                      </a:cubicBezTo>
                      <a:cubicBezTo>
                        <a:pt x="6986" y="11312"/>
                        <a:pt x="7066" y="11283"/>
                        <a:pt x="7066" y="11368"/>
                      </a:cubicBezTo>
                      <a:cubicBezTo>
                        <a:pt x="7106" y="11482"/>
                        <a:pt x="6986" y="11511"/>
                        <a:pt x="6906" y="11511"/>
                      </a:cubicBezTo>
                      <a:cubicBezTo>
                        <a:pt x="6866" y="11511"/>
                        <a:pt x="6665" y="11397"/>
                        <a:pt x="6665" y="11397"/>
                      </a:cubicBezTo>
                      <a:cubicBezTo>
                        <a:pt x="6504" y="11482"/>
                        <a:pt x="6504" y="11482"/>
                        <a:pt x="6504" y="11482"/>
                      </a:cubicBezTo>
                      <a:cubicBezTo>
                        <a:pt x="6504" y="11482"/>
                        <a:pt x="6464" y="11454"/>
                        <a:pt x="6303" y="11539"/>
                      </a:cubicBezTo>
                      <a:cubicBezTo>
                        <a:pt x="6143" y="11653"/>
                        <a:pt x="6063" y="11795"/>
                        <a:pt x="6063" y="11823"/>
                      </a:cubicBezTo>
                      <a:cubicBezTo>
                        <a:pt x="6063" y="11852"/>
                        <a:pt x="6063" y="11908"/>
                        <a:pt x="5942" y="11965"/>
                      </a:cubicBezTo>
                      <a:cubicBezTo>
                        <a:pt x="5862" y="11994"/>
                        <a:pt x="5741" y="12079"/>
                        <a:pt x="5741" y="12079"/>
                      </a:cubicBezTo>
                      <a:cubicBezTo>
                        <a:pt x="5741" y="12079"/>
                        <a:pt x="5701" y="12164"/>
                        <a:pt x="5661" y="12221"/>
                      </a:cubicBezTo>
                      <a:cubicBezTo>
                        <a:pt x="5621" y="12278"/>
                        <a:pt x="5621" y="12278"/>
                        <a:pt x="5621" y="12278"/>
                      </a:cubicBezTo>
                      <a:cubicBezTo>
                        <a:pt x="5782" y="12392"/>
                        <a:pt x="5782" y="12392"/>
                        <a:pt x="5782" y="12392"/>
                      </a:cubicBezTo>
                      <a:cubicBezTo>
                        <a:pt x="5501" y="12505"/>
                        <a:pt x="5501" y="12505"/>
                        <a:pt x="5501" y="12505"/>
                      </a:cubicBezTo>
                      <a:cubicBezTo>
                        <a:pt x="5380" y="12562"/>
                        <a:pt x="5380" y="12562"/>
                        <a:pt x="5380" y="12562"/>
                      </a:cubicBezTo>
                      <a:cubicBezTo>
                        <a:pt x="5380" y="12562"/>
                        <a:pt x="5139" y="12733"/>
                        <a:pt x="5300" y="12761"/>
                      </a:cubicBezTo>
                      <a:cubicBezTo>
                        <a:pt x="5501" y="12789"/>
                        <a:pt x="5621" y="12789"/>
                        <a:pt x="5621" y="12789"/>
                      </a:cubicBezTo>
                      <a:cubicBezTo>
                        <a:pt x="5621" y="12789"/>
                        <a:pt x="5581" y="12960"/>
                        <a:pt x="5621" y="12960"/>
                      </a:cubicBezTo>
                      <a:cubicBezTo>
                        <a:pt x="5661" y="12960"/>
                        <a:pt x="6022" y="12960"/>
                        <a:pt x="6022" y="12960"/>
                      </a:cubicBezTo>
                      <a:cubicBezTo>
                        <a:pt x="6223" y="12846"/>
                        <a:pt x="6223" y="12846"/>
                        <a:pt x="6223" y="12846"/>
                      </a:cubicBezTo>
                      <a:cubicBezTo>
                        <a:pt x="6344" y="12789"/>
                        <a:pt x="6344" y="12789"/>
                        <a:pt x="6344" y="12789"/>
                      </a:cubicBezTo>
                      <a:cubicBezTo>
                        <a:pt x="6424" y="12903"/>
                        <a:pt x="6424" y="12903"/>
                        <a:pt x="6424" y="12903"/>
                      </a:cubicBezTo>
                      <a:cubicBezTo>
                        <a:pt x="6424" y="12903"/>
                        <a:pt x="6344" y="12988"/>
                        <a:pt x="6263" y="12988"/>
                      </a:cubicBezTo>
                      <a:cubicBezTo>
                        <a:pt x="6143" y="12988"/>
                        <a:pt x="6183" y="12988"/>
                        <a:pt x="6103" y="13045"/>
                      </a:cubicBezTo>
                      <a:cubicBezTo>
                        <a:pt x="5982" y="13131"/>
                        <a:pt x="5942" y="13159"/>
                        <a:pt x="5862" y="13159"/>
                      </a:cubicBezTo>
                      <a:cubicBezTo>
                        <a:pt x="5822" y="13159"/>
                        <a:pt x="5741" y="13244"/>
                        <a:pt x="5661" y="13131"/>
                      </a:cubicBezTo>
                      <a:cubicBezTo>
                        <a:pt x="5621" y="13045"/>
                        <a:pt x="5541" y="12960"/>
                        <a:pt x="5541" y="12960"/>
                      </a:cubicBezTo>
                      <a:cubicBezTo>
                        <a:pt x="5179" y="12846"/>
                        <a:pt x="5179" y="12846"/>
                        <a:pt x="5179" y="12846"/>
                      </a:cubicBezTo>
                      <a:cubicBezTo>
                        <a:pt x="5099" y="12875"/>
                        <a:pt x="5099" y="12875"/>
                        <a:pt x="5099" y="12875"/>
                      </a:cubicBezTo>
                      <a:cubicBezTo>
                        <a:pt x="5099" y="12875"/>
                        <a:pt x="5059" y="12988"/>
                        <a:pt x="5019" y="12988"/>
                      </a:cubicBezTo>
                      <a:cubicBezTo>
                        <a:pt x="4979" y="12988"/>
                        <a:pt x="4738" y="12988"/>
                        <a:pt x="4657" y="12988"/>
                      </a:cubicBezTo>
                      <a:cubicBezTo>
                        <a:pt x="4617" y="12988"/>
                        <a:pt x="4537" y="12988"/>
                        <a:pt x="4537" y="12960"/>
                      </a:cubicBezTo>
                      <a:cubicBezTo>
                        <a:pt x="4497" y="12903"/>
                        <a:pt x="4537" y="12903"/>
                        <a:pt x="4497" y="12875"/>
                      </a:cubicBezTo>
                      <a:cubicBezTo>
                        <a:pt x="4457" y="12846"/>
                        <a:pt x="4376" y="12733"/>
                        <a:pt x="4296" y="12761"/>
                      </a:cubicBezTo>
                      <a:cubicBezTo>
                        <a:pt x="4256" y="12761"/>
                        <a:pt x="4055" y="12818"/>
                        <a:pt x="4055" y="12818"/>
                      </a:cubicBezTo>
                      <a:cubicBezTo>
                        <a:pt x="4015" y="13045"/>
                        <a:pt x="4015" y="13045"/>
                        <a:pt x="4015" y="13045"/>
                      </a:cubicBezTo>
                      <a:cubicBezTo>
                        <a:pt x="4015" y="13045"/>
                        <a:pt x="3895" y="13045"/>
                        <a:pt x="3935" y="13102"/>
                      </a:cubicBezTo>
                      <a:cubicBezTo>
                        <a:pt x="3935" y="13159"/>
                        <a:pt x="4095" y="13216"/>
                        <a:pt x="4095" y="13216"/>
                      </a:cubicBezTo>
                      <a:cubicBezTo>
                        <a:pt x="4095" y="13216"/>
                        <a:pt x="4176" y="13273"/>
                        <a:pt x="4176" y="13301"/>
                      </a:cubicBezTo>
                      <a:cubicBezTo>
                        <a:pt x="4216" y="13358"/>
                        <a:pt x="4095" y="13415"/>
                        <a:pt x="4095" y="13415"/>
                      </a:cubicBezTo>
                      <a:cubicBezTo>
                        <a:pt x="4095" y="13415"/>
                        <a:pt x="3895" y="13415"/>
                        <a:pt x="3854" y="13472"/>
                      </a:cubicBezTo>
                      <a:cubicBezTo>
                        <a:pt x="3854" y="13500"/>
                        <a:pt x="3895" y="13585"/>
                        <a:pt x="3854" y="13585"/>
                      </a:cubicBezTo>
                      <a:cubicBezTo>
                        <a:pt x="3814" y="13614"/>
                        <a:pt x="3774" y="13671"/>
                        <a:pt x="3774" y="13699"/>
                      </a:cubicBezTo>
                      <a:cubicBezTo>
                        <a:pt x="3774" y="13699"/>
                        <a:pt x="3854" y="13841"/>
                        <a:pt x="3854" y="13841"/>
                      </a:cubicBezTo>
                      <a:cubicBezTo>
                        <a:pt x="3854" y="13841"/>
                        <a:pt x="3854" y="13955"/>
                        <a:pt x="3774" y="13898"/>
                      </a:cubicBezTo>
                      <a:cubicBezTo>
                        <a:pt x="3694" y="13841"/>
                        <a:pt x="3453" y="13756"/>
                        <a:pt x="3453" y="13756"/>
                      </a:cubicBezTo>
                      <a:cubicBezTo>
                        <a:pt x="3292" y="13671"/>
                        <a:pt x="3292" y="13671"/>
                        <a:pt x="3292" y="13671"/>
                      </a:cubicBezTo>
                      <a:cubicBezTo>
                        <a:pt x="3292" y="13671"/>
                        <a:pt x="3132" y="13756"/>
                        <a:pt x="3092" y="13756"/>
                      </a:cubicBezTo>
                      <a:cubicBezTo>
                        <a:pt x="3092" y="13784"/>
                        <a:pt x="2811" y="13756"/>
                        <a:pt x="2730" y="13784"/>
                      </a:cubicBezTo>
                      <a:cubicBezTo>
                        <a:pt x="2690" y="13813"/>
                        <a:pt x="2690" y="13841"/>
                        <a:pt x="2650" y="13898"/>
                      </a:cubicBezTo>
                      <a:cubicBezTo>
                        <a:pt x="2570" y="13955"/>
                        <a:pt x="2449" y="13955"/>
                        <a:pt x="2570" y="14040"/>
                      </a:cubicBezTo>
                      <a:cubicBezTo>
                        <a:pt x="2650" y="14125"/>
                        <a:pt x="2851" y="14154"/>
                        <a:pt x="2851" y="14154"/>
                      </a:cubicBezTo>
                      <a:cubicBezTo>
                        <a:pt x="2851" y="14154"/>
                        <a:pt x="2931" y="14182"/>
                        <a:pt x="2851" y="14267"/>
                      </a:cubicBezTo>
                      <a:cubicBezTo>
                        <a:pt x="2770" y="14381"/>
                        <a:pt x="2610" y="14296"/>
                        <a:pt x="2570" y="14296"/>
                      </a:cubicBezTo>
                      <a:cubicBezTo>
                        <a:pt x="2530" y="14267"/>
                        <a:pt x="2369" y="14182"/>
                        <a:pt x="2329" y="14211"/>
                      </a:cubicBezTo>
                      <a:cubicBezTo>
                        <a:pt x="2289" y="14239"/>
                        <a:pt x="2168" y="14381"/>
                        <a:pt x="2168" y="14381"/>
                      </a:cubicBezTo>
                      <a:cubicBezTo>
                        <a:pt x="2168" y="14381"/>
                        <a:pt x="2048" y="14409"/>
                        <a:pt x="2008" y="14381"/>
                      </a:cubicBezTo>
                      <a:cubicBezTo>
                        <a:pt x="1967" y="14381"/>
                        <a:pt x="1847" y="14239"/>
                        <a:pt x="1807" y="14267"/>
                      </a:cubicBezTo>
                      <a:cubicBezTo>
                        <a:pt x="1767" y="14296"/>
                        <a:pt x="1727" y="14353"/>
                        <a:pt x="1727" y="14381"/>
                      </a:cubicBezTo>
                      <a:cubicBezTo>
                        <a:pt x="1727" y="14409"/>
                        <a:pt x="1807" y="14466"/>
                        <a:pt x="1767" y="14495"/>
                      </a:cubicBezTo>
                      <a:cubicBezTo>
                        <a:pt x="1767" y="14523"/>
                        <a:pt x="1566" y="14552"/>
                        <a:pt x="1526" y="14580"/>
                      </a:cubicBezTo>
                      <a:cubicBezTo>
                        <a:pt x="1526" y="14608"/>
                        <a:pt x="1526" y="14552"/>
                        <a:pt x="1446" y="14665"/>
                      </a:cubicBezTo>
                      <a:cubicBezTo>
                        <a:pt x="1405" y="14779"/>
                        <a:pt x="1446" y="14779"/>
                        <a:pt x="1405" y="14779"/>
                      </a:cubicBezTo>
                      <a:cubicBezTo>
                        <a:pt x="1325" y="14807"/>
                        <a:pt x="1164" y="14722"/>
                        <a:pt x="1164" y="14722"/>
                      </a:cubicBezTo>
                      <a:cubicBezTo>
                        <a:pt x="1164" y="14722"/>
                        <a:pt x="1044" y="14637"/>
                        <a:pt x="1044" y="14722"/>
                      </a:cubicBezTo>
                      <a:cubicBezTo>
                        <a:pt x="1044" y="14836"/>
                        <a:pt x="1004" y="14949"/>
                        <a:pt x="1004" y="14949"/>
                      </a:cubicBezTo>
                      <a:cubicBezTo>
                        <a:pt x="1124" y="15006"/>
                        <a:pt x="1124" y="15006"/>
                        <a:pt x="1124" y="15006"/>
                      </a:cubicBezTo>
                      <a:cubicBezTo>
                        <a:pt x="1124" y="15006"/>
                        <a:pt x="1084" y="15063"/>
                        <a:pt x="1044" y="15063"/>
                      </a:cubicBezTo>
                      <a:cubicBezTo>
                        <a:pt x="1044" y="15063"/>
                        <a:pt x="964" y="15035"/>
                        <a:pt x="924" y="14978"/>
                      </a:cubicBezTo>
                      <a:cubicBezTo>
                        <a:pt x="883" y="14949"/>
                        <a:pt x="924" y="14949"/>
                        <a:pt x="803" y="14921"/>
                      </a:cubicBezTo>
                      <a:cubicBezTo>
                        <a:pt x="683" y="14893"/>
                        <a:pt x="602" y="14836"/>
                        <a:pt x="602" y="14893"/>
                      </a:cubicBezTo>
                      <a:cubicBezTo>
                        <a:pt x="602" y="14921"/>
                        <a:pt x="562" y="14978"/>
                        <a:pt x="602" y="15006"/>
                      </a:cubicBezTo>
                      <a:cubicBezTo>
                        <a:pt x="643" y="15063"/>
                        <a:pt x="723" y="15120"/>
                        <a:pt x="723" y="15120"/>
                      </a:cubicBezTo>
                      <a:cubicBezTo>
                        <a:pt x="763" y="15120"/>
                        <a:pt x="763" y="15120"/>
                        <a:pt x="763" y="15120"/>
                      </a:cubicBezTo>
                      <a:cubicBezTo>
                        <a:pt x="763" y="15120"/>
                        <a:pt x="723" y="15205"/>
                        <a:pt x="683" y="15205"/>
                      </a:cubicBezTo>
                      <a:cubicBezTo>
                        <a:pt x="643" y="15234"/>
                        <a:pt x="602" y="15177"/>
                        <a:pt x="562" y="15177"/>
                      </a:cubicBezTo>
                      <a:cubicBezTo>
                        <a:pt x="562" y="15177"/>
                        <a:pt x="442" y="15234"/>
                        <a:pt x="442" y="15234"/>
                      </a:cubicBezTo>
                      <a:cubicBezTo>
                        <a:pt x="442" y="15234"/>
                        <a:pt x="482" y="15291"/>
                        <a:pt x="482" y="15319"/>
                      </a:cubicBezTo>
                      <a:cubicBezTo>
                        <a:pt x="482" y="15347"/>
                        <a:pt x="361" y="15376"/>
                        <a:pt x="361" y="15404"/>
                      </a:cubicBezTo>
                      <a:cubicBezTo>
                        <a:pt x="321" y="15404"/>
                        <a:pt x="281" y="15433"/>
                        <a:pt x="281" y="15461"/>
                      </a:cubicBezTo>
                      <a:cubicBezTo>
                        <a:pt x="281" y="15489"/>
                        <a:pt x="321" y="15575"/>
                        <a:pt x="361" y="15546"/>
                      </a:cubicBezTo>
                      <a:cubicBezTo>
                        <a:pt x="402" y="15546"/>
                        <a:pt x="602" y="15575"/>
                        <a:pt x="602" y="15575"/>
                      </a:cubicBezTo>
                      <a:cubicBezTo>
                        <a:pt x="602" y="15575"/>
                        <a:pt x="562" y="15632"/>
                        <a:pt x="522" y="15660"/>
                      </a:cubicBezTo>
                      <a:cubicBezTo>
                        <a:pt x="482" y="15660"/>
                        <a:pt x="442" y="15717"/>
                        <a:pt x="402" y="15745"/>
                      </a:cubicBezTo>
                      <a:cubicBezTo>
                        <a:pt x="361" y="15802"/>
                        <a:pt x="442" y="15916"/>
                        <a:pt x="522" y="15944"/>
                      </a:cubicBezTo>
                      <a:cubicBezTo>
                        <a:pt x="643" y="15973"/>
                        <a:pt x="763" y="15973"/>
                        <a:pt x="763" y="16029"/>
                      </a:cubicBezTo>
                      <a:cubicBezTo>
                        <a:pt x="723" y="16058"/>
                        <a:pt x="522" y="16172"/>
                        <a:pt x="482" y="16200"/>
                      </a:cubicBezTo>
                      <a:cubicBezTo>
                        <a:pt x="442" y="16200"/>
                        <a:pt x="361" y="16228"/>
                        <a:pt x="361" y="16285"/>
                      </a:cubicBezTo>
                      <a:cubicBezTo>
                        <a:pt x="361" y="16342"/>
                        <a:pt x="361" y="16371"/>
                        <a:pt x="281" y="16399"/>
                      </a:cubicBezTo>
                      <a:cubicBezTo>
                        <a:pt x="201" y="16427"/>
                        <a:pt x="161" y="16399"/>
                        <a:pt x="161" y="16484"/>
                      </a:cubicBezTo>
                      <a:cubicBezTo>
                        <a:pt x="161" y="16541"/>
                        <a:pt x="201" y="16569"/>
                        <a:pt x="241" y="16569"/>
                      </a:cubicBezTo>
                      <a:cubicBezTo>
                        <a:pt x="281" y="16569"/>
                        <a:pt x="281" y="16569"/>
                        <a:pt x="281" y="16569"/>
                      </a:cubicBezTo>
                      <a:cubicBezTo>
                        <a:pt x="602" y="16541"/>
                        <a:pt x="602" y="16541"/>
                        <a:pt x="602" y="16541"/>
                      </a:cubicBezTo>
                      <a:cubicBezTo>
                        <a:pt x="602" y="16541"/>
                        <a:pt x="562" y="16626"/>
                        <a:pt x="562" y="16655"/>
                      </a:cubicBezTo>
                      <a:cubicBezTo>
                        <a:pt x="562" y="16683"/>
                        <a:pt x="321" y="16854"/>
                        <a:pt x="321" y="16854"/>
                      </a:cubicBezTo>
                      <a:cubicBezTo>
                        <a:pt x="321" y="16854"/>
                        <a:pt x="361" y="16939"/>
                        <a:pt x="321" y="16939"/>
                      </a:cubicBezTo>
                      <a:cubicBezTo>
                        <a:pt x="241" y="16967"/>
                        <a:pt x="161" y="16996"/>
                        <a:pt x="121" y="17024"/>
                      </a:cubicBezTo>
                      <a:cubicBezTo>
                        <a:pt x="121" y="17053"/>
                        <a:pt x="121" y="17109"/>
                        <a:pt x="121" y="17138"/>
                      </a:cubicBezTo>
                      <a:cubicBezTo>
                        <a:pt x="161" y="17195"/>
                        <a:pt x="241" y="17280"/>
                        <a:pt x="241" y="17308"/>
                      </a:cubicBezTo>
                      <a:cubicBezTo>
                        <a:pt x="281" y="17337"/>
                        <a:pt x="201" y="17394"/>
                        <a:pt x="201" y="17394"/>
                      </a:cubicBezTo>
                      <a:cubicBezTo>
                        <a:pt x="121" y="17621"/>
                        <a:pt x="121" y="17621"/>
                        <a:pt x="121" y="17621"/>
                      </a:cubicBezTo>
                      <a:cubicBezTo>
                        <a:pt x="121" y="17621"/>
                        <a:pt x="121" y="17735"/>
                        <a:pt x="121" y="17763"/>
                      </a:cubicBezTo>
                      <a:cubicBezTo>
                        <a:pt x="121" y="17792"/>
                        <a:pt x="-40" y="17820"/>
                        <a:pt x="40" y="17905"/>
                      </a:cubicBezTo>
                      <a:cubicBezTo>
                        <a:pt x="121" y="17962"/>
                        <a:pt x="161" y="17991"/>
                        <a:pt x="201" y="18019"/>
                      </a:cubicBezTo>
                      <a:cubicBezTo>
                        <a:pt x="281" y="18019"/>
                        <a:pt x="482" y="18019"/>
                        <a:pt x="482" y="18047"/>
                      </a:cubicBezTo>
                      <a:cubicBezTo>
                        <a:pt x="482" y="18047"/>
                        <a:pt x="482" y="18076"/>
                        <a:pt x="361" y="18104"/>
                      </a:cubicBezTo>
                      <a:cubicBezTo>
                        <a:pt x="281" y="18104"/>
                        <a:pt x="201" y="18076"/>
                        <a:pt x="201" y="18133"/>
                      </a:cubicBezTo>
                      <a:cubicBezTo>
                        <a:pt x="161" y="18161"/>
                        <a:pt x="0" y="18332"/>
                        <a:pt x="0" y="18332"/>
                      </a:cubicBezTo>
                      <a:cubicBezTo>
                        <a:pt x="201" y="18502"/>
                        <a:pt x="201" y="18502"/>
                        <a:pt x="201" y="18502"/>
                      </a:cubicBezTo>
                      <a:cubicBezTo>
                        <a:pt x="201" y="18502"/>
                        <a:pt x="281" y="18445"/>
                        <a:pt x="321" y="18445"/>
                      </a:cubicBezTo>
                      <a:cubicBezTo>
                        <a:pt x="361" y="18417"/>
                        <a:pt x="482" y="18445"/>
                        <a:pt x="482" y="18474"/>
                      </a:cubicBezTo>
                      <a:cubicBezTo>
                        <a:pt x="482" y="18474"/>
                        <a:pt x="402" y="18559"/>
                        <a:pt x="361" y="18559"/>
                      </a:cubicBezTo>
                      <a:cubicBezTo>
                        <a:pt x="361" y="18587"/>
                        <a:pt x="241" y="18616"/>
                        <a:pt x="241" y="18644"/>
                      </a:cubicBezTo>
                      <a:cubicBezTo>
                        <a:pt x="241" y="18644"/>
                        <a:pt x="361" y="18758"/>
                        <a:pt x="361" y="18758"/>
                      </a:cubicBezTo>
                      <a:cubicBezTo>
                        <a:pt x="361" y="18758"/>
                        <a:pt x="442" y="18758"/>
                        <a:pt x="442" y="18815"/>
                      </a:cubicBezTo>
                      <a:cubicBezTo>
                        <a:pt x="442" y="18843"/>
                        <a:pt x="281" y="18900"/>
                        <a:pt x="281" y="18900"/>
                      </a:cubicBezTo>
                      <a:cubicBezTo>
                        <a:pt x="321" y="18985"/>
                        <a:pt x="321" y="18985"/>
                        <a:pt x="321" y="18985"/>
                      </a:cubicBezTo>
                      <a:cubicBezTo>
                        <a:pt x="201" y="19156"/>
                        <a:pt x="201" y="19156"/>
                        <a:pt x="201" y="19156"/>
                      </a:cubicBezTo>
                      <a:cubicBezTo>
                        <a:pt x="402" y="19241"/>
                        <a:pt x="402" y="19241"/>
                        <a:pt x="402" y="19241"/>
                      </a:cubicBezTo>
                      <a:cubicBezTo>
                        <a:pt x="402" y="19241"/>
                        <a:pt x="562" y="19241"/>
                        <a:pt x="522" y="19326"/>
                      </a:cubicBezTo>
                      <a:cubicBezTo>
                        <a:pt x="442" y="19383"/>
                        <a:pt x="321" y="19440"/>
                        <a:pt x="321" y="19468"/>
                      </a:cubicBezTo>
                      <a:cubicBezTo>
                        <a:pt x="321" y="19525"/>
                        <a:pt x="281" y="19582"/>
                        <a:pt x="361" y="19611"/>
                      </a:cubicBezTo>
                      <a:cubicBezTo>
                        <a:pt x="442" y="19611"/>
                        <a:pt x="442" y="19639"/>
                        <a:pt x="482" y="19611"/>
                      </a:cubicBezTo>
                      <a:cubicBezTo>
                        <a:pt x="562" y="19582"/>
                        <a:pt x="643" y="19554"/>
                        <a:pt x="643" y="19554"/>
                      </a:cubicBezTo>
                      <a:cubicBezTo>
                        <a:pt x="643" y="19554"/>
                        <a:pt x="763" y="19497"/>
                        <a:pt x="843" y="19497"/>
                      </a:cubicBezTo>
                      <a:cubicBezTo>
                        <a:pt x="883" y="19497"/>
                        <a:pt x="964" y="19525"/>
                        <a:pt x="1004" y="19554"/>
                      </a:cubicBezTo>
                      <a:cubicBezTo>
                        <a:pt x="1004" y="19582"/>
                        <a:pt x="1004" y="19611"/>
                        <a:pt x="1044" y="19639"/>
                      </a:cubicBezTo>
                      <a:cubicBezTo>
                        <a:pt x="1084" y="19639"/>
                        <a:pt x="1004" y="19781"/>
                        <a:pt x="1004" y="19781"/>
                      </a:cubicBezTo>
                      <a:cubicBezTo>
                        <a:pt x="883" y="19895"/>
                        <a:pt x="883" y="19895"/>
                        <a:pt x="883" y="19895"/>
                      </a:cubicBezTo>
                      <a:cubicBezTo>
                        <a:pt x="883" y="19895"/>
                        <a:pt x="1004" y="20008"/>
                        <a:pt x="964" y="20008"/>
                      </a:cubicBezTo>
                      <a:cubicBezTo>
                        <a:pt x="964" y="20008"/>
                        <a:pt x="763" y="20037"/>
                        <a:pt x="723" y="20037"/>
                      </a:cubicBezTo>
                      <a:cubicBezTo>
                        <a:pt x="683" y="20037"/>
                        <a:pt x="643" y="20008"/>
                        <a:pt x="643" y="20065"/>
                      </a:cubicBezTo>
                      <a:cubicBezTo>
                        <a:pt x="602" y="20122"/>
                        <a:pt x="482" y="20264"/>
                        <a:pt x="482" y="20264"/>
                      </a:cubicBezTo>
                      <a:cubicBezTo>
                        <a:pt x="482" y="20264"/>
                        <a:pt x="442" y="20321"/>
                        <a:pt x="482" y="20378"/>
                      </a:cubicBezTo>
                      <a:cubicBezTo>
                        <a:pt x="522" y="20435"/>
                        <a:pt x="683" y="20634"/>
                        <a:pt x="683" y="20634"/>
                      </a:cubicBezTo>
                      <a:cubicBezTo>
                        <a:pt x="683" y="20662"/>
                        <a:pt x="763" y="20747"/>
                        <a:pt x="883" y="20804"/>
                      </a:cubicBezTo>
                      <a:cubicBezTo>
                        <a:pt x="1004" y="20861"/>
                        <a:pt x="1084" y="20861"/>
                        <a:pt x="1084" y="20918"/>
                      </a:cubicBezTo>
                      <a:cubicBezTo>
                        <a:pt x="1124" y="20975"/>
                        <a:pt x="1124" y="20975"/>
                        <a:pt x="1124" y="20975"/>
                      </a:cubicBezTo>
                      <a:cubicBezTo>
                        <a:pt x="1285" y="21088"/>
                        <a:pt x="1285" y="21088"/>
                        <a:pt x="1285" y="21088"/>
                      </a:cubicBezTo>
                      <a:cubicBezTo>
                        <a:pt x="1285" y="21088"/>
                        <a:pt x="1365" y="21117"/>
                        <a:pt x="1486" y="21117"/>
                      </a:cubicBezTo>
                      <a:cubicBezTo>
                        <a:pt x="1606" y="21145"/>
                        <a:pt x="1767" y="21145"/>
                        <a:pt x="1767" y="21174"/>
                      </a:cubicBezTo>
                      <a:cubicBezTo>
                        <a:pt x="1807" y="21174"/>
                        <a:pt x="1646" y="21259"/>
                        <a:pt x="1646" y="21259"/>
                      </a:cubicBezTo>
                      <a:cubicBezTo>
                        <a:pt x="1646" y="21259"/>
                        <a:pt x="1446" y="21373"/>
                        <a:pt x="1526" y="21401"/>
                      </a:cubicBezTo>
                      <a:cubicBezTo>
                        <a:pt x="1606" y="21429"/>
                        <a:pt x="2168" y="21515"/>
                        <a:pt x="2168" y="21515"/>
                      </a:cubicBezTo>
                      <a:cubicBezTo>
                        <a:pt x="2168" y="21515"/>
                        <a:pt x="2248" y="21543"/>
                        <a:pt x="2248" y="21572"/>
                      </a:cubicBezTo>
                      <a:cubicBezTo>
                        <a:pt x="2248" y="21600"/>
                        <a:pt x="2369" y="21543"/>
                        <a:pt x="2369" y="21543"/>
                      </a:cubicBezTo>
                      <a:cubicBezTo>
                        <a:pt x="2409" y="21515"/>
                        <a:pt x="2570" y="21572"/>
                        <a:pt x="2610" y="21572"/>
                      </a:cubicBezTo>
                      <a:cubicBezTo>
                        <a:pt x="2610" y="21572"/>
                        <a:pt x="2851" y="21543"/>
                        <a:pt x="2851" y="21543"/>
                      </a:cubicBezTo>
                      <a:cubicBezTo>
                        <a:pt x="3051" y="21486"/>
                        <a:pt x="3051" y="21486"/>
                        <a:pt x="3051" y="21486"/>
                      </a:cubicBezTo>
                      <a:cubicBezTo>
                        <a:pt x="3051" y="21486"/>
                        <a:pt x="3172" y="21344"/>
                        <a:pt x="3252" y="21373"/>
                      </a:cubicBezTo>
                      <a:cubicBezTo>
                        <a:pt x="3373" y="21401"/>
                        <a:pt x="3332" y="21458"/>
                        <a:pt x="3413" y="21458"/>
                      </a:cubicBezTo>
                      <a:cubicBezTo>
                        <a:pt x="3453" y="21458"/>
                        <a:pt x="3533" y="21458"/>
                        <a:pt x="3614" y="21373"/>
                      </a:cubicBezTo>
                      <a:cubicBezTo>
                        <a:pt x="3694" y="21316"/>
                        <a:pt x="3774" y="21259"/>
                        <a:pt x="3814" y="21231"/>
                      </a:cubicBezTo>
                      <a:cubicBezTo>
                        <a:pt x="3854" y="21231"/>
                        <a:pt x="4336" y="21032"/>
                        <a:pt x="4336" y="21032"/>
                      </a:cubicBezTo>
                      <a:cubicBezTo>
                        <a:pt x="4657" y="20634"/>
                        <a:pt x="4657" y="20634"/>
                        <a:pt x="4657" y="20634"/>
                      </a:cubicBezTo>
                      <a:cubicBezTo>
                        <a:pt x="4778" y="20349"/>
                        <a:pt x="4778" y="20349"/>
                        <a:pt x="4778" y="20349"/>
                      </a:cubicBezTo>
                      <a:cubicBezTo>
                        <a:pt x="4778" y="20349"/>
                        <a:pt x="4938" y="20207"/>
                        <a:pt x="5059" y="20207"/>
                      </a:cubicBezTo>
                      <a:cubicBezTo>
                        <a:pt x="5139" y="20207"/>
                        <a:pt x="5420" y="20122"/>
                        <a:pt x="5380" y="20065"/>
                      </a:cubicBezTo>
                      <a:cubicBezTo>
                        <a:pt x="5380" y="19980"/>
                        <a:pt x="5501" y="19952"/>
                        <a:pt x="5501" y="20065"/>
                      </a:cubicBezTo>
                      <a:cubicBezTo>
                        <a:pt x="5541" y="20179"/>
                        <a:pt x="5501" y="20293"/>
                        <a:pt x="5581" y="20236"/>
                      </a:cubicBezTo>
                      <a:cubicBezTo>
                        <a:pt x="5701" y="20179"/>
                        <a:pt x="5902" y="20008"/>
                        <a:pt x="5902" y="20008"/>
                      </a:cubicBezTo>
                      <a:cubicBezTo>
                        <a:pt x="5902" y="20008"/>
                        <a:pt x="6022" y="19923"/>
                        <a:pt x="6103" y="19895"/>
                      </a:cubicBezTo>
                      <a:cubicBezTo>
                        <a:pt x="6183" y="19895"/>
                        <a:pt x="6303" y="19696"/>
                        <a:pt x="6303" y="19696"/>
                      </a:cubicBezTo>
                      <a:cubicBezTo>
                        <a:pt x="6303" y="19696"/>
                        <a:pt x="6464" y="19611"/>
                        <a:pt x="6544" y="19696"/>
                      </a:cubicBezTo>
                      <a:cubicBezTo>
                        <a:pt x="6585" y="19809"/>
                        <a:pt x="6745" y="19952"/>
                        <a:pt x="6745" y="20008"/>
                      </a:cubicBezTo>
                      <a:cubicBezTo>
                        <a:pt x="6745" y="20008"/>
                        <a:pt x="6825" y="20037"/>
                        <a:pt x="6906" y="20065"/>
                      </a:cubicBezTo>
                      <a:cubicBezTo>
                        <a:pt x="6906" y="20008"/>
                        <a:pt x="6906" y="20008"/>
                        <a:pt x="6906" y="20008"/>
                      </a:cubicBezTo>
                      <a:cubicBezTo>
                        <a:pt x="6906" y="19838"/>
                        <a:pt x="6906" y="19838"/>
                        <a:pt x="6906" y="19838"/>
                      </a:cubicBezTo>
                      <a:cubicBezTo>
                        <a:pt x="6906" y="19838"/>
                        <a:pt x="7187" y="20008"/>
                        <a:pt x="7187" y="20008"/>
                      </a:cubicBezTo>
                      <a:cubicBezTo>
                        <a:pt x="7227" y="20037"/>
                        <a:pt x="7227" y="20207"/>
                        <a:pt x="7227" y="20207"/>
                      </a:cubicBezTo>
                      <a:cubicBezTo>
                        <a:pt x="7307" y="20207"/>
                        <a:pt x="7307" y="20207"/>
                        <a:pt x="7307" y="20207"/>
                      </a:cubicBezTo>
                      <a:cubicBezTo>
                        <a:pt x="7307" y="20179"/>
                        <a:pt x="7307" y="20179"/>
                        <a:pt x="7307" y="20179"/>
                      </a:cubicBezTo>
                      <a:cubicBezTo>
                        <a:pt x="7388" y="20207"/>
                        <a:pt x="7388" y="20207"/>
                        <a:pt x="7388" y="20207"/>
                      </a:cubicBezTo>
                      <a:cubicBezTo>
                        <a:pt x="7428" y="20179"/>
                        <a:pt x="7428" y="20179"/>
                        <a:pt x="7428" y="20179"/>
                      </a:cubicBezTo>
                      <a:cubicBezTo>
                        <a:pt x="7468" y="20008"/>
                        <a:pt x="7468" y="20008"/>
                        <a:pt x="7468" y="20008"/>
                      </a:cubicBezTo>
                      <a:cubicBezTo>
                        <a:pt x="7508" y="19809"/>
                        <a:pt x="7508" y="19809"/>
                        <a:pt x="7508" y="19809"/>
                      </a:cubicBezTo>
                      <a:cubicBezTo>
                        <a:pt x="7628" y="19639"/>
                        <a:pt x="7628" y="19639"/>
                        <a:pt x="7628" y="19639"/>
                      </a:cubicBezTo>
                      <a:cubicBezTo>
                        <a:pt x="7628" y="19468"/>
                        <a:pt x="7628" y="19468"/>
                        <a:pt x="7628" y="19468"/>
                      </a:cubicBezTo>
                      <a:cubicBezTo>
                        <a:pt x="7468" y="19269"/>
                        <a:pt x="7468" y="19269"/>
                        <a:pt x="7468" y="19269"/>
                      </a:cubicBezTo>
                      <a:cubicBezTo>
                        <a:pt x="7388" y="19099"/>
                        <a:pt x="7388" y="19099"/>
                        <a:pt x="7388" y="19099"/>
                      </a:cubicBezTo>
                      <a:cubicBezTo>
                        <a:pt x="7508" y="19071"/>
                        <a:pt x="7508" y="19071"/>
                        <a:pt x="7508" y="19071"/>
                      </a:cubicBezTo>
                      <a:cubicBezTo>
                        <a:pt x="7508" y="19042"/>
                        <a:pt x="7508" y="19042"/>
                        <a:pt x="7508" y="19042"/>
                      </a:cubicBezTo>
                      <a:cubicBezTo>
                        <a:pt x="7548" y="19042"/>
                        <a:pt x="7548" y="19042"/>
                        <a:pt x="7548" y="19042"/>
                      </a:cubicBezTo>
                      <a:cubicBezTo>
                        <a:pt x="7628" y="18985"/>
                        <a:pt x="7628" y="18985"/>
                        <a:pt x="7628" y="18985"/>
                      </a:cubicBezTo>
                      <a:cubicBezTo>
                        <a:pt x="7669" y="18843"/>
                        <a:pt x="7669" y="18843"/>
                        <a:pt x="7669" y="18843"/>
                      </a:cubicBezTo>
                      <a:cubicBezTo>
                        <a:pt x="7588" y="18786"/>
                        <a:pt x="7588" y="18786"/>
                        <a:pt x="7588" y="18786"/>
                      </a:cubicBezTo>
                      <a:cubicBezTo>
                        <a:pt x="7588" y="18701"/>
                        <a:pt x="7588" y="18701"/>
                        <a:pt x="7588" y="18701"/>
                      </a:cubicBezTo>
                      <a:cubicBezTo>
                        <a:pt x="7588" y="18701"/>
                        <a:pt x="7669" y="18644"/>
                        <a:pt x="7669" y="18644"/>
                      </a:cubicBezTo>
                      <a:cubicBezTo>
                        <a:pt x="7669" y="18644"/>
                        <a:pt x="7669" y="18644"/>
                        <a:pt x="7669" y="18644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09" y="18616"/>
                        <a:pt x="7709" y="18616"/>
                        <a:pt x="7709" y="18616"/>
                      </a:cubicBezTo>
                      <a:cubicBezTo>
                        <a:pt x="7749" y="18616"/>
                        <a:pt x="7749" y="18616"/>
                        <a:pt x="7749" y="18616"/>
                      </a:cubicBezTo>
                      <a:cubicBezTo>
                        <a:pt x="7749" y="18616"/>
                        <a:pt x="7749" y="18616"/>
                        <a:pt x="7749" y="18616"/>
                      </a:cubicBezTo>
                      <a:cubicBezTo>
                        <a:pt x="7749" y="18616"/>
                        <a:pt x="7749" y="18616"/>
                        <a:pt x="7749" y="18616"/>
                      </a:cubicBezTo>
                      <a:cubicBezTo>
                        <a:pt x="7749" y="18616"/>
                        <a:pt x="7749" y="18616"/>
                        <a:pt x="7749" y="18616"/>
                      </a:cubicBezTo>
                      <a:cubicBezTo>
                        <a:pt x="7749" y="18616"/>
                        <a:pt x="7789" y="18587"/>
                        <a:pt x="7789" y="18587"/>
                      </a:cubicBezTo>
                      <a:cubicBezTo>
                        <a:pt x="7829" y="18587"/>
                        <a:pt x="7909" y="18587"/>
                        <a:pt x="7909" y="18587"/>
                      </a:cubicBezTo>
                      <a:cubicBezTo>
                        <a:pt x="7950" y="18587"/>
                        <a:pt x="7950" y="18587"/>
                        <a:pt x="7950" y="18587"/>
                      </a:cubicBezTo>
                      <a:cubicBezTo>
                        <a:pt x="8030" y="18531"/>
                        <a:pt x="8030" y="18531"/>
                        <a:pt x="8030" y="18531"/>
                      </a:cubicBezTo>
                      <a:cubicBezTo>
                        <a:pt x="8030" y="18531"/>
                        <a:pt x="8190" y="18445"/>
                        <a:pt x="8190" y="18417"/>
                      </a:cubicBezTo>
                      <a:cubicBezTo>
                        <a:pt x="8190" y="18388"/>
                        <a:pt x="8271" y="18303"/>
                        <a:pt x="8271" y="18303"/>
                      </a:cubicBezTo>
                      <a:cubicBezTo>
                        <a:pt x="8271" y="18161"/>
                        <a:pt x="8271" y="18161"/>
                        <a:pt x="8271" y="18161"/>
                      </a:cubicBezTo>
                      <a:cubicBezTo>
                        <a:pt x="8190" y="18019"/>
                        <a:pt x="8190" y="18019"/>
                        <a:pt x="8190" y="18019"/>
                      </a:cubicBezTo>
                      <a:cubicBezTo>
                        <a:pt x="8271" y="17934"/>
                        <a:pt x="8271" y="17934"/>
                        <a:pt x="8271" y="17934"/>
                      </a:cubicBezTo>
                      <a:cubicBezTo>
                        <a:pt x="8391" y="17763"/>
                        <a:pt x="8391" y="17763"/>
                        <a:pt x="8391" y="17763"/>
                      </a:cubicBezTo>
                      <a:cubicBezTo>
                        <a:pt x="8311" y="17593"/>
                        <a:pt x="8311" y="17593"/>
                        <a:pt x="8311" y="17593"/>
                      </a:cubicBezTo>
                      <a:cubicBezTo>
                        <a:pt x="8070" y="17394"/>
                        <a:pt x="8070" y="17394"/>
                        <a:pt x="8070" y="17394"/>
                      </a:cubicBezTo>
                      <a:cubicBezTo>
                        <a:pt x="7950" y="17138"/>
                        <a:pt x="7950" y="17138"/>
                        <a:pt x="7950" y="17138"/>
                      </a:cubicBezTo>
                      <a:cubicBezTo>
                        <a:pt x="7869" y="16967"/>
                        <a:pt x="7869" y="16967"/>
                        <a:pt x="7869" y="16967"/>
                      </a:cubicBezTo>
                      <a:cubicBezTo>
                        <a:pt x="8070" y="16825"/>
                        <a:pt x="8070" y="16825"/>
                        <a:pt x="8070" y="16825"/>
                      </a:cubicBezTo>
                      <a:cubicBezTo>
                        <a:pt x="8110" y="16797"/>
                        <a:pt x="8110" y="16797"/>
                        <a:pt x="8110" y="16797"/>
                      </a:cubicBezTo>
                      <a:cubicBezTo>
                        <a:pt x="8110" y="16797"/>
                        <a:pt x="8110" y="16797"/>
                        <a:pt x="8110" y="16797"/>
                      </a:cubicBezTo>
                      <a:cubicBezTo>
                        <a:pt x="8150" y="16797"/>
                        <a:pt x="8150" y="16797"/>
                        <a:pt x="8150" y="16797"/>
                      </a:cubicBezTo>
                      <a:cubicBezTo>
                        <a:pt x="8271" y="16797"/>
                        <a:pt x="8271" y="16797"/>
                        <a:pt x="8271" y="16797"/>
                      </a:cubicBezTo>
                      <a:cubicBezTo>
                        <a:pt x="8271" y="16797"/>
                        <a:pt x="8472" y="16797"/>
                        <a:pt x="8472" y="16768"/>
                      </a:cubicBezTo>
                      <a:cubicBezTo>
                        <a:pt x="8472" y="16768"/>
                        <a:pt x="8472" y="16768"/>
                        <a:pt x="8472" y="16768"/>
                      </a:cubicBezTo>
                      <a:cubicBezTo>
                        <a:pt x="8472" y="16768"/>
                        <a:pt x="8472" y="16768"/>
                        <a:pt x="8472" y="16768"/>
                      </a:cubicBezTo>
                      <a:cubicBezTo>
                        <a:pt x="8472" y="16768"/>
                        <a:pt x="8472" y="16768"/>
                        <a:pt x="8472" y="16768"/>
                      </a:cubicBezTo>
                      <a:cubicBezTo>
                        <a:pt x="8472" y="16768"/>
                        <a:pt x="8472" y="16768"/>
                        <a:pt x="8472" y="16768"/>
                      </a:cubicBezTo>
                      <a:cubicBezTo>
                        <a:pt x="8472" y="16768"/>
                        <a:pt x="8472" y="16768"/>
                        <a:pt x="8472" y="16768"/>
                      </a:cubicBezTo>
                      <a:cubicBezTo>
                        <a:pt x="8472" y="16740"/>
                        <a:pt x="8472" y="16740"/>
                        <a:pt x="8472" y="16740"/>
                      </a:cubicBezTo>
                      <a:cubicBezTo>
                        <a:pt x="8472" y="16740"/>
                        <a:pt x="8472" y="16740"/>
                        <a:pt x="8472" y="16740"/>
                      </a:cubicBezTo>
                      <a:cubicBezTo>
                        <a:pt x="8472" y="16740"/>
                        <a:pt x="8472" y="16740"/>
                        <a:pt x="8472" y="16740"/>
                      </a:cubicBezTo>
                      <a:cubicBezTo>
                        <a:pt x="8472" y="16740"/>
                        <a:pt x="8472" y="16740"/>
                        <a:pt x="8472" y="16740"/>
                      </a:cubicBezTo>
                      <a:cubicBezTo>
                        <a:pt x="8512" y="16740"/>
                        <a:pt x="8512" y="16740"/>
                        <a:pt x="8512" y="16740"/>
                      </a:cubicBezTo>
                      <a:cubicBezTo>
                        <a:pt x="8512" y="16740"/>
                        <a:pt x="8512" y="16740"/>
                        <a:pt x="8512" y="16740"/>
                      </a:cubicBezTo>
                      <a:cubicBezTo>
                        <a:pt x="8512" y="16740"/>
                        <a:pt x="8512" y="16740"/>
                        <a:pt x="8512" y="16740"/>
                      </a:cubicBezTo>
                      <a:cubicBezTo>
                        <a:pt x="8512" y="16740"/>
                        <a:pt x="8512" y="16740"/>
                        <a:pt x="8512" y="16740"/>
                      </a:cubicBezTo>
                      <a:cubicBezTo>
                        <a:pt x="8512" y="16740"/>
                        <a:pt x="8512" y="16740"/>
                        <a:pt x="8512" y="16740"/>
                      </a:cubicBezTo>
                      <a:cubicBezTo>
                        <a:pt x="8512" y="16712"/>
                        <a:pt x="8512" y="16712"/>
                        <a:pt x="8512" y="16712"/>
                      </a:cubicBezTo>
                      <a:cubicBezTo>
                        <a:pt x="8512" y="16712"/>
                        <a:pt x="8512" y="16712"/>
                        <a:pt x="8512" y="16712"/>
                      </a:cubicBezTo>
                      <a:cubicBezTo>
                        <a:pt x="8512" y="16712"/>
                        <a:pt x="8512" y="16712"/>
                        <a:pt x="8512" y="16712"/>
                      </a:cubicBezTo>
                      <a:cubicBezTo>
                        <a:pt x="8512" y="16712"/>
                        <a:pt x="8512" y="16712"/>
                        <a:pt x="8512" y="16712"/>
                      </a:cubicBezTo>
                      <a:cubicBezTo>
                        <a:pt x="8512" y="16712"/>
                        <a:pt x="8512" y="16712"/>
                        <a:pt x="8512" y="16712"/>
                      </a:cubicBezTo>
                      <a:cubicBezTo>
                        <a:pt x="8512" y="16712"/>
                        <a:pt x="8512" y="16712"/>
                        <a:pt x="8512" y="16712"/>
                      </a:cubicBezTo>
                      <a:cubicBezTo>
                        <a:pt x="8512" y="16712"/>
                        <a:pt x="8512" y="16712"/>
                        <a:pt x="8512" y="16712"/>
                      </a:cubicBezTo>
                      <a:cubicBezTo>
                        <a:pt x="8512" y="16683"/>
                        <a:pt x="8512" y="16683"/>
                        <a:pt x="8512" y="16683"/>
                      </a:cubicBezTo>
                      <a:cubicBezTo>
                        <a:pt x="8512" y="16683"/>
                        <a:pt x="8512" y="16683"/>
                        <a:pt x="8512" y="16683"/>
                      </a:cubicBezTo>
                      <a:cubicBezTo>
                        <a:pt x="8512" y="16683"/>
                        <a:pt x="8512" y="16683"/>
                        <a:pt x="8512" y="16683"/>
                      </a:cubicBezTo>
                      <a:cubicBezTo>
                        <a:pt x="8512" y="16683"/>
                        <a:pt x="8512" y="16683"/>
                        <a:pt x="8512" y="16683"/>
                      </a:cubicBezTo>
                      <a:cubicBezTo>
                        <a:pt x="8512" y="16683"/>
                        <a:pt x="8512" y="16683"/>
                        <a:pt x="8512" y="16683"/>
                      </a:cubicBezTo>
                      <a:cubicBezTo>
                        <a:pt x="8512" y="16683"/>
                        <a:pt x="8512" y="16683"/>
                        <a:pt x="8512" y="16683"/>
                      </a:cubicBezTo>
                      <a:cubicBezTo>
                        <a:pt x="8512" y="16655"/>
                        <a:pt x="8512" y="16655"/>
                        <a:pt x="8512" y="16655"/>
                      </a:cubicBezTo>
                      <a:cubicBezTo>
                        <a:pt x="8512" y="16655"/>
                        <a:pt x="8512" y="16655"/>
                        <a:pt x="8512" y="16655"/>
                      </a:cubicBezTo>
                      <a:cubicBezTo>
                        <a:pt x="8512" y="16655"/>
                        <a:pt x="8512" y="16655"/>
                        <a:pt x="8512" y="16655"/>
                      </a:cubicBezTo>
                      <a:cubicBezTo>
                        <a:pt x="8512" y="16655"/>
                        <a:pt x="8512" y="16655"/>
                        <a:pt x="8512" y="16655"/>
                      </a:cubicBezTo>
                      <a:cubicBezTo>
                        <a:pt x="8512" y="16655"/>
                        <a:pt x="8512" y="16655"/>
                        <a:pt x="8512" y="16655"/>
                      </a:cubicBezTo>
                      <a:cubicBezTo>
                        <a:pt x="8512" y="16626"/>
                        <a:pt x="8512" y="16626"/>
                        <a:pt x="8512" y="16626"/>
                      </a:cubicBezTo>
                      <a:cubicBezTo>
                        <a:pt x="8512" y="16626"/>
                        <a:pt x="8512" y="16626"/>
                        <a:pt x="8512" y="16626"/>
                      </a:cubicBezTo>
                      <a:cubicBezTo>
                        <a:pt x="8512" y="16626"/>
                        <a:pt x="8512" y="16626"/>
                        <a:pt x="8512" y="16626"/>
                      </a:cubicBezTo>
                      <a:cubicBezTo>
                        <a:pt x="8512" y="16626"/>
                        <a:pt x="8512" y="16626"/>
                        <a:pt x="8512" y="16626"/>
                      </a:cubicBezTo>
                      <a:cubicBezTo>
                        <a:pt x="8512" y="16626"/>
                        <a:pt x="8512" y="16626"/>
                        <a:pt x="8512" y="16626"/>
                      </a:cubicBezTo>
                      <a:cubicBezTo>
                        <a:pt x="8512" y="16626"/>
                        <a:pt x="8512" y="16626"/>
                        <a:pt x="8512" y="16626"/>
                      </a:cubicBezTo>
                      <a:cubicBezTo>
                        <a:pt x="8512" y="16598"/>
                        <a:pt x="8512" y="16598"/>
                        <a:pt x="8512" y="16598"/>
                      </a:cubicBezTo>
                      <a:cubicBezTo>
                        <a:pt x="8512" y="16598"/>
                        <a:pt x="8512" y="16598"/>
                        <a:pt x="8512" y="16598"/>
                      </a:cubicBezTo>
                      <a:cubicBezTo>
                        <a:pt x="8512" y="16598"/>
                        <a:pt x="8512" y="16598"/>
                        <a:pt x="8512" y="16598"/>
                      </a:cubicBezTo>
                      <a:cubicBezTo>
                        <a:pt x="8512" y="16598"/>
                        <a:pt x="8512" y="16598"/>
                        <a:pt x="8512" y="16598"/>
                      </a:cubicBezTo>
                      <a:cubicBezTo>
                        <a:pt x="8512" y="16598"/>
                        <a:pt x="8512" y="16598"/>
                        <a:pt x="8512" y="16598"/>
                      </a:cubicBezTo>
                      <a:cubicBezTo>
                        <a:pt x="8512" y="16598"/>
                        <a:pt x="8512" y="16598"/>
                        <a:pt x="8512" y="16598"/>
                      </a:cubicBezTo>
                      <a:cubicBezTo>
                        <a:pt x="8512" y="16598"/>
                        <a:pt x="8512" y="16598"/>
                        <a:pt x="8512" y="16598"/>
                      </a:cubicBezTo>
                      <a:cubicBezTo>
                        <a:pt x="8512" y="16569"/>
                        <a:pt x="8512" y="16569"/>
                        <a:pt x="8512" y="16569"/>
                      </a:cubicBezTo>
                      <a:cubicBezTo>
                        <a:pt x="8512" y="16569"/>
                        <a:pt x="8512" y="16569"/>
                        <a:pt x="8512" y="16569"/>
                      </a:cubicBezTo>
                      <a:cubicBezTo>
                        <a:pt x="8512" y="16569"/>
                        <a:pt x="8512" y="16569"/>
                        <a:pt x="8512" y="16569"/>
                      </a:cubicBezTo>
                      <a:cubicBezTo>
                        <a:pt x="8512" y="16569"/>
                        <a:pt x="8512" y="16569"/>
                        <a:pt x="8512" y="16569"/>
                      </a:cubicBezTo>
                      <a:cubicBezTo>
                        <a:pt x="8512" y="16569"/>
                        <a:pt x="8512" y="16569"/>
                        <a:pt x="8512" y="16569"/>
                      </a:cubicBezTo>
                      <a:cubicBezTo>
                        <a:pt x="8512" y="16569"/>
                        <a:pt x="8512" y="16569"/>
                        <a:pt x="8512" y="16569"/>
                      </a:cubicBezTo>
                      <a:cubicBezTo>
                        <a:pt x="8512" y="16569"/>
                        <a:pt x="8512" y="16569"/>
                        <a:pt x="8512" y="16569"/>
                      </a:cubicBezTo>
                      <a:cubicBezTo>
                        <a:pt x="8552" y="16569"/>
                        <a:pt x="8552" y="16569"/>
                        <a:pt x="8552" y="16569"/>
                      </a:cubicBezTo>
                      <a:cubicBezTo>
                        <a:pt x="8552" y="16569"/>
                        <a:pt x="8552" y="16569"/>
                        <a:pt x="8552" y="16569"/>
                      </a:cubicBezTo>
                      <a:cubicBezTo>
                        <a:pt x="8552" y="16541"/>
                        <a:pt x="8552" y="16541"/>
                        <a:pt x="8552" y="16541"/>
                      </a:cubicBezTo>
                      <a:cubicBezTo>
                        <a:pt x="8552" y="16541"/>
                        <a:pt x="8552" y="16541"/>
                        <a:pt x="8552" y="16541"/>
                      </a:cubicBezTo>
                      <a:cubicBezTo>
                        <a:pt x="8552" y="16541"/>
                        <a:pt x="8552" y="16541"/>
                        <a:pt x="8552" y="16541"/>
                      </a:cubicBezTo>
                      <a:cubicBezTo>
                        <a:pt x="8552" y="16541"/>
                        <a:pt x="8552" y="16541"/>
                        <a:pt x="8552" y="16541"/>
                      </a:cubicBezTo>
                      <a:cubicBezTo>
                        <a:pt x="8552" y="16541"/>
                        <a:pt x="8552" y="16541"/>
                        <a:pt x="8552" y="16541"/>
                      </a:cubicBezTo>
                      <a:cubicBezTo>
                        <a:pt x="8552" y="16541"/>
                        <a:pt x="8552" y="16541"/>
                        <a:pt x="8552" y="16541"/>
                      </a:cubicBezTo>
                      <a:cubicBezTo>
                        <a:pt x="8552" y="16541"/>
                        <a:pt x="8552" y="16541"/>
                        <a:pt x="8552" y="16541"/>
                      </a:cubicBezTo>
                      <a:cubicBezTo>
                        <a:pt x="8552" y="16541"/>
                        <a:pt x="8552" y="16541"/>
                        <a:pt x="8552" y="16541"/>
                      </a:cubicBezTo>
                      <a:cubicBezTo>
                        <a:pt x="8552" y="16541"/>
                        <a:pt x="8552" y="16541"/>
                        <a:pt x="8552" y="16541"/>
                      </a:cubicBezTo>
                      <a:cubicBezTo>
                        <a:pt x="8552" y="16541"/>
                        <a:pt x="8552" y="16541"/>
                        <a:pt x="8552" y="16541"/>
                      </a:cubicBezTo>
                      <a:cubicBezTo>
                        <a:pt x="8512" y="16285"/>
                        <a:pt x="8512" y="16285"/>
                        <a:pt x="8512" y="16285"/>
                      </a:cubicBezTo>
                      <a:cubicBezTo>
                        <a:pt x="8271" y="16143"/>
                        <a:pt x="8271" y="16143"/>
                        <a:pt x="8271" y="16143"/>
                      </a:cubicBezTo>
                      <a:cubicBezTo>
                        <a:pt x="7990" y="16001"/>
                        <a:pt x="7990" y="16001"/>
                        <a:pt x="7990" y="16001"/>
                      </a:cubicBezTo>
                      <a:cubicBezTo>
                        <a:pt x="7869" y="15774"/>
                        <a:pt x="7869" y="15774"/>
                        <a:pt x="7869" y="15774"/>
                      </a:cubicBezTo>
                      <a:cubicBezTo>
                        <a:pt x="7829" y="14893"/>
                        <a:pt x="7829" y="14893"/>
                        <a:pt x="7829" y="14893"/>
                      </a:cubicBezTo>
                      <a:cubicBezTo>
                        <a:pt x="7829" y="14893"/>
                        <a:pt x="7548" y="14523"/>
                        <a:pt x="7548" y="14495"/>
                      </a:cubicBezTo>
                      <a:cubicBezTo>
                        <a:pt x="7508" y="14438"/>
                        <a:pt x="7508" y="14381"/>
                        <a:pt x="7588" y="14324"/>
                      </a:cubicBezTo>
                      <a:cubicBezTo>
                        <a:pt x="7628" y="14296"/>
                        <a:pt x="7588" y="14239"/>
                        <a:pt x="7588" y="14239"/>
                      </a:cubicBezTo>
                      <a:cubicBezTo>
                        <a:pt x="7548" y="14040"/>
                        <a:pt x="7548" y="14040"/>
                        <a:pt x="7548" y="14040"/>
                      </a:cubicBezTo>
                      <a:cubicBezTo>
                        <a:pt x="7628" y="13955"/>
                        <a:pt x="7628" y="13955"/>
                        <a:pt x="7628" y="13955"/>
                      </a:cubicBezTo>
                      <a:cubicBezTo>
                        <a:pt x="7628" y="13784"/>
                        <a:pt x="7628" y="13784"/>
                        <a:pt x="7628" y="13784"/>
                      </a:cubicBezTo>
                      <a:cubicBezTo>
                        <a:pt x="7468" y="13557"/>
                        <a:pt x="7468" y="13557"/>
                        <a:pt x="7468" y="13557"/>
                      </a:cubicBezTo>
                      <a:cubicBezTo>
                        <a:pt x="7468" y="13557"/>
                        <a:pt x="7468" y="13386"/>
                        <a:pt x="7468" y="13358"/>
                      </a:cubicBezTo>
                      <a:cubicBezTo>
                        <a:pt x="7468" y="13301"/>
                        <a:pt x="7588" y="13187"/>
                        <a:pt x="7588" y="13187"/>
                      </a:cubicBezTo>
                      <a:cubicBezTo>
                        <a:pt x="7628" y="12988"/>
                        <a:pt x="7628" y="12988"/>
                        <a:pt x="7628" y="12988"/>
                      </a:cubicBezTo>
                      <a:cubicBezTo>
                        <a:pt x="7709" y="12704"/>
                        <a:pt x="7709" y="12704"/>
                        <a:pt x="7709" y="12704"/>
                      </a:cubicBezTo>
                      <a:cubicBezTo>
                        <a:pt x="8231" y="12221"/>
                        <a:pt x="8231" y="12221"/>
                        <a:pt x="8231" y="12221"/>
                      </a:cubicBezTo>
                      <a:cubicBezTo>
                        <a:pt x="8351" y="12221"/>
                        <a:pt x="8351" y="12221"/>
                        <a:pt x="8351" y="12221"/>
                      </a:cubicBezTo>
                      <a:cubicBezTo>
                        <a:pt x="9194" y="12193"/>
                        <a:pt x="9194" y="12193"/>
                        <a:pt x="9194" y="12193"/>
                      </a:cubicBezTo>
                      <a:cubicBezTo>
                        <a:pt x="9234" y="12136"/>
                        <a:pt x="9234" y="12136"/>
                        <a:pt x="9234" y="12136"/>
                      </a:cubicBezTo>
                      <a:cubicBezTo>
                        <a:pt x="9274" y="12107"/>
                        <a:pt x="9274" y="12107"/>
                        <a:pt x="9274" y="12107"/>
                      </a:cubicBezTo>
                      <a:cubicBezTo>
                        <a:pt x="9355" y="11937"/>
                        <a:pt x="9355" y="11937"/>
                        <a:pt x="9355" y="11937"/>
                      </a:cubicBezTo>
                      <a:cubicBezTo>
                        <a:pt x="9315" y="11482"/>
                        <a:pt x="9315" y="11482"/>
                        <a:pt x="9315" y="11482"/>
                      </a:cubicBezTo>
                      <a:cubicBezTo>
                        <a:pt x="8953" y="11425"/>
                        <a:pt x="8953" y="11425"/>
                        <a:pt x="8953" y="11425"/>
                      </a:cubicBezTo>
                      <a:cubicBezTo>
                        <a:pt x="8873" y="11283"/>
                        <a:pt x="8873" y="11283"/>
                        <a:pt x="8873" y="11283"/>
                      </a:cubicBezTo>
                      <a:cubicBezTo>
                        <a:pt x="9475" y="10544"/>
                        <a:pt x="9475" y="10544"/>
                        <a:pt x="9475" y="10544"/>
                      </a:cubicBezTo>
                      <a:cubicBezTo>
                        <a:pt x="9435" y="10374"/>
                        <a:pt x="9435" y="10374"/>
                        <a:pt x="9435" y="10374"/>
                      </a:cubicBezTo>
                      <a:cubicBezTo>
                        <a:pt x="9596" y="10288"/>
                        <a:pt x="9596" y="10288"/>
                        <a:pt x="9596" y="10288"/>
                      </a:cubicBezTo>
                      <a:cubicBezTo>
                        <a:pt x="9596" y="10288"/>
                        <a:pt x="9556" y="10175"/>
                        <a:pt x="9515" y="10118"/>
                      </a:cubicBezTo>
                      <a:cubicBezTo>
                        <a:pt x="9475" y="10089"/>
                        <a:pt x="9556" y="9919"/>
                        <a:pt x="9556" y="9919"/>
                      </a:cubicBezTo>
                      <a:cubicBezTo>
                        <a:pt x="9596" y="9720"/>
                        <a:pt x="9596" y="9720"/>
                        <a:pt x="9596" y="9720"/>
                      </a:cubicBezTo>
                      <a:cubicBezTo>
                        <a:pt x="9676" y="9493"/>
                        <a:pt x="9676" y="9493"/>
                        <a:pt x="9676" y="9493"/>
                      </a:cubicBezTo>
                      <a:cubicBezTo>
                        <a:pt x="9475" y="9009"/>
                        <a:pt x="9475" y="9009"/>
                        <a:pt x="9475" y="9009"/>
                      </a:cubicBezTo>
                      <a:cubicBezTo>
                        <a:pt x="9596" y="8924"/>
                        <a:pt x="9596" y="8924"/>
                        <a:pt x="9596" y="8924"/>
                      </a:cubicBezTo>
                      <a:cubicBezTo>
                        <a:pt x="9756" y="8924"/>
                        <a:pt x="9756" y="8924"/>
                        <a:pt x="9756" y="8924"/>
                      </a:cubicBezTo>
                      <a:cubicBezTo>
                        <a:pt x="9796" y="8924"/>
                        <a:pt x="9877" y="8896"/>
                        <a:pt x="9957" y="8896"/>
                      </a:cubicBezTo>
                      <a:cubicBezTo>
                        <a:pt x="10037" y="8867"/>
                        <a:pt x="10077" y="8839"/>
                        <a:pt x="10198" y="8754"/>
                      </a:cubicBezTo>
                      <a:cubicBezTo>
                        <a:pt x="10238" y="8697"/>
                        <a:pt x="10238" y="8697"/>
                        <a:pt x="10238" y="8697"/>
                      </a:cubicBezTo>
                      <a:cubicBezTo>
                        <a:pt x="10278" y="8555"/>
                        <a:pt x="10278" y="8555"/>
                        <a:pt x="10278" y="8555"/>
                      </a:cubicBezTo>
                      <a:cubicBezTo>
                        <a:pt x="10278" y="8299"/>
                        <a:pt x="10278" y="8299"/>
                        <a:pt x="10278" y="8299"/>
                      </a:cubicBezTo>
                      <a:cubicBezTo>
                        <a:pt x="10479" y="7929"/>
                        <a:pt x="10479" y="7929"/>
                        <a:pt x="10479" y="7929"/>
                      </a:cubicBezTo>
                      <a:cubicBezTo>
                        <a:pt x="10479" y="7929"/>
                        <a:pt x="10800" y="7645"/>
                        <a:pt x="10840" y="7588"/>
                      </a:cubicBezTo>
                      <a:cubicBezTo>
                        <a:pt x="10880" y="7532"/>
                        <a:pt x="11001" y="7333"/>
                        <a:pt x="11001" y="7333"/>
                      </a:cubicBezTo>
                      <a:cubicBezTo>
                        <a:pt x="11001" y="7333"/>
                        <a:pt x="10921" y="7105"/>
                        <a:pt x="10880" y="7048"/>
                      </a:cubicBezTo>
                      <a:cubicBezTo>
                        <a:pt x="10800" y="7020"/>
                        <a:pt x="10680" y="6849"/>
                        <a:pt x="10680" y="6849"/>
                      </a:cubicBezTo>
                      <a:cubicBezTo>
                        <a:pt x="10680" y="6707"/>
                        <a:pt x="10680" y="6707"/>
                        <a:pt x="10680" y="6707"/>
                      </a:cubicBezTo>
                      <a:cubicBezTo>
                        <a:pt x="10921" y="6594"/>
                        <a:pt x="10921" y="6594"/>
                        <a:pt x="10921" y="6594"/>
                      </a:cubicBezTo>
                      <a:cubicBezTo>
                        <a:pt x="11001" y="6480"/>
                        <a:pt x="11001" y="6480"/>
                        <a:pt x="11001" y="6480"/>
                      </a:cubicBezTo>
                      <a:cubicBezTo>
                        <a:pt x="11001" y="6480"/>
                        <a:pt x="11001" y="6281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53"/>
                        <a:pt x="11001" y="6253"/>
                        <a:pt x="11001" y="6253"/>
                      </a:cubicBezTo>
                      <a:cubicBezTo>
                        <a:pt x="11001" y="6224"/>
                        <a:pt x="11001" y="6224"/>
                        <a:pt x="11001" y="6224"/>
                      </a:cubicBezTo>
                      <a:cubicBezTo>
                        <a:pt x="11001" y="6224"/>
                        <a:pt x="11001" y="6224"/>
                        <a:pt x="11001" y="6224"/>
                      </a:cubicBezTo>
                      <a:cubicBezTo>
                        <a:pt x="11001" y="6224"/>
                        <a:pt x="11001" y="6224"/>
                        <a:pt x="11001" y="6224"/>
                      </a:cubicBezTo>
                      <a:cubicBezTo>
                        <a:pt x="11001" y="6224"/>
                        <a:pt x="11001" y="6224"/>
                        <a:pt x="11001" y="6224"/>
                      </a:cubicBezTo>
                      <a:cubicBezTo>
                        <a:pt x="11001" y="6224"/>
                        <a:pt x="11001" y="6224"/>
                        <a:pt x="11001" y="6224"/>
                      </a:cubicBezTo>
                      <a:cubicBezTo>
                        <a:pt x="11001" y="6224"/>
                        <a:pt x="11001" y="6224"/>
                        <a:pt x="11001" y="6224"/>
                      </a:cubicBezTo>
                      <a:cubicBezTo>
                        <a:pt x="11001" y="6224"/>
                        <a:pt x="11001" y="6224"/>
                        <a:pt x="11001" y="6224"/>
                      </a:cubicBezTo>
                      <a:cubicBezTo>
                        <a:pt x="11001" y="6224"/>
                        <a:pt x="11001" y="6224"/>
                        <a:pt x="11001" y="6224"/>
                      </a:cubicBezTo>
                      <a:cubicBezTo>
                        <a:pt x="11001" y="6224"/>
                        <a:pt x="11001" y="6224"/>
                        <a:pt x="11001" y="6224"/>
                      </a:cubicBezTo>
                      <a:cubicBezTo>
                        <a:pt x="11001" y="6196"/>
                        <a:pt x="11001" y="6196"/>
                        <a:pt x="11001" y="6196"/>
                      </a:cubicBezTo>
                      <a:cubicBezTo>
                        <a:pt x="11001" y="6196"/>
                        <a:pt x="11001" y="6196"/>
                        <a:pt x="11001" y="6196"/>
                      </a:cubicBezTo>
                      <a:cubicBezTo>
                        <a:pt x="11001" y="6196"/>
                        <a:pt x="11001" y="6196"/>
                        <a:pt x="11001" y="6196"/>
                      </a:cubicBezTo>
                      <a:cubicBezTo>
                        <a:pt x="11001" y="6196"/>
                        <a:pt x="11001" y="6196"/>
                        <a:pt x="11001" y="6196"/>
                      </a:cubicBezTo>
                      <a:cubicBezTo>
                        <a:pt x="11041" y="6196"/>
                        <a:pt x="11041" y="6196"/>
                        <a:pt x="11041" y="6196"/>
                      </a:cubicBezTo>
                      <a:cubicBezTo>
                        <a:pt x="11041" y="6196"/>
                        <a:pt x="11041" y="6196"/>
                        <a:pt x="11041" y="6196"/>
                      </a:cubicBezTo>
                      <a:cubicBezTo>
                        <a:pt x="11041" y="6196"/>
                        <a:pt x="11041" y="6196"/>
                        <a:pt x="11041" y="6196"/>
                      </a:cubicBezTo>
                      <a:cubicBezTo>
                        <a:pt x="11041" y="6196"/>
                        <a:pt x="11041" y="6196"/>
                        <a:pt x="11041" y="6196"/>
                      </a:cubicBezTo>
                      <a:cubicBezTo>
                        <a:pt x="11041" y="6196"/>
                        <a:pt x="11041" y="6196"/>
                        <a:pt x="11041" y="6196"/>
                      </a:cubicBezTo>
                      <a:cubicBezTo>
                        <a:pt x="11041" y="6167"/>
                        <a:pt x="11041" y="6167"/>
                        <a:pt x="11041" y="6167"/>
                      </a:cubicBezTo>
                      <a:cubicBezTo>
                        <a:pt x="11041" y="6167"/>
                        <a:pt x="11041" y="6167"/>
                        <a:pt x="11041" y="6167"/>
                      </a:cubicBezTo>
                      <a:cubicBezTo>
                        <a:pt x="11041" y="6167"/>
                        <a:pt x="11041" y="6167"/>
                        <a:pt x="11041" y="6167"/>
                      </a:cubicBezTo>
                      <a:cubicBezTo>
                        <a:pt x="11041" y="6167"/>
                        <a:pt x="11041" y="6167"/>
                        <a:pt x="11041" y="6167"/>
                      </a:cubicBezTo>
                      <a:cubicBezTo>
                        <a:pt x="11041" y="6167"/>
                        <a:pt x="11041" y="6167"/>
                        <a:pt x="11041" y="6167"/>
                      </a:cubicBezTo>
                      <a:cubicBezTo>
                        <a:pt x="11041" y="6167"/>
                        <a:pt x="11041" y="6167"/>
                        <a:pt x="11041" y="6167"/>
                      </a:cubicBezTo>
                      <a:cubicBezTo>
                        <a:pt x="11041" y="6167"/>
                        <a:pt x="11041" y="6167"/>
                        <a:pt x="11041" y="6167"/>
                      </a:cubicBezTo>
                      <a:cubicBezTo>
                        <a:pt x="11041" y="6167"/>
                        <a:pt x="11041" y="6167"/>
                        <a:pt x="11041" y="6167"/>
                      </a:cubicBezTo>
                      <a:cubicBezTo>
                        <a:pt x="11041" y="6139"/>
                        <a:pt x="11041" y="6139"/>
                        <a:pt x="11041" y="6139"/>
                      </a:cubicBezTo>
                      <a:cubicBezTo>
                        <a:pt x="11041" y="6139"/>
                        <a:pt x="11041" y="6139"/>
                        <a:pt x="11041" y="6139"/>
                      </a:cubicBezTo>
                      <a:cubicBezTo>
                        <a:pt x="11041" y="6139"/>
                        <a:pt x="11041" y="6139"/>
                        <a:pt x="11041" y="6139"/>
                      </a:cubicBezTo>
                      <a:cubicBezTo>
                        <a:pt x="11041" y="6139"/>
                        <a:pt x="11041" y="6139"/>
                        <a:pt x="11041" y="6139"/>
                      </a:cubicBezTo>
                      <a:cubicBezTo>
                        <a:pt x="11041" y="6139"/>
                        <a:pt x="11041" y="6139"/>
                        <a:pt x="11041" y="6139"/>
                      </a:cubicBezTo>
                      <a:cubicBezTo>
                        <a:pt x="11041" y="6139"/>
                        <a:pt x="11041" y="6139"/>
                        <a:pt x="11041" y="6139"/>
                      </a:cubicBezTo>
                      <a:cubicBezTo>
                        <a:pt x="11041" y="6139"/>
                        <a:pt x="11041" y="6139"/>
                        <a:pt x="11041" y="6139"/>
                      </a:cubicBezTo>
                      <a:cubicBezTo>
                        <a:pt x="11081" y="6139"/>
                        <a:pt x="11081" y="6139"/>
                        <a:pt x="11081" y="6139"/>
                      </a:cubicBezTo>
                      <a:cubicBezTo>
                        <a:pt x="11081" y="6139"/>
                        <a:pt x="11081" y="6139"/>
                        <a:pt x="11081" y="6139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111"/>
                        <a:pt x="11081" y="6111"/>
                        <a:pt x="11081" y="6111"/>
                      </a:cubicBezTo>
                      <a:cubicBezTo>
                        <a:pt x="11081" y="6054"/>
                        <a:pt x="11242" y="5940"/>
                        <a:pt x="11242" y="5940"/>
                      </a:cubicBezTo>
                      <a:cubicBezTo>
                        <a:pt x="11402" y="5713"/>
                        <a:pt x="11402" y="5713"/>
                        <a:pt x="11402" y="5713"/>
                      </a:cubicBezTo>
                      <a:cubicBezTo>
                        <a:pt x="11804" y="5855"/>
                        <a:pt x="11804" y="5855"/>
                        <a:pt x="11804" y="5855"/>
                      </a:cubicBezTo>
                      <a:cubicBezTo>
                        <a:pt x="12005" y="5855"/>
                        <a:pt x="12005" y="5855"/>
                        <a:pt x="12005" y="5855"/>
                      </a:cubicBezTo>
                      <a:cubicBezTo>
                        <a:pt x="12085" y="5741"/>
                        <a:pt x="12085" y="5741"/>
                        <a:pt x="12085" y="5741"/>
                      </a:cubicBezTo>
                      <a:cubicBezTo>
                        <a:pt x="12045" y="5656"/>
                        <a:pt x="12005" y="5059"/>
                        <a:pt x="12125" y="4945"/>
                      </a:cubicBezTo>
                      <a:cubicBezTo>
                        <a:pt x="12125" y="4945"/>
                        <a:pt x="12687" y="4974"/>
                        <a:pt x="12767" y="4945"/>
                      </a:cubicBezTo>
                      <a:cubicBezTo>
                        <a:pt x="12808" y="4945"/>
                        <a:pt x="13008" y="5002"/>
                        <a:pt x="13048" y="5031"/>
                      </a:cubicBezTo>
                      <a:cubicBezTo>
                        <a:pt x="13048" y="5031"/>
                        <a:pt x="13048" y="5031"/>
                        <a:pt x="13048" y="5031"/>
                      </a:cubicBezTo>
                      <a:cubicBezTo>
                        <a:pt x="13048" y="5031"/>
                        <a:pt x="13048" y="5031"/>
                        <a:pt x="13048" y="5031"/>
                      </a:cubicBezTo>
                      <a:cubicBezTo>
                        <a:pt x="13089" y="5059"/>
                        <a:pt x="13129" y="5059"/>
                        <a:pt x="13169" y="5059"/>
                      </a:cubicBezTo>
                      <a:cubicBezTo>
                        <a:pt x="13249" y="5087"/>
                        <a:pt x="13330" y="5087"/>
                        <a:pt x="13330" y="5087"/>
                      </a:cubicBezTo>
                      <a:cubicBezTo>
                        <a:pt x="13570" y="5059"/>
                        <a:pt x="13570" y="5059"/>
                        <a:pt x="13570" y="5059"/>
                      </a:cubicBezTo>
                      <a:cubicBezTo>
                        <a:pt x="13731" y="4917"/>
                        <a:pt x="13731" y="4917"/>
                        <a:pt x="13731" y="4917"/>
                      </a:cubicBezTo>
                      <a:cubicBezTo>
                        <a:pt x="13570" y="4803"/>
                        <a:pt x="13570" y="4803"/>
                        <a:pt x="13570" y="4803"/>
                      </a:cubicBezTo>
                      <a:cubicBezTo>
                        <a:pt x="13731" y="4661"/>
                        <a:pt x="13731" y="4462"/>
                        <a:pt x="13691" y="4434"/>
                      </a:cubicBezTo>
                      <a:cubicBezTo>
                        <a:pt x="13651" y="4377"/>
                        <a:pt x="13570" y="4121"/>
                        <a:pt x="13530" y="4093"/>
                      </a:cubicBezTo>
                      <a:cubicBezTo>
                        <a:pt x="13530" y="4064"/>
                        <a:pt x="13611" y="4036"/>
                        <a:pt x="13611" y="4036"/>
                      </a:cubicBezTo>
                      <a:cubicBezTo>
                        <a:pt x="13691" y="4036"/>
                        <a:pt x="13691" y="4036"/>
                        <a:pt x="13691" y="4036"/>
                      </a:cubicBezTo>
                      <a:cubicBezTo>
                        <a:pt x="13691" y="4036"/>
                        <a:pt x="13731" y="4007"/>
                        <a:pt x="13771" y="4007"/>
                      </a:cubicBezTo>
                      <a:cubicBezTo>
                        <a:pt x="13972" y="3894"/>
                        <a:pt x="13972" y="3894"/>
                        <a:pt x="13972" y="3894"/>
                      </a:cubicBezTo>
                      <a:cubicBezTo>
                        <a:pt x="14173" y="3922"/>
                        <a:pt x="14173" y="3922"/>
                        <a:pt x="14173" y="3922"/>
                      </a:cubicBezTo>
                      <a:cubicBezTo>
                        <a:pt x="14173" y="3922"/>
                        <a:pt x="14173" y="3894"/>
                        <a:pt x="14213" y="3894"/>
                      </a:cubicBezTo>
                      <a:cubicBezTo>
                        <a:pt x="14253" y="3894"/>
                        <a:pt x="14253" y="3865"/>
                        <a:pt x="14253" y="3865"/>
                      </a:cubicBezTo>
                      <a:cubicBezTo>
                        <a:pt x="14253" y="3865"/>
                        <a:pt x="14132" y="3695"/>
                        <a:pt x="14213" y="3609"/>
                      </a:cubicBezTo>
                      <a:cubicBezTo>
                        <a:pt x="14253" y="3553"/>
                        <a:pt x="14293" y="3553"/>
                        <a:pt x="14373" y="3553"/>
                      </a:cubicBezTo>
                      <a:cubicBezTo>
                        <a:pt x="14373" y="3553"/>
                        <a:pt x="14373" y="3553"/>
                        <a:pt x="14373" y="3553"/>
                      </a:cubicBezTo>
                      <a:cubicBezTo>
                        <a:pt x="14373" y="3553"/>
                        <a:pt x="14373" y="3553"/>
                        <a:pt x="14373" y="3553"/>
                      </a:cubicBezTo>
                      <a:cubicBezTo>
                        <a:pt x="14373" y="3553"/>
                        <a:pt x="14373" y="3553"/>
                        <a:pt x="14373" y="3553"/>
                      </a:cubicBezTo>
                      <a:cubicBezTo>
                        <a:pt x="14373" y="3553"/>
                        <a:pt x="14373" y="3553"/>
                        <a:pt x="14373" y="3553"/>
                      </a:cubicBezTo>
                      <a:cubicBezTo>
                        <a:pt x="14373" y="3553"/>
                        <a:pt x="14373" y="3553"/>
                        <a:pt x="14373" y="3553"/>
                      </a:cubicBezTo>
                      <a:cubicBezTo>
                        <a:pt x="14373" y="3553"/>
                        <a:pt x="14373" y="3553"/>
                        <a:pt x="14373" y="3553"/>
                      </a:cubicBezTo>
                      <a:cubicBezTo>
                        <a:pt x="14414" y="3553"/>
                        <a:pt x="14414" y="3553"/>
                        <a:pt x="14414" y="3553"/>
                      </a:cubicBezTo>
                      <a:cubicBezTo>
                        <a:pt x="14414" y="3553"/>
                        <a:pt x="14414" y="3553"/>
                        <a:pt x="14414" y="3553"/>
                      </a:cubicBezTo>
                      <a:cubicBezTo>
                        <a:pt x="14414" y="3553"/>
                        <a:pt x="14414" y="3553"/>
                        <a:pt x="14414" y="3553"/>
                      </a:cubicBezTo>
                      <a:cubicBezTo>
                        <a:pt x="14414" y="3553"/>
                        <a:pt x="14414" y="3553"/>
                        <a:pt x="14414" y="3553"/>
                      </a:cubicBezTo>
                      <a:cubicBezTo>
                        <a:pt x="14414" y="3553"/>
                        <a:pt x="14414" y="3553"/>
                        <a:pt x="14414" y="3553"/>
                      </a:cubicBezTo>
                      <a:cubicBezTo>
                        <a:pt x="14414" y="3553"/>
                        <a:pt x="14414" y="3553"/>
                        <a:pt x="14414" y="3553"/>
                      </a:cubicBezTo>
                      <a:cubicBezTo>
                        <a:pt x="14414" y="3553"/>
                        <a:pt x="14414" y="3553"/>
                        <a:pt x="14414" y="3553"/>
                      </a:cubicBezTo>
                      <a:cubicBezTo>
                        <a:pt x="14414" y="3553"/>
                        <a:pt x="14414" y="3553"/>
                        <a:pt x="1441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54" y="3553"/>
                        <a:pt x="14454" y="3553"/>
                        <a:pt x="14454" y="3553"/>
                      </a:cubicBezTo>
                      <a:cubicBezTo>
                        <a:pt x="14494" y="3553"/>
                        <a:pt x="14494" y="3553"/>
                        <a:pt x="14494" y="3553"/>
                      </a:cubicBezTo>
                      <a:cubicBezTo>
                        <a:pt x="14494" y="3553"/>
                        <a:pt x="14494" y="3553"/>
                        <a:pt x="14494" y="3553"/>
                      </a:cubicBezTo>
                      <a:cubicBezTo>
                        <a:pt x="14494" y="3553"/>
                        <a:pt x="14494" y="3553"/>
                        <a:pt x="14494" y="3553"/>
                      </a:cubicBezTo>
                      <a:cubicBezTo>
                        <a:pt x="14494" y="3553"/>
                        <a:pt x="14494" y="3553"/>
                        <a:pt x="14494" y="3553"/>
                      </a:cubicBezTo>
                      <a:cubicBezTo>
                        <a:pt x="14534" y="3553"/>
                        <a:pt x="14534" y="3553"/>
                        <a:pt x="14534" y="3553"/>
                      </a:cubicBezTo>
                      <a:cubicBezTo>
                        <a:pt x="14534" y="3553"/>
                        <a:pt x="14534" y="3553"/>
                        <a:pt x="14534" y="3553"/>
                      </a:cubicBezTo>
                      <a:cubicBezTo>
                        <a:pt x="14534" y="3553"/>
                        <a:pt x="14534" y="3553"/>
                        <a:pt x="14534" y="3553"/>
                      </a:cubicBezTo>
                      <a:cubicBezTo>
                        <a:pt x="14534" y="3553"/>
                        <a:pt x="14534" y="3553"/>
                        <a:pt x="14534" y="3553"/>
                      </a:cubicBezTo>
                      <a:cubicBezTo>
                        <a:pt x="14534" y="3581"/>
                        <a:pt x="14534" y="3581"/>
                        <a:pt x="14534" y="3581"/>
                      </a:cubicBezTo>
                      <a:cubicBezTo>
                        <a:pt x="14534" y="3581"/>
                        <a:pt x="14534" y="3581"/>
                        <a:pt x="14534" y="3581"/>
                      </a:cubicBezTo>
                      <a:cubicBezTo>
                        <a:pt x="14534" y="3581"/>
                        <a:pt x="14534" y="3581"/>
                        <a:pt x="14534" y="3581"/>
                      </a:cubicBezTo>
                      <a:cubicBezTo>
                        <a:pt x="14534" y="3581"/>
                        <a:pt x="14534" y="3581"/>
                        <a:pt x="14534" y="3581"/>
                      </a:cubicBezTo>
                      <a:cubicBezTo>
                        <a:pt x="14534" y="3581"/>
                        <a:pt x="14534" y="3581"/>
                        <a:pt x="14534" y="3581"/>
                      </a:cubicBezTo>
                      <a:cubicBezTo>
                        <a:pt x="14534" y="3581"/>
                        <a:pt x="14534" y="3581"/>
                        <a:pt x="14534" y="3581"/>
                      </a:cubicBezTo>
                      <a:cubicBezTo>
                        <a:pt x="14534" y="3581"/>
                        <a:pt x="14534" y="3581"/>
                        <a:pt x="14534" y="3581"/>
                      </a:cubicBezTo>
                      <a:cubicBezTo>
                        <a:pt x="14534" y="3581"/>
                        <a:pt x="14534" y="3581"/>
                        <a:pt x="14534" y="358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47" name="Shape">
                  <a:extLst>
                    <a:ext uri="{FF2B5EF4-FFF2-40B4-BE49-F238E27FC236}">
                      <a16:creationId xmlns:a16="http://schemas.microsoft.com/office/drawing/2014/main" id="{1BF71D61-F0DC-46BC-A7B0-95AC76F4B297}"/>
                    </a:ext>
                  </a:extLst>
                </p:cNvPr>
                <p:cNvSpPr/>
                <p:nvPr/>
              </p:nvSpPr>
              <p:spPr>
                <a:xfrm>
                  <a:off x="4348510" y="-1"/>
                  <a:ext cx="5149067" cy="503021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59" extrusionOk="0">
                      <a:moveTo>
                        <a:pt x="6718" y="15856"/>
                      </a:moveTo>
                      <a:cubicBezTo>
                        <a:pt x="6601" y="15885"/>
                        <a:pt x="6601" y="15885"/>
                        <a:pt x="6601" y="15885"/>
                      </a:cubicBezTo>
                      <a:cubicBezTo>
                        <a:pt x="6601" y="15885"/>
                        <a:pt x="6528" y="15958"/>
                        <a:pt x="6528" y="15929"/>
                      </a:cubicBezTo>
                      <a:cubicBezTo>
                        <a:pt x="6514" y="15900"/>
                        <a:pt x="6543" y="15842"/>
                        <a:pt x="6543" y="15813"/>
                      </a:cubicBezTo>
                      <a:cubicBezTo>
                        <a:pt x="6528" y="15799"/>
                        <a:pt x="6455" y="15842"/>
                        <a:pt x="6470" y="15784"/>
                      </a:cubicBezTo>
                      <a:cubicBezTo>
                        <a:pt x="6484" y="15755"/>
                        <a:pt x="6470" y="15712"/>
                        <a:pt x="6455" y="15697"/>
                      </a:cubicBezTo>
                      <a:cubicBezTo>
                        <a:pt x="6426" y="15668"/>
                        <a:pt x="6338" y="15668"/>
                        <a:pt x="6368" y="15610"/>
                      </a:cubicBezTo>
                      <a:cubicBezTo>
                        <a:pt x="6397" y="15567"/>
                        <a:pt x="6470" y="15538"/>
                        <a:pt x="6470" y="15538"/>
                      </a:cubicBezTo>
                      <a:cubicBezTo>
                        <a:pt x="6470" y="15509"/>
                        <a:pt x="6470" y="15509"/>
                        <a:pt x="6470" y="15509"/>
                      </a:cubicBezTo>
                      <a:cubicBezTo>
                        <a:pt x="6411" y="15451"/>
                        <a:pt x="6411" y="15451"/>
                        <a:pt x="6411" y="15451"/>
                      </a:cubicBezTo>
                      <a:cubicBezTo>
                        <a:pt x="6251" y="15379"/>
                        <a:pt x="6251" y="15379"/>
                        <a:pt x="6251" y="15379"/>
                      </a:cubicBezTo>
                      <a:cubicBezTo>
                        <a:pt x="6251" y="15379"/>
                        <a:pt x="6236" y="15292"/>
                        <a:pt x="6207" y="15292"/>
                      </a:cubicBezTo>
                      <a:cubicBezTo>
                        <a:pt x="6192" y="15278"/>
                        <a:pt x="6148" y="15234"/>
                        <a:pt x="6148" y="15234"/>
                      </a:cubicBezTo>
                      <a:cubicBezTo>
                        <a:pt x="6148" y="15234"/>
                        <a:pt x="6105" y="15176"/>
                        <a:pt x="6046" y="15162"/>
                      </a:cubicBezTo>
                      <a:cubicBezTo>
                        <a:pt x="5988" y="15133"/>
                        <a:pt x="5944" y="15263"/>
                        <a:pt x="5944" y="15263"/>
                      </a:cubicBezTo>
                      <a:cubicBezTo>
                        <a:pt x="5886" y="15205"/>
                        <a:pt x="5886" y="15205"/>
                        <a:pt x="5886" y="15205"/>
                      </a:cubicBezTo>
                      <a:cubicBezTo>
                        <a:pt x="5769" y="15249"/>
                        <a:pt x="5769" y="15249"/>
                        <a:pt x="5769" y="15249"/>
                      </a:cubicBezTo>
                      <a:cubicBezTo>
                        <a:pt x="5681" y="15379"/>
                        <a:pt x="5681" y="15379"/>
                        <a:pt x="5681" y="15379"/>
                      </a:cubicBezTo>
                      <a:cubicBezTo>
                        <a:pt x="5623" y="15393"/>
                        <a:pt x="5623" y="15393"/>
                        <a:pt x="5623" y="15393"/>
                      </a:cubicBezTo>
                      <a:cubicBezTo>
                        <a:pt x="5535" y="15408"/>
                        <a:pt x="5535" y="15408"/>
                        <a:pt x="5535" y="15408"/>
                      </a:cubicBezTo>
                      <a:cubicBezTo>
                        <a:pt x="5404" y="15437"/>
                        <a:pt x="5404" y="15437"/>
                        <a:pt x="5404" y="15437"/>
                      </a:cubicBezTo>
                      <a:cubicBezTo>
                        <a:pt x="5374" y="15524"/>
                        <a:pt x="5374" y="15524"/>
                        <a:pt x="5374" y="15524"/>
                      </a:cubicBezTo>
                      <a:cubicBezTo>
                        <a:pt x="5389" y="15610"/>
                        <a:pt x="5389" y="15610"/>
                        <a:pt x="5389" y="15610"/>
                      </a:cubicBezTo>
                      <a:cubicBezTo>
                        <a:pt x="5316" y="15668"/>
                        <a:pt x="5316" y="15668"/>
                        <a:pt x="5316" y="15668"/>
                      </a:cubicBezTo>
                      <a:cubicBezTo>
                        <a:pt x="5141" y="15654"/>
                        <a:pt x="5141" y="15654"/>
                        <a:pt x="5141" y="15654"/>
                      </a:cubicBezTo>
                      <a:cubicBezTo>
                        <a:pt x="5170" y="15654"/>
                        <a:pt x="5170" y="15654"/>
                        <a:pt x="5170" y="15654"/>
                      </a:cubicBezTo>
                      <a:cubicBezTo>
                        <a:pt x="5068" y="15596"/>
                        <a:pt x="5068" y="15596"/>
                        <a:pt x="5068" y="15596"/>
                      </a:cubicBezTo>
                      <a:cubicBezTo>
                        <a:pt x="5068" y="15553"/>
                        <a:pt x="5068" y="15553"/>
                        <a:pt x="5068" y="15553"/>
                      </a:cubicBezTo>
                      <a:cubicBezTo>
                        <a:pt x="5009" y="15553"/>
                        <a:pt x="5009" y="15553"/>
                        <a:pt x="5009" y="15553"/>
                      </a:cubicBezTo>
                      <a:cubicBezTo>
                        <a:pt x="4966" y="15538"/>
                        <a:pt x="4966" y="15538"/>
                        <a:pt x="4966" y="15538"/>
                      </a:cubicBezTo>
                      <a:cubicBezTo>
                        <a:pt x="4995" y="15509"/>
                        <a:pt x="4995" y="15509"/>
                        <a:pt x="4995" y="15509"/>
                      </a:cubicBezTo>
                      <a:cubicBezTo>
                        <a:pt x="4966" y="15466"/>
                        <a:pt x="4966" y="15466"/>
                        <a:pt x="4966" y="15466"/>
                      </a:cubicBezTo>
                      <a:cubicBezTo>
                        <a:pt x="4922" y="15379"/>
                        <a:pt x="4922" y="15379"/>
                        <a:pt x="4922" y="15379"/>
                      </a:cubicBezTo>
                      <a:cubicBezTo>
                        <a:pt x="4951" y="15350"/>
                        <a:pt x="4951" y="15350"/>
                        <a:pt x="4951" y="15350"/>
                      </a:cubicBezTo>
                      <a:cubicBezTo>
                        <a:pt x="4892" y="15321"/>
                        <a:pt x="4892" y="15321"/>
                        <a:pt x="4892" y="15321"/>
                      </a:cubicBezTo>
                      <a:cubicBezTo>
                        <a:pt x="4863" y="15292"/>
                        <a:pt x="4863" y="15292"/>
                        <a:pt x="4863" y="15292"/>
                      </a:cubicBezTo>
                      <a:cubicBezTo>
                        <a:pt x="4892" y="15234"/>
                        <a:pt x="4892" y="15234"/>
                        <a:pt x="4892" y="15234"/>
                      </a:cubicBezTo>
                      <a:cubicBezTo>
                        <a:pt x="4863" y="15191"/>
                        <a:pt x="4863" y="15191"/>
                        <a:pt x="4863" y="15191"/>
                      </a:cubicBezTo>
                      <a:cubicBezTo>
                        <a:pt x="4819" y="15133"/>
                        <a:pt x="4819" y="15133"/>
                        <a:pt x="4819" y="15133"/>
                      </a:cubicBezTo>
                      <a:cubicBezTo>
                        <a:pt x="4746" y="15119"/>
                        <a:pt x="4746" y="15119"/>
                        <a:pt x="4746" y="15119"/>
                      </a:cubicBezTo>
                      <a:cubicBezTo>
                        <a:pt x="4688" y="15075"/>
                        <a:pt x="4688" y="15075"/>
                        <a:pt x="4688" y="15075"/>
                      </a:cubicBezTo>
                      <a:cubicBezTo>
                        <a:pt x="4688" y="15032"/>
                        <a:pt x="4688" y="15032"/>
                        <a:pt x="4688" y="15032"/>
                      </a:cubicBezTo>
                      <a:cubicBezTo>
                        <a:pt x="4717" y="14930"/>
                        <a:pt x="4717" y="14930"/>
                        <a:pt x="4717" y="14930"/>
                      </a:cubicBezTo>
                      <a:cubicBezTo>
                        <a:pt x="4717" y="14930"/>
                        <a:pt x="4717" y="14916"/>
                        <a:pt x="4776" y="14887"/>
                      </a:cubicBezTo>
                      <a:cubicBezTo>
                        <a:pt x="4834" y="14873"/>
                        <a:pt x="4849" y="14887"/>
                        <a:pt x="4849" y="14887"/>
                      </a:cubicBezTo>
                      <a:cubicBezTo>
                        <a:pt x="4936" y="14916"/>
                        <a:pt x="4936" y="14916"/>
                        <a:pt x="4936" y="14916"/>
                      </a:cubicBezTo>
                      <a:cubicBezTo>
                        <a:pt x="5039" y="14887"/>
                        <a:pt x="5039" y="14887"/>
                        <a:pt x="5039" y="14887"/>
                      </a:cubicBezTo>
                      <a:cubicBezTo>
                        <a:pt x="5039" y="14887"/>
                        <a:pt x="5141" y="14800"/>
                        <a:pt x="5155" y="14786"/>
                      </a:cubicBezTo>
                      <a:cubicBezTo>
                        <a:pt x="5185" y="14771"/>
                        <a:pt x="5155" y="14699"/>
                        <a:pt x="5155" y="14699"/>
                      </a:cubicBezTo>
                      <a:cubicBezTo>
                        <a:pt x="5214" y="14685"/>
                        <a:pt x="5214" y="14685"/>
                        <a:pt x="5214" y="14685"/>
                      </a:cubicBezTo>
                      <a:cubicBezTo>
                        <a:pt x="5243" y="14641"/>
                        <a:pt x="5243" y="14641"/>
                        <a:pt x="5243" y="14641"/>
                      </a:cubicBezTo>
                      <a:cubicBezTo>
                        <a:pt x="5243" y="14554"/>
                        <a:pt x="5243" y="14554"/>
                        <a:pt x="5243" y="14554"/>
                      </a:cubicBezTo>
                      <a:cubicBezTo>
                        <a:pt x="5170" y="14525"/>
                        <a:pt x="5170" y="14525"/>
                        <a:pt x="5170" y="14525"/>
                      </a:cubicBezTo>
                      <a:cubicBezTo>
                        <a:pt x="5112" y="14511"/>
                        <a:pt x="5112" y="14511"/>
                        <a:pt x="5112" y="14511"/>
                      </a:cubicBezTo>
                      <a:cubicBezTo>
                        <a:pt x="5053" y="14468"/>
                        <a:pt x="5053" y="14468"/>
                        <a:pt x="5053" y="14468"/>
                      </a:cubicBezTo>
                      <a:cubicBezTo>
                        <a:pt x="5082" y="14395"/>
                        <a:pt x="5082" y="14395"/>
                        <a:pt x="5082" y="14395"/>
                      </a:cubicBezTo>
                      <a:cubicBezTo>
                        <a:pt x="5009" y="14395"/>
                        <a:pt x="5009" y="14395"/>
                        <a:pt x="5009" y="14395"/>
                      </a:cubicBezTo>
                      <a:cubicBezTo>
                        <a:pt x="4936" y="14381"/>
                        <a:pt x="4936" y="14381"/>
                        <a:pt x="4936" y="14381"/>
                      </a:cubicBezTo>
                      <a:cubicBezTo>
                        <a:pt x="4878" y="14366"/>
                        <a:pt x="4878" y="14366"/>
                        <a:pt x="4878" y="14366"/>
                      </a:cubicBezTo>
                      <a:cubicBezTo>
                        <a:pt x="4834" y="14381"/>
                        <a:pt x="4834" y="14381"/>
                        <a:pt x="4834" y="14381"/>
                      </a:cubicBezTo>
                      <a:cubicBezTo>
                        <a:pt x="4790" y="14424"/>
                        <a:pt x="4790" y="14424"/>
                        <a:pt x="4790" y="14424"/>
                      </a:cubicBezTo>
                      <a:cubicBezTo>
                        <a:pt x="4717" y="14424"/>
                        <a:pt x="4717" y="14424"/>
                        <a:pt x="4717" y="14424"/>
                      </a:cubicBezTo>
                      <a:cubicBezTo>
                        <a:pt x="4703" y="14294"/>
                        <a:pt x="4703" y="14294"/>
                        <a:pt x="4703" y="14294"/>
                      </a:cubicBezTo>
                      <a:cubicBezTo>
                        <a:pt x="4673" y="14236"/>
                        <a:pt x="4673" y="14236"/>
                        <a:pt x="4673" y="14236"/>
                      </a:cubicBezTo>
                      <a:cubicBezTo>
                        <a:pt x="4600" y="14207"/>
                        <a:pt x="4600" y="14207"/>
                        <a:pt x="4600" y="14207"/>
                      </a:cubicBezTo>
                      <a:cubicBezTo>
                        <a:pt x="4440" y="14178"/>
                        <a:pt x="4440" y="14178"/>
                        <a:pt x="4440" y="14178"/>
                      </a:cubicBezTo>
                      <a:cubicBezTo>
                        <a:pt x="4367" y="14077"/>
                        <a:pt x="4367" y="14077"/>
                        <a:pt x="4367" y="14077"/>
                      </a:cubicBezTo>
                      <a:cubicBezTo>
                        <a:pt x="4352" y="14033"/>
                        <a:pt x="4352" y="14033"/>
                        <a:pt x="4352" y="14033"/>
                      </a:cubicBezTo>
                      <a:cubicBezTo>
                        <a:pt x="4352" y="14033"/>
                        <a:pt x="4338" y="14033"/>
                        <a:pt x="4294" y="14019"/>
                      </a:cubicBezTo>
                      <a:cubicBezTo>
                        <a:pt x="4250" y="14019"/>
                        <a:pt x="4279" y="13976"/>
                        <a:pt x="4279" y="13976"/>
                      </a:cubicBezTo>
                      <a:cubicBezTo>
                        <a:pt x="4279" y="13903"/>
                        <a:pt x="4279" y="13903"/>
                        <a:pt x="4279" y="13903"/>
                      </a:cubicBezTo>
                      <a:cubicBezTo>
                        <a:pt x="4221" y="13903"/>
                        <a:pt x="4221" y="13903"/>
                        <a:pt x="4221" y="13903"/>
                      </a:cubicBezTo>
                      <a:cubicBezTo>
                        <a:pt x="4162" y="13845"/>
                        <a:pt x="4162" y="13845"/>
                        <a:pt x="4162" y="13845"/>
                      </a:cubicBezTo>
                      <a:cubicBezTo>
                        <a:pt x="4060" y="13816"/>
                        <a:pt x="4060" y="13816"/>
                        <a:pt x="4060" y="13816"/>
                      </a:cubicBezTo>
                      <a:cubicBezTo>
                        <a:pt x="4104" y="13701"/>
                        <a:pt x="4104" y="13701"/>
                        <a:pt x="4104" y="13701"/>
                      </a:cubicBezTo>
                      <a:cubicBezTo>
                        <a:pt x="4104" y="13657"/>
                        <a:pt x="4104" y="13657"/>
                        <a:pt x="4104" y="13657"/>
                      </a:cubicBezTo>
                      <a:cubicBezTo>
                        <a:pt x="4118" y="13585"/>
                        <a:pt x="4118" y="13585"/>
                        <a:pt x="4118" y="13585"/>
                      </a:cubicBezTo>
                      <a:cubicBezTo>
                        <a:pt x="4075" y="13542"/>
                        <a:pt x="4075" y="13542"/>
                        <a:pt x="4075" y="13542"/>
                      </a:cubicBezTo>
                      <a:cubicBezTo>
                        <a:pt x="3987" y="13484"/>
                        <a:pt x="3987" y="13484"/>
                        <a:pt x="3987" y="13484"/>
                      </a:cubicBezTo>
                      <a:cubicBezTo>
                        <a:pt x="3987" y="13440"/>
                        <a:pt x="3987" y="13440"/>
                        <a:pt x="3987" y="13440"/>
                      </a:cubicBezTo>
                      <a:cubicBezTo>
                        <a:pt x="3987" y="13397"/>
                        <a:pt x="3987" y="13397"/>
                        <a:pt x="3987" y="13397"/>
                      </a:cubicBezTo>
                      <a:cubicBezTo>
                        <a:pt x="3987" y="13281"/>
                        <a:pt x="3987" y="13281"/>
                        <a:pt x="3987" y="13281"/>
                      </a:cubicBezTo>
                      <a:cubicBezTo>
                        <a:pt x="3958" y="13223"/>
                        <a:pt x="3958" y="13223"/>
                        <a:pt x="3958" y="13223"/>
                      </a:cubicBezTo>
                      <a:cubicBezTo>
                        <a:pt x="3899" y="13252"/>
                        <a:pt x="3899" y="13252"/>
                        <a:pt x="3899" y="13252"/>
                      </a:cubicBezTo>
                      <a:cubicBezTo>
                        <a:pt x="3885" y="13223"/>
                        <a:pt x="3885" y="13223"/>
                        <a:pt x="3885" y="13223"/>
                      </a:cubicBezTo>
                      <a:cubicBezTo>
                        <a:pt x="3841" y="13238"/>
                        <a:pt x="3841" y="13238"/>
                        <a:pt x="3841" y="13238"/>
                      </a:cubicBezTo>
                      <a:cubicBezTo>
                        <a:pt x="3797" y="13209"/>
                        <a:pt x="3797" y="13209"/>
                        <a:pt x="3797" y="13209"/>
                      </a:cubicBezTo>
                      <a:cubicBezTo>
                        <a:pt x="3753" y="13165"/>
                        <a:pt x="3753" y="13165"/>
                        <a:pt x="3753" y="13165"/>
                      </a:cubicBezTo>
                      <a:cubicBezTo>
                        <a:pt x="3622" y="13137"/>
                        <a:pt x="3622" y="13137"/>
                        <a:pt x="3622" y="13137"/>
                      </a:cubicBezTo>
                      <a:cubicBezTo>
                        <a:pt x="3622" y="13137"/>
                        <a:pt x="3578" y="13151"/>
                        <a:pt x="3520" y="13165"/>
                      </a:cubicBezTo>
                      <a:cubicBezTo>
                        <a:pt x="3476" y="13180"/>
                        <a:pt x="3490" y="13194"/>
                        <a:pt x="3461" y="13194"/>
                      </a:cubicBezTo>
                      <a:cubicBezTo>
                        <a:pt x="3432" y="13209"/>
                        <a:pt x="3417" y="13238"/>
                        <a:pt x="3417" y="13267"/>
                      </a:cubicBezTo>
                      <a:cubicBezTo>
                        <a:pt x="3403" y="13296"/>
                        <a:pt x="3344" y="13310"/>
                        <a:pt x="3330" y="13310"/>
                      </a:cubicBezTo>
                      <a:cubicBezTo>
                        <a:pt x="3301" y="13325"/>
                        <a:pt x="3271" y="13281"/>
                        <a:pt x="3271" y="13281"/>
                      </a:cubicBezTo>
                      <a:cubicBezTo>
                        <a:pt x="3271" y="13238"/>
                        <a:pt x="3271" y="13238"/>
                        <a:pt x="3271" y="13238"/>
                      </a:cubicBezTo>
                      <a:cubicBezTo>
                        <a:pt x="3257" y="13151"/>
                        <a:pt x="3257" y="13151"/>
                        <a:pt x="3257" y="13151"/>
                      </a:cubicBezTo>
                      <a:cubicBezTo>
                        <a:pt x="3140" y="13151"/>
                        <a:pt x="3140" y="13151"/>
                        <a:pt x="3140" y="13151"/>
                      </a:cubicBezTo>
                      <a:cubicBezTo>
                        <a:pt x="3038" y="13180"/>
                        <a:pt x="3038" y="13180"/>
                        <a:pt x="3038" y="13180"/>
                      </a:cubicBezTo>
                      <a:cubicBezTo>
                        <a:pt x="3023" y="13209"/>
                        <a:pt x="3023" y="13209"/>
                        <a:pt x="3023" y="13209"/>
                      </a:cubicBezTo>
                      <a:cubicBezTo>
                        <a:pt x="2950" y="13209"/>
                        <a:pt x="2950" y="13209"/>
                        <a:pt x="2950" y="13209"/>
                      </a:cubicBezTo>
                      <a:cubicBezTo>
                        <a:pt x="2921" y="13151"/>
                        <a:pt x="2921" y="13151"/>
                        <a:pt x="2921" y="13151"/>
                      </a:cubicBezTo>
                      <a:cubicBezTo>
                        <a:pt x="2877" y="13137"/>
                        <a:pt x="2877" y="13137"/>
                        <a:pt x="2877" y="13137"/>
                      </a:cubicBezTo>
                      <a:cubicBezTo>
                        <a:pt x="2804" y="13165"/>
                        <a:pt x="2804" y="13165"/>
                        <a:pt x="2804" y="13165"/>
                      </a:cubicBezTo>
                      <a:cubicBezTo>
                        <a:pt x="2804" y="13165"/>
                        <a:pt x="2789" y="13194"/>
                        <a:pt x="2775" y="13194"/>
                      </a:cubicBezTo>
                      <a:cubicBezTo>
                        <a:pt x="2760" y="13209"/>
                        <a:pt x="2746" y="13194"/>
                        <a:pt x="2731" y="13194"/>
                      </a:cubicBezTo>
                      <a:cubicBezTo>
                        <a:pt x="2716" y="13194"/>
                        <a:pt x="2687" y="13180"/>
                        <a:pt x="2673" y="13165"/>
                      </a:cubicBezTo>
                      <a:cubicBezTo>
                        <a:pt x="2673" y="13151"/>
                        <a:pt x="2673" y="13137"/>
                        <a:pt x="2673" y="13122"/>
                      </a:cubicBezTo>
                      <a:cubicBezTo>
                        <a:pt x="2673" y="13108"/>
                        <a:pt x="2673" y="13079"/>
                        <a:pt x="2673" y="13079"/>
                      </a:cubicBezTo>
                      <a:cubicBezTo>
                        <a:pt x="2687" y="13006"/>
                        <a:pt x="2687" y="13006"/>
                        <a:pt x="2687" y="13006"/>
                      </a:cubicBezTo>
                      <a:cubicBezTo>
                        <a:pt x="2687" y="13006"/>
                        <a:pt x="2629" y="12963"/>
                        <a:pt x="2614" y="12948"/>
                      </a:cubicBezTo>
                      <a:cubicBezTo>
                        <a:pt x="2614" y="12919"/>
                        <a:pt x="2600" y="12876"/>
                        <a:pt x="2600" y="12876"/>
                      </a:cubicBezTo>
                      <a:cubicBezTo>
                        <a:pt x="2600" y="12876"/>
                        <a:pt x="2570" y="12862"/>
                        <a:pt x="2556" y="12847"/>
                      </a:cubicBezTo>
                      <a:cubicBezTo>
                        <a:pt x="2541" y="12847"/>
                        <a:pt x="2527" y="12833"/>
                        <a:pt x="2527" y="12833"/>
                      </a:cubicBezTo>
                      <a:cubicBezTo>
                        <a:pt x="2541" y="12789"/>
                        <a:pt x="2541" y="12789"/>
                        <a:pt x="2541" y="12789"/>
                      </a:cubicBezTo>
                      <a:cubicBezTo>
                        <a:pt x="2483" y="12760"/>
                        <a:pt x="2483" y="12760"/>
                        <a:pt x="2483" y="12760"/>
                      </a:cubicBezTo>
                      <a:cubicBezTo>
                        <a:pt x="2410" y="12702"/>
                        <a:pt x="2410" y="12702"/>
                        <a:pt x="2410" y="12702"/>
                      </a:cubicBezTo>
                      <a:cubicBezTo>
                        <a:pt x="2439" y="12659"/>
                        <a:pt x="2439" y="12659"/>
                        <a:pt x="2439" y="12659"/>
                      </a:cubicBezTo>
                      <a:cubicBezTo>
                        <a:pt x="2381" y="12616"/>
                        <a:pt x="2381" y="12616"/>
                        <a:pt x="2381" y="12616"/>
                      </a:cubicBezTo>
                      <a:cubicBezTo>
                        <a:pt x="2322" y="12659"/>
                        <a:pt x="2322" y="12659"/>
                        <a:pt x="2322" y="12659"/>
                      </a:cubicBezTo>
                      <a:cubicBezTo>
                        <a:pt x="2322" y="12601"/>
                        <a:pt x="2322" y="12601"/>
                        <a:pt x="2322" y="12601"/>
                      </a:cubicBezTo>
                      <a:cubicBezTo>
                        <a:pt x="2293" y="12485"/>
                        <a:pt x="2293" y="12485"/>
                        <a:pt x="2293" y="12485"/>
                      </a:cubicBezTo>
                      <a:cubicBezTo>
                        <a:pt x="2322" y="12442"/>
                        <a:pt x="2322" y="12442"/>
                        <a:pt x="2322" y="12442"/>
                      </a:cubicBezTo>
                      <a:cubicBezTo>
                        <a:pt x="2308" y="12297"/>
                        <a:pt x="2308" y="12297"/>
                        <a:pt x="2308" y="12297"/>
                      </a:cubicBezTo>
                      <a:cubicBezTo>
                        <a:pt x="2308" y="12297"/>
                        <a:pt x="2278" y="12283"/>
                        <a:pt x="2264" y="12283"/>
                      </a:cubicBezTo>
                      <a:cubicBezTo>
                        <a:pt x="2249" y="12283"/>
                        <a:pt x="2205" y="12254"/>
                        <a:pt x="2205" y="12254"/>
                      </a:cubicBezTo>
                      <a:cubicBezTo>
                        <a:pt x="2147" y="12240"/>
                        <a:pt x="2147" y="12240"/>
                        <a:pt x="2147" y="12240"/>
                      </a:cubicBezTo>
                      <a:cubicBezTo>
                        <a:pt x="2147" y="12196"/>
                        <a:pt x="2147" y="12196"/>
                        <a:pt x="2147" y="12196"/>
                      </a:cubicBezTo>
                      <a:cubicBezTo>
                        <a:pt x="2103" y="12153"/>
                        <a:pt x="2103" y="12153"/>
                        <a:pt x="2103" y="12153"/>
                      </a:cubicBezTo>
                      <a:cubicBezTo>
                        <a:pt x="2059" y="12167"/>
                        <a:pt x="2059" y="12167"/>
                        <a:pt x="2059" y="12167"/>
                      </a:cubicBezTo>
                      <a:cubicBezTo>
                        <a:pt x="2059" y="12167"/>
                        <a:pt x="2045" y="12167"/>
                        <a:pt x="2045" y="12153"/>
                      </a:cubicBezTo>
                      <a:cubicBezTo>
                        <a:pt x="2045" y="12138"/>
                        <a:pt x="2015" y="12080"/>
                        <a:pt x="2015" y="12080"/>
                      </a:cubicBezTo>
                      <a:cubicBezTo>
                        <a:pt x="2059" y="12037"/>
                        <a:pt x="2059" y="12037"/>
                        <a:pt x="2059" y="12037"/>
                      </a:cubicBezTo>
                      <a:cubicBezTo>
                        <a:pt x="2059" y="12037"/>
                        <a:pt x="2059" y="11979"/>
                        <a:pt x="2059" y="11965"/>
                      </a:cubicBezTo>
                      <a:cubicBezTo>
                        <a:pt x="2059" y="11936"/>
                        <a:pt x="2132" y="11936"/>
                        <a:pt x="2132" y="11936"/>
                      </a:cubicBezTo>
                      <a:cubicBezTo>
                        <a:pt x="2161" y="11921"/>
                        <a:pt x="2161" y="11921"/>
                        <a:pt x="2161" y="11921"/>
                      </a:cubicBezTo>
                      <a:cubicBezTo>
                        <a:pt x="2176" y="11863"/>
                        <a:pt x="2176" y="11863"/>
                        <a:pt x="2176" y="11863"/>
                      </a:cubicBezTo>
                      <a:cubicBezTo>
                        <a:pt x="2176" y="11863"/>
                        <a:pt x="2132" y="11863"/>
                        <a:pt x="2103" y="11834"/>
                      </a:cubicBezTo>
                      <a:cubicBezTo>
                        <a:pt x="2088" y="11805"/>
                        <a:pt x="2103" y="11834"/>
                        <a:pt x="2103" y="11820"/>
                      </a:cubicBezTo>
                      <a:cubicBezTo>
                        <a:pt x="2103" y="11805"/>
                        <a:pt x="2088" y="11820"/>
                        <a:pt x="2088" y="11820"/>
                      </a:cubicBezTo>
                      <a:cubicBezTo>
                        <a:pt x="2088" y="11820"/>
                        <a:pt x="2074" y="11805"/>
                        <a:pt x="2074" y="11791"/>
                      </a:cubicBezTo>
                      <a:cubicBezTo>
                        <a:pt x="2074" y="11777"/>
                        <a:pt x="2074" y="11748"/>
                        <a:pt x="2059" y="11733"/>
                      </a:cubicBezTo>
                      <a:cubicBezTo>
                        <a:pt x="2045" y="11719"/>
                        <a:pt x="2015" y="11704"/>
                        <a:pt x="2015" y="11704"/>
                      </a:cubicBezTo>
                      <a:cubicBezTo>
                        <a:pt x="2001" y="11690"/>
                        <a:pt x="2001" y="11704"/>
                        <a:pt x="1972" y="11675"/>
                      </a:cubicBezTo>
                      <a:cubicBezTo>
                        <a:pt x="1957" y="11646"/>
                        <a:pt x="1957" y="11632"/>
                        <a:pt x="1957" y="11632"/>
                      </a:cubicBezTo>
                      <a:cubicBezTo>
                        <a:pt x="1913" y="11603"/>
                        <a:pt x="1942" y="11531"/>
                        <a:pt x="1913" y="11502"/>
                      </a:cubicBezTo>
                      <a:cubicBezTo>
                        <a:pt x="1855" y="11444"/>
                        <a:pt x="1855" y="11343"/>
                        <a:pt x="1826" y="11314"/>
                      </a:cubicBezTo>
                      <a:cubicBezTo>
                        <a:pt x="1782" y="11241"/>
                        <a:pt x="1811" y="11227"/>
                        <a:pt x="1826" y="11183"/>
                      </a:cubicBezTo>
                      <a:cubicBezTo>
                        <a:pt x="1840" y="11097"/>
                        <a:pt x="1884" y="11024"/>
                        <a:pt x="1899" y="10880"/>
                      </a:cubicBezTo>
                      <a:cubicBezTo>
                        <a:pt x="1899" y="10778"/>
                        <a:pt x="1899" y="10778"/>
                        <a:pt x="1899" y="10778"/>
                      </a:cubicBezTo>
                      <a:cubicBezTo>
                        <a:pt x="1972" y="10720"/>
                        <a:pt x="1972" y="10720"/>
                        <a:pt x="1972" y="10720"/>
                      </a:cubicBezTo>
                      <a:cubicBezTo>
                        <a:pt x="1972" y="10691"/>
                        <a:pt x="1972" y="10691"/>
                        <a:pt x="1972" y="10691"/>
                      </a:cubicBezTo>
                      <a:cubicBezTo>
                        <a:pt x="1899" y="10663"/>
                        <a:pt x="1899" y="10663"/>
                        <a:pt x="1899" y="10663"/>
                      </a:cubicBezTo>
                      <a:cubicBezTo>
                        <a:pt x="1899" y="10663"/>
                        <a:pt x="1899" y="10663"/>
                        <a:pt x="1899" y="10663"/>
                      </a:cubicBezTo>
                      <a:cubicBezTo>
                        <a:pt x="1899" y="10634"/>
                        <a:pt x="1899" y="10634"/>
                        <a:pt x="1899" y="10634"/>
                      </a:cubicBezTo>
                      <a:cubicBezTo>
                        <a:pt x="1855" y="10474"/>
                        <a:pt x="1855" y="10474"/>
                        <a:pt x="1855" y="10474"/>
                      </a:cubicBezTo>
                      <a:cubicBezTo>
                        <a:pt x="1869" y="10402"/>
                        <a:pt x="1869" y="10402"/>
                        <a:pt x="1869" y="10402"/>
                      </a:cubicBezTo>
                      <a:cubicBezTo>
                        <a:pt x="1913" y="10446"/>
                        <a:pt x="1913" y="10446"/>
                        <a:pt x="1913" y="10446"/>
                      </a:cubicBezTo>
                      <a:cubicBezTo>
                        <a:pt x="1957" y="10460"/>
                        <a:pt x="1957" y="10460"/>
                        <a:pt x="1957" y="10460"/>
                      </a:cubicBezTo>
                      <a:cubicBezTo>
                        <a:pt x="2001" y="10417"/>
                        <a:pt x="2001" y="10417"/>
                        <a:pt x="2001" y="10417"/>
                      </a:cubicBezTo>
                      <a:cubicBezTo>
                        <a:pt x="1986" y="10344"/>
                        <a:pt x="1986" y="10344"/>
                        <a:pt x="1986" y="10344"/>
                      </a:cubicBezTo>
                      <a:cubicBezTo>
                        <a:pt x="1986" y="10344"/>
                        <a:pt x="2001" y="10301"/>
                        <a:pt x="2015" y="10301"/>
                      </a:cubicBezTo>
                      <a:cubicBezTo>
                        <a:pt x="2030" y="10315"/>
                        <a:pt x="2118" y="10315"/>
                        <a:pt x="2118" y="10315"/>
                      </a:cubicBezTo>
                      <a:cubicBezTo>
                        <a:pt x="2161" y="10272"/>
                        <a:pt x="2161" y="10272"/>
                        <a:pt x="2161" y="10272"/>
                      </a:cubicBezTo>
                      <a:cubicBezTo>
                        <a:pt x="2161" y="10185"/>
                        <a:pt x="2161" y="10185"/>
                        <a:pt x="2161" y="10185"/>
                      </a:cubicBezTo>
                      <a:cubicBezTo>
                        <a:pt x="2205" y="10127"/>
                        <a:pt x="2205" y="10127"/>
                        <a:pt x="2205" y="10127"/>
                      </a:cubicBezTo>
                      <a:cubicBezTo>
                        <a:pt x="2293" y="10113"/>
                        <a:pt x="2293" y="10113"/>
                        <a:pt x="2293" y="10113"/>
                      </a:cubicBezTo>
                      <a:cubicBezTo>
                        <a:pt x="2293" y="10113"/>
                        <a:pt x="2454" y="10113"/>
                        <a:pt x="2468" y="10127"/>
                      </a:cubicBezTo>
                      <a:cubicBezTo>
                        <a:pt x="2483" y="10127"/>
                        <a:pt x="2556" y="10127"/>
                        <a:pt x="2570" y="10127"/>
                      </a:cubicBezTo>
                      <a:cubicBezTo>
                        <a:pt x="2585" y="10127"/>
                        <a:pt x="2673" y="10127"/>
                        <a:pt x="2673" y="10127"/>
                      </a:cubicBezTo>
                      <a:cubicBezTo>
                        <a:pt x="2702" y="10069"/>
                        <a:pt x="2702" y="10069"/>
                        <a:pt x="2702" y="10069"/>
                      </a:cubicBezTo>
                      <a:cubicBezTo>
                        <a:pt x="2585" y="10040"/>
                        <a:pt x="2585" y="10040"/>
                        <a:pt x="2585" y="10040"/>
                      </a:cubicBezTo>
                      <a:cubicBezTo>
                        <a:pt x="2497" y="10026"/>
                        <a:pt x="2497" y="10026"/>
                        <a:pt x="2497" y="10026"/>
                      </a:cubicBezTo>
                      <a:cubicBezTo>
                        <a:pt x="2454" y="9954"/>
                        <a:pt x="2454" y="9954"/>
                        <a:pt x="2454" y="9954"/>
                      </a:cubicBezTo>
                      <a:cubicBezTo>
                        <a:pt x="2366" y="9954"/>
                        <a:pt x="2366" y="9954"/>
                        <a:pt x="2366" y="9954"/>
                      </a:cubicBezTo>
                      <a:cubicBezTo>
                        <a:pt x="2249" y="9983"/>
                        <a:pt x="2249" y="9983"/>
                        <a:pt x="2249" y="9983"/>
                      </a:cubicBezTo>
                      <a:cubicBezTo>
                        <a:pt x="2176" y="9997"/>
                        <a:pt x="2176" y="9997"/>
                        <a:pt x="2176" y="9997"/>
                      </a:cubicBezTo>
                      <a:cubicBezTo>
                        <a:pt x="2074" y="9983"/>
                        <a:pt x="2074" y="9983"/>
                        <a:pt x="2074" y="9983"/>
                      </a:cubicBezTo>
                      <a:cubicBezTo>
                        <a:pt x="2045" y="9939"/>
                        <a:pt x="2045" y="9939"/>
                        <a:pt x="2045" y="9939"/>
                      </a:cubicBezTo>
                      <a:cubicBezTo>
                        <a:pt x="2045" y="9939"/>
                        <a:pt x="1972" y="9925"/>
                        <a:pt x="1957" y="9925"/>
                      </a:cubicBezTo>
                      <a:cubicBezTo>
                        <a:pt x="1942" y="9925"/>
                        <a:pt x="1928" y="9925"/>
                        <a:pt x="1913" y="9910"/>
                      </a:cubicBezTo>
                      <a:cubicBezTo>
                        <a:pt x="1884" y="9910"/>
                        <a:pt x="1840" y="9809"/>
                        <a:pt x="1840" y="9809"/>
                      </a:cubicBezTo>
                      <a:cubicBezTo>
                        <a:pt x="1840" y="9751"/>
                        <a:pt x="1840" y="9751"/>
                        <a:pt x="1840" y="9751"/>
                      </a:cubicBezTo>
                      <a:cubicBezTo>
                        <a:pt x="1884" y="9809"/>
                        <a:pt x="1884" y="9809"/>
                        <a:pt x="1884" y="9809"/>
                      </a:cubicBezTo>
                      <a:cubicBezTo>
                        <a:pt x="1884" y="9809"/>
                        <a:pt x="1913" y="9823"/>
                        <a:pt x="1913" y="9809"/>
                      </a:cubicBezTo>
                      <a:cubicBezTo>
                        <a:pt x="1913" y="9795"/>
                        <a:pt x="1899" y="9708"/>
                        <a:pt x="1899" y="9708"/>
                      </a:cubicBezTo>
                      <a:cubicBezTo>
                        <a:pt x="1899" y="9708"/>
                        <a:pt x="1913" y="9621"/>
                        <a:pt x="1869" y="9635"/>
                      </a:cubicBezTo>
                      <a:cubicBezTo>
                        <a:pt x="1826" y="9650"/>
                        <a:pt x="1782" y="9679"/>
                        <a:pt x="1782" y="9708"/>
                      </a:cubicBezTo>
                      <a:cubicBezTo>
                        <a:pt x="1782" y="9722"/>
                        <a:pt x="1753" y="9766"/>
                        <a:pt x="1753" y="9795"/>
                      </a:cubicBezTo>
                      <a:cubicBezTo>
                        <a:pt x="1738" y="9809"/>
                        <a:pt x="1723" y="9823"/>
                        <a:pt x="1709" y="9838"/>
                      </a:cubicBezTo>
                      <a:cubicBezTo>
                        <a:pt x="1694" y="9852"/>
                        <a:pt x="1621" y="9867"/>
                        <a:pt x="1621" y="9867"/>
                      </a:cubicBezTo>
                      <a:cubicBezTo>
                        <a:pt x="1563" y="9867"/>
                        <a:pt x="1563" y="9867"/>
                        <a:pt x="1563" y="9867"/>
                      </a:cubicBezTo>
                      <a:cubicBezTo>
                        <a:pt x="1606" y="9809"/>
                        <a:pt x="1606" y="9809"/>
                        <a:pt x="1606" y="9809"/>
                      </a:cubicBezTo>
                      <a:cubicBezTo>
                        <a:pt x="1636" y="9737"/>
                        <a:pt x="1636" y="9737"/>
                        <a:pt x="1636" y="9737"/>
                      </a:cubicBezTo>
                      <a:cubicBezTo>
                        <a:pt x="1636" y="9737"/>
                        <a:pt x="1709" y="9606"/>
                        <a:pt x="1709" y="9577"/>
                      </a:cubicBezTo>
                      <a:cubicBezTo>
                        <a:pt x="1723" y="9534"/>
                        <a:pt x="1738" y="9505"/>
                        <a:pt x="1753" y="9462"/>
                      </a:cubicBezTo>
                      <a:cubicBezTo>
                        <a:pt x="1767" y="9433"/>
                        <a:pt x="1811" y="9418"/>
                        <a:pt x="1811" y="9418"/>
                      </a:cubicBezTo>
                      <a:cubicBezTo>
                        <a:pt x="1855" y="9274"/>
                        <a:pt x="1855" y="9274"/>
                        <a:pt x="1855" y="9274"/>
                      </a:cubicBezTo>
                      <a:cubicBezTo>
                        <a:pt x="2045" y="8898"/>
                        <a:pt x="2045" y="8898"/>
                        <a:pt x="2045" y="8898"/>
                      </a:cubicBezTo>
                      <a:cubicBezTo>
                        <a:pt x="2045" y="8898"/>
                        <a:pt x="2074" y="8782"/>
                        <a:pt x="2088" y="8767"/>
                      </a:cubicBezTo>
                      <a:cubicBezTo>
                        <a:pt x="2088" y="8738"/>
                        <a:pt x="2132" y="8652"/>
                        <a:pt x="2132" y="8623"/>
                      </a:cubicBezTo>
                      <a:cubicBezTo>
                        <a:pt x="2132" y="8594"/>
                        <a:pt x="2176" y="8492"/>
                        <a:pt x="2176" y="8492"/>
                      </a:cubicBezTo>
                      <a:cubicBezTo>
                        <a:pt x="2176" y="8492"/>
                        <a:pt x="2220" y="8333"/>
                        <a:pt x="2220" y="8304"/>
                      </a:cubicBezTo>
                      <a:cubicBezTo>
                        <a:pt x="2220" y="8275"/>
                        <a:pt x="2249" y="8261"/>
                        <a:pt x="2278" y="8246"/>
                      </a:cubicBezTo>
                      <a:cubicBezTo>
                        <a:pt x="2293" y="8232"/>
                        <a:pt x="2337" y="8102"/>
                        <a:pt x="2337" y="8073"/>
                      </a:cubicBezTo>
                      <a:cubicBezTo>
                        <a:pt x="2351" y="8044"/>
                        <a:pt x="2381" y="7784"/>
                        <a:pt x="2381" y="7784"/>
                      </a:cubicBezTo>
                      <a:cubicBezTo>
                        <a:pt x="2351" y="7610"/>
                        <a:pt x="2351" y="7610"/>
                        <a:pt x="2351" y="7610"/>
                      </a:cubicBezTo>
                      <a:cubicBezTo>
                        <a:pt x="2264" y="7538"/>
                        <a:pt x="2264" y="7538"/>
                        <a:pt x="2264" y="7538"/>
                      </a:cubicBezTo>
                      <a:cubicBezTo>
                        <a:pt x="2176" y="7494"/>
                        <a:pt x="2176" y="7494"/>
                        <a:pt x="2176" y="7494"/>
                      </a:cubicBezTo>
                      <a:cubicBezTo>
                        <a:pt x="2176" y="7494"/>
                        <a:pt x="2074" y="7436"/>
                        <a:pt x="2059" y="7422"/>
                      </a:cubicBezTo>
                      <a:cubicBezTo>
                        <a:pt x="2045" y="7407"/>
                        <a:pt x="1986" y="7378"/>
                        <a:pt x="1972" y="7378"/>
                      </a:cubicBezTo>
                      <a:cubicBezTo>
                        <a:pt x="1942" y="7364"/>
                        <a:pt x="1869" y="7349"/>
                        <a:pt x="1855" y="7349"/>
                      </a:cubicBezTo>
                      <a:cubicBezTo>
                        <a:pt x="1840" y="7349"/>
                        <a:pt x="1782" y="7306"/>
                        <a:pt x="1738" y="7277"/>
                      </a:cubicBezTo>
                      <a:cubicBezTo>
                        <a:pt x="1694" y="7248"/>
                        <a:pt x="1636" y="7176"/>
                        <a:pt x="1636" y="7176"/>
                      </a:cubicBezTo>
                      <a:cubicBezTo>
                        <a:pt x="1709" y="7060"/>
                        <a:pt x="1709" y="7060"/>
                        <a:pt x="1709" y="7060"/>
                      </a:cubicBezTo>
                      <a:cubicBezTo>
                        <a:pt x="1709" y="7060"/>
                        <a:pt x="1723" y="6973"/>
                        <a:pt x="1723" y="6944"/>
                      </a:cubicBezTo>
                      <a:cubicBezTo>
                        <a:pt x="1723" y="6930"/>
                        <a:pt x="1723" y="6887"/>
                        <a:pt x="1723" y="6887"/>
                      </a:cubicBezTo>
                      <a:cubicBezTo>
                        <a:pt x="1694" y="6829"/>
                        <a:pt x="1694" y="6829"/>
                        <a:pt x="1694" y="6829"/>
                      </a:cubicBezTo>
                      <a:cubicBezTo>
                        <a:pt x="1650" y="6756"/>
                        <a:pt x="1650" y="6756"/>
                        <a:pt x="1650" y="6756"/>
                      </a:cubicBezTo>
                      <a:cubicBezTo>
                        <a:pt x="1650" y="6756"/>
                        <a:pt x="1592" y="6742"/>
                        <a:pt x="1563" y="6742"/>
                      </a:cubicBezTo>
                      <a:cubicBezTo>
                        <a:pt x="1548" y="6756"/>
                        <a:pt x="1548" y="6713"/>
                        <a:pt x="1533" y="6684"/>
                      </a:cubicBezTo>
                      <a:cubicBezTo>
                        <a:pt x="1533" y="6655"/>
                        <a:pt x="1504" y="6655"/>
                        <a:pt x="1475" y="6641"/>
                      </a:cubicBezTo>
                      <a:cubicBezTo>
                        <a:pt x="1431" y="6612"/>
                        <a:pt x="1417" y="6568"/>
                        <a:pt x="1417" y="6568"/>
                      </a:cubicBezTo>
                      <a:cubicBezTo>
                        <a:pt x="1460" y="6481"/>
                        <a:pt x="1460" y="6481"/>
                        <a:pt x="1460" y="6481"/>
                      </a:cubicBezTo>
                      <a:cubicBezTo>
                        <a:pt x="1460" y="6481"/>
                        <a:pt x="1446" y="6438"/>
                        <a:pt x="1431" y="6424"/>
                      </a:cubicBezTo>
                      <a:cubicBezTo>
                        <a:pt x="1431" y="6409"/>
                        <a:pt x="1373" y="6409"/>
                        <a:pt x="1373" y="6409"/>
                      </a:cubicBezTo>
                      <a:cubicBezTo>
                        <a:pt x="1271" y="6395"/>
                        <a:pt x="1271" y="6395"/>
                        <a:pt x="1271" y="6395"/>
                      </a:cubicBezTo>
                      <a:cubicBezTo>
                        <a:pt x="1198" y="6279"/>
                        <a:pt x="1198" y="6279"/>
                        <a:pt x="1198" y="6279"/>
                      </a:cubicBezTo>
                      <a:cubicBezTo>
                        <a:pt x="1198" y="6279"/>
                        <a:pt x="1212" y="6178"/>
                        <a:pt x="1227" y="6163"/>
                      </a:cubicBezTo>
                      <a:cubicBezTo>
                        <a:pt x="1241" y="6134"/>
                        <a:pt x="1227" y="6120"/>
                        <a:pt x="1227" y="6120"/>
                      </a:cubicBezTo>
                      <a:cubicBezTo>
                        <a:pt x="1154" y="6091"/>
                        <a:pt x="1154" y="6091"/>
                        <a:pt x="1154" y="6091"/>
                      </a:cubicBezTo>
                      <a:cubicBezTo>
                        <a:pt x="1183" y="6033"/>
                        <a:pt x="1183" y="6033"/>
                        <a:pt x="1183" y="6033"/>
                      </a:cubicBezTo>
                      <a:cubicBezTo>
                        <a:pt x="1139" y="5946"/>
                        <a:pt x="1139" y="5946"/>
                        <a:pt x="1139" y="5946"/>
                      </a:cubicBezTo>
                      <a:cubicBezTo>
                        <a:pt x="1154" y="5888"/>
                        <a:pt x="1154" y="5888"/>
                        <a:pt x="1154" y="5888"/>
                      </a:cubicBezTo>
                      <a:cubicBezTo>
                        <a:pt x="1110" y="5830"/>
                        <a:pt x="1110" y="5830"/>
                        <a:pt x="1110" y="5830"/>
                      </a:cubicBezTo>
                      <a:cubicBezTo>
                        <a:pt x="1110" y="5787"/>
                        <a:pt x="1110" y="5787"/>
                        <a:pt x="1110" y="5787"/>
                      </a:cubicBezTo>
                      <a:cubicBezTo>
                        <a:pt x="1154" y="5715"/>
                        <a:pt x="1154" y="5715"/>
                        <a:pt x="1154" y="5715"/>
                      </a:cubicBezTo>
                      <a:cubicBezTo>
                        <a:pt x="1168" y="5642"/>
                        <a:pt x="1168" y="5642"/>
                        <a:pt x="1168" y="5642"/>
                      </a:cubicBezTo>
                      <a:cubicBezTo>
                        <a:pt x="1110" y="5541"/>
                        <a:pt x="1110" y="5541"/>
                        <a:pt x="1110" y="5541"/>
                      </a:cubicBezTo>
                      <a:cubicBezTo>
                        <a:pt x="1110" y="5541"/>
                        <a:pt x="1066" y="5469"/>
                        <a:pt x="1066" y="5454"/>
                      </a:cubicBezTo>
                      <a:cubicBezTo>
                        <a:pt x="1066" y="5440"/>
                        <a:pt x="949" y="5367"/>
                        <a:pt x="949" y="5367"/>
                      </a:cubicBezTo>
                      <a:cubicBezTo>
                        <a:pt x="905" y="5266"/>
                        <a:pt x="905" y="5266"/>
                        <a:pt x="905" y="5266"/>
                      </a:cubicBezTo>
                      <a:cubicBezTo>
                        <a:pt x="789" y="5136"/>
                        <a:pt x="789" y="5136"/>
                        <a:pt x="789" y="5136"/>
                      </a:cubicBezTo>
                      <a:cubicBezTo>
                        <a:pt x="701" y="5035"/>
                        <a:pt x="701" y="5035"/>
                        <a:pt x="701" y="5035"/>
                      </a:cubicBezTo>
                      <a:cubicBezTo>
                        <a:pt x="643" y="4977"/>
                        <a:pt x="643" y="4977"/>
                        <a:pt x="643" y="4977"/>
                      </a:cubicBezTo>
                      <a:cubicBezTo>
                        <a:pt x="599" y="4876"/>
                        <a:pt x="599" y="4876"/>
                        <a:pt x="599" y="4876"/>
                      </a:cubicBezTo>
                      <a:cubicBezTo>
                        <a:pt x="599" y="4876"/>
                        <a:pt x="628" y="4760"/>
                        <a:pt x="628" y="4745"/>
                      </a:cubicBezTo>
                      <a:cubicBezTo>
                        <a:pt x="628" y="4716"/>
                        <a:pt x="672" y="4615"/>
                        <a:pt x="672" y="4543"/>
                      </a:cubicBezTo>
                      <a:cubicBezTo>
                        <a:pt x="657" y="4485"/>
                        <a:pt x="701" y="4413"/>
                        <a:pt x="701" y="4413"/>
                      </a:cubicBezTo>
                      <a:cubicBezTo>
                        <a:pt x="716" y="4282"/>
                        <a:pt x="716" y="4282"/>
                        <a:pt x="716" y="4282"/>
                      </a:cubicBezTo>
                      <a:cubicBezTo>
                        <a:pt x="672" y="4239"/>
                        <a:pt x="672" y="4239"/>
                        <a:pt x="672" y="4239"/>
                      </a:cubicBezTo>
                      <a:cubicBezTo>
                        <a:pt x="584" y="4181"/>
                        <a:pt x="584" y="4181"/>
                        <a:pt x="584" y="4181"/>
                      </a:cubicBezTo>
                      <a:cubicBezTo>
                        <a:pt x="526" y="4109"/>
                        <a:pt x="526" y="4109"/>
                        <a:pt x="526" y="4109"/>
                      </a:cubicBezTo>
                      <a:cubicBezTo>
                        <a:pt x="526" y="4109"/>
                        <a:pt x="497" y="4022"/>
                        <a:pt x="394" y="3993"/>
                      </a:cubicBezTo>
                      <a:cubicBezTo>
                        <a:pt x="292" y="3979"/>
                        <a:pt x="277" y="3993"/>
                        <a:pt x="277" y="3993"/>
                      </a:cubicBezTo>
                      <a:cubicBezTo>
                        <a:pt x="175" y="3935"/>
                        <a:pt x="175" y="3935"/>
                        <a:pt x="175" y="3935"/>
                      </a:cubicBezTo>
                      <a:cubicBezTo>
                        <a:pt x="102" y="3819"/>
                        <a:pt x="102" y="3819"/>
                        <a:pt x="102" y="3819"/>
                      </a:cubicBezTo>
                      <a:cubicBezTo>
                        <a:pt x="44" y="3733"/>
                        <a:pt x="44" y="3733"/>
                        <a:pt x="44" y="3733"/>
                      </a:cubicBezTo>
                      <a:cubicBezTo>
                        <a:pt x="88" y="3675"/>
                        <a:pt x="88" y="3675"/>
                        <a:pt x="88" y="3675"/>
                      </a:cubicBezTo>
                      <a:cubicBezTo>
                        <a:pt x="102" y="3588"/>
                        <a:pt x="102" y="3588"/>
                        <a:pt x="102" y="3588"/>
                      </a:cubicBezTo>
                      <a:cubicBezTo>
                        <a:pt x="102" y="3530"/>
                        <a:pt x="102" y="3530"/>
                        <a:pt x="102" y="3530"/>
                      </a:cubicBezTo>
                      <a:cubicBezTo>
                        <a:pt x="102" y="3458"/>
                        <a:pt x="102" y="3458"/>
                        <a:pt x="102" y="3458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29"/>
                        <a:pt x="0" y="3429"/>
                        <a:pt x="0" y="3429"/>
                      </a:cubicBezTo>
                      <a:cubicBezTo>
                        <a:pt x="0" y="3414"/>
                        <a:pt x="0" y="3414"/>
                        <a:pt x="0" y="3414"/>
                      </a:cubicBezTo>
                      <a:cubicBezTo>
                        <a:pt x="0" y="3414"/>
                        <a:pt x="0" y="3414"/>
                        <a:pt x="0" y="3414"/>
                      </a:cubicBezTo>
                      <a:cubicBezTo>
                        <a:pt x="0" y="3414"/>
                        <a:pt x="0" y="3414"/>
                        <a:pt x="0" y="3414"/>
                      </a:cubicBezTo>
                      <a:cubicBezTo>
                        <a:pt x="0" y="3414"/>
                        <a:pt x="0" y="3414"/>
                        <a:pt x="0" y="3414"/>
                      </a:cubicBezTo>
                      <a:cubicBezTo>
                        <a:pt x="15" y="3414"/>
                        <a:pt x="15" y="3414"/>
                        <a:pt x="15" y="3414"/>
                      </a:cubicBezTo>
                      <a:cubicBezTo>
                        <a:pt x="15" y="3414"/>
                        <a:pt x="15" y="3414"/>
                        <a:pt x="15" y="3414"/>
                      </a:cubicBezTo>
                      <a:cubicBezTo>
                        <a:pt x="15" y="3414"/>
                        <a:pt x="15" y="3414"/>
                        <a:pt x="15" y="3414"/>
                      </a:cubicBezTo>
                      <a:cubicBezTo>
                        <a:pt x="15" y="3414"/>
                        <a:pt x="15" y="3414"/>
                        <a:pt x="15" y="3414"/>
                      </a:cubicBezTo>
                      <a:cubicBezTo>
                        <a:pt x="15" y="3414"/>
                        <a:pt x="15" y="3414"/>
                        <a:pt x="15" y="3414"/>
                      </a:cubicBezTo>
                      <a:cubicBezTo>
                        <a:pt x="15" y="3414"/>
                        <a:pt x="15" y="3414"/>
                        <a:pt x="15" y="3414"/>
                      </a:cubicBezTo>
                      <a:cubicBezTo>
                        <a:pt x="15" y="3414"/>
                        <a:pt x="15" y="3414"/>
                        <a:pt x="15" y="3414"/>
                      </a:cubicBezTo>
                      <a:cubicBezTo>
                        <a:pt x="15" y="3414"/>
                        <a:pt x="15" y="3414"/>
                        <a:pt x="15" y="3414"/>
                      </a:cubicBezTo>
                      <a:cubicBezTo>
                        <a:pt x="15" y="3414"/>
                        <a:pt x="15" y="3414"/>
                        <a:pt x="15" y="3414"/>
                      </a:cubicBezTo>
                      <a:cubicBezTo>
                        <a:pt x="15" y="3400"/>
                        <a:pt x="15" y="3400"/>
                        <a:pt x="15" y="3400"/>
                      </a:cubicBezTo>
                      <a:cubicBezTo>
                        <a:pt x="15" y="3400"/>
                        <a:pt x="15" y="3400"/>
                        <a:pt x="15" y="3400"/>
                      </a:cubicBezTo>
                      <a:cubicBezTo>
                        <a:pt x="15" y="3400"/>
                        <a:pt x="15" y="3400"/>
                        <a:pt x="15" y="3400"/>
                      </a:cubicBezTo>
                      <a:cubicBezTo>
                        <a:pt x="29" y="3400"/>
                        <a:pt x="29" y="3400"/>
                        <a:pt x="29" y="3400"/>
                      </a:cubicBezTo>
                      <a:cubicBezTo>
                        <a:pt x="29" y="3400"/>
                        <a:pt x="29" y="3400"/>
                        <a:pt x="29" y="3400"/>
                      </a:cubicBezTo>
                      <a:cubicBezTo>
                        <a:pt x="29" y="3400"/>
                        <a:pt x="29" y="3400"/>
                        <a:pt x="29" y="3400"/>
                      </a:cubicBezTo>
                      <a:cubicBezTo>
                        <a:pt x="29" y="3400"/>
                        <a:pt x="29" y="3400"/>
                        <a:pt x="29" y="3400"/>
                      </a:cubicBezTo>
                      <a:cubicBezTo>
                        <a:pt x="29" y="3400"/>
                        <a:pt x="29" y="3400"/>
                        <a:pt x="29" y="3400"/>
                      </a:cubicBezTo>
                      <a:cubicBezTo>
                        <a:pt x="29" y="3385"/>
                        <a:pt x="29" y="3385"/>
                        <a:pt x="29" y="3385"/>
                      </a:cubicBezTo>
                      <a:cubicBezTo>
                        <a:pt x="29" y="3385"/>
                        <a:pt x="29" y="3385"/>
                        <a:pt x="29" y="3385"/>
                      </a:cubicBezTo>
                      <a:cubicBezTo>
                        <a:pt x="29" y="3385"/>
                        <a:pt x="29" y="3385"/>
                        <a:pt x="29" y="3385"/>
                      </a:cubicBezTo>
                      <a:cubicBezTo>
                        <a:pt x="44" y="3385"/>
                        <a:pt x="44" y="3385"/>
                        <a:pt x="44" y="3385"/>
                      </a:cubicBezTo>
                      <a:cubicBezTo>
                        <a:pt x="44" y="3385"/>
                        <a:pt x="44" y="3385"/>
                        <a:pt x="44" y="3385"/>
                      </a:cubicBezTo>
                      <a:cubicBezTo>
                        <a:pt x="44" y="3385"/>
                        <a:pt x="44" y="3385"/>
                        <a:pt x="44" y="3385"/>
                      </a:cubicBezTo>
                      <a:cubicBezTo>
                        <a:pt x="44" y="3385"/>
                        <a:pt x="44" y="3385"/>
                        <a:pt x="44" y="3385"/>
                      </a:cubicBezTo>
                      <a:cubicBezTo>
                        <a:pt x="44" y="3371"/>
                        <a:pt x="44" y="3371"/>
                        <a:pt x="44" y="3371"/>
                      </a:cubicBezTo>
                      <a:cubicBezTo>
                        <a:pt x="58" y="3371"/>
                        <a:pt x="58" y="3371"/>
                        <a:pt x="58" y="3371"/>
                      </a:cubicBezTo>
                      <a:cubicBezTo>
                        <a:pt x="58" y="3371"/>
                        <a:pt x="58" y="3371"/>
                        <a:pt x="58" y="3371"/>
                      </a:cubicBezTo>
                      <a:cubicBezTo>
                        <a:pt x="58" y="3371"/>
                        <a:pt x="58" y="3371"/>
                        <a:pt x="58" y="3371"/>
                      </a:cubicBezTo>
                      <a:cubicBezTo>
                        <a:pt x="58" y="3371"/>
                        <a:pt x="58" y="3371"/>
                        <a:pt x="58" y="3371"/>
                      </a:cubicBezTo>
                      <a:cubicBezTo>
                        <a:pt x="58" y="3356"/>
                        <a:pt x="58" y="3356"/>
                        <a:pt x="58" y="3356"/>
                      </a:cubicBezTo>
                      <a:cubicBezTo>
                        <a:pt x="58" y="3356"/>
                        <a:pt x="58" y="3356"/>
                        <a:pt x="58" y="3356"/>
                      </a:cubicBezTo>
                      <a:cubicBezTo>
                        <a:pt x="73" y="3356"/>
                        <a:pt x="73" y="3356"/>
                        <a:pt x="73" y="3356"/>
                      </a:cubicBezTo>
                      <a:cubicBezTo>
                        <a:pt x="73" y="3356"/>
                        <a:pt x="73" y="3356"/>
                        <a:pt x="73" y="3356"/>
                      </a:cubicBezTo>
                      <a:cubicBezTo>
                        <a:pt x="73" y="3356"/>
                        <a:pt x="73" y="3356"/>
                        <a:pt x="73" y="3356"/>
                      </a:cubicBezTo>
                      <a:cubicBezTo>
                        <a:pt x="73" y="3356"/>
                        <a:pt x="73" y="3356"/>
                        <a:pt x="73" y="3356"/>
                      </a:cubicBezTo>
                      <a:cubicBezTo>
                        <a:pt x="73" y="3356"/>
                        <a:pt x="73" y="3356"/>
                        <a:pt x="73" y="3356"/>
                      </a:cubicBezTo>
                      <a:cubicBezTo>
                        <a:pt x="73" y="3356"/>
                        <a:pt x="73" y="3356"/>
                        <a:pt x="73" y="3356"/>
                      </a:cubicBezTo>
                      <a:cubicBezTo>
                        <a:pt x="73" y="3356"/>
                        <a:pt x="73" y="3356"/>
                        <a:pt x="73" y="3356"/>
                      </a:cubicBezTo>
                      <a:cubicBezTo>
                        <a:pt x="88" y="3328"/>
                        <a:pt x="102" y="3313"/>
                        <a:pt x="117" y="3313"/>
                      </a:cubicBezTo>
                      <a:cubicBezTo>
                        <a:pt x="117" y="3313"/>
                        <a:pt x="117" y="3299"/>
                        <a:pt x="117" y="3299"/>
                      </a:cubicBezTo>
                      <a:cubicBezTo>
                        <a:pt x="131" y="3299"/>
                        <a:pt x="146" y="3299"/>
                        <a:pt x="175" y="3299"/>
                      </a:cubicBezTo>
                      <a:cubicBezTo>
                        <a:pt x="175" y="3299"/>
                        <a:pt x="204" y="3168"/>
                        <a:pt x="190" y="3125"/>
                      </a:cubicBezTo>
                      <a:cubicBezTo>
                        <a:pt x="175" y="3067"/>
                        <a:pt x="248" y="3009"/>
                        <a:pt x="248" y="3009"/>
                      </a:cubicBezTo>
                      <a:cubicBezTo>
                        <a:pt x="351" y="2908"/>
                        <a:pt x="351" y="2908"/>
                        <a:pt x="351" y="2908"/>
                      </a:cubicBezTo>
                      <a:cubicBezTo>
                        <a:pt x="336" y="2792"/>
                        <a:pt x="336" y="2792"/>
                        <a:pt x="336" y="2792"/>
                      </a:cubicBezTo>
                      <a:cubicBezTo>
                        <a:pt x="453" y="2807"/>
                        <a:pt x="453" y="2807"/>
                        <a:pt x="453" y="2807"/>
                      </a:cubicBezTo>
                      <a:cubicBezTo>
                        <a:pt x="453" y="2807"/>
                        <a:pt x="540" y="2763"/>
                        <a:pt x="511" y="2705"/>
                      </a:cubicBezTo>
                      <a:cubicBezTo>
                        <a:pt x="497" y="2676"/>
                        <a:pt x="482" y="2633"/>
                        <a:pt x="467" y="2604"/>
                      </a:cubicBezTo>
                      <a:cubicBezTo>
                        <a:pt x="482" y="2590"/>
                        <a:pt x="482" y="2590"/>
                        <a:pt x="482" y="2575"/>
                      </a:cubicBezTo>
                      <a:cubicBezTo>
                        <a:pt x="482" y="2575"/>
                        <a:pt x="511" y="2532"/>
                        <a:pt x="511" y="2532"/>
                      </a:cubicBezTo>
                      <a:cubicBezTo>
                        <a:pt x="555" y="2532"/>
                        <a:pt x="555" y="2532"/>
                        <a:pt x="555" y="2532"/>
                      </a:cubicBezTo>
                      <a:cubicBezTo>
                        <a:pt x="599" y="2546"/>
                        <a:pt x="599" y="2546"/>
                        <a:pt x="599" y="2546"/>
                      </a:cubicBezTo>
                      <a:cubicBezTo>
                        <a:pt x="599" y="2546"/>
                        <a:pt x="628" y="2561"/>
                        <a:pt x="643" y="2561"/>
                      </a:cubicBezTo>
                      <a:cubicBezTo>
                        <a:pt x="672" y="2561"/>
                        <a:pt x="716" y="2532"/>
                        <a:pt x="716" y="2532"/>
                      </a:cubicBezTo>
                      <a:cubicBezTo>
                        <a:pt x="672" y="2474"/>
                        <a:pt x="672" y="2474"/>
                        <a:pt x="672" y="2474"/>
                      </a:cubicBezTo>
                      <a:cubicBezTo>
                        <a:pt x="686" y="2416"/>
                        <a:pt x="686" y="2416"/>
                        <a:pt x="686" y="2416"/>
                      </a:cubicBezTo>
                      <a:cubicBezTo>
                        <a:pt x="745" y="2416"/>
                        <a:pt x="745" y="2416"/>
                        <a:pt x="745" y="2416"/>
                      </a:cubicBezTo>
                      <a:cubicBezTo>
                        <a:pt x="774" y="2416"/>
                        <a:pt x="774" y="2416"/>
                        <a:pt x="774" y="2416"/>
                      </a:cubicBezTo>
                      <a:cubicBezTo>
                        <a:pt x="716" y="2329"/>
                        <a:pt x="716" y="2329"/>
                        <a:pt x="716" y="2329"/>
                      </a:cubicBezTo>
                      <a:cubicBezTo>
                        <a:pt x="716" y="2329"/>
                        <a:pt x="730" y="2286"/>
                        <a:pt x="759" y="2300"/>
                      </a:cubicBezTo>
                      <a:cubicBezTo>
                        <a:pt x="774" y="2300"/>
                        <a:pt x="789" y="2329"/>
                        <a:pt x="803" y="2329"/>
                      </a:cubicBezTo>
                      <a:cubicBezTo>
                        <a:pt x="818" y="2329"/>
                        <a:pt x="862" y="2344"/>
                        <a:pt x="862" y="2344"/>
                      </a:cubicBezTo>
                      <a:cubicBezTo>
                        <a:pt x="920" y="2358"/>
                        <a:pt x="920" y="2358"/>
                        <a:pt x="920" y="2358"/>
                      </a:cubicBezTo>
                      <a:cubicBezTo>
                        <a:pt x="978" y="2358"/>
                        <a:pt x="978" y="2358"/>
                        <a:pt x="978" y="2358"/>
                      </a:cubicBezTo>
                      <a:cubicBezTo>
                        <a:pt x="1052" y="2358"/>
                        <a:pt x="1052" y="2358"/>
                        <a:pt x="1052" y="2358"/>
                      </a:cubicBezTo>
                      <a:cubicBezTo>
                        <a:pt x="1081" y="2402"/>
                        <a:pt x="1081" y="2402"/>
                        <a:pt x="1081" y="2402"/>
                      </a:cubicBezTo>
                      <a:cubicBezTo>
                        <a:pt x="1081" y="2402"/>
                        <a:pt x="1095" y="2431"/>
                        <a:pt x="1081" y="2445"/>
                      </a:cubicBezTo>
                      <a:cubicBezTo>
                        <a:pt x="1081" y="2459"/>
                        <a:pt x="1066" y="2503"/>
                        <a:pt x="1066" y="2503"/>
                      </a:cubicBezTo>
                      <a:cubicBezTo>
                        <a:pt x="1052" y="2503"/>
                        <a:pt x="1037" y="2503"/>
                        <a:pt x="1022" y="2517"/>
                      </a:cubicBezTo>
                      <a:cubicBezTo>
                        <a:pt x="1008" y="2517"/>
                        <a:pt x="935" y="2517"/>
                        <a:pt x="935" y="2517"/>
                      </a:cubicBezTo>
                      <a:cubicBezTo>
                        <a:pt x="876" y="2517"/>
                        <a:pt x="876" y="2517"/>
                        <a:pt x="876" y="2517"/>
                      </a:cubicBezTo>
                      <a:cubicBezTo>
                        <a:pt x="832" y="2517"/>
                        <a:pt x="832" y="2517"/>
                        <a:pt x="832" y="2517"/>
                      </a:cubicBezTo>
                      <a:cubicBezTo>
                        <a:pt x="818" y="2546"/>
                        <a:pt x="818" y="2546"/>
                        <a:pt x="818" y="2546"/>
                      </a:cubicBezTo>
                      <a:cubicBezTo>
                        <a:pt x="818" y="2546"/>
                        <a:pt x="862" y="2561"/>
                        <a:pt x="876" y="2575"/>
                      </a:cubicBezTo>
                      <a:cubicBezTo>
                        <a:pt x="905" y="2575"/>
                        <a:pt x="905" y="2575"/>
                        <a:pt x="905" y="2575"/>
                      </a:cubicBezTo>
                      <a:cubicBezTo>
                        <a:pt x="920" y="2590"/>
                        <a:pt x="949" y="2619"/>
                        <a:pt x="949" y="2619"/>
                      </a:cubicBezTo>
                      <a:cubicBezTo>
                        <a:pt x="935" y="2662"/>
                        <a:pt x="935" y="2662"/>
                        <a:pt x="935" y="2662"/>
                      </a:cubicBezTo>
                      <a:cubicBezTo>
                        <a:pt x="935" y="2662"/>
                        <a:pt x="978" y="2604"/>
                        <a:pt x="978" y="2604"/>
                      </a:cubicBezTo>
                      <a:cubicBezTo>
                        <a:pt x="993" y="2604"/>
                        <a:pt x="1066" y="2604"/>
                        <a:pt x="1066" y="2604"/>
                      </a:cubicBezTo>
                      <a:cubicBezTo>
                        <a:pt x="1066" y="2604"/>
                        <a:pt x="1125" y="2575"/>
                        <a:pt x="1139" y="2575"/>
                      </a:cubicBezTo>
                      <a:cubicBezTo>
                        <a:pt x="1139" y="2575"/>
                        <a:pt x="1125" y="2619"/>
                        <a:pt x="1125" y="2619"/>
                      </a:cubicBezTo>
                      <a:cubicBezTo>
                        <a:pt x="1183" y="2590"/>
                        <a:pt x="1183" y="2590"/>
                        <a:pt x="1183" y="2590"/>
                      </a:cubicBezTo>
                      <a:cubicBezTo>
                        <a:pt x="1241" y="2561"/>
                        <a:pt x="1241" y="2561"/>
                        <a:pt x="1241" y="2561"/>
                      </a:cubicBezTo>
                      <a:cubicBezTo>
                        <a:pt x="1271" y="2561"/>
                        <a:pt x="1271" y="2561"/>
                        <a:pt x="1271" y="2561"/>
                      </a:cubicBezTo>
                      <a:cubicBezTo>
                        <a:pt x="1271" y="2561"/>
                        <a:pt x="1285" y="2604"/>
                        <a:pt x="1285" y="2619"/>
                      </a:cubicBezTo>
                      <a:cubicBezTo>
                        <a:pt x="1271" y="2633"/>
                        <a:pt x="1271" y="2633"/>
                        <a:pt x="1271" y="2662"/>
                      </a:cubicBezTo>
                      <a:cubicBezTo>
                        <a:pt x="1271" y="2676"/>
                        <a:pt x="1256" y="2691"/>
                        <a:pt x="1271" y="2705"/>
                      </a:cubicBezTo>
                      <a:cubicBezTo>
                        <a:pt x="1271" y="2705"/>
                        <a:pt x="1271" y="2720"/>
                        <a:pt x="1285" y="2720"/>
                      </a:cubicBezTo>
                      <a:cubicBezTo>
                        <a:pt x="1300" y="2734"/>
                        <a:pt x="1314" y="2720"/>
                        <a:pt x="1314" y="2720"/>
                      </a:cubicBezTo>
                      <a:cubicBezTo>
                        <a:pt x="1344" y="2648"/>
                        <a:pt x="1344" y="2648"/>
                        <a:pt x="1344" y="2648"/>
                      </a:cubicBezTo>
                      <a:cubicBezTo>
                        <a:pt x="1344" y="2648"/>
                        <a:pt x="1373" y="2619"/>
                        <a:pt x="1373" y="2619"/>
                      </a:cubicBezTo>
                      <a:cubicBezTo>
                        <a:pt x="1387" y="2619"/>
                        <a:pt x="1431" y="2590"/>
                        <a:pt x="1431" y="2590"/>
                      </a:cubicBezTo>
                      <a:cubicBezTo>
                        <a:pt x="1504" y="2590"/>
                        <a:pt x="1504" y="2590"/>
                        <a:pt x="1504" y="2590"/>
                      </a:cubicBezTo>
                      <a:cubicBezTo>
                        <a:pt x="1504" y="2590"/>
                        <a:pt x="1577" y="2575"/>
                        <a:pt x="1592" y="2575"/>
                      </a:cubicBezTo>
                      <a:cubicBezTo>
                        <a:pt x="1592" y="2590"/>
                        <a:pt x="1621" y="2590"/>
                        <a:pt x="1636" y="2590"/>
                      </a:cubicBezTo>
                      <a:cubicBezTo>
                        <a:pt x="1665" y="2590"/>
                        <a:pt x="1680" y="2590"/>
                        <a:pt x="1709" y="2590"/>
                      </a:cubicBezTo>
                      <a:cubicBezTo>
                        <a:pt x="1723" y="2590"/>
                        <a:pt x="1738" y="2590"/>
                        <a:pt x="1738" y="2590"/>
                      </a:cubicBezTo>
                      <a:cubicBezTo>
                        <a:pt x="1738" y="2590"/>
                        <a:pt x="1767" y="2561"/>
                        <a:pt x="1767" y="2561"/>
                      </a:cubicBezTo>
                      <a:cubicBezTo>
                        <a:pt x="1767" y="2546"/>
                        <a:pt x="1767" y="2532"/>
                        <a:pt x="1767" y="2532"/>
                      </a:cubicBezTo>
                      <a:cubicBezTo>
                        <a:pt x="1782" y="2517"/>
                        <a:pt x="1796" y="2488"/>
                        <a:pt x="1811" y="2488"/>
                      </a:cubicBezTo>
                      <a:cubicBezTo>
                        <a:pt x="1826" y="2488"/>
                        <a:pt x="2045" y="2517"/>
                        <a:pt x="2045" y="2517"/>
                      </a:cubicBezTo>
                      <a:cubicBezTo>
                        <a:pt x="2234" y="2575"/>
                        <a:pt x="2234" y="2575"/>
                        <a:pt x="2234" y="2575"/>
                      </a:cubicBezTo>
                      <a:cubicBezTo>
                        <a:pt x="2366" y="2604"/>
                        <a:pt x="2366" y="2604"/>
                        <a:pt x="2366" y="2604"/>
                      </a:cubicBezTo>
                      <a:cubicBezTo>
                        <a:pt x="2366" y="2604"/>
                        <a:pt x="2468" y="2662"/>
                        <a:pt x="2483" y="2662"/>
                      </a:cubicBezTo>
                      <a:cubicBezTo>
                        <a:pt x="2497" y="2676"/>
                        <a:pt x="2687" y="2705"/>
                        <a:pt x="2687" y="2705"/>
                      </a:cubicBezTo>
                      <a:cubicBezTo>
                        <a:pt x="2775" y="2763"/>
                        <a:pt x="2775" y="2763"/>
                        <a:pt x="2775" y="2763"/>
                      </a:cubicBezTo>
                      <a:cubicBezTo>
                        <a:pt x="2775" y="2763"/>
                        <a:pt x="2862" y="2792"/>
                        <a:pt x="2862" y="2807"/>
                      </a:cubicBezTo>
                      <a:cubicBezTo>
                        <a:pt x="2862" y="2821"/>
                        <a:pt x="2921" y="2850"/>
                        <a:pt x="2921" y="2850"/>
                      </a:cubicBezTo>
                      <a:cubicBezTo>
                        <a:pt x="2979" y="2821"/>
                        <a:pt x="2979" y="2821"/>
                        <a:pt x="2979" y="2821"/>
                      </a:cubicBezTo>
                      <a:cubicBezTo>
                        <a:pt x="2979" y="2821"/>
                        <a:pt x="3052" y="2836"/>
                        <a:pt x="3052" y="2836"/>
                      </a:cubicBezTo>
                      <a:cubicBezTo>
                        <a:pt x="3067" y="2850"/>
                        <a:pt x="3213" y="2894"/>
                        <a:pt x="3213" y="2894"/>
                      </a:cubicBezTo>
                      <a:cubicBezTo>
                        <a:pt x="3213" y="2894"/>
                        <a:pt x="3315" y="2922"/>
                        <a:pt x="3330" y="2922"/>
                      </a:cubicBezTo>
                      <a:cubicBezTo>
                        <a:pt x="3344" y="2922"/>
                        <a:pt x="3403" y="2908"/>
                        <a:pt x="3403" y="2908"/>
                      </a:cubicBezTo>
                      <a:cubicBezTo>
                        <a:pt x="3403" y="2865"/>
                        <a:pt x="3403" y="2865"/>
                        <a:pt x="3403" y="2865"/>
                      </a:cubicBezTo>
                      <a:cubicBezTo>
                        <a:pt x="3403" y="2865"/>
                        <a:pt x="3388" y="2836"/>
                        <a:pt x="3417" y="2850"/>
                      </a:cubicBezTo>
                      <a:cubicBezTo>
                        <a:pt x="3447" y="2850"/>
                        <a:pt x="3461" y="2850"/>
                        <a:pt x="3476" y="2865"/>
                      </a:cubicBezTo>
                      <a:cubicBezTo>
                        <a:pt x="3476" y="2879"/>
                        <a:pt x="3505" y="2879"/>
                        <a:pt x="3520" y="2894"/>
                      </a:cubicBezTo>
                      <a:cubicBezTo>
                        <a:pt x="3534" y="2922"/>
                        <a:pt x="3593" y="2937"/>
                        <a:pt x="3593" y="2937"/>
                      </a:cubicBezTo>
                      <a:cubicBezTo>
                        <a:pt x="3666" y="2966"/>
                        <a:pt x="3666" y="2966"/>
                        <a:pt x="3666" y="2966"/>
                      </a:cubicBezTo>
                      <a:cubicBezTo>
                        <a:pt x="3680" y="3009"/>
                        <a:pt x="3680" y="3009"/>
                        <a:pt x="3680" y="3009"/>
                      </a:cubicBezTo>
                      <a:cubicBezTo>
                        <a:pt x="3695" y="3024"/>
                        <a:pt x="3695" y="3024"/>
                        <a:pt x="3695" y="3024"/>
                      </a:cubicBezTo>
                      <a:cubicBezTo>
                        <a:pt x="3710" y="2995"/>
                        <a:pt x="3710" y="2995"/>
                        <a:pt x="3710" y="2995"/>
                      </a:cubicBezTo>
                      <a:cubicBezTo>
                        <a:pt x="3724" y="2980"/>
                        <a:pt x="3739" y="2980"/>
                        <a:pt x="3739" y="2980"/>
                      </a:cubicBezTo>
                      <a:cubicBezTo>
                        <a:pt x="3768" y="2995"/>
                        <a:pt x="3768" y="2995"/>
                        <a:pt x="3768" y="2995"/>
                      </a:cubicBezTo>
                      <a:cubicBezTo>
                        <a:pt x="3768" y="2995"/>
                        <a:pt x="3797" y="2995"/>
                        <a:pt x="3797" y="2995"/>
                      </a:cubicBezTo>
                      <a:cubicBezTo>
                        <a:pt x="3812" y="2995"/>
                        <a:pt x="3856" y="2980"/>
                        <a:pt x="3856" y="2980"/>
                      </a:cubicBezTo>
                      <a:cubicBezTo>
                        <a:pt x="3856" y="2995"/>
                        <a:pt x="3885" y="3024"/>
                        <a:pt x="3899" y="3024"/>
                      </a:cubicBezTo>
                      <a:cubicBezTo>
                        <a:pt x="3899" y="3038"/>
                        <a:pt x="3929" y="3082"/>
                        <a:pt x="3929" y="3082"/>
                      </a:cubicBezTo>
                      <a:cubicBezTo>
                        <a:pt x="3929" y="3082"/>
                        <a:pt x="3929" y="3096"/>
                        <a:pt x="3929" y="3125"/>
                      </a:cubicBezTo>
                      <a:cubicBezTo>
                        <a:pt x="3929" y="3139"/>
                        <a:pt x="3943" y="3154"/>
                        <a:pt x="3943" y="3154"/>
                      </a:cubicBezTo>
                      <a:cubicBezTo>
                        <a:pt x="3972" y="3183"/>
                        <a:pt x="3972" y="3183"/>
                        <a:pt x="3972" y="3183"/>
                      </a:cubicBezTo>
                      <a:cubicBezTo>
                        <a:pt x="4045" y="3299"/>
                        <a:pt x="4045" y="3299"/>
                        <a:pt x="4045" y="3299"/>
                      </a:cubicBezTo>
                      <a:cubicBezTo>
                        <a:pt x="4075" y="3328"/>
                        <a:pt x="4075" y="3328"/>
                        <a:pt x="4075" y="3328"/>
                      </a:cubicBezTo>
                      <a:cubicBezTo>
                        <a:pt x="4104" y="3299"/>
                        <a:pt x="4104" y="3299"/>
                        <a:pt x="4104" y="3299"/>
                      </a:cubicBezTo>
                      <a:cubicBezTo>
                        <a:pt x="4148" y="3299"/>
                        <a:pt x="4148" y="3299"/>
                        <a:pt x="4148" y="3299"/>
                      </a:cubicBezTo>
                      <a:cubicBezTo>
                        <a:pt x="4191" y="3400"/>
                        <a:pt x="4191" y="3400"/>
                        <a:pt x="4191" y="3400"/>
                      </a:cubicBezTo>
                      <a:cubicBezTo>
                        <a:pt x="4235" y="3530"/>
                        <a:pt x="4235" y="3530"/>
                        <a:pt x="4235" y="3530"/>
                      </a:cubicBezTo>
                      <a:cubicBezTo>
                        <a:pt x="4206" y="3704"/>
                        <a:pt x="4206" y="3704"/>
                        <a:pt x="4206" y="3704"/>
                      </a:cubicBezTo>
                      <a:cubicBezTo>
                        <a:pt x="4206" y="3819"/>
                        <a:pt x="4206" y="3819"/>
                        <a:pt x="4206" y="3819"/>
                      </a:cubicBezTo>
                      <a:cubicBezTo>
                        <a:pt x="4206" y="3819"/>
                        <a:pt x="4177" y="3906"/>
                        <a:pt x="4177" y="3921"/>
                      </a:cubicBezTo>
                      <a:cubicBezTo>
                        <a:pt x="4177" y="3950"/>
                        <a:pt x="4104" y="4051"/>
                        <a:pt x="4104" y="4051"/>
                      </a:cubicBezTo>
                      <a:cubicBezTo>
                        <a:pt x="4104" y="4051"/>
                        <a:pt x="4060" y="4138"/>
                        <a:pt x="4045" y="4152"/>
                      </a:cubicBezTo>
                      <a:cubicBezTo>
                        <a:pt x="4031" y="4181"/>
                        <a:pt x="3972" y="4297"/>
                        <a:pt x="3972" y="4297"/>
                      </a:cubicBezTo>
                      <a:cubicBezTo>
                        <a:pt x="3797" y="4470"/>
                        <a:pt x="3797" y="4470"/>
                        <a:pt x="3797" y="4470"/>
                      </a:cubicBezTo>
                      <a:cubicBezTo>
                        <a:pt x="3797" y="4470"/>
                        <a:pt x="3710" y="4514"/>
                        <a:pt x="3680" y="4528"/>
                      </a:cubicBezTo>
                      <a:cubicBezTo>
                        <a:pt x="3666" y="4557"/>
                        <a:pt x="3520" y="4572"/>
                        <a:pt x="3520" y="4572"/>
                      </a:cubicBezTo>
                      <a:cubicBezTo>
                        <a:pt x="3403" y="4572"/>
                        <a:pt x="3403" y="4572"/>
                        <a:pt x="3403" y="4572"/>
                      </a:cubicBezTo>
                      <a:cubicBezTo>
                        <a:pt x="3228" y="4528"/>
                        <a:pt x="3228" y="4528"/>
                        <a:pt x="3228" y="4528"/>
                      </a:cubicBezTo>
                      <a:cubicBezTo>
                        <a:pt x="3125" y="4557"/>
                        <a:pt x="3125" y="4557"/>
                        <a:pt x="3125" y="4557"/>
                      </a:cubicBezTo>
                      <a:cubicBezTo>
                        <a:pt x="2994" y="4601"/>
                        <a:pt x="2994" y="4601"/>
                        <a:pt x="2994" y="4601"/>
                      </a:cubicBezTo>
                      <a:cubicBezTo>
                        <a:pt x="2877" y="4601"/>
                        <a:pt x="2877" y="4601"/>
                        <a:pt x="2877" y="4601"/>
                      </a:cubicBezTo>
                      <a:cubicBezTo>
                        <a:pt x="2731" y="4630"/>
                        <a:pt x="2731" y="4630"/>
                        <a:pt x="2731" y="4630"/>
                      </a:cubicBezTo>
                      <a:cubicBezTo>
                        <a:pt x="2731" y="4630"/>
                        <a:pt x="2702" y="4630"/>
                        <a:pt x="2673" y="4630"/>
                      </a:cubicBezTo>
                      <a:cubicBezTo>
                        <a:pt x="2658" y="4630"/>
                        <a:pt x="2570" y="4601"/>
                        <a:pt x="2570" y="4601"/>
                      </a:cubicBezTo>
                      <a:cubicBezTo>
                        <a:pt x="2468" y="4572"/>
                        <a:pt x="2468" y="4572"/>
                        <a:pt x="2468" y="4572"/>
                      </a:cubicBezTo>
                      <a:cubicBezTo>
                        <a:pt x="2395" y="4572"/>
                        <a:pt x="2395" y="4572"/>
                        <a:pt x="2395" y="4572"/>
                      </a:cubicBezTo>
                      <a:cubicBezTo>
                        <a:pt x="2381" y="4630"/>
                        <a:pt x="2381" y="4630"/>
                        <a:pt x="2381" y="4630"/>
                      </a:cubicBezTo>
                      <a:cubicBezTo>
                        <a:pt x="2381" y="4630"/>
                        <a:pt x="2381" y="4630"/>
                        <a:pt x="2351" y="4630"/>
                      </a:cubicBezTo>
                      <a:cubicBezTo>
                        <a:pt x="2322" y="4630"/>
                        <a:pt x="2293" y="4630"/>
                        <a:pt x="2293" y="4630"/>
                      </a:cubicBezTo>
                      <a:cubicBezTo>
                        <a:pt x="2293" y="4572"/>
                        <a:pt x="2293" y="4572"/>
                        <a:pt x="2293" y="4572"/>
                      </a:cubicBezTo>
                      <a:cubicBezTo>
                        <a:pt x="2191" y="4572"/>
                        <a:pt x="2191" y="4572"/>
                        <a:pt x="2191" y="4572"/>
                      </a:cubicBezTo>
                      <a:cubicBezTo>
                        <a:pt x="2191" y="4572"/>
                        <a:pt x="2147" y="4586"/>
                        <a:pt x="2118" y="4586"/>
                      </a:cubicBezTo>
                      <a:cubicBezTo>
                        <a:pt x="2074" y="4586"/>
                        <a:pt x="2030" y="4543"/>
                        <a:pt x="2015" y="4543"/>
                      </a:cubicBezTo>
                      <a:cubicBezTo>
                        <a:pt x="2001" y="4543"/>
                        <a:pt x="2001" y="4557"/>
                        <a:pt x="2001" y="4557"/>
                      </a:cubicBezTo>
                      <a:cubicBezTo>
                        <a:pt x="2001" y="4601"/>
                        <a:pt x="2001" y="4601"/>
                        <a:pt x="2001" y="4601"/>
                      </a:cubicBezTo>
                      <a:cubicBezTo>
                        <a:pt x="1928" y="4601"/>
                        <a:pt x="1928" y="4601"/>
                        <a:pt x="1928" y="4601"/>
                      </a:cubicBezTo>
                      <a:cubicBezTo>
                        <a:pt x="1840" y="4572"/>
                        <a:pt x="1840" y="4572"/>
                        <a:pt x="1840" y="4572"/>
                      </a:cubicBezTo>
                      <a:cubicBezTo>
                        <a:pt x="1767" y="4514"/>
                        <a:pt x="1767" y="4514"/>
                        <a:pt x="1767" y="4514"/>
                      </a:cubicBezTo>
                      <a:cubicBezTo>
                        <a:pt x="1709" y="4456"/>
                        <a:pt x="1709" y="4456"/>
                        <a:pt x="1709" y="4456"/>
                      </a:cubicBezTo>
                      <a:cubicBezTo>
                        <a:pt x="1709" y="4427"/>
                        <a:pt x="1709" y="4427"/>
                        <a:pt x="1709" y="4427"/>
                      </a:cubicBezTo>
                      <a:cubicBezTo>
                        <a:pt x="1636" y="4427"/>
                        <a:pt x="1636" y="4427"/>
                        <a:pt x="1636" y="4427"/>
                      </a:cubicBezTo>
                      <a:cubicBezTo>
                        <a:pt x="1533" y="4427"/>
                        <a:pt x="1533" y="4427"/>
                        <a:pt x="1533" y="4427"/>
                      </a:cubicBezTo>
                      <a:cubicBezTo>
                        <a:pt x="1475" y="4456"/>
                        <a:pt x="1475" y="4456"/>
                        <a:pt x="1475" y="4456"/>
                      </a:cubicBezTo>
                      <a:cubicBezTo>
                        <a:pt x="1548" y="4470"/>
                        <a:pt x="1548" y="4470"/>
                        <a:pt x="1548" y="4470"/>
                      </a:cubicBezTo>
                      <a:cubicBezTo>
                        <a:pt x="1592" y="4485"/>
                        <a:pt x="1592" y="4485"/>
                        <a:pt x="1592" y="4485"/>
                      </a:cubicBezTo>
                      <a:cubicBezTo>
                        <a:pt x="1592" y="4485"/>
                        <a:pt x="1650" y="4470"/>
                        <a:pt x="1650" y="4514"/>
                      </a:cubicBezTo>
                      <a:cubicBezTo>
                        <a:pt x="1650" y="4543"/>
                        <a:pt x="1621" y="4543"/>
                        <a:pt x="1650" y="4572"/>
                      </a:cubicBezTo>
                      <a:cubicBezTo>
                        <a:pt x="1665" y="4601"/>
                        <a:pt x="1723" y="4630"/>
                        <a:pt x="1723" y="4630"/>
                      </a:cubicBezTo>
                      <a:cubicBezTo>
                        <a:pt x="1723" y="4630"/>
                        <a:pt x="1753" y="4630"/>
                        <a:pt x="1767" y="4630"/>
                      </a:cubicBezTo>
                      <a:cubicBezTo>
                        <a:pt x="1782" y="4630"/>
                        <a:pt x="1796" y="4630"/>
                        <a:pt x="1796" y="4630"/>
                      </a:cubicBezTo>
                      <a:cubicBezTo>
                        <a:pt x="1826" y="4673"/>
                        <a:pt x="1826" y="4673"/>
                        <a:pt x="1826" y="4673"/>
                      </a:cubicBezTo>
                      <a:cubicBezTo>
                        <a:pt x="1826" y="4673"/>
                        <a:pt x="1811" y="4687"/>
                        <a:pt x="1840" y="4687"/>
                      </a:cubicBezTo>
                      <a:cubicBezTo>
                        <a:pt x="1855" y="4687"/>
                        <a:pt x="1928" y="4687"/>
                        <a:pt x="1928" y="4687"/>
                      </a:cubicBezTo>
                      <a:cubicBezTo>
                        <a:pt x="2001" y="4716"/>
                        <a:pt x="2001" y="4716"/>
                        <a:pt x="2001" y="4716"/>
                      </a:cubicBezTo>
                      <a:cubicBezTo>
                        <a:pt x="2001" y="4760"/>
                        <a:pt x="2001" y="4760"/>
                        <a:pt x="2001" y="4760"/>
                      </a:cubicBezTo>
                      <a:cubicBezTo>
                        <a:pt x="2001" y="4760"/>
                        <a:pt x="1986" y="4789"/>
                        <a:pt x="2015" y="4789"/>
                      </a:cubicBezTo>
                      <a:cubicBezTo>
                        <a:pt x="2030" y="4803"/>
                        <a:pt x="2088" y="4789"/>
                        <a:pt x="2088" y="4789"/>
                      </a:cubicBezTo>
                      <a:cubicBezTo>
                        <a:pt x="2088" y="4789"/>
                        <a:pt x="2074" y="4774"/>
                        <a:pt x="2103" y="4789"/>
                      </a:cubicBezTo>
                      <a:cubicBezTo>
                        <a:pt x="2118" y="4803"/>
                        <a:pt x="2132" y="4818"/>
                        <a:pt x="2132" y="4818"/>
                      </a:cubicBezTo>
                      <a:cubicBezTo>
                        <a:pt x="2132" y="4818"/>
                        <a:pt x="2147" y="4847"/>
                        <a:pt x="2147" y="4861"/>
                      </a:cubicBezTo>
                      <a:cubicBezTo>
                        <a:pt x="2147" y="4876"/>
                        <a:pt x="2161" y="4904"/>
                        <a:pt x="2161" y="4904"/>
                      </a:cubicBezTo>
                      <a:cubicBezTo>
                        <a:pt x="2161" y="4904"/>
                        <a:pt x="2118" y="4919"/>
                        <a:pt x="2191" y="4919"/>
                      </a:cubicBezTo>
                      <a:cubicBezTo>
                        <a:pt x="2264" y="4919"/>
                        <a:pt x="2264" y="4919"/>
                        <a:pt x="2264" y="4919"/>
                      </a:cubicBezTo>
                      <a:cubicBezTo>
                        <a:pt x="2322" y="4919"/>
                        <a:pt x="2322" y="4919"/>
                        <a:pt x="2322" y="4919"/>
                      </a:cubicBezTo>
                      <a:cubicBezTo>
                        <a:pt x="2381" y="4933"/>
                        <a:pt x="2381" y="4933"/>
                        <a:pt x="2381" y="4933"/>
                      </a:cubicBezTo>
                      <a:cubicBezTo>
                        <a:pt x="2483" y="4977"/>
                        <a:pt x="2483" y="4977"/>
                        <a:pt x="2483" y="4977"/>
                      </a:cubicBezTo>
                      <a:cubicBezTo>
                        <a:pt x="2585" y="5035"/>
                        <a:pt x="2585" y="5035"/>
                        <a:pt x="2585" y="5035"/>
                      </a:cubicBezTo>
                      <a:cubicBezTo>
                        <a:pt x="2585" y="5035"/>
                        <a:pt x="2570" y="5078"/>
                        <a:pt x="2600" y="5078"/>
                      </a:cubicBezTo>
                      <a:cubicBezTo>
                        <a:pt x="2614" y="5078"/>
                        <a:pt x="2673" y="5078"/>
                        <a:pt x="2673" y="5078"/>
                      </a:cubicBezTo>
                      <a:cubicBezTo>
                        <a:pt x="2716" y="5194"/>
                        <a:pt x="2716" y="5194"/>
                        <a:pt x="2716" y="5194"/>
                      </a:cubicBezTo>
                      <a:cubicBezTo>
                        <a:pt x="2643" y="5194"/>
                        <a:pt x="2643" y="5194"/>
                        <a:pt x="2643" y="5194"/>
                      </a:cubicBezTo>
                      <a:cubicBezTo>
                        <a:pt x="2687" y="5310"/>
                        <a:pt x="2687" y="5310"/>
                        <a:pt x="2687" y="5310"/>
                      </a:cubicBezTo>
                      <a:cubicBezTo>
                        <a:pt x="2716" y="5367"/>
                        <a:pt x="2716" y="5367"/>
                        <a:pt x="2716" y="5367"/>
                      </a:cubicBezTo>
                      <a:cubicBezTo>
                        <a:pt x="2702" y="5440"/>
                        <a:pt x="2702" y="5440"/>
                        <a:pt x="2702" y="5440"/>
                      </a:cubicBezTo>
                      <a:cubicBezTo>
                        <a:pt x="2658" y="5483"/>
                        <a:pt x="2658" y="5483"/>
                        <a:pt x="2658" y="5483"/>
                      </a:cubicBezTo>
                      <a:cubicBezTo>
                        <a:pt x="2658" y="5483"/>
                        <a:pt x="2658" y="5512"/>
                        <a:pt x="2658" y="5512"/>
                      </a:cubicBezTo>
                      <a:cubicBezTo>
                        <a:pt x="2658" y="5527"/>
                        <a:pt x="2687" y="5527"/>
                        <a:pt x="2687" y="5527"/>
                      </a:cubicBezTo>
                      <a:cubicBezTo>
                        <a:pt x="2687" y="5527"/>
                        <a:pt x="2716" y="5556"/>
                        <a:pt x="2716" y="5570"/>
                      </a:cubicBezTo>
                      <a:cubicBezTo>
                        <a:pt x="2716" y="5584"/>
                        <a:pt x="2760" y="5599"/>
                        <a:pt x="2760" y="5613"/>
                      </a:cubicBezTo>
                      <a:cubicBezTo>
                        <a:pt x="2775" y="5628"/>
                        <a:pt x="2819" y="5671"/>
                        <a:pt x="2819" y="5671"/>
                      </a:cubicBezTo>
                      <a:cubicBezTo>
                        <a:pt x="2833" y="5700"/>
                        <a:pt x="2833" y="5700"/>
                        <a:pt x="2833" y="5700"/>
                      </a:cubicBezTo>
                      <a:cubicBezTo>
                        <a:pt x="2892" y="5729"/>
                        <a:pt x="2892" y="5729"/>
                        <a:pt x="2892" y="5729"/>
                      </a:cubicBezTo>
                      <a:cubicBezTo>
                        <a:pt x="2892" y="5729"/>
                        <a:pt x="2892" y="5729"/>
                        <a:pt x="2892" y="5744"/>
                      </a:cubicBezTo>
                      <a:cubicBezTo>
                        <a:pt x="2892" y="5773"/>
                        <a:pt x="2921" y="5801"/>
                        <a:pt x="2921" y="5801"/>
                      </a:cubicBezTo>
                      <a:cubicBezTo>
                        <a:pt x="2979" y="5845"/>
                        <a:pt x="2979" y="5845"/>
                        <a:pt x="2979" y="5845"/>
                      </a:cubicBezTo>
                      <a:cubicBezTo>
                        <a:pt x="2979" y="5845"/>
                        <a:pt x="2979" y="5830"/>
                        <a:pt x="2979" y="5859"/>
                      </a:cubicBezTo>
                      <a:cubicBezTo>
                        <a:pt x="2979" y="5888"/>
                        <a:pt x="2979" y="5932"/>
                        <a:pt x="2979" y="5932"/>
                      </a:cubicBezTo>
                      <a:cubicBezTo>
                        <a:pt x="3038" y="5932"/>
                        <a:pt x="3038" y="5932"/>
                        <a:pt x="3038" y="5932"/>
                      </a:cubicBezTo>
                      <a:cubicBezTo>
                        <a:pt x="3023" y="5990"/>
                        <a:pt x="3023" y="5990"/>
                        <a:pt x="3023" y="5990"/>
                      </a:cubicBezTo>
                      <a:cubicBezTo>
                        <a:pt x="3023" y="5990"/>
                        <a:pt x="2994" y="5990"/>
                        <a:pt x="3023" y="6033"/>
                      </a:cubicBezTo>
                      <a:cubicBezTo>
                        <a:pt x="3052" y="6062"/>
                        <a:pt x="3052" y="6091"/>
                        <a:pt x="3052" y="6091"/>
                      </a:cubicBezTo>
                      <a:cubicBezTo>
                        <a:pt x="3155" y="6163"/>
                        <a:pt x="3155" y="6163"/>
                        <a:pt x="3155" y="6163"/>
                      </a:cubicBezTo>
                      <a:cubicBezTo>
                        <a:pt x="3213" y="6163"/>
                        <a:pt x="3213" y="6163"/>
                        <a:pt x="3213" y="6163"/>
                      </a:cubicBezTo>
                      <a:cubicBezTo>
                        <a:pt x="3271" y="6149"/>
                        <a:pt x="3271" y="6149"/>
                        <a:pt x="3271" y="6149"/>
                      </a:cubicBezTo>
                      <a:cubicBezTo>
                        <a:pt x="3301" y="6091"/>
                        <a:pt x="3301" y="6091"/>
                        <a:pt x="3301" y="6091"/>
                      </a:cubicBezTo>
                      <a:cubicBezTo>
                        <a:pt x="3301" y="6091"/>
                        <a:pt x="3344" y="6091"/>
                        <a:pt x="3388" y="6105"/>
                      </a:cubicBezTo>
                      <a:cubicBezTo>
                        <a:pt x="3417" y="6120"/>
                        <a:pt x="3476" y="6105"/>
                        <a:pt x="3476" y="6105"/>
                      </a:cubicBezTo>
                      <a:cubicBezTo>
                        <a:pt x="3476" y="6105"/>
                        <a:pt x="3476" y="6105"/>
                        <a:pt x="3476" y="6134"/>
                      </a:cubicBezTo>
                      <a:cubicBezTo>
                        <a:pt x="3490" y="6163"/>
                        <a:pt x="3520" y="6149"/>
                        <a:pt x="3520" y="6149"/>
                      </a:cubicBezTo>
                      <a:cubicBezTo>
                        <a:pt x="3520" y="6149"/>
                        <a:pt x="3563" y="6149"/>
                        <a:pt x="3563" y="6163"/>
                      </a:cubicBezTo>
                      <a:cubicBezTo>
                        <a:pt x="3563" y="6178"/>
                        <a:pt x="3593" y="6192"/>
                        <a:pt x="3607" y="6221"/>
                      </a:cubicBezTo>
                      <a:cubicBezTo>
                        <a:pt x="3622" y="6250"/>
                        <a:pt x="3622" y="6235"/>
                        <a:pt x="3637" y="6250"/>
                      </a:cubicBezTo>
                      <a:cubicBezTo>
                        <a:pt x="3637" y="6264"/>
                        <a:pt x="3578" y="6279"/>
                        <a:pt x="3651" y="6279"/>
                      </a:cubicBezTo>
                      <a:cubicBezTo>
                        <a:pt x="3710" y="6293"/>
                        <a:pt x="3856" y="6308"/>
                        <a:pt x="3856" y="6308"/>
                      </a:cubicBezTo>
                      <a:cubicBezTo>
                        <a:pt x="3856" y="6308"/>
                        <a:pt x="3943" y="6279"/>
                        <a:pt x="3987" y="6279"/>
                      </a:cubicBezTo>
                      <a:cubicBezTo>
                        <a:pt x="4031" y="6279"/>
                        <a:pt x="4031" y="6293"/>
                        <a:pt x="4031" y="6293"/>
                      </a:cubicBezTo>
                      <a:cubicBezTo>
                        <a:pt x="4075" y="6293"/>
                        <a:pt x="4075" y="6293"/>
                        <a:pt x="4075" y="6293"/>
                      </a:cubicBezTo>
                      <a:cubicBezTo>
                        <a:pt x="4075" y="6293"/>
                        <a:pt x="4104" y="6279"/>
                        <a:pt x="4104" y="6264"/>
                      </a:cubicBezTo>
                      <a:cubicBezTo>
                        <a:pt x="4104" y="6250"/>
                        <a:pt x="4118" y="6207"/>
                        <a:pt x="4118" y="6207"/>
                      </a:cubicBezTo>
                      <a:cubicBezTo>
                        <a:pt x="4118" y="6207"/>
                        <a:pt x="4104" y="6178"/>
                        <a:pt x="4133" y="6178"/>
                      </a:cubicBezTo>
                      <a:cubicBezTo>
                        <a:pt x="4162" y="6178"/>
                        <a:pt x="4177" y="6163"/>
                        <a:pt x="4177" y="6163"/>
                      </a:cubicBezTo>
                      <a:cubicBezTo>
                        <a:pt x="4221" y="6134"/>
                        <a:pt x="4221" y="6134"/>
                        <a:pt x="4221" y="6134"/>
                      </a:cubicBezTo>
                      <a:cubicBezTo>
                        <a:pt x="4206" y="6018"/>
                        <a:pt x="4206" y="6018"/>
                        <a:pt x="4206" y="6018"/>
                      </a:cubicBezTo>
                      <a:cubicBezTo>
                        <a:pt x="4206" y="6018"/>
                        <a:pt x="4206" y="5975"/>
                        <a:pt x="4191" y="5961"/>
                      </a:cubicBezTo>
                      <a:cubicBezTo>
                        <a:pt x="4162" y="5946"/>
                        <a:pt x="4118" y="5903"/>
                        <a:pt x="4118" y="5903"/>
                      </a:cubicBezTo>
                      <a:cubicBezTo>
                        <a:pt x="4104" y="5859"/>
                        <a:pt x="4104" y="5859"/>
                        <a:pt x="4104" y="5859"/>
                      </a:cubicBezTo>
                      <a:cubicBezTo>
                        <a:pt x="4045" y="5816"/>
                        <a:pt x="4045" y="5816"/>
                        <a:pt x="4045" y="5816"/>
                      </a:cubicBezTo>
                      <a:cubicBezTo>
                        <a:pt x="4045" y="5816"/>
                        <a:pt x="4031" y="5787"/>
                        <a:pt x="4016" y="5787"/>
                      </a:cubicBezTo>
                      <a:cubicBezTo>
                        <a:pt x="4002" y="5801"/>
                        <a:pt x="4016" y="5801"/>
                        <a:pt x="3987" y="5845"/>
                      </a:cubicBezTo>
                      <a:cubicBezTo>
                        <a:pt x="3958" y="5874"/>
                        <a:pt x="3914" y="5888"/>
                        <a:pt x="3914" y="5888"/>
                      </a:cubicBezTo>
                      <a:cubicBezTo>
                        <a:pt x="3826" y="5917"/>
                        <a:pt x="3826" y="5917"/>
                        <a:pt x="3826" y="5917"/>
                      </a:cubicBezTo>
                      <a:cubicBezTo>
                        <a:pt x="3826" y="5917"/>
                        <a:pt x="3768" y="5888"/>
                        <a:pt x="3753" y="5859"/>
                      </a:cubicBezTo>
                      <a:cubicBezTo>
                        <a:pt x="3739" y="5845"/>
                        <a:pt x="3637" y="5758"/>
                        <a:pt x="3637" y="5758"/>
                      </a:cubicBezTo>
                      <a:cubicBezTo>
                        <a:pt x="3637" y="5758"/>
                        <a:pt x="3578" y="5715"/>
                        <a:pt x="3563" y="5715"/>
                      </a:cubicBezTo>
                      <a:cubicBezTo>
                        <a:pt x="3534" y="5715"/>
                        <a:pt x="3505" y="5715"/>
                        <a:pt x="3505" y="5715"/>
                      </a:cubicBezTo>
                      <a:cubicBezTo>
                        <a:pt x="3461" y="5642"/>
                        <a:pt x="3461" y="5642"/>
                        <a:pt x="3461" y="5642"/>
                      </a:cubicBezTo>
                      <a:cubicBezTo>
                        <a:pt x="3447" y="5628"/>
                        <a:pt x="3447" y="5628"/>
                        <a:pt x="3447" y="5628"/>
                      </a:cubicBezTo>
                      <a:cubicBezTo>
                        <a:pt x="3447" y="5628"/>
                        <a:pt x="3403" y="5584"/>
                        <a:pt x="3432" y="5584"/>
                      </a:cubicBezTo>
                      <a:cubicBezTo>
                        <a:pt x="3476" y="5584"/>
                        <a:pt x="3490" y="5541"/>
                        <a:pt x="3490" y="5541"/>
                      </a:cubicBezTo>
                      <a:cubicBezTo>
                        <a:pt x="3490" y="5498"/>
                        <a:pt x="3490" y="5498"/>
                        <a:pt x="3490" y="5498"/>
                      </a:cubicBezTo>
                      <a:cubicBezTo>
                        <a:pt x="3490" y="5469"/>
                        <a:pt x="3490" y="5469"/>
                        <a:pt x="3490" y="5469"/>
                      </a:cubicBezTo>
                      <a:cubicBezTo>
                        <a:pt x="3476" y="5396"/>
                        <a:pt x="3476" y="5396"/>
                        <a:pt x="3476" y="5396"/>
                      </a:cubicBezTo>
                      <a:cubicBezTo>
                        <a:pt x="3476" y="5396"/>
                        <a:pt x="3461" y="5324"/>
                        <a:pt x="3476" y="5310"/>
                      </a:cubicBezTo>
                      <a:cubicBezTo>
                        <a:pt x="3505" y="5310"/>
                        <a:pt x="3593" y="5295"/>
                        <a:pt x="3593" y="5295"/>
                      </a:cubicBezTo>
                      <a:cubicBezTo>
                        <a:pt x="3593" y="5295"/>
                        <a:pt x="3637" y="5310"/>
                        <a:pt x="3680" y="5324"/>
                      </a:cubicBezTo>
                      <a:cubicBezTo>
                        <a:pt x="3710" y="5324"/>
                        <a:pt x="3739" y="5339"/>
                        <a:pt x="3739" y="5339"/>
                      </a:cubicBezTo>
                      <a:cubicBezTo>
                        <a:pt x="3739" y="5339"/>
                        <a:pt x="3826" y="5382"/>
                        <a:pt x="3841" y="5396"/>
                      </a:cubicBezTo>
                      <a:cubicBezTo>
                        <a:pt x="3841" y="5411"/>
                        <a:pt x="3870" y="5425"/>
                        <a:pt x="3899" y="5440"/>
                      </a:cubicBezTo>
                      <a:cubicBezTo>
                        <a:pt x="3943" y="5469"/>
                        <a:pt x="4031" y="5440"/>
                        <a:pt x="4031" y="5440"/>
                      </a:cubicBezTo>
                      <a:cubicBezTo>
                        <a:pt x="4031" y="5440"/>
                        <a:pt x="4075" y="5425"/>
                        <a:pt x="4104" y="5425"/>
                      </a:cubicBezTo>
                      <a:cubicBezTo>
                        <a:pt x="4118" y="5425"/>
                        <a:pt x="4250" y="5425"/>
                        <a:pt x="4250" y="5425"/>
                      </a:cubicBezTo>
                      <a:cubicBezTo>
                        <a:pt x="4250" y="5425"/>
                        <a:pt x="4308" y="5425"/>
                        <a:pt x="4323" y="5425"/>
                      </a:cubicBezTo>
                      <a:cubicBezTo>
                        <a:pt x="4338" y="5425"/>
                        <a:pt x="4396" y="5425"/>
                        <a:pt x="4396" y="5425"/>
                      </a:cubicBezTo>
                      <a:cubicBezTo>
                        <a:pt x="4513" y="5454"/>
                        <a:pt x="4513" y="5454"/>
                        <a:pt x="4513" y="5454"/>
                      </a:cubicBezTo>
                      <a:cubicBezTo>
                        <a:pt x="4600" y="5411"/>
                        <a:pt x="4600" y="5411"/>
                        <a:pt x="4600" y="5411"/>
                      </a:cubicBezTo>
                      <a:cubicBezTo>
                        <a:pt x="4600" y="5411"/>
                        <a:pt x="4600" y="5339"/>
                        <a:pt x="4630" y="5339"/>
                      </a:cubicBezTo>
                      <a:cubicBezTo>
                        <a:pt x="4644" y="5339"/>
                        <a:pt x="4673" y="5339"/>
                        <a:pt x="4703" y="5339"/>
                      </a:cubicBezTo>
                      <a:cubicBezTo>
                        <a:pt x="4732" y="5353"/>
                        <a:pt x="4819" y="5324"/>
                        <a:pt x="4819" y="5324"/>
                      </a:cubicBezTo>
                      <a:cubicBezTo>
                        <a:pt x="4732" y="5208"/>
                        <a:pt x="4732" y="5208"/>
                        <a:pt x="4732" y="5208"/>
                      </a:cubicBezTo>
                      <a:cubicBezTo>
                        <a:pt x="4732" y="5208"/>
                        <a:pt x="4732" y="5208"/>
                        <a:pt x="4703" y="5150"/>
                      </a:cubicBezTo>
                      <a:cubicBezTo>
                        <a:pt x="4688" y="5093"/>
                        <a:pt x="4644" y="5035"/>
                        <a:pt x="4644" y="5035"/>
                      </a:cubicBezTo>
                      <a:cubicBezTo>
                        <a:pt x="4644" y="5035"/>
                        <a:pt x="4586" y="5020"/>
                        <a:pt x="4542" y="5006"/>
                      </a:cubicBezTo>
                      <a:cubicBezTo>
                        <a:pt x="4498" y="4991"/>
                        <a:pt x="4527" y="5006"/>
                        <a:pt x="4498" y="4977"/>
                      </a:cubicBezTo>
                      <a:cubicBezTo>
                        <a:pt x="4469" y="4962"/>
                        <a:pt x="4338" y="4890"/>
                        <a:pt x="4338" y="4890"/>
                      </a:cubicBezTo>
                      <a:cubicBezTo>
                        <a:pt x="4338" y="4890"/>
                        <a:pt x="4279" y="4876"/>
                        <a:pt x="4265" y="4847"/>
                      </a:cubicBezTo>
                      <a:cubicBezTo>
                        <a:pt x="4250" y="4803"/>
                        <a:pt x="4265" y="4673"/>
                        <a:pt x="4265" y="4673"/>
                      </a:cubicBezTo>
                      <a:cubicBezTo>
                        <a:pt x="4279" y="4601"/>
                        <a:pt x="4279" y="4601"/>
                        <a:pt x="4279" y="4601"/>
                      </a:cubicBezTo>
                      <a:cubicBezTo>
                        <a:pt x="4352" y="4456"/>
                        <a:pt x="4352" y="4456"/>
                        <a:pt x="4352" y="4456"/>
                      </a:cubicBezTo>
                      <a:cubicBezTo>
                        <a:pt x="4381" y="4326"/>
                        <a:pt x="4381" y="4326"/>
                        <a:pt x="4381" y="4326"/>
                      </a:cubicBezTo>
                      <a:cubicBezTo>
                        <a:pt x="4527" y="4152"/>
                        <a:pt x="4527" y="4152"/>
                        <a:pt x="4527" y="4152"/>
                      </a:cubicBezTo>
                      <a:cubicBezTo>
                        <a:pt x="4571" y="4022"/>
                        <a:pt x="4571" y="4022"/>
                        <a:pt x="4571" y="4022"/>
                      </a:cubicBezTo>
                      <a:cubicBezTo>
                        <a:pt x="4600" y="3892"/>
                        <a:pt x="4600" y="3892"/>
                        <a:pt x="4600" y="3892"/>
                      </a:cubicBezTo>
                      <a:cubicBezTo>
                        <a:pt x="4600" y="3762"/>
                        <a:pt x="4600" y="3762"/>
                        <a:pt x="4600" y="3762"/>
                      </a:cubicBezTo>
                      <a:cubicBezTo>
                        <a:pt x="4600" y="3660"/>
                        <a:pt x="4600" y="3660"/>
                        <a:pt x="4600" y="3660"/>
                      </a:cubicBezTo>
                      <a:cubicBezTo>
                        <a:pt x="4790" y="3660"/>
                        <a:pt x="4790" y="3660"/>
                        <a:pt x="4790" y="3660"/>
                      </a:cubicBezTo>
                      <a:cubicBezTo>
                        <a:pt x="4790" y="3704"/>
                        <a:pt x="4790" y="3704"/>
                        <a:pt x="4790" y="3704"/>
                      </a:cubicBezTo>
                      <a:cubicBezTo>
                        <a:pt x="4790" y="3704"/>
                        <a:pt x="4819" y="3646"/>
                        <a:pt x="4834" y="3646"/>
                      </a:cubicBezTo>
                      <a:cubicBezTo>
                        <a:pt x="4849" y="3646"/>
                        <a:pt x="4966" y="3573"/>
                        <a:pt x="4966" y="3573"/>
                      </a:cubicBezTo>
                      <a:cubicBezTo>
                        <a:pt x="5009" y="3602"/>
                        <a:pt x="5009" y="3602"/>
                        <a:pt x="5009" y="3602"/>
                      </a:cubicBezTo>
                      <a:cubicBezTo>
                        <a:pt x="5126" y="3631"/>
                        <a:pt x="5126" y="3631"/>
                        <a:pt x="5126" y="3631"/>
                      </a:cubicBezTo>
                      <a:cubicBezTo>
                        <a:pt x="5126" y="3631"/>
                        <a:pt x="5170" y="3646"/>
                        <a:pt x="5155" y="3675"/>
                      </a:cubicBezTo>
                      <a:cubicBezTo>
                        <a:pt x="5141" y="3704"/>
                        <a:pt x="5141" y="3704"/>
                        <a:pt x="5155" y="3704"/>
                      </a:cubicBezTo>
                      <a:cubicBezTo>
                        <a:pt x="5170" y="3704"/>
                        <a:pt x="5228" y="3660"/>
                        <a:pt x="5228" y="3660"/>
                      </a:cubicBezTo>
                      <a:cubicBezTo>
                        <a:pt x="5331" y="3704"/>
                        <a:pt x="5331" y="3704"/>
                        <a:pt x="5331" y="3704"/>
                      </a:cubicBezTo>
                      <a:cubicBezTo>
                        <a:pt x="5243" y="3602"/>
                        <a:pt x="5243" y="3602"/>
                        <a:pt x="5243" y="3602"/>
                      </a:cubicBezTo>
                      <a:cubicBezTo>
                        <a:pt x="5243" y="3602"/>
                        <a:pt x="5228" y="3530"/>
                        <a:pt x="5228" y="3501"/>
                      </a:cubicBezTo>
                      <a:cubicBezTo>
                        <a:pt x="5228" y="3472"/>
                        <a:pt x="5214" y="3356"/>
                        <a:pt x="5214" y="3356"/>
                      </a:cubicBezTo>
                      <a:cubicBezTo>
                        <a:pt x="5199" y="3270"/>
                        <a:pt x="5199" y="3270"/>
                        <a:pt x="5199" y="3270"/>
                      </a:cubicBezTo>
                      <a:cubicBezTo>
                        <a:pt x="5170" y="3197"/>
                        <a:pt x="5170" y="3197"/>
                        <a:pt x="5170" y="3197"/>
                      </a:cubicBezTo>
                      <a:cubicBezTo>
                        <a:pt x="5126" y="3154"/>
                        <a:pt x="5126" y="3154"/>
                        <a:pt x="5126" y="3154"/>
                      </a:cubicBezTo>
                      <a:cubicBezTo>
                        <a:pt x="5112" y="3082"/>
                        <a:pt x="5112" y="3082"/>
                        <a:pt x="5112" y="3082"/>
                      </a:cubicBezTo>
                      <a:cubicBezTo>
                        <a:pt x="5082" y="3024"/>
                        <a:pt x="5082" y="3024"/>
                        <a:pt x="5082" y="3024"/>
                      </a:cubicBezTo>
                      <a:cubicBezTo>
                        <a:pt x="4980" y="2966"/>
                        <a:pt x="4980" y="2966"/>
                        <a:pt x="4980" y="2966"/>
                      </a:cubicBezTo>
                      <a:cubicBezTo>
                        <a:pt x="4907" y="2951"/>
                        <a:pt x="4907" y="2951"/>
                        <a:pt x="4907" y="2951"/>
                      </a:cubicBezTo>
                      <a:cubicBezTo>
                        <a:pt x="4849" y="2966"/>
                        <a:pt x="4849" y="2966"/>
                        <a:pt x="4849" y="2966"/>
                      </a:cubicBezTo>
                      <a:cubicBezTo>
                        <a:pt x="4790" y="2966"/>
                        <a:pt x="4790" y="2966"/>
                        <a:pt x="4790" y="2966"/>
                      </a:cubicBezTo>
                      <a:cubicBezTo>
                        <a:pt x="4746" y="2894"/>
                        <a:pt x="4746" y="2894"/>
                        <a:pt x="4746" y="2894"/>
                      </a:cubicBezTo>
                      <a:cubicBezTo>
                        <a:pt x="4746" y="2894"/>
                        <a:pt x="4732" y="2792"/>
                        <a:pt x="4732" y="2778"/>
                      </a:cubicBezTo>
                      <a:cubicBezTo>
                        <a:pt x="4732" y="2763"/>
                        <a:pt x="4703" y="2662"/>
                        <a:pt x="4703" y="2662"/>
                      </a:cubicBezTo>
                      <a:cubicBezTo>
                        <a:pt x="4688" y="2546"/>
                        <a:pt x="4688" y="2546"/>
                        <a:pt x="4688" y="2546"/>
                      </a:cubicBezTo>
                      <a:cubicBezTo>
                        <a:pt x="4644" y="2431"/>
                        <a:pt x="4644" y="2431"/>
                        <a:pt x="4644" y="2431"/>
                      </a:cubicBezTo>
                      <a:cubicBezTo>
                        <a:pt x="4644" y="2431"/>
                        <a:pt x="4615" y="2358"/>
                        <a:pt x="4600" y="2329"/>
                      </a:cubicBezTo>
                      <a:cubicBezTo>
                        <a:pt x="4586" y="2300"/>
                        <a:pt x="4557" y="2242"/>
                        <a:pt x="4557" y="2242"/>
                      </a:cubicBezTo>
                      <a:cubicBezTo>
                        <a:pt x="4527" y="2141"/>
                        <a:pt x="4527" y="2141"/>
                        <a:pt x="4527" y="2141"/>
                      </a:cubicBezTo>
                      <a:cubicBezTo>
                        <a:pt x="4411" y="2112"/>
                        <a:pt x="4411" y="2112"/>
                        <a:pt x="4411" y="2112"/>
                      </a:cubicBezTo>
                      <a:cubicBezTo>
                        <a:pt x="4221" y="2054"/>
                        <a:pt x="4221" y="2054"/>
                        <a:pt x="4221" y="2054"/>
                      </a:cubicBezTo>
                      <a:cubicBezTo>
                        <a:pt x="4118" y="2011"/>
                        <a:pt x="4118" y="2011"/>
                        <a:pt x="4118" y="2011"/>
                      </a:cubicBezTo>
                      <a:cubicBezTo>
                        <a:pt x="4133" y="1968"/>
                        <a:pt x="4133" y="1968"/>
                        <a:pt x="4133" y="1968"/>
                      </a:cubicBezTo>
                      <a:cubicBezTo>
                        <a:pt x="4191" y="1953"/>
                        <a:pt x="4191" y="1953"/>
                        <a:pt x="4191" y="1953"/>
                      </a:cubicBezTo>
                      <a:cubicBezTo>
                        <a:pt x="4191" y="1953"/>
                        <a:pt x="4221" y="1953"/>
                        <a:pt x="4250" y="1953"/>
                      </a:cubicBezTo>
                      <a:cubicBezTo>
                        <a:pt x="4294" y="1953"/>
                        <a:pt x="4323" y="1953"/>
                        <a:pt x="4352" y="1953"/>
                      </a:cubicBezTo>
                      <a:cubicBezTo>
                        <a:pt x="4381" y="1953"/>
                        <a:pt x="4425" y="1953"/>
                        <a:pt x="4425" y="1953"/>
                      </a:cubicBezTo>
                      <a:cubicBezTo>
                        <a:pt x="4484" y="1881"/>
                        <a:pt x="4484" y="1881"/>
                        <a:pt x="4484" y="1881"/>
                      </a:cubicBezTo>
                      <a:cubicBezTo>
                        <a:pt x="4703" y="1765"/>
                        <a:pt x="4703" y="1765"/>
                        <a:pt x="4703" y="1765"/>
                      </a:cubicBezTo>
                      <a:cubicBezTo>
                        <a:pt x="4805" y="1751"/>
                        <a:pt x="4805" y="1751"/>
                        <a:pt x="4805" y="1751"/>
                      </a:cubicBezTo>
                      <a:cubicBezTo>
                        <a:pt x="4907" y="1751"/>
                        <a:pt x="4907" y="1751"/>
                        <a:pt x="4907" y="1751"/>
                      </a:cubicBezTo>
                      <a:cubicBezTo>
                        <a:pt x="4907" y="1751"/>
                        <a:pt x="4907" y="1808"/>
                        <a:pt x="4936" y="1823"/>
                      </a:cubicBezTo>
                      <a:cubicBezTo>
                        <a:pt x="4966" y="1837"/>
                        <a:pt x="4980" y="1837"/>
                        <a:pt x="4995" y="1852"/>
                      </a:cubicBezTo>
                      <a:cubicBezTo>
                        <a:pt x="5024" y="1852"/>
                        <a:pt x="5112" y="1866"/>
                        <a:pt x="5112" y="1866"/>
                      </a:cubicBezTo>
                      <a:cubicBezTo>
                        <a:pt x="5170" y="1895"/>
                        <a:pt x="5170" y="1895"/>
                        <a:pt x="5170" y="1895"/>
                      </a:cubicBezTo>
                      <a:cubicBezTo>
                        <a:pt x="5228" y="1982"/>
                        <a:pt x="5228" y="1982"/>
                        <a:pt x="5228" y="1982"/>
                      </a:cubicBezTo>
                      <a:cubicBezTo>
                        <a:pt x="5331" y="2040"/>
                        <a:pt x="5331" y="2040"/>
                        <a:pt x="5331" y="2040"/>
                      </a:cubicBezTo>
                      <a:cubicBezTo>
                        <a:pt x="5331" y="2040"/>
                        <a:pt x="5345" y="2083"/>
                        <a:pt x="5331" y="2098"/>
                      </a:cubicBezTo>
                      <a:cubicBezTo>
                        <a:pt x="5316" y="2112"/>
                        <a:pt x="5331" y="2156"/>
                        <a:pt x="5272" y="2185"/>
                      </a:cubicBezTo>
                      <a:cubicBezTo>
                        <a:pt x="5214" y="2214"/>
                        <a:pt x="5141" y="2271"/>
                        <a:pt x="5126" y="2271"/>
                      </a:cubicBezTo>
                      <a:cubicBezTo>
                        <a:pt x="5112" y="2286"/>
                        <a:pt x="5068" y="2344"/>
                        <a:pt x="5068" y="2344"/>
                      </a:cubicBezTo>
                      <a:cubicBezTo>
                        <a:pt x="5039" y="2402"/>
                        <a:pt x="5039" y="2402"/>
                        <a:pt x="5039" y="2402"/>
                      </a:cubicBezTo>
                      <a:cubicBezTo>
                        <a:pt x="5053" y="2445"/>
                        <a:pt x="5053" y="2445"/>
                        <a:pt x="5053" y="2445"/>
                      </a:cubicBezTo>
                      <a:cubicBezTo>
                        <a:pt x="5053" y="2445"/>
                        <a:pt x="5053" y="2459"/>
                        <a:pt x="5053" y="2474"/>
                      </a:cubicBezTo>
                      <a:cubicBezTo>
                        <a:pt x="5039" y="2503"/>
                        <a:pt x="5024" y="2546"/>
                        <a:pt x="5024" y="2546"/>
                      </a:cubicBezTo>
                      <a:cubicBezTo>
                        <a:pt x="5039" y="2619"/>
                        <a:pt x="5039" y="2619"/>
                        <a:pt x="5039" y="2619"/>
                      </a:cubicBezTo>
                      <a:cubicBezTo>
                        <a:pt x="5039" y="2619"/>
                        <a:pt x="5053" y="2648"/>
                        <a:pt x="5068" y="2676"/>
                      </a:cubicBezTo>
                      <a:cubicBezTo>
                        <a:pt x="5068" y="2691"/>
                        <a:pt x="5199" y="2720"/>
                        <a:pt x="5199" y="2720"/>
                      </a:cubicBezTo>
                      <a:cubicBezTo>
                        <a:pt x="5331" y="2734"/>
                        <a:pt x="5331" y="2734"/>
                        <a:pt x="5331" y="2734"/>
                      </a:cubicBezTo>
                      <a:cubicBezTo>
                        <a:pt x="5433" y="2836"/>
                        <a:pt x="5433" y="2836"/>
                        <a:pt x="5433" y="2836"/>
                      </a:cubicBezTo>
                      <a:cubicBezTo>
                        <a:pt x="5520" y="2879"/>
                        <a:pt x="5520" y="2879"/>
                        <a:pt x="5520" y="2879"/>
                      </a:cubicBezTo>
                      <a:cubicBezTo>
                        <a:pt x="5623" y="2865"/>
                        <a:pt x="5623" y="2865"/>
                        <a:pt x="5623" y="2865"/>
                      </a:cubicBezTo>
                      <a:cubicBezTo>
                        <a:pt x="5725" y="2792"/>
                        <a:pt x="5725" y="2792"/>
                        <a:pt x="5725" y="2792"/>
                      </a:cubicBezTo>
                      <a:cubicBezTo>
                        <a:pt x="5798" y="2749"/>
                        <a:pt x="5798" y="2749"/>
                        <a:pt x="5798" y="2749"/>
                      </a:cubicBezTo>
                      <a:cubicBezTo>
                        <a:pt x="5798" y="2749"/>
                        <a:pt x="5842" y="2691"/>
                        <a:pt x="5856" y="2676"/>
                      </a:cubicBezTo>
                      <a:cubicBezTo>
                        <a:pt x="5871" y="2662"/>
                        <a:pt x="5915" y="2619"/>
                        <a:pt x="5915" y="2619"/>
                      </a:cubicBezTo>
                      <a:cubicBezTo>
                        <a:pt x="5915" y="2619"/>
                        <a:pt x="5944" y="2590"/>
                        <a:pt x="5944" y="2575"/>
                      </a:cubicBezTo>
                      <a:cubicBezTo>
                        <a:pt x="5944" y="2561"/>
                        <a:pt x="5929" y="2445"/>
                        <a:pt x="5929" y="2445"/>
                      </a:cubicBezTo>
                      <a:cubicBezTo>
                        <a:pt x="5900" y="2358"/>
                        <a:pt x="5900" y="2358"/>
                        <a:pt x="5900" y="2358"/>
                      </a:cubicBezTo>
                      <a:cubicBezTo>
                        <a:pt x="5856" y="2257"/>
                        <a:pt x="5856" y="2257"/>
                        <a:pt x="5856" y="2257"/>
                      </a:cubicBezTo>
                      <a:cubicBezTo>
                        <a:pt x="5856" y="2257"/>
                        <a:pt x="5827" y="2214"/>
                        <a:pt x="5827" y="2185"/>
                      </a:cubicBezTo>
                      <a:cubicBezTo>
                        <a:pt x="5827" y="2170"/>
                        <a:pt x="5813" y="2112"/>
                        <a:pt x="5813" y="2112"/>
                      </a:cubicBezTo>
                      <a:cubicBezTo>
                        <a:pt x="5754" y="2054"/>
                        <a:pt x="5754" y="2054"/>
                        <a:pt x="5754" y="2054"/>
                      </a:cubicBezTo>
                      <a:cubicBezTo>
                        <a:pt x="5783" y="1997"/>
                        <a:pt x="5783" y="1997"/>
                        <a:pt x="5783" y="1997"/>
                      </a:cubicBezTo>
                      <a:cubicBezTo>
                        <a:pt x="5813" y="1953"/>
                        <a:pt x="5813" y="1953"/>
                        <a:pt x="5813" y="1953"/>
                      </a:cubicBezTo>
                      <a:cubicBezTo>
                        <a:pt x="5886" y="1866"/>
                        <a:pt x="5886" y="1866"/>
                        <a:pt x="5886" y="1866"/>
                      </a:cubicBezTo>
                      <a:cubicBezTo>
                        <a:pt x="5915" y="1808"/>
                        <a:pt x="5915" y="1808"/>
                        <a:pt x="5915" y="1808"/>
                      </a:cubicBezTo>
                      <a:cubicBezTo>
                        <a:pt x="5856" y="1736"/>
                        <a:pt x="5856" y="1736"/>
                        <a:pt x="5856" y="1736"/>
                      </a:cubicBezTo>
                      <a:cubicBezTo>
                        <a:pt x="5813" y="1722"/>
                        <a:pt x="5813" y="1722"/>
                        <a:pt x="5813" y="1722"/>
                      </a:cubicBezTo>
                      <a:cubicBezTo>
                        <a:pt x="5900" y="1678"/>
                        <a:pt x="5900" y="1678"/>
                        <a:pt x="5900" y="1678"/>
                      </a:cubicBezTo>
                      <a:cubicBezTo>
                        <a:pt x="5959" y="1649"/>
                        <a:pt x="5959" y="1649"/>
                        <a:pt x="5959" y="1649"/>
                      </a:cubicBezTo>
                      <a:cubicBezTo>
                        <a:pt x="6032" y="1476"/>
                        <a:pt x="6032" y="1476"/>
                        <a:pt x="6032" y="1476"/>
                      </a:cubicBezTo>
                      <a:cubicBezTo>
                        <a:pt x="6075" y="1374"/>
                        <a:pt x="6075" y="1374"/>
                        <a:pt x="6075" y="1374"/>
                      </a:cubicBezTo>
                      <a:cubicBezTo>
                        <a:pt x="6134" y="1215"/>
                        <a:pt x="6134" y="1215"/>
                        <a:pt x="6134" y="1215"/>
                      </a:cubicBezTo>
                      <a:cubicBezTo>
                        <a:pt x="6134" y="1215"/>
                        <a:pt x="6163" y="1100"/>
                        <a:pt x="6163" y="1085"/>
                      </a:cubicBezTo>
                      <a:cubicBezTo>
                        <a:pt x="6163" y="1071"/>
                        <a:pt x="6207" y="1042"/>
                        <a:pt x="6207" y="1042"/>
                      </a:cubicBezTo>
                      <a:cubicBezTo>
                        <a:pt x="6265" y="969"/>
                        <a:pt x="6265" y="969"/>
                        <a:pt x="6265" y="969"/>
                      </a:cubicBezTo>
                      <a:cubicBezTo>
                        <a:pt x="6309" y="883"/>
                        <a:pt x="6309" y="883"/>
                        <a:pt x="6309" y="883"/>
                      </a:cubicBezTo>
                      <a:cubicBezTo>
                        <a:pt x="6338" y="825"/>
                        <a:pt x="6338" y="825"/>
                        <a:pt x="6338" y="825"/>
                      </a:cubicBezTo>
                      <a:cubicBezTo>
                        <a:pt x="6411" y="709"/>
                        <a:pt x="6411" y="709"/>
                        <a:pt x="6411" y="709"/>
                      </a:cubicBezTo>
                      <a:cubicBezTo>
                        <a:pt x="6470" y="738"/>
                        <a:pt x="6470" y="738"/>
                        <a:pt x="6470" y="738"/>
                      </a:cubicBezTo>
                      <a:cubicBezTo>
                        <a:pt x="6470" y="738"/>
                        <a:pt x="6499" y="767"/>
                        <a:pt x="6499" y="796"/>
                      </a:cubicBezTo>
                      <a:cubicBezTo>
                        <a:pt x="6499" y="825"/>
                        <a:pt x="6484" y="839"/>
                        <a:pt x="6499" y="839"/>
                      </a:cubicBezTo>
                      <a:cubicBezTo>
                        <a:pt x="6528" y="839"/>
                        <a:pt x="6514" y="839"/>
                        <a:pt x="6528" y="825"/>
                      </a:cubicBezTo>
                      <a:cubicBezTo>
                        <a:pt x="6557" y="796"/>
                        <a:pt x="6572" y="738"/>
                        <a:pt x="6572" y="723"/>
                      </a:cubicBezTo>
                      <a:cubicBezTo>
                        <a:pt x="6572" y="709"/>
                        <a:pt x="6601" y="709"/>
                        <a:pt x="6572" y="694"/>
                      </a:cubicBezTo>
                      <a:cubicBezTo>
                        <a:pt x="6528" y="680"/>
                        <a:pt x="6470" y="651"/>
                        <a:pt x="6470" y="651"/>
                      </a:cubicBezTo>
                      <a:cubicBezTo>
                        <a:pt x="6470" y="651"/>
                        <a:pt x="6411" y="637"/>
                        <a:pt x="6411" y="622"/>
                      </a:cubicBezTo>
                      <a:cubicBezTo>
                        <a:pt x="6426" y="608"/>
                        <a:pt x="6470" y="477"/>
                        <a:pt x="6470" y="477"/>
                      </a:cubicBezTo>
                      <a:cubicBezTo>
                        <a:pt x="6528" y="333"/>
                        <a:pt x="6528" y="333"/>
                        <a:pt x="6528" y="333"/>
                      </a:cubicBezTo>
                      <a:cubicBezTo>
                        <a:pt x="6528" y="246"/>
                        <a:pt x="6528" y="246"/>
                        <a:pt x="6528" y="246"/>
                      </a:cubicBezTo>
                      <a:cubicBezTo>
                        <a:pt x="6572" y="174"/>
                        <a:pt x="6572" y="174"/>
                        <a:pt x="6572" y="174"/>
                      </a:cubicBezTo>
                      <a:cubicBezTo>
                        <a:pt x="6616" y="116"/>
                        <a:pt x="6645" y="29"/>
                        <a:pt x="6718" y="0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cubicBezTo>
                        <a:pt x="21600" y="10648"/>
                        <a:pt x="21600" y="10648"/>
                        <a:pt x="21600" y="10648"/>
                      </a:cubicBezTo>
                      <a:cubicBezTo>
                        <a:pt x="21396" y="10720"/>
                        <a:pt x="21396" y="10720"/>
                        <a:pt x="21396" y="10720"/>
                      </a:cubicBezTo>
                      <a:cubicBezTo>
                        <a:pt x="21366" y="10720"/>
                        <a:pt x="20957" y="10663"/>
                        <a:pt x="20972" y="10793"/>
                      </a:cubicBezTo>
                      <a:cubicBezTo>
                        <a:pt x="20987" y="10865"/>
                        <a:pt x="21060" y="10880"/>
                        <a:pt x="21060" y="10880"/>
                      </a:cubicBezTo>
                      <a:cubicBezTo>
                        <a:pt x="21249" y="11053"/>
                        <a:pt x="21249" y="11053"/>
                        <a:pt x="21249" y="11053"/>
                      </a:cubicBezTo>
                      <a:cubicBezTo>
                        <a:pt x="21235" y="11154"/>
                        <a:pt x="21235" y="11154"/>
                        <a:pt x="21235" y="11154"/>
                      </a:cubicBezTo>
                      <a:cubicBezTo>
                        <a:pt x="21352" y="11183"/>
                        <a:pt x="21352" y="11183"/>
                        <a:pt x="21352" y="11183"/>
                      </a:cubicBezTo>
                      <a:cubicBezTo>
                        <a:pt x="21600" y="11183"/>
                        <a:pt x="21600" y="11183"/>
                        <a:pt x="21600" y="11183"/>
                      </a:cubicBezTo>
                      <a:cubicBezTo>
                        <a:pt x="21600" y="11357"/>
                        <a:pt x="21600" y="11357"/>
                        <a:pt x="21600" y="11357"/>
                      </a:cubicBezTo>
                      <a:cubicBezTo>
                        <a:pt x="21454" y="11371"/>
                        <a:pt x="21293" y="11400"/>
                        <a:pt x="21264" y="11415"/>
                      </a:cubicBezTo>
                      <a:cubicBezTo>
                        <a:pt x="21103" y="11588"/>
                        <a:pt x="21103" y="11588"/>
                        <a:pt x="21103" y="11588"/>
                      </a:cubicBezTo>
                      <a:cubicBezTo>
                        <a:pt x="21293" y="11834"/>
                        <a:pt x="21293" y="11834"/>
                        <a:pt x="21293" y="11834"/>
                      </a:cubicBezTo>
                      <a:cubicBezTo>
                        <a:pt x="21279" y="11994"/>
                        <a:pt x="21279" y="11994"/>
                        <a:pt x="21279" y="11994"/>
                      </a:cubicBezTo>
                      <a:cubicBezTo>
                        <a:pt x="21118" y="12109"/>
                        <a:pt x="21118" y="12109"/>
                        <a:pt x="21118" y="12109"/>
                      </a:cubicBezTo>
                      <a:cubicBezTo>
                        <a:pt x="21249" y="12240"/>
                        <a:pt x="21249" y="12240"/>
                        <a:pt x="21249" y="12240"/>
                      </a:cubicBezTo>
                      <a:cubicBezTo>
                        <a:pt x="21483" y="12240"/>
                        <a:pt x="21483" y="12240"/>
                        <a:pt x="21483" y="12240"/>
                      </a:cubicBezTo>
                      <a:cubicBezTo>
                        <a:pt x="21600" y="12326"/>
                        <a:pt x="21600" y="12326"/>
                        <a:pt x="21600" y="12326"/>
                      </a:cubicBezTo>
                      <a:cubicBezTo>
                        <a:pt x="21600" y="13006"/>
                        <a:pt x="21600" y="13006"/>
                        <a:pt x="21600" y="13006"/>
                      </a:cubicBezTo>
                      <a:cubicBezTo>
                        <a:pt x="21556" y="13006"/>
                        <a:pt x="21498" y="13021"/>
                        <a:pt x="21425" y="13021"/>
                      </a:cubicBezTo>
                      <a:cubicBezTo>
                        <a:pt x="21323" y="13194"/>
                        <a:pt x="21323" y="13194"/>
                        <a:pt x="21323" y="13194"/>
                      </a:cubicBezTo>
                      <a:cubicBezTo>
                        <a:pt x="20578" y="13064"/>
                        <a:pt x="20578" y="13064"/>
                        <a:pt x="20578" y="13064"/>
                      </a:cubicBezTo>
                      <a:cubicBezTo>
                        <a:pt x="20329" y="12919"/>
                        <a:pt x="20329" y="12919"/>
                        <a:pt x="20329" y="12919"/>
                      </a:cubicBezTo>
                      <a:cubicBezTo>
                        <a:pt x="20140" y="13050"/>
                        <a:pt x="20183" y="12992"/>
                        <a:pt x="20023" y="13165"/>
                      </a:cubicBezTo>
                      <a:cubicBezTo>
                        <a:pt x="19585" y="13050"/>
                        <a:pt x="19585" y="13050"/>
                        <a:pt x="19585" y="13050"/>
                      </a:cubicBezTo>
                      <a:cubicBezTo>
                        <a:pt x="19307" y="13180"/>
                        <a:pt x="19307" y="13180"/>
                        <a:pt x="19307" y="13180"/>
                      </a:cubicBezTo>
                      <a:cubicBezTo>
                        <a:pt x="18986" y="13498"/>
                        <a:pt x="18986" y="13498"/>
                        <a:pt x="18986" y="13498"/>
                      </a:cubicBezTo>
                      <a:cubicBezTo>
                        <a:pt x="18445" y="13469"/>
                        <a:pt x="18445" y="13469"/>
                        <a:pt x="18445" y="13469"/>
                      </a:cubicBezTo>
                      <a:cubicBezTo>
                        <a:pt x="18329" y="13310"/>
                        <a:pt x="18329" y="13310"/>
                        <a:pt x="18329" y="13310"/>
                      </a:cubicBezTo>
                      <a:cubicBezTo>
                        <a:pt x="18299" y="13455"/>
                        <a:pt x="18299" y="13455"/>
                        <a:pt x="18299" y="13455"/>
                      </a:cubicBezTo>
                      <a:cubicBezTo>
                        <a:pt x="18416" y="13599"/>
                        <a:pt x="18416" y="13599"/>
                        <a:pt x="18416" y="13599"/>
                      </a:cubicBezTo>
                      <a:cubicBezTo>
                        <a:pt x="18212" y="13701"/>
                        <a:pt x="18212" y="13701"/>
                        <a:pt x="18212" y="13701"/>
                      </a:cubicBezTo>
                      <a:cubicBezTo>
                        <a:pt x="18139" y="13498"/>
                        <a:pt x="18139" y="13498"/>
                        <a:pt x="18139" y="13498"/>
                      </a:cubicBezTo>
                      <a:cubicBezTo>
                        <a:pt x="17963" y="13281"/>
                        <a:pt x="17963" y="13281"/>
                        <a:pt x="17963" y="13281"/>
                      </a:cubicBezTo>
                      <a:cubicBezTo>
                        <a:pt x="17701" y="13223"/>
                        <a:pt x="17701" y="13223"/>
                        <a:pt x="17701" y="13223"/>
                      </a:cubicBezTo>
                      <a:cubicBezTo>
                        <a:pt x="17555" y="13122"/>
                        <a:pt x="17555" y="13122"/>
                        <a:pt x="17555" y="13122"/>
                      </a:cubicBezTo>
                      <a:cubicBezTo>
                        <a:pt x="17525" y="13108"/>
                        <a:pt x="16985" y="13165"/>
                        <a:pt x="16883" y="13180"/>
                      </a:cubicBezTo>
                      <a:cubicBezTo>
                        <a:pt x="16751" y="13093"/>
                        <a:pt x="16737" y="13093"/>
                        <a:pt x="16591" y="13021"/>
                      </a:cubicBezTo>
                      <a:cubicBezTo>
                        <a:pt x="16445" y="13137"/>
                        <a:pt x="16445" y="13137"/>
                        <a:pt x="16445" y="13137"/>
                      </a:cubicBezTo>
                      <a:cubicBezTo>
                        <a:pt x="16445" y="13137"/>
                        <a:pt x="16372" y="13267"/>
                        <a:pt x="16255" y="13267"/>
                      </a:cubicBezTo>
                      <a:cubicBezTo>
                        <a:pt x="16123" y="13267"/>
                        <a:pt x="16138" y="13093"/>
                        <a:pt x="16138" y="13093"/>
                      </a:cubicBezTo>
                      <a:cubicBezTo>
                        <a:pt x="15948" y="13122"/>
                        <a:pt x="15948" y="13122"/>
                        <a:pt x="15948" y="13122"/>
                      </a:cubicBezTo>
                      <a:cubicBezTo>
                        <a:pt x="15700" y="13469"/>
                        <a:pt x="15700" y="13469"/>
                        <a:pt x="15700" y="13469"/>
                      </a:cubicBezTo>
                      <a:cubicBezTo>
                        <a:pt x="15393" y="13730"/>
                        <a:pt x="15393" y="13730"/>
                        <a:pt x="15393" y="13730"/>
                      </a:cubicBezTo>
                      <a:cubicBezTo>
                        <a:pt x="15218" y="13990"/>
                        <a:pt x="15218" y="13990"/>
                        <a:pt x="15218" y="13990"/>
                      </a:cubicBezTo>
                      <a:cubicBezTo>
                        <a:pt x="14882" y="14120"/>
                        <a:pt x="14882" y="14120"/>
                        <a:pt x="14882" y="14120"/>
                      </a:cubicBezTo>
                      <a:cubicBezTo>
                        <a:pt x="14897" y="14236"/>
                        <a:pt x="14897" y="14236"/>
                        <a:pt x="14897" y="14236"/>
                      </a:cubicBezTo>
                      <a:cubicBezTo>
                        <a:pt x="15232" y="14525"/>
                        <a:pt x="15232" y="14525"/>
                        <a:pt x="15232" y="14525"/>
                      </a:cubicBezTo>
                      <a:cubicBezTo>
                        <a:pt x="14999" y="14685"/>
                        <a:pt x="14999" y="14685"/>
                        <a:pt x="14999" y="14685"/>
                      </a:cubicBezTo>
                      <a:cubicBezTo>
                        <a:pt x="14648" y="14323"/>
                        <a:pt x="14780" y="14598"/>
                        <a:pt x="14342" y="14265"/>
                      </a:cubicBezTo>
                      <a:cubicBezTo>
                        <a:pt x="14269" y="14525"/>
                        <a:pt x="14254" y="14453"/>
                        <a:pt x="14298" y="14670"/>
                      </a:cubicBezTo>
                      <a:cubicBezTo>
                        <a:pt x="14108" y="14800"/>
                        <a:pt x="14108" y="14800"/>
                        <a:pt x="14108" y="14800"/>
                      </a:cubicBezTo>
                      <a:cubicBezTo>
                        <a:pt x="14210" y="15191"/>
                        <a:pt x="14137" y="15061"/>
                        <a:pt x="14385" y="15321"/>
                      </a:cubicBezTo>
                      <a:cubicBezTo>
                        <a:pt x="14239" y="15625"/>
                        <a:pt x="14269" y="15495"/>
                        <a:pt x="14283" y="15856"/>
                      </a:cubicBezTo>
                      <a:cubicBezTo>
                        <a:pt x="14619" y="15958"/>
                        <a:pt x="14619" y="15958"/>
                        <a:pt x="14619" y="15958"/>
                      </a:cubicBezTo>
                      <a:cubicBezTo>
                        <a:pt x="14707" y="16160"/>
                        <a:pt x="14707" y="16160"/>
                        <a:pt x="14707" y="16160"/>
                      </a:cubicBezTo>
                      <a:cubicBezTo>
                        <a:pt x="14926" y="16261"/>
                        <a:pt x="14926" y="16261"/>
                        <a:pt x="14926" y="16261"/>
                      </a:cubicBezTo>
                      <a:cubicBezTo>
                        <a:pt x="15145" y="16117"/>
                        <a:pt x="15145" y="16117"/>
                        <a:pt x="15145" y="16117"/>
                      </a:cubicBezTo>
                      <a:cubicBezTo>
                        <a:pt x="15466" y="16276"/>
                        <a:pt x="15466" y="16276"/>
                        <a:pt x="15466" y="16276"/>
                      </a:cubicBezTo>
                      <a:cubicBezTo>
                        <a:pt x="15890" y="16594"/>
                        <a:pt x="15890" y="16594"/>
                        <a:pt x="15890" y="16594"/>
                      </a:cubicBezTo>
                      <a:cubicBezTo>
                        <a:pt x="16138" y="16898"/>
                        <a:pt x="16138" y="16898"/>
                        <a:pt x="16138" y="16898"/>
                      </a:cubicBezTo>
                      <a:cubicBezTo>
                        <a:pt x="15992" y="16782"/>
                        <a:pt x="15992" y="16782"/>
                        <a:pt x="15992" y="16782"/>
                      </a:cubicBezTo>
                      <a:cubicBezTo>
                        <a:pt x="15904" y="16826"/>
                        <a:pt x="15904" y="16826"/>
                        <a:pt x="15904" y="16826"/>
                      </a:cubicBezTo>
                      <a:cubicBezTo>
                        <a:pt x="15963" y="16927"/>
                        <a:pt x="15963" y="16927"/>
                        <a:pt x="15963" y="16927"/>
                      </a:cubicBezTo>
                      <a:cubicBezTo>
                        <a:pt x="16269" y="17014"/>
                        <a:pt x="16269" y="17014"/>
                        <a:pt x="16269" y="17014"/>
                      </a:cubicBezTo>
                      <a:cubicBezTo>
                        <a:pt x="16255" y="17245"/>
                        <a:pt x="16255" y="17245"/>
                        <a:pt x="16255" y="17245"/>
                      </a:cubicBezTo>
                      <a:cubicBezTo>
                        <a:pt x="16021" y="18113"/>
                        <a:pt x="16021" y="18113"/>
                        <a:pt x="16021" y="18113"/>
                      </a:cubicBezTo>
                      <a:cubicBezTo>
                        <a:pt x="15831" y="18518"/>
                        <a:pt x="15831" y="18518"/>
                        <a:pt x="15831" y="18518"/>
                      </a:cubicBezTo>
                      <a:cubicBezTo>
                        <a:pt x="15787" y="18764"/>
                        <a:pt x="15787" y="18764"/>
                        <a:pt x="15787" y="18764"/>
                      </a:cubicBezTo>
                      <a:cubicBezTo>
                        <a:pt x="15758" y="19010"/>
                        <a:pt x="15758" y="19010"/>
                        <a:pt x="15758" y="19010"/>
                      </a:cubicBezTo>
                      <a:cubicBezTo>
                        <a:pt x="15817" y="19213"/>
                        <a:pt x="15817" y="19213"/>
                        <a:pt x="15817" y="19213"/>
                      </a:cubicBezTo>
                      <a:cubicBezTo>
                        <a:pt x="15817" y="19213"/>
                        <a:pt x="15817" y="19271"/>
                        <a:pt x="15875" y="19329"/>
                      </a:cubicBezTo>
                      <a:cubicBezTo>
                        <a:pt x="15933" y="19386"/>
                        <a:pt x="15948" y="19444"/>
                        <a:pt x="16021" y="19502"/>
                      </a:cubicBezTo>
                      <a:cubicBezTo>
                        <a:pt x="16094" y="19546"/>
                        <a:pt x="16065" y="19575"/>
                        <a:pt x="16328" y="19589"/>
                      </a:cubicBezTo>
                      <a:cubicBezTo>
                        <a:pt x="16576" y="19618"/>
                        <a:pt x="16342" y="19734"/>
                        <a:pt x="16357" y="19777"/>
                      </a:cubicBezTo>
                      <a:cubicBezTo>
                        <a:pt x="16372" y="19806"/>
                        <a:pt x="16386" y="20009"/>
                        <a:pt x="16488" y="20211"/>
                      </a:cubicBezTo>
                      <a:cubicBezTo>
                        <a:pt x="16591" y="20414"/>
                        <a:pt x="16649" y="20385"/>
                        <a:pt x="16810" y="20472"/>
                      </a:cubicBezTo>
                      <a:cubicBezTo>
                        <a:pt x="16970" y="20544"/>
                        <a:pt x="16897" y="20573"/>
                        <a:pt x="17000" y="20775"/>
                      </a:cubicBezTo>
                      <a:cubicBezTo>
                        <a:pt x="17102" y="20963"/>
                        <a:pt x="17350" y="20877"/>
                        <a:pt x="17394" y="20877"/>
                      </a:cubicBezTo>
                      <a:cubicBezTo>
                        <a:pt x="17423" y="20877"/>
                        <a:pt x="17452" y="20920"/>
                        <a:pt x="17496" y="20978"/>
                      </a:cubicBezTo>
                      <a:cubicBezTo>
                        <a:pt x="17496" y="20978"/>
                        <a:pt x="17496" y="20978"/>
                        <a:pt x="17496" y="20978"/>
                      </a:cubicBezTo>
                      <a:cubicBezTo>
                        <a:pt x="17496" y="20978"/>
                        <a:pt x="17409" y="21065"/>
                        <a:pt x="17379" y="21079"/>
                      </a:cubicBezTo>
                      <a:cubicBezTo>
                        <a:pt x="17365" y="21094"/>
                        <a:pt x="17350" y="21108"/>
                        <a:pt x="17335" y="21123"/>
                      </a:cubicBezTo>
                      <a:cubicBezTo>
                        <a:pt x="17321" y="21152"/>
                        <a:pt x="17365" y="21166"/>
                        <a:pt x="17335" y="21180"/>
                      </a:cubicBezTo>
                      <a:cubicBezTo>
                        <a:pt x="17306" y="21195"/>
                        <a:pt x="17277" y="21253"/>
                        <a:pt x="17277" y="21282"/>
                      </a:cubicBezTo>
                      <a:cubicBezTo>
                        <a:pt x="17292" y="21311"/>
                        <a:pt x="17262" y="21354"/>
                        <a:pt x="17262" y="21354"/>
                      </a:cubicBezTo>
                      <a:cubicBezTo>
                        <a:pt x="17262" y="21354"/>
                        <a:pt x="17204" y="21426"/>
                        <a:pt x="17131" y="21426"/>
                      </a:cubicBezTo>
                      <a:cubicBezTo>
                        <a:pt x="17073" y="21441"/>
                        <a:pt x="17029" y="21412"/>
                        <a:pt x="16970" y="21397"/>
                      </a:cubicBezTo>
                      <a:cubicBezTo>
                        <a:pt x="16912" y="21383"/>
                        <a:pt x="16912" y="21383"/>
                        <a:pt x="16912" y="21383"/>
                      </a:cubicBezTo>
                      <a:cubicBezTo>
                        <a:pt x="16912" y="21383"/>
                        <a:pt x="16868" y="21383"/>
                        <a:pt x="16810" y="21369"/>
                      </a:cubicBezTo>
                      <a:cubicBezTo>
                        <a:pt x="16751" y="21340"/>
                        <a:pt x="16795" y="21340"/>
                        <a:pt x="16795" y="21340"/>
                      </a:cubicBezTo>
                      <a:cubicBezTo>
                        <a:pt x="16737" y="21282"/>
                        <a:pt x="16737" y="21282"/>
                        <a:pt x="16737" y="21282"/>
                      </a:cubicBezTo>
                      <a:cubicBezTo>
                        <a:pt x="16678" y="21209"/>
                        <a:pt x="16678" y="21209"/>
                        <a:pt x="16678" y="21209"/>
                      </a:cubicBezTo>
                      <a:cubicBezTo>
                        <a:pt x="16678" y="21209"/>
                        <a:pt x="16664" y="21195"/>
                        <a:pt x="16664" y="21166"/>
                      </a:cubicBezTo>
                      <a:cubicBezTo>
                        <a:pt x="16649" y="21137"/>
                        <a:pt x="16649" y="21166"/>
                        <a:pt x="16620" y="21166"/>
                      </a:cubicBezTo>
                      <a:cubicBezTo>
                        <a:pt x="16591" y="21166"/>
                        <a:pt x="16576" y="21180"/>
                        <a:pt x="16547" y="21166"/>
                      </a:cubicBezTo>
                      <a:cubicBezTo>
                        <a:pt x="16532" y="21152"/>
                        <a:pt x="16532" y="21137"/>
                        <a:pt x="16532" y="21123"/>
                      </a:cubicBezTo>
                      <a:cubicBezTo>
                        <a:pt x="16532" y="21108"/>
                        <a:pt x="16488" y="21079"/>
                        <a:pt x="16445" y="21079"/>
                      </a:cubicBezTo>
                      <a:cubicBezTo>
                        <a:pt x="16401" y="21065"/>
                        <a:pt x="16415" y="21036"/>
                        <a:pt x="16357" y="21036"/>
                      </a:cubicBezTo>
                      <a:cubicBezTo>
                        <a:pt x="16299" y="21036"/>
                        <a:pt x="16342" y="20992"/>
                        <a:pt x="16342" y="20963"/>
                      </a:cubicBezTo>
                      <a:cubicBezTo>
                        <a:pt x="16328" y="20949"/>
                        <a:pt x="16284" y="20992"/>
                        <a:pt x="16269" y="21007"/>
                      </a:cubicBezTo>
                      <a:cubicBezTo>
                        <a:pt x="16255" y="21021"/>
                        <a:pt x="16240" y="21050"/>
                        <a:pt x="16211" y="21050"/>
                      </a:cubicBezTo>
                      <a:cubicBezTo>
                        <a:pt x="16196" y="21065"/>
                        <a:pt x="16182" y="20978"/>
                        <a:pt x="16182" y="20978"/>
                      </a:cubicBezTo>
                      <a:cubicBezTo>
                        <a:pt x="16182" y="20978"/>
                        <a:pt x="16182" y="20978"/>
                        <a:pt x="16123" y="20978"/>
                      </a:cubicBezTo>
                      <a:cubicBezTo>
                        <a:pt x="16050" y="20978"/>
                        <a:pt x="16094" y="21007"/>
                        <a:pt x="16094" y="21007"/>
                      </a:cubicBezTo>
                      <a:cubicBezTo>
                        <a:pt x="16050" y="21108"/>
                        <a:pt x="16050" y="21108"/>
                        <a:pt x="16050" y="21108"/>
                      </a:cubicBezTo>
                      <a:cubicBezTo>
                        <a:pt x="15977" y="21166"/>
                        <a:pt x="15977" y="21166"/>
                        <a:pt x="15977" y="21166"/>
                      </a:cubicBezTo>
                      <a:cubicBezTo>
                        <a:pt x="15977" y="21166"/>
                        <a:pt x="15992" y="21209"/>
                        <a:pt x="16006" y="21238"/>
                      </a:cubicBezTo>
                      <a:cubicBezTo>
                        <a:pt x="16006" y="21267"/>
                        <a:pt x="16050" y="21282"/>
                        <a:pt x="16050" y="21282"/>
                      </a:cubicBezTo>
                      <a:cubicBezTo>
                        <a:pt x="16050" y="21282"/>
                        <a:pt x="16094" y="21311"/>
                        <a:pt x="16138" y="21340"/>
                      </a:cubicBezTo>
                      <a:cubicBezTo>
                        <a:pt x="16182" y="21369"/>
                        <a:pt x="16167" y="21369"/>
                        <a:pt x="16196" y="21369"/>
                      </a:cubicBezTo>
                      <a:cubicBezTo>
                        <a:pt x="16226" y="21383"/>
                        <a:pt x="16269" y="21397"/>
                        <a:pt x="16328" y="21426"/>
                      </a:cubicBezTo>
                      <a:cubicBezTo>
                        <a:pt x="16386" y="21441"/>
                        <a:pt x="16357" y="21426"/>
                        <a:pt x="16445" y="21499"/>
                      </a:cubicBezTo>
                      <a:cubicBezTo>
                        <a:pt x="16518" y="21557"/>
                        <a:pt x="16430" y="21499"/>
                        <a:pt x="16415" y="21542"/>
                      </a:cubicBezTo>
                      <a:cubicBezTo>
                        <a:pt x="16401" y="21600"/>
                        <a:pt x="16313" y="21484"/>
                        <a:pt x="16255" y="21513"/>
                      </a:cubicBezTo>
                      <a:cubicBezTo>
                        <a:pt x="16196" y="21528"/>
                        <a:pt x="16182" y="21484"/>
                        <a:pt x="16138" y="21499"/>
                      </a:cubicBezTo>
                      <a:cubicBezTo>
                        <a:pt x="16138" y="21499"/>
                        <a:pt x="16138" y="21499"/>
                        <a:pt x="16138" y="21499"/>
                      </a:cubicBezTo>
                      <a:cubicBezTo>
                        <a:pt x="16123" y="21499"/>
                        <a:pt x="16123" y="21499"/>
                        <a:pt x="16123" y="21499"/>
                      </a:cubicBezTo>
                      <a:cubicBezTo>
                        <a:pt x="16123" y="21484"/>
                        <a:pt x="16109" y="21470"/>
                        <a:pt x="16109" y="21455"/>
                      </a:cubicBezTo>
                      <a:cubicBezTo>
                        <a:pt x="16094" y="21441"/>
                        <a:pt x="16021" y="21441"/>
                        <a:pt x="16021" y="21441"/>
                      </a:cubicBezTo>
                      <a:cubicBezTo>
                        <a:pt x="15963" y="21426"/>
                        <a:pt x="15963" y="21426"/>
                        <a:pt x="15963" y="21426"/>
                      </a:cubicBezTo>
                      <a:cubicBezTo>
                        <a:pt x="15919" y="21412"/>
                        <a:pt x="15919" y="21412"/>
                        <a:pt x="15919" y="21412"/>
                      </a:cubicBezTo>
                      <a:cubicBezTo>
                        <a:pt x="15875" y="21340"/>
                        <a:pt x="15875" y="21340"/>
                        <a:pt x="15875" y="21340"/>
                      </a:cubicBezTo>
                      <a:cubicBezTo>
                        <a:pt x="15831" y="21311"/>
                        <a:pt x="15831" y="21311"/>
                        <a:pt x="15831" y="21311"/>
                      </a:cubicBezTo>
                      <a:cubicBezTo>
                        <a:pt x="15787" y="21253"/>
                        <a:pt x="15787" y="21253"/>
                        <a:pt x="15787" y="21253"/>
                      </a:cubicBezTo>
                      <a:cubicBezTo>
                        <a:pt x="15802" y="21224"/>
                        <a:pt x="15802" y="21224"/>
                        <a:pt x="15802" y="21224"/>
                      </a:cubicBezTo>
                      <a:cubicBezTo>
                        <a:pt x="15846" y="21166"/>
                        <a:pt x="15846" y="21166"/>
                        <a:pt x="15846" y="21166"/>
                      </a:cubicBezTo>
                      <a:cubicBezTo>
                        <a:pt x="15846" y="21166"/>
                        <a:pt x="15860" y="21166"/>
                        <a:pt x="15875" y="21137"/>
                      </a:cubicBezTo>
                      <a:cubicBezTo>
                        <a:pt x="15904" y="21094"/>
                        <a:pt x="15875" y="21094"/>
                        <a:pt x="15875" y="21094"/>
                      </a:cubicBezTo>
                      <a:cubicBezTo>
                        <a:pt x="15875" y="21094"/>
                        <a:pt x="15817" y="21065"/>
                        <a:pt x="15787" y="21050"/>
                      </a:cubicBezTo>
                      <a:cubicBezTo>
                        <a:pt x="15758" y="21036"/>
                        <a:pt x="15714" y="21079"/>
                        <a:pt x="15714" y="21079"/>
                      </a:cubicBezTo>
                      <a:cubicBezTo>
                        <a:pt x="15627" y="21065"/>
                        <a:pt x="15627" y="21065"/>
                        <a:pt x="15627" y="21065"/>
                      </a:cubicBezTo>
                      <a:cubicBezTo>
                        <a:pt x="15554" y="21065"/>
                        <a:pt x="15554" y="21065"/>
                        <a:pt x="15554" y="21065"/>
                      </a:cubicBezTo>
                      <a:cubicBezTo>
                        <a:pt x="15495" y="21007"/>
                        <a:pt x="15495" y="21007"/>
                        <a:pt x="15495" y="21007"/>
                      </a:cubicBezTo>
                      <a:cubicBezTo>
                        <a:pt x="15393" y="20978"/>
                        <a:pt x="15393" y="20978"/>
                        <a:pt x="15393" y="20978"/>
                      </a:cubicBezTo>
                      <a:cubicBezTo>
                        <a:pt x="15335" y="20949"/>
                        <a:pt x="15335" y="20949"/>
                        <a:pt x="15335" y="20949"/>
                      </a:cubicBezTo>
                      <a:cubicBezTo>
                        <a:pt x="15335" y="20949"/>
                        <a:pt x="15335" y="20833"/>
                        <a:pt x="15335" y="20819"/>
                      </a:cubicBezTo>
                      <a:cubicBezTo>
                        <a:pt x="15335" y="20790"/>
                        <a:pt x="15335" y="20746"/>
                        <a:pt x="15335" y="20746"/>
                      </a:cubicBezTo>
                      <a:cubicBezTo>
                        <a:pt x="15335" y="20746"/>
                        <a:pt x="15247" y="20732"/>
                        <a:pt x="15203" y="20746"/>
                      </a:cubicBezTo>
                      <a:cubicBezTo>
                        <a:pt x="15174" y="20761"/>
                        <a:pt x="15130" y="20746"/>
                        <a:pt x="15130" y="20746"/>
                      </a:cubicBezTo>
                      <a:cubicBezTo>
                        <a:pt x="15130" y="20746"/>
                        <a:pt x="15013" y="20732"/>
                        <a:pt x="14999" y="20703"/>
                      </a:cubicBezTo>
                      <a:cubicBezTo>
                        <a:pt x="14999" y="20674"/>
                        <a:pt x="14999" y="20689"/>
                        <a:pt x="14984" y="20689"/>
                      </a:cubicBezTo>
                      <a:cubicBezTo>
                        <a:pt x="14955" y="20689"/>
                        <a:pt x="14867" y="20689"/>
                        <a:pt x="14867" y="20689"/>
                      </a:cubicBezTo>
                      <a:cubicBezTo>
                        <a:pt x="14780" y="20660"/>
                        <a:pt x="14780" y="20660"/>
                        <a:pt x="14780" y="20660"/>
                      </a:cubicBezTo>
                      <a:cubicBezTo>
                        <a:pt x="14780" y="20790"/>
                        <a:pt x="14780" y="20790"/>
                        <a:pt x="14780" y="20790"/>
                      </a:cubicBezTo>
                      <a:cubicBezTo>
                        <a:pt x="14765" y="20761"/>
                        <a:pt x="14765" y="20761"/>
                        <a:pt x="14765" y="20761"/>
                      </a:cubicBezTo>
                      <a:cubicBezTo>
                        <a:pt x="14619" y="20746"/>
                        <a:pt x="14619" y="20746"/>
                        <a:pt x="14619" y="20746"/>
                      </a:cubicBezTo>
                      <a:cubicBezTo>
                        <a:pt x="14531" y="20790"/>
                        <a:pt x="14531" y="20790"/>
                        <a:pt x="14531" y="20790"/>
                      </a:cubicBezTo>
                      <a:cubicBezTo>
                        <a:pt x="14458" y="20819"/>
                        <a:pt x="14458" y="20819"/>
                        <a:pt x="14458" y="20819"/>
                      </a:cubicBezTo>
                      <a:cubicBezTo>
                        <a:pt x="14458" y="20862"/>
                        <a:pt x="14458" y="20862"/>
                        <a:pt x="14458" y="20862"/>
                      </a:cubicBezTo>
                      <a:cubicBezTo>
                        <a:pt x="14429" y="20906"/>
                        <a:pt x="14429" y="20906"/>
                        <a:pt x="14429" y="20906"/>
                      </a:cubicBezTo>
                      <a:cubicBezTo>
                        <a:pt x="14429" y="20906"/>
                        <a:pt x="14385" y="20920"/>
                        <a:pt x="14356" y="20920"/>
                      </a:cubicBezTo>
                      <a:cubicBezTo>
                        <a:pt x="14356" y="20934"/>
                        <a:pt x="14342" y="20963"/>
                        <a:pt x="14342" y="20978"/>
                      </a:cubicBezTo>
                      <a:cubicBezTo>
                        <a:pt x="14327" y="20992"/>
                        <a:pt x="14298" y="20992"/>
                        <a:pt x="14298" y="20992"/>
                      </a:cubicBezTo>
                      <a:cubicBezTo>
                        <a:pt x="14239" y="20978"/>
                        <a:pt x="14239" y="20978"/>
                        <a:pt x="14239" y="20978"/>
                      </a:cubicBezTo>
                      <a:cubicBezTo>
                        <a:pt x="14196" y="20978"/>
                        <a:pt x="14196" y="20978"/>
                        <a:pt x="14196" y="20978"/>
                      </a:cubicBezTo>
                      <a:cubicBezTo>
                        <a:pt x="14166" y="20949"/>
                        <a:pt x="14166" y="20949"/>
                        <a:pt x="14166" y="20949"/>
                      </a:cubicBezTo>
                      <a:cubicBezTo>
                        <a:pt x="14196" y="20891"/>
                        <a:pt x="14196" y="20891"/>
                        <a:pt x="14196" y="20891"/>
                      </a:cubicBezTo>
                      <a:cubicBezTo>
                        <a:pt x="14196" y="20862"/>
                        <a:pt x="14196" y="20862"/>
                        <a:pt x="14196" y="20862"/>
                      </a:cubicBezTo>
                      <a:cubicBezTo>
                        <a:pt x="14196" y="20862"/>
                        <a:pt x="14196" y="20862"/>
                        <a:pt x="14196" y="20862"/>
                      </a:cubicBezTo>
                      <a:cubicBezTo>
                        <a:pt x="14196" y="20862"/>
                        <a:pt x="14196" y="20862"/>
                        <a:pt x="14196" y="20862"/>
                      </a:cubicBezTo>
                      <a:cubicBezTo>
                        <a:pt x="14108" y="20862"/>
                        <a:pt x="14108" y="20862"/>
                        <a:pt x="14108" y="20862"/>
                      </a:cubicBezTo>
                      <a:cubicBezTo>
                        <a:pt x="14020" y="20833"/>
                        <a:pt x="14020" y="20833"/>
                        <a:pt x="14020" y="20833"/>
                      </a:cubicBezTo>
                      <a:cubicBezTo>
                        <a:pt x="13830" y="20819"/>
                        <a:pt x="13830" y="20819"/>
                        <a:pt x="13830" y="20819"/>
                      </a:cubicBezTo>
                      <a:cubicBezTo>
                        <a:pt x="13714" y="20790"/>
                        <a:pt x="13714" y="20790"/>
                        <a:pt x="13714" y="20790"/>
                      </a:cubicBezTo>
                      <a:cubicBezTo>
                        <a:pt x="13641" y="20717"/>
                        <a:pt x="13641" y="20717"/>
                        <a:pt x="13641" y="20717"/>
                      </a:cubicBezTo>
                      <a:cubicBezTo>
                        <a:pt x="13524" y="20689"/>
                        <a:pt x="13524" y="20689"/>
                        <a:pt x="13524" y="20689"/>
                      </a:cubicBezTo>
                      <a:cubicBezTo>
                        <a:pt x="13422" y="20761"/>
                        <a:pt x="13422" y="20761"/>
                        <a:pt x="13422" y="20761"/>
                      </a:cubicBezTo>
                      <a:cubicBezTo>
                        <a:pt x="13422" y="20761"/>
                        <a:pt x="13319" y="20717"/>
                        <a:pt x="13275" y="20717"/>
                      </a:cubicBezTo>
                      <a:cubicBezTo>
                        <a:pt x="13246" y="20732"/>
                        <a:pt x="13188" y="20746"/>
                        <a:pt x="13173" y="20761"/>
                      </a:cubicBezTo>
                      <a:cubicBezTo>
                        <a:pt x="13159" y="20761"/>
                        <a:pt x="13159" y="20775"/>
                        <a:pt x="13144" y="20775"/>
                      </a:cubicBezTo>
                      <a:cubicBezTo>
                        <a:pt x="13144" y="20775"/>
                        <a:pt x="13144" y="20775"/>
                        <a:pt x="13144" y="20775"/>
                      </a:cubicBezTo>
                      <a:cubicBezTo>
                        <a:pt x="13144" y="20775"/>
                        <a:pt x="13144" y="20775"/>
                        <a:pt x="13144" y="20775"/>
                      </a:cubicBezTo>
                      <a:cubicBezTo>
                        <a:pt x="13144" y="20775"/>
                        <a:pt x="13144" y="20775"/>
                        <a:pt x="13144" y="20775"/>
                      </a:cubicBezTo>
                      <a:cubicBezTo>
                        <a:pt x="13144" y="20790"/>
                        <a:pt x="13144" y="20790"/>
                        <a:pt x="13144" y="20790"/>
                      </a:cubicBezTo>
                      <a:cubicBezTo>
                        <a:pt x="13144" y="20790"/>
                        <a:pt x="13144" y="20790"/>
                        <a:pt x="13144" y="20790"/>
                      </a:cubicBezTo>
                      <a:cubicBezTo>
                        <a:pt x="13144" y="20790"/>
                        <a:pt x="13144" y="20790"/>
                        <a:pt x="13144" y="20790"/>
                      </a:cubicBezTo>
                      <a:cubicBezTo>
                        <a:pt x="13144" y="20790"/>
                        <a:pt x="13144" y="20790"/>
                        <a:pt x="13144" y="20790"/>
                      </a:cubicBezTo>
                      <a:cubicBezTo>
                        <a:pt x="13144" y="20790"/>
                        <a:pt x="13144" y="20790"/>
                        <a:pt x="13144" y="20790"/>
                      </a:cubicBezTo>
                      <a:cubicBezTo>
                        <a:pt x="13144" y="20790"/>
                        <a:pt x="13144" y="20790"/>
                        <a:pt x="13144" y="20790"/>
                      </a:cubicBezTo>
                      <a:cubicBezTo>
                        <a:pt x="13129" y="20790"/>
                        <a:pt x="13129" y="20790"/>
                        <a:pt x="13129" y="20790"/>
                      </a:cubicBezTo>
                      <a:cubicBezTo>
                        <a:pt x="13129" y="20790"/>
                        <a:pt x="13129" y="20790"/>
                        <a:pt x="13129" y="20790"/>
                      </a:cubicBezTo>
                      <a:cubicBezTo>
                        <a:pt x="13129" y="20790"/>
                        <a:pt x="13129" y="20790"/>
                        <a:pt x="13129" y="20790"/>
                      </a:cubicBezTo>
                      <a:cubicBezTo>
                        <a:pt x="13129" y="20790"/>
                        <a:pt x="13129" y="20790"/>
                        <a:pt x="13129" y="20790"/>
                      </a:cubicBezTo>
                      <a:cubicBezTo>
                        <a:pt x="13129" y="20790"/>
                        <a:pt x="13129" y="20790"/>
                        <a:pt x="13129" y="20790"/>
                      </a:cubicBezTo>
                      <a:cubicBezTo>
                        <a:pt x="13129" y="20790"/>
                        <a:pt x="13129" y="20790"/>
                        <a:pt x="13129" y="20790"/>
                      </a:cubicBezTo>
                      <a:cubicBezTo>
                        <a:pt x="13129" y="20790"/>
                        <a:pt x="13129" y="20790"/>
                        <a:pt x="13129" y="20790"/>
                      </a:cubicBezTo>
                      <a:cubicBezTo>
                        <a:pt x="13129" y="20804"/>
                        <a:pt x="13129" y="20804"/>
                        <a:pt x="13129" y="20804"/>
                      </a:cubicBezTo>
                      <a:cubicBezTo>
                        <a:pt x="13129" y="20804"/>
                        <a:pt x="13129" y="20804"/>
                        <a:pt x="13129" y="20804"/>
                      </a:cubicBezTo>
                      <a:cubicBezTo>
                        <a:pt x="13129" y="20804"/>
                        <a:pt x="13129" y="20804"/>
                        <a:pt x="13129" y="20804"/>
                      </a:cubicBezTo>
                      <a:cubicBezTo>
                        <a:pt x="13129" y="20804"/>
                        <a:pt x="13129" y="20804"/>
                        <a:pt x="13129" y="20804"/>
                      </a:cubicBezTo>
                      <a:cubicBezTo>
                        <a:pt x="13129" y="20804"/>
                        <a:pt x="13129" y="20804"/>
                        <a:pt x="13129" y="20804"/>
                      </a:cubicBezTo>
                      <a:cubicBezTo>
                        <a:pt x="13129" y="20804"/>
                        <a:pt x="13129" y="20804"/>
                        <a:pt x="13129" y="20804"/>
                      </a:cubicBezTo>
                      <a:cubicBezTo>
                        <a:pt x="13129" y="20804"/>
                        <a:pt x="13129" y="20804"/>
                        <a:pt x="13129" y="20804"/>
                      </a:cubicBezTo>
                      <a:cubicBezTo>
                        <a:pt x="13129" y="20804"/>
                        <a:pt x="13129" y="20804"/>
                        <a:pt x="13129" y="20804"/>
                      </a:cubicBezTo>
                      <a:cubicBezTo>
                        <a:pt x="13129" y="20804"/>
                        <a:pt x="13129" y="20804"/>
                        <a:pt x="13129" y="20804"/>
                      </a:cubicBezTo>
                      <a:cubicBezTo>
                        <a:pt x="13129" y="20804"/>
                        <a:pt x="13129" y="20804"/>
                        <a:pt x="13129" y="20804"/>
                      </a:cubicBezTo>
                      <a:cubicBezTo>
                        <a:pt x="13129" y="20804"/>
                        <a:pt x="13129" y="20804"/>
                        <a:pt x="13129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115" y="20804"/>
                        <a:pt x="13115" y="20804"/>
                        <a:pt x="13115" y="20804"/>
                      </a:cubicBezTo>
                      <a:cubicBezTo>
                        <a:pt x="13086" y="20819"/>
                        <a:pt x="13056" y="20804"/>
                        <a:pt x="13027" y="20804"/>
                      </a:cubicBezTo>
                      <a:cubicBezTo>
                        <a:pt x="13013" y="20819"/>
                        <a:pt x="12998" y="20833"/>
                        <a:pt x="12969" y="20833"/>
                      </a:cubicBezTo>
                      <a:cubicBezTo>
                        <a:pt x="12940" y="20833"/>
                        <a:pt x="12925" y="20819"/>
                        <a:pt x="12896" y="20819"/>
                      </a:cubicBezTo>
                      <a:cubicBezTo>
                        <a:pt x="12881" y="20833"/>
                        <a:pt x="12867" y="20848"/>
                        <a:pt x="12837" y="20848"/>
                      </a:cubicBezTo>
                      <a:cubicBezTo>
                        <a:pt x="12808" y="20848"/>
                        <a:pt x="12794" y="20819"/>
                        <a:pt x="12794" y="20819"/>
                      </a:cubicBezTo>
                      <a:cubicBezTo>
                        <a:pt x="12750" y="20819"/>
                        <a:pt x="12750" y="20819"/>
                        <a:pt x="12750" y="20819"/>
                      </a:cubicBezTo>
                      <a:cubicBezTo>
                        <a:pt x="12706" y="20775"/>
                        <a:pt x="12706" y="20775"/>
                        <a:pt x="12706" y="20775"/>
                      </a:cubicBezTo>
                      <a:cubicBezTo>
                        <a:pt x="12706" y="20775"/>
                        <a:pt x="12691" y="20804"/>
                        <a:pt x="12647" y="20804"/>
                      </a:cubicBezTo>
                      <a:cubicBezTo>
                        <a:pt x="12618" y="20790"/>
                        <a:pt x="12589" y="20775"/>
                        <a:pt x="12560" y="20790"/>
                      </a:cubicBezTo>
                      <a:cubicBezTo>
                        <a:pt x="12531" y="20790"/>
                        <a:pt x="12487" y="20804"/>
                        <a:pt x="12487" y="20804"/>
                      </a:cubicBezTo>
                      <a:cubicBezTo>
                        <a:pt x="12370" y="20761"/>
                        <a:pt x="12370" y="20761"/>
                        <a:pt x="12370" y="20761"/>
                      </a:cubicBezTo>
                      <a:cubicBezTo>
                        <a:pt x="12297" y="20746"/>
                        <a:pt x="12297" y="20746"/>
                        <a:pt x="12297" y="20746"/>
                      </a:cubicBezTo>
                      <a:cubicBezTo>
                        <a:pt x="12239" y="20732"/>
                        <a:pt x="12239" y="20732"/>
                        <a:pt x="12239" y="20732"/>
                      </a:cubicBezTo>
                      <a:cubicBezTo>
                        <a:pt x="12209" y="20775"/>
                        <a:pt x="12209" y="20775"/>
                        <a:pt x="12209" y="20775"/>
                      </a:cubicBezTo>
                      <a:cubicBezTo>
                        <a:pt x="12136" y="20775"/>
                        <a:pt x="12136" y="20775"/>
                        <a:pt x="12136" y="20775"/>
                      </a:cubicBezTo>
                      <a:cubicBezTo>
                        <a:pt x="12136" y="20775"/>
                        <a:pt x="12049" y="20746"/>
                        <a:pt x="11990" y="20761"/>
                      </a:cubicBezTo>
                      <a:cubicBezTo>
                        <a:pt x="11976" y="20761"/>
                        <a:pt x="11932" y="20804"/>
                        <a:pt x="11917" y="20804"/>
                      </a:cubicBezTo>
                      <a:cubicBezTo>
                        <a:pt x="11903" y="20819"/>
                        <a:pt x="11961" y="20862"/>
                        <a:pt x="11932" y="20862"/>
                      </a:cubicBezTo>
                      <a:cubicBezTo>
                        <a:pt x="11494" y="20819"/>
                        <a:pt x="10983" y="20645"/>
                        <a:pt x="10544" y="20529"/>
                      </a:cubicBezTo>
                      <a:cubicBezTo>
                        <a:pt x="10544" y="20529"/>
                        <a:pt x="10179" y="20443"/>
                        <a:pt x="10121" y="20443"/>
                      </a:cubicBezTo>
                      <a:cubicBezTo>
                        <a:pt x="10062" y="20443"/>
                        <a:pt x="9946" y="20283"/>
                        <a:pt x="9946" y="20240"/>
                      </a:cubicBezTo>
                      <a:cubicBezTo>
                        <a:pt x="9946" y="20197"/>
                        <a:pt x="9931" y="20066"/>
                        <a:pt x="9989" y="20038"/>
                      </a:cubicBezTo>
                      <a:cubicBezTo>
                        <a:pt x="10048" y="20009"/>
                        <a:pt x="10048" y="20009"/>
                        <a:pt x="10150" y="19922"/>
                      </a:cubicBezTo>
                      <a:cubicBezTo>
                        <a:pt x="10238" y="19820"/>
                        <a:pt x="10238" y="19748"/>
                        <a:pt x="10238" y="19748"/>
                      </a:cubicBezTo>
                      <a:cubicBezTo>
                        <a:pt x="10019" y="19618"/>
                        <a:pt x="10019" y="19618"/>
                        <a:pt x="10019" y="19618"/>
                      </a:cubicBezTo>
                      <a:cubicBezTo>
                        <a:pt x="10019" y="19618"/>
                        <a:pt x="9770" y="19748"/>
                        <a:pt x="9727" y="19719"/>
                      </a:cubicBezTo>
                      <a:cubicBezTo>
                        <a:pt x="9668" y="19690"/>
                        <a:pt x="9434" y="19849"/>
                        <a:pt x="9434" y="19849"/>
                      </a:cubicBezTo>
                      <a:cubicBezTo>
                        <a:pt x="9201" y="19864"/>
                        <a:pt x="9201" y="19864"/>
                        <a:pt x="9201" y="19864"/>
                      </a:cubicBezTo>
                      <a:cubicBezTo>
                        <a:pt x="9201" y="19835"/>
                        <a:pt x="9201" y="19835"/>
                        <a:pt x="9201" y="19835"/>
                      </a:cubicBezTo>
                      <a:cubicBezTo>
                        <a:pt x="9201" y="19835"/>
                        <a:pt x="9245" y="19690"/>
                        <a:pt x="9303" y="19719"/>
                      </a:cubicBezTo>
                      <a:cubicBezTo>
                        <a:pt x="9361" y="19546"/>
                        <a:pt x="9361" y="19546"/>
                        <a:pt x="9361" y="19546"/>
                      </a:cubicBezTo>
                      <a:cubicBezTo>
                        <a:pt x="9332" y="19343"/>
                        <a:pt x="9332" y="19343"/>
                        <a:pt x="9332" y="19343"/>
                      </a:cubicBezTo>
                      <a:cubicBezTo>
                        <a:pt x="9274" y="19068"/>
                        <a:pt x="9274" y="19068"/>
                        <a:pt x="9274" y="19068"/>
                      </a:cubicBezTo>
                      <a:cubicBezTo>
                        <a:pt x="9566" y="19054"/>
                        <a:pt x="9566" y="19054"/>
                        <a:pt x="9566" y="19054"/>
                      </a:cubicBezTo>
                      <a:cubicBezTo>
                        <a:pt x="9829" y="18909"/>
                        <a:pt x="9829" y="18909"/>
                        <a:pt x="9829" y="18909"/>
                      </a:cubicBezTo>
                      <a:cubicBezTo>
                        <a:pt x="9741" y="18764"/>
                        <a:pt x="9741" y="18764"/>
                        <a:pt x="9741" y="18764"/>
                      </a:cubicBezTo>
                      <a:cubicBezTo>
                        <a:pt x="9493" y="18851"/>
                        <a:pt x="9493" y="18851"/>
                        <a:pt x="9493" y="18851"/>
                      </a:cubicBezTo>
                      <a:cubicBezTo>
                        <a:pt x="9259" y="18808"/>
                        <a:pt x="9259" y="18808"/>
                        <a:pt x="9259" y="18808"/>
                      </a:cubicBezTo>
                      <a:cubicBezTo>
                        <a:pt x="8953" y="19068"/>
                        <a:pt x="8953" y="19068"/>
                        <a:pt x="8953" y="19068"/>
                      </a:cubicBezTo>
                      <a:cubicBezTo>
                        <a:pt x="8602" y="19068"/>
                        <a:pt x="8602" y="19068"/>
                        <a:pt x="8602" y="19068"/>
                      </a:cubicBezTo>
                      <a:cubicBezTo>
                        <a:pt x="8485" y="19054"/>
                        <a:pt x="8485" y="19054"/>
                        <a:pt x="8485" y="19054"/>
                      </a:cubicBezTo>
                      <a:cubicBezTo>
                        <a:pt x="8500" y="19025"/>
                        <a:pt x="8500" y="18996"/>
                        <a:pt x="8514" y="18996"/>
                      </a:cubicBezTo>
                      <a:cubicBezTo>
                        <a:pt x="8544" y="18981"/>
                        <a:pt x="8763" y="18909"/>
                        <a:pt x="8763" y="18909"/>
                      </a:cubicBezTo>
                      <a:cubicBezTo>
                        <a:pt x="8909" y="18822"/>
                        <a:pt x="8909" y="18822"/>
                        <a:pt x="8909" y="18822"/>
                      </a:cubicBezTo>
                      <a:cubicBezTo>
                        <a:pt x="8909" y="18822"/>
                        <a:pt x="8982" y="18721"/>
                        <a:pt x="9011" y="18706"/>
                      </a:cubicBezTo>
                      <a:cubicBezTo>
                        <a:pt x="9040" y="18706"/>
                        <a:pt x="9069" y="18649"/>
                        <a:pt x="9099" y="18576"/>
                      </a:cubicBezTo>
                      <a:cubicBezTo>
                        <a:pt x="9142" y="18518"/>
                        <a:pt x="9172" y="18475"/>
                        <a:pt x="9172" y="18475"/>
                      </a:cubicBezTo>
                      <a:cubicBezTo>
                        <a:pt x="9172" y="18475"/>
                        <a:pt x="9347" y="18432"/>
                        <a:pt x="9332" y="18417"/>
                      </a:cubicBezTo>
                      <a:cubicBezTo>
                        <a:pt x="9332" y="18388"/>
                        <a:pt x="9259" y="18330"/>
                        <a:pt x="9347" y="18330"/>
                      </a:cubicBezTo>
                      <a:cubicBezTo>
                        <a:pt x="9434" y="18330"/>
                        <a:pt x="9434" y="18330"/>
                        <a:pt x="9478" y="18301"/>
                      </a:cubicBezTo>
                      <a:cubicBezTo>
                        <a:pt x="9508" y="18287"/>
                        <a:pt x="9493" y="18272"/>
                        <a:pt x="9508" y="18229"/>
                      </a:cubicBezTo>
                      <a:cubicBezTo>
                        <a:pt x="9537" y="18200"/>
                        <a:pt x="9551" y="18157"/>
                        <a:pt x="9551" y="18128"/>
                      </a:cubicBezTo>
                      <a:cubicBezTo>
                        <a:pt x="9537" y="18099"/>
                        <a:pt x="9464" y="17983"/>
                        <a:pt x="9464" y="17954"/>
                      </a:cubicBezTo>
                      <a:cubicBezTo>
                        <a:pt x="9449" y="17911"/>
                        <a:pt x="9464" y="17824"/>
                        <a:pt x="9464" y="17824"/>
                      </a:cubicBezTo>
                      <a:cubicBezTo>
                        <a:pt x="9464" y="17824"/>
                        <a:pt x="9508" y="17810"/>
                        <a:pt x="9551" y="17795"/>
                      </a:cubicBezTo>
                      <a:cubicBezTo>
                        <a:pt x="9581" y="17766"/>
                        <a:pt x="9639" y="17665"/>
                        <a:pt x="9639" y="17665"/>
                      </a:cubicBezTo>
                      <a:cubicBezTo>
                        <a:pt x="9654" y="17592"/>
                        <a:pt x="9654" y="17592"/>
                        <a:pt x="9654" y="17592"/>
                      </a:cubicBezTo>
                      <a:cubicBezTo>
                        <a:pt x="9654" y="17592"/>
                        <a:pt x="9712" y="17549"/>
                        <a:pt x="9727" y="17549"/>
                      </a:cubicBezTo>
                      <a:cubicBezTo>
                        <a:pt x="9756" y="17535"/>
                        <a:pt x="9989" y="17448"/>
                        <a:pt x="10004" y="17448"/>
                      </a:cubicBezTo>
                      <a:cubicBezTo>
                        <a:pt x="10019" y="17448"/>
                        <a:pt x="10165" y="17462"/>
                        <a:pt x="10121" y="17390"/>
                      </a:cubicBezTo>
                      <a:cubicBezTo>
                        <a:pt x="10077" y="17332"/>
                        <a:pt x="10062" y="17303"/>
                        <a:pt x="10048" y="17260"/>
                      </a:cubicBezTo>
                      <a:cubicBezTo>
                        <a:pt x="10033" y="17216"/>
                        <a:pt x="10033" y="17115"/>
                        <a:pt x="10033" y="17101"/>
                      </a:cubicBezTo>
                      <a:cubicBezTo>
                        <a:pt x="10048" y="17086"/>
                        <a:pt x="10165" y="17043"/>
                        <a:pt x="10033" y="17028"/>
                      </a:cubicBezTo>
                      <a:cubicBezTo>
                        <a:pt x="9902" y="17014"/>
                        <a:pt x="10004" y="16970"/>
                        <a:pt x="9975" y="16941"/>
                      </a:cubicBezTo>
                      <a:cubicBezTo>
                        <a:pt x="9931" y="16913"/>
                        <a:pt x="9843" y="16855"/>
                        <a:pt x="9843" y="16855"/>
                      </a:cubicBezTo>
                      <a:cubicBezTo>
                        <a:pt x="9800" y="16855"/>
                        <a:pt x="9800" y="16855"/>
                        <a:pt x="9800" y="16855"/>
                      </a:cubicBezTo>
                      <a:cubicBezTo>
                        <a:pt x="9814" y="16710"/>
                        <a:pt x="9814" y="16710"/>
                        <a:pt x="9814" y="16710"/>
                      </a:cubicBezTo>
                      <a:cubicBezTo>
                        <a:pt x="9814" y="16710"/>
                        <a:pt x="9858" y="16652"/>
                        <a:pt x="9873" y="16652"/>
                      </a:cubicBezTo>
                      <a:cubicBezTo>
                        <a:pt x="9887" y="16638"/>
                        <a:pt x="9902" y="16580"/>
                        <a:pt x="9873" y="16580"/>
                      </a:cubicBezTo>
                      <a:cubicBezTo>
                        <a:pt x="9843" y="16594"/>
                        <a:pt x="9756" y="16609"/>
                        <a:pt x="9756" y="16609"/>
                      </a:cubicBezTo>
                      <a:cubicBezTo>
                        <a:pt x="9756" y="16609"/>
                        <a:pt x="9683" y="16609"/>
                        <a:pt x="9697" y="16580"/>
                      </a:cubicBezTo>
                      <a:cubicBezTo>
                        <a:pt x="9697" y="16536"/>
                        <a:pt x="9727" y="16536"/>
                        <a:pt x="9770" y="16493"/>
                      </a:cubicBezTo>
                      <a:cubicBezTo>
                        <a:pt x="9814" y="16450"/>
                        <a:pt x="9829" y="16421"/>
                        <a:pt x="9829" y="16421"/>
                      </a:cubicBezTo>
                      <a:cubicBezTo>
                        <a:pt x="9814" y="16334"/>
                        <a:pt x="9814" y="16334"/>
                        <a:pt x="9814" y="16334"/>
                      </a:cubicBezTo>
                      <a:cubicBezTo>
                        <a:pt x="9814" y="16334"/>
                        <a:pt x="9814" y="16276"/>
                        <a:pt x="9800" y="16276"/>
                      </a:cubicBezTo>
                      <a:cubicBezTo>
                        <a:pt x="9800" y="16261"/>
                        <a:pt x="9712" y="16088"/>
                        <a:pt x="9712" y="16088"/>
                      </a:cubicBezTo>
                      <a:cubicBezTo>
                        <a:pt x="9712" y="16088"/>
                        <a:pt x="9624" y="16059"/>
                        <a:pt x="9610" y="16088"/>
                      </a:cubicBezTo>
                      <a:cubicBezTo>
                        <a:pt x="9610" y="16117"/>
                        <a:pt x="9581" y="16175"/>
                        <a:pt x="9581" y="16175"/>
                      </a:cubicBezTo>
                      <a:cubicBezTo>
                        <a:pt x="9478" y="16175"/>
                        <a:pt x="9478" y="16175"/>
                        <a:pt x="9478" y="16175"/>
                      </a:cubicBezTo>
                      <a:cubicBezTo>
                        <a:pt x="9420" y="16131"/>
                        <a:pt x="9420" y="16131"/>
                        <a:pt x="9420" y="16131"/>
                      </a:cubicBezTo>
                      <a:cubicBezTo>
                        <a:pt x="9303" y="16102"/>
                        <a:pt x="9303" y="16102"/>
                        <a:pt x="9303" y="16102"/>
                      </a:cubicBezTo>
                      <a:cubicBezTo>
                        <a:pt x="9303" y="16102"/>
                        <a:pt x="9288" y="16117"/>
                        <a:pt x="9274" y="16131"/>
                      </a:cubicBezTo>
                      <a:cubicBezTo>
                        <a:pt x="9274" y="16146"/>
                        <a:pt x="9157" y="16073"/>
                        <a:pt x="9157" y="16073"/>
                      </a:cubicBezTo>
                      <a:cubicBezTo>
                        <a:pt x="9157" y="16073"/>
                        <a:pt x="9113" y="16131"/>
                        <a:pt x="9099" y="16146"/>
                      </a:cubicBezTo>
                      <a:cubicBezTo>
                        <a:pt x="9099" y="16146"/>
                        <a:pt x="8982" y="16117"/>
                        <a:pt x="8982" y="16117"/>
                      </a:cubicBezTo>
                      <a:cubicBezTo>
                        <a:pt x="8865" y="16131"/>
                        <a:pt x="8865" y="16131"/>
                        <a:pt x="8865" y="16131"/>
                      </a:cubicBezTo>
                      <a:cubicBezTo>
                        <a:pt x="8763" y="16146"/>
                        <a:pt x="8763" y="16146"/>
                        <a:pt x="8763" y="16146"/>
                      </a:cubicBezTo>
                      <a:cubicBezTo>
                        <a:pt x="8675" y="16102"/>
                        <a:pt x="8675" y="16102"/>
                        <a:pt x="8675" y="16102"/>
                      </a:cubicBezTo>
                      <a:cubicBezTo>
                        <a:pt x="8646" y="16146"/>
                        <a:pt x="8646" y="16146"/>
                        <a:pt x="8646" y="16146"/>
                      </a:cubicBezTo>
                      <a:cubicBezTo>
                        <a:pt x="8660" y="16218"/>
                        <a:pt x="8660" y="16218"/>
                        <a:pt x="8660" y="16218"/>
                      </a:cubicBezTo>
                      <a:cubicBezTo>
                        <a:pt x="8587" y="16261"/>
                        <a:pt x="8587" y="16261"/>
                        <a:pt x="8587" y="16261"/>
                      </a:cubicBezTo>
                      <a:cubicBezTo>
                        <a:pt x="8500" y="16204"/>
                        <a:pt x="8500" y="16204"/>
                        <a:pt x="8500" y="16204"/>
                      </a:cubicBezTo>
                      <a:cubicBezTo>
                        <a:pt x="8427" y="16189"/>
                        <a:pt x="8427" y="16189"/>
                        <a:pt x="8427" y="16189"/>
                      </a:cubicBezTo>
                      <a:cubicBezTo>
                        <a:pt x="8325" y="16088"/>
                        <a:pt x="8325" y="16088"/>
                        <a:pt x="8325" y="16088"/>
                      </a:cubicBezTo>
                      <a:cubicBezTo>
                        <a:pt x="8237" y="16059"/>
                        <a:pt x="8237" y="16059"/>
                        <a:pt x="8237" y="16059"/>
                      </a:cubicBezTo>
                      <a:cubicBezTo>
                        <a:pt x="8149" y="16016"/>
                        <a:pt x="8149" y="16016"/>
                        <a:pt x="8149" y="16016"/>
                      </a:cubicBezTo>
                      <a:cubicBezTo>
                        <a:pt x="8149" y="16016"/>
                        <a:pt x="8105" y="16131"/>
                        <a:pt x="8091" y="16146"/>
                      </a:cubicBezTo>
                      <a:cubicBezTo>
                        <a:pt x="8076" y="16146"/>
                        <a:pt x="8003" y="16175"/>
                        <a:pt x="7989" y="16175"/>
                      </a:cubicBezTo>
                      <a:cubicBezTo>
                        <a:pt x="7959" y="16189"/>
                        <a:pt x="7945" y="16261"/>
                        <a:pt x="7945" y="16261"/>
                      </a:cubicBezTo>
                      <a:cubicBezTo>
                        <a:pt x="7872" y="16305"/>
                        <a:pt x="7872" y="16305"/>
                        <a:pt x="7872" y="16305"/>
                      </a:cubicBezTo>
                      <a:cubicBezTo>
                        <a:pt x="7872" y="16305"/>
                        <a:pt x="7828" y="16276"/>
                        <a:pt x="7799" y="16276"/>
                      </a:cubicBezTo>
                      <a:cubicBezTo>
                        <a:pt x="7784" y="16276"/>
                        <a:pt x="7770" y="16290"/>
                        <a:pt x="7770" y="16290"/>
                      </a:cubicBezTo>
                      <a:cubicBezTo>
                        <a:pt x="7740" y="16334"/>
                        <a:pt x="7740" y="16334"/>
                        <a:pt x="7740" y="16334"/>
                      </a:cubicBezTo>
                      <a:cubicBezTo>
                        <a:pt x="7740" y="16334"/>
                        <a:pt x="7726" y="16334"/>
                        <a:pt x="7682" y="16305"/>
                      </a:cubicBezTo>
                      <a:cubicBezTo>
                        <a:pt x="7653" y="16290"/>
                        <a:pt x="7609" y="16261"/>
                        <a:pt x="7609" y="16261"/>
                      </a:cubicBezTo>
                      <a:cubicBezTo>
                        <a:pt x="7565" y="16247"/>
                        <a:pt x="7565" y="16247"/>
                        <a:pt x="7565" y="16247"/>
                      </a:cubicBezTo>
                      <a:cubicBezTo>
                        <a:pt x="7565" y="16247"/>
                        <a:pt x="7434" y="16305"/>
                        <a:pt x="7419" y="16319"/>
                      </a:cubicBezTo>
                      <a:cubicBezTo>
                        <a:pt x="7419" y="16334"/>
                        <a:pt x="7390" y="16377"/>
                        <a:pt x="7390" y="16377"/>
                      </a:cubicBezTo>
                      <a:cubicBezTo>
                        <a:pt x="7317" y="16319"/>
                        <a:pt x="7317" y="16319"/>
                        <a:pt x="7317" y="16319"/>
                      </a:cubicBezTo>
                      <a:cubicBezTo>
                        <a:pt x="7229" y="16261"/>
                        <a:pt x="7229" y="16261"/>
                        <a:pt x="7229" y="16261"/>
                      </a:cubicBezTo>
                      <a:cubicBezTo>
                        <a:pt x="7215" y="16160"/>
                        <a:pt x="7215" y="16160"/>
                        <a:pt x="7215" y="16160"/>
                      </a:cubicBezTo>
                      <a:cubicBezTo>
                        <a:pt x="7054" y="16016"/>
                        <a:pt x="7054" y="16016"/>
                        <a:pt x="7054" y="16016"/>
                      </a:cubicBezTo>
                      <a:cubicBezTo>
                        <a:pt x="7025" y="15871"/>
                        <a:pt x="7025" y="15871"/>
                        <a:pt x="7025" y="15871"/>
                      </a:cubicBezTo>
                      <a:cubicBezTo>
                        <a:pt x="6908" y="15784"/>
                        <a:pt x="6908" y="15784"/>
                        <a:pt x="6908" y="15784"/>
                      </a:cubicBezTo>
                      <a:cubicBezTo>
                        <a:pt x="6835" y="15871"/>
                        <a:pt x="6835" y="15871"/>
                        <a:pt x="6835" y="15871"/>
                      </a:cubicBezTo>
                      <a:cubicBezTo>
                        <a:pt x="6718" y="15856"/>
                        <a:pt x="6718" y="15856"/>
                        <a:pt x="6718" y="15856"/>
                      </a:cubicBezTo>
                      <a:close/>
                      <a:moveTo>
                        <a:pt x="5214" y="1056"/>
                      </a:moveTo>
                      <a:cubicBezTo>
                        <a:pt x="5214" y="1056"/>
                        <a:pt x="5214" y="1056"/>
                        <a:pt x="5214" y="1056"/>
                      </a:cubicBezTo>
                      <a:cubicBezTo>
                        <a:pt x="5228" y="1071"/>
                        <a:pt x="5228" y="1071"/>
                        <a:pt x="5228" y="1071"/>
                      </a:cubicBezTo>
                      <a:cubicBezTo>
                        <a:pt x="5228" y="1071"/>
                        <a:pt x="5316" y="1157"/>
                        <a:pt x="5389" y="1157"/>
                      </a:cubicBezTo>
                      <a:cubicBezTo>
                        <a:pt x="5462" y="1157"/>
                        <a:pt x="5404" y="1157"/>
                        <a:pt x="5477" y="1143"/>
                      </a:cubicBezTo>
                      <a:cubicBezTo>
                        <a:pt x="5535" y="1114"/>
                        <a:pt x="5550" y="1071"/>
                        <a:pt x="5579" y="1027"/>
                      </a:cubicBezTo>
                      <a:cubicBezTo>
                        <a:pt x="5608" y="984"/>
                        <a:pt x="5608" y="984"/>
                        <a:pt x="5608" y="940"/>
                      </a:cubicBezTo>
                      <a:cubicBezTo>
                        <a:pt x="5608" y="897"/>
                        <a:pt x="5608" y="825"/>
                        <a:pt x="5608" y="781"/>
                      </a:cubicBezTo>
                      <a:cubicBezTo>
                        <a:pt x="5608" y="738"/>
                        <a:pt x="5652" y="752"/>
                        <a:pt x="5696" y="752"/>
                      </a:cubicBezTo>
                      <a:cubicBezTo>
                        <a:pt x="5725" y="752"/>
                        <a:pt x="5667" y="637"/>
                        <a:pt x="5667" y="637"/>
                      </a:cubicBezTo>
                      <a:cubicBezTo>
                        <a:pt x="5667" y="637"/>
                        <a:pt x="5535" y="579"/>
                        <a:pt x="5477" y="579"/>
                      </a:cubicBezTo>
                      <a:cubicBezTo>
                        <a:pt x="5418" y="579"/>
                        <a:pt x="5287" y="564"/>
                        <a:pt x="5287" y="564"/>
                      </a:cubicBezTo>
                      <a:cubicBezTo>
                        <a:pt x="5126" y="767"/>
                        <a:pt x="5126" y="767"/>
                        <a:pt x="5126" y="767"/>
                      </a:cubicBezTo>
                      <a:cubicBezTo>
                        <a:pt x="5126" y="767"/>
                        <a:pt x="5185" y="1042"/>
                        <a:pt x="5214" y="105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48" name="Shape">
                  <a:extLst>
                    <a:ext uri="{FF2B5EF4-FFF2-40B4-BE49-F238E27FC236}">
                      <a16:creationId xmlns:a16="http://schemas.microsoft.com/office/drawing/2014/main" id="{C1C210E3-3DC0-4550-9B9C-6554B71DE521}"/>
                    </a:ext>
                  </a:extLst>
                </p:cNvPr>
                <p:cNvSpPr/>
                <p:nvPr/>
              </p:nvSpPr>
              <p:spPr>
                <a:xfrm>
                  <a:off x="1149644" y="2406062"/>
                  <a:ext cx="1013703" cy="18578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5419" y="19676"/>
                      </a:moveTo>
                      <a:cubicBezTo>
                        <a:pt x="5122" y="19793"/>
                        <a:pt x="5122" y="19793"/>
                        <a:pt x="5122" y="19793"/>
                      </a:cubicBezTo>
                      <a:cubicBezTo>
                        <a:pt x="5122" y="19951"/>
                        <a:pt x="5122" y="19951"/>
                        <a:pt x="5122" y="19951"/>
                      </a:cubicBezTo>
                      <a:cubicBezTo>
                        <a:pt x="4973" y="20108"/>
                        <a:pt x="4973" y="20108"/>
                        <a:pt x="4973" y="20108"/>
                      </a:cubicBezTo>
                      <a:cubicBezTo>
                        <a:pt x="4973" y="20108"/>
                        <a:pt x="4825" y="20147"/>
                        <a:pt x="4825" y="20186"/>
                      </a:cubicBezTo>
                      <a:cubicBezTo>
                        <a:pt x="4751" y="20225"/>
                        <a:pt x="4454" y="20343"/>
                        <a:pt x="4454" y="20343"/>
                      </a:cubicBezTo>
                      <a:cubicBezTo>
                        <a:pt x="4454" y="20343"/>
                        <a:pt x="4454" y="20383"/>
                        <a:pt x="4379" y="20383"/>
                      </a:cubicBezTo>
                      <a:cubicBezTo>
                        <a:pt x="4305" y="20383"/>
                        <a:pt x="3786" y="20500"/>
                        <a:pt x="3786" y="20500"/>
                      </a:cubicBezTo>
                      <a:cubicBezTo>
                        <a:pt x="3637" y="20657"/>
                        <a:pt x="3637" y="20657"/>
                        <a:pt x="3637" y="20657"/>
                      </a:cubicBezTo>
                      <a:cubicBezTo>
                        <a:pt x="3340" y="20697"/>
                        <a:pt x="3340" y="20697"/>
                        <a:pt x="3340" y="20697"/>
                      </a:cubicBezTo>
                      <a:cubicBezTo>
                        <a:pt x="3118" y="20893"/>
                        <a:pt x="3118" y="20893"/>
                        <a:pt x="3118" y="20893"/>
                      </a:cubicBezTo>
                      <a:cubicBezTo>
                        <a:pt x="2746" y="20972"/>
                        <a:pt x="2746" y="20972"/>
                        <a:pt x="2746" y="20972"/>
                      </a:cubicBezTo>
                      <a:cubicBezTo>
                        <a:pt x="2449" y="21011"/>
                        <a:pt x="2449" y="21011"/>
                        <a:pt x="2449" y="21011"/>
                      </a:cubicBezTo>
                      <a:cubicBezTo>
                        <a:pt x="2153" y="20932"/>
                        <a:pt x="2153" y="20932"/>
                        <a:pt x="2153" y="20932"/>
                      </a:cubicBezTo>
                      <a:cubicBezTo>
                        <a:pt x="1930" y="21011"/>
                        <a:pt x="1930" y="21011"/>
                        <a:pt x="1930" y="21011"/>
                      </a:cubicBezTo>
                      <a:cubicBezTo>
                        <a:pt x="1707" y="21089"/>
                        <a:pt x="1707" y="21089"/>
                        <a:pt x="1707" y="21089"/>
                      </a:cubicBezTo>
                      <a:cubicBezTo>
                        <a:pt x="1781" y="21247"/>
                        <a:pt x="1781" y="21247"/>
                        <a:pt x="1781" y="21247"/>
                      </a:cubicBezTo>
                      <a:cubicBezTo>
                        <a:pt x="2004" y="21325"/>
                        <a:pt x="2004" y="21325"/>
                        <a:pt x="2004" y="21325"/>
                      </a:cubicBezTo>
                      <a:cubicBezTo>
                        <a:pt x="2153" y="21207"/>
                        <a:pt x="2153" y="21207"/>
                        <a:pt x="2153" y="21207"/>
                      </a:cubicBezTo>
                      <a:cubicBezTo>
                        <a:pt x="2598" y="21286"/>
                        <a:pt x="2598" y="21286"/>
                        <a:pt x="2598" y="21286"/>
                      </a:cubicBezTo>
                      <a:cubicBezTo>
                        <a:pt x="2598" y="21286"/>
                        <a:pt x="2746" y="21404"/>
                        <a:pt x="2821" y="21443"/>
                      </a:cubicBezTo>
                      <a:cubicBezTo>
                        <a:pt x="2821" y="21482"/>
                        <a:pt x="2821" y="21600"/>
                        <a:pt x="2895" y="21600"/>
                      </a:cubicBezTo>
                      <a:cubicBezTo>
                        <a:pt x="2969" y="21561"/>
                        <a:pt x="3340" y="21443"/>
                        <a:pt x="3340" y="21443"/>
                      </a:cubicBezTo>
                      <a:cubicBezTo>
                        <a:pt x="3192" y="21286"/>
                        <a:pt x="3192" y="21286"/>
                        <a:pt x="3192" y="21286"/>
                      </a:cubicBezTo>
                      <a:cubicBezTo>
                        <a:pt x="3192" y="21286"/>
                        <a:pt x="3414" y="21247"/>
                        <a:pt x="3563" y="21247"/>
                      </a:cubicBezTo>
                      <a:cubicBezTo>
                        <a:pt x="3711" y="21247"/>
                        <a:pt x="3860" y="21286"/>
                        <a:pt x="3934" y="21207"/>
                      </a:cubicBezTo>
                      <a:cubicBezTo>
                        <a:pt x="3934" y="21168"/>
                        <a:pt x="4157" y="21168"/>
                        <a:pt x="4157" y="21168"/>
                      </a:cubicBezTo>
                      <a:cubicBezTo>
                        <a:pt x="4157" y="21168"/>
                        <a:pt x="4305" y="21050"/>
                        <a:pt x="4305" y="21050"/>
                      </a:cubicBezTo>
                      <a:cubicBezTo>
                        <a:pt x="4305" y="21011"/>
                        <a:pt x="4528" y="20932"/>
                        <a:pt x="4528" y="20932"/>
                      </a:cubicBezTo>
                      <a:cubicBezTo>
                        <a:pt x="4528" y="20932"/>
                        <a:pt x="5047" y="21050"/>
                        <a:pt x="5122" y="21050"/>
                      </a:cubicBezTo>
                      <a:cubicBezTo>
                        <a:pt x="5196" y="21050"/>
                        <a:pt x="5715" y="20972"/>
                        <a:pt x="5715" y="20972"/>
                      </a:cubicBezTo>
                      <a:cubicBezTo>
                        <a:pt x="5938" y="21089"/>
                        <a:pt x="5938" y="21089"/>
                        <a:pt x="5938" y="21089"/>
                      </a:cubicBezTo>
                      <a:cubicBezTo>
                        <a:pt x="5938" y="21089"/>
                        <a:pt x="5938" y="21168"/>
                        <a:pt x="6087" y="21207"/>
                      </a:cubicBezTo>
                      <a:cubicBezTo>
                        <a:pt x="6235" y="21207"/>
                        <a:pt x="6309" y="21207"/>
                        <a:pt x="6309" y="21207"/>
                      </a:cubicBezTo>
                      <a:cubicBezTo>
                        <a:pt x="6532" y="21364"/>
                        <a:pt x="6532" y="21364"/>
                        <a:pt x="6532" y="21364"/>
                      </a:cubicBezTo>
                      <a:cubicBezTo>
                        <a:pt x="6755" y="21443"/>
                        <a:pt x="6755" y="21443"/>
                        <a:pt x="6755" y="21443"/>
                      </a:cubicBezTo>
                      <a:cubicBezTo>
                        <a:pt x="6755" y="21443"/>
                        <a:pt x="6977" y="21443"/>
                        <a:pt x="6977" y="21404"/>
                      </a:cubicBezTo>
                      <a:cubicBezTo>
                        <a:pt x="6977" y="21364"/>
                        <a:pt x="7052" y="21286"/>
                        <a:pt x="7126" y="21247"/>
                      </a:cubicBezTo>
                      <a:cubicBezTo>
                        <a:pt x="7200" y="21247"/>
                        <a:pt x="7423" y="21207"/>
                        <a:pt x="7423" y="21207"/>
                      </a:cubicBezTo>
                      <a:cubicBezTo>
                        <a:pt x="7423" y="21207"/>
                        <a:pt x="7423" y="21129"/>
                        <a:pt x="7423" y="21089"/>
                      </a:cubicBezTo>
                      <a:cubicBezTo>
                        <a:pt x="7423" y="21011"/>
                        <a:pt x="7423" y="20893"/>
                        <a:pt x="7497" y="20854"/>
                      </a:cubicBezTo>
                      <a:cubicBezTo>
                        <a:pt x="7497" y="20854"/>
                        <a:pt x="7720" y="20697"/>
                        <a:pt x="7720" y="20697"/>
                      </a:cubicBezTo>
                      <a:cubicBezTo>
                        <a:pt x="8091" y="20657"/>
                        <a:pt x="8091" y="20657"/>
                        <a:pt x="8091" y="20657"/>
                      </a:cubicBezTo>
                      <a:cubicBezTo>
                        <a:pt x="8981" y="20618"/>
                        <a:pt x="8981" y="20618"/>
                        <a:pt x="8981" y="20618"/>
                      </a:cubicBezTo>
                      <a:cubicBezTo>
                        <a:pt x="9278" y="20618"/>
                        <a:pt x="9278" y="20618"/>
                        <a:pt x="9278" y="20618"/>
                      </a:cubicBezTo>
                      <a:cubicBezTo>
                        <a:pt x="9649" y="20775"/>
                        <a:pt x="9649" y="20775"/>
                        <a:pt x="9649" y="20775"/>
                      </a:cubicBezTo>
                      <a:cubicBezTo>
                        <a:pt x="10021" y="20972"/>
                        <a:pt x="10021" y="20972"/>
                        <a:pt x="10021" y="20972"/>
                      </a:cubicBezTo>
                      <a:cubicBezTo>
                        <a:pt x="10021" y="20972"/>
                        <a:pt x="10243" y="21129"/>
                        <a:pt x="10243" y="21089"/>
                      </a:cubicBezTo>
                      <a:cubicBezTo>
                        <a:pt x="10318" y="21011"/>
                        <a:pt x="10392" y="20854"/>
                        <a:pt x="10466" y="20854"/>
                      </a:cubicBezTo>
                      <a:cubicBezTo>
                        <a:pt x="10540" y="20854"/>
                        <a:pt x="10763" y="21011"/>
                        <a:pt x="10763" y="21011"/>
                      </a:cubicBezTo>
                      <a:cubicBezTo>
                        <a:pt x="11060" y="21050"/>
                        <a:pt x="11060" y="21050"/>
                        <a:pt x="11060" y="21050"/>
                      </a:cubicBezTo>
                      <a:cubicBezTo>
                        <a:pt x="11282" y="21050"/>
                        <a:pt x="11282" y="21050"/>
                        <a:pt x="11282" y="21050"/>
                      </a:cubicBezTo>
                      <a:cubicBezTo>
                        <a:pt x="11505" y="20932"/>
                        <a:pt x="11505" y="20932"/>
                        <a:pt x="11505" y="20932"/>
                      </a:cubicBezTo>
                      <a:cubicBezTo>
                        <a:pt x="11357" y="20815"/>
                        <a:pt x="11357" y="20815"/>
                        <a:pt x="11357" y="20815"/>
                      </a:cubicBezTo>
                      <a:cubicBezTo>
                        <a:pt x="11654" y="20854"/>
                        <a:pt x="11654" y="20854"/>
                        <a:pt x="11654" y="20854"/>
                      </a:cubicBezTo>
                      <a:cubicBezTo>
                        <a:pt x="12470" y="20893"/>
                        <a:pt x="12470" y="20893"/>
                        <a:pt x="12470" y="20893"/>
                      </a:cubicBezTo>
                      <a:cubicBezTo>
                        <a:pt x="12841" y="20854"/>
                        <a:pt x="12841" y="20854"/>
                        <a:pt x="12841" y="20854"/>
                      </a:cubicBezTo>
                      <a:cubicBezTo>
                        <a:pt x="13138" y="20815"/>
                        <a:pt x="13138" y="20815"/>
                        <a:pt x="13138" y="20815"/>
                      </a:cubicBezTo>
                      <a:cubicBezTo>
                        <a:pt x="13138" y="20893"/>
                        <a:pt x="13138" y="20893"/>
                        <a:pt x="13138" y="20893"/>
                      </a:cubicBezTo>
                      <a:cubicBezTo>
                        <a:pt x="12693" y="20972"/>
                        <a:pt x="12693" y="20972"/>
                        <a:pt x="12693" y="20972"/>
                      </a:cubicBezTo>
                      <a:cubicBezTo>
                        <a:pt x="12693" y="20972"/>
                        <a:pt x="12470" y="20972"/>
                        <a:pt x="12544" y="21011"/>
                      </a:cubicBezTo>
                      <a:cubicBezTo>
                        <a:pt x="12619" y="21089"/>
                        <a:pt x="12990" y="21168"/>
                        <a:pt x="12990" y="21168"/>
                      </a:cubicBezTo>
                      <a:cubicBezTo>
                        <a:pt x="12990" y="21168"/>
                        <a:pt x="12767" y="21207"/>
                        <a:pt x="13064" y="21207"/>
                      </a:cubicBezTo>
                      <a:cubicBezTo>
                        <a:pt x="13361" y="21207"/>
                        <a:pt x="13509" y="21168"/>
                        <a:pt x="13509" y="21168"/>
                      </a:cubicBezTo>
                      <a:cubicBezTo>
                        <a:pt x="13732" y="21050"/>
                        <a:pt x="13732" y="21050"/>
                        <a:pt x="13732" y="21050"/>
                      </a:cubicBezTo>
                      <a:cubicBezTo>
                        <a:pt x="13584" y="20972"/>
                        <a:pt x="13584" y="20972"/>
                        <a:pt x="13584" y="20972"/>
                      </a:cubicBezTo>
                      <a:cubicBezTo>
                        <a:pt x="13212" y="20932"/>
                        <a:pt x="13212" y="20932"/>
                        <a:pt x="13212" y="20932"/>
                      </a:cubicBezTo>
                      <a:cubicBezTo>
                        <a:pt x="13287" y="20775"/>
                        <a:pt x="13287" y="20775"/>
                        <a:pt x="13287" y="20775"/>
                      </a:cubicBezTo>
                      <a:cubicBezTo>
                        <a:pt x="13361" y="20775"/>
                        <a:pt x="13361" y="20775"/>
                        <a:pt x="13361" y="20775"/>
                      </a:cubicBezTo>
                      <a:cubicBezTo>
                        <a:pt x="13584" y="20893"/>
                        <a:pt x="13584" y="20893"/>
                        <a:pt x="13584" y="20893"/>
                      </a:cubicBezTo>
                      <a:cubicBezTo>
                        <a:pt x="13806" y="20815"/>
                        <a:pt x="13806" y="20815"/>
                        <a:pt x="13806" y="20815"/>
                      </a:cubicBezTo>
                      <a:cubicBezTo>
                        <a:pt x="14103" y="20854"/>
                        <a:pt x="14103" y="20854"/>
                        <a:pt x="14103" y="20854"/>
                      </a:cubicBezTo>
                      <a:cubicBezTo>
                        <a:pt x="14252" y="21011"/>
                        <a:pt x="14252" y="21011"/>
                        <a:pt x="14252" y="21011"/>
                      </a:cubicBezTo>
                      <a:cubicBezTo>
                        <a:pt x="14252" y="21011"/>
                        <a:pt x="14400" y="21089"/>
                        <a:pt x="14548" y="21011"/>
                      </a:cubicBezTo>
                      <a:cubicBezTo>
                        <a:pt x="14697" y="20972"/>
                        <a:pt x="14845" y="20932"/>
                        <a:pt x="14845" y="20932"/>
                      </a:cubicBezTo>
                      <a:cubicBezTo>
                        <a:pt x="15736" y="20972"/>
                        <a:pt x="15736" y="20972"/>
                        <a:pt x="15736" y="20972"/>
                      </a:cubicBezTo>
                      <a:cubicBezTo>
                        <a:pt x="15736" y="20972"/>
                        <a:pt x="16181" y="20932"/>
                        <a:pt x="16256" y="21011"/>
                      </a:cubicBezTo>
                      <a:cubicBezTo>
                        <a:pt x="16330" y="21050"/>
                        <a:pt x="16553" y="21129"/>
                        <a:pt x="16553" y="21129"/>
                      </a:cubicBezTo>
                      <a:cubicBezTo>
                        <a:pt x="16924" y="21168"/>
                        <a:pt x="16924" y="21168"/>
                        <a:pt x="16924" y="21168"/>
                      </a:cubicBezTo>
                      <a:cubicBezTo>
                        <a:pt x="17295" y="21168"/>
                        <a:pt x="17295" y="21168"/>
                        <a:pt x="17295" y="21168"/>
                      </a:cubicBezTo>
                      <a:cubicBezTo>
                        <a:pt x="17295" y="21168"/>
                        <a:pt x="17443" y="21089"/>
                        <a:pt x="17518" y="21050"/>
                      </a:cubicBezTo>
                      <a:cubicBezTo>
                        <a:pt x="17666" y="21050"/>
                        <a:pt x="17889" y="20972"/>
                        <a:pt x="17963" y="20972"/>
                      </a:cubicBezTo>
                      <a:cubicBezTo>
                        <a:pt x="18111" y="20972"/>
                        <a:pt x="18482" y="20932"/>
                        <a:pt x="18482" y="20932"/>
                      </a:cubicBezTo>
                      <a:cubicBezTo>
                        <a:pt x="18557" y="20932"/>
                        <a:pt x="18631" y="20972"/>
                        <a:pt x="18779" y="20932"/>
                      </a:cubicBezTo>
                      <a:cubicBezTo>
                        <a:pt x="18854" y="20932"/>
                        <a:pt x="19076" y="20736"/>
                        <a:pt x="19076" y="20736"/>
                      </a:cubicBezTo>
                      <a:cubicBezTo>
                        <a:pt x="19076" y="20736"/>
                        <a:pt x="19151" y="20657"/>
                        <a:pt x="19299" y="20657"/>
                      </a:cubicBezTo>
                      <a:cubicBezTo>
                        <a:pt x="19447" y="20657"/>
                        <a:pt x="19670" y="20657"/>
                        <a:pt x="19744" y="20618"/>
                      </a:cubicBezTo>
                      <a:cubicBezTo>
                        <a:pt x="19819" y="20540"/>
                        <a:pt x="19893" y="20500"/>
                        <a:pt x="19967" y="20461"/>
                      </a:cubicBezTo>
                      <a:cubicBezTo>
                        <a:pt x="20041" y="20422"/>
                        <a:pt x="20190" y="20304"/>
                        <a:pt x="20115" y="20265"/>
                      </a:cubicBezTo>
                      <a:cubicBezTo>
                        <a:pt x="20115" y="20225"/>
                        <a:pt x="20190" y="20068"/>
                        <a:pt x="20190" y="20068"/>
                      </a:cubicBezTo>
                      <a:cubicBezTo>
                        <a:pt x="20190" y="20068"/>
                        <a:pt x="19967" y="20068"/>
                        <a:pt x="19893" y="20068"/>
                      </a:cubicBezTo>
                      <a:cubicBezTo>
                        <a:pt x="19819" y="20029"/>
                        <a:pt x="19522" y="20068"/>
                        <a:pt x="19447" y="20029"/>
                      </a:cubicBezTo>
                      <a:cubicBezTo>
                        <a:pt x="19373" y="20029"/>
                        <a:pt x="19076" y="20029"/>
                        <a:pt x="19076" y="20029"/>
                      </a:cubicBezTo>
                      <a:cubicBezTo>
                        <a:pt x="19002" y="19951"/>
                        <a:pt x="19002" y="19951"/>
                        <a:pt x="19002" y="19951"/>
                      </a:cubicBezTo>
                      <a:cubicBezTo>
                        <a:pt x="19002" y="19951"/>
                        <a:pt x="18928" y="19911"/>
                        <a:pt x="18854" y="19872"/>
                      </a:cubicBezTo>
                      <a:cubicBezTo>
                        <a:pt x="18779" y="19872"/>
                        <a:pt x="18854" y="19872"/>
                        <a:pt x="18705" y="19833"/>
                      </a:cubicBezTo>
                      <a:cubicBezTo>
                        <a:pt x="18631" y="19833"/>
                        <a:pt x="18482" y="19754"/>
                        <a:pt x="18482" y="19754"/>
                      </a:cubicBezTo>
                      <a:cubicBezTo>
                        <a:pt x="18260" y="19715"/>
                        <a:pt x="18260" y="19715"/>
                        <a:pt x="18260" y="19715"/>
                      </a:cubicBezTo>
                      <a:cubicBezTo>
                        <a:pt x="17963" y="19715"/>
                        <a:pt x="17963" y="19715"/>
                        <a:pt x="17963" y="19715"/>
                      </a:cubicBezTo>
                      <a:cubicBezTo>
                        <a:pt x="18260" y="19636"/>
                        <a:pt x="18260" y="19636"/>
                        <a:pt x="18260" y="19636"/>
                      </a:cubicBezTo>
                      <a:cubicBezTo>
                        <a:pt x="18260" y="19636"/>
                        <a:pt x="18557" y="19636"/>
                        <a:pt x="18631" y="19636"/>
                      </a:cubicBezTo>
                      <a:cubicBezTo>
                        <a:pt x="18705" y="19676"/>
                        <a:pt x="19002" y="19676"/>
                        <a:pt x="19002" y="19636"/>
                      </a:cubicBezTo>
                      <a:cubicBezTo>
                        <a:pt x="19076" y="19636"/>
                        <a:pt x="19299" y="19440"/>
                        <a:pt x="19299" y="19440"/>
                      </a:cubicBezTo>
                      <a:cubicBezTo>
                        <a:pt x="19225" y="19322"/>
                        <a:pt x="19225" y="19322"/>
                        <a:pt x="19225" y="19322"/>
                      </a:cubicBezTo>
                      <a:cubicBezTo>
                        <a:pt x="19076" y="19244"/>
                        <a:pt x="19076" y="19244"/>
                        <a:pt x="19076" y="19244"/>
                      </a:cubicBezTo>
                      <a:cubicBezTo>
                        <a:pt x="18779" y="19283"/>
                        <a:pt x="18779" y="19283"/>
                        <a:pt x="18779" y="19283"/>
                      </a:cubicBezTo>
                      <a:cubicBezTo>
                        <a:pt x="19225" y="19165"/>
                        <a:pt x="19225" y="19165"/>
                        <a:pt x="19225" y="19165"/>
                      </a:cubicBezTo>
                      <a:cubicBezTo>
                        <a:pt x="19373" y="19087"/>
                        <a:pt x="19373" y="19087"/>
                        <a:pt x="19373" y="19087"/>
                      </a:cubicBezTo>
                      <a:cubicBezTo>
                        <a:pt x="19596" y="19165"/>
                        <a:pt x="19596" y="19165"/>
                        <a:pt x="19596" y="19165"/>
                      </a:cubicBezTo>
                      <a:cubicBezTo>
                        <a:pt x="19596" y="19165"/>
                        <a:pt x="19967" y="19204"/>
                        <a:pt x="19967" y="19165"/>
                      </a:cubicBezTo>
                      <a:cubicBezTo>
                        <a:pt x="20041" y="19126"/>
                        <a:pt x="20115" y="19047"/>
                        <a:pt x="20115" y="19047"/>
                      </a:cubicBezTo>
                      <a:cubicBezTo>
                        <a:pt x="20115" y="18929"/>
                        <a:pt x="20115" y="18929"/>
                        <a:pt x="20115" y="18929"/>
                      </a:cubicBezTo>
                      <a:cubicBezTo>
                        <a:pt x="20858" y="18655"/>
                        <a:pt x="20858" y="18655"/>
                        <a:pt x="20858" y="18655"/>
                      </a:cubicBezTo>
                      <a:cubicBezTo>
                        <a:pt x="21155" y="18419"/>
                        <a:pt x="21155" y="18419"/>
                        <a:pt x="21155" y="18419"/>
                      </a:cubicBezTo>
                      <a:cubicBezTo>
                        <a:pt x="21229" y="18183"/>
                        <a:pt x="21229" y="18183"/>
                        <a:pt x="21229" y="18183"/>
                      </a:cubicBezTo>
                      <a:cubicBezTo>
                        <a:pt x="21600" y="17830"/>
                        <a:pt x="21600" y="17830"/>
                        <a:pt x="21600" y="17830"/>
                      </a:cubicBezTo>
                      <a:cubicBezTo>
                        <a:pt x="21526" y="17359"/>
                        <a:pt x="21526" y="17359"/>
                        <a:pt x="21526" y="17359"/>
                      </a:cubicBezTo>
                      <a:cubicBezTo>
                        <a:pt x="21155" y="17044"/>
                        <a:pt x="21155" y="17044"/>
                        <a:pt x="21155" y="17044"/>
                      </a:cubicBezTo>
                      <a:cubicBezTo>
                        <a:pt x="21155" y="17044"/>
                        <a:pt x="20709" y="16848"/>
                        <a:pt x="20561" y="16809"/>
                      </a:cubicBezTo>
                      <a:cubicBezTo>
                        <a:pt x="20412" y="16809"/>
                        <a:pt x="19596" y="16691"/>
                        <a:pt x="19596" y="16691"/>
                      </a:cubicBezTo>
                      <a:cubicBezTo>
                        <a:pt x="19002" y="16612"/>
                        <a:pt x="19002" y="16612"/>
                        <a:pt x="19002" y="16612"/>
                      </a:cubicBezTo>
                      <a:cubicBezTo>
                        <a:pt x="18705" y="16691"/>
                        <a:pt x="18705" y="16691"/>
                        <a:pt x="18705" y="16691"/>
                      </a:cubicBezTo>
                      <a:cubicBezTo>
                        <a:pt x="18631" y="16809"/>
                        <a:pt x="18631" y="16809"/>
                        <a:pt x="18631" y="16809"/>
                      </a:cubicBezTo>
                      <a:cubicBezTo>
                        <a:pt x="18408" y="16887"/>
                        <a:pt x="18408" y="16887"/>
                        <a:pt x="18408" y="16887"/>
                      </a:cubicBezTo>
                      <a:cubicBezTo>
                        <a:pt x="18408" y="16887"/>
                        <a:pt x="18186" y="16966"/>
                        <a:pt x="18186" y="16966"/>
                      </a:cubicBezTo>
                      <a:cubicBezTo>
                        <a:pt x="18111" y="16966"/>
                        <a:pt x="17963" y="16848"/>
                        <a:pt x="17963" y="16848"/>
                      </a:cubicBezTo>
                      <a:cubicBezTo>
                        <a:pt x="17963" y="16848"/>
                        <a:pt x="17740" y="16730"/>
                        <a:pt x="17740" y="16730"/>
                      </a:cubicBezTo>
                      <a:cubicBezTo>
                        <a:pt x="17666" y="16730"/>
                        <a:pt x="17443" y="16691"/>
                        <a:pt x="17443" y="16691"/>
                      </a:cubicBezTo>
                      <a:cubicBezTo>
                        <a:pt x="17740" y="16573"/>
                        <a:pt x="17740" y="16573"/>
                        <a:pt x="17740" y="16573"/>
                      </a:cubicBezTo>
                      <a:cubicBezTo>
                        <a:pt x="18111" y="16495"/>
                        <a:pt x="18111" y="16495"/>
                        <a:pt x="18111" y="16495"/>
                      </a:cubicBezTo>
                      <a:cubicBezTo>
                        <a:pt x="18111" y="16495"/>
                        <a:pt x="18260" y="16416"/>
                        <a:pt x="18260" y="16377"/>
                      </a:cubicBezTo>
                      <a:cubicBezTo>
                        <a:pt x="18334" y="16377"/>
                        <a:pt x="18482" y="16298"/>
                        <a:pt x="18482" y="16298"/>
                      </a:cubicBezTo>
                      <a:cubicBezTo>
                        <a:pt x="18557" y="15984"/>
                        <a:pt x="18557" y="15984"/>
                        <a:pt x="18557" y="15984"/>
                      </a:cubicBezTo>
                      <a:cubicBezTo>
                        <a:pt x="18408" y="15670"/>
                        <a:pt x="18408" y="15670"/>
                        <a:pt x="18408" y="15670"/>
                      </a:cubicBezTo>
                      <a:cubicBezTo>
                        <a:pt x="18186" y="15513"/>
                        <a:pt x="18186" y="15513"/>
                        <a:pt x="18186" y="15513"/>
                      </a:cubicBezTo>
                      <a:cubicBezTo>
                        <a:pt x="18037" y="15356"/>
                        <a:pt x="18037" y="15356"/>
                        <a:pt x="18037" y="15356"/>
                      </a:cubicBezTo>
                      <a:cubicBezTo>
                        <a:pt x="17889" y="15356"/>
                        <a:pt x="17889" y="15356"/>
                        <a:pt x="17889" y="15356"/>
                      </a:cubicBezTo>
                      <a:cubicBezTo>
                        <a:pt x="17592" y="15238"/>
                        <a:pt x="17592" y="15238"/>
                        <a:pt x="17592" y="15238"/>
                      </a:cubicBezTo>
                      <a:cubicBezTo>
                        <a:pt x="17369" y="15081"/>
                        <a:pt x="17369" y="15081"/>
                        <a:pt x="17369" y="15081"/>
                      </a:cubicBezTo>
                      <a:cubicBezTo>
                        <a:pt x="17295" y="14963"/>
                        <a:pt x="17295" y="14963"/>
                        <a:pt x="17295" y="14963"/>
                      </a:cubicBezTo>
                      <a:cubicBezTo>
                        <a:pt x="17369" y="14884"/>
                        <a:pt x="17369" y="14884"/>
                        <a:pt x="17369" y="14884"/>
                      </a:cubicBezTo>
                      <a:cubicBezTo>
                        <a:pt x="17443" y="14924"/>
                        <a:pt x="17443" y="14924"/>
                        <a:pt x="17443" y="14924"/>
                      </a:cubicBezTo>
                      <a:cubicBezTo>
                        <a:pt x="17443" y="14924"/>
                        <a:pt x="17443" y="15002"/>
                        <a:pt x="17518" y="15002"/>
                      </a:cubicBezTo>
                      <a:cubicBezTo>
                        <a:pt x="17518" y="15041"/>
                        <a:pt x="17592" y="15081"/>
                        <a:pt x="17592" y="15081"/>
                      </a:cubicBezTo>
                      <a:cubicBezTo>
                        <a:pt x="17666" y="15120"/>
                        <a:pt x="17963" y="15199"/>
                        <a:pt x="17963" y="15199"/>
                      </a:cubicBezTo>
                      <a:cubicBezTo>
                        <a:pt x="18111" y="15199"/>
                        <a:pt x="18111" y="15199"/>
                        <a:pt x="18111" y="15199"/>
                      </a:cubicBezTo>
                      <a:cubicBezTo>
                        <a:pt x="18260" y="15316"/>
                        <a:pt x="18260" y="15316"/>
                        <a:pt x="18260" y="15316"/>
                      </a:cubicBezTo>
                      <a:cubicBezTo>
                        <a:pt x="18260" y="15316"/>
                        <a:pt x="18334" y="15199"/>
                        <a:pt x="18334" y="15199"/>
                      </a:cubicBezTo>
                      <a:cubicBezTo>
                        <a:pt x="18334" y="15159"/>
                        <a:pt x="18111" y="15002"/>
                        <a:pt x="18111" y="15002"/>
                      </a:cubicBezTo>
                      <a:cubicBezTo>
                        <a:pt x="18037" y="15002"/>
                        <a:pt x="17963" y="14845"/>
                        <a:pt x="17963" y="14845"/>
                      </a:cubicBezTo>
                      <a:cubicBezTo>
                        <a:pt x="17889" y="14806"/>
                        <a:pt x="17740" y="14570"/>
                        <a:pt x="17740" y="14570"/>
                      </a:cubicBezTo>
                      <a:cubicBezTo>
                        <a:pt x="17740" y="14570"/>
                        <a:pt x="17666" y="14492"/>
                        <a:pt x="17666" y="14452"/>
                      </a:cubicBezTo>
                      <a:cubicBezTo>
                        <a:pt x="17666" y="14452"/>
                        <a:pt x="17666" y="14256"/>
                        <a:pt x="17666" y="14256"/>
                      </a:cubicBezTo>
                      <a:cubicBezTo>
                        <a:pt x="17814" y="14217"/>
                        <a:pt x="17814" y="14217"/>
                        <a:pt x="17814" y="14217"/>
                      </a:cubicBezTo>
                      <a:cubicBezTo>
                        <a:pt x="17963" y="14138"/>
                        <a:pt x="17963" y="14138"/>
                        <a:pt x="17963" y="14138"/>
                      </a:cubicBezTo>
                      <a:cubicBezTo>
                        <a:pt x="17963" y="14138"/>
                        <a:pt x="17889" y="14138"/>
                        <a:pt x="17889" y="14099"/>
                      </a:cubicBezTo>
                      <a:cubicBezTo>
                        <a:pt x="17814" y="14020"/>
                        <a:pt x="17666" y="13942"/>
                        <a:pt x="17666" y="13942"/>
                      </a:cubicBezTo>
                      <a:cubicBezTo>
                        <a:pt x="17666" y="13942"/>
                        <a:pt x="17518" y="13903"/>
                        <a:pt x="17443" y="13863"/>
                      </a:cubicBezTo>
                      <a:cubicBezTo>
                        <a:pt x="17443" y="13785"/>
                        <a:pt x="17369" y="13706"/>
                        <a:pt x="17369" y="13706"/>
                      </a:cubicBezTo>
                      <a:cubicBezTo>
                        <a:pt x="17369" y="13667"/>
                        <a:pt x="17295" y="13431"/>
                        <a:pt x="17295" y="13431"/>
                      </a:cubicBezTo>
                      <a:cubicBezTo>
                        <a:pt x="16924" y="13235"/>
                        <a:pt x="16924" y="13235"/>
                        <a:pt x="16924" y="13235"/>
                      </a:cubicBezTo>
                      <a:cubicBezTo>
                        <a:pt x="16924" y="13235"/>
                        <a:pt x="16775" y="13156"/>
                        <a:pt x="16701" y="13117"/>
                      </a:cubicBezTo>
                      <a:cubicBezTo>
                        <a:pt x="16701" y="13117"/>
                        <a:pt x="16478" y="13078"/>
                        <a:pt x="16478" y="13078"/>
                      </a:cubicBezTo>
                      <a:cubicBezTo>
                        <a:pt x="16404" y="13078"/>
                        <a:pt x="16033" y="12960"/>
                        <a:pt x="16033" y="12960"/>
                      </a:cubicBezTo>
                      <a:cubicBezTo>
                        <a:pt x="16033" y="12960"/>
                        <a:pt x="15736" y="12764"/>
                        <a:pt x="15736" y="12724"/>
                      </a:cubicBezTo>
                      <a:cubicBezTo>
                        <a:pt x="15736" y="12685"/>
                        <a:pt x="15588" y="12449"/>
                        <a:pt x="15588" y="12449"/>
                      </a:cubicBezTo>
                      <a:cubicBezTo>
                        <a:pt x="15588" y="12292"/>
                        <a:pt x="15588" y="12292"/>
                        <a:pt x="15588" y="12292"/>
                      </a:cubicBezTo>
                      <a:cubicBezTo>
                        <a:pt x="15439" y="11978"/>
                        <a:pt x="15439" y="11978"/>
                        <a:pt x="15439" y="11978"/>
                      </a:cubicBezTo>
                      <a:cubicBezTo>
                        <a:pt x="15365" y="11664"/>
                        <a:pt x="15365" y="11664"/>
                        <a:pt x="15365" y="11664"/>
                      </a:cubicBezTo>
                      <a:cubicBezTo>
                        <a:pt x="15365" y="11350"/>
                        <a:pt x="15365" y="11350"/>
                        <a:pt x="15365" y="11350"/>
                      </a:cubicBezTo>
                      <a:cubicBezTo>
                        <a:pt x="15365" y="11075"/>
                        <a:pt x="15365" y="11075"/>
                        <a:pt x="15365" y="11075"/>
                      </a:cubicBezTo>
                      <a:cubicBezTo>
                        <a:pt x="15365" y="10839"/>
                        <a:pt x="15365" y="10839"/>
                        <a:pt x="15365" y="10839"/>
                      </a:cubicBezTo>
                      <a:cubicBezTo>
                        <a:pt x="14994" y="10604"/>
                        <a:pt x="14994" y="10604"/>
                        <a:pt x="14994" y="10604"/>
                      </a:cubicBezTo>
                      <a:cubicBezTo>
                        <a:pt x="14845" y="10368"/>
                        <a:pt x="14845" y="10368"/>
                        <a:pt x="14845" y="10368"/>
                      </a:cubicBezTo>
                      <a:cubicBezTo>
                        <a:pt x="14400" y="10132"/>
                        <a:pt x="14400" y="10132"/>
                        <a:pt x="14400" y="10132"/>
                      </a:cubicBezTo>
                      <a:cubicBezTo>
                        <a:pt x="14103" y="9936"/>
                        <a:pt x="14103" y="9936"/>
                        <a:pt x="14103" y="9936"/>
                      </a:cubicBezTo>
                      <a:cubicBezTo>
                        <a:pt x="13880" y="9897"/>
                        <a:pt x="13880" y="9897"/>
                        <a:pt x="13880" y="9897"/>
                      </a:cubicBezTo>
                      <a:cubicBezTo>
                        <a:pt x="13509" y="9661"/>
                        <a:pt x="13509" y="9661"/>
                        <a:pt x="13509" y="9661"/>
                      </a:cubicBezTo>
                      <a:cubicBezTo>
                        <a:pt x="13212" y="9622"/>
                        <a:pt x="13212" y="9622"/>
                        <a:pt x="13212" y="9622"/>
                      </a:cubicBezTo>
                      <a:cubicBezTo>
                        <a:pt x="12915" y="9700"/>
                        <a:pt x="12915" y="9700"/>
                        <a:pt x="12915" y="9700"/>
                      </a:cubicBezTo>
                      <a:cubicBezTo>
                        <a:pt x="12619" y="9740"/>
                        <a:pt x="12619" y="9740"/>
                        <a:pt x="12619" y="9740"/>
                      </a:cubicBezTo>
                      <a:cubicBezTo>
                        <a:pt x="12322" y="9779"/>
                        <a:pt x="12322" y="9779"/>
                        <a:pt x="12322" y="9779"/>
                      </a:cubicBezTo>
                      <a:cubicBezTo>
                        <a:pt x="11802" y="9661"/>
                        <a:pt x="11802" y="9661"/>
                        <a:pt x="11802" y="9661"/>
                      </a:cubicBezTo>
                      <a:cubicBezTo>
                        <a:pt x="11579" y="9543"/>
                        <a:pt x="11579" y="9543"/>
                        <a:pt x="11579" y="9543"/>
                      </a:cubicBezTo>
                      <a:cubicBezTo>
                        <a:pt x="11282" y="9504"/>
                        <a:pt x="11282" y="9504"/>
                        <a:pt x="11282" y="9504"/>
                      </a:cubicBezTo>
                      <a:cubicBezTo>
                        <a:pt x="11134" y="9504"/>
                        <a:pt x="11134" y="9504"/>
                        <a:pt x="11134" y="9504"/>
                      </a:cubicBezTo>
                      <a:cubicBezTo>
                        <a:pt x="11134" y="9504"/>
                        <a:pt x="11134" y="9465"/>
                        <a:pt x="11134" y="9465"/>
                      </a:cubicBezTo>
                      <a:cubicBezTo>
                        <a:pt x="11134" y="9465"/>
                        <a:pt x="11282" y="9465"/>
                        <a:pt x="11282" y="9465"/>
                      </a:cubicBezTo>
                      <a:cubicBezTo>
                        <a:pt x="11282" y="9465"/>
                        <a:pt x="11431" y="9504"/>
                        <a:pt x="11505" y="9504"/>
                      </a:cubicBezTo>
                      <a:cubicBezTo>
                        <a:pt x="11505" y="9504"/>
                        <a:pt x="11728" y="9543"/>
                        <a:pt x="11728" y="9543"/>
                      </a:cubicBezTo>
                      <a:cubicBezTo>
                        <a:pt x="11728" y="9543"/>
                        <a:pt x="11802" y="9583"/>
                        <a:pt x="11876" y="9583"/>
                      </a:cubicBezTo>
                      <a:cubicBezTo>
                        <a:pt x="11951" y="9583"/>
                        <a:pt x="12173" y="9583"/>
                        <a:pt x="12173" y="9583"/>
                      </a:cubicBezTo>
                      <a:cubicBezTo>
                        <a:pt x="12396" y="9504"/>
                        <a:pt x="12396" y="9504"/>
                        <a:pt x="12396" y="9504"/>
                      </a:cubicBezTo>
                      <a:cubicBezTo>
                        <a:pt x="12470" y="9386"/>
                        <a:pt x="12470" y="9386"/>
                        <a:pt x="12470" y="9386"/>
                      </a:cubicBezTo>
                      <a:cubicBezTo>
                        <a:pt x="12693" y="9347"/>
                        <a:pt x="12693" y="9347"/>
                        <a:pt x="12693" y="9347"/>
                      </a:cubicBezTo>
                      <a:cubicBezTo>
                        <a:pt x="12841" y="9308"/>
                        <a:pt x="12841" y="9308"/>
                        <a:pt x="12841" y="9308"/>
                      </a:cubicBezTo>
                      <a:cubicBezTo>
                        <a:pt x="12990" y="9308"/>
                        <a:pt x="12990" y="9308"/>
                        <a:pt x="12990" y="9308"/>
                      </a:cubicBezTo>
                      <a:cubicBezTo>
                        <a:pt x="12990" y="9308"/>
                        <a:pt x="13064" y="9386"/>
                        <a:pt x="13212" y="9347"/>
                      </a:cubicBezTo>
                      <a:cubicBezTo>
                        <a:pt x="13361" y="9347"/>
                        <a:pt x="13435" y="9308"/>
                        <a:pt x="13435" y="9308"/>
                      </a:cubicBezTo>
                      <a:cubicBezTo>
                        <a:pt x="13435" y="9308"/>
                        <a:pt x="13732" y="9229"/>
                        <a:pt x="13658" y="9229"/>
                      </a:cubicBezTo>
                      <a:cubicBezTo>
                        <a:pt x="13658" y="9190"/>
                        <a:pt x="13658" y="9151"/>
                        <a:pt x="13584" y="9151"/>
                      </a:cubicBezTo>
                      <a:cubicBezTo>
                        <a:pt x="13584" y="9111"/>
                        <a:pt x="13435" y="9033"/>
                        <a:pt x="13435" y="9033"/>
                      </a:cubicBezTo>
                      <a:cubicBezTo>
                        <a:pt x="13435" y="9033"/>
                        <a:pt x="13361" y="9033"/>
                        <a:pt x="13361" y="8993"/>
                      </a:cubicBezTo>
                      <a:cubicBezTo>
                        <a:pt x="13361" y="8954"/>
                        <a:pt x="13361" y="8876"/>
                        <a:pt x="13361" y="8876"/>
                      </a:cubicBezTo>
                      <a:cubicBezTo>
                        <a:pt x="13212" y="8797"/>
                        <a:pt x="13212" y="8797"/>
                        <a:pt x="13212" y="8797"/>
                      </a:cubicBezTo>
                      <a:cubicBezTo>
                        <a:pt x="13212" y="8797"/>
                        <a:pt x="13138" y="8797"/>
                        <a:pt x="13064" y="8797"/>
                      </a:cubicBezTo>
                      <a:cubicBezTo>
                        <a:pt x="12990" y="8797"/>
                        <a:pt x="12915" y="8836"/>
                        <a:pt x="12915" y="8836"/>
                      </a:cubicBezTo>
                      <a:cubicBezTo>
                        <a:pt x="12619" y="8876"/>
                        <a:pt x="12619" y="8876"/>
                        <a:pt x="12619" y="8876"/>
                      </a:cubicBezTo>
                      <a:cubicBezTo>
                        <a:pt x="12247" y="8915"/>
                        <a:pt x="12247" y="8915"/>
                        <a:pt x="12247" y="8915"/>
                      </a:cubicBezTo>
                      <a:cubicBezTo>
                        <a:pt x="12247" y="8876"/>
                        <a:pt x="12247" y="8876"/>
                        <a:pt x="12247" y="8876"/>
                      </a:cubicBezTo>
                      <a:cubicBezTo>
                        <a:pt x="12619" y="8836"/>
                        <a:pt x="12619" y="8836"/>
                        <a:pt x="12619" y="8836"/>
                      </a:cubicBezTo>
                      <a:cubicBezTo>
                        <a:pt x="12841" y="8758"/>
                        <a:pt x="12841" y="8758"/>
                        <a:pt x="12841" y="8758"/>
                      </a:cubicBezTo>
                      <a:cubicBezTo>
                        <a:pt x="12841" y="8758"/>
                        <a:pt x="12841" y="8719"/>
                        <a:pt x="12915" y="8719"/>
                      </a:cubicBezTo>
                      <a:cubicBezTo>
                        <a:pt x="12990" y="8719"/>
                        <a:pt x="13212" y="8758"/>
                        <a:pt x="13212" y="8758"/>
                      </a:cubicBezTo>
                      <a:cubicBezTo>
                        <a:pt x="13287" y="8758"/>
                        <a:pt x="13584" y="8758"/>
                        <a:pt x="13584" y="8758"/>
                      </a:cubicBezTo>
                      <a:cubicBezTo>
                        <a:pt x="13584" y="8758"/>
                        <a:pt x="13806" y="8679"/>
                        <a:pt x="13806" y="8640"/>
                      </a:cubicBezTo>
                      <a:cubicBezTo>
                        <a:pt x="13880" y="8640"/>
                        <a:pt x="14177" y="8561"/>
                        <a:pt x="14177" y="8561"/>
                      </a:cubicBezTo>
                      <a:cubicBezTo>
                        <a:pt x="14177" y="8444"/>
                        <a:pt x="14177" y="8444"/>
                        <a:pt x="14177" y="8444"/>
                      </a:cubicBezTo>
                      <a:cubicBezTo>
                        <a:pt x="14177" y="8444"/>
                        <a:pt x="14252" y="8326"/>
                        <a:pt x="14326" y="8326"/>
                      </a:cubicBezTo>
                      <a:cubicBezTo>
                        <a:pt x="14326" y="8326"/>
                        <a:pt x="14623" y="8208"/>
                        <a:pt x="14623" y="8208"/>
                      </a:cubicBezTo>
                      <a:cubicBezTo>
                        <a:pt x="14920" y="8051"/>
                        <a:pt x="14920" y="8051"/>
                        <a:pt x="14920" y="8051"/>
                      </a:cubicBezTo>
                      <a:cubicBezTo>
                        <a:pt x="15068" y="7855"/>
                        <a:pt x="15068" y="7855"/>
                        <a:pt x="15068" y="7855"/>
                      </a:cubicBezTo>
                      <a:cubicBezTo>
                        <a:pt x="15216" y="7697"/>
                        <a:pt x="15216" y="7697"/>
                        <a:pt x="15216" y="7697"/>
                      </a:cubicBezTo>
                      <a:cubicBezTo>
                        <a:pt x="15216" y="7697"/>
                        <a:pt x="15513" y="7580"/>
                        <a:pt x="15439" y="7540"/>
                      </a:cubicBezTo>
                      <a:cubicBezTo>
                        <a:pt x="15439" y="7462"/>
                        <a:pt x="15439" y="7344"/>
                        <a:pt x="15439" y="7344"/>
                      </a:cubicBezTo>
                      <a:cubicBezTo>
                        <a:pt x="15439" y="7344"/>
                        <a:pt x="15662" y="7265"/>
                        <a:pt x="15736" y="7226"/>
                      </a:cubicBezTo>
                      <a:cubicBezTo>
                        <a:pt x="15736" y="7187"/>
                        <a:pt x="16256" y="6991"/>
                        <a:pt x="16256" y="6991"/>
                      </a:cubicBezTo>
                      <a:cubicBezTo>
                        <a:pt x="16330" y="6794"/>
                        <a:pt x="16330" y="6794"/>
                        <a:pt x="16330" y="6794"/>
                      </a:cubicBezTo>
                      <a:cubicBezTo>
                        <a:pt x="16256" y="6716"/>
                        <a:pt x="16256" y="6716"/>
                        <a:pt x="16256" y="6716"/>
                      </a:cubicBezTo>
                      <a:cubicBezTo>
                        <a:pt x="16181" y="6598"/>
                        <a:pt x="16181" y="6598"/>
                        <a:pt x="16181" y="6598"/>
                      </a:cubicBezTo>
                      <a:cubicBezTo>
                        <a:pt x="16033" y="6480"/>
                        <a:pt x="16033" y="6480"/>
                        <a:pt x="16033" y="6480"/>
                      </a:cubicBezTo>
                      <a:cubicBezTo>
                        <a:pt x="15885" y="6362"/>
                        <a:pt x="15885" y="6362"/>
                        <a:pt x="15885" y="6362"/>
                      </a:cubicBezTo>
                      <a:cubicBezTo>
                        <a:pt x="15588" y="6362"/>
                        <a:pt x="15588" y="6362"/>
                        <a:pt x="15588" y="6362"/>
                      </a:cubicBezTo>
                      <a:cubicBezTo>
                        <a:pt x="15588" y="6362"/>
                        <a:pt x="15513" y="6441"/>
                        <a:pt x="15513" y="6401"/>
                      </a:cubicBezTo>
                      <a:cubicBezTo>
                        <a:pt x="15439" y="6401"/>
                        <a:pt x="15291" y="6323"/>
                        <a:pt x="15291" y="6323"/>
                      </a:cubicBezTo>
                      <a:cubicBezTo>
                        <a:pt x="14994" y="6362"/>
                        <a:pt x="14994" y="6362"/>
                        <a:pt x="14994" y="6362"/>
                      </a:cubicBezTo>
                      <a:cubicBezTo>
                        <a:pt x="14623" y="6323"/>
                        <a:pt x="14623" y="6323"/>
                        <a:pt x="14623" y="6323"/>
                      </a:cubicBezTo>
                      <a:cubicBezTo>
                        <a:pt x="14548" y="6244"/>
                        <a:pt x="14548" y="6244"/>
                        <a:pt x="14548" y="6244"/>
                      </a:cubicBezTo>
                      <a:cubicBezTo>
                        <a:pt x="14252" y="6244"/>
                        <a:pt x="14252" y="6244"/>
                        <a:pt x="14252" y="6244"/>
                      </a:cubicBezTo>
                      <a:cubicBezTo>
                        <a:pt x="14103" y="6205"/>
                        <a:pt x="14103" y="6205"/>
                        <a:pt x="14103" y="6205"/>
                      </a:cubicBezTo>
                      <a:cubicBezTo>
                        <a:pt x="13806" y="6244"/>
                        <a:pt x="13806" y="6244"/>
                        <a:pt x="13806" y="6244"/>
                      </a:cubicBezTo>
                      <a:cubicBezTo>
                        <a:pt x="13584" y="6244"/>
                        <a:pt x="13584" y="6244"/>
                        <a:pt x="13584" y="6244"/>
                      </a:cubicBezTo>
                      <a:cubicBezTo>
                        <a:pt x="13435" y="6205"/>
                        <a:pt x="13435" y="6205"/>
                        <a:pt x="13435" y="6205"/>
                      </a:cubicBezTo>
                      <a:cubicBezTo>
                        <a:pt x="13212" y="6087"/>
                        <a:pt x="13212" y="6087"/>
                        <a:pt x="13212" y="6087"/>
                      </a:cubicBezTo>
                      <a:cubicBezTo>
                        <a:pt x="12767" y="6087"/>
                        <a:pt x="12767" y="6087"/>
                        <a:pt x="12767" y="6087"/>
                      </a:cubicBezTo>
                      <a:cubicBezTo>
                        <a:pt x="12693" y="6166"/>
                        <a:pt x="12693" y="6166"/>
                        <a:pt x="12693" y="6166"/>
                      </a:cubicBezTo>
                      <a:cubicBezTo>
                        <a:pt x="12396" y="6166"/>
                        <a:pt x="12396" y="6166"/>
                        <a:pt x="12396" y="6166"/>
                      </a:cubicBezTo>
                      <a:cubicBezTo>
                        <a:pt x="12396" y="6166"/>
                        <a:pt x="12322" y="6166"/>
                        <a:pt x="12247" y="6166"/>
                      </a:cubicBezTo>
                      <a:cubicBezTo>
                        <a:pt x="12247" y="6166"/>
                        <a:pt x="12099" y="6205"/>
                        <a:pt x="12099" y="6205"/>
                      </a:cubicBezTo>
                      <a:cubicBezTo>
                        <a:pt x="11951" y="6244"/>
                        <a:pt x="11951" y="6244"/>
                        <a:pt x="11951" y="6244"/>
                      </a:cubicBezTo>
                      <a:cubicBezTo>
                        <a:pt x="11802" y="6244"/>
                        <a:pt x="11802" y="6244"/>
                        <a:pt x="11802" y="6244"/>
                      </a:cubicBezTo>
                      <a:cubicBezTo>
                        <a:pt x="11505" y="6205"/>
                        <a:pt x="11505" y="6205"/>
                        <a:pt x="11505" y="6205"/>
                      </a:cubicBezTo>
                      <a:cubicBezTo>
                        <a:pt x="11357" y="6323"/>
                        <a:pt x="11357" y="6323"/>
                        <a:pt x="11357" y="6323"/>
                      </a:cubicBezTo>
                      <a:cubicBezTo>
                        <a:pt x="11134" y="6362"/>
                        <a:pt x="11134" y="6362"/>
                        <a:pt x="11134" y="6362"/>
                      </a:cubicBezTo>
                      <a:cubicBezTo>
                        <a:pt x="10911" y="6480"/>
                        <a:pt x="10911" y="6480"/>
                        <a:pt x="10911" y="6480"/>
                      </a:cubicBezTo>
                      <a:cubicBezTo>
                        <a:pt x="10986" y="6362"/>
                        <a:pt x="10986" y="6362"/>
                        <a:pt x="10986" y="6362"/>
                      </a:cubicBezTo>
                      <a:cubicBezTo>
                        <a:pt x="11134" y="6284"/>
                        <a:pt x="11134" y="6284"/>
                        <a:pt x="11134" y="6284"/>
                      </a:cubicBezTo>
                      <a:cubicBezTo>
                        <a:pt x="11357" y="6244"/>
                        <a:pt x="11357" y="6244"/>
                        <a:pt x="11357" y="6244"/>
                      </a:cubicBezTo>
                      <a:cubicBezTo>
                        <a:pt x="11505" y="6127"/>
                        <a:pt x="11505" y="6127"/>
                        <a:pt x="11505" y="6127"/>
                      </a:cubicBezTo>
                      <a:cubicBezTo>
                        <a:pt x="11505" y="6127"/>
                        <a:pt x="11654" y="6087"/>
                        <a:pt x="11654" y="6048"/>
                      </a:cubicBezTo>
                      <a:cubicBezTo>
                        <a:pt x="11728" y="6048"/>
                        <a:pt x="11876" y="5969"/>
                        <a:pt x="11876" y="5969"/>
                      </a:cubicBezTo>
                      <a:cubicBezTo>
                        <a:pt x="11654" y="5930"/>
                        <a:pt x="11654" y="5930"/>
                        <a:pt x="11654" y="5930"/>
                      </a:cubicBezTo>
                      <a:cubicBezTo>
                        <a:pt x="11431" y="6009"/>
                        <a:pt x="11431" y="6009"/>
                        <a:pt x="11431" y="6009"/>
                      </a:cubicBezTo>
                      <a:cubicBezTo>
                        <a:pt x="11431" y="6009"/>
                        <a:pt x="11357" y="6009"/>
                        <a:pt x="11282" y="6009"/>
                      </a:cubicBezTo>
                      <a:cubicBezTo>
                        <a:pt x="11282" y="6009"/>
                        <a:pt x="11060" y="6048"/>
                        <a:pt x="11060" y="6048"/>
                      </a:cubicBezTo>
                      <a:cubicBezTo>
                        <a:pt x="10614" y="6127"/>
                        <a:pt x="10614" y="6127"/>
                        <a:pt x="10614" y="6127"/>
                      </a:cubicBezTo>
                      <a:cubicBezTo>
                        <a:pt x="11060" y="6009"/>
                        <a:pt x="11060" y="6009"/>
                        <a:pt x="11060" y="6009"/>
                      </a:cubicBezTo>
                      <a:cubicBezTo>
                        <a:pt x="11060" y="6009"/>
                        <a:pt x="11208" y="5969"/>
                        <a:pt x="11282" y="5930"/>
                      </a:cubicBezTo>
                      <a:cubicBezTo>
                        <a:pt x="11357" y="5930"/>
                        <a:pt x="11505" y="5891"/>
                        <a:pt x="11505" y="5891"/>
                      </a:cubicBezTo>
                      <a:cubicBezTo>
                        <a:pt x="11579" y="5891"/>
                        <a:pt x="11728" y="5852"/>
                        <a:pt x="11728" y="5852"/>
                      </a:cubicBezTo>
                      <a:cubicBezTo>
                        <a:pt x="11802" y="5891"/>
                        <a:pt x="11951" y="5930"/>
                        <a:pt x="12025" y="5891"/>
                      </a:cubicBezTo>
                      <a:cubicBezTo>
                        <a:pt x="12025" y="5891"/>
                        <a:pt x="12099" y="5812"/>
                        <a:pt x="12173" y="5812"/>
                      </a:cubicBezTo>
                      <a:cubicBezTo>
                        <a:pt x="12173" y="5773"/>
                        <a:pt x="12322" y="5695"/>
                        <a:pt x="12322" y="5695"/>
                      </a:cubicBezTo>
                      <a:cubicBezTo>
                        <a:pt x="11876" y="5695"/>
                        <a:pt x="11876" y="5695"/>
                        <a:pt x="11876" y="5695"/>
                      </a:cubicBezTo>
                      <a:cubicBezTo>
                        <a:pt x="11876" y="5695"/>
                        <a:pt x="11802" y="5734"/>
                        <a:pt x="11728" y="5734"/>
                      </a:cubicBezTo>
                      <a:cubicBezTo>
                        <a:pt x="11654" y="5695"/>
                        <a:pt x="11505" y="5695"/>
                        <a:pt x="11431" y="5655"/>
                      </a:cubicBezTo>
                      <a:cubicBezTo>
                        <a:pt x="11431" y="5655"/>
                        <a:pt x="11357" y="5616"/>
                        <a:pt x="11357" y="5616"/>
                      </a:cubicBezTo>
                      <a:cubicBezTo>
                        <a:pt x="11282" y="5616"/>
                        <a:pt x="11134" y="5537"/>
                        <a:pt x="11134" y="5537"/>
                      </a:cubicBezTo>
                      <a:cubicBezTo>
                        <a:pt x="11208" y="5498"/>
                        <a:pt x="11208" y="5498"/>
                        <a:pt x="11208" y="5498"/>
                      </a:cubicBezTo>
                      <a:cubicBezTo>
                        <a:pt x="11357" y="5577"/>
                        <a:pt x="11357" y="5577"/>
                        <a:pt x="11357" y="5577"/>
                      </a:cubicBezTo>
                      <a:cubicBezTo>
                        <a:pt x="11357" y="5577"/>
                        <a:pt x="11431" y="5616"/>
                        <a:pt x="11505" y="5616"/>
                      </a:cubicBezTo>
                      <a:cubicBezTo>
                        <a:pt x="11579" y="5616"/>
                        <a:pt x="11654" y="5577"/>
                        <a:pt x="11802" y="5577"/>
                      </a:cubicBezTo>
                      <a:cubicBezTo>
                        <a:pt x="11876" y="5616"/>
                        <a:pt x="12025" y="5498"/>
                        <a:pt x="12025" y="5498"/>
                      </a:cubicBezTo>
                      <a:cubicBezTo>
                        <a:pt x="12025" y="5498"/>
                        <a:pt x="11876" y="5498"/>
                        <a:pt x="12099" y="5459"/>
                      </a:cubicBezTo>
                      <a:cubicBezTo>
                        <a:pt x="12247" y="5380"/>
                        <a:pt x="12173" y="5420"/>
                        <a:pt x="12322" y="5341"/>
                      </a:cubicBezTo>
                      <a:cubicBezTo>
                        <a:pt x="12470" y="5302"/>
                        <a:pt x="12841" y="5184"/>
                        <a:pt x="12841" y="5184"/>
                      </a:cubicBezTo>
                      <a:cubicBezTo>
                        <a:pt x="13287" y="5105"/>
                        <a:pt x="13287" y="5105"/>
                        <a:pt x="13287" y="5105"/>
                      </a:cubicBezTo>
                      <a:cubicBezTo>
                        <a:pt x="13584" y="4909"/>
                        <a:pt x="13584" y="4909"/>
                        <a:pt x="13584" y="4909"/>
                      </a:cubicBezTo>
                      <a:cubicBezTo>
                        <a:pt x="13806" y="4909"/>
                        <a:pt x="13806" y="4909"/>
                        <a:pt x="13806" y="4909"/>
                      </a:cubicBezTo>
                      <a:cubicBezTo>
                        <a:pt x="14103" y="4752"/>
                        <a:pt x="14103" y="4752"/>
                        <a:pt x="14103" y="4752"/>
                      </a:cubicBezTo>
                      <a:cubicBezTo>
                        <a:pt x="14252" y="4673"/>
                        <a:pt x="14252" y="4673"/>
                        <a:pt x="14252" y="4673"/>
                      </a:cubicBezTo>
                      <a:cubicBezTo>
                        <a:pt x="14177" y="4477"/>
                        <a:pt x="14177" y="4477"/>
                        <a:pt x="14177" y="4477"/>
                      </a:cubicBezTo>
                      <a:cubicBezTo>
                        <a:pt x="14326" y="4320"/>
                        <a:pt x="14326" y="4320"/>
                        <a:pt x="14326" y="4320"/>
                      </a:cubicBezTo>
                      <a:cubicBezTo>
                        <a:pt x="14326" y="4202"/>
                        <a:pt x="14326" y="4202"/>
                        <a:pt x="14326" y="4202"/>
                      </a:cubicBezTo>
                      <a:cubicBezTo>
                        <a:pt x="14103" y="4163"/>
                        <a:pt x="14103" y="4163"/>
                        <a:pt x="14103" y="4163"/>
                      </a:cubicBezTo>
                      <a:cubicBezTo>
                        <a:pt x="13658" y="4163"/>
                        <a:pt x="13658" y="4163"/>
                        <a:pt x="13658" y="4163"/>
                      </a:cubicBezTo>
                      <a:cubicBezTo>
                        <a:pt x="13658" y="4163"/>
                        <a:pt x="13584" y="4281"/>
                        <a:pt x="13509" y="4241"/>
                      </a:cubicBezTo>
                      <a:cubicBezTo>
                        <a:pt x="13509" y="4241"/>
                        <a:pt x="13212" y="4124"/>
                        <a:pt x="13138" y="4124"/>
                      </a:cubicBezTo>
                      <a:cubicBezTo>
                        <a:pt x="13138" y="4124"/>
                        <a:pt x="12841" y="4241"/>
                        <a:pt x="12841" y="4241"/>
                      </a:cubicBezTo>
                      <a:cubicBezTo>
                        <a:pt x="12693" y="4241"/>
                        <a:pt x="12693" y="4241"/>
                        <a:pt x="12693" y="4241"/>
                      </a:cubicBezTo>
                      <a:cubicBezTo>
                        <a:pt x="12693" y="4241"/>
                        <a:pt x="12619" y="4241"/>
                        <a:pt x="12470" y="4241"/>
                      </a:cubicBezTo>
                      <a:cubicBezTo>
                        <a:pt x="12322" y="4202"/>
                        <a:pt x="12025" y="4163"/>
                        <a:pt x="12025" y="4163"/>
                      </a:cubicBezTo>
                      <a:cubicBezTo>
                        <a:pt x="11802" y="4241"/>
                        <a:pt x="11802" y="4241"/>
                        <a:pt x="11802" y="4241"/>
                      </a:cubicBezTo>
                      <a:cubicBezTo>
                        <a:pt x="11654" y="4202"/>
                        <a:pt x="11654" y="4202"/>
                        <a:pt x="11654" y="4202"/>
                      </a:cubicBezTo>
                      <a:cubicBezTo>
                        <a:pt x="11357" y="4320"/>
                        <a:pt x="11357" y="4320"/>
                        <a:pt x="11357" y="4320"/>
                      </a:cubicBezTo>
                      <a:cubicBezTo>
                        <a:pt x="11357" y="4241"/>
                        <a:pt x="11357" y="4241"/>
                        <a:pt x="11357" y="4241"/>
                      </a:cubicBezTo>
                      <a:cubicBezTo>
                        <a:pt x="11505" y="4124"/>
                        <a:pt x="11505" y="4124"/>
                        <a:pt x="11505" y="4124"/>
                      </a:cubicBezTo>
                      <a:cubicBezTo>
                        <a:pt x="11505" y="4124"/>
                        <a:pt x="11431" y="4084"/>
                        <a:pt x="11357" y="4084"/>
                      </a:cubicBezTo>
                      <a:cubicBezTo>
                        <a:pt x="11357" y="4084"/>
                        <a:pt x="11208" y="4045"/>
                        <a:pt x="11208" y="4045"/>
                      </a:cubicBezTo>
                      <a:cubicBezTo>
                        <a:pt x="11060" y="4163"/>
                        <a:pt x="11060" y="4163"/>
                        <a:pt x="11060" y="4163"/>
                      </a:cubicBezTo>
                      <a:cubicBezTo>
                        <a:pt x="10763" y="4241"/>
                        <a:pt x="10763" y="4241"/>
                        <a:pt x="10763" y="4241"/>
                      </a:cubicBezTo>
                      <a:cubicBezTo>
                        <a:pt x="10837" y="4202"/>
                        <a:pt x="10837" y="4202"/>
                        <a:pt x="10837" y="4202"/>
                      </a:cubicBezTo>
                      <a:cubicBezTo>
                        <a:pt x="11060" y="4124"/>
                        <a:pt x="11060" y="4124"/>
                        <a:pt x="11060" y="4124"/>
                      </a:cubicBezTo>
                      <a:cubicBezTo>
                        <a:pt x="11060" y="4045"/>
                        <a:pt x="11060" y="4045"/>
                        <a:pt x="11060" y="4045"/>
                      </a:cubicBezTo>
                      <a:cubicBezTo>
                        <a:pt x="11060" y="4045"/>
                        <a:pt x="10986" y="4045"/>
                        <a:pt x="10986" y="4045"/>
                      </a:cubicBezTo>
                      <a:cubicBezTo>
                        <a:pt x="10911" y="4045"/>
                        <a:pt x="10837" y="4006"/>
                        <a:pt x="10837" y="4006"/>
                      </a:cubicBezTo>
                      <a:cubicBezTo>
                        <a:pt x="10689" y="3967"/>
                        <a:pt x="10689" y="3967"/>
                        <a:pt x="10689" y="3967"/>
                      </a:cubicBezTo>
                      <a:cubicBezTo>
                        <a:pt x="10614" y="3888"/>
                        <a:pt x="10614" y="3888"/>
                        <a:pt x="10614" y="3888"/>
                      </a:cubicBezTo>
                      <a:cubicBezTo>
                        <a:pt x="10392" y="3927"/>
                        <a:pt x="10392" y="3927"/>
                        <a:pt x="10392" y="3927"/>
                      </a:cubicBezTo>
                      <a:cubicBezTo>
                        <a:pt x="10318" y="4006"/>
                        <a:pt x="10318" y="4006"/>
                        <a:pt x="10318" y="4006"/>
                      </a:cubicBezTo>
                      <a:cubicBezTo>
                        <a:pt x="10169" y="4045"/>
                        <a:pt x="10169" y="4045"/>
                        <a:pt x="10169" y="4045"/>
                      </a:cubicBezTo>
                      <a:cubicBezTo>
                        <a:pt x="10021" y="4045"/>
                        <a:pt x="10021" y="4045"/>
                        <a:pt x="10021" y="4045"/>
                      </a:cubicBezTo>
                      <a:cubicBezTo>
                        <a:pt x="10095" y="4163"/>
                        <a:pt x="10095" y="4163"/>
                        <a:pt x="10095" y="4163"/>
                      </a:cubicBezTo>
                      <a:cubicBezTo>
                        <a:pt x="10021" y="4281"/>
                        <a:pt x="10021" y="4281"/>
                        <a:pt x="10021" y="4281"/>
                      </a:cubicBezTo>
                      <a:cubicBezTo>
                        <a:pt x="9798" y="4281"/>
                        <a:pt x="9798" y="4281"/>
                        <a:pt x="9798" y="4281"/>
                      </a:cubicBezTo>
                      <a:cubicBezTo>
                        <a:pt x="9798" y="4281"/>
                        <a:pt x="9798" y="4438"/>
                        <a:pt x="9872" y="4438"/>
                      </a:cubicBezTo>
                      <a:cubicBezTo>
                        <a:pt x="9872" y="4438"/>
                        <a:pt x="9946" y="4516"/>
                        <a:pt x="9946" y="4516"/>
                      </a:cubicBezTo>
                      <a:cubicBezTo>
                        <a:pt x="9946" y="4595"/>
                        <a:pt x="9946" y="4595"/>
                        <a:pt x="9946" y="4595"/>
                      </a:cubicBezTo>
                      <a:cubicBezTo>
                        <a:pt x="10021" y="4634"/>
                        <a:pt x="10021" y="4634"/>
                        <a:pt x="10021" y="4634"/>
                      </a:cubicBezTo>
                      <a:cubicBezTo>
                        <a:pt x="10021" y="4634"/>
                        <a:pt x="9946" y="4634"/>
                        <a:pt x="9872" y="4634"/>
                      </a:cubicBezTo>
                      <a:cubicBezTo>
                        <a:pt x="9872" y="4634"/>
                        <a:pt x="9798" y="4556"/>
                        <a:pt x="9798" y="4556"/>
                      </a:cubicBezTo>
                      <a:cubicBezTo>
                        <a:pt x="9501" y="4556"/>
                        <a:pt x="9501" y="4556"/>
                        <a:pt x="9501" y="4556"/>
                      </a:cubicBezTo>
                      <a:cubicBezTo>
                        <a:pt x="9427" y="4556"/>
                        <a:pt x="9427" y="4556"/>
                        <a:pt x="9427" y="4556"/>
                      </a:cubicBezTo>
                      <a:cubicBezTo>
                        <a:pt x="9353" y="4673"/>
                        <a:pt x="9353" y="4673"/>
                        <a:pt x="9353" y="4673"/>
                      </a:cubicBezTo>
                      <a:cubicBezTo>
                        <a:pt x="9427" y="4791"/>
                        <a:pt x="9427" y="4791"/>
                        <a:pt x="9427" y="4791"/>
                      </a:cubicBezTo>
                      <a:cubicBezTo>
                        <a:pt x="9353" y="4870"/>
                        <a:pt x="9353" y="4870"/>
                        <a:pt x="9353" y="4870"/>
                      </a:cubicBezTo>
                      <a:cubicBezTo>
                        <a:pt x="9278" y="4909"/>
                        <a:pt x="9278" y="4909"/>
                        <a:pt x="9278" y="4909"/>
                      </a:cubicBezTo>
                      <a:cubicBezTo>
                        <a:pt x="9278" y="4909"/>
                        <a:pt x="9130" y="4988"/>
                        <a:pt x="9130" y="4988"/>
                      </a:cubicBezTo>
                      <a:cubicBezTo>
                        <a:pt x="9130" y="5027"/>
                        <a:pt x="9204" y="5145"/>
                        <a:pt x="9204" y="5145"/>
                      </a:cubicBezTo>
                      <a:cubicBezTo>
                        <a:pt x="9204" y="5145"/>
                        <a:pt x="9278" y="5223"/>
                        <a:pt x="9353" y="5223"/>
                      </a:cubicBezTo>
                      <a:cubicBezTo>
                        <a:pt x="9353" y="5263"/>
                        <a:pt x="9501" y="5302"/>
                        <a:pt x="9501" y="5302"/>
                      </a:cubicBezTo>
                      <a:cubicBezTo>
                        <a:pt x="9501" y="5420"/>
                        <a:pt x="9501" y="5420"/>
                        <a:pt x="9501" y="5420"/>
                      </a:cubicBezTo>
                      <a:cubicBezTo>
                        <a:pt x="9353" y="5302"/>
                        <a:pt x="9353" y="5302"/>
                        <a:pt x="9353" y="5302"/>
                      </a:cubicBezTo>
                      <a:cubicBezTo>
                        <a:pt x="9353" y="5302"/>
                        <a:pt x="9278" y="5263"/>
                        <a:pt x="9204" y="5223"/>
                      </a:cubicBezTo>
                      <a:cubicBezTo>
                        <a:pt x="9204" y="5223"/>
                        <a:pt x="9130" y="5145"/>
                        <a:pt x="9130" y="5145"/>
                      </a:cubicBezTo>
                      <a:cubicBezTo>
                        <a:pt x="9130" y="5145"/>
                        <a:pt x="8981" y="5184"/>
                        <a:pt x="8981" y="5184"/>
                      </a:cubicBezTo>
                      <a:cubicBezTo>
                        <a:pt x="8981" y="5184"/>
                        <a:pt x="8907" y="5184"/>
                        <a:pt x="8981" y="5223"/>
                      </a:cubicBezTo>
                      <a:cubicBezTo>
                        <a:pt x="8981" y="5263"/>
                        <a:pt x="8833" y="5302"/>
                        <a:pt x="8833" y="5302"/>
                      </a:cubicBezTo>
                      <a:cubicBezTo>
                        <a:pt x="8833" y="5302"/>
                        <a:pt x="8610" y="5341"/>
                        <a:pt x="8610" y="5302"/>
                      </a:cubicBezTo>
                      <a:cubicBezTo>
                        <a:pt x="8610" y="5263"/>
                        <a:pt x="8610" y="5223"/>
                        <a:pt x="8536" y="5184"/>
                      </a:cubicBezTo>
                      <a:cubicBezTo>
                        <a:pt x="8536" y="5184"/>
                        <a:pt x="8462" y="5184"/>
                        <a:pt x="8462" y="5184"/>
                      </a:cubicBezTo>
                      <a:cubicBezTo>
                        <a:pt x="8462" y="5223"/>
                        <a:pt x="8388" y="5263"/>
                        <a:pt x="8388" y="5263"/>
                      </a:cubicBezTo>
                      <a:cubicBezTo>
                        <a:pt x="8462" y="5380"/>
                        <a:pt x="8462" y="5380"/>
                        <a:pt x="8462" y="5380"/>
                      </a:cubicBezTo>
                      <a:cubicBezTo>
                        <a:pt x="8462" y="5380"/>
                        <a:pt x="8388" y="5459"/>
                        <a:pt x="8388" y="5459"/>
                      </a:cubicBezTo>
                      <a:cubicBezTo>
                        <a:pt x="8388" y="5420"/>
                        <a:pt x="8313" y="5341"/>
                        <a:pt x="8313" y="5302"/>
                      </a:cubicBezTo>
                      <a:cubicBezTo>
                        <a:pt x="8313" y="5302"/>
                        <a:pt x="8313" y="5223"/>
                        <a:pt x="8239" y="5223"/>
                      </a:cubicBezTo>
                      <a:cubicBezTo>
                        <a:pt x="8239" y="5223"/>
                        <a:pt x="8091" y="5302"/>
                        <a:pt x="8091" y="5302"/>
                      </a:cubicBezTo>
                      <a:cubicBezTo>
                        <a:pt x="8091" y="5302"/>
                        <a:pt x="8016" y="5302"/>
                        <a:pt x="8016" y="5341"/>
                      </a:cubicBezTo>
                      <a:cubicBezTo>
                        <a:pt x="8016" y="5341"/>
                        <a:pt x="7942" y="5459"/>
                        <a:pt x="8016" y="5498"/>
                      </a:cubicBezTo>
                      <a:cubicBezTo>
                        <a:pt x="8091" y="5537"/>
                        <a:pt x="8091" y="5537"/>
                        <a:pt x="8165" y="5537"/>
                      </a:cubicBezTo>
                      <a:cubicBezTo>
                        <a:pt x="8239" y="5537"/>
                        <a:pt x="8239" y="5577"/>
                        <a:pt x="8239" y="5577"/>
                      </a:cubicBezTo>
                      <a:cubicBezTo>
                        <a:pt x="7942" y="5577"/>
                        <a:pt x="7942" y="5577"/>
                        <a:pt x="7942" y="5577"/>
                      </a:cubicBezTo>
                      <a:cubicBezTo>
                        <a:pt x="7942" y="5577"/>
                        <a:pt x="7868" y="5616"/>
                        <a:pt x="7942" y="5655"/>
                      </a:cubicBezTo>
                      <a:cubicBezTo>
                        <a:pt x="7942" y="5655"/>
                        <a:pt x="7942" y="5734"/>
                        <a:pt x="7942" y="5734"/>
                      </a:cubicBezTo>
                      <a:cubicBezTo>
                        <a:pt x="7942" y="5734"/>
                        <a:pt x="8091" y="5812"/>
                        <a:pt x="8091" y="5812"/>
                      </a:cubicBezTo>
                      <a:cubicBezTo>
                        <a:pt x="8091" y="5812"/>
                        <a:pt x="8016" y="5891"/>
                        <a:pt x="8016" y="5891"/>
                      </a:cubicBezTo>
                      <a:cubicBezTo>
                        <a:pt x="8016" y="5891"/>
                        <a:pt x="7868" y="5852"/>
                        <a:pt x="7868" y="5852"/>
                      </a:cubicBezTo>
                      <a:cubicBezTo>
                        <a:pt x="7794" y="5812"/>
                        <a:pt x="7794" y="5852"/>
                        <a:pt x="7720" y="5852"/>
                      </a:cubicBezTo>
                      <a:cubicBezTo>
                        <a:pt x="7720" y="5891"/>
                        <a:pt x="7645" y="5930"/>
                        <a:pt x="7645" y="5969"/>
                      </a:cubicBezTo>
                      <a:cubicBezTo>
                        <a:pt x="7645" y="5969"/>
                        <a:pt x="7720" y="6009"/>
                        <a:pt x="7720" y="6048"/>
                      </a:cubicBezTo>
                      <a:cubicBezTo>
                        <a:pt x="7645" y="6127"/>
                        <a:pt x="7645" y="6205"/>
                        <a:pt x="7645" y="6205"/>
                      </a:cubicBezTo>
                      <a:cubicBezTo>
                        <a:pt x="7645" y="6205"/>
                        <a:pt x="7571" y="6205"/>
                        <a:pt x="7645" y="6244"/>
                      </a:cubicBezTo>
                      <a:cubicBezTo>
                        <a:pt x="7720" y="6284"/>
                        <a:pt x="7868" y="6284"/>
                        <a:pt x="7942" y="6284"/>
                      </a:cubicBezTo>
                      <a:cubicBezTo>
                        <a:pt x="8016" y="6284"/>
                        <a:pt x="8016" y="6284"/>
                        <a:pt x="8016" y="6284"/>
                      </a:cubicBezTo>
                      <a:cubicBezTo>
                        <a:pt x="8091" y="6284"/>
                        <a:pt x="8165" y="6284"/>
                        <a:pt x="8239" y="6323"/>
                      </a:cubicBezTo>
                      <a:cubicBezTo>
                        <a:pt x="8239" y="6323"/>
                        <a:pt x="8313" y="6323"/>
                        <a:pt x="8313" y="6323"/>
                      </a:cubicBezTo>
                      <a:cubicBezTo>
                        <a:pt x="8313" y="6323"/>
                        <a:pt x="8239" y="6401"/>
                        <a:pt x="8165" y="6362"/>
                      </a:cubicBezTo>
                      <a:cubicBezTo>
                        <a:pt x="8091" y="6323"/>
                        <a:pt x="7942" y="6323"/>
                        <a:pt x="7868" y="6323"/>
                      </a:cubicBezTo>
                      <a:cubicBezTo>
                        <a:pt x="7794" y="6323"/>
                        <a:pt x="7868" y="6401"/>
                        <a:pt x="7868" y="6401"/>
                      </a:cubicBezTo>
                      <a:cubicBezTo>
                        <a:pt x="7942" y="6480"/>
                        <a:pt x="7942" y="6480"/>
                        <a:pt x="7942" y="6480"/>
                      </a:cubicBezTo>
                      <a:cubicBezTo>
                        <a:pt x="7942" y="6480"/>
                        <a:pt x="8016" y="6519"/>
                        <a:pt x="7942" y="6519"/>
                      </a:cubicBezTo>
                      <a:cubicBezTo>
                        <a:pt x="7868" y="6519"/>
                        <a:pt x="7720" y="6480"/>
                        <a:pt x="7720" y="6480"/>
                      </a:cubicBezTo>
                      <a:cubicBezTo>
                        <a:pt x="7720" y="6480"/>
                        <a:pt x="7720" y="6480"/>
                        <a:pt x="7645" y="6480"/>
                      </a:cubicBezTo>
                      <a:cubicBezTo>
                        <a:pt x="7645" y="6480"/>
                        <a:pt x="7571" y="6519"/>
                        <a:pt x="7497" y="6519"/>
                      </a:cubicBezTo>
                      <a:cubicBezTo>
                        <a:pt x="7423" y="6519"/>
                        <a:pt x="7423" y="6519"/>
                        <a:pt x="7348" y="6480"/>
                      </a:cubicBezTo>
                      <a:cubicBezTo>
                        <a:pt x="7274" y="6480"/>
                        <a:pt x="7126" y="6401"/>
                        <a:pt x="7126" y="6401"/>
                      </a:cubicBezTo>
                      <a:cubicBezTo>
                        <a:pt x="7126" y="6401"/>
                        <a:pt x="7052" y="6401"/>
                        <a:pt x="7052" y="6362"/>
                      </a:cubicBezTo>
                      <a:cubicBezTo>
                        <a:pt x="7052" y="6323"/>
                        <a:pt x="7126" y="6244"/>
                        <a:pt x="7126" y="6244"/>
                      </a:cubicBezTo>
                      <a:cubicBezTo>
                        <a:pt x="7200" y="6205"/>
                        <a:pt x="7126" y="6205"/>
                        <a:pt x="7200" y="6205"/>
                      </a:cubicBezTo>
                      <a:cubicBezTo>
                        <a:pt x="7274" y="6205"/>
                        <a:pt x="7497" y="6205"/>
                        <a:pt x="7348" y="6127"/>
                      </a:cubicBezTo>
                      <a:cubicBezTo>
                        <a:pt x="7274" y="6048"/>
                        <a:pt x="7274" y="6048"/>
                        <a:pt x="7200" y="6048"/>
                      </a:cubicBezTo>
                      <a:cubicBezTo>
                        <a:pt x="7126" y="6087"/>
                        <a:pt x="6977" y="6127"/>
                        <a:pt x="6977" y="6127"/>
                      </a:cubicBezTo>
                      <a:cubicBezTo>
                        <a:pt x="6977" y="6127"/>
                        <a:pt x="6903" y="6087"/>
                        <a:pt x="6977" y="5969"/>
                      </a:cubicBezTo>
                      <a:cubicBezTo>
                        <a:pt x="7052" y="5852"/>
                        <a:pt x="6977" y="5852"/>
                        <a:pt x="7052" y="5812"/>
                      </a:cubicBezTo>
                      <a:cubicBezTo>
                        <a:pt x="7126" y="5773"/>
                        <a:pt x="7200" y="5734"/>
                        <a:pt x="7200" y="5734"/>
                      </a:cubicBezTo>
                      <a:cubicBezTo>
                        <a:pt x="7200" y="5734"/>
                        <a:pt x="7200" y="5695"/>
                        <a:pt x="7052" y="5616"/>
                      </a:cubicBezTo>
                      <a:cubicBezTo>
                        <a:pt x="6977" y="5537"/>
                        <a:pt x="6903" y="5459"/>
                        <a:pt x="6903" y="5459"/>
                      </a:cubicBezTo>
                      <a:cubicBezTo>
                        <a:pt x="6829" y="5420"/>
                        <a:pt x="6680" y="5498"/>
                        <a:pt x="6680" y="5498"/>
                      </a:cubicBezTo>
                      <a:cubicBezTo>
                        <a:pt x="6680" y="5537"/>
                        <a:pt x="6606" y="5616"/>
                        <a:pt x="6680" y="5655"/>
                      </a:cubicBezTo>
                      <a:cubicBezTo>
                        <a:pt x="6680" y="5695"/>
                        <a:pt x="6680" y="5734"/>
                        <a:pt x="6606" y="5773"/>
                      </a:cubicBezTo>
                      <a:cubicBezTo>
                        <a:pt x="6532" y="5773"/>
                        <a:pt x="6532" y="5812"/>
                        <a:pt x="6458" y="5773"/>
                      </a:cubicBezTo>
                      <a:cubicBezTo>
                        <a:pt x="6384" y="5734"/>
                        <a:pt x="6458" y="5773"/>
                        <a:pt x="6384" y="5695"/>
                      </a:cubicBezTo>
                      <a:cubicBezTo>
                        <a:pt x="6309" y="5655"/>
                        <a:pt x="6384" y="5655"/>
                        <a:pt x="6309" y="5655"/>
                      </a:cubicBezTo>
                      <a:cubicBezTo>
                        <a:pt x="6235" y="5616"/>
                        <a:pt x="6161" y="5577"/>
                        <a:pt x="6161" y="5577"/>
                      </a:cubicBezTo>
                      <a:cubicBezTo>
                        <a:pt x="6161" y="5577"/>
                        <a:pt x="5938" y="5537"/>
                        <a:pt x="5938" y="5577"/>
                      </a:cubicBezTo>
                      <a:cubicBezTo>
                        <a:pt x="5938" y="5616"/>
                        <a:pt x="5938" y="5616"/>
                        <a:pt x="6012" y="5655"/>
                      </a:cubicBezTo>
                      <a:cubicBezTo>
                        <a:pt x="6012" y="5695"/>
                        <a:pt x="6087" y="5695"/>
                        <a:pt x="6087" y="5734"/>
                      </a:cubicBezTo>
                      <a:cubicBezTo>
                        <a:pt x="6087" y="5773"/>
                        <a:pt x="6012" y="5773"/>
                        <a:pt x="6012" y="5773"/>
                      </a:cubicBezTo>
                      <a:cubicBezTo>
                        <a:pt x="6012" y="5773"/>
                        <a:pt x="5938" y="5734"/>
                        <a:pt x="5864" y="5734"/>
                      </a:cubicBezTo>
                      <a:cubicBezTo>
                        <a:pt x="5864" y="5734"/>
                        <a:pt x="5715" y="5812"/>
                        <a:pt x="5715" y="5812"/>
                      </a:cubicBezTo>
                      <a:cubicBezTo>
                        <a:pt x="5715" y="5812"/>
                        <a:pt x="5715" y="5852"/>
                        <a:pt x="5715" y="5891"/>
                      </a:cubicBezTo>
                      <a:cubicBezTo>
                        <a:pt x="5715" y="5891"/>
                        <a:pt x="5715" y="5930"/>
                        <a:pt x="5715" y="5969"/>
                      </a:cubicBezTo>
                      <a:cubicBezTo>
                        <a:pt x="5790" y="6009"/>
                        <a:pt x="5790" y="6087"/>
                        <a:pt x="5864" y="6087"/>
                      </a:cubicBezTo>
                      <a:cubicBezTo>
                        <a:pt x="6012" y="6087"/>
                        <a:pt x="6309" y="6009"/>
                        <a:pt x="6309" y="6009"/>
                      </a:cubicBezTo>
                      <a:cubicBezTo>
                        <a:pt x="6309" y="6048"/>
                        <a:pt x="6458" y="6087"/>
                        <a:pt x="6532" y="6127"/>
                      </a:cubicBezTo>
                      <a:cubicBezTo>
                        <a:pt x="6532" y="6127"/>
                        <a:pt x="6532" y="6205"/>
                        <a:pt x="6532" y="6205"/>
                      </a:cubicBezTo>
                      <a:cubicBezTo>
                        <a:pt x="6532" y="6205"/>
                        <a:pt x="6458" y="6244"/>
                        <a:pt x="6384" y="6244"/>
                      </a:cubicBezTo>
                      <a:cubicBezTo>
                        <a:pt x="6309" y="6244"/>
                        <a:pt x="6235" y="6166"/>
                        <a:pt x="6235" y="6244"/>
                      </a:cubicBezTo>
                      <a:cubicBezTo>
                        <a:pt x="6235" y="6284"/>
                        <a:pt x="6161" y="6362"/>
                        <a:pt x="6235" y="6401"/>
                      </a:cubicBezTo>
                      <a:cubicBezTo>
                        <a:pt x="6309" y="6441"/>
                        <a:pt x="6309" y="6519"/>
                        <a:pt x="6458" y="6519"/>
                      </a:cubicBezTo>
                      <a:cubicBezTo>
                        <a:pt x="6606" y="6559"/>
                        <a:pt x="6606" y="6598"/>
                        <a:pt x="6680" y="6559"/>
                      </a:cubicBezTo>
                      <a:cubicBezTo>
                        <a:pt x="6755" y="6519"/>
                        <a:pt x="6755" y="6480"/>
                        <a:pt x="6829" y="6519"/>
                      </a:cubicBezTo>
                      <a:cubicBezTo>
                        <a:pt x="6903" y="6519"/>
                        <a:pt x="6977" y="6519"/>
                        <a:pt x="7052" y="6559"/>
                      </a:cubicBezTo>
                      <a:cubicBezTo>
                        <a:pt x="7052" y="6598"/>
                        <a:pt x="6977" y="6598"/>
                        <a:pt x="6977" y="6598"/>
                      </a:cubicBezTo>
                      <a:cubicBezTo>
                        <a:pt x="6977" y="6598"/>
                        <a:pt x="6903" y="6598"/>
                        <a:pt x="6903" y="6637"/>
                      </a:cubicBezTo>
                      <a:cubicBezTo>
                        <a:pt x="6903" y="6637"/>
                        <a:pt x="6829" y="6676"/>
                        <a:pt x="6903" y="6676"/>
                      </a:cubicBezTo>
                      <a:cubicBezTo>
                        <a:pt x="7052" y="6676"/>
                        <a:pt x="7126" y="6676"/>
                        <a:pt x="7126" y="6676"/>
                      </a:cubicBezTo>
                      <a:cubicBezTo>
                        <a:pt x="7126" y="6676"/>
                        <a:pt x="7200" y="6598"/>
                        <a:pt x="7274" y="6637"/>
                      </a:cubicBezTo>
                      <a:cubicBezTo>
                        <a:pt x="7274" y="6676"/>
                        <a:pt x="7200" y="6676"/>
                        <a:pt x="7126" y="6716"/>
                      </a:cubicBezTo>
                      <a:cubicBezTo>
                        <a:pt x="7052" y="6755"/>
                        <a:pt x="7052" y="6755"/>
                        <a:pt x="7052" y="6794"/>
                      </a:cubicBezTo>
                      <a:cubicBezTo>
                        <a:pt x="7052" y="6833"/>
                        <a:pt x="6977" y="6833"/>
                        <a:pt x="6977" y="6873"/>
                      </a:cubicBezTo>
                      <a:cubicBezTo>
                        <a:pt x="6977" y="6912"/>
                        <a:pt x="6829" y="7069"/>
                        <a:pt x="7052" y="6951"/>
                      </a:cubicBezTo>
                      <a:cubicBezTo>
                        <a:pt x="7348" y="6833"/>
                        <a:pt x="7348" y="6873"/>
                        <a:pt x="7348" y="6833"/>
                      </a:cubicBezTo>
                      <a:cubicBezTo>
                        <a:pt x="7348" y="6794"/>
                        <a:pt x="7348" y="6794"/>
                        <a:pt x="7497" y="6755"/>
                      </a:cubicBezTo>
                      <a:cubicBezTo>
                        <a:pt x="7571" y="6716"/>
                        <a:pt x="7645" y="6716"/>
                        <a:pt x="7720" y="6716"/>
                      </a:cubicBezTo>
                      <a:cubicBezTo>
                        <a:pt x="7720" y="6676"/>
                        <a:pt x="7868" y="6676"/>
                        <a:pt x="7794" y="6716"/>
                      </a:cubicBezTo>
                      <a:cubicBezTo>
                        <a:pt x="7720" y="6755"/>
                        <a:pt x="7645" y="6716"/>
                        <a:pt x="7720" y="6755"/>
                      </a:cubicBezTo>
                      <a:cubicBezTo>
                        <a:pt x="7794" y="6794"/>
                        <a:pt x="7794" y="6833"/>
                        <a:pt x="7868" y="6833"/>
                      </a:cubicBezTo>
                      <a:cubicBezTo>
                        <a:pt x="7942" y="6833"/>
                        <a:pt x="7942" y="6833"/>
                        <a:pt x="7942" y="6833"/>
                      </a:cubicBezTo>
                      <a:cubicBezTo>
                        <a:pt x="7942" y="6833"/>
                        <a:pt x="7794" y="6833"/>
                        <a:pt x="7720" y="6833"/>
                      </a:cubicBezTo>
                      <a:cubicBezTo>
                        <a:pt x="7720" y="6833"/>
                        <a:pt x="7645" y="6833"/>
                        <a:pt x="7645" y="6833"/>
                      </a:cubicBezTo>
                      <a:cubicBezTo>
                        <a:pt x="7571" y="6833"/>
                        <a:pt x="7571" y="6873"/>
                        <a:pt x="7571" y="6873"/>
                      </a:cubicBezTo>
                      <a:cubicBezTo>
                        <a:pt x="7497" y="6912"/>
                        <a:pt x="7497" y="6912"/>
                        <a:pt x="7497" y="6912"/>
                      </a:cubicBezTo>
                      <a:cubicBezTo>
                        <a:pt x="7497" y="6912"/>
                        <a:pt x="7571" y="6951"/>
                        <a:pt x="7571" y="6991"/>
                      </a:cubicBezTo>
                      <a:cubicBezTo>
                        <a:pt x="7571" y="6991"/>
                        <a:pt x="7571" y="6991"/>
                        <a:pt x="7497" y="6991"/>
                      </a:cubicBezTo>
                      <a:cubicBezTo>
                        <a:pt x="7423" y="6991"/>
                        <a:pt x="7497" y="6951"/>
                        <a:pt x="7348" y="6991"/>
                      </a:cubicBezTo>
                      <a:cubicBezTo>
                        <a:pt x="7200" y="6991"/>
                        <a:pt x="7274" y="6912"/>
                        <a:pt x="7200" y="7030"/>
                      </a:cubicBezTo>
                      <a:cubicBezTo>
                        <a:pt x="7126" y="7148"/>
                        <a:pt x="7052" y="7148"/>
                        <a:pt x="7052" y="7148"/>
                      </a:cubicBezTo>
                      <a:cubicBezTo>
                        <a:pt x="7052" y="7148"/>
                        <a:pt x="7052" y="7148"/>
                        <a:pt x="7052" y="7187"/>
                      </a:cubicBezTo>
                      <a:cubicBezTo>
                        <a:pt x="7052" y="7187"/>
                        <a:pt x="7126" y="7226"/>
                        <a:pt x="7200" y="7265"/>
                      </a:cubicBezTo>
                      <a:cubicBezTo>
                        <a:pt x="7348" y="7305"/>
                        <a:pt x="7423" y="7344"/>
                        <a:pt x="7423" y="7344"/>
                      </a:cubicBezTo>
                      <a:cubicBezTo>
                        <a:pt x="7423" y="7344"/>
                        <a:pt x="7348" y="7344"/>
                        <a:pt x="7274" y="7344"/>
                      </a:cubicBezTo>
                      <a:cubicBezTo>
                        <a:pt x="7126" y="7383"/>
                        <a:pt x="7052" y="7383"/>
                        <a:pt x="6977" y="7423"/>
                      </a:cubicBezTo>
                      <a:cubicBezTo>
                        <a:pt x="6977" y="7423"/>
                        <a:pt x="6903" y="7462"/>
                        <a:pt x="6829" y="7462"/>
                      </a:cubicBezTo>
                      <a:cubicBezTo>
                        <a:pt x="6755" y="7462"/>
                        <a:pt x="6532" y="7423"/>
                        <a:pt x="6458" y="7462"/>
                      </a:cubicBezTo>
                      <a:cubicBezTo>
                        <a:pt x="6384" y="7462"/>
                        <a:pt x="6309" y="7462"/>
                        <a:pt x="6235" y="7501"/>
                      </a:cubicBezTo>
                      <a:cubicBezTo>
                        <a:pt x="6235" y="7501"/>
                        <a:pt x="6235" y="7540"/>
                        <a:pt x="6235" y="7540"/>
                      </a:cubicBezTo>
                      <a:cubicBezTo>
                        <a:pt x="6235" y="7540"/>
                        <a:pt x="6161" y="7580"/>
                        <a:pt x="6235" y="7580"/>
                      </a:cubicBezTo>
                      <a:cubicBezTo>
                        <a:pt x="6309" y="7580"/>
                        <a:pt x="6606" y="7580"/>
                        <a:pt x="6606" y="7580"/>
                      </a:cubicBezTo>
                      <a:cubicBezTo>
                        <a:pt x="6680" y="7580"/>
                        <a:pt x="6680" y="7619"/>
                        <a:pt x="6680" y="7619"/>
                      </a:cubicBezTo>
                      <a:cubicBezTo>
                        <a:pt x="6532" y="7619"/>
                        <a:pt x="6532" y="7619"/>
                        <a:pt x="6532" y="7619"/>
                      </a:cubicBezTo>
                      <a:cubicBezTo>
                        <a:pt x="6532" y="7619"/>
                        <a:pt x="6384" y="7619"/>
                        <a:pt x="6309" y="7619"/>
                      </a:cubicBezTo>
                      <a:cubicBezTo>
                        <a:pt x="6309" y="7619"/>
                        <a:pt x="6087" y="7658"/>
                        <a:pt x="6087" y="7658"/>
                      </a:cubicBezTo>
                      <a:cubicBezTo>
                        <a:pt x="6087" y="7658"/>
                        <a:pt x="5938" y="7737"/>
                        <a:pt x="5938" y="7776"/>
                      </a:cubicBezTo>
                      <a:cubicBezTo>
                        <a:pt x="5938" y="7776"/>
                        <a:pt x="5938" y="7815"/>
                        <a:pt x="6012" y="7894"/>
                      </a:cubicBezTo>
                      <a:cubicBezTo>
                        <a:pt x="6161" y="7933"/>
                        <a:pt x="6161" y="7972"/>
                        <a:pt x="6161" y="8012"/>
                      </a:cubicBezTo>
                      <a:cubicBezTo>
                        <a:pt x="6161" y="8012"/>
                        <a:pt x="6161" y="8012"/>
                        <a:pt x="6161" y="8051"/>
                      </a:cubicBezTo>
                      <a:cubicBezTo>
                        <a:pt x="6087" y="8051"/>
                        <a:pt x="5938" y="8129"/>
                        <a:pt x="5938" y="8129"/>
                      </a:cubicBezTo>
                      <a:cubicBezTo>
                        <a:pt x="5938" y="8129"/>
                        <a:pt x="5938" y="8129"/>
                        <a:pt x="5938" y="8208"/>
                      </a:cubicBezTo>
                      <a:cubicBezTo>
                        <a:pt x="5864" y="8247"/>
                        <a:pt x="5715" y="8365"/>
                        <a:pt x="5864" y="8365"/>
                      </a:cubicBezTo>
                      <a:cubicBezTo>
                        <a:pt x="6012" y="8404"/>
                        <a:pt x="5938" y="8444"/>
                        <a:pt x="6087" y="8404"/>
                      </a:cubicBezTo>
                      <a:cubicBezTo>
                        <a:pt x="6309" y="8365"/>
                        <a:pt x="6087" y="8326"/>
                        <a:pt x="6384" y="8365"/>
                      </a:cubicBezTo>
                      <a:cubicBezTo>
                        <a:pt x="6680" y="8404"/>
                        <a:pt x="6755" y="8365"/>
                        <a:pt x="6829" y="8365"/>
                      </a:cubicBezTo>
                      <a:cubicBezTo>
                        <a:pt x="6903" y="8326"/>
                        <a:pt x="6903" y="8326"/>
                        <a:pt x="6977" y="8287"/>
                      </a:cubicBezTo>
                      <a:cubicBezTo>
                        <a:pt x="6977" y="8287"/>
                        <a:pt x="6829" y="8247"/>
                        <a:pt x="7052" y="8247"/>
                      </a:cubicBezTo>
                      <a:cubicBezTo>
                        <a:pt x="7274" y="8208"/>
                        <a:pt x="7274" y="8208"/>
                        <a:pt x="7274" y="8208"/>
                      </a:cubicBezTo>
                      <a:cubicBezTo>
                        <a:pt x="7274" y="8208"/>
                        <a:pt x="7126" y="8090"/>
                        <a:pt x="7274" y="8169"/>
                      </a:cubicBezTo>
                      <a:cubicBezTo>
                        <a:pt x="7497" y="8247"/>
                        <a:pt x="7497" y="8287"/>
                        <a:pt x="7497" y="8287"/>
                      </a:cubicBezTo>
                      <a:cubicBezTo>
                        <a:pt x="7348" y="8365"/>
                        <a:pt x="7348" y="8365"/>
                        <a:pt x="7348" y="8365"/>
                      </a:cubicBezTo>
                      <a:cubicBezTo>
                        <a:pt x="7348" y="8404"/>
                        <a:pt x="7348" y="8404"/>
                        <a:pt x="7348" y="8404"/>
                      </a:cubicBezTo>
                      <a:cubicBezTo>
                        <a:pt x="7348" y="8404"/>
                        <a:pt x="7200" y="8404"/>
                        <a:pt x="7126" y="8483"/>
                      </a:cubicBezTo>
                      <a:cubicBezTo>
                        <a:pt x="7052" y="8561"/>
                        <a:pt x="6829" y="8679"/>
                        <a:pt x="6829" y="8719"/>
                      </a:cubicBezTo>
                      <a:cubicBezTo>
                        <a:pt x="6829" y="8719"/>
                        <a:pt x="6903" y="8679"/>
                        <a:pt x="6755" y="8758"/>
                      </a:cubicBezTo>
                      <a:cubicBezTo>
                        <a:pt x="6532" y="8836"/>
                        <a:pt x="6458" y="8836"/>
                        <a:pt x="6309" y="8876"/>
                      </a:cubicBezTo>
                      <a:cubicBezTo>
                        <a:pt x="6235" y="8954"/>
                        <a:pt x="6235" y="8915"/>
                        <a:pt x="6161" y="8954"/>
                      </a:cubicBezTo>
                      <a:cubicBezTo>
                        <a:pt x="6161" y="8993"/>
                        <a:pt x="6087" y="9033"/>
                        <a:pt x="6087" y="9033"/>
                      </a:cubicBezTo>
                      <a:cubicBezTo>
                        <a:pt x="6012" y="9111"/>
                        <a:pt x="6012" y="9111"/>
                        <a:pt x="6012" y="9111"/>
                      </a:cubicBezTo>
                      <a:cubicBezTo>
                        <a:pt x="5790" y="9151"/>
                        <a:pt x="5790" y="9151"/>
                        <a:pt x="5790" y="9151"/>
                      </a:cubicBezTo>
                      <a:cubicBezTo>
                        <a:pt x="5567" y="9111"/>
                        <a:pt x="5567" y="9111"/>
                        <a:pt x="5567" y="9111"/>
                      </a:cubicBezTo>
                      <a:cubicBezTo>
                        <a:pt x="5419" y="9190"/>
                        <a:pt x="5419" y="9190"/>
                        <a:pt x="5419" y="9190"/>
                      </a:cubicBezTo>
                      <a:cubicBezTo>
                        <a:pt x="5419" y="9190"/>
                        <a:pt x="5196" y="9151"/>
                        <a:pt x="5122" y="9151"/>
                      </a:cubicBezTo>
                      <a:cubicBezTo>
                        <a:pt x="5047" y="9190"/>
                        <a:pt x="4973" y="9229"/>
                        <a:pt x="4973" y="9229"/>
                      </a:cubicBezTo>
                      <a:cubicBezTo>
                        <a:pt x="4973" y="9229"/>
                        <a:pt x="4899" y="9229"/>
                        <a:pt x="4899" y="9308"/>
                      </a:cubicBezTo>
                      <a:cubicBezTo>
                        <a:pt x="4899" y="9347"/>
                        <a:pt x="4825" y="9465"/>
                        <a:pt x="4825" y="9465"/>
                      </a:cubicBezTo>
                      <a:cubicBezTo>
                        <a:pt x="4676" y="9543"/>
                        <a:pt x="4676" y="9543"/>
                        <a:pt x="4676" y="9543"/>
                      </a:cubicBezTo>
                      <a:cubicBezTo>
                        <a:pt x="4676" y="9543"/>
                        <a:pt x="4602" y="9622"/>
                        <a:pt x="4751" y="9583"/>
                      </a:cubicBezTo>
                      <a:cubicBezTo>
                        <a:pt x="4899" y="9543"/>
                        <a:pt x="4973" y="9504"/>
                        <a:pt x="5047" y="9465"/>
                      </a:cubicBezTo>
                      <a:cubicBezTo>
                        <a:pt x="5047" y="9465"/>
                        <a:pt x="5196" y="9425"/>
                        <a:pt x="5196" y="9425"/>
                      </a:cubicBezTo>
                      <a:cubicBezTo>
                        <a:pt x="5196" y="9504"/>
                        <a:pt x="5196" y="9504"/>
                        <a:pt x="5196" y="9504"/>
                      </a:cubicBezTo>
                      <a:cubicBezTo>
                        <a:pt x="5122" y="9661"/>
                        <a:pt x="5122" y="9661"/>
                        <a:pt x="5122" y="9661"/>
                      </a:cubicBezTo>
                      <a:cubicBezTo>
                        <a:pt x="5047" y="9700"/>
                        <a:pt x="5047" y="9700"/>
                        <a:pt x="5047" y="9700"/>
                      </a:cubicBezTo>
                      <a:cubicBezTo>
                        <a:pt x="4973" y="9740"/>
                        <a:pt x="4973" y="9740"/>
                        <a:pt x="4973" y="9740"/>
                      </a:cubicBezTo>
                      <a:cubicBezTo>
                        <a:pt x="4973" y="9740"/>
                        <a:pt x="4825" y="9897"/>
                        <a:pt x="4973" y="9897"/>
                      </a:cubicBezTo>
                      <a:cubicBezTo>
                        <a:pt x="5122" y="9857"/>
                        <a:pt x="5047" y="9857"/>
                        <a:pt x="5196" y="9818"/>
                      </a:cubicBezTo>
                      <a:cubicBezTo>
                        <a:pt x="5344" y="9818"/>
                        <a:pt x="5270" y="9779"/>
                        <a:pt x="5567" y="9740"/>
                      </a:cubicBezTo>
                      <a:cubicBezTo>
                        <a:pt x="5790" y="9740"/>
                        <a:pt x="5790" y="9661"/>
                        <a:pt x="5790" y="9622"/>
                      </a:cubicBezTo>
                      <a:cubicBezTo>
                        <a:pt x="5790" y="9622"/>
                        <a:pt x="5790" y="9583"/>
                        <a:pt x="5790" y="9543"/>
                      </a:cubicBezTo>
                      <a:cubicBezTo>
                        <a:pt x="5790" y="9504"/>
                        <a:pt x="5641" y="9465"/>
                        <a:pt x="5864" y="9425"/>
                      </a:cubicBezTo>
                      <a:cubicBezTo>
                        <a:pt x="6012" y="9425"/>
                        <a:pt x="5938" y="9465"/>
                        <a:pt x="6012" y="9425"/>
                      </a:cubicBezTo>
                      <a:cubicBezTo>
                        <a:pt x="6087" y="9386"/>
                        <a:pt x="6087" y="9465"/>
                        <a:pt x="6087" y="9347"/>
                      </a:cubicBezTo>
                      <a:cubicBezTo>
                        <a:pt x="6087" y="9268"/>
                        <a:pt x="6087" y="9268"/>
                        <a:pt x="6235" y="9229"/>
                      </a:cubicBezTo>
                      <a:cubicBezTo>
                        <a:pt x="6384" y="9151"/>
                        <a:pt x="6309" y="9190"/>
                        <a:pt x="6384" y="9151"/>
                      </a:cubicBezTo>
                      <a:cubicBezTo>
                        <a:pt x="6458" y="9111"/>
                        <a:pt x="6384" y="9111"/>
                        <a:pt x="6458" y="9072"/>
                      </a:cubicBezTo>
                      <a:cubicBezTo>
                        <a:pt x="6606" y="9033"/>
                        <a:pt x="6606" y="9033"/>
                        <a:pt x="6606" y="9033"/>
                      </a:cubicBezTo>
                      <a:cubicBezTo>
                        <a:pt x="6606" y="8993"/>
                        <a:pt x="6829" y="8915"/>
                        <a:pt x="6829" y="8915"/>
                      </a:cubicBezTo>
                      <a:cubicBezTo>
                        <a:pt x="6829" y="8836"/>
                        <a:pt x="6829" y="8836"/>
                        <a:pt x="6829" y="8836"/>
                      </a:cubicBezTo>
                      <a:cubicBezTo>
                        <a:pt x="7126" y="8758"/>
                        <a:pt x="7126" y="8758"/>
                        <a:pt x="7126" y="8758"/>
                      </a:cubicBezTo>
                      <a:cubicBezTo>
                        <a:pt x="7126" y="8758"/>
                        <a:pt x="7200" y="8719"/>
                        <a:pt x="7200" y="8758"/>
                      </a:cubicBezTo>
                      <a:cubicBezTo>
                        <a:pt x="7126" y="8797"/>
                        <a:pt x="7052" y="8876"/>
                        <a:pt x="7052" y="8876"/>
                      </a:cubicBezTo>
                      <a:cubicBezTo>
                        <a:pt x="7052" y="8954"/>
                        <a:pt x="7052" y="8954"/>
                        <a:pt x="7052" y="8954"/>
                      </a:cubicBezTo>
                      <a:cubicBezTo>
                        <a:pt x="6829" y="9033"/>
                        <a:pt x="6829" y="9033"/>
                        <a:pt x="6829" y="9033"/>
                      </a:cubicBezTo>
                      <a:cubicBezTo>
                        <a:pt x="6829" y="9033"/>
                        <a:pt x="6977" y="9072"/>
                        <a:pt x="6903" y="9111"/>
                      </a:cubicBezTo>
                      <a:cubicBezTo>
                        <a:pt x="6829" y="9151"/>
                        <a:pt x="6680" y="9190"/>
                        <a:pt x="6680" y="9190"/>
                      </a:cubicBezTo>
                      <a:cubicBezTo>
                        <a:pt x="6680" y="9268"/>
                        <a:pt x="6680" y="9268"/>
                        <a:pt x="6680" y="9268"/>
                      </a:cubicBezTo>
                      <a:cubicBezTo>
                        <a:pt x="6755" y="9308"/>
                        <a:pt x="6755" y="9308"/>
                        <a:pt x="6755" y="9308"/>
                      </a:cubicBezTo>
                      <a:cubicBezTo>
                        <a:pt x="6606" y="9465"/>
                        <a:pt x="6606" y="9465"/>
                        <a:pt x="6606" y="9465"/>
                      </a:cubicBezTo>
                      <a:cubicBezTo>
                        <a:pt x="6755" y="9543"/>
                        <a:pt x="6755" y="9543"/>
                        <a:pt x="6755" y="9543"/>
                      </a:cubicBezTo>
                      <a:cubicBezTo>
                        <a:pt x="6829" y="9622"/>
                        <a:pt x="6829" y="9622"/>
                        <a:pt x="6829" y="9622"/>
                      </a:cubicBezTo>
                      <a:cubicBezTo>
                        <a:pt x="6829" y="9622"/>
                        <a:pt x="6755" y="9661"/>
                        <a:pt x="6680" y="9700"/>
                      </a:cubicBezTo>
                      <a:cubicBezTo>
                        <a:pt x="6606" y="9700"/>
                        <a:pt x="6458" y="9818"/>
                        <a:pt x="6458" y="9818"/>
                      </a:cubicBezTo>
                      <a:cubicBezTo>
                        <a:pt x="6309" y="9936"/>
                        <a:pt x="6309" y="9936"/>
                        <a:pt x="6309" y="9936"/>
                      </a:cubicBezTo>
                      <a:cubicBezTo>
                        <a:pt x="6161" y="10054"/>
                        <a:pt x="6161" y="10054"/>
                        <a:pt x="6161" y="10054"/>
                      </a:cubicBezTo>
                      <a:cubicBezTo>
                        <a:pt x="6161" y="10172"/>
                        <a:pt x="6161" y="10172"/>
                        <a:pt x="6161" y="10172"/>
                      </a:cubicBezTo>
                      <a:cubicBezTo>
                        <a:pt x="6087" y="10329"/>
                        <a:pt x="6087" y="10329"/>
                        <a:pt x="6087" y="10329"/>
                      </a:cubicBezTo>
                      <a:cubicBezTo>
                        <a:pt x="5938" y="10368"/>
                        <a:pt x="5938" y="10368"/>
                        <a:pt x="5938" y="10368"/>
                      </a:cubicBezTo>
                      <a:cubicBezTo>
                        <a:pt x="5938" y="10368"/>
                        <a:pt x="5864" y="10486"/>
                        <a:pt x="6012" y="10486"/>
                      </a:cubicBezTo>
                      <a:cubicBezTo>
                        <a:pt x="6161" y="10525"/>
                        <a:pt x="6161" y="10525"/>
                        <a:pt x="6235" y="10525"/>
                      </a:cubicBezTo>
                      <a:cubicBezTo>
                        <a:pt x="6384" y="10525"/>
                        <a:pt x="6309" y="10525"/>
                        <a:pt x="6384" y="10525"/>
                      </a:cubicBezTo>
                      <a:cubicBezTo>
                        <a:pt x="6458" y="10525"/>
                        <a:pt x="6606" y="10525"/>
                        <a:pt x="6606" y="10447"/>
                      </a:cubicBezTo>
                      <a:cubicBezTo>
                        <a:pt x="6606" y="10368"/>
                        <a:pt x="6606" y="10289"/>
                        <a:pt x="6606" y="10250"/>
                      </a:cubicBezTo>
                      <a:cubicBezTo>
                        <a:pt x="6606" y="10250"/>
                        <a:pt x="6755" y="10132"/>
                        <a:pt x="6755" y="10132"/>
                      </a:cubicBezTo>
                      <a:cubicBezTo>
                        <a:pt x="6755" y="9975"/>
                        <a:pt x="6755" y="9975"/>
                        <a:pt x="6755" y="9975"/>
                      </a:cubicBezTo>
                      <a:cubicBezTo>
                        <a:pt x="6755" y="9975"/>
                        <a:pt x="6755" y="9936"/>
                        <a:pt x="6903" y="9857"/>
                      </a:cubicBezTo>
                      <a:cubicBezTo>
                        <a:pt x="7052" y="9818"/>
                        <a:pt x="6977" y="9818"/>
                        <a:pt x="7052" y="9818"/>
                      </a:cubicBezTo>
                      <a:cubicBezTo>
                        <a:pt x="7126" y="9779"/>
                        <a:pt x="7126" y="9740"/>
                        <a:pt x="7126" y="9700"/>
                      </a:cubicBezTo>
                      <a:cubicBezTo>
                        <a:pt x="7200" y="9661"/>
                        <a:pt x="7200" y="9661"/>
                        <a:pt x="7200" y="9661"/>
                      </a:cubicBezTo>
                      <a:cubicBezTo>
                        <a:pt x="7274" y="9583"/>
                        <a:pt x="7274" y="9583"/>
                        <a:pt x="7274" y="9583"/>
                      </a:cubicBezTo>
                      <a:cubicBezTo>
                        <a:pt x="7274" y="9268"/>
                        <a:pt x="7274" y="9268"/>
                        <a:pt x="7274" y="9268"/>
                      </a:cubicBezTo>
                      <a:cubicBezTo>
                        <a:pt x="7274" y="9268"/>
                        <a:pt x="7274" y="9190"/>
                        <a:pt x="7348" y="9190"/>
                      </a:cubicBezTo>
                      <a:cubicBezTo>
                        <a:pt x="7423" y="9190"/>
                        <a:pt x="7497" y="9190"/>
                        <a:pt x="7497" y="9190"/>
                      </a:cubicBezTo>
                      <a:cubicBezTo>
                        <a:pt x="7497" y="9190"/>
                        <a:pt x="7497" y="9229"/>
                        <a:pt x="7497" y="9308"/>
                      </a:cubicBezTo>
                      <a:cubicBezTo>
                        <a:pt x="7423" y="9386"/>
                        <a:pt x="7497" y="9504"/>
                        <a:pt x="7497" y="9504"/>
                      </a:cubicBezTo>
                      <a:cubicBezTo>
                        <a:pt x="8016" y="9740"/>
                        <a:pt x="8016" y="9740"/>
                        <a:pt x="8016" y="9740"/>
                      </a:cubicBezTo>
                      <a:cubicBezTo>
                        <a:pt x="8016" y="9740"/>
                        <a:pt x="8239" y="9936"/>
                        <a:pt x="8239" y="9975"/>
                      </a:cubicBezTo>
                      <a:cubicBezTo>
                        <a:pt x="8239" y="9975"/>
                        <a:pt x="8610" y="10132"/>
                        <a:pt x="8610" y="10132"/>
                      </a:cubicBezTo>
                      <a:cubicBezTo>
                        <a:pt x="8610" y="10132"/>
                        <a:pt x="8685" y="10172"/>
                        <a:pt x="8610" y="10211"/>
                      </a:cubicBezTo>
                      <a:cubicBezTo>
                        <a:pt x="8610" y="10250"/>
                        <a:pt x="8685" y="10289"/>
                        <a:pt x="8685" y="10329"/>
                      </a:cubicBezTo>
                      <a:cubicBezTo>
                        <a:pt x="8610" y="10368"/>
                        <a:pt x="8536" y="10486"/>
                        <a:pt x="8536" y="10486"/>
                      </a:cubicBezTo>
                      <a:cubicBezTo>
                        <a:pt x="8388" y="10525"/>
                        <a:pt x="8388" y="10525"/>
                        <a:pt x="8388" y="10525"/>
                      </a:cubicBezTo>
                      <a:cubicBezTo>
                        <a:pt x="8165" y="10643"/>
                        <a:pt x="8165" y="10643"/>
                        <a:pt x="8165" y="10643"/>
                      </a:cubicBezTo>
                      <a:cubicBezTo>
                        <a:pt x="8091" y="10800"/>
                        <a:pt x="8091" y="10800"/>
                        <a:pt x="8091" y="10800"/>
                      </a:cubicBezTo>
                      <a:cubicBezTo>
                        <a:pt x="7942" y="10918"/>
                        <a:pt x="7942" y="10918"/>
                        <a:pt x="7942" y="10918"/>
                      </a:cubicBezTo>
                      <a:cubicBezTo>
                        <a:pt x="7645" y="10996"/>
                        <a:pt x="7645" y="10996"/>
                        <a:pt x="7645" y="10996"/>
                      </a:cubicBezTo>
                      <a:cubicBezTo>
                        <a:pt x="7274" y="11193"/>
                        <a:pt x="7274" y="11193"/>
                        <a:pt x="7274" y="11193"/>
                      </a:cubicBezTo>
                      <a:cubicBezTo>
                        <a:pt x="7126" y="11350"/>
                        <a:pt x="7126" y="11350"/>
                        <a:pt x="7126" y="11350"/>
                      </a:cubicBezTo>
                      <a:cubicBezTo>
                        <a:pt x="6903" y="11507"/>
                        <a:pt x="6903" y="11507"/>
                        <a:pt x="6903" y="11507"/>
                      </a:cubicBezTo>
                      <a:cubicBezTo>
                        <a:pt x="6903" y="11625"/>
                        <a:pt x="6903" y="11625"/>
                        <a:pt x="6903" y="11625"/>
                      </a:cubicBezTo>
                      <a:cubicBezTo>
                        <a:pt x="6903" y="11625"/>
                        <a:pt x="7052" y="11782"/>
                        <a:pt x="7126" y="11782"/>
                      </a:cubicBezTo>
                      <a:cubicBezTo>
                        <a:pt x="7126" y="11782"/>
                        <a:pt x="7200" y="11821"/>
                        <a:pt x="7200" y="11821"/>
                      </a:cubicBezTo>
                      <a:cubicBezTo>
                        <a:pt x="7274" y="12017"/>
                        <a:pt x="7274" y="12017"/>
                        <a:pt x="7274" y="12017"/>
                      </a:cubicBezTo>
                      <a:cubicBezTo>
                        <a:pt x="7274" y="12017"/>
                        <a:pt x="7274" y="12135"/>
                        <a:pt x="7348" y="12135"/>
                      </a:cubicBezTo>
                      <a:cubicBezTo>
                        <a:pt x="7423" y="12096"/>
                        <a:pt x="7497" y="11978"/>
                        <a:pt x="7497" y="11978"/>
                      </a:cubicBezTo>
                      <a:cubicBezTo>
                        <a:pt x="7497" y="11978"/>
                        <a:pt x="7348" y="11900"/>
                        <a:pt x="7348" y="11821"/>
                      </a:cubicBezTo>
                      <a:cubicBezTo>
                        <a:pt x="7348" y="11743"/>
                        <a:pt x="7497" y="11625"/>
                        <a:pt x="7497" y="11625"/>
                      </a:cubicBezTo>
                      <a:cubicBezTo>
                        <a:pt x="7645" y="11585"/>
                        <a:pt x="7645" y="11585"/>
                        <a:pt x="7645" y="11585"/>
                      </a:cubicBezTo>
                      <a:cubicBezTo>
                        <a:pt x="7645" y="11585"/>
                        <a:pt x="7571" y="11585"/>
                        <a:pt x="7645" y="11625"/>
                      </a:cubicBezTo>
                      <a:cubicBezTo>
                        <a:pt x="7720" y="11703"/>
                        <a:pt x="7720" y="11664"/>
                        <a:pt x="7794" y="11703"/>
                      </a:cubicBezTo>
                      <a:cubicBezTo>
                        <a:pt x="7794" y="11743"/>
                        <a:pt x="8016" y="11860"/>
                        <a:pt x="8016" y="11860"/>
                      </a:cubicBezTo>
                      <a:cubicBezTo>
                        <a:pt x="8016" y="11860"/>
                        <a:pt x="8239" y="11978"/>
                        <a:pt x="8313" y="12017"/>
                      </a:cubicBezTo>
                      <a:cubicBezTo>
                        <a:pt x="8388" y="12057"/>
                        <a:pt x="8462" y="12135"/>
                        <a:pt x="8536" y="12135"/>
                      </a:cubicBezTo>
                      <a:cubicBezTo>
                        <a:pt x="8610" y="12096"/>
                        <a:pt x="8685" y="12135"/>
                        <a:pt x="8685" y="12057"/>
                      </a:cubicBezTo>
                      <a:cubicBezTo>
                        <a:pt x="8685" y="11978"/>
                        <a:pt x="8759" y="11978"/>
                        <a:pt x="8759" y="11900"/>
                      </a:cubicBezTo>
                      <a:cubicBezTo>
                        <a:pt x="8685" y="11860"/>
                        <a:pt x="8685" y="11743"/>
                        <a:pt x="8685" y="11743"/>
                      </a:cubicBezTo>
                      <a:cubicBezTo>
                        <a:pt x="8685" y="11743"/>
                        <a:pt x="8685" y="11703"/>
                        <a:pt x="8759" y="11703"/>
                      </a:cubicBezTo>
                      <a:cubicBezTo>
                        <a:pt x="8907" y="11703"/>
                        <a:pt x="8907" y="11782"/>
                        <a:pt x="8907" y="11782"/>
                      </a:cubicBezTo>
                      <a:cubicBezTo>
                        <a:pt x="8907" y="11782"/>
                        <a:pt x="8981" y="11900"/>
                        <a:pt x="9056" y="11939"/>
                      </a:cubicBezTo>
                      <a:cubicBezTo>
                        <a:pt x="9130" y="11939"/>
                        <a:pt x="9204" y="11939"/>
                        <a:pt x="9278" y="11978"/>
                      </a:cubicBezTo>
                      <a:cubicBezTo>
                        <a:pt x="9353" y="12057"/>
                        <a:pt x="9724" y="12096"/>
                        <a:pt x="9724" y="12096"/>
                      </a:cubicBezTo>
                      <a:cubicBezTo>
                        <a:pt x="9724" y="12096"/>
                        <a:pt x="9798" y="12057"/>
                        <a:pt x="9872" y="12017"/>
                      </a:cubicBezTo>
                      <a:cubicBezTo>
                        <a:pt x="9872" y="11978"/>
                        <a:pt x="10021" y="11978"/>
                        <a:pt x="10021" y="11978"/>
                      </a:cubicBezTo>
                      <a:cubicBezTo>
                        <a:pt x="10021" y="11978"/>
                        <a:pt x="9946" y="11900"/>
                        <a:pt x="10169" y="11939"/>
                      </a:cubicBezTo>
                      <a:cubicBezTo>
                        <a:pt x="10318" y="11939"/>
                        <a:pt x="10392" y="11978"/>
                        <a:pt x="10392" y="11939"/>
                      </a:cubicBezTo>
                      <a:cubicBezTo>
                        <a:pt x="10466" y="11900"/>
                        <a:pt x="10614" y="11743"/>
                        <a:pt x="10614" y="11743"/>
                      </a:cubicBezTo>
                      <a:cubicBezTo>
                        <a:pt x="10614" y="11743"/>
                        <a:pt x="10540" y="11625"/>
                        <a:pt x="10763" y="11664"/>
                      </a:cubicBezTo>
                      <a:cubicBezTo>
                        <a:pt x="10911" y="11743"/>
                        <a:pt x="11728" y="11821"/>
                        <a:pt x="11728" y="11821"/>
                      </a:cubicBezTo>
                      <a:cubicBezTo>
                        <a:pt x="11654" y="11900"/>
                        <a:pt x="11654" y="11900"/>
                        <a:pt x="11654" y="11900"/>
                      </a:cubicBezTo>
                      <a:cubicBezTo>
                        <a:pt x="11357" y="11860"/>
                        <a:pt x="11357" y="11860"/>
                        <a:pt x="11357" y="11860"/>
                      </a:cubicBezTo>
                      <a:cubicBezTo>
                        <a:pt x="11134" y="11900"/>
                        <a:pt x="11134" y="11900"/>
                        <a:pt x="11134" y="11900"/>
                      </a:cubicBezTo>
                      <a:cubicBezTo>
                        <a:pt x="11134" y="11900"/>
                        <a:pt x="11060" y="11900"/>
                        <a:pt x="10986" y="11978"/>
                      </a:cubicBezTo>
                      <a:cubicBezTo>
                        <a:pt x="10986" y="12017"/>
                        <a:pt x="10986" y="12057"/>
                        <a:pt x="10911" y="12096"/>
                      </a:cubicBezTo>
                      <a:cubicBezTo>
                        <a:pt x="10911" y="12135"/>
                        <a:pt x="10837" y="12175"/>
                        <a:pt x="10763" y="12175"/>
                      </a:cubicBezTo>
                      <a:cubicBezTo>
                        <a:pt x="10763" y="12214"/>
                        <a:pt x="10466" y="12332"/>
                        <a:pt x="10466" y="12332"/>
                      </a:cubicBezTo>
                      <a:cubicBezTo>
                        <a:pt x="10318" y="12449"/>
                        <a:pt x="10318" y="12449"/>
                        <a:pt x="10318" y="12449"/>
                      </a:cubicBezTo>
                      <a:cubicBezTo>
                        <a:pt x="10169" y="12646"/>
                        <a:pt x="10169" y="12646"/>
                        <a:pt x="10169" y="12646"/>
                      </a:cubicBezTo>
                      <a:cubicBezTo>
                        <a:pt x="10169" y="12646"/>
                        <a:pt x="10169" y="12803"/>
                        <a:pt x="10243" y="12803"/>
                      </a:cubicBezTo>
                      <a:cubicBezTo>
                        <a:pt x="10318" y="12842"/>
                        <a:pt x="10466" y="12960"/>
                        <a:pt x="10466" y="12960"/>
                      </a:cubicBezTo>
                      <a:cubicBezTo>
                        <a:pt x="10466" y="12960"/>
                        <a:pt x="10466" y="13039"/>
                        <a:pt x="10466" y="13078"/>
                      </a:cubicBezTo>
                      <a:cubicBezTo>
                        <a:pt x="10466" y="13117"/>
                        <a:pt x="10466" y="13156"/>
                        <a:pt x="10540" y="13235"/>
                      </a:cubicBezTo>
                      <a:cubicBezTo>
                        <a:pt x="10614" y="13274"/>
                        <a:pt x="10689" y="13431"/>
                        <a:pt x="10689" y="13431"/>
                      </a:cubicBezTo>
                      <a:cubicBezTo>
                        <a:pt x="10763" y="13431"/>
                        <a:pt x="10763" y="13431"/>
                        <a:pt x="10763" y="13431"/>
                      </a:cubicBezTo>
                      <a:cubicBezTo>
                        <a:pt x="10763" y="13549"/>
                        <a:pt x="10763" y="13549"/>
                        <a:pt x="10763" y="13549"/>
                      </a:cubicBezTo>
                      <a:cubicBezTo>
                        <a:pt x="10763" y="13549"/>
                        <a:pt x="10763" y="13667"/>
                        <a:pt x="10837" y="13667"/>
                      </a:cubicBezTo>
                      <a:cubicBezTo>
                        <a:pt x="10986" y="13667"/>
                        <a:pt x="11208" y="13588"/>
                        <a:pt x="11208" y="13588"/>
                      </a:cubicBezTo>
                      <a:cubicBezTo>
                        <a:pt x="11802" y="13510"/>
                        <a:pt x="11802" y="13510"/>
                        <a:pt x="11802" y="13510"/>
                      </a:cubicBezTo>
                      <a:cubicBezTo>
                        <a:pt x="11802" y="13510"/>
                        <a:pt x="11728" y="13667"/>
                        <a:pt x="11728" y="13706"/>
                      </a:cubicBezTo>
                      <a:cubicBezTo>
                        <a:pt x="11728" y="13745"/>
                        <a:pt x="11579" y="13745"/>
                        <a:pt x="11505" y="13785"/>
                      </a:cubicBezTo>
                      <a:cubicBezTo>
                        <a:pt x="11505" y="13824"/>
                        <a:pt x="11505" y="13863"/>
                        <a:pt x="11505" y="13863"/>
                      </a:cubicBezTo>
                      <a:cubicBezTo>
                        <a:pt x="11505" y="13863"/>
                        <a:pt x="11431" y="13981"/>
                        <a:pt x="11357" y="13981"/>
                      </a:cubicBezTo>
                      <a:cubicBezTo>
                        <a:pt x="11208" y="13981"/>
                        <a:pt x="11060" y="14020"/>
                        <a:pt x="11060" y="14020"/>
                      </a:cubicBezTo>
                      <a:cubicBezTo>
                        <a:pt x="11060" y="14020"/>
                        <a:pt x="10986" y="13942"/>
                        <a:pt x="10986" y="14060"/>
                      </a:cubicBezTo>
                      <a:cubicBezTo>
                        <a:pt x="10911" y="14138"/>
                        <a:pt x="10837" y="14217"/>
                        <a:pt x="10837" y="14256"/>
                      </a:cubicBezTo>
                      <a:cubicBezTo>
                        <a:pt x="10837" y="14295"/>
                        <a:pt x="10689" y="14335"/>
                        <a:pt x="10911" y="14374"/>
                      </a:cubicBezTo>
                      <a:cubicBezTo>
                        <a:pt x="11060" y="14374"/>
                        <a:pt x="11060" y="14492"/>
                        <a:pt x="11060" y="14492"/>
                      </a:cubicBezTo>
                      <a:cubicBezTo>
                        <a:pt x="11060" y="14492"/>
                        <a:pt x="10911" y="14570"/>
                        <a:pt x="10837" y="14609"/>
                      </a:cubicBezTo>
                      <a:cubicBezTo>
                        <a:pt x="10763" y="14649"/>
                        <a:pt x="10689" y="14609"/>
                        <a:pt x="10689" y="14649"/>
                      </a:cubicBezTo>
                      <a:cubicBezTo>
                        <a:pt x="10689" y="14688"/>
                        <a:pt x="10837" y="14884"/>
                        <a:pt x="10837" y="14884"/>
                      </a:cubicBezTo>
                      <a:cubicBezTo>
                        <a:pt x="10837" y="14884"/>
                        <a:pt x="10837" y="15002"/>
                        <a:pt x="10689" y="15002"/>
                      </a:cubicBezTo>
                      <a:cubicBezTo>
                        <a:pt x="10540" y="15002"/>
                        <a:pt x="10540" y="15002"/>
                        <a:pt x="10466" y="15002"/>
                      </a:cubicBezTo>
                      <a:cubicBezTo>
                        <a:pt x="10392" y="15002"/>
                        <a:pt x="10318" y="15002"/>
                        <a:pt x="10318" y="15002"/>
                      </a:cubicBezTo>
                      <a:cubicBezTo>
                        <a:pt x="10318" y="15002"/>
                        <a:pt x="10392" y="15041"/>
                        <a:pt x="10392" y="15120"/>
                      </a:cubicBezTo>
                      <a:cubicBezTo>
                        <a:pt x="10392" y="15199"/>
                        <a:pt x="10392" y="15277"/>
                        <a:pt x="10392" y="15277"/>
                      </a:cubicBezTo>
                      <a:cubicBezTo>
                        <a:pt x="10169" y="15238"/>
                        <a:pt x="10169" y="15238"/>
                        <a:pt x="10169" y="15238"/>
                      </a:cubicBezTo>
                      <a:cubicBezTo>
                        <a:pt x="9946" y="15120"/>
                        <a:pt x="9946" y="15120"/>
                        <a:pt x="9946" y="15120"/>
                      </a:cubicBezTo>
                      <a:cubicBezTo>
                        <a:pt x="9946" y="15120"/>
                        <a:pt x="9724" y="15120"/>
                        <a:pt x="9649" y="15120"/>
                      </a:cubicBezTo>
                      <a:cubicBezTo>
                        <a:pt x="9575" y="15159"/>
                        <a:pt x="9353" y="15159"/>
                        <a:pt x="9353" y="15159"/>
                      </a:cubicBezTo>
                      <a:cubicBezTo>
                        <a:pt x="9353" y="15159"/>
                        <a:pt x="8981" y="15081"/>
                        <a:pt x="8907" y="15041"/>
                      </a:cubicBezTo>
                      <a:cubicBezTo>
                        <a:pt x="8907" y="15002"/>
                        <a:pt x="8907" y="15002"/>
                        <a:pt x="8833" y="15041"/>
                      </a:cubicBezTo>
                      <a:cubicBezTo>
                        <a:pt x="8833" y="15041"/>
                        <a:pt x="8907" y="15041"/>
                        <a:pt x="8833" y="15041"/>
                      </a:cubicBezTo>
                      <a:cubicBezTo>
                        <a:pt x="8759" y="15081"/>
                        <a:pt x="8907" y="15081"/>
                        <a:pt x="8610" y="15081"/>
                      </a:cubicBezTo>
                      <a:cubicBezTo>
                        <a:pt x="8313" y="15120"/>
                        <a:pt x="8016" y="15159"/>
                        <a:pt x="8016" y="15159"/>
                      </a:cubicBezTo>
                      <a:cubicBezTo>
                        <a:pt x="8016" y="15159"/>
                        <a:pt x="8239" y="15041"/>
                        <a:pt x="8165" y="15002"/>
                      </a:cubicBezTo>
                      <a:cubicBezTo>
                        <a:pt x="8091" y="14963"/>
                        <a:pt x="8165" y="15002"/>
                        <a:pt x="8016" y="14963"/>
                      </a:cubicBezTo>
                      <a:cubicBezTo>
                        <a:pt x="7942" y="14924"/>
                        <a:pt x="7794" y="14845"/>
                        <a:pt x="7794" y="14806"/>
                      </a:cubicBezTo>
                      <a:cubicBezTo>
                        <a:pt x="7794" y="14767"/>
                        <a:pt x="7794" y="14688"/>
                        <a:pt x="7645" y="14688"/>
                      </a:cubicBezTo>
                      <a:cubicBezTo>
                        <a:pt x="7571" y="14688"/>
                        <a:pt x="7497" y="14609"/>
                        <a:pt x="7348" y="14688"/>
                      </a:cubicBezTo>
                      <a:cubicBezTo>
                        <a:pt x="7274" y="14727"/>
                        <a:pt x="7200" y="14727"/>
                        <a:pt x="7200" y="14767"/>
                      </a:cubicBezTo>
                      <a:cubicBezTo>
                        <a:pt x="7126" y="14806"/>
                        <a:pt x="6829" y="14845"/>
                        <a:pt x="6829" y="14845"/>
                      </a:cubicBezTo>
                      <a:cubicBezTo>
                        <a:pt x="6829" y="14845"/>
                        <a:pt x="7052" y="15002"/>
                        <a:pt x="7052" y="15041"/>
                      </a:cubicBezTo>
                      <a:cubicBezTo>
                        <a:pt x="7052" y="15081"/>
                        <a:pt x="7200" y="15238"/>
                        <a:pt x="7200" y="15238"/>
                      </a:cubicBezTo>
                      <a:cubicBezTo>
                        <a:pt x="7720" y="15238"/>
                        <a:pt x="7720" y="15238"/>
                        <a:pt x="7720" y="15238"/>
                      </a:cubicBezTo>
                      <a:cubicBezTo>
                        <a:pt x="7720" y="15238"/>
                        <a:pt x="7348" y="15316"/>
                        <a:pt x="7348" y="15395"/>
                      </a:cubicBezTo>
                      <a:cubicBezTo>
                        <a:pt x="7274" y="15434"/>
                        <a:pt x="7274" y="15473"/>
                        <a:pt x="7200" y="15513"/>
                      </a:cubicBezTo>
                      <a:cubicBezTo>
                        <a:pt x="7126" y="15552"/>
                        <a:pt x="7126" y="15591"/>
                        <a:pt x="6977" y="15631"/>
                      </a:cubicBezTo>
                      <a:cubicBezTo>
                        <a:pt x="6755" y="15631"/>
                        <a:pt x="6532" y="15670"/>
                        <a:pt x="6384" y="15709"/>
                      </a:cubicBezTo>
                      <a:cubicBezTo>
                        <a:pt x="6309" y="15748"/>
                        <a:pt x="6235" y="15748"/>
                        <a:pt x="6235" y="15788"/>
                      </a:cubicBezTo>
                      <a:cubicBezTo>
                        <a:pt x="6235" y="15866"/>
                        <a:pt x="5790" y="15827"/>
                        <a:pt x="6235" y="15905"/>
                      </a:cubicBezTo>
                      <a:cubicBezTo>
                        <a:pt x="6680" y="15945"/>
                        <a:pt x="6755" y="15984"/>
                        <a:pt x="6755" y="15984"/>
                      </a:cubicBezTo>
                      <a:cubicBezTo>
                        <a:pt x="6755" y="15984"/>
                        <a:pt x="6977" y="15866"/>
                        <a:pt x="7052" y="15827"/>
                      </a:cubicBezTo>
                      <a:cubicBezTo>
                        <a:pt x="7200" y="15748"/>
                        <a:pt x="7200" y="15748"/>
                        <a:pt x="7497" y="15748"/>
                      </a:cubicBezTo>
                      <a:cubicBezTo>
                        <a:pt x="7794" y="15788"/>
                        <a:pt x="7794" y="15748"/>
                        <a:pt x="7794" y="15788"/>
                      </a:cubicBezTo>
                      <a:cubicBezTo>
                        <a:pt x="7794" y="15866"/>
                        <a:pt x="7794" y="15905"/>
                        <a:pt x="7794" y="15984"/>
                      </a:cubicBezTo>
                      <a:cubicBezTo>
                        <a:pt x="7720" y="16063"/>
                        <a:pt x="7571" y="16102"/>
                        <a:pt x="7720" y="16220"/>
                      </a:cubicBezTo>
                      <a:cubicBezTo>
                        <a:pt x="7868" y="16298"/>
                        <a:pt x="7645" y="16377"/>
                        <a:pt x="7645" y="16416"/>
                      </a:cubicBezTo>
                      <a:cubicBezTo>
                        <a:pt x="7645" y="16416"/>
                        <a:pt x="7497" y="16534"/>
                        <a:pt x="7571" y="16534"/>
                      </a:cubicBezTo>
                      <a:cubicBezTo>
                        <a:pt x="7645" y="16573"/>
                        <a:pt x="7645" y="16573"/>
                        <a:pt x="7645" y="16573"/>
                      </a:cubicBezTo>
                      <a:cubicBezTo>
                        <a:pt x="7645" y="16573"/>
                        <a:pt x="7497" y="16769"/>
                        <a:pt x="7497" y="16809"/>
                      </a:cubicBezTo>
                      <a:cubicBezTo>
                        <a:pt x="7497" y="16809"/>
                        <a:pt x="7274" y="17044"/>
                        <a:pt x="7200" y="17044"/>
                      </a:cubicBezTo>
                      <a:cubicBezTo>
                        <a:pt x="7126" y="17084"/>
                        <a:pt x="7274" y="17084"/>
                        <a:pt x="6829" y="17162"/>
                      </a:cubicBezTo>
                      <a:cubicBezTo>
                        <a:pt x="6384" y="17201"/>
                        <a:pt x="6161" y="17241"/>
                        <a:pt x="6161" y="17241"/>
                      </a:cubicBezTo>
                      <a:cubicBezTo>
                        <a:pt x="5790" y="17319"/>
                        <a:pt x="5790" y="17319"/>
                        <a:pt x="5790" y="17319"/>
                      </a:cubicBezTo>
                      <a:cubicBezTo>
                        <a:pt x="5493" y="17437"/>
                        <a:pt x="5493" y="17437"/>
                        <a:pt x="5493" y="17437"/>
                      </a:cubicBezTo>
                      <a:cubicBezTo>
                        <a:pt x="5270" y="17437"/>
                        <a:pt x="5270" y="17437"/>
                        <a:pt x="5270" y="17437"/>
                      </a:cubicBezTo>
                      <a:cubicBezTo>
                        <a:pt x="4899" y="17398"/>
                        <a:pt x="4899" y="17398"/>
                        <a:pt x="4899" y="17398"/>
                      </a:cubicBezTo>
                      <a:cubicBezTo>
                        <a:pt x="4899" y="17398"/>
                        <a:pt x="4528" y="17516"/>
                        <a:pt x="4528" y="17555"/>
                      </a:cubicBezTo>
                      <a:cubicBezTo>
                        <a:pt x="4528" y="17555"/>
                        <a:pt x="4305" y="17594"/>
                        <a:pt x="4231" y="17633"/>
                      </a:cubicBezTo>
                      <a:cubicBezTo>
                        <a:pt x="4231" y="17673"/>
                        <a:pt x="4602" y="17751"/>
                        <a:pt x="4602" y="17751"/>
                      </a:cubicBezTo>
                      <a:cubicBezTo>
                        <a:pt x="4676" y="17869"/>
                        <a:pt x="4676" y="17869"/>
                        <a:pt x="4676" y="17869"/>
                      </a:cubicBezTo>
                      <a:cubicBezTo>
                        <a:pt x="4528" y="17869"/>
                        <a:pt x="4528" y="17869"/>
                        <a:pt x="4528" y="17869"/>
                      </a:cubicBezTo>
                      <a:cubicBezTo>
                        <a:pt x="4231" y="17908"/>
                        <a:pt x="4231" y="17908"/>
                        <a:pt x="4231" y="17908"/>
                      </a:cubicBezTo>
                      <a:cubicBezTo>
                        <a:pt x="4231" y="17987"/>
                        <a:pt x="4231" y="17987"/>
                        <a:pt x="4231" y="17987"/>
                      </a:cubicBezTo>
                      <a:cubicBezTo>
                        <a:pt x="4379" y="18026"/>
                        <a:pt x="4379" y="18026"/>
                        <a:pt x="4379" y="18026"/>
                      </a:cubicBezTo>
                      <a:cubicBezTo>
                        <a:pt x="4379" y="18026"/>
                        <a:pt x="4454" y="18065"/>
                        <a:pt x="4528" y="18065"/>
                      </a:cubicBezTo>
                      <a:cubicBezTo>
                        <a:pt x="4676" y="18065"/>
                        <a:pt x="4973" y="17987"/>
                        <a:pt x="4973" y="17987"/>
                      </a:cubicBezTo>
                      <a:cubicBezTo>
                        <a:pt x="4602" y="18105"/>
                        <a:pt x="4602" y="18105"/>
                        <a:pt x="4602" y="18105"/>
                      </a:cubicBezTo>
                      <a:cubicBezTo>
                        <a:pt x="4528" y="18223"/>
                        <a:pt x="4528" y="18223"/>
                        <a:pt x="4528" y="18223"/>
                      </a:cubicBezTo>
                      <a:cubicBezTo>
                        <a:pt x="4528" y="18223"/>
                        <a:pt x="4454" y="18301"/>
                        <a:pt x="4602" y="18301"/>
                      </a:cubicBezTo>
                      <a:cubicBezTo>
                        <a:pt x="4751" y="18301"/>
                        <a:pt x="4899" y="18301"/>
                        <a:pt x="4899" y="18301"/>
                      </a:cubicBezTo>
                      <a:cubicBezTo>
                        <a:pt x="4899" y="18301"/>
                        <a:pt x="4973" y="18223"/>
                        <a:pt x="5122" y="18223"/>
                      </a:cubicBezTo>
                      <a:cubicBezTo>
                        <a:pt x="5344" y="18262"/>
                        <a:pt x="5344" y="18262"/>
                        <a:pt x="5344" y="18262"/>
                      </a:cubicBezTo>
                      <a:cubicBezTo>
                        <a:pt x="5344" y="18262"/>
                        <a:pt x="5419" y="18144"/>
                        <a:pt x="5493" y="18144"/>
                      </a:cubicBezTo>
                      <a:cubicBezTo>
                        <a:pt x="5493" y="18144"/>
                        <a:pt x="5419" y="18144"/>
                        <a:pt x="5641" y="18144"/>
                      </a:cubicBezTo>
                      <a:cubicBezTo>
                        <a:pt x="5790" y="18183"/>
                        <a:pt x="6309" y="18144"/>
                        <a:pt x="6309" y="18144"/>
                      </a:cubicBezTo>
                      <a:cubicBezTo>
                        <a:pt x="6309" y="18144"/>
                        <a:pt x="6384" y="18144"/>
                        <a:pt x="6384" y="18183"/>
                      </a:cubicBezTo>
                      <a:cubicBezTo>
                        <a:pt x="6384" y="18262"/>
                        <a:pt x="6532" y="18262"/>
                        <a:pt x="6606" y="18340"/>
                      </a:cubicBezTo>
                      <a:cubicBezTo>
                        <a:pt x="6755" y="18380"/>
                        <a:pt x="7052" y="18419"/>
                        <a:pt x="7052" y="18419"/>
                      </a:cubicBezTo>
                      <a:cubicBezTo>
                        <a:pt x="6829" y="18458"/>
                        <a:pt x="6829" y="18458"/>
                        <a:pt x="6829" y="18458"/>
                      </a:cubicBezTo>
                      <a:cubicBezTo>
                        <a:pt x="6532" y="18419"/>
                        <a:pt x="6532" y="18419"/>
                        <a:pt x="6532" y="18419"/>
                      </a:cubicBezTo>
                      <a:cubicBezTo>
                        <a:pt x="6532" y="18419"/>
                        <a:pt x="6384" y="18380"/>
                        <a:pt x="6384" y="18419"/>
                      </a:cubicBezTo>
                      <a:cubicBezTo>
                        <a:pt x="6384" y="18497"/>
                        <a:pt x="6309" y="18615"/>
                        <a:pt x="6309" y="18615"/>
                      </a:cubicBezTo>
                      <a:cubicBezTo>
                        <a:pt x="6384" y="18615"/>
                        <a:pt x="6755" y="18655"/>
                        <a:pt x="6755" y="18655"/>
                      </a:cubicBezTo>
                      <a:cubicBezTo>
                        <a:pt x="7126" y="18655"/>
                        <a:pt x="7126" y="18655"/>
                        <a:pt x="7126" y="18655"/>
                      </a:cubicBezTo>
                      <a:cubicBezTo>
                        <a:pt x="7274" y="18615"/>
                        <a:pt x="7274" y="18615"/>
                        <a:pt x="7274" y="18615"/>
                      </a:cubicBezTo>
                      <a:cubicBezTo>
                        <a:pt x="7497" y="18537"/>
                        <a:pt x="7497" y="18537"/>
                        <a:pt x="7497" y="18537"/>
                      </a:cubicBezTo>
                      <a:cubicBezTo>
                        <a:pt x="7497" y="18537"/>
                        <a:pt x="7571" y="18615"/>
                        <a:pt x="7497" y="18615"/>
                      </a:cubicBezTo>
                      <a:cubicBezTo>
                        <a:pt x="7497" y="18655"/>
                        <a:pt x="7571" y="18733"/>
                        <a:pt x="7571" y="18733"/>
                      </a:cubicBezTo>
                      <a:cubicBezTo>
                        <a:pt x="7571" y="18733"/>
                        <a:pt x="7571" y="18851"/>
                        <a:pt x="7645" y="18851"/>
                      </a:cubicBezTo>
                      <a:cubicBezTo>
                        <a:pt x="7720" y="18851"/>
                        <a:pt x="7868" y="18969"/>
                        <a:pt x="7868" y="18969"/>
                      </a:cubicBezTo>
                      <a:cubicBezTo>
                        <a:pt x="8016" y="19087"/>
                        <a:pt x="8016" y="19087"/>
                        <a:pt x="8016" y="19087"/>
                      </a:cubicBezTo>
                      <a:cubicBezTo>
                        <a:pt x="8313" y="19126"/>
                        <a:pt x="8313" y="19126"/>
                        <a:pt x="8313" y="19126"/>
                      </a:cubicBezTo>
                      <a:cubicBezTo>
                        <a:pt x="8313" y="19126"/>
                        <a:pt x="8536" y="19126"/>
                        <a:pt x="8610" y="19126"/>
                      </a:cubicBezTo>
                      <a:cubicBezTo>
                        <a:pt x="8685" y="19165"/>
                        <a:pt x="8833" y="19204"/>
                        <a:pt x="8833" y="19165"/>
                      </a:cubicBezTo>
                      <a:cubicBezTo>
                        <a:pt x="8907" y="19126"/>
                        <a:pt x="9056" y="19047"/>
                        <a:pt x="9056" y="19047"/>
                      </a:cubicBezTo>
                      <a:cubicBezTo>
                        <a:pt x="9353" y="18929"/>
                        <a:pt x="9353" y="18929"/>
                        <a:pt x="9353" y="18929"/>
                      </a:cubicBezTo>
                      <a:cubicBezTo>
                        <a:pt x="9353" y="18929"/>
                        <a:pt x="9501" y="18929"/>
                        <a:pt x="9649" y="18929"/>
                      </a:cubicBezTo>
                      <a:cubicBezTo>
                        <a:pt x="9724" y="18929"/>
                        <a:pt x="10243" y="18890"/>
                        <a:pt x="10243" y="18890"/>
                      </a:cubicBezTo>
                      <a:cubicBezTo>
                        <a:pt x="10243" y="18890"/>
                        <a:pt x="10318" y="18812"/>
                        <a:pt x="10466" y="18772"/>
                      </a:cubicBezTo>
                      <a:cubicBezTo>
                        <a:pt x="10540" y="18733"/>
                        <a:pt x="10837" y="18655"/>
                        <a:pt x="10837" y="18655"/>
                      </a:cubicBezTo>
                      <a:cubicBezTo>
                        <a:pt x="11357" y="18576"/>
                        <a:pt x="11357" y="18576"/>
                        <a:pt x="11357" y="18576"/>
                      </a:cubicBezTo>
                      <a:cubicBezTo>
                        <a:pt x="10911" y="18655"/>
                        <a:pt x="10911" y="18655"/>
                        <a:pt x="10911" y="18655"/>
                      </a:cubicBezTo>
                      <a:cubicBezTo>
                        <a:pt x="10763" y="18733"/>
                        <a:pt x="10763" y="18733"/>
                        <a:pt x="10763" y="18733"/>
                      </a:cubicBezTo>
                      <a:cubicBezTo>
                        <a:pt x="10466" y="18851"/>
                        <a:pt x="10466" y="18851"/>
                        <a:pt x="10466" y="18851"/>
                      </a:cubicBezTo>
                      <a:cubicBezTo>
                        <a:pt x="10318" y="18929"/>
                        <a:pt x="10318" y="18929"/>
                        <a:pt x="10318" y="18929"/>
                      </a:cubicBezTo>
                      <a:cubicBezTo>
                        <a:pt x="10318" y="18929"/>
                        <a:pt x="10169" y="18969"/>
                        <a:pt x="10095" y="19008"/>
                      </a:cubicBezTo>
                      <a:cubicBezTo>
                        <a:pt x="10095" y="19008"/>
                        <a:pt x="9872" y="19204"/>
                        <a:pt x="9872" y="19204"/>
                      </a:cubicBezTo>
                      <a:cubicBezTo>
                        <a:pt x="9649" y="19244"/>
                        <a:pt x="9649" y="19244"/>
                        <a:pt x="9649" y="19244"/>
                      </a:cubicBezTo>
                      <a:cubicBezTo>
                        <a:pt x="9649" y="19244"/>
                        <a:pt x="9427" y="19322"/>
                        <a:pt x="9353" y="19401"/>
                      </a:cubicBezTo>
                      <a:cubicBezTo>
                        <a:pt x="9278" y="19440"/>
                        <a:pt x="9204" y="19479"/>
                        <a:pt x="9204" y="19479"/>
                      </a:cubicBezTo>
                      <a:cubicBezTo>
                        <a:pt x="9204" y="19479"/>
                        <a:pt x="9278" y="19558"/>
                        <a:pt x="8907" y="19558"/>
                      </a:cubicBezTo>
                      <a:cubicBezTo>
                        <a:pt x="8536" y="19519"/>
                        <a:pt x="8239" y="19479"/>
                        <a:pt x="8239" y="19479"/>
                      </a:cubicBezTo>
                      <a:cubicBezTo>
                        <a:pt x="8239" y="19479"/>
                        <a:pt x="7868" y="19440"/>
                        <a:pt x="7794" y="19440"/>
                      </a:cubicBezTo>
                      <a:cubicBezTo>
                        <a:pt x="7720" y="19401"/>
                        <a:pt x="7720" y="19401"/>
                        <a:pt x="7497" y="19401"/>
                      </a:cubicBezTo>
                      <a:cubicBezTo>
                        <a:pt x="7348" y="19401"/>
                        <a:pt x="6606" y="19283"/>
                        <a:pt x="6606" y="19283"/>
                      </a:cubicBezTo>
                      <a:cubicBezTo>
                        <a:pt x="6606" y="19283"/>
                        <a:pt x="6458" y="19283"/>
                        <a:pt x="6384" y="19322"/>
                      </a:cubicBezTo>
                      <a:cubicBezTo>
                        <a:pt x="6309" y="19361"/>
                        <a:pt x="6161" y="19361"/>
                        <a:pt x="6161" y="19401"/>
                      </a:cubicBezTo>
                      <a:cubicBezTo>
                        <a:pt x="6161" y="19479"/>
                        <a:pt x="6161" y="19519"/>
                        <a:pt x="6161" y="19519"/>
                      </a:cubicBezTo>
                      <a:cubicBezTo>
                        <a:pt x="6087" y="19636"/>
                        <a:pt x="6087" y="19636"/>
                        <a:pt x="6087" y="19636"/>
                      </a:cubicBezTo>
                      <a:cubicBezTo>
                        <a:pt x="5790" y="19676"/>
                        <a:pt x="5790" y="19676"/>
                        <a:pt x="5790" y="19676"/>
                      </a:cubicBezTo>
                      <a:cubicBezTo>
                        <a:pt x="5419" y="19676"/>
                        <a:pt x="5419" y="19676"/>
                        <a:pt x="5419" y="19676"/>
                      </a:cubicBezTo>
                      <a:close/>
                      <a:moveTo>
                        <a:pt x="3192" y="10447"/>
                      </a:moveTo>
                      <a:cubicBezTo>
                        <a:pt x="3192" y="10447"/>
                        <a:pt x="3192" y="10447"/>
                        <a:pt x="3192" y="10447"/>
                      </a:cubicBezTo>
                      <a:cubicBezTo>
                        <a:pt x="3266" y="10447"/>
                        <a:pt x="3711" y="10447"/>
                        <a:pt x="3711" y="10447"/>
                      </a:cubicBezTo>
                      <a:cubicBezTo>
                        <a:pt x="4008" y="10447"/>
                        <a:pt x="4008" y="10447"/>
                        <a:pt x="4008" y="10447"/>
                      </a:cubicBezTo>
                      <a:cubicBezTo>
                        <a:pt x="4008" y="10447"/>
                        <a:pt x="4379" y="10447"/>
                        <a:pt x="4454" y="10447"/>
                      </a:cubicBezTo>
                      <a:cubicBezTo>
                        <a:pt x="4528" y="10447"/>
                        <a:pt x="4602" y="10486"/>
                        <a:pt x="4602" y="10486"/>
                      </a:cubicBezTo>
                      <a:cubicBezTo>
                        <a:pt x="4602" y="10486"/>
                        <a:pt x="4751" y="10407"/>
                        <a:pt x="4825" y="10447"/>
                      </a:cubicBezTo>
                      <a:cubicBezTo>
                        <a:pt x="4899" y="10447"/>
                        <a:pt x="5047" y="10564"/>
                        <a:pt x="5047" y="10564"/>
                      </a:cubicBezTo>
                      <a:cubicBezTo>
                        <a:pt x="5196" y="10761"/>
                        <a:pt x="5196" y="10761"/>
                        <a:pt x="5196" y="10761"/>
                      </a:cubicBezTo>
                      <a:cubicBezTo>
                        <a:pt x="5270" y="10996"/>
                        <a:pt x="5270" y="10996"/>
                        <a:pt x="5270" y="10996"/>
                      </a:cubicBezTo>
                      <a:cubicBezTo>
                        <a:pt x="5344" y="11193"/>
                        <a:pt x="5344" y="11193"/>
                        <a:pt x="5344" y="11193"/>
                      </a:cubicBezTo>
                      <a:cubicBezTo>
                        <a:pt x="5641" y="11389"/>
                        <a:pt x="5641" y="11389"/>
                        <a:pt x="5641" y="11389"/>
                      </a:cubicBezTo>
                      <a:cubicBezTo>
                        <a:pt x="5493" y="11507"/>
                        <a:pt x="5493" y="11507"/>
                        <a:pt x="5493" y="11507"/>
                      </a:cubicBezTo>
                      <a:cubicBezTo>
                        <a:pt x="5493" y="11507"/>
                        <a:pt x="5493" y="11664"/>
                        <a:pt x="5493" y="11664"/>
                      </a:cubicBezTo>
                      <a:cubicBezTo>
                        <a:pt x="5419" y="11664"/>
                        <a:pt x="5196" y="11703"/>
                        <a:pt x="5196" y="11703"/>
                      </a:cubicBezTo>
                      <a:cubicBezTo>
                        <a:pt x="5122" y="11743"/>
                        <a:pt x="5047" y="11860"/>
                        <a:pt x="5047" y="11860"/>
                      </a:cubicBezTo>
                      <a:cubicBezTo>
                        <a:pt x="5047" y="11860"/>
                        <a:pt x="5344" y="11703"/>
                        <a:pt x="5419" y="11743"/>
                      </a:cubicBezTo>
                      <a:cubicBezTo>
                        <a:pt x="5493" y="11743"/>
                        <a:pt x="5715" y="11743"/>
                        <a:pt x="5715" y="11743"/>
                      </a:cubicBezTo>
                      <a:cubicBezTo>
                        <a:pt x="5864" y="11821"/>
                        <a:pt x="5864" y="11821"/>
                        <a:pt x="5864" y="11821"/>
                      </a:cubicBezTo>
                      <a:cubicBezTo>
                        <a:pt x="6012" y="11978"/>
                        <a:pt x="6012" y="11978"/>
                        <a:pt x="6012" y="11978"/>
                      </a:cubicBezTo>
                      <a:cubicBezTo>
                        <a:pt x="6012" y="12175"/>
                        <a:pt x="6012" y="12175"/>
                        <a:pt x="6012" y="12175"/>
                      </a:cubicBezTo>
                      <a:cubicBezTo>
                        <a:pt x="6012" y="12175"/>
                        <a:pt x="6012" y="12332"/>
                        <a:pt x="5938" y="12332"/>
                      </a:cubicBezTo>
                      <a:cubicBezTo>
                        <a:pt x="5938" y="12371"/>
                        <a:pt x="5864" y="12410"/>
                        <a:pt x="5790" y="12410"/>
                      </a:cubicBezTo>
                      <a:cubicBezTo>
                        <a:pt x="5715" y="12410"/>
                        <a:pt x="5641" y="12410"/>
                        <a:pt x="5715" y="12332"/>
                      </a:cubicBezTo>
                      <a:cubicBezTo>
                        <a:pt x="5715" y="12253"/>
                        <a:pt x="5790" y="12175"/>
                        <a:pt x="5790" y="12175"/>
                      </a:cubicBezTo>
                      <a:cubicBezTo>
                        <a:pt x="5790" y="12135"/>
                        <a:pt x="5864" y="11978"/>
                        <a:pt x="5790" y="11978"/>
                      </a:cubicBezTo>
                      <a:cubicBezTo>
                        <a:pt x="5641" y="11978"/>
                        <a:pt x="5567" y="11900"/>
                        <a:pt x="5567" y="11978"/>
                      </a:cubicBezTo>
                      <a:cubicBezTo>
                        <a:pt x="5493" y="12017"/>
                        <a:pt x="5567" y="12175"/>
                        <a:pt x="5567" y="12175"/>
                      </a:cubicBezTo>
                      <a:cubicBezTo>
                        <a:pt x="5567" y="12175"/>
                        <a:pt x="5641" y="12214"/>
                        <a:pt x="5641" y="12253"/>
                      </a:cubicBezTo>
                      <a:cubicBezTo>
                        <a:pt x="5567" y="12292"/>
                        <a:pt x="5567" y="12253"/>
                        <a:pt x="5493" y="12332"/>
                      </a:cubicBezTo>
                      <a:cubicBezTo>
                        <a:pt x="5344" y="12371"/>
                        <a:pt x="5567" y="12410"/>
                        <a:pt x="5567" y="12410"/>
                      </a:cubicBezTo>
                      <a:cubicBezTo>
                        <a:pt x="5641" y="12489"/>
                        <a:pt x="5641" y="12489"/>
                        <a:pt x="5641" y="12489"/>
                      </a:cubicBezTo>
                      <a:cubicBezTo>
                        <a:pt x="5641" y="12489"/>
                        <a:pt x="5641" y="12607"/>
                        <a:pt x="5567" y="12607"/>
                      </a:cubicBezTo>
                      <a:cubicBezTo>
                        <a:pt x="5493" y="12646"/>
                        <a:pt x="5493" y="12685"/>
                        <a:pt x="5196" y="12607"/>
                      </a:cubicBezTo>
                      <a:cubicBezTo>
                        <a:pt x="4899" y="12567"/>
                        <a:pt x="4825" y="12528"/>
                        <a:pt x="4825" y="12528"/>
                      </a:cubicBezTo>
                      <a:cubicBezTo>
                        <a:pt x="4751" y="12724"/>
                        <a:pt x="4751" y="12724"/>
                        <a:pt x="4751" y="12724"/>
                      </a:cubicBezTo>
                      <a:cubicBezTo>
                        <a:pt x="4602" y="12881"/>
                        <a:pt x="4602" y="12881"/>
                        <a:pt x="4602" y="12881"/>
                      </a:cubicBezTo>
                      <a:cubicBezTo>
                        <a:pt x="4082" y="12960"/>
                        <a:pt x="4082" y="12960"/>
                        <a:pt x="4082" y="12960"/>
                      </a:cubicBezTo>
                      <a:cubicBezTo>
                        <a:pt x="3786" y="12764"/>
                        <a:pt x="3786" y="12764"/>
                        <a:pt x="3786" y="12764"/>
                      </a:cubicBezTo>
                      <a:cubicBezTo>
                        <a:pt x="3786" y="12764"/>
                        <a:pt x="3563" y="12803"/>
                        <a:pt x="3489" y="12803"/>
                      </a:cubicBezTo>
                      <a:cubicBezTo>
                        <a:pt x="3414" y="12764"/>
                        <a:pt x="3043" y="12724"/>
                        <a:pt x="3043" y="12724"/>
                      </a:cubicBezTo>
                      <a:cubicBezTo>
                        <a:pt x="2969" y="12528"/>
                        <a:pt x="2969" y="12528"/>
                        <a:pt x="2969" y="12528"/>
                      </a:cubicBezTo>
                      <a:cubicBezTo>
                        <a:pt x="2598" y="12332"/>
                        <a:pt x="2598" y="12332"/>
                        <a:pt x="2598" y="12332"/>
                      </a:cubicBezTo>
                      <a:cubicBezTo>
                        <a:pt x="2672" y="12175"/>
                        <a:pt x="2672" y="12175"/>
                        <a:pt x="2672" y="12175"/>
                      </a:cubicBezTo>
                      <a:cubicBezTo>
                        <a:pt x="2449" y="11939"/>
                        <a:pt x="2449" y="11939"/>
                        <a:pt x="2449" y="11939"/>
                      </a:cubicBezTo>
                      <a:cubicBezTo>
                        <a:pt x="2004" y="11978"/>
                        <a:pt x="2004" y="11978"/>
                        <a:pt x="2004" y="11978"/>
                      </a:cubicBezTo>
                      <a:cubicBezTo>
                        <a:pt x="1856" y="12175"/>
                        <a:pt x="1856" y="12175"/>
                        <a:pt x="1856" y="12175"/>
                      </a:cubicBezTo>
                      <a:cubicBezTo>
                        <a:pt x="1856" y="12175"/>
                        <a:pt x="2004" y="12253"/>
                        <a:pt x="1856" y="12292"/>
                      </a:cubicBezTo>
                      <a:cubicBezTo>
                        <a:pt x="1707" y="12292"/>
                        <a:pt x="1410" y="12332"/>
                        <a:pt x="1410" y="12332"/>
                      </a:cubicBezTo>
                      <a:cubicBezTo>
                        <a:pt x="1410" y="12332"/>
                        <a:pt x="1039" y="12371"/>
                        <a:pt x="965" y="12371"/>
                      </a:cubicBezTo>
                      <a:cubicBezTo>
                        <a:pt x="965" y="12371"/>
                        <a:pt x="668" y="12135"/>
                        <a:pt x="668" y="12135"/>
                      </a:cubicBezTo>
                      <a:cubicBezTo>
                        <a:pt x="668" y="12135"/>
                        <a:pt x="520" y="12135"/>
                        <a:pt x="445" y="12135"/>
                      </a:cubicBezTo>
                      <a:cubicBezTo>
                        <a:pt x="371" y="12135"/>
                        <a:pt x="371" y="12175"/>
                        <a:pt x="371" y="12096"/>
                      </a:cubicBezTo>
                      <a:cubicBezTo>
                        <a:pt x="371" y="12017"/>
                        <a:pt x="297" y="11900"/>
                        <a:pt x="297" y="11900"/>
                      </a:cubicBezTo>
                      <a:cubicBezTo>
                        <a:pt x="297" y="11900"/>
                        <a:pt x="520" y="12017"/>
                        <a:pt x="297" y="11860"/>
                      </a:cubicBezTo>
                      <a:cubicBezTo>
                        <a:pt x="74" y="11703"/>
                        <a:pt x="0" y="11546"/>
                        <a:pt x="0" y="11546"/>
                      </a:cubicBezTo>
                      <a:cubicBezTo>
                        <a:pt x="371" y="11428"/>
                        <a:pt x="371" y="11428"/>
                        <a:pt x="371" y="11428"/>
                      </a:cubicBezTo>
                      <a:cubicBezTo>
                        <a:pt x="371" y="11428"/>
                        <a:pt x="742" y="11428"/>
                        <a:pt x="816" y="11468"/>
                      </a:cubicBezTo>
                      <a:cubicBezTo>
                        <a:pt x="891" y="11468"/>
                        <a:pt x="965" y="11389"/>
                        <a:pt x="965" y="11389"/>
                      </a:cubicBezTo>
                      <a:cubicBezTo>
                        <a:pt x="965" y="11389"/>
                        <a:pt x="1113" y="11311"/>
                        <a:pt x="965" y="11271"/>
                      </a:cubicBezTo>
                      <a:cubicBezTo>
                        <a:pt x="891" y="11271"/>
                        <a:pt x="742" y="11193"/>
                        <a:pt x="742" y="11193"/>
                      </a:cubicBezTo>
                      <a:cubicBezTo>
                        <a:pt x="742" y="11193"/>
                        <a:pt x="594" y="11114"/>
                        <a:pt x="816" y="11075"/>
                      </a:cubicBezTo>
                      <a:cubicBezTo>
                        <a:pt x="1039" y="11075"/>
                        <a:pt x="1039" y="11075"/>
                        <a:pt x="1188" y="11075"/>
                      </a:cubicBezTo>
                      <a:cubicBezTo>
                        <a:pt x="1336" y="11114"/>
                        <a:pt x="1410" y="11232"/>
                        <a:pt x="1485" y="11075"/>
                      </a:cubicBezTo>
                      <a:cubicBezTo>
                        <a:pt x="1559" y="10957"/>
                        <a:pt x="1410" y="10957"/>
                        <a:pt x="1633" y="10918"/>
                      </a:cubicBezTo>
                      <a:cubicBezTo>
                        <a:pt x="1856" y="10918"/>
                        <a:pt x="2004" y="10879"/>
                        <a:pt x="2004" y="10839"/>
                      </a:cubicBezTo>
                      <a:cubicBezTo>
                        <a:pt x="2004" y="10800"/>
                        <a:pt x="2004" y="10643"/>
                        <a:pt x="2078" y="10643"/>
                      </a:cubicBezTo>
                      <a:cubicBezTo>
                        <a:pt x="2153" y="10643"/>
                        <a:pt x="2524" y="10682"/>
                        <a:pt x="2524" y="10682"/>
                      </a:cubicBezTo>
                      <a:cubicBezTo>
                        <a:pt x="2524" y="10682"/>
                        <a:pt x="2672" y="10604"/>
                        <a:pt x="2821" y="10643"/>
                      </a:cubicBezTo>
                      <a:cubicBezTo>
                        <a:pt x="2969" y="10643"/>
                        <a:pt x="3043" y="10604"/>
                        <a:pt x="3043" y="10604"/>
                      </a:cubicBezTo>
                      <a:cubicBezTo>
                        <a:pt x="3043" y="10604"/>
                        <a:pt x="3192" y="10447"/>
                        <a:pt x="3192" y="10447"/>
                      </a:cubicBezTo>
                      <a:close/>
                      <a:moveTo>
                        <a:pt x="5493" y="8915"/>
                      </a:moveTo>
                      <a:cubicBezTo>
                        <a:pt x="5493" y="8915"/>
                        <a:pt x="5493" y="8915"/>
                        <a:pt x="5493" y="8915"/>
                      </a:cubicBezTo>
                      <a:cubicBezTo>
                        <a:pt x="5493" y="8915"/>
                        <a:pt x="5419" y="8797"/>
                        <a:pt x="5493" y="8797"/>
                      </a:cubicBezTo>
                      <a:cubicBezTo>
                        <a:pt x="5567" y="8797"/>
                        <a:pt x="5790" y="8758"/>
                        <a:pt x="5790" y="8758"/>
                      </a:cubicBezTo>
                      <a:cubicBezTo>
                        <a:pt x="5790" y="8758"/>
                        <a:pt x="5864" y="8679"/>
                        <a:pt x="5864" y="8719"/>
                      </a:cubicBezTo>
                      <a:cubicBezTo>
                        <a:pt x="5938" y="8719"/>
                        <a:pt x="5938" y="8797"/>
                        <a:pt x="5864" y="8797"/>
                      </a:cubicBezTo>
                      <a:cubicBezTo>
                        <a:pt x="5864" y="8797"/>
                        <a:pt x="5715" y="8876"/>
                        <a:pt x="5715" y="8876"/>
                      </a:cubicBezTo>
                      <a:cubicBezTo>
                        <a:pt x="5715" y="8876"/>
                        <a:pt x="5567" y="8915"/>
                        <a:pt x="5567" y="8915"/>
                      </a:cubicBezTo>
                      <a:cubicBezTo>
                        <a:pt x="5493" y="8915"/>
                        <a:pt x="5493" y="8915"/>
                        <a:pt x="5493" y="8915"/>
                      </a:cubicBezTo>
                      <a:close/>
                      <a:moveTo>
                        <a:pt x="6458" y="9740"/>
                      </a:moveTo>
                      <a:cubicBezTo>
                        <a:pt x="6458" y="9740"/>
                        <a:pt x="6458" y="9740"/>
                        <a:pt x="6458" y="9740"/>
                      </a:cubicBezTo>
                      <a:cubicBezTo>
                        <a:pt x="6458" y="9740"/>
                        <a:pt x="6458" y="9779"/>
                        <a:pt x="6384" y="9779"/>
                      </a:cubicBezTo>
                      <a:cubicBezTo>
                        <a:pt x="6309" y="9779"/>
                        <a:pt x="6161" y="9779"/>
                        <a:pt x="6161" y="9740"/>
                      </a:cubicBezTo>
                      <a:cubicBezTo>
                        <a:pt x="6161" y="9740"/>
                        <a:pt x="6235" y="9661"/>
                        <a:pt x="6309" y="9661"/>
                      </a:cubicBezTo>
                      <a:cubicBezTo>
                        <a:pt x="6309" y="9661"/>
                        <a:pt x="6384" y="9622"/>
                        <a:pt x="6384" y="9622"/>
                      </a:cubicBezTo>
                      <a:cubicBezTo>
                        <a:pt x="6384" y="9622"/>
                        <a:pt x="6384" y="9583"/>
                        <a:pt x="6384" y="9583"/>
                      </a:cubicBezTo>
                      <a:cubicBezTo>
                        <a:pt x="6458" y="9583"/>
                        <a:pt x="6532" y="9661"/>
                        <a:pt x="6532" y="9661"/>
                      </a:cubicBezTo>
                      <a:cubicBezTo>
                        <a:pt x="6458" y="9740"/>
                        <a:pt x="6458" y="9740"/>
                        <a:pt x="6458" y="9740"/>
                      </a:cubicBezTo>
                      <a:close/>
                      <a:moveTo>
                        <a:pt x="7052" y="10015"/>
                      </a:moveTo>
                      <a:cubicBezTo>
                        <a:pt x="7052" y="10015"/>
                        <a:pt x="7052" y="10015"/>
                        <a:pt x="7052" y="10015"/>
                      </a:cubicBezTo>
                      <a:cubicBezTo>
                        <a:pt x="7052" y="9975"/>
                        <a:pt x="7200" y="9897"/>
                        <a:pt x="7200" y="9857"/>
                      </a:cubicBezTo>
                      <a:cubicBezTo>
                        <a:pt x="7274" y="9857"/>
                        <a:pt x="7274" y="9818"/>
                        <a:pt x="7274" y="9818"/>
                      </a:cubicBezTo>
                      <a:cubicBezTo>
                        <a:pt x="7348" y="9779"/>
                        <a:pt x="7423" y="9779"/>
                        <a:pt x="7497" y="9779"/>
                      </a:cubicBezTo>
                      <a:cubicBezTo>
                        <a:pt x="7645" y="9818"/>
                        <a:pt x="7794" y="9897"/>
                        <a:pt x="7720" y="9897"/>
                      </a:cubicBezTo>
                      <a:cubicBezTo>
                        <a:pt x="7720" y="9936"/>
                        <a:pt x="7645" y="9897"/>
                        <a:pt x="7645" y="10015"/>
                      </a:cubicBezTo>
                      <a:cubicBezTo>
                        <a:pt x="7645" y="10132"/>
                        <a:pt x="7645" y="10132"/>
                        <a:pt x="7645" y="10172"/>
                      </a:cubicBezTo>
                      <a:cubicBezTo>
                        <a:pt x="7720" y="10211"/>
                        <a:pt x="7645" y="10329"/>
                        <a:pt x="7645" y="10329"/>
                      </a:cubicBezTo>
                      <a:cubicBezTo>
                        <a:pt x="7645" y="10329"/>
                        <a:pt x="7571" y="10407"/>
                        <a:pt x="7497" y="10407"/>
                      </a:cubicBezTo>
                      <a:cubicBezTo>
                        <a:pt x="7497" y="10407"/>
                        <a:pt x="7497" y="10407"/>
                        <a:pt x="7348" y="10368"/>
                      </a:cubicBezTo>
                      <a:cubicBezTo>
                        <a:pt x="7274" y="10368"/>
                        <a:pt x="7052" y="10289"/>
                        <a:pt x="7052" y="10289"/>
                      </a:cubicBezTo>
                      <a:cubicBezTo>
                        <a:pt x="7052" y="10289"/>
                        <a:pt x="7052" y="10093"/>
                        <a:pt x="7052" y="10093"/>
                      </a:cubicBezTo>
                      <a:cubicBezTo>
                        <a:pt x="7052" y="10054"/>
                        <a:pt x="6977" y="10015"/>
                        <a:pt x="6977" y="10015"/>
                      </a:cubicBezTo>
                      <a:cubicBezTo>
                        <a:pt x="7052" y="10015"/>
                        <a:pt x="7052" y="10015"/>
                        <a:pt x="7052" y="10015"/>
                      </a:cubicBezTo>
                      <a:close/>
                      <a:moveTo>
                        <a:pt x="5493" y="8247"/>
                      </a:moveTo>
                      <a:cubicBezTo>
                        <a:pt x="5493" y="8247"/>
                        <a:pt x="5493" y="8247"/>
                        <a:pt x="5493" y="8247"/>
                      </a:cubicBezTo>
                      <a:cubicBezTo>
                        <a:pt x="5493" y="8247"/>
                        <a:pt x="5493" y="8208"/>
                        <a:pt x="5641" y="8208"/>
                      </a:cubicBezTo>
                      <a:cubicBezTo>
                        <a:pt x="5715" y="8247"/>
                        <a:pt x="5715" y="8287"/>
                        <a:pt x="5715" y="8326"/>
                      </a:cubicBezTo>
                      <a:cubicBezTo>
                        <a:pt x="5715" y="8365"/>
                        <a:pt x="5938" y="8365"/>
                        <a:pt x="5864" y="8404"/>
                      </a:cubicBezTo>
                      <a:cubicBezTo>
                        <a:pt x="5715" y="8444"/>
                        <a:pt x="5641" y="8444"/>
                        <a:pt x="5641" y="8444"/>
                      </a:cubicBezTo>
                      <a:cubicBezTo>
                        <a:pt x="5641" y="8404"/>
                        <a:pt x="5567" y="8444"/>
                        <a:pt x="5567" y="8404"/>
                      </a:cubicBezTo>
                      <a:cubicBezTo>
                        <a:pt x="5567" y="8365"/>
                        <a:pt x="5419" y="8326"/>
                        <a:pt x="5419" y="8326"/>
                      </a:cubicBezTo>
                      <a:cubicBezTo>
                        <a:pt x="5419" y="8326"/>
                        <a:pt x="5493" y="8247"/>
                        <a:pt x="5493" y="8247"/>
                      </a:cubicBezTo>
                      <a:close/>
                      <a:moveTo>
                        <a:pt x="4528" y="7697"/>
                      </a:moveTo>
                      <a:cubicBezTo>
                        <a:pt x="4528" y="7697"/>
                        <a:pt x="4528" y="7697"/>
                        <a:pt x="4528" y="7697"/>
                      </a:cubicBezTo>
                      <a:cubicBezTo>
                        <a:pt x="4676" y="7737"/>
                        <a:pt x="4751" y="7697"/>
                        <a:pt x="4751" y="7737"/>
                      </a:cubicBezTo>
                      <a:cubicBezTo>
                        <a:pt x="4825" y="7737"/>
                        <a:pt x="4899" y="7776"/>
                        <a:pt x="4825" y="7815"/>
                      </a:cubicBezTo>
                      <a:cubicBezTo>
                        <a:pt x="4676" y="7855"/>
                        <a:pt x="4676" y="7855"/>
                        <a:pt x="4528" y="7855"/>
                      </a:cubicBezTo>
                      <a:cubicBezTo>
                        <a:pt x="4454" y="7855"/>
                        <a:pt x="4602" y="7855"/>
                        <a:pt x="4454" y="7855"/>
                      </a:cubicBezTo>
                      <a:cubicBezTo>
                        <a:pt x="4305" y="7855"/>
                        <a:pt x="4082" y="7933"/>
                        <a:pt x="4231" y="7815"/>
                      </a:cubicBezTo>
                      <a:cubicBezTo>
                        <a:pt x="4379" y="7737"/>
                        <a:pt x="4528" y="7697"/>
                        <a:pt x="4528" y="7697"/>
                      </a:cubicBezTo>
                      <a:close/>
                      <a:moveTo>
                        <a:pt x="5344" y="7501"/>
                      </a:moveTo>
                      <a:cubicBezTo>
                        <a:pt x="5344" y="7501"/>
                        <a:pt x="5344" y="7501"/>
                        <a:pt x="5344" y="7501"/>
                      </a:cubicBezTo>
                      <a:cubicBezTo>
                        <a:pt x="5419" y="7501"/>
                        <a:pt x="5493" y="7423"/>
                        <a:pt x="5567" y="7462"/>
                      </a:cubicBezTo>
                      <a:cubicBezTo>
                        <a:pt x="5641" y="7501"/>
                        <a:pt x="5790" y="7540"/>
                        <a:pt x="5641" y="7580"/>
                      </a:cubicBezTo>
                      <a:cubicBezTo>
                        <a:pt x="5493" y="7619"/>
                        <a:pt x="5493" y="7619"/>
                        <a:pt x="5419" y="7658"/>
                      </a:cubicBezTo>
                      <a:cubicBezTo>
                        <a:pt x="5270" y="7697"/>
                        <a:pt x="5122" y="7737"/>
                        <a:pt x="5047" y="7737"/>
                      </a:cubicBezTo>
                      <a:cubicBezTo>
                        <a:pt x="4973" y="7737"/>
                        <a:pt x="4899" y="7658"/>
                        <a:pt x="4973" y="7658"/>
                      </a:cubicBezTo>
                      <a:cubicBezTo>
                        <a:pt x="5047" y="7658"/>
                        <a:pt x="5122" y="7619"/>
                        <a:pt x="5196" y="7619"/>
                      </a:cubicBezTo>
                      <a:cubicBezTo>
                        <a:pt x="5196" y="7580"/>
                        <a:pt x="5344" y="7501"/>
                        <a:pt x="5344" y="7501"/>
                      </a:cubicBezTo>
                      <a:close/>
                      <a:moveTo>
                        <a:pt x="5790" y="6716"/>
                      </a:moveTo>
                      <a:cubicBezTo>
                        <a:pt x="5790" y="6716"/>
                        <a:pt x="5790" y="6716"/>
                        <a:pt x="5790" y="6716"/>
                      </a:cubicBezTo>
                      <a:cubicBezTo>
                        <a:pt x="5790" y="6716"/>
                        <a:pt x="5790" y="6598"/>
                        <a:pt x="5864" y="6637"/>
                      </a:cubicBezTo>
                      <a:cubicBezTo>
                        <a:pt x="6012" y="6637"/>
                        <a:pt x="6012" y="6637"/>
                        <a:pt x="6012" y="6676"/>
                      </a:cubicBezTo>
                      <a:cubicBezTo>
                        <a:pt x="6012" y="6716"/>
                        <a:pt x="6161" y="6676"/>
                        <a:pt x="6012" y="6716"/>
                      </a:cubicBezTo>
                      <a:cubicBezTo>
                        <a:pt x="5938" y="6716"/>
                        <a:pt x="5790" y="6716"/>
                        <a:pt x="5790" y="6716"/>
                      </a:cubicBezTo>
                      <a:close/>
                      <a:moveTo>
                        <a:pt x="6458" y="7108"/>
                      </a:moveTo>
                      <a:cubicBezTo>
                        <a:pt x="6458" y="7108"/>
                        <a:pt x="6458" y="7108"/>
                        <a:pt x="6458" y="7108"/>
                      </a:cubicBezTo>
                      <a:cubicBezTo>
                        <a:pt x="6458" y="7108"/>
                        <a:pt x="6532" y="7030"/>
                        <a:pt x="6606" y="7030"/>
                      </a:cubicBezTo>
                      <a:cubicBezTo>
                        <a:pt x="6606" y="7030"/>
                        <a:pt x="6680" y="7030"/>
                        <a:pt x="6680" y="7069"/>
                      </a:cubicBezTo>
                      <a:cubicBezTo>
                        <a:pt x="6680" y="7108"/>
                        <a:pt x="6680" y="7187"/>
                        <a:pt x="6606" y="7187"/>
                      </a:cubicBezTo>
                      <a:cubicBezTo>
                        <a:pt x="6532" y="7187"/>
                        <a:pt x="6532" y="7226"/>
                        <a:pt x="6458" y="7187"/>
                      </a:cubicBezTo>
                      <a:cubicBezTo>
                        <a:pt x="6384" y="7187"/>
                        <a:pt x="6458" y="7108"/>
                        <a:pt x="6458" y="7108"/>
                      </a:cubicBezTo>
                      <a:close/>
                      <a:moveTo>
                        <a:pt x="6087" y="6951"/>
                      </a:moveTo>
                      <a:cubicBezTo>
                        <a:pt x="6087" y="6951"/>
                        <a:pt x="6087" y="6951"/>
                        <a:pt x="6087" y="6951"/>
                      </a:cubicBezTo>
                      <a:cubicBezTo>
                        <a:pt x="6087" y="6951"/>
                        <a:pt x="6012" y="6794"/>
                        <a:pt x="6161" y="6794"/>
                      </a:cubicBezTo>
                      <a:cubicBezTo>
                        <a:pt x="6309" y="6755"/>
                        <a:pt x="6384" y="6755"/>
                        <a:pt x="6384" y="6755"/>
                      </a:cubicBezTo>
                      <a:cubicBezTo>
                        <a:pt x="6384" y="6755"/>
                        <a:pt x="6606" y="6912"/>
                        <a:pt x="6606" y="6912"/>
                      </a:cubicBezTo>
                      <a:cubicBezTo>
                        <a:pt x="6532" y="6951"/>
                        <a:pt x="6532" y="6991"/>
                        <a:pt x="6384" y="6991"/>
                      </a:cubicBezTo>
                      <a:cubicBezTo>
                        <a:pt x="6309" y="6991"/>
                        <a:pt x="6235" y="7030"/>
                        <a:pt x="6235" y="6991"/>
                      </a:cubicBezTo>
                      <a:cubicBezTo>
                        <a:pt x="6161" y="6951"/>
                        <a:pt x="6087" y="6951"/>
                        <a:pt x="6087" y="6951"/>
                      </a:cubicBezTo>
                      <a:close/>
                      <a:moveTo>
                        <a:pt x="3340" y="6833"/>
                      </a:moveTo>
                      <a:cubicBezTo>
                        <a:pt x="3340" y="6833"/>
                        <a:pt x="3340" y="6833"/>
                        <a:pt x="3340" y="6833"/>
                      </a:cubicBezTo>
                      <a:cubicBezTo>
                        <a:pt x="3414" y="6833"/>
                        <a:pt x="3414" y="6794"/>
                        <a:pt x="3414" y="6873"/>
                      </a:cubicBezTo>
                      <a:cubicBezTo>
                        <a:pt x="3414" y="6912"/>
                        <a:pt x="3414" y="6951"/>
                        <a:pt x="3414" y="6951"/>
                      </a:cubicBezTo>
                      <a:cubicBezTo>
                        <a:pt x="3414" y="6951"/>
                        <a:pt x="3340" y="7030"/>
                        <a:pt x="3266" y="6991"/>
                      </a:cubicBezTo>
                      <a:cubicBezTo>
                        <a:pt x="3192" y="6951"/>
                        <a:pt x="3192" y="6912"/>
                        <a:pt x="3192" y="6912"/>
                      </a:cubicBezTo>
                      <a:cubicBezTo>
                        <a:pt x="3340" y="6833"/>
                        <a:pt x="3340" y="6833"/>
                        <a:pt x="3340" y="6833"/>
                      </a:cubicBezTo>
                      <a:close/>
                      <a:moveTo>
                        <a:pt x="3934" y="6441"/>
                      </a:moveTo>
                      <a:cubicBezTo>
                        <a:pt x="3934" y="6441"/>
                        <a:pt x="3934" y="6441"/>
                        <a:pt x="3934" y="6441"/>
                      </a:cubicBezTo>
                      <a:cubicBezTo>
                        <a:pt x="4008" y="6480"/>
                        <a:pt x="4157" y="6559"/>
                        <a:pt x="4157" y="6559"/>
                      </a:cubicBezTo>
                      <a:cubicBezTo>
                        <a:pt x="3934" y="6676"/>
                        <a:pt x="3934" y="6676"/>
                        <a:pt x="3934" y="6676"/>
                      </a:cubicBezTo>
                      <a:cubicBezTo>
                        <a:pt x="3934" y="6676"/>
                        <a:pt x="3711" y="6716"/>
                        <a:pt x="3711" y="6755"/>
                      </a:cubicBezTo>
                      <a:cubicBezTo>
                        <a:pt x="3637" y="6755"/>
                        <a:pt x="3786" y="6873"/>
                        <a:pt x="3637" y="6833"/>
                      </a:cubicBezTo>
                      <a:cubicBezTo>
                        <a:pt x="3489" y="6794"/>
                        <a:pt x="3414" y="6716"/>
                        <a:pt x="3489" y="6716"/>
                      </a:cubicBezTo>
                      <a:cubicBezTo>
                        <a:pt x="3563" y="6676"/>
                        <a:pt x="3563" y="6676"/>
                        <a:pt x="3637" y="6637"/>
                      </a:cubicBezTo>
                      <a:cubicBezTo>
                        <a:pt x="3711" y="6598"/>
                        <a:pt x="3860" y="6480"/>
                        <a:pt x="3860" y="6480"/>
                      </a:cubicBezTo>
                      <a:cubicBezTo>
                        <a:pt x="3934" y="6441"/>
                        <a:pt x="3934" y="6441"/>
                        <a:pt x="3934" y="6441"/>
                      </a:cubicBezTo>
                      <a:close/>
                      <a:moveTo>
                        <a:pt x="4305" y="5891"/>
                      </a:moveTo>
                      <a:cubicBezTo>
                        <a:pt x="4305" y="5891"/>
                        <a:pt x="4305" y="5891"/>
                        <a:pt x="4305" y="5891"/>
                      </a:cubicBezTo>
                      <a:cubicBezTo>
                        <a:pt x="4305" y="5891"/>
                        <a:pt x="4454" y="5891"/>
                        <a:pt x="4528" y="5930"/>
                      </a:cubicBezTo>
                      <a:cubicBezTo>
                        <a:pt x="4528" y="5930"/>
                        <a:pt x="4602" y="6048"/>
                        <a:pt x="4602" y="6048"/>
                      </a:cubicBezTo>
                      <a:cubicBezTo>
                        <a:pt x="4602" y="6048"/>
                        <a:pt x="4676" y="6087"/>
                        <a:pt x="4602" y="6127"/>
                      </a:cubicBezTo>
                      <a:cubicBezTo>
                        <a:pt x="4528" y="6166"/>
                        <a:pt x="4379" y="6205"/>
                        <a:pt x="4379" y="6205"/>
                      </a:cubicBezTo>
                      <a:cubicBezTo>
                        <a:pt x="4379" y="6401"/>
                        <a:pt x="4379" y="6401"/>
                        <a:pt x="4379" y="6401"/>
                      </a:cubicBezTo>
                      <a:cubicBezTo>
                        <a:pt x="4305" y="6480"/>
                        <a:pt x="4305" y="6480"/>
                        <a:pt x="4305" y="6480"/>
                      </a:cubicBezTo>
                      <a:cubicBezTo>
                        <a:pt x="4082" y="6441"/>
                        <a:pt x="4082" y="6441"/>
                        <a:pt x="4082" y="6441"/>
                      </a:cubicBezTo>
                      <a:cubicBezTo>
                        <a:pt x="4082" y="6205"/>
                        <a:pt x="4082" y="6205"/>
                        <a:pt x="4082" y="6205"/>
                      </a:cubicBezTo>
                      <a:cubicBezTo>
                        <a:pt x="4008" y="6087"/>
                        <a:pt x="4008" y="6087"/>
                        <a:pt x="4008" y="6087"/>
                      </a:cubicBezTo>
                      <a:cubicBezTo>
                        <a:pt x="4231" y="5969"/>
                        <a:pt x="4231" y="5969"/>
                        <a:pt x="4231" y="5969"/>
                      </a:cubicBezTo>
                      <a:cubicBezTo>
                        <a:pt x="4305" y="5891"/>
                        <a:pt x="4305" y="5891"/>
                        <a:pt x="4305" y="5891"/>
                      </a:cubicBezTo>
                      <a:close/>
                      <a:moveTo>
                        <a:pt x="4454" y="5577"/>
                      </a:moveTo>
                      <a:cubicBezTo>
                        <a:pt x="4454" y="5577"/>
                        <a:pt x="4454" y="5577"/>
                        <a:pt x="4454" y="5577"/>
                      </a:cubicBezTo>
                      <a:cubicBezTo>
                        <a:pt x="4454" y="5577"/>
                        <a:pt x="4602" y="5537"/>
                        <a:pt x="4676" y="5577"/>
                      </a:cubicBezTo>
                      <a:cubicBezTo>
                        <a:pt x="4751" y="5616"/>
                        <a:pt x="4751" y="5537"/>
                        <a:pt x="4825" y="5616"/>
                      </a:cubicBezTo>
                      <a:cubicBezTo>
                        <a:pt x="4899" y="5695"/>
                        <a:pt x="4973" y="5695"/>
                        <a:pt x="4899" y="5734"/>
                      </a:cubicBezTo>
                      <a:cubicBezTo>
                        <a:pt x="4899" y="5773"/>
                        <a:pt x="4899" y="5812"/>
                        <a:pt x="4825" y="5852"/>
                      </a:cubicBezTo>
                      <a:cubicBezTo>
                        <a:pt x="4751" y="5891"/>
                        <a:pt x="4825" y="5930"/>
                        <a:pt x="4676" y="5891"/>
                      </a:cubicBezTo>
                      <a:cubicBezTo>
                        <a:pt x="4528" y="5852"/>
                        <a:pt x="4528" y="5852"/>
                        <a:pt x="4454" y="5812"/>
                      </a:cubicBezTo>
                      <a:cubicBezTo>
                        <a:pt x="4379" y="5773"/>
                        <a:pt x="4379" y="5773"/>
                        <a:pt x="4379" y="5773"/>
                      </a:cubicBezTo>
                      <a:cubicBezTo>
                        <a:pt x="4454" y="5577"/>
                        <a:pt x="4454" y="5577"/>
                        <a:pt x="4454" y="5577"/>
                      </a:cubicBezTo>
                      <a:close/>
                      <a:moveTo>
                        <a:pt x="5122" y="5184"/>
                      </a:moveTo>
                      <a:cubicBezTo>
                        <a:pt x="5122" y="5184"/>
                        <a:pt x="5122" y="5184"/>
                        <a:pt x="5122" y="5184"/>
                      </a:cubicBezTo>
                      <a:cubicBezTo>
                        <a:pt x="5122" y="5184"/>
                        <a:pt x="5196" y="5145"/>
                        <a:pt x="5122" y="5223"/>
                      </a:cubicBezTo>
                      <a:cubicBezTo>
                        <a:pt x="4973" y="5341"/>
                        <a:pt x="4973" y="5380"/>
                        <a:pt x="5047" y="5380"/>
                      </a:cubicBezTo>
                      <a:cubicBezTo>
                        <a:pt x="5047" y="5380"/>
                        <a:pt x="5122" y="5380"/>
                        <a:pt x="5122" y="5380"/>
                      </a:cubicBezTo>
                      <a:cubicBezTo>
                        <a:pt x="5122" y="5537"/>
                        <a:pt x="5122" y="5537"/>
                        <a:pt x="5122" y="5537"/>
                      </a:cubicBezTo>
                      <a:cubicBezTo>
                        <a:pt x="5122" y="5537"/>
                        <a:pt x="5122" y="5577"/>
                        <a:pt x="4899" y="5537"/>
                      </a:cubicBezTo>
                      <a:cubicBezTo>
                        <a:pt x="4676" y="5537"/>
                        <a:pt x="4528" y="5498"/>
                        <a:pt x="4528" y="5498"/>
                      </a:cubicBezTo>
                      <a:cubicBezTo>
                        <a:pt x="4305" y="5380"/>
                        <a:pt x="4305" y="5380"/>
                        <a:pt x="4305" y="5380"/>
                      </a:cubicBezTo>
                      <a:cubicBezTo>
                        <a:pt x="4305" y="5380"/>
                        <a:pt x="4231" y="5341"/>
                        <a:pt x="4379" y="5263"/>
                      </a:cubicBezTo>
                      <a:cubicBezTo>
                        <a:pt x="4454" y="5184"/>
                        <a:pt x="4676" y="5223"/>
                        <a:pt x="4676" y="5223"/>
                      </a:cubicBezTo>
                      <a:cubicBezTo>
                        <a:pt x="4676" y="5223"/>
                        <a:pt x="4751" y="5302"/>
                        <a:pt x="4825" y="5223"/>
                      </a:cubicBezTo>
                      <a:cubicBezTo>
                        <a:pt x="4899" y="5145"/>
                        <a:pt x="4899" y="5066"/>
                        <a:pt x="4973" y="5105"/>
                      </a:cubicBezTo>
                      <a:cubicBezTo>
                        <a:pt x="5047" y="5145"/>
                        <a:pt x="5122" y="5184"/>
                        <a:pt x="5122" y="5184"/>
                      </a:cubicBezTo>
                      <a:close/>
                      <a:moveTo>
                        <a:pt x="5715" y="4752"/>
                      </a:moveTo>
                      <a:cubicBezTo>
                        <a:pt x="5715" y="4752"/>
                        <a:pt x="5715" y="4752"/>
                        <a:pt x="5715" y="4752"/>
                      </a:cubicBezTo>
                      <a:cubicBezTo>
                        <a:pt x="5641" y="4713"/>
                        <a:pt x="5641" y="4634"/>
                        <a:pt x="5641" y="4634"/>
                      </a:cubicBezTo>
                      <a:cubicBezTo>
                        <a:pt x="5715" y="4556"/>
                        <a:pt x="5715" y="4556"/>
                        <a:pt x="5715" y="4556"/>
                      </a:cubicBezTo>
                      <a:cubicBezTo>
                        <a:pt x="5715" y="4556"/>
                        <a:pt x="5567" y="4477"/>
                        <a:pt x="5567" y="4438"/>
                      </a:cubicBezTo>
                      <a:cubicBezTo>
                        <a:pt x="5567" y="4399"/>
                        <a:pt x="5567" y="4320"/>
                        <a:pt x="5715" y="4281"/>
                      </a:cubicBezTo>
                      <a:cubicBezTo>
                        <a:pt x="5790" y="4241"/>
                        <a:pt x="5864" y="4163"/>
                        <a:pt x="5938" y="4163"/>
                      </a:cubicBezTo>
                      <a:cubicBezTo>
                        <a:pt x="5938" y="4202"/>
                        <a:pt x="5938" y="4202"/>
                        <a:pt x="6012" y="4281"/>
                      </a:cubicBezTo>
                      <a:cubicBezTo>
                        <a:pt x="6087" y="4320"/>
                        <a:pt x="6087" y="4399"/>
                        <a:pt x="6161" y="4359"/>
                      </a:cubicBezTo>
                      <a:cubicBezTo>
                        <a:pt x="6235" y="4320"/>
                        <a:pt x="6235" y="4281"/>
                        <a:pt x="6309" y="4241"/>
                      </a:cubicBezTo>
                      <a:cubicBezTo>
                        <a:pt x="6384" y="4202"/>
                        <a:pt x="6458" y="4084"/>
                        <a:pt x="6458" y="4084"/>
                      </a:cubicBezTo>
                      <a:cubicBezTo>
                        <a:pt x="6458" y="4084"/>
                        <a:pt x="6606" y="4124"/>
                        <a:pt x="6680" y="4084"/>
                      </a:cubicBezTo>
                      <a:cubicBezTo>
                        <a:pt x="6829" y="4045"/>
                        <a:pt x="6680" y="4045"/>
                        <a:pt x="6903" y="4006"/>
                      </a:cubicBezTo>
                      <a:cubicBezTo>
                        <a:pt x="7126" y="4006"/>
                        <a:pt x="7200" y="4006"/>
                        <a:pt x="7274" y="3927"/>
                      </a:cubicBezTo>
                      <a:cubicBezTo>
                        <a:pt x="7348" y="3888"/>
                        <a:pt x="7348" y="3927"/>
                        <a:pt x="7423" y="3888"/>
                      </a:cubicBezTo>
                      <a:cubicBezTo>
                        <a:pt x="7497" y="3849"/>
                        <a:pt x="7571" y="3809"/>
                        <a:pt x="7645" y="3809"/>
                      </a:cubicBezTo>
                      <a:cubicBezTo>
                        <a:pt x="7720" y="3849"/>
                        <a:pt x="7794" y="3888"/>
                        <a:pt x="7794" y="3927"/>
                      </a:cubicBezTo>
                      <a:cubicBezTo>
                        <a:pt x="7794" y="3967"/>
                        <a:pt x="7868" y="4045"/>
                        <a:pt x="7794" y="4084"/>
                      </a:cubicBezTo>
                      <a:cubicBezTo>
                        <a:pt x="7720" y="4124"/>
                        <a:pt x="7720" y="4163"/>
                        <a:pt x="7645" y="4163"/>
                      </a:cubicBezTo>
                      <a:cubicBezTo>
                        <a:pt x="7571" y="4202"/>
                        <a:pt x="7348" y="4281"/>
                        <a:pt x="7348" y="4281"/>
                      </a:cubicBezTo>
                      <a:cubicBezTo>
                        <a:pt x="7348" y="4281"/>
                        <a:pt x="7348" y="4359"/>
                        <a:pt x="7423" y="4359"/>
                      </a:cubicBezTo>
                      <a:cubicBezTo>
                        <a:pt x="7497" y="4359"/>
                        <a:pt x="7645" y="4241"/>
                        <a:pt x="7645" y="4320"/>
                      </a:cubicBezTo>
                      <a:cubicBezTo>
                        <a:pt x="7571" y="4399"/>
                        <a:pt x="7794" y="4438"/>
                        <a:pt x="7571" y="4477"/>
                      </a:cubicBezTo>
                      <a:cubicBezTo>
                        <a:pt x="7423" y="4477"/>
                        <a:pt x="7274" y="4438"/>
                        <a:pt x="7274" y="4438"/>
                      </a:cubicBezTo>
                      <a:cubicBezTo>
                        <a:pt x="7126" y="4556"/>
                        <a:pt x="7126" y="4556"/>
                        <a:pt x="7126" y="4556"/>
                      </a:cubicBezTo>
                      <a:cubicBezTo>
                        <a:pt x="7126" y="4556"/>
                        <a:pt x="6977" y="4516"/>
                        <a:pt x="6977" y="4556"/>
                      </a:cubicBezTo>
                      <a:cubicBezTo>
                        <a:pt x="6977" y="4595"/>
                        <a:pt x="7052" y="4673"/>
                        <a:pt x="7052" y="4673"/>
                      </a:cubicBezTo>
                      <a:cubicBezTo>
                        <a:pt x="6903" y="4752"/>
                        <a:pt x="6903" y="4752"/>
                        <a:pt x="6903" y="4752"/>
                      </a:cubicBezTo>
                      <a:cubicBezTo>
                        <a:pt x="6903" y="4752"/>
                        <a:pt x="6680" y="4713"/>
                        <a:pt x="6680" y="4752"/>
                      </a:cubicBezTo>
                      <a:cubicBezTo>
                        <a:pt x="6755" y="4791"/>
                        <a:pt x="6829" y="4870"/>
                        <a:pt x="6829" y="4870"/>
                      </a:cubicBezTo>
                      <a:cubicBezTo>
                        <a:pt x="6829" y="4870"/>
                        <a:pt x="6829" y="4948"/>
                        <a:pt x="6680" y="4948"/>
                      </a:cubicBezTo>
                      <a:cubicBezTo>
                        <a:pt x="6532" y="4948"/>
                        <a:pt x="6384" y="4948"/>
                        <a:pt x="6309" y="4948"/>
                      </a:cubicBezTo>
                      <a:cubicBezTo>
                        <a:pt x="6235" y="4909"/>
                        <a:pt x="6235" y="4909"/>
                        <a:pt x="6235" y="4909"/>
                      </a:cubicBezTo>
                      <a:cubicBezTo>
                        <a:pt x="6161" y="5027"/>
                        <a:pt x="6161" y="5027"/>
                        <a:pt x="6161" y="5027"/>
                      </a:cubicBezTo>
                      <a:cubicBezTo>
                        <a:pt x="6161" y="5027"/>
                        <a:pt x="6235" y="5066"/>
                        <a:pt x="6161" y="5105"/>
                      </a:cubicBezTo>
                      <a:cubicBezTo>
                        <a:pt x="6087" y="5145"/>
                        <a:pt x="5864" y="5145"/>
                        <a:pt x="5864" y="5145"/>
                      </a:cubicBezTo>
                      <a:cubicBezTo>
                        <a:pt x="5864" y="5145"/>
                        <a:pt x="5790" y="5145"/>
                        <a:pt x="5790" y="5145"/>
                      </a:cubicBezTo>
                      <a:cubicBezTo>
                        <a:pt x="5790" y="5184"/>
                        <a:pt x="5715" y="5263"/>
                        <a:pt x="5641" y="5263"/>
                      </a:cubicBezTo>
                      <a:cubicBezTo>
                        <a:pt x="5567" y="5223"/>
                        <a:pt x="5419" y="5184"/>
                        <a:pt x="5344" y="5145"/>
                      </a:cubicBezTo>
                      <a:cubicBezTo>
                        <a:pt x="5344" y="5105"/>
                        <a:pt x="5270" y="4948"/>
                        <a:pt x="5419" y="4988"/>
                      </a:cubicBezTo>
                      <a:cubicBezTo>
                        <a:pt x="5567" y="4988"/>
                        <a:pt x="5715" y="5027"/>
                        <a:pt x="5715" y="4948"/>
                      </a:cubicBezTo>
                      <a:cubicBezTo>
                        <a:pt x="5715" y="4870"/>
                        <a:pt x="5641" y="4831"/>
                        <a:pt x="5641" y="4831"/>
                      </a:cubicBezTo>
                      <a:cubicBezTo>
                        <a:pt x="5715" y="4752"/>
                        <a:pt x="5715" y="4752"/>
                        <a:pt x="5715" y="4752"/>
                      </a:cubicBezTo>
                      <a:close/>
                      <a:moveTo>
                        <a:pt x="19819" y="589"/>
                      </a:moveTo>
                      <a:cubicBezTo>
                        <a:pt x="19819" y="589"/>
                        <a:pt x="19819" y="589"/>
                        <a:pt x="19819" y="589"/>
                      </a:cubicBezTo>
                      <a:cubicBezTo>
                        <a:pt x="19893" y="589"/>
                        <a:pt x="20115" y="628"/>
                        <a:pt x="20115" y="589"/>
                      </a:cubicBezTo>
                      <a:cubicBezTo>
                        <a:pt x="20115" y="589"/>
                        <a:pt x="20190" y="511"/>
                        <a:pt x="20190" y="511"/>
                      </a:cubicBezTo>
                      <a:cubicBezTo>
                        <a:pt x="20115" y="471"/>
                        <a:pt x="20041" y="432"/>
                        <a:pt x="19967" y="471"/>
                      </a:cubicBezTo>
                      <a:cubicBezTo>
                        <a:pt x="19893" y="471"/>
                        <a:pt x="19819" y="511"/>
                        <a:pt x="19819" y="511"/>
                      </a:cubicBezTo>
                      <a:cubicBezTo>
                        <a:pt x="19819" y="550"/>
                        <a:pt x="19819" y="589"/>
                        <a:pt x="19819" y="589"/>
                      </a:cubicBezTo>
                      <a:close/>
                      <a:moveTo>
                        <a:pt x="17443" y="1257"/>
                      </a:moveTo>
                      <a:cubicBezTo>
                        <a:pt x="17443" y="1257"/>
                        <a:pt x="17443" y="1257"/>
                        <a:pt x="17443" y="1257"/>
                      </a:cubicBezTo>
                      <a:cubicBezTo>
                        <a:pt x="17518" y="1257"/>
                        <a:pt x="17592" y="1178"/>
                        <a:pt x="17592" y="1217"/>
                      </a:cubicBezTo>
                      <a:cubicBezTo>
                        <a:pt x="17592" y="1296"/>
                        <a:pt x="17666" y="1296"/>
                        <a:pt x="17592" y="1335"/>
                      </a:cubicBezTo>
                      <a:cubicBezTo>
                        <a:pt x="17518" y="1335"/>
                        <a:pt x="17369" y="1414"/>
                        <a:pt x="17295" y="1375"/>
                      </a:cubicBezTo>
                      <a:cubicBezTo>
                        <a:pt x="17295" y="1375"/>
                        <a:pt x="17369" y="1217"/>
                        <a:pt x="17369" y="1217"/>
                      </a:cubicBezTo>
                      <a:cubicBezTo>
                        <a:pt x="17443" y="1257"/>
                        <a:pt x="17443" y="1257"/>
                        <a:pt x="17443" y="1257"/>
                      </a:cubicBezTo>
                      <a:close/>
                      <a:moveTo>
                        <a:pt x="18854" y="1335"/>
                      </a:moveTo>
                      <a:cubicBezTo>
                        <a:pt x="18854" y="1335"/>
                        <a:pt x="18854" y="1335"/>
                        <a:pt x="18854" y="1335"/>
                      </a:cubicBezTo>
                      <a:cubicBezTo>
                        <a:pt x="18854" y="1335"/>
                        <a:pt x="18854" y="1375"/>
                        <a:pt x="18705" y="1335"/>
                      </a:cubicBezTo>
                      <a:cubicBezTo>
                        <a:pt x="18482" y="1335"/>
                        <a:pt x="18408" y="1375"/>
                        <a:pt x="18408" y="1296"/>
                      </a:cubicBezTo>
                      <a:cubicBezTo>
                        <a:pt x="18408" y="1257"/>
                        <a:pt x="18482" y="1217"/>
                        <a:pt x="18334" y="1178"/>
                      </a:cubicBezTo>
                      <a:cubicBezTo>
                        <a:pt x="18186" y="1178"/>
                        <a:pt x="18186" y="1178"/>
                        <a:pt x="18186" y="1178"/>
                      </a:cubicBezTo>
                      <a:cubicBezTo>
                        <a:pt x="18186" y="1178"/>
                        <a:pt x="18111" y="1100"/>
                        <a:pt x="18186" y="1060"/>
                      </a:cubicBezTo>
                      <a:cubicBezTo>
                        <a:pt x="18334" y="982"/>
                        <a:pt x="18334" y="1021"/>
                        <a:pt x="18408" y="1021"/>
                      </a:cubicBezTo>
                      <a:cubicBezTo>
                        <a:pt x="18557" y="1021"/>
                        <a:pt x="18482" y="1021"/>
                        <a:pt x="18631" y="1060"/>
                      </a:cubicBezTo>
                      <a:cubicBezTo>
                        <a:pt x="18779" y="1060"/>
                        <a:pt x="18854" y="1100"/>
                        <a:pt x="18854" y="1021"/>
                      </a:cubicBezTo>
                      <a:cubicBezTo>
                        <a:pt x="18854" y="982"/>
                        <a:pt x="18928" y="982"/>
                        <a:pt x="18779" y="903"/>
                      </a:cubicBezTo>
                      <a:cubicBezTo>
                        <a:pt x="18705" y="825"/>
                        <a:pt x="18705" y="864"/>
                        <a:pt x="18631" y="825"/>
                      </a:cubicBezTo>
                      <a:cubicBezTo>
                        <a:pt x="18557" y="746"/>
                        <a:pt x="18408" y="668"/>
                        <a:pt x="18482" y="628"/>
                      </a:cubicBezTo>
                      <a:cubicBezTo>
                        <a:pt x="18482" y="589"/>
                        <a:pt x="18408" y="589"/>
                        <a:pt x="18557" y="511"/>
                      </a:cubicBezTo>
                      <a:cubicBezTo>
                        <a:pt x="18779" y="471"/>
                        <a:pt x="18928" y="393"/>
                        <a:pt x="19002" y="393"/>
                      </a:cubicBezTo>
                      <a:cubicBezTo>
                        <a:pt x="19076" y="393"/>
                        <a:pt x="19151" y="393"/>
                        <a:pt x="19151" y="432"/>
                      </a:cubicBezTo>
                      <a:cubicBezTo>
                        <a:pt x="19151" y="511"/>
                        <a:pt x="19151" y="550"/>
                        <a:pt x="19076" y="589"/>
                      </a:cubicBezTo>
                      <a:cubicBezTo>
                        <a:pt x="19002" y="589"/>
                        <a:pt x="19002" y="628"/>
                        <a:pt x="19002" y="628"/>
                      </a:cubicBezTo>
                      <a:cubicBezTo>
                        <a:pt x="19002" y="628"/>
                        <a:pt x="18928" y="746"/>
                        <a:pt x="19076" y="746"/>
                      </a:cubicBezTo>
                      <a:cubicBezTo>
                        <a:pt x="19225" y="707"/>
                        <a:pt x="19299" y="628"/>
                        <a:pt x="19299" y="589"/>
                      </a:cubicBezTo>
                      <a:cubicBezTo>
                        <a:pt x="19373" y="550"/>
                        <a:pt x="19447" y="589"/>
                        <a:pt x="19373" y="511"/>
                      </a:cubicBezTo>
                      <a:cubicBezTo>
                        <a:pt x="19373" y="432"/>
                        <a:pt x="19299" y="393"/>
                        <a:pt x="19373" y="393"/>
                      </a:cubicBezTo>
                      <a:cubicBezTo>
                        <a:pt x="19447" y="393"/>
                        <a:pt x="19522" y="471"/>
                        <a:pt x="19596" y="393"/>
                      </a:cubicBezTo>
                      <a:cubicBezTo>
                        <a:pt x="19744" y="275"/>
                        <a:pt x="19744" y="236"/>
                        <a:pt x="19744" y="236"/>
                      </a:cubicBezTo>
                      <a:cubicBezTo>
                        <a:pt x="19744" y="236"/>
                        <a:pt x="19670" y="236"/>
                        <a:pt x="19819" y="196"/>
                      </a:cubicBezTo>
                      <a:cubicBezTo>
                        <a:pt x="19967" y="157"/>
                        <a:pt x="19893" y="118"/>
                        <a:pt x="19967" y="79"/>
                      </a:cubicBezTo>
                      <a:cubicBezTo>
                        <a:pt x="20041" y="39"/>
                        <a:pt x="19893" y="0"/>
                        <a:pt x="20115" y="0"/>
                      </a:cubicBezTo>
                      <a:cubicBezTo>
                        <a:pt x="20264" y="39"/>
                        <a:pt x="20264" y="39"/>
                        <a:pt x="20338" y="79"/>
                      </a:cubicBezTo>
                      <a:cubicBezTo>
                        <a:pt x="20412" y="79"/>
                        <a:pt x="20264" y="236"/>
                        <a:pt x="20190" y="236"/>
                      </a:cubicBezTo>
                      <a:cubicBezTo>
                        <a:pt x="20115" y="236"/>
                        <a:pt x="20115" y="196"/>
                        <a:pt x="19967" y="236"/>
                      </a:cubicBezTo>
                      <a:cubicBezTo>
                        <a:pt x="19893" y="275"/>
                        <a:pt x="20041" y="353"/>
                        <a:pt x="19967" y="393"/>
                      </a:cubicBezTo>
                      <a:cubicBezTo>
                        <a:pt x="19893" y="432"/>
                        <a:pt x="19819" y="393"/>
                        <a:pt x="19744" y="432"/>
                      </a:cubicBezTo>
                      <a:cubicBezTo>
                        <a:pt x="19670" y="471"/>
                        <a:pt x="19670" y="471"/>
                        <a:pt x="19670" y="511"/>
                      </a:cubicBezTo>
                      <a:cubicBezTo>
                        <a:pt x="19670" y="550"/>
                        <a:pt x="19596" y="589"/>
                        <a:pt x="19522" y="628"/>
                      </a:cubicBezTo>
                      <a:cubicBezTo>
                        <a:pt x="19522" y="628"/>
                        <a:pt x="19299" y="550"/>
                        <a:pt x="19522" y="628"/>
                      </a:cubicBezTo>
                      <a:cubicBezTo>
                        <a:pt x="19744" y="707"/>
                        <a:pt x="19819" y="707"/>
                        <a:pt x="19744" y="746"/>
                      </a:cubicBezTo>
                      <a:cubicBezTo>
                        <a:pt x="19670" y="746"/>
                        <a:pt x="19522" y="746"/>
                        <a:pt x="19447" y="785"/>
                      </a:cubicBezTo>
                      <a:cubicBezTo>
                        <a:pt x="19373" y="785"/>
                        <a:pt x="19299" y="825"/>
                        <a:pt x="19447" y="864"/>
                      </a:cubicBezTo>
                      <a:cubicBezTo>
                        <a:pt x="19596" y="903"/>
                        <a:pt x="19522" y="903"/>
                        <a:pt x="19596" y="903"/>
                      </a:cubicBezTo>
                      <a:cubicBezTo>
                        <a:pt x="19670" y="864"/>
                        <a:pt x="20041" y="864"/>
                        <a:pt x="20041" y="903"/>
                      </a:cubicBezTo>
                      <a:cubicBezTo>
                        <a:pt x="19967" y="982"/>
                        <a:pt x="20041" y="982"/>
                        <a:pt x="19893" y="1021"/>
                      </a:cubicBezTo>
                      <a:cubicBezTo>
                        <a:pt x="19670" y="1060"/>
                        <a:pt x="19522" y="1021"/>
                        <a:pt x="19447" y="982"/>
                      </a:cubicBezTo>
                      <a:cubicBezTo>
                        <a:pt x="19373" y="982"/>
                        <a:pt x="19373" y="903"/>
                        <a:pt x="19373" y="1021"/>
                      </a:cubicBezTo>
                      <a:cubicBezTo>
                        <a:pt x="19447" y="1139"/>
                        <a:pt x="19596" y="1139"/>
                        <a:pt x="19522" y="1139"/>
                      </a:cubicBezTo>
                      <a:cubicBezTo>
                        <a:pt x="19373" y="1139"/>
                        <a:pt x="19225" y="1139"/>
                        <a:pt x="19225" y="1139"/>
                      </a:cubicBezTo>
                      <a:cubicBezTo>
                        <a:pt x="19225" y="1139"/>
                        <a:pt x="19151" y="1060"/>
                        <a:pt x="19225" y="1178"/>
                      </a:cubicBezTo>
                      <a:cubicBezTo>
                        <a:pt x="19299" y="1296"/>
                        <a:pt x="19299" y="1296"/>
                        <a:pt x="19299" y="1296"/>
                      </a:cubicBezTo>
                      <a:cubicBezTo>
                        <a:pt x="19299" y="1296"/>
                        <a:pt x="19151" y="1335"/>
                        <a:pt x="19151" y="1335"/>
                      </a:cubicBezTo>
                      <a:cubicBezTo>
                        <a:pt x="19151" y="1375"/>
                        <a:pt x="19225" y="1453"/>
                        <a:pt x="19299" y="1492"/>
                      </a:cubicBezTo>
                      <a:cubicBezTo>
                        <a:pt x="19299" y="1492"/>
                        <a:pt x="19225" y="1649"/>
                        <a:pt x="19151" y="1649"/>
                      </a:cubicBezTo>
                      <a:cubicBezTo>
                        <a:pt x="19151" y="1649"/>
                        <a:pt x="19151" y="1689"/>
                        <a:pt x="19076" y="1728"/>
                      </a:cubicBezTo>
                      <a:cubicBezTo>
                        <a:pt x="19002" y="1767"/>
                        <a:pt x="18928" y="1807"/>
                        <a:pt x="18928" y="1807"/>
                      </a:cubicBezTo>
                      <a:cubicBezTo>
                        <a:pt x="18779" y="2042"/>
                        <a:pt x="18779" y="2042"/>
                        <a:pt x="18779" y="2042"/>
                      </a:cubicBezTo>
                      <a:cubicBezTo>
                        <a:pt x="18779" y="2042"/>
                        <a:pt x="18705" y="2121"/>
                        <a:pt x="18631" y="2042"/>
                      </a:cubicBezTo>
                      <a:cubicBezTo>
                        <a:pt x="18631" y="1964"/>
                        <a:pt x="18557" y="1964"/>
                        <a:pt x="18631" y="1924"/>
                      </a:cubicBezTo>
                      <a:cubicBezTo>
                        <a:pt x="18705" y="1924"/>
                        <a:pt x="18705" y="1846"/>
                        <a:pt x="18779" y="1807"/>
                      </a:cubicBezTo>
                      <a:cubicBezTo>
                        <a:pt x="18779" y="1767"/>
                        <a:pt x="18854" y="1610"/>
                        <a:pt x="18854" y="1610"/>
                      </a:cubicBezTo>
                      <a:cubicBezTo>
                        <a:pt x="18854" y="1610"/>
                        <a:pt x="19002" y="1610"/>
                        <a:pt x="19076" y="1571"/>
                      </a:cubicBezTo>
                      <a:cubicBezTo>
                        <a:pt x="19076" y="1571"/>
                        <a:pt x="18928" y="1414"/>
                        <a:pt x="18928" y="1414"/>
                      </a:cubicBezTo>
                      <a:cubicBezTo>
                        <a:pt x="19002" y="1335"/>
                        <a:pt x="19002" y="1335"/>
                        <a:pt x="19002" y="1335"/>
                      </a:cubicBezTo>
                      <a:cubicBezTo>
                        <a:pt x="18854" y="1335"/>
                        <a:pt x="18854" y="1335"/>
                        <a:pt x="18854" y="1335"/>
                      </a:cubicBezTo>
                      <a:close/>
                      <a:moveTo>
                        <a:pt x="17740" y="2631"/>
                      </a:moveTo>
                      <a:cubicBezTo>
                        <a:pt x="17740" y="2631"/>
                        <a:pt x="17740" y="2631"/>
                        <a:pt x="17740" y="2631"/>
                      </a:cubicBezTo>
                      <a:cubicBezTo>
                        <a:pt x="17740" y="2631"/>
                        <a:pt x="17963" y="2474"/>
                        <a:pt x="18037" y="2513"/>
                      </a:cubicBezTo>
                      <a:cubicBezTo>
                        <a:pt x="18037" y="2513"/>
                        <a:pt x="18037" y="2553"/>
                        <a:pt x="18037" y="2592"/>
                      </a:cubicBezTo>
                      <a:cubicBezTo>
                        <a:pt x="18037" y="2592"/>
                        <a:pt x="18111" y="2671"/>
                        <a:pt x="18037" y="2671"/>
                      </a:cubicBezTo>
                      <a:cubicBezTo>
                        <a:pt x="17963" y="2671"/>
                        <a:pt x="17889" y="2671"/>
                        <a:pt x="17814" y="2671"/>
                      </a:cubicBezTo>
                      <a:cubicBezTo>
                        <a:pt x="17814" y="2671"/>
                        <a:pt x="17740" y="2631"/>
                        <a:pt x="17740" y="2631"/>
                      </a:cubicBezTo>
                      <a:close/>
                      <a:moveTo>
                        <a:pt x="14548" y="3849"/>
                      </a:moveTo>
                      <a:cubicBezTo>
                        <a:pt x="14548" y="3849"/>
                        <a:pt x="14548" y="3849"/>
                        <a:pt x="14548" y="3849"/>
                      </a:cubicBezTo>
                      <a:cubicBezTo>
                        <a:pt x="14697" y="3770"/>
                        <a:pt x="14697" y="3770"/>
                        <a:pt x="14697" y="3770"/>
                      </a:cubicBezTo>
                      <a:cubicBezTo>
                        <a:pt x="14920" y="3809"/>
                        <a:pt x="14920" y="3809"/>
                        <a:pt x="14920" y="3809"/>
                      </a:cubicBezTo>
                      <a:cubicBezTo>
                        <a:pt x="14920" y="3809"/>
                        <a:pt x="14994" y="3731"/>
                        <a:pt x="14994" y="3809"/>
                      </a:cubicBezTo>
                      <a:cubicBezTo>
                        <a:pt x="14920" y="3888"/>
                        <a:pt x="14771" y="4006"/>
                        <a:pt x="14771" y="4006"/>
                      </a:cubicBezTo>
                      <a:cubicBezTo>
                        <a:pt x="14771" y="4006"/>
                        <a:pt x="14845" y="4006"/>
                        <a:pt x="14697" y="4045"/>
                      </a:cubicBezTo>
                      <a:cubicBezTo>
                        <a:pt x="14548" y="4084"/>
                        <a:pt x="14548" y="4124"/>
                        <a:pt x="14474" y="4045"/>
                      </a:cubicBezTo>
                      <a:cubicBezTo>
                        <a:pt x="14400" y="4006"/>
                        <a:pt x="14326" y="4006"/>
                        <a:pt x="14326" y="3967"/>
                      </a:cubicBezTo>
                      <a:cubicBezTo>
                        <a:pt x="14400" y="3927"/>
                        <a:pt x="14400" y="3849"/>
                        <a:pt x="14400" y="3849"/>
                      </a:cubicBezTo>
                      <a:cubicBezTo>
                        <a:pt x="14548" y="3849"/>
                        <a:pt x="14548" y="3849"/>
                        <a:pt x="14548" y="3849"/>
                      </a:cubicBezTo>
                      <a:close/>
                      <a:moveTo>
                        <a:pt x="16107" y="2828"/>
                      </a:moveTo>
                      <a:cubicBezTo>
                        <a:pt x="16107" y="2828"/>
                        <a:pt x="16107" y="2828"/>
                        <a:pt x="16107" y="2828"/>
                      </a:cubicBezTo>
                      <a:cubicBezTo>
                        <a:pt x="16107" y="2828"/>
                        <a:pt x="16181" y="2749"/>
                        <a:pt x="16256" y="2749"/>
                      </a:cubicBezTo>
                      <a:cubicBezTo>
                        <a:pt x="16330" y="2788"/>
                        <a:pt x="16404" y="2788"/>
                        <a:pt x="16404" y="2828"/>
                      </a:cubicBezTo>
                      <a:cubicBezTo>
                        <a:pt x="16330" y="2867"/>
                        <a:pt x="16256" y="2906"/>
                        <a:pt x="16181" y="2906"/>
                      </a:cubicBezTo>
                      <a:cubicBezTo>
                        <a:pt x="16107" y="2906"/>
                        <a:pt x="16107" y="2828"/>
                        <a:pt x="16107" y="2828"/>
                      </a:cubicBezTo>
                      <a:close/>
                      <a:moveTo>
                        <a:pt x="15810" y="3024"/>
                      </a:moveTo>
                      <a:cubicBezTo>
                        <a:pt x="15810" y="3024"/>
                        <a:pt x="15810" y="3024"/>
                        <a:pt x="15810" y="3024"/>
                      </a:cubicBezTo>
                      <a:cubicBezTo>
                        <a:pt x="15810" y="3024"/>
                        <a:pt x="15959" y="2945"/>
                        <a:pt x="16033" y="2985"/>
                      </a:cubicBezTo>
                      <a:cubicBezTo>
                        <a:pt x="16033" y="2985"/>
                        <a:pt x="16107" y="2985"/>
                        <a:pt x="16033" y="3024"/>
                      </a:cubicBezTo>
                      <a:cubicBezTo>
                        <a:pt x="16033" y="3063"/>
                        <a:pt x="16181" y="3024"/>
                        <a:pt x="15959" y="3063"/>
                      </a:cubicBezTo>
                      <a:cubicBezTo>
                        <a:pt x="15810" y="3142"/>
                        <a:pt x="15885" y="3181"/>
                        <a:pt x="15736" y="3142"/>
                      </a:cubicBezTo>
                      <a:cubicBezTo>
                        <a:pt x="15662" y="3103"/>
                        <a:pt x="15662" y="3063"/>
                        <a:pt x="15662" y="3024"/>
                      </a:cubicBezTo>
                      <a:cubicBezTo>
                        <a:pt x="15662" y="3024"/>
                        <a:pt x="15736" y="2945"/>
                        <a:pt x="15736" y="2945"/>
                      </a:cubicBezTo>
                      <a:cubicBezTo>
                        <a:pt x="15810" y="2985"/>
                        <a:pt x="15810" y="3024"/>
                        <a:pt x="15810" y="3024"/>
                      </a:cubicBezTo>
                      <a:close/>
                      <a:moveTo>
                        <a:pt x="15216" y="3142"/>
                      </a:moveTo>
                      <a:cubicBezTo>
                        <a:pt x="15216" y="3142"/>
                        <a:pt x="15216" y="3142"/>
                        <a:pt x="15216" y="3142"/>
                      </a:cubicBezTo>
                      <a:cubicBezTo>
                        <a:pt x="15216" y="3142"/>
                        <a:pt x="15365" y="3181"/>
                        <a:pt x="15365" y="3181"/>
                      </a:cubicBezTo>
                      <a:cubicBezTo>
                        <a:pt x="15439" y="3220"/>
                        <a:pt x="15439" y="3181"/>
                        <a:pt x="15513" y="3142"/>
                      </a:cubicBezTo>
                      <a:cubicBezTo>
                        <a:pt x="15662" y="3142"/>
                        <a:pt x="15513" y="3142"/>
                        <a:pt x="15588" y="3103"/>
                      </a:cubicBezTo>
                      <a:cubicBezTo>
                        <a:pt x="15662" y="3024"/>
                        <a:pt x="15588" y="3063"/>
                        <a:pt x="15588" y="3024"/>
                      </a:cubicBezTo>
                      <a:cubicBezTo>
                        <a:pt x="15513" y="3024"/>
                        <a:pt x="15513" y="3024"/>
                        <a:pt x="15439" y="3024"/>
                      </a:cubicBezTo>
                      <a:cubicBezTo>
                        <a:pt x="15291" y="3024"/>
                        <a:pt x="15216" y="3142"/>
                        <a:pt x="15216" y="3142"/>
                      </a:cubicBezTo>
                      <a:close/>
                      <a:moveTo>
                        <a:pt x="15513" y="3377"/>
                      </a:moveTo>
                      <a:cubicBezTo>
                        <a:pt x="15513" y="3377"/>
                        <a:pt x="15513" y="3377"/>
                        <a:pt x="15513" y="3377"/>
                      </a:cubicBezTo>
                      <a:cubicBezTo>
                        <a:pt x="15513" y="3377"/>
                        <a:pt x="15588" y="3260"/>
                        <a:pt x="15662" y="3260"/>
                      </a:cubicBezTo>
                      <a:cubicBezTo>
                        <a:pt x="15736" y="3299"/>
                        <a:pt x="15736" y="3260"/>
                        <a:pt x="15736" y="3299"/>
                      </a:cubicBezTo>
                      <a:cubicBezTo>
                        <a:pt x="15736" y="3338"/>
                        <a:pt x="15736" y="3417"/>
                        <a:pt x="15662" y="3417"/>
                      </a:cubicBezTo>
                      <a:cubicBezTo>
                        <a:pt x="15588" y="3417"/>
                        <a:pt x="15513" y="3377"/>
                        <a:pt x="15513" y="3377"/>
                      </a:cubicBezTo>
                      <a:close/>
                      <a:moveTo>
                        <a:pt x="14920" y="3377"/>
                      </a:moveTo>
                      <a:cubicBezTo>
                        <a:pt x="14920" y="3377"/>
                        <a:pt x="14920" y="3377"/>
                        <a:pt x="14920" y="3377"/>
                      </a:cubicBezTo>
                      <a:cubicBezTo>
                        <a:pt x="14994" y="3299"/>
                        <a:pt x="14994" y="3299"/>
                        <a:pt x="14994" y="3299"/>
                      </a:cubicBezTo>
                      <a:cubicBezTo>
                        <a:pt x="15142" y="3338"/>
                        <a:pt x="15142" y="3338"/>
                        <a:pt x="15142" y="3338"/>
                      </a:cubicBezTo>
                      <a:cubicBezTo>
                        <a:pt x="15142" y="3338"/>
                        <a:pt x="15216" y="3377"/>
                        <a:pt x="15142" y="3377"/>
                      </a:cubicBezTo>
                      <a:cubicBezTo>
                        <a:pt x="15142" y="3417"/>
                        <a:pt x="15068" y="3417"/>
                        <a:pt x="15068" y="3456"/>
                      </a:cubicBezTo>
                      <a:cubicBezTo>
                        <a:pt x="14994" y="3456"/>
                        <a:pt x="14920" y="3417"/>
                        <a:pt x="14920" y="3417"/>
                      </a:cubicBezTo>
                      <a:cubicBezTo>
                        <a:pt x="14920" y="3377"/>
                        <a:pt x="14920" y="3377"/>
                        <a:pt x="14920" y="3377"/>
                      </a:cubicBezTo>
                      <a:close/>
                      <a:moveTo>
                        <a:pt x="14920" y="2867"/>
                      </a:moveTo>
                      <a:cubicBezTo>
                        <a:pt x="14920" y="2867"/>
                        <a:pt x="14920" y="2867"/>
                        <a:pt x="14920" y="2867"/>
                      </a:cubicBezTo>
                      <a:cubicBezTo>
                        <a:pt x="14920" y="2867"/>
                        <a:pt x="15068" y="2749"/>
                        <a:pt x="15068" y="2749"/>
                      </a:cubicBezTo>
                      <a:cubicBezTo>
                        <a:pt x="15142" y="2749"/>
                        <a:pt x="15216" y="2710"/>
                        <a:pt x="15216" y="2788"/>
                      </a:cubicBezTo>
                      <a:cubicBezTo>
                        <a:pt x="15216" y="2867"/>
                        <a:pt x="15365" y="2945"/>
                        <a:pt x="15142" y="2945"/>
                      </a:cubicBezTo>
                      <a:cubicBezTo>
                        <a:pt x="14994" y="2945"/>
                        <a:pt x="14920" y="2985"/>
                        <a:pt x="14920" y="2945"/>
                      </a:cubicBezTo>
                      <a:cubicBezTo>
                        <a:pt x="14845" y="2906"/>
                        <a:pt x="14920" y="2867"/>
                        <a:pt x="14920" y="2867"/>
                      </a:cubicBezTo>
                      <a:close/>
                      <a:moveTo>
                        <a:pt x="14623" y="3103"/>
                      </a:moveTo>
                      <a:cubicBezTo>
                        <a:pt x="14623" y="3103"/>
                        <a:pt x="14623" y="3103"/>
                        <a:pt x="14623" y="3103"/>
                      </a:cubicBezTo>
                      <a:cubicBezTo>
                        <a:pt x="14623" y="3103"/>
                        <a:pt x="14771" y="3024"/>
                        <a:pt x="14845" y="3024"/>
                      </a:cubicBezTo>
                      <a:cubicBezTo>
                        <a:pt x="14920" y="3063"/>
                        <a:pt x="14994" y="3063"/>
                        <a:pt x="14994" y="3103"/>
                      </a:cubicBezTo>
                      <a:cubicBezTo>
                        <a:pt x="14994" y="3142"/>
                        <a:pt x="14994" y="3142"/>
                        <a:pt x="14920" y="3181"/>
                      </a:cubicBezTo>
                      <a:cubicBezTo>
                        <a:pt x="14920" y="3220"/>
                        <a:pt x="14845" y="3220"/>
                        <a:pt x="14771" y="3220"/>
                      </a:cubicBezTo>
                      <a:cubicBezTo>
                        <a:pt x="14771" y="3220"/>
                        <a:pt x="14623" y="3103"/>
                        <a:pt x="14623" y="3103"/>
                      </a:cubicBezTo>
                      <a:close/>
                      <a:moveTo>
                        <a:pt x="14845" y="3574"/>
                      </a:moveTo>
                      <a:cubicBezTo>
                        <a:pt x="14845" y="3574"/>
                        <a:pt x="14845" y="3574"/>
                        <a:pt x="14845" y="3574"/>
                      </a:cubicBezTo>
                      <a:cubicBezTo>
                        <a:pt x="14845" y="3574"/>
                        <a:pt x="14771" y="3692"/>
                        <a:pt x="14771" y="3731"/>
                      </a:cubicBezTo>
                      <a:cubicBezTo>
                        <a:pt x="14771" y="3770"/>
                        <a:pt x="14994" y="3770"/>
                        <a:pt x="15068" y="3731"/>
                      </a:cubicBezTo>
                      <a:cubicBezTo>
                        <a:pt x="15068" y="3731"/>
                        <a:pt x="15142" y="3652"/>
                        <a:pt x="15142" y="3652"/>
                      </a:cubicBezTo>
                      <a:cubicBezTo>
                        <a:pt x="15142" y="3652"/>
                        <a:pt x="15068" y="3574"/>
                        <a:pt x="14994" y="3535"/>
                      </a:cubicBezTo>
                      <a:cubicBezTo>
                        <a:pt x="14920" y="3495"/>
                        <a:pt x="14845" y="3574"/>
                        <a:pt x="14845" y="3574"/>
                      </a:cubicBezTo>
                      <a:close/>
                      <a:moveTo>
                        <a:pt x="14177" y="3456"/>
                      </a:moveTo>
                      <a:cubicBezTo>
                        <a:pt x="14177" y="3456"/>
                        <a:pt x="14177" y="3456"/>
                        <a:pt x="14177" y="3456"/>
                      </a:cubicBezTo>
                      <a:cubicBezTo>
                        <a:pt x="14177" y="3574"/>
                        <a:pt x="14177" y="3574"/>
                        <a:pt x="14177" y="3574"/>
                      </a:cubicBezTo>
                      <a:cubicBezTo>
                        <a:pt x="14177" y="3574"/>
                        <a:pt x="14326" y="3652"/>
                        <a:pt x="14400" y="3652"/>
                      </a:cubicBezTo>
                      <a:cubicBezTo>
                        <a:pt x="14474" y="3692"/>
                        <a:pt x="14474" y="3652"/>
                        <a:pt x="14623" y="3692"/>
                      </a:cubicBezTo>
                      <a:cubicBezTo>
                        <a:pt x="14697" y="3692"/>
                        <a:pt x="14697" y="3652"/>
                        <a:pt x="14697" y="3652"/>
                      </a:cubicBezTo>
                      <a:cubicBezTo>
                        <a:pt x="14771" y="3652"/>
                        <a:pt x="14771" y="3652"/>
                        <a:pt x="14771" y="3613"/>
                      </a:cubicBezTo>
                      <a:cubicBezTo>
                        <a:pt x="14771" y="3613"/>
                        <a:pt x="14623" y="3574"/>
                        <a:pt x="14548" y="3535"/>
                      </a:cubicBezTo>
                      <a:cubicBezTo>
                        <a:pt x="14548" y="3495"/>
                        <a:pt x="14548" y="3495"/>
                        <a:pt x="14548" y="3456"/>
                      </a:cubicBezTo>
                      <a:cubicBezTo>
                        <a:pt x="14548" y="3456"/>
                        <a:pt x="14623" y="3417"/>
                        <a:pt x="14697" y="3417"/>
                      </a:cubicBezTo>
                      <a:cubicBezTo>
                        <a:pt x="14697" y="3377"/>
                        <a:pt x="14697" y="3299"/>
                        <a:pt x="14697" y="3299"/>
                      </a:cubicBezTo>
                      <a:cubicBezTo>
                        <a:pt x="14697" y="3299"/>
                        <a:pt x="14548" y="3299"/>
                        <a:pt x="14548" y="3260"/>
                      </a:cubicBezTo>
                      <a:cubicBezTo>
                        <a:pt x="14548" y="3260"/>
                        <a:pt x="14474" y="3220"/>
                        <a:pt x="14400" y="3181"/>
                      </a:cubicBezTo>
                      <a:cubicBezTo>
                        <a:pt x="14400" y="3142"/>
                        <a:pt x="14252" y="3142"/>
                        <a:pt x="14177" y="3142"/>
                      </a:cubicBezTo>
                      <a:cubicBezTo>
                        <a:pt x="14177" y="3142"/>
                        <a:pt x="14103" y="3260"/>
                        <a:pt x="14029" y="3299"/>
                      </a:cubicBezTo>
                      <a:cubicBezTo>
                        <a:pt x="14029" y="3299"/>
                        <a:pt x="13955" y="3377"/>
                        <a:pt x="13955" y="3377"/>
                      </a:cubicBezTo>
                      <a:cubicBezTo>
                        <a:pt x="13955" y="3417"/>
                        <a:pt x="13955" y="3456"/>
                        <a:pt x="14029" y="3495"/>
                      </a:cubicBezTo>
                      <a:cubicBezTo>
                        <a:pt x="14103" y="3495"/>
                        <a:pt x="14177" y="3456"/>
                        <a:pt x="14177" y="3456"/>
                      </a:cubicBezTo>
                      <a:close/>
                      <a:moveTo>
                        <a:pt x="13955" y="3770"/>
                      </a:moveTo>
                      <a:cubicBezTo>
                        <a:pt x="13955" y="3770"/>
                        <a:pt x="13955" y="3770"/>
                        <a:pt x="13955" y="3770"/>
                      </a:cubicBezTo>
                      <a:cubicBezTo>
                        <a:pt x="13880" y="3770"/>
                        <a:pt x="13732" y="3692"/>
                        <a:pt x="13732" y="3692"/>
                      </a:cubicBezTo>
                      <a:cubicBezTo>
                        <a:pt x="13732" y="3692"/>
                        <a:pt x="13880" y="3652"/>
                        <a:pt x="13880" y="3613"/>
                      </a:cubicBezTo>
                      <a:cubicBezTo>
                        <a:pt x="13955" y="3613"/>
                        <a:pt x="13880" y="3574"/>
                        <a:pt x="14029" y="3574"/>
                      </a:cubicBezTo>
                      <a:cubicBezTo>
                        <a:pt x="14177" y="3613"/>
                        <a:pt x="14177" y="3652"/>
                        <a:pt x="14177" y="3652"/>
                      </a:cubicBezTo>
                      <a:cubicBezTo>
                        <a:pt x="14177" y="3652"/>
                        <a:pt x="14252" y="3731"/>
                        <a:pt x="14252" y="3770"/>
                      </a:cubicBezTo>
                      <a:cubicBezTo>
                        <a:pt x="14252" y="3770"/>
                        <a:pt x="14252" y="3809"/>
                        <a:pt x="14252" y="3809"/>
                      </a:cubicBezTo>
                      <a:cubicBezTo>
                        <a:pt x="14252" y="3849"/>
                        <a:pt x="14400" y="3888"/>
                        <a:pt x="14177" y="3888"/>
                      </a:cubicBezTo>
                      <a:cubicBezTo>
                        <a:pt x="14029" y="3888"/>
                        <a:pt x="14029" y="3888"/>
                        <a:pt x="14029" y="3888"/>
                      </a:cubicBezTo>
                      <a:lnTo>
                        <a:pt x="13955" y="377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49" name="Shape">
                  <a:extLst>
                    <a:ext uri="{FF2B5EF4-FFF2-40B4-BE49-F238E27FC236}">
                      <a16:creationId xmlns:a16="http://schemas.microsoft.com/office/drawing/2014/main" id="{868EE75C-50E8-4E8F-ADD4-812F102264E0}"/>
                    </a:ext>
                  </a:extLst>
                </p:cNvPr>
                <p:cNvSpPr/>
                <p:nvPr/>
              </p:nvSpPr>
              <p:spPr>
                <a:xfrm>
                  <a:off x="456501" y="5282273"/>
                  <a:ext cx="1849881" cy="148203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7" h="21600" extrusionOk="0">
                      <a:moveTo>
                        <a:pt x="20063" y="7823"/>
                      </a:moveTo>
                      <a:cubicBezTo>
                        <a:pt x="19942" y="7922"/>
                        <a:pt x="19901" y="7676"/>
                        <a:pt x="19820" y="7823"/>
                      </a:cubicBezTo>
                      <a:cubicBezTo>
                        <a:pt x="19699" y="8020"/>
                        <a:pt x="20022" y="8463"/>
                        <a:pt x="19901" y="8709"/>
                      </a:cubicBezTo>
                      <a:cubicBezTo>
                        <a:pt x="19739" y="8955"/>
                        <a:pt x="19416" y="9299"/>
                        <a:pt x="18971" y="9398"/>
                      </a:cubicBezTo>
                      <a:cubicBezTo>
                        <a:pt x="18769" y="9447"/>
                        <a:pt x="18607" y="9693"/>
                        <a:pt x="18445" y="9644"/>
                      </a:cubicBezTo>
                      <a:cubicBezTo>
                        <a:pt x="18324" y="9644"/>
                        <a:pt x="18040" y="9988"/>
                        <a:pt x="18000" y="10087"/>
                      </a:cubicBezTo>
                      <a:cubicBezTo>
                        <a:pt x="17919" y="10234"/>
                        <a:pt x="17676" y="10087"/>
                        <a:pt x="17474" y="10234"/>
                      </a:cubicBezTo>
                      <a:cubicBezTo>
                        <a:pt x="17191" y="10382"/>
                        <a:pt x="17353" y="10185"/>
                        <a:pt x="16342" y="10529"/>
                      </a:cubicBezTo>
                      <a:cubicBezTo>
                        <a:pt x="16139" y="10579"/>
                        <a:pt x="15978" y="10677"/>
                        <a:pt x="15816" y="10726"/>
                      </a:cubicBezTo>
                      <a:cubicBezTo>
                        <a:pt x="15654" y="10825"/>
                        <a:pt x="15492" y="10775"/>
                        <a:pt x="15492" y="11169"/>
                      </a:cubicBezTo>
                      <a:cubicBezTo>
                        <a:pt x="15533" y="11366"/>
                        <a:pt x="15735" y="11218"/>
                        <a:pt x="15694" y="11415"/>
                      </a:cubicBezTo>
                      <a:cubicBezTo>
                        <a:pt x="15694" y="11563"/>
                        <a:pt x="15411" y="11513"/>
                        <a:pt x="15128" y="11710"/>
                      </a:cubicBezTo>
                      <a:cubicBezTo>
                        <a:pt x="15007" y="11809"/>
                        <a:pt x="14926" y="12153"/>
                        <a:pt x="14845" y="12251"/>
                      </a:cubicBezTo>
                      <a:cubicBezTo>
                        <a:pt x="14440" y="12547"/>
                        <a:pt x="14157" y="13186"/>
                        <a:pt x="14157" y="13186"/>
                      </a:cubicBezTo>
                      <a:cubicBezTo>
                        <a:pt x="13955" y="13432"/>
                        <a:pt x="13712" y="13629"/>
                        <a:pt x="13591" y="13924"/>
                      </a:cubicBezTo>
                      <a:cubicBezTo>
                        <a:pt x="13308" y="14564"/>
                        <a:pt x="13227" y="14220"/>
                        <a:pt x="13389" y="15007"/>
                      </a:cubicBezTo>
                      <a:cubicBezTo>
                        <a:pt x="13429" y="15105"/>
                        <a:pt x="13429" y="15450"/>
                        <a:pt x="13551" y="15696"/>
                      </a:cubicBezTo>
                      <a:cubicBezTo>
                        <a:pt x="13753" y="16040"/>
                        <a:pt x="14198" y="16385"/>
                        <a:pt x="14076" y="16483"/>
                      </a:cubicBezTo>
                      <a:cubicBezTo>
                        <a:pt x="13996" y="16532"/>
                        <a:pt x="13510" y="16926"/>
                        <a:pt x="13348" y="16926"/>
                      </a:cubicBezTo>
                      <a:cubicBezTo>
                        <a:pt x="13106" y="16975"/>
                        <a:pt x="12984" y="17172"/>
                        <a:pt x="12661" y="17615"/>
                      </a:cubicBezTo>
                      <a:cubicBezTo>
                        <a:pt x="12499" y="17762"/>
                        <a:pt x="12458" y="17910"/>
                        <a:pt x="12337" y="18107"/>
                      </a:cubicBezTo>
                      <a:cubicBezTo>
                        <a:pt x="12135" y="18402"/>
                        <a:pt x="12216" y="18353"/>
                        <a:pt x="12054" y="18697"/>
                      </a:cubicBezTo>
                      <a:cubicBezTo>
                        <a:pt x="12013" y="18795"/>
                        <a:pt x="12054" y="19140"/>
                        <a:pt x="12054" y="19287"/>
                      </a:cubicBezTo>
                      <a:cubicBezTo>
                        <a:pt x="11649" y="19337"/>
                        <a:pt x="11649" y="19337"/>
                        <a:pt x="11649" y="19337"/>
                      </a:cubicBezTo>
                      <a:cubicBezTo>
                        <a:pt x="10962" y="19091"/>
                        <a:pt x="10962" y="19091"/>
                        <a:pt x="10962" y="19091"/>
                      </a:cubicBezTo>
                      <a:cubicBezTo>
                        <a:pt x="10557" y="19533"/>
                        <a:pt x="10557" y="19533"/>
                        <a:pt x="10557" y="19533"/>
                      </a:cubicBezTo>
                      <a:cubicBezTo>
                        <a:pt x="10396" y="19681"/>
                        <a:pt x="10153" y="19583"/>
                        <a:pt x="9991" y="19730"/>
                      </a:cubicBezTo>
                      <a:cubicBezTo>
                        <a:pt x="9991" y="19730"/>
                        <a:pt x="9870" y="20173"/>
                        <a:pt x="9829" y="20272"/>
                      </a:cubicBezTo>
                      <a:cubicBezTo>
                        <a:pt x="9829" y="20419"/>
                        <a:pt x="9546" y="20813"/>
                        <a:pt x="9546" y="20813"/>
                      </a:cubicBezTo>
                      <a:cubicBezTo>
                        <a:pt x="9506" y="20862"/>
                        <a:pt x="9303" y="21108"/>
                        <a:pt x="9222" y="21157"/>
                      </a:cubicBezTo>
                      <a:cubicBezTo>
                        <a:pt x="9101" y="21206"/>
                        <a:pt x="9020" y="20813"/>
                        <a:pt x="8939" y="20813"/>
                      </a:cubicBezTo>
                      <a:cubicBezTo>
                        <a:pt x="8778" y="20813"/>
                        <a:pt x="8778" y="20764"/>
                        <a:pt x="8616" y="20714"/>
                      </a:cubicBezTo>
                      <a:cubicBezTo>
                        <a:pt x="8413" y="20714"/>
                        <a:pt x="8373" y="21059"/>
                        <a:pt x="8171" y="21059"/>
                      </a:cubicBezTo>
                      <a:cubicBezTo>
                        <a:pt x="7847" y="21010"/>
                        <a:pt x="7281" y="20616"/>
                        <a:pt x="7281" y="20616"/>
                      </a:cubicBezTo>
                      <a:cubicBezTo>
                        <a:pt x="7160" y="20567"/>
                        <a:pt x="7160" y="20764"/>
                        <a:pt x="7038" y="20764"/>
                      </a:cubicBezTo>
                      <a:cubicBezTo>
                        <a:pt x="6796" y="20714"/>
                        <a:pt x="6472" y="20518"/>
                        <a:pt x="6148" y="20419"/>
                      </a:cubicBezTo>
                      <a:cubicBezTo>
                        <a:pt x="5906" y="20370"/>
                        <a:pt x="5420" y="20272"/>
                        <a:pt x="5420" y="20272"/>
                      </a:cubicBezTo>
                      <a:cubicBezTo>
                        <a:pt x="5299" y="20370"/>
                        <a:pt x="5178" y="20370"/>
                        <a:pt x="5056" y="20419"/>
                      </a:cubicBezTo>
                      <a:cubicBezTo>
                        <a:pt x="4894" y="20518"/>
                        <a:pt x="4733" y="20665"/>
                        <a:pt x="4611" y="20714"/>
                      </a:cubicBezTo>
                      <a:cubicBezTo>
                        <a:pt x="4490" y="20764"/>
                        <a:pt x="4247" y="20518"/>
                        <a:pt x="3883" y="20764"/>
                      </a:cubicBezTo>
                      <a:cubicBezTo>
                        <a:pt x="3762" y="20813"/>
                        <a:pt x="3600" y="20764"/>
                        <a:pt x="3519" y="20862"/>
                      </a:cubicBezTo>
                      <a:cubicBezTo>
                        <a:pt x="3398" y="21010"/>
                        <a:pt x="3357" y="21206"/>
                        <a:pt x="3155" y="21305"/>
                      </a:cubicBezTo>
                      <a:cubicBezTo>
                        <a:pt x="3034" y="21354"/>
                        <a:pt x="2872" y="21551"/>
                        <a:pt x="2791" y="21600"/>
                      </a:cubicBezTo>
                      <a:cubicBezTo>
                        <a:pt x="2589" y="21452"/>
                        <a:pt x="2306" y="21452"/>
                        <a:pt x="2225" y="21059"/>
                      </a:cubicBezTo>
                      <a:cubicBezTo>
                        <a:pt x="2184" y="20911"/>
                        <a:pt x="2063" y="21059"/>
                        <a:pt x="1982" y="20911"/>
                      </a:cubicBezTo>
                      <a:cubicBezTo>
                        <a:pt x="1820" y="20714"/>
                        <a:pt x="1699" y="20272"/>
                        <a:pt x="1699" y="20075"/>
                      </a:cubicBezTo>
                      <a:cubicBezTo>
                        <a:pt x="1699" y="20075"/>
                        <a:pt x="1820" y="19878"/>
                        <a:pt x="1699" y="19681"/>
                      </a:cubicBezTo>
                      <a:cubicBezTo>
                        <a:pt x="1618" y="19484"/>
                        <a:pt x="1497" y="19435"/>
                        <a:pt x="1537" y="19238"/>
                      </a:cubicBezTo>
                      <a:cubicBezTo>
                        <a:pt x="1658" y="19238"/>
                        <a:pt x="1618" y="18894"/>
                        <a:pt x="1618" y="18894"/>
                      </a:cubicBezTo>
                      <a:cubicBezTo>
                        <a:pt x="1618" y="18795"/>
                        <a:pt x="1335" y="18205"/>
                        <a:pt x="1254" y="18107"/>
                      </a:cubicBezTo>
                      <a:cubicBezTo>
                        <a:pt x="1052" y="17959"/>
                        <a:pt x="809" y="17762"/>
                        <a:pt x="566" y="17713"/>
                      </a:cubicBezTo>
                      <a:cubicBezTo>
                        <a:pt x="0" y="17615"/>
                        <a:pt x="0" y="17615"/>
                        <a:pt x="0" y="17615"/>
                      </a:cubicBezTo>
                      <a:cubicBezTo>
                        <a:pt x="0" y="17418"/>
                        <a:pt x="0" y="17418"/>
                        <a:pt x="0" y="17418"/>
                      </a:cubicBezTo>
                      <a:cubicBezTo>
                        <a:pt x="0" y="17319"/>
                        <a:pt x="0" y="17319"/>
                        <a:pt x="0" y="17319"/>
                      </a:cubicBezTo>
                      <a:cubicBezTo>
                        <a:pt x="0" y="17270"/>
                        <a:pt x="0" y="17270"/>
                        <a:pt x="0" y="17270"/>
                      </a:cubicBezTo>
                      <a:cubicBezTo>
                        <a:pt x="40" y="17123"/>
                        <a:pt x="40" y="17123"/>
                        <a:pt x="40" y="17123"/>
                      </a:cubicBezTo>
                      <a:cubicBezTo>
                        <a:pt x="81" y="17024"/>
                        <a:pt x="81" y="17024"/>
                        <a:pt x="81" y="17024"/>
                      </a:cubicBezTo>
                      <a:cubicBezTo>
                        <a:pt x="40" y="16926"/>
                        <a:pt x="40" y="16926"/>
                        <a:pt x="40" y="16926"/>
                      </a:cubicBezTo>
                      <a:cubicBezTo>
                        <a:pt x="40" y="16827"/>
                        <a:pt x="40" y="16827"/>
                        <a:pt x="40" y="16827"/>
                      </a:cubicBezTo>
                      <a:cubicBezTo>
                        <a:pt x="40" y="16680"/>
                        <a:pt x="40" y="16680"/>
                        <a:pt x="40" y="16680"/>
                      </a:cubicBezTo>
                      <a:cubicBezTo>
                        <a:pt x="40" y="16680"/>
                        <a:pt x="0" y="16581"/>
                        <a:pt x="0" y="16581"/>
                      </a:cubicBezTo>
                      <a:cubicBezTo>
                        <a:pt x="0" y="16581"/>
                        <a:pt x="0" y="16483"/>
                        <a:pt x="0" y="16483"/>
                      </a:cubicBezTo>
                      <a:cubicBezTo>
                        <a:pt x="0" y="16483"/>
                        <a:pt x="81" y="16434"/>
                        <a:pt x="81" y="16434"/>
                      </a:cubicBezTo>
                      <a:cubicBezTo>
                        <a:pt x="81" y="16385"/>
                        <a:pt x="162" y="16335"/>
                        <a:pt x="162" y="16335"/>
                      </a:cubicBezTo>
                      <a:cubicBezTo>
                        <a:pt x="162" y="16335"/>
                        <a:pt x="202" y="16188"/>
                        <a:pt x="202" y="16138"/>
                      </a:cubicBezTo>
                      <a:cubicBezTo>
                        <a:pt x="202" y="16138"/>
                        <a:pt x="243" y="16089"/>
                        <a:pt x="243" y="16089"/>
                      </a:cubicBezTo>
                      <a:cubicBezTo>
                        <a:pt x="364" y="16040"/>
                        <a:pt x="364" y="16040"/>
                        <a:pt x="364" y="16040"/>
                      </a:cubicBezTo>
                      <a:cubicBezTo>
                        <a:pt x="445" y="15942"/>
                        <a:pt x="445" y="15942"/>
                        <a:pt x="445" y="15942"/>
                      </a:cubicBezTo>
                      <a:cubicBezTo>
                        <a:pt x="526" y="15892"/>
                        <a:pt x="526" y="15892"/>
                        <a:pt x="526" y="15892"/>
                      </a:cubicBezTo>
                      <a:cubicBezTo>
                        <a:pt x="607" y="15794"/>
                        <a:pt x="607" y="15794"/>
                        <a:pt x="607" y="15794"/>
                      </a:cubicBezTo>
                      <a:cubicBezTo>
                        <a:pt x="647" y="15597"/>
                        <a:pt x="647" y="15597"/>
                        <a:pt x="647" y="15597"/>
                      </a:cubicBezTo>
                      <a:cubicBezTo>
                        <a:pt x="688" y="15548"/>
                        <a:pt x="688" y="15548"/>
                        <a:pt x="688" y="15548"/>
                      </a:cubicBezTo>
                      <a:cubicBezTo>
                        <a:pt x="688" y="15548"/>
                        <a:pt x="809" y="15548"/>
                        <a:pt x="809" y="15548"/>
                      </a:cubicBezTo>
                      <a:cubicBezTo>
                        <a:pt x="809" y="15548"/>
                        <a:pt x="890" y="15548"/>
                        <a:pt x="890" y="15548"/>
                      </a:cubicBezTo>
                      <a:cubicBezTo>
                        <a:pt x="890" y="15499"/>
                        <a:pt x="890" y="15499"/>
                        <a:pt x="890" y="15499"/>
                      </a:cubicBezTo>
                      <a:cubicBezTo>
                        <a:pt x="971" y="15450"/>
                        <a:pt x="971" y="15450"/>
                        <a:pt x="971" y="15450"/>
                      </a:cubicBezTo>
                      <a:cubicBezTo>
                        <a:pt x="1052" y="15548"/>
                        <a:pt x="1052" y="15548"/>
                        <a:pt x="1052" y="15548"/>
                      </a:cubicBezTo>
                      <a:cubicBezTo>
                        <a:pt x="1052" y="15548"/>
                        <a:pt x="1092" y="15548"/>
                        <a:pt x="1133" y="15548"/>
                      </a:cubicBezTo>
                      <a:cubicBezTo>
                        <a:pt x="1133" y="15548"/>
                        <a:pt x="1173" y="15548"/>
                        <a:pt x="1173" y="15548"/>
                      </a:cubicBezTo>
                      <a:cubicBezTo>
                        <a:pt x="1173" y="15400"/>
                        <a:pt x="1173" y="15400"/>
                        <a:pt x="1173" y="15400"/>
                      </a:cubicBezTo>
                      <a:cubicBezTo>
                        <a:pt x="1335" y="15204"/>
                        <a:pt x="1335" y="15204"/>
                        <a:pt x="1335" y="15204"/>
                      </a:cubicBezTo>
                      <a:cubicBezTo>
                        <a:pt x="1335" y="15204"/>
                        <a:pt x="1335" y="15154"/>
                        <a:pt x="1335" y="15154"/>
                      </a:cubicBezTo>
                      <a:cubicBezTo>
                        <a:pt x="1335" y="15154"/>
                        <a:pt x="1335" y="15105"/>
                        <a:pt x="1335" y="15105"/>
                      </a:cubicBezTo>
                      <a:cubicBezTo>
                        <a:pt x="1294" y="15056"/>
                        <a:pt x="1254" y="15105"/>
                        <a:pt x="1254" y="15105"/>
                      </a:cubicBezTo>
                      <a:cubicBezTo>
                        <a:pt x="1254" y="15105"/>
                        <a:pt x="1173" y="15105"/>
                        <a:pt x="1173" y="15105"/>
                      </a:cubicBezTo>
                      <a:cubicBezTo>
                        <a:pt x="1173" y="15105"/>
                        <a:pt x="1092" y="15105"/>
                        <a:pt x="1052" y="15105"/>
                      </a:cubicBezTo>
                      <a:cubicBezTo>
                        <a:pt x="1052" y="15105"/>
                        <a:pt x="1052" y="15056"/>
                        <a:pt x="1052" y="15056"/>
                      </a:cubicBezTo>
                      <a:cubicBezTo>
                        <a:pt x="1011" y="14958"/>
                        <a:pt x="1011" y="14958"/>
                        <a:pt x="1011" y="14958"/>
                      </a:cubicBezTo>
                      <a:cubicBezTo>
                        <a:pt x="1011" y="14958"/>
                        <a:pt x="971" y="14859"/>
                        <a:pt x="971" y="14810"/>
                      </a:cubicBezTo>
                      <a:cubicBezTo>
                        <a:pt x="971" y="14761"/>
                        <a:pt x="971" y="14712"/>
                        <a:pt x="971" y="14662"/>
                      </a:cubicBezTo>
                      <a:cubicBezTo>
                        <a:pt x="971" y="14662"/>
                        <a:pt x="930" y="14613"/>
                        <a:pt x="930" y="14613"/>
                      </a:cubicBezTo>
                      <a:cubicBezTo>
                        <a:pt x="930" y="14613"/>
                        <a:pt x="890" y="14564"/>
                        <a:pt x="890" y="14515"/>
                      </a:cubicBezTo>
                      <a:cubicBezTo>
                        <a:pt x="890" y="14515"/>
                        <a:pt x="849" y="14367"/>
                        <a:pt x="849" y="14367"/>
                      </a:cubicBezTo>
                      <a:cubicBezTo>
                        <a:pt x="809" y="14318"/>
                        <a:pt x="809" y="14318"/>
                        <a:pt x="809" y="14318"/>
                      </a:cubicBezTo>
                      <a:cubicBezTo>
                        <a:pt x="849" y="14269"/>
                        <a:pt x="849" y="14269"/>
                        <a:pt x="849" y="14269"/>
                      </a:cubicBezTo>
                      <a:cubicBezTo>
                        <a:pt x="809" y="14170"/>
                        <a:pt x="809" y="14170"/>
                        <a:pt x="809" y="14170"/>
                      </a:cubicBezTo>
                      <a:cubicBezTo>
                        <a:pt x="890" y="14170"/>
                        <a:pt x="890" y="14170"/>
                        <a:pt x="890" y="14170"/>
                      </a:cubicBezTo>
                      <a:cubicBezTo>
                        <a:pt x="849" y="14121"/>
                        <a:pt x="849" y="14121"/>
                        <a:pt x="849" y="14121"/>
                      </a:cubicBezTo>
                      <a:cubicBezTo>
                        <a:pt x="890" y="14023"/>
                        <a:pt x="890" y="14023"/>
                        <a:pt x="890" y="14023"/>
                      </a:cubicBezTo>
                      <a:cubicBezTo>
                        <a:pt x="890" y="14023"/>
                        <a:pt x="971" y="13974"/>
                        <a:pt x="971" y="13974"/>
                      </a:cubicBezTo>
                      <a:cubicBezTo>
                        <a:pt x="971" y="13974"/>
                        <a:pt x="1052" y="13875"/>
                        <a:pt x="1052" y="13875"/>
                      </a:cubicBezTo>
                      <a:cubicBezTo>
                        <a:pt x="1052" y="13875"/>
                        <a:pt x="1011" y="13826"/>
                        <a:pt x="1011" y="13826"/>
                      </a:cubicBezTo>
                      <a:cubicBezTo>
                        <a:pt x="1011" y="13826"/>
                        <a:pt x="1011" y="13728"/>
                        <a:pt x="1011" y="13728"/>
                      </a:cubicBezTo>
                      <a:cubicBezTo>
                        <a:pt x="1092" y="13531"/>
                        <a:pt x="1092" y="13531"/>
                        <a:pt x="1092" y="13531"/>
                      </a:cubicBezTo>
                      <a:cubicBezTo>
                        <a:pt x="1133" y="13531"/>
                        <a:pt x="1133" y="13531"/>
                        <a:pt x="1133" y="13531"/>
                      </a:cubicBezTo>
                      <a:cubicBezTo>
                        <a:pt x="1254" y="13482"/>
                        <a:pt x="1254" y="13482"/>
                        <a:pt x="1254" y="13482"/>
                      </a:cubicBezTo>
                      <a:cubicBezTo>
                        <a:pt x="1294" y="13432"/>
                        <a:pt x="1294" y="13432"/>
                        <a:pt x="1294" y="13432"/>
                      </a:cubicBezTo>
                      <a:cubicBezTo>
                        <a:pt x="1335" y="13432"/>
                        <a:pt x="1335" y="13432"/>
                        <a:pt x="1335" y="13432"/>
                      </a:cubicBezTo>
                      <a:cubicBezTo>
                        <a:pt x="1416" y="13383"/>
                        <a:pt x="1416" y="13383"/>
                        <a:pt x="1416" y="13383"/>
                      </a:cubicBezTo>
                      <a:cubicBezTo>
                        <a:pt x="1497" y="13334"/>
                        <a:pt x="1497" y="13334"/>
                        <a:pt x="1497" y="13334"/>
                      </a:cubicBezTo>
                      <a:cubicBezTo>
                        <a:pt x="1537" y="13285"/>
                        <a:pt x="1537" y="13285"/>
                        <a:pt x="1537" y="13285"/>
                      </a:cubicBezTo>
                      <a:cubicBezTo>
                        <a:pt x="1537" y="13186"/>
                        <a:pt x="1537" y="13186"/>
                        <a:pt x="1537" y="13186"/>
                      </a:cubicBezTo>
                      <a:cubicBezTo>
                        <a:pt x="1578" y="13137"/>
                        <a:pt x="1578" y="13137"/>
                        <a:pt x="1578" y="13137"/>
                      </a:cubicBezTo>
                      <a:cubicBezTo>
                        <a:pt x="1658" y="13039"/>
                        <a:pt x="1658" y="13039"/>
                        <a:pt x="1658" y="13039"/>
                      </a:cubicBezTo>
                      <a:cubicBezTo>
                        <a:pt x="1739" y="12940"/>
                        <a:pt x="1739" y="12940"/>
                        <a:pt x="1739" y="12940"/>
                      </a:cubicBezTo>
                      <a:cubicBezTo>
                        <a:pt x="1739" y="12842"/>
                        <a:pt x="1739" y="12842"/>
                        <a:pt x="1739" y="12842"/>
                      </a:cubicBezTo>
                      <a:cubicBezTo>
                        <a:pt x="1699" y="12793"/>
                        <a:pt x="1699" y="12793"/>
                        <a:pt x="1699" y="12793"/>
                      </a:cubicBezTo>
                      <a:cubicBezTo>
                        <a:pt x="1699" y="12793"/>
                        <a:pt x="1658" y="12694"/>
                        <a:pt x="1658" y="12645"/>
                      </a:cubicBezTo>
                      <a:cubicBezTo>
                        <a:pt x="1658" y="12645"/>
                        <a:pt x="1618" y="12645"/>
                        <a:pt x="1618" y="12645"/>
                      </a:cubicBezTo>
                      <a:cubicBezTo>
                        <a:pt x="1537" y="12694"/>
                        <a:pt x="1537" y="12694"/>
                        <a:pt x="1537" y="12694"/>
                      </a:cubicBezTo>
                      <a:cubicBezTo>
                        <a:pt x="1537" y="12694"/>
                        <a:pt x="1497" y="12645"/>
                        <a:pt x="1456" y="12645"/>
                      </a:cubicBezTo>
                      <a:cubicBezTo>
                        <a:pt x="1456" y="12645"/>
                        <a:pt x="1456" y="12596"/>
                        <a:pt x="1456" y="12596"/>
                      </a:cubicBezTo>
                      <a:cubicBezTo>
                        <a:pt x="1497" y="12547"/>
                        <a:pt x="1497" y="12547"/>
                        <a:pt x="1497" y="12547"/>
                      </a:cubicBezTo>
                      <a:cubicBezTo>
                        <a:pt x="1497" y="12448"/>
                        <a:pt x="1497" y="12448"/>
                        <a:pt x="1497" y="12448"/>
                      </a:cubicBezTo>
                      <a:cubicBezTo>
                        <a:pt x="1416" y="12448"/>
                        <a:pt x="1416" y="12448"/>
                        <a:pt x="1416" y="12448"/>
                      </a:cubicBezTo>
                      <a:cubicBezTo>
                        <a:pt x="1375" y="12350"/>
                        <a:pt x="1375" y="12350"/>
                        <a:pt x="1375" y="12350"/>
                      </a:cubicBezTo>
                      <a:cubicBezTo>
                        <a:pt x="1335" y="12251"/>
                        <a:pt x="1335" y="12251"/>
                        <a:pt x="1335" y="12251"/>
                      </a:cubicBezTo>
                      <a:cubicBezTo>
                        <a:pt x="1335" y="12153"/>
                        <a:pt x="1335" y="12153"/>
                        <a:pt x="1335" y="12153"/>
                      </a:cubicBezTo>
                      <a:cubicBezTo>
                        <a:pt x="1375" y="12104"/>
                        <a:pt x="1375" y="12104"/>
                        <a:pt x="1375" y="12104"/>
                      </a:cubicBezTo>
                      <a:cubicBezTo>
                        <a:pt x="1375" y="12055"/>
                        <a:pt x="1375" y="12055"/>
                        <a:pt x="1375" y="12055"/>
                      </a:cubicBezTo>
                      <a:cubicBezTo>
                        <a:pt x="1335" y="12005"/>
                        <a:pt x="1335" y="12005"/>
                        <a:pt x="1335" y="12005"/>
                      </a:cubicBezTo>
                      <a:cubicBezTo>
                        <a:pt x="1335" y="11907"/>
                        <a:pt x="1335" y="11907"/>
                        <a:pt x="1335" y="11907"/>
                      </a:cubicBezTo>
                      <a:cubicBezTo>
                        <a:pt x="1294" y="11809"/>
                        <a:pt x="1294" y="11809"/>
                        <a:pt x="1294" y="11809"/>
                      </a:cubicBezTo>
                      <a:cubicBezTo>
                        <a:pt x="1335" y="11759"/>
                        <a:pt x="1335" y="11759"/>
                        <a:pt x="1335" y="11759"/>
                      </a:cubicBezTo>
                      <a:cubicBezTo>
                        <a:pt x="1375" y="11710"/>
                        <a:pt x="1375" y="11710"/>
                        <a:pt x="1375" y="11710"/>
                      </a:cubicBezTo>
                      <a:cubicBezTo>
                        <a:pt x="1375" y="11612"/>
                        <a:pt x="1375" y="11612"/>
                        <a:pt x="1375" y="11612"/>
                      </a:cubicBezTo>
                      <a:cubicBezTo>
                        <a:pt x="1375" y="11612"/>
                        <a:pt x="1294" y="11563"/>
                        <a:pt x="1294" y="11563"/>
                      </a:cubicBezTo>
                      <a:cubicBezTo>
                        <a:pt x="1294" y="11563"/>
                        <a:pt x="1254" y="11464"/>
                        <a:pt x="1254" y="11464"/>
                      </a:cubicBezTo>
                      <a:cubicBezTo>
                        <a:pt x="1254" y="11415"/>
                        <a:pt x="1254" y="11415"/>
                        <a:pt x="1254" y="11415"/>
                      </a:cubicBezTo>
                      <a:cubicBezTo>
                        <a:pt x="1254" y="11415"/>
                        <a:pt x="1173" y="11317"/>
                        <a:pt x="1173" y="11317"/>
                      </a:cubicBezTo>
                      <a:cubicBezTo>
                        <a:pt x="1173" y="11317"/>
                        <a:pt x="1173" y="11218"/>
                        <a:pt x="1173" y="11218"/>
                      </a:cubicBezTo>
                      <a:cubicBezTo>
                        <a:pt x="1173" y="11218"/>
                        <a:pt x="1133" y="11120"/>
                        <a:pt x="1133" y="11120"/>
                      </a:cubicBezTo>
                      <a:cubicBezTo>
                        <a:pt x="1092" y="11071"/>
                        <a:pt x="1092" y="11021"/>
                        <a:pt x="1092" y="11021"/>
                      </a:cubicBezTo>
                      <a:cubicBezTo>
                        <a:pt x="1173" y="11021"/>
                        <a:pt x="1173" y="11021"/>
                        <a:pt x="1173" y="11021"/>
                      </a:cubicBezTo>
                      <a:cubicBezTo>
                        <a:pt x="1254" y="11021"/>
                        <a:pt x="1254" y="11021"/>
                        <a:pt x="1254" y="11021"/>
                      </a:cubicBezTo>
                      <a:cubicBezTo>
                        <a:pt x="1294" y="11120"/>
                        <a:pt x="1294" y="11120"/>
                        <a:pt x="1294" y="11120"/>
                      </a:cubicBezTo>
                      <a:cubicBezTo>
                        <a:pt x="1335" y="11071"/>
                        <a:pt x="1335" y="11071"/>
                        <a:pt x="1335" y="11071"/>
                      </a:cubicBezTo>
                      <a:cubicBezTo>
                        <a:pt x="1335" y="11120"/>
                        <a:pt x="1335" y="11120"/>
                        <a:pt x="1335" y="11120"/>
                      </a:cubicBezTo>
                      <a:cubicBezTo>
                        <a:pt x="1416" y="11120"/>
                        <a:pt x="1416" y="11120"/>
                        <a:pt x="1416" y="11120"/>
                      </a:cubicBezTo>
                      <a:cubicBezTo>
                        <a:pt x="1537" y="11120"/>
                        <a:pt x="1537" y="11120"/>
                        <a:pt x="1537" y="11120"/>
                      </a:cubicBezTo>
                      <a:cubicBezTo>
                        <a:pt x="1618" y="11120"/>
                        <a:pt x="1618" y="11120"/>
                        <a:pt x="1618" y="11120"/>
                      </a:cubicBezTo>
                      <a:cubicBezTo>
                        <a:pt x="1658" y="11120"/>
                        <a:pt x="1658" y="11120"/>
                        <a:pt x="1658" y="11120"/>
                      </a:cubicBezTo>
                      <a:cubicBezTo>
                        <a:pt x="1658" y="11120"/>
                        <a:pt x="1699" y="11169"/>
                        <a:pt x="1699" y="11169"/>
                      </a:cubicBezTo>
                      <a:cubicBezTo>
                        <a:pt x="1739" y="11218"/>
                        <a:pt x="1780" y="11169"/>
                        <a:pt x="1780" y="11169"/>
                      </a:cubicBezTo>
                      <a:cubicBezTo>
                        <a:pt x="1780" y="11218"/>
                        <a:pt x="1861" y="11218"/>
                        <a:pt x="1861" y="11218"/>
                      </a:cubicBezTo>
                      <a:cubicBezTo>
                        <a:pt x="1861" y="11218"/>
                        <a:pt x="1901" y="11169"/>
                        <a:pt x="1942" y="11169"/>
                      </a:cubicBezTo>
                      <a:cubicBezTo>
                        <a:pt x="1942" y="11169"/>
                        <a:pt x="1982" y="11169"/>
                        <a:pt x="1982" y="11169"/>
                      </a:cubicBezTo>
                      <a:cubicBezTo>
                        <a:pt x="2022" y="11120"/>
                        <a:pt x="2022" y="11120"/>
                        <a:pt x="2022" y="11120"/>
                      </a:cubicBezTo>
                      <a:cubicBezTo>
                        <a:pt x="2022" y="11021"/>
                        <a:pt x="2022" y="11021"/>
                        <a:pt x="2022" y="11021"/>
                      </a:cubicBezTo>
                      <a:cubicBezTo>
                        <a:pt x="2063" y="11021"/>
                        <a:pt x="2063" y="11021"/>
                        <a:pt x="2063" y="11021"/>
                      </a:cubicBezTo>
                      <a:cubicBezTo>
                        <a:pt x="2063" y="10972"/>
                        <a:pt x="2063" y="10972"/>
                        <a:pt x="2063" y="10972"/>
                      </a:cubicBezTo>
                      <a:cubicBezTo>
                        <a:pt x="2103" y="10874"/>
                        <a:pt x="2103" y="10874"/>
                        <a:pt x="2103" y="10874"/>
                      </a:cubicBezTo>
                      <a:cubicBezTo>
                        <a:pt x="2103" y="10825"/>
                        <a:pt x="2103" y="10825"/>
                        <a:pt x="2103" y="10825"/>
                      </a:cubicBezTo>
                      <a:cubicBezTo>
                        <a:pt x="2184" y="10825"/>
                        <a:pt x="2184" y="10825"/>
                        <a:pt x="2184" y="10825"/>
                      </a:cubicBezTo>
                      <a:cubicBezTo>
                        <a:pt x="2225" y="10775"/>
                        <a:pt x="2225" y="10775"/>
                        <a:pt x="2225" y="10775"/>
                      </a:cubicBezTo>
                      <a:cubicBezTo>
                        <a:pt x="2265" y="10677"/>
                        <a:pt x="2265" y="10677"/>
                        <a:pt x="2265" y="10677"/>
                      </a:cubicBezTo>
                      <a:cubicBezTo>
                        <a:pt x="2306" y="10579"/>
                        <a:pt x="2306" y="10579"/>
                        <a:pt x="2306" y="10579"/>
                      </a:cubicBezTo>
                      <a:cubicBezTo>
                        <a:pt x="2306" y="10579"/>
                        <a:pt x="2346" y="10480"/>
                        <a:pt x="2346" y="10480"/>
                      </a:cubicBezTo>
                      <a:cubicBezTo>
                        <a:pt x="2346" y="10480"/>
                        <a:pt x="2387" y="10382"/>
                        <a:pt x="2387" y="10382"/>
                      </a:cubicBezTo>
                      <a:cubicBezTo>
                        <a:pt x="2346" y="10234"/>
                        <a:pt x="2346" y="10234"/>
                        <a:pt x="2346" y="10234"/>
                      </a:cubicBezTo>
                      <a:cubicBezTo>
                        <a:pt x="2306" y="10136"/>
                        <a:pt x="2306" y="10136"/>
                        <a:pt x="2306" y="10136"/>
                      </a:cubicBezTo>
                      <a:cubicBezTo>
                        <a:pt x="2265" y="10037"/>
                        <a:pt x="2265" y="10037"/>
                        <a:pt x="2265" y="10037"/>
                      </a:cubicBezTo>
                      <a:cubicBezTo>
                        <a:pt x="2265" y="10037"/>
                        <a:pt x="2265" y="9988"/>
                        <a:pt x="2225" y="9988"/>
                      </a:cubicBezTo>
                      <a:cubicBezTo>
                        <a:pt x="2225" y="9988"/>
                        <a:pt x="2225" y="9939"/>
                        <a:pt x="2225" y="9939"/>
                      </a:cubicBezTo>
                      <a:cubicBezTo>
                        <a:pt x="2225" y="9841"/>
                        <a:pt x="2225" y="9841"/>
                        <a:pt x="2225" y="9841"/>
                      </a:cubicBezTo>
                      <a:cubicBezTo>
                        <a:pt x="2265" y="9791"/>
                        <a:pt x="2265" y="9791"/>
                        <a:pt x="2265" y="9791"/>
                      </a:cubicBezTo>
                      <a:cubicBezTo>
                        <a:pt x="2306" y="9791"/>
                        <a:pt x="2306" y="9791"/>
                        <a:pt x="2306" y="9791"/>
                      </a:cubicBezTo>
                      <a:cubicBezTo>
                        <a:pt x="2387" y="9693"/>
                        <a:pt x="2387" y="9693"/>
                        <a:pt x="2387" y="9693"/>
                      </a:cubicBezTo>
                      <a:cubicBezTo>
                        <a:pt x="2427" y="9693"/>
                        <a:pt x="2427" y="9693"/>
                        <a:pt x="2427" y="9693"/>
                      </a:cubicBezTo>
                      <a:cubicBezTo>
                        <a:pt x="2508" y="9693"/>
                        <a:pt x="2508" y="9693"/>
                        <a:pt x="2508" y="9693"/>
                      </a:cubicBezTo>
                      <a:cubicBezTo>
                        <a:pt x="2589" y="9595"/>
                        <a:pt x="2589" y="9595"/>
                        <a:pt x="2589" y="9595"/>
                      </a:cubicBezTo>
                      <a:cubicBezTo>
                        <a:pt x="2629" y="9595"/>
                        <a:pt x="2629" y="9595"/>
                        <a:pt x="2629" y="9595"/>
                      </a:cubicBezTo>
                      <a:cubicBezTo>
                        <a:pt x="2670" y="9545"/>
                        <a:pt x="2670" y="9545"/>
                        <a:pt x="2670" y="9545"/>
                      </a:cubicBezTo>
                      <a:cubicBezTo>
                        <a:pt x="2710" y="9447"/>
                        <a:pt x="2710" y="9447"/>
                        <a:pt x="2710" y="9447"/>
                      </a:cubicBezTo>
                      <a:cubicBezTo>
                        <a:pt x="2670" y="9349"/>
                        <a:pt x="2670" y="9349"/>
                        <a:pt x="2670" y="9349"/>
                      </a:cubicBezTo>
                      <a:cubicBezTo>
                        <a:pt x="2629" y="9299"/>
                        <a:pt x="2629" y="9299"/>
                        <a:pt x="2629" y="9299"/>
                      </a:cubicBezTo>
                      <a:cubicBezTo>
                        <a:pt x="2670" y="9152"/>
                        <a:pt x="2670" y="9152"/>
                        <a:pt x="2670" y="9152"/>
                      </a:cubicBezTo>
                      <a:cubicBezTo>
                        <a:pt x="2751" y="9103"/>
                        <a:pt x="2751" y="9103"/>
                        <a:pt x="2751" y="9103"/>
                      </a:cubicBezTo>
                      <a:cubicBezTo>
                        <a:pt x="2751" y="8955"/>
                        <a:pt x="2751" y="8955"/>
                        <a:pt x="2751" y="8955"/>
                      </a:cubicBezTo>
                      <a:cubicBezTo>
                        <a:pt x="2710" y="8906"/>
                        <a:pt x="2710" y="8906"/>
                        <a:pt x="2710" y="8906"/>
                      </a:cubicBezTo>
                      <a:cubicBezTo>
                        <a:pt x="2751" y="8807"/>
                        <a:pt x="2751" y="8807"/>
                        <a:pt x="2751" y="8807"/>
                      </a:cubicBezTo>
                      <a:cubicBezTo>
                        <a:pt x="2791" y="8758"/>
                        <a:pt x="2791" y="8758"/>
                        <a:pt x="2791" y="8758"/>
                      </a:cubicBezTo>
                      <a:cubicBezTo>
                        <a:pt x="2791" y="8758"/>
                        <a:pt x="2831" y="8660"/>
                        <a:pt x="2831" y="8610"/>
                      </a:cubicBezTo>
                      <a:cubicBezTo>
                        <a:pt x="2872" y="8610"/>
                        <a:pt x="2872" y="8463"/>
                        <a:pt x="2872" y="8463"/>
                      </a:cubicBezTo>
                      <a:cubicBezTo>
                        <a:pt x="2831" y="8364"/>
                        <a:pt x="2831" y="8364"/>
                        <a:pt x="2831" y="8364"/>
                      </a:cubicBezTo>
                      <a:cubicBezTo>
                        <a:pt x="2831" y="8315"/>
                        <a:pt x="2831" y="8315"/>
                        <a:pt x="2831" y="8315"/>
                      </a:cubicBezTo>
                      <a:cubicBezTo>
                        <a:pt x="2831" y="8315"/>
                        <a:pt x="2912" y="8266"/>
                        <a:pt x="2912" y="8266"/>
                      </a:cubicBezTo>
                      <a:cubicBezTo>
                        <a:pt x="2953" y="8266"/>
                        <a:pt x="2953" y="8118"/>
                        <a:pt x="2953" y="8118"/>
                      </a:cubicBezTo>
                      <a:cubicBezTo>
                        <a:pt x="2872" y="8069"/>
                        <a:pt x="2872" y="8069"/>
                        <a:pt x="2872" y="8069"/>
                      </a:cubicBezTo>
                      <a:cubicBezTo>
                        <a:pt x="2872" y="8069"/>
                        <a:pt x="2872" y="7971"/>
                        <a:pt x="2872" y="7922"/>
                      </a:cubicBezTo>
                      <a:cubicBezTo>
                        <a:pt x="2872" y="7922"/>
                        <a:pt x="2872" y="7823"/>
                        <a:pt x="2872" y="7823"/>
                      </a:cubicBezTo>
                      <a:cubicBezTo>
                        <a:pt x="2831" y="7823"/>
                        <a:pt x="2831" y="7823"/>
                        <a:pt x="2831" y="7823"/>
                      </a:cubicBezTo>
                      <a:cubicBezTo>
                        <a:pt x="2831" y="7725"/>
                        <a:pt x="2831" y="7725"/>
                        <a:pt x="2831" y="7725"/>
                      </a:cubicBezTo>
                      <a:cubicBezTo>
                        <a:pt x="2872" y="7676"/>
                        <a:pt x="2872" y="7676"/>
                        <a:pt x="2872" y="7676"/>
                      </a:cubicBezTo>
                      <a:cubicBezTo>
                        <a:pt x="2953" y="7725"/>
                        <a:pt x="2953" y="7725"/>
                        <a:pt x="2953" y="7725"/>
                      </a:cubicBezTo>
                      <a:cubicBezTo>
                        <a:pt x="2953" y="7725"/>
                        <a:pt x="2993" y="7676"/>
                        <a:pt x="3034" y="7676"/>
                      </a:cubicBezTo>
                      <a:cubicBezTo>
                        <a:pt x="3034" y="7626"/>
                        <a:pt x="3115" y="7626"/>
                        <a:pt x="3115" y="7626"/>
                      </a:cubicBezTo>
                      <a:cubicBezTo>
                        <a:pt x="3155" y="7479"/>
                        <a:pt x="3155" y="7479"/>
                        <a:pt x="3155" y="7479"/>
                      </a:cubicBezTo>
                      <a:cubicBezTo>
                        <a:pt x="3317" y="7380"/>
                        <a:pt x="3317" y="7380"/>
                        <a:pt x="3317" y="7380"/>
                      </a:cubicBezTo>
                      <a:cubicBezTo>
                        <a:pt x="3317" y="7331"/>
                        <a:pt x="3317" y="7331"/>
                        <a:pt x="3317" y="7331"/>
                      </a:cubicBezTo>
                      <a:cubicBezTo>
                        <a:pt x="3438" y="7282"/>
                        <a:pt x="3438" y="7282"/>
                        <a:pt x="3438" y="7282"/>
                      </a:cubicBezTo>
                      <a:cubicBezTo>
                        <a:pt x="3519" y="7331"/>
                        <a:pt x="3519" y="7331"/>
                        <a:pt x="3519" y="7331"/>
                      </a:cubicBezTo>
                      <a:cubicBezTo>
                        <a:pt x="3600" y="7233"/>
                        <a:pt x="3600" y="7233"/>
                        <a:pt x="3600" y="7233"/>
                      </a:cubicBezTo>
                      <a:cubicBezTo>
                        <a:pt x="3640" y="7233"/>
                        <a:pt x="3640" y="7233"/>
                        <a:pt x="3640" y="7233"/>
                      </a:cubicBezTo>
                      <a:cubicBezTo>
                        <a:pt x="3721" y="7184"/>
                        <a:pt x="3721" y="7184"/>
                        <a:pt x="3721" y="7184"/>
                      </a:cubicBezTo>
                      <a:cubicBezTo>
                        <a:pt x="3802" y="7134"/>
                        <a:pt x="3802" y="7134"/>
                        <a:pt x="3802" y="7134"/>
                      </a:cubicBezTo>
                      <a:cubicBezTo>
                        <a:pt x="3924" y="6987"/>
                        <a:pt x="3924" y="6987"/>
                        <a:pt x="3924" y="6987"/>
                      </a:cubicBezTo>
                      <a:cubicBezTo>
                        <a:pt x="3964" y="6987"/>
                        <a:pt x="3964" y="6987"/>
                        <a:pt x="3964" y="6987"/>
                      </a:cubicBezTo>
                      <a:cubicBezTo>
                        <a:pt x="3964" y="6987"/>
                        <a:pt x="4045" y="6938"/>
                        <a:pt x="4045" y="6938"/>
                      </a:cubicBezTo>
                      <a:cubicBezTo>
                        <a:pt x="4045" y="6938"/>
                        <a:pt x="4085" y="6839"/>
                        <a:pt x="4085" y="6839"/>
                      </a:cubicBezTo>
                      <a:cubicBezTo>
                        <a:pt x="4166" y="6790"/>
                        <a:pt x="4166" y="6790"/>
                        <a:pt x="4166" y="6790"/>
                      </a:cubicBezTo>
                      <a:cubicBezTo>
                        <a:pt x="4247" y="6642"/>
                        <a:pt x="4247" y="6642"/>
                        <a:pt x="4247" y="6642"/>
                      </a:cubicBezTo>
                      <a:cubicBezTo>
                        <a:pt x="4328" y="6544"/>
                        <a:pt x="4328" y="6544"/>
                        <a:pt x="4328" y="6544"/>
                      </a:cubicBezTo>
                      <a:cubicBezTo>
                        <a:pt x="4247" y="6396"/>
                        <a:pt x="4247" y="6396"/>
                        <a:pt x="4247" y="6396"/>
                      </a:cubicBezTo>
                      <a:cubicBezTo>
                        <a:pt x="4247" y="6396"/>
                        <a:pt x="4166" y="6298"/>
                        <a:pt x="4126" y="6298"/>
                      </a:cubicBezTo>
                      <a:cubicBezTo>
                        <a:pt x="4126" y="6249"/>
                        <a:pt x="4045" y="6200"/>
                        <a:pt x="4045" y="6200"/>
                      </a:cubicBezTo>
                      <a:cubicBezTo>
                        <a:pt x="4045" y="6200"/>
                        <a:pt x="3924" y="6150"/>
                        <a:pt x="3924" y="6150"/>
                      </a:cubicBezTo>
                      <a:cubicBezTo>
                        <a:pt x="3924" y="6150"/>
                        <a:pt x="3843" y="6200"/>
                        <a:pt x="3843" y="6200"/>
                      </a:cubicBezTo>
                      <a:cubicBezTo>
                        <a:pt x="3802" y="6150"/>
                        <a:pt x="3802" y="6150"/>
                        <a:pt x="3802" y="6150"/>
                      </a:cubicBezTo>
                      <a:cubicBezTo>
                        <a:pt x="3802" y="6150"/>
                        <a:pt x="3762" y="6052"/>
                        <a:pt x="3802" y="6052"/>
                      </a:cubicBezTo>
                      <a:cubicBezTo>
                        <a:pt x="3802" y="6052"/>
                        <a:pt x="3802" y="6003"/>
                        <a:pt x="3802" y="6003"/>
                      </a:cubicBezTo>
                      <a:cubicBezTo>
                        <a:pt x="3802" y="5954"/>
                        <a:pt x="3802" y="5954"/>
                        <a:pt x="3802" y="5954"/>
                      </a:cubicBezTo>
                      <a:cubicBezTo>
                        <a:pt x="3802" y="5904"/>
                        <a:pt x="3802" y="5904"/>
                        <a:pt x="3802" y="5904"/>
                      </a:cubicBezTo>
                      <a:cubicBezTo>
                        <a:pt x="3843" y="5855"/>
                        <a:pt x="3843" y="5855"/>
                        <a:pt x="3843" y="5855"/>
                      </a:cubicBezTo>
                      <a:cubicBezTo>
                        <a:pt x="3843" y="5855"/>
                        <a:pt x="3883" y="5806"/>
                        <a:pt x="3883" y="5757"/>
                      </a:cubicBezTo>
                      <a:cubicBezTo>
                        <a:pt x="3883" y="5757"/>
                        <a:pt x="3924" y="5658"/>
                        <a:pt x="3924" y="5658"/>
                      </a:cubicBezTo>
                      <a:cubicBezTo>
                        <a:pt x="3924" y="5658"/>
                        <a:pt x="3883" y="5609"/>
                        <a:pt x="3883" y="5560"/>
                      </a:cubicBezTo>
                      <a:cubicBezTo>
                        <a:pt x="3843" y="5560"/>
                        <a:pt x="3843" y="5560"/>
                        <a:pt x="3883" y="5511"/>
                      </a:cubicBezTo>
                      <a:cubicBezTo>
                        <a:pt x="3883" y="5511"/>
                        <a:pt x="3883" y="5462"/>
                        <a:pt x="3883" y="5462"/>
                      </a:cubicBezTo>
                      <a:cubicBezTo>
                        <a:pt x="3883" y="5462"/>
                        <a:pt x="3883" y="5363"/>
                        <a:pt x="3843" y="5363"/>
                      </a:cubicBezTo>
                      <a:cubicBezTo>
                        <a:pt x="3843" y="5363"/>
                        <a:pt x="3762" y="5412"/>
                        <a:pt x="3762" y="5412"/>
                      </a:cubicBezTo>
                      <a:cubicBezTo>
                        <a:pt x="3762" y="5412"/>
                        <a:pt x="3640" y="5363"/>
                        <a:pt x="3640" y="5363"/>
                      </a:cubicBezTo>
                      <a:cubicBezTo>
                        <a:pt x="3640" y="5363"/>
                        <a:pt x="3600" y="5314"/>
                        <a:pt x="3600" y="5314"/>
                      </a:cubicBezTo>
                      <a:cubicBezTo>
                        <a:pt x="3600" y="5314"/>
                        <a:pt x="3600" y="5215"/>
                        <a:pt x="3560" y="5215"/>
                      </a:cubicBezTo>
                      <a:cubicBezTo>
                        <a:pt x="3519" y="5166"/>
                        <a:pt x="3519" y="5215"/>
                        <a:pt x="3519" y="5215"/>
                      </a:cubicBezTo>
                      <a:cubicBezTo>
                        <a:pt x="3479" y="5314"/>
                        <a:pt x="3479" y="5314"/>
                        <a:pt x="3479" y="5314"/>
                      </a:cubicBezTo>
                      <a:cubicBezTo>
                        <a:pt x="3479" y="5314"/>
                        <a:pt x="3398" y="5314"/>
                        <a:pt x="3357" y="5265"/>
                      </a:cubicBezTo>
                      <a:cubicBezTo>
                        <a:pt x="3357" y="5265"/>
                        <a:pt x="3317" y="5265"/>
                        <a:pt x="3317" y="5265"/>
                      </a:cubicBezTo>
                      <a:cubicBezTo>
                        <a:pt x="3276" y="5265"/>
                        <a:pt x="3276" y="5215"/>
                        <a:pt x="3276" y="5166"/>
                      </a:cubicBezTo>
                      <a:cubicBezTo>
                        <a:pt x="3236" y="5117"/>
                        <a:pt x="3236" y="5166"/>
                        <a:pt x="3196" y="5166"/>
                      </a:cubicBezTo>
                      <a:cubicBezTo>
                        <a:pt x="3196" y="5166"/>
                        <a:pt x="3115" y="5166"/>
                        <a:pt x="3115" y="5166"/>
                      </a:cubicBezTo>
                      <a:cubicBezTo>
                        <a:pt x="3115" y="5166"/>
                        <a:pt x="3034" y="5068"/>
                        <a:pt x="3034" y="5068"/>
                      </a:cubicBezTo>
                      <a:cubicBezTo>
                        <a:pt x="3034" y="5019"/>
                        <a:pt x="2993" y="5019"/>
                        <a:pt x="2993" y="5019"/>
                      </a:cubicBezTo>
                      <a:cubicBezTo>
                        <a:pt x="2993" y="5019"/>
                        <a:pt x="2912" y="5068"/>
                        <a:pt x="2912" y="5068"/>
                      </a:cubicBezTo>
                      <a:cubicBezTo>
                        <a:pt x="2912" y="5117"/>
                        <a:pt x="2912" y="5117"/>
                        <a:pt x="2912" y="5117"/>
                      </a:cubicBezTo>
                      <a:cubicBezTo>
                        <a:pt x="2872" y="5265"/>
                        <a:pt x="2872" y="5265"/>
                        <a:pt x="2872" y="5265"/>
                      </a:cubicBezTo>
                      <a:cubicBezTo>
                        <a:pt x="2751" y="5363"/>
                        <a:pt x="2751" y="5363"/>
                        <a:pt x="2751" y="5363"/>
                      </a:cubicBezTo>
                      <a:cubicBezTo>
                        <a:pt x="2751" y="5363"/>
                        <a:pt x="2629" y="5363"/>
                        <a:pt x="2589" y="5314"/>
                      </a:cubicBezTo>
                      <a:cubicBezTo>
                        <a:pt x="2589" y="5314"/>
                        <a:pt x="2589" y="5314"/>
                        <a:pt x="2548" y="5314"/>
                      </a:cubicBezTo>
                      <a:cubicBezTo>
                        <a:pt x="2508" y="5314"/>
                        <a:pt x="2508" y="5314"/>
                        <a:pt x="2508" y="5314"/>
                      </a:cubicBezTo>
                      <a:cubicBezTo>
                        <a:pt x="2508" y="5314"/>
                        <a:pt x="2427" y="5363"/>
                        <a:pt x="2427" y="5363"/>
                      </a:cubicBezTo>
                      <a:cubicBezTo>
                        <a:pt x="2427" y="5363"/>
                        <a:pt x="2387" y="5265"/>
                        <a:pt x="2387" y="5265"/>
                      </a:cubicBezTo>
                      <a:cubicBezTo>
                        <a:pt x="2387" y="5265"/>
                        <a:pt x="2306" y="5215"/>
                        <a:pt x="2306" y="5166"/>
                      </a:cubicBezTo>
                      <a:cubicBezTo>
                        <a:pt x="2306" y="5166"/>
                        <a:pt x="2306" y="5215"/>
                        <a:pt x="2306" y="5215"/>
                      </a:cubicBezTo>
                      <a:cubicBezTo>
                        <a:pt x="2306" y="5215"/>
                        <a:pt x="2265" y="5265"/>
                        <a:pt x="2225" y="5265"/>
                      </a:cubicBezTo>
                      <a:cubicBezTo>
                        <a:pt x="2225" y="5265"/>
                        <a:pt x="2184" y="5314"/>
                        <a:pt x="2184" y="5314"/>
                      </a:cubicBezTo>
                      <a:cubicBezTo>
                        <a:pt x="2144" y="5314"/>
                        <a:pt x="2184" y="5215"/>
                        <a:pt x="2184" y="5215"/>
                      </a:cubicBezTo>
                      <a:cubicBezTo>
                        <a:pt x="2225" y="5117"/>
                        <a:pt x="2225" y="5117"/>
                        <a:pt x="2225" y="5117"/>
                      </a:cubicBezTo>
                      <a:cubicBezTo>
                        <a:pt x="2225" y="5117"/>
                        <a:pt x="2103" y="5068"/>
                        <a:pt x="2103" y="5019"/>
                      </a:cubicBezTo>
                      <a:cubicBezTo>
                        <a:pt x="2063" y="5019"/>
                        <a:pt x="2022" y="4969"/>
                        <a:pt x="2022" y="4969"/>
                      </a:cubicBezTo>
                      <a:cubicBezTo>
                        <a:pt x="2022" y="4969"/>
                        <a:pt x="1942" y="4969"/>
                        <a:pt x="1942" y="4969"/>
                      </a:cubicBezTo>
                      <a:cubicBezTo>
                        <a:pt x="1861" y="4969"/>
                        <a:pt x="1861" y="4969"/>
                        <a:pt x="1861" y="4969"/>
                      </a:cubicBezTo>
                      <a:cubicBezTo>
                        <a:pt x="1861" y="4969"/>
                        <a:pt x="1820" y="4969"/>
                        <a:pt x="1780" y="5019"/>
                      </a:cubicBezTo>
                      <a:cubicBezTo>
                        <a:pt x="1780" y="5019"/>
                        <a:pt x="1739" y="5068"/>
                        <a:pt x="1699" y="5019"/>
                      </a:cubicBezTo>
                      <a:cubicBezTo>
                        <a:pt x="1699" y="5019"/>
                        <a:pt x="1739" y="4920"/>
                        <a:pt x="1739" y="4920"/>
                      </a:cubicBezTo>
                      <a:cubicBezTo>
                        <a:pt x="1739" y="4920"/>
                        <a:pt x="1739" y="4822"/>
                        <a:pt x="1739" y="4822"/>
                      </a:cubicBezTo>
                      <a:cubicBezTo>
                        <a:pt x="1699" y="4773"/>
                        <a:pt x="1699" y="4871"/>
                        <a:pt x="1699" y="4871"/>
                      </a:cubicBezTo>
                      <a:cubicBezTo>
                        <a:pt x="1699" y="4871"/>
                        <a:pt x="1618" y="4920"/>
                        <a:pt x="1578" y="4969"/>
                      </a:cubicBezTo>
                      <a:cubicBezTo>
                        <a:pt x="1578" y="4969"/>
                        <a:pt x="1537" y="4969"/>
                        <a:pt x="1537" y="4969"/>
                      </a:cubicBezTo>
                      <a:cubicBezTo>
                        <a:pt x="1497" y="4969"/>
                        <a:pt x="1456" y="5019"/>
                        <a:pt x="1375" y="5019"/>
                      </a:cubicBezTo>
                      <a:cubicBezTo>
                        <a:pt x="1335" y="5019"/>
                        <a:pt x="1294" y="5068"/>
                        <a:pt x="1294" y="5019"/>
                      </a:cubicBezTo>
                      <a:cubicBezTo>
                        <a:pt x="1254" y="5019"/>
                        <a:pt x="1254" y="4969"/>
                        <a:pt x="1254" y="4969"/>
                      </a:cubicBezTo>
                      <a:cubicBezTo>
                        <a:pt x="1254" y="4871"/>
                        <a:pt x="1254" y="4871"/>
                        <a:pt x="1254" y="4871"/>
                      </a:cubicBezTo>
                      <a:cubicBezTo>
                        <a:pt x="1254" y="4871"/>
                        <a:pt x="1213" y="4822"/>
                        <a:pt x="1213" y="4773"/>
                      </a:cubicBezTo>
                      <a:cubicBezTo>
                        <a:pt x="1173" y="4723"/>
                        <a:pt x="1213" y="4723"/>
                        <a:pt x="1213" y="4674"/>
                      </a:cubicBezTo>
                      <a:cubicBezTo>
                        <a:pt x="1213" y="4674"/>
                        <a:pt x="1294" y="4625"/>
                        <a:pt x="1294" y="4625"/>
                      </a:cubicBezTo>
                      <a:cubicBezTo>
                        <a:pt x="1294" y="4576"/>
                        <a:pt x="1335" y="4576"/>
                        <a:pt x="1335" y="4576"/>
                      </a:cubicBezTo>
                      <a:cubicBezTo>
                        <a:pt x="1456" y="4527"/>
                        <a:pt x="1456" y="4527"/>
                        <a:pt x="1456" y="4527"/>
                      </a:cubicBezTo>
                      <a:cubicBezTo>
                        <a:pt x="1456" y="4527"/>
                        <a:pt x="1456" y="4379"/>
                        <a:pt x="1456" y="4330"/>
                      </a:cubicBezTo>
                      <a:cubicBezTo>
                        <a:pt x="1456" y="4330"/>
                        <a:pt x="1456" y="4330"/>
                        <a:pt x="1416" y="4330"/>
                      </a:cubicBezTo>
                      <a:cubicBezTo>
                        <a:pt x="1375" y="4330"/>
                        <a:pt x="1375" y="4281"/>
                        <a:pt x="1375" y="4281"/>
                      </a:cubicBezTo>
                      <a:cubicBezTo>
                        <a:pt x="1375" y="4281"/>
                        <a:pt x="1375" y="4182"/>
                        <a:pt x="1375" y="4182"/>
                      </a:cubicBezTo>
                      <a:cubicBezTo>
                        <a:pt x="1335" y="4084"/>
                        <a:pt x="1335" y="4084"/>
                        <a:pt x="1335" y="4084"/>
                      </a:cubicBezTo>
                      <a:cubicBezTo>
                        <a:pt x="1173" y="4133"/>
                        <a:pt x="1173" y="4133"/>
                        <a:pt x="1173" y="4133"/>
                      </a:cubicBezTo>
                      <a:cubicBezTo>
                        <a:pt x="1173" y="4133"/>
                        <a:pt x="1092" y="4182"/>
                        <a:pt x="1052" y="4182"/>
                      </a:cubicBezTo>
                      <a:cubicBezTo>
                        <a:pt x="1052" y="4182"/>
                        <a:pt x="971" y="4182"/>
                        <a:pt x="971" y="4182"/>
                      </a:cubicBezTo>
                      <a:cubicBezTo>
                        <a:pt x="930" y="4182"/>
                        <a:pt x="890" y="4133"/>
                        <a:pt x="890" y="4133"/>
                      </a:cubicBezTo>
                      <a:cubicBezTo>
                        <a:pt x="890" y="4133"/>
                        <a:pt x="728" y="4182"/>
                        <a:pt x="728" y="4182"/>
                      </a:cubicBezTo>
                      <a:cubicBezTo>
                        <a:pt x="728" y="4182"/>
                        <a:pt x="688" y="4182"/>
                        <a:pt x="688" y="4182"/>
                      </a:cubicBezTo>
                      <a:cubicBezTo>
                        <a:pt x="607" y="4182"/>
                        <a:pt x="607" y="4182"/>
                        <a:pt x="607" y="4182"/>
                      </a:cubicBezTo>
                      <a:cubicBezTo>
                        <a:pt x="526" y="4231"/>
                        <a:pt x="526" y="4231"/>
                        <a:pt x="526" y="4231"/>
                      </a:cubicBezTo>
                      <a:cubicBezTo>
                        <a:pt x="485" y="4281"/>
                        <a:pt x="485" y="4281"/>
                        <a:pt x="485" y="4281"/>
                      </a:cubicBezTo>
                      <a:cubicBezTo>
                        <a:pt x="485" y="4281"/>
                        <a:pt x="445" y="4330"/>
                        <a:pt x="445" y="4330"/>
                      </a:cubicBezTo>
                      <a:cubicBezTo>
                        <a:pt x="404" y="4330"/>
                        <a:pt x="364" y="4330"/>
                        <a:pt x="324" y="4330"/>
                      </a:cubicBezTo>
                      <a:cubicBezTo>
                        <a:pt x="324" y="4330"/>
                        <a:pt x="283" y="4379"/>
                        <a:pt x="283" y="4379"/>
                      </a:cubicBezTo>
                      <a:cubicBezTo>
                        <a:pt x="283" y="4379"/>
                        <a:pt x="202" y="4428"/>
                        <a:pt x="162" y="4477"/>
                      </a:cubicBezTo>
                      <a:cubicBezTo>
                        <a:pt x="121" y="4231"/>
                        <a:pt x="121" y="4231"/>
                        <a:pt x="121" y="4231"/>
                      </a:cubicBezTo>
                      <a:cubicBezTo>
                        <a:pt x="243" y="3789"/>
                        <a:pt x="243" y="3789"/>
                        <a:pt x="243" y="3789"/>
                      </a:cubicBezTo>
                      <a:cubicBezTo>
                        <a:pt x="445" y="3592"/>
                        <a:pt x="445" y="3592"/>
                        <a:pt x="445" y="3592"/>
                      </a:cubicBezTo>
                      <a:cubicBezTo>
                        <a:pt x="526" y="3198"/>
                        <a:pt x="526" y="3198"/>
                        <a:pt x="526" y="3198"/>
                      </a:cubicBezTo>
                      <a:cubicBezTo>
                        <a:pt x="404" y="3051"/>
                        <a:pt x="404" y="3051"/>
                        <a:pt x="404" y="3051"/>
                      </a:cubicBezTo>
                      <a:cubicBezTo>
                        <a:pt x="404" y="2903"/>
                        <a:pt x="769" y="2608"/>
                        <a:pt x="728" y="2460"/>
                      </a:cubicBezTo>
                      <a:cubicBezTo>
                        <a:pt x="688" y="2313"/>
                        <a:pt x="243" y="2755"/>
                        <a:pt x="202" y="2608"/>
                      </a:cubicBezTo>
                      <a:cubicBezTo>
                        <a:pt x="162" y="2313"/>
                        <a:pt x="283" y="2362"/>
                        <a:pt x="485" y="2116"/>
                      </a:cubicBezTo>
                      <a:cubicBezTo>
                        <a:pt x="243" y="2017"/>
                        <a:pt x="243" y="2017"/>
                        <a:pt x="243" y="2017"/>
                      </a:cubicBezTo>
                      <a:cubicBezTo>
                        <a:pt x="243" y="1722"/>
                        <a:pt x="243" y="1722"/>
                        <a:pt x="243" y="1722"/>
                      </a:cubicBezTo>
                      <a:cubicBezTo>
                        <a:pt x="81" y="1624"/>
                        <a:pt x="81" y="1624"/>
                        <a:pt x="81" y="1624"/>
                      </a:cubicBezTo>
                      <a:cubicBezTo>
                        <a:pt x="81" y="1624"/>
                        <a:pt x="121" y="1476"/>
                        <a:pt x="121" y="1328"/>
                      </a:cubicBezTo>
                      <a:cubicBezTo>
                        <a:pt x="121" y="1181"/>
                        <a:pt x="243" y="1132"/>
                        <a:pt x="243" y="1132"/>
                      </a:cubicBezTo>
                      <a:cubicBezTo>
                        <a:pt x="364" y="1082"/>
                        <a:pt x="445" y="984"/>
                        <a:pt x="566" y="886"/>
                      </a:cubicBezTo>
                      <a:cubicBezTo>
                        <a:pt x="688" y="689"/>
                        <a:pt x="809" y="787"/>
                        <a:pt x="890" y="738"/>
                      </a:cubicBezTo>
                      <a:cubicBezTo>
                        <a:pt x="1011" y="640"/>
                        <a:pt x="1011" y="738"/>
                        <a:pt x="1416" y="836"/>
                      </a:cubicBezTo>
                      <a:cubicBezTo>
                        <a:pt x="1497" y="787"/>
                        <a:pt x="1658" y="787"/>
                        <a:pt x="1699" y="689"/>
                      </a:cubicBezTo>
                      <a:cubicBezTo>
                        <a:pt x="1780" y="590"/>
                        <a:pt x="1901" y="640"/>
                        <a:pt x="1901" y="443"/>
                      </a:cubicBezTo>
                      <a:cubicBezTo>
                        <a:pt x="1942" y="148"/>
                        <a:pt x="2387" y="344"/>
                        <a:pt x="2387" y="246"/>
                      </a:cubicBezTo>
                      <a:cubicBezTo>
                        <a:pt x="2467" y="246"/>
                        <a:pt x="2548" y="0"/>
                        <a:pt x="2751" y="0"/>
                      </a:cubicBezTo>
                      <a:cubicBezTo>
                        <a:pt x="2912" y="49"/>
                        <a:pt x="2953" y="98"/>
                        <a:pt x="3074" y="148"/>
                      </a:cubicBezTo>
                      <a:cubicBezTo>
                        <a:pt x="3519" y="492"/>
                        <a:pt x="3317" y="689"/>
                        <a:pt x="3843" y="886"/>
                      </a:cubicBezTo>
                      <a:cubicBezTo>
                        <a:pt x="4288" y="1033"/>
                        <a:pt x="4813" y="1181"/>
                        <a:pt x="5258" y="1279"/>
                      </a:cubicBezTo>
                      <a:cubicBezTo>
                        <a:pt x="5663" y="1328"/>
                        <a:pt x="6067" y="1525"/>
                        <a:pt x="6472" y="1722"/>
                      </a:cubicBezTo>
                      <a:cubicBezTo>
                        <a:pt x="6472" y="1722"/>
                        <a:pt x="7969" y="2559"/>
                        <a:pt x="8009" y="2608"/>
                      </a:cubicBezTo>
                      <a:cubicBezTo>
                        <a:pt x="8049" y="2608"/>
                        <a:pt x="8899" y="2411"/>
                        <a:pt x="8939" y="2411"/>
                      </a:cubicBezTo>
                      <a:cubicBezTo>
                        <a:pt x="8980" y="2411"/>
                        <a:pt x="9263" y="2460"/>
                        <a:pt x="9465" y="2608"/>
                      </a:cubicBezTo>
                      <a:cubicBezTo>
                        <a:pt x="9587" y="2755"/>
                        <a:pt x="9991" y="3100"/>
                        <a:pt x="9991" y="3100"/>
                      </a:cubicBezTo>
                      <a:cubicBezTo>
                        <a:pt x="10072" y="3149"/>
                        <a:pt x="10557" y="3051"/>
                        <a:pt x="10557" y="3051"/>
                      </a:cubicBezTo>
                      <a:cubicBezTo>
                        <a:pt x="10881" y="3051"/>
                        <a:pt x="11164" y="3493"/>
                        <a:pt x="11326" y="3543"/>
                      </a:cubicBezTo>
                      <a:cubicBezTo>
                        <a:pt x="11528" y="3592"/>
                        <a:pt x="12013" y="3297"/>
                        <a:pt x="12216" y="3543"/>
                      </a:cubicBezTo>
                      <a:cubicBezTo>
                        <a:pt x="12216" y="3543"/>
                        <a:pt x="12620" y="3592"/>
                        <a:pt x="12661" y="3838"/>
                      </a:cubicBezTo>
                      <a:cubicBezTo>
                        <a:pt x="12742" y="4084"/>
                        <a:pt x="12903" y="4477"/>
                        <a:pt x="12903" y="4477"/>
                      </a:cubicBezTo>
                      <a:cubicBezTo>
                        <a:pt x="13429" y="4723"/>
                        <a:pt x="13429" y="4723"/>
                        <a:pt x="13429" y="4723"/>
                      </a:cubicBezTo>
                      <a:cubicBezTo>
                        <a:pt x="13429" y="4723"/>
                        <a:pt x="13712" y="5019"/>
                        <a:pt x="13753" y="5117"/>
                      </a:cubicBezTo>
                      <a:cubicBezTo>
                        <a:pt x="13793" y="5166"/>
                        <a:pt x="14400" y="5412"/>
                        <a:pt x="14400" y="5412"/>
                      </a:cubicBezTo>
                      <a:cubicBezTo>
                        <a:pt x="14804" y="5855"/>
                        <a:pt x="14804" y="5855"/>
                        <a:pt x="14804" y="5855"/>
                      </a:cubicBezTo>
                      <a:cubicBezTo>
                        <a:pt x="15411" y="5855"/>
                        <a:pt x="15411" y="5855"/>
                        <a:pt x="15411" y="5855"/>
                      </a:cubicBezTo>
                      <a:cubicBezTo>
                        <a:pt x="15816" y="5954"/>
                        <a:pt x="15816" y="5954"/>
                        <a:pt x="15816" y="5954"/>
                      </a:cubicBezTo>
                      <a:cubicBezTo>
                        <a:pt x="16018" y="5658"/>
                        <a:pt x="16018" y="5658"/>
                        <a:pt x="16018" y="5658"/>
                      </a:cubicBezTo>
                      <a:cubicBezTo>
                        <a:pt x="16018" y="5658"/>
                        <a:pt x="17029" y="6249"/>
                        <a:pt x="17070" y="6249"/>
                      </a:cubicBezTo>
                      <a:cubicBezTo>
                        <a:pt x="17110" y="6249"/>
                        <a:pt x="17110" y="6396"/>
                        <a:pt x="17151" y="6544"/>
                      </a:cubicBezTo>
                      <a:cubicBezTo>
                        <a:pt x="17151" y="6593"/>
                        <a:pt x="17151" y="6593"/>
                        <a:pt x="17151" y="6593"/>
                      </a:cubicBezTo>
                      <a:cubicBezTo>
                        <a:pt x="17110" y="6593"/>
                        <a:pt x="17151" y="6593"/>
                        <a:pt x="17151" y="6593"/>
                      </a:cubicBezTo>
                      <a:cubicBezTo>
                        <a:pt x="17151" y="6593"/>
                        <a:pt x="17151" y="6593"/>
                        <a:pt x="17151" y="6593"/>
                      </a:cubicBezTo>
                      <a:cubicBezTo>
                        <a:pt x="17151" y="6692"/>
                        <a:pt x="17151" y="6692"/>
                        <a:pt x="17151" y="6692"/>
                      </a:cubicBezTo>
                      <a:cubicBezTo>
                        <a:pt x="17151" y="6741"/>
                        <a:pt x="17151" y="6741"/>
                        <a:pt x="17151" y="6741"/>
                      </a:cubicBezTo>
                      <a:cubicBezTo>
                        <a:pt x="17110" y="6741"/>
                        <a:pt x="17110" y="6741"/>
                        <a:pt x="17110" y="6741"/>
                      </a:cubicBezTo>
                      <a:cubicBezTo>
                        <a:pt x="17110" y="6741"/>
                        <a:pt x="17110" y="6741"/>
                        <a:pt x="17110" y="6741"/>
                      </a:cubicBezTo>
                      <a:cubicBezTo>
                        <a:pt x="17151" y="6790"/>
                        <a:pt x="17151" y="6790"/>
                        <a:pt x="17151" y="6790"/>
                      </a:cubicBezTo>
                      <a:cubicBezTo>
                        <a:pt x="17151" y="6790"/>
                        <a:pt x="17151" y="6790"/>
                        <a:pt x="17151" y="6790"/>
                      </a:cubicBezTo>
                      <a:cubicBezTo>
                        <a:pt x="17151" y="6790"/>
                        <a:pt x="17151" y="6790"/>
                        <a:pt x="17151" y="6839"/>
                      </a:cubicBezTo>
                      <a:cubicBezTo>
                        <a:pt x="17151" y="6839"/>
                        <a:pt x="17151" y="6839"/>
                        <a:pt x="17151" y="6839"/>
                      </a:cubicBezTo>
                      <a:cubicBezTo>
                        <a:pt x="17151" y="6839"/>
                        <a:pt x="17151" y="6839"/>
                        <a:pt x="17151" y="6888"/>
                      </a:cubicBezTo>
                      <a:cubicBezTo>
                        <a:pt x="17151" y="6888"/>
                        <a:pt x="17151" y="6888"/>
                        <a:pt x="17151" y="6888"/>
                      </a:cubicBezTo>
                      <a:cubicBezTo>
                        <a:pt x="17191" y="6888"/>
                        <a:pt x="17191" y="6888"/>
                        <a:pt x="17191" y="6888"/>
                      </a:cubicBezTo>
                      <a:cubicBezTo>
                        <a:pt x="17191" y="6888"/>
                        <a:pt x="17191" y="6888"/>
                        <a:pt x="17191" y="6888"/>
                      </a:cubicBezTo>
                      <a:cubicBezTo>
                        <a:pt x="17191" y="6888"/>
                        <a:pt x="17231" y="6938"/>
                        <a:pt x="17231" y="6938"/>
                      </a:cubicBezTo>
                      <a:cubicBezTo>
                        <a:pt x="17231" y="6938"/>
                        <a:pt x="17231" y="6938"/>
                        <a:pt x="17272" y="6938"/>
                      </a:cubicBezTo>
                      <a:cubicBezTo>
                        <a:pt x="17272" y="6938"/>
                        <a:pt x="17272" y="6938"/>
                        <a:pt x="17312" y="6938"/>
                      </a:cubicBezTo>
                      <a:cubicBezTo>
                        <a:pt x="17312" y="6938"/>
                        <a:pt x="17312" y="6938"/>
                        <a:pt x="17312" y="6938"/>
                      </a:cubicBezTo>
                      <a:cubicBezTo>
                        <a:pt x="17312" y="6938"/>
                        <a:pt x="17353" y="6938"/>
                        <a:pt x="17353" y="6888"/>
                      </a:cubicBezTo>
                      <a:cubicBezTo>
                        <a:pt x="17879" y="7036"/>
                        <a:pt x="17879" y="7036"/>
                        <a:pt x="17879" y="7036"/>
                      </a:cubicBezTo>
                      <a:cubicBezTo>
                        <a:pt x="18000" y="7085"/>
                        <a:pt x="18000" y="7184"/>
                        <a:pt x="18121" y="7282"/>
                      </a:cubicBezTo>
                      <a:cubicBezTo>
                        <a:pt x="18445" y="7134"/>
                        <a:pt x="18445" y="7134"/>
                        <a:pt x="18445" y="7134"/>
                      </a:cubicBezTo>
                      <a:cubicBezTo>
                        <a:pt x="18849" y="7479"/>
                        <a:pt x="18849" y="7479"/>
                        <a:pt x="18849" y="7479"/>
                      </a:cubicBezTo>
                      <a:cubicBezTo>
                        <a:pt x="19213" y="7331"/>
                        <a:pt x="19213" y="7331"/>
                        <a:pt x="19213" y="7331"/>
                      </a:cubicBezTo>
                      <a:cubicBezTo>
                        <a:pt x="19578" y="7331"/>
                        <a:pt x="19578" y="7331"/>
                        <a:pt x="19578" y="7331"/>
                      </a:cubicBezTo>
                      <a:cubicBezTo>
                        <a:pt x="19578" y="7233"/>
                        <a:pt x="20427" y="7331"/>
                        <a:pt x="20063" y="7823"/>
                      </a:cubicBezTo>
                      <a:close/>
                      <a:moveTo>
                        <a:pt x="20467" y="13826"/>
                      </a:moveTo>
                      <a:cubicBezTo>
                        <a:pt x="20467" y="13826"/>
                        <a:pt x="20467" y="13826"/>
                        <a:pt x="20467" y="13826"/>
                      </a:cubicBezTo>
                      <a:cubicBezTo>
                        <a:pt x="20467" y="14121"/>
                        <a:pt x="20872" y="14023"/>
                        <a:pt x="21074" y="14220"/>
                      </a:cubicBezTo>
                      <a:cubicBezTo>
                        <a:pt x="21155" y="14318"/>
                        <a:pt x="21074" y="14564"/>
                        <a:pt x="21196" y="14613"/>
                      </a:cubicBezTo>
                      <a:cubicBezTo>
                        <a:pt x="21479" y="14908"/>
                        <a:pt x="21600" y="14367"/>
                        <a:pt x="21357" y="13826"/>
                      </a:cubicBezTo>
                      <a:cubicBezTo>
                        <a:pt x="21276" y="13728"/>
                        <a:pt x="21155" y="13728"/>
                        <a:pt x="21034" y="13728"/>
                      </a:cubicBezTo>
                      <a:cubicBezTo>
                        <a:pt x="20831" y="13728"/>
                        <a:pt x="20427" y="13580"/>
                        <a:pt x="20467" y="13826"/>
                      </a:cubicBezTo>
                      <a:close/>
                      <a:moveTo>
                        <a:pt x="18121" y="14761"/>
                      </a:moveTo>
                      <a:cubicBezTo>
                        <a:pt x="18121" y="14761"/>
                        <a:pt x="18121" y="14761"/>
                        <a:pt x="18121" y="14761"/>
                      </a:cubicBezTo>
                      <a:cubicBezTo>
                        <a:pt x="18283" y="14810"/>
                        <a:pt x="18445" y="14613"/>
                        <a:pt x="18607" y="14712"/>
                      </a:cubicBezTo>
                      <a:cubicBezTo>
                        <a:pt x="18688" y="14810"/>
                        <a:pt x="18647" y="15007"/>
                        <a:pt x="18688" y="15154"/>
                      </a:cubicBezTo>
                      <a:cubicBezTo>
                        <a:pt x="18445" y="15450"/>
                        <a:pt x="19092" y="15400"/>
                        <a:pt x="19133" y="15400"/>
                      </a:cubicBezTo>
                      <a:cubicBezTo>
                        <a:pt x="19133" y="15499"/>
                        <a:pt x="19213" y="15745"/>
                        <a:pt x="19335" y="15646"/>
                      </a:cubicBezTo>
                      <a:cubicBezTo>
                        <a:pt x="19982" y="14712"/>
                        <a:pt x="19982" y="14712"/>
                        <a:pt x="19982" y="14712"/>
                      </a:cubicBezTo>
                      <a:cubicBezTo>
                        <a:pt x="19982" y="14613"/>
                        <a:pt x="19942" y="14515"/>
                        <a:pt x="19861" y="14515"/>
                      </a:cubicBezTo>
                      <a:cubicBezTo>
                        <a:pt x="19699" y="14416"/>
                        <a:pt x="19497" y="14613"/>
                        <a:pt x="19375" y="14515"/>
                      </a:cubicBezTo>
                      <a:cubicBezTo>
                        <a:pt x="19254" y="14416"/>
                        <a:pt x="19497" y="14023"/>
                        <a:pt x="19335" y="13875"/>
                      </a:cubicBezTo>
                      <a:cubicBezTo>
                        <a:pt x="19011" y="13580"/>
                        <a:pt x="18890" y="13924"/>
                        <a:pt x="18647" y="14170"/>
                      </a:cubicBezTo>
                      <a:cubicBezTo>
                        <a:pt x="18485" y="14318"/>
                        <a:pt x="18243" y="14367"/>
                        <a:pt x="18081" y="14564"/>
                      </a:cubicBezTo>
                      <a:cubicBezTo>
                        <a:pt x="18040" y="14613"/>
                        <a:pt x="18081" y="14761"/>
                        <a:pt x="18121" y="14761"/>
                      </a:cubicBezTo>
                      <a:close/>
                      <a:moveTo>
                        <a:pt x="15816" y="16188"/>
                      </a:moveTo>
                      <a:cubicBezTo>
                        <a:pt x="15816" y="16188"/>
                        <a:pt x="15816" y="16188"/>
                        <a:pt x="15816" y="16188"/>
                      </a:cubicBezTo>
                      <a:cubicBezTo>
                        <a:pt x="15654" y="16335"/>
                        <a:pt x="15978" y="16581"/>
                        <a:pt x="16058" y="16581"/>
                      </a:cubicBezTo>
                      <a:cubicBezTo>
                        <a:pt x="16139" y="16581"/>
                        <a:pt x="16625" y="16188"/>
                        <a:pt x="16625" y="16040"/>
                      </a:cubicBezTo>
                      <a:cubicBezTo>
                        <a:pt x="16584" y="15843"/>
                        <a:pt x="16382" y="15794"/>
                        <a:pt x="16261" y="15794"/>
                      </a:cubicBezTo>
                      <a:cubicBezTo>
                        <a:pt x="16099" y="15843"/>
                        <a:pt x="15937" y="16040"/>
                        <a:pt x="15816" y="1618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50" name="Shape">
                  <a:extLst>
                    <a:ext uri="{FF2B5EF4-FFF2-40B4-BE49-F238E27FC236}">
                      <a16:creationId xmlns:a16="http://schemas.microsoft.com/office/drawing/2014/main" id="{B6A8E1F0-D564-4850-BF19-E60C764E67F0}"/>
                    </a:ext>
                  </a:extLst>
                </p:cNvPr>
                <p:cNvSpPr/>
                <p:nvPr/>
              </p:nvSpPr>
              <p:spPr>
                <a:xfrm>
                  <a:off x="4578439" y="5664575"/>
                  <a:ext cx="1419854" cy="12819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1753" y="1819"/>
                      </a:moveTo>
                      <a:cubicBezTo>
                        <a:pt x="12018" y="1705"/>
                        <a:pt x="12018" y="1705"/>
                        <a:pt x="12018" y="1705"/>
                      </a:cubicBezTo>
                      <a:cubicBezTo>
                        <a:pt x="12018" y="1705"/>
                        <a:pt x="12335" y="1592"/>
                        <a:pt x="12388" y="1592"/>
                      </a:cubicBezTo>
                      <a:cubicBezTo>
                        <a:pt x="12441" y="1592"/>
                        <a:pt x="12706" y="1535"/>
                        <a:pt x="12759" y="1478"/>
                      </a:cubicBezTo>
                      <a:cubicBezTo>
                        <a:pt x="12812" y="1478"/>
                        <a:pt x="12971" y="1364"/>
                        <a:pt x="13024" y="1307"/>
                      </a:cubicBezTo>
                      <a:cubicBezTo>
                        <a:pt x="13076" y="1307"/>
                        <a:pt x="13182" y="1307"/>
                        <a:pt x="13288" y="1194"/>
                      </a:cubicBezTo>
                      <a:cubicBezTo>
                        <a:pt x="13341" y="1137"/>
                        <a:pt x="13394" y="966"/>
                        <a:pt x="13394" y="909"/>
                      </a:cubicBezTo>
                      <a:cubicBezTo>
                        <a:pt x="13394" y="853"/>
                        <a:pt x="13341" y="853"/>
                        <a:pt x="13288" y="682"/>
                      </a:cubicBezTo>
                      <a:cubicBezTo>
                        <a:pt x="13182" y="512"/>
                        <a:pt x="13076" y="398"/>
                        <a:pt x="13076" y="341"/>
                      </a:cubicBezTo>
                      <a:cubicBezTo>
                        <a:pt x="13024" y="227"/>
                        <a:pt x="13024" y="114"/>
                        <a:pt x="13076" y="114"/>
                      </a:cubicBezTo>
                      <a:cubicBezTo>
                        <a:pt x="13129" y="57"/>
                        <a:pt x="13288" y="0"/>
                        <a:pt x="13394" y="0"/>
                      </a:cubicBezTo>
                      <a:cubicBezTo>
                        <a:pt x="13500" y="57"/>
                        <a:pt x="13765" y="114"/>
                        <a:pt x="13818" y="114"/>
                      </a:cubicBezTo>
                      <a:cubicBezTo>
                        <a:pt x="13871" y="114"/>
                        <a:pt x="14135" y="284"/>
                        <a:pt x="14135" y="284"/>
                      </a:cubicBezTo>
                      <a:cubicBezTo>
                        <a:pt x="14135" y="284"/>
                        <a:pt x="14241" y="568"/>
                        <a:pt x="14241" y="625"/>
                      </a:cubicBezTo>
                      <a:cubicBezTo>
                        <a:pt x="14241" y="682"/>
                        <a:pt x="14506" y="1023"/>
                        <a:pt x="14400" y="1023"/>
                      </a:cubicBezTo>
                      <a:cubicBezTo>
                        <a:pt x="14347" y="1023"/>
                        <a:pt x="14135" y="1080"/>
                        <a:pt x="14135" y="1080"/>
                      </a:cubicBezTo>
                      <a:cubicBezTo>
                        <a:pt x="14029" y="1251"/>
                        <a:pt x="14029" y="1251"/>
                        <a:pt x="14029" y="1251"/>
                      </a:cubicBezTo>
                      <a:cubicBezTo>
                        <a:pt x="14029" y="1251"/>
                        <a:pt x="13924" y="1478"/>
                        <a:pt x="13924" y="1535"/>
                      </a:cubicBezTo>
                      <a:cubicBezTo>
                        <a:pt x="13924" y="1592"/>
                        <a:pt x="13871" y="1876"/>
                        <a:pt x="13871" y="1876"/>
                      </a:cubicBezTo>
                      <a:cubicBezTo>
                        <a:pt x="14135" y="2501"/>
                        <a:pt x="14135" y="2501"/>
                        <a:pt x="14135" y="2501"/>
                      </a:cubicBezTo>
                      <a:cubicBezTo>
                        <a:pt x="13871" y="2899"/>
                        <a:pt x="13871" y="2899"/>
                        <a:pt x="13871" y="2899"/>
                      </a:cubicBezTo>
                      <a:cubicBezTo>
                        <a:pt x="13659" y="3126"/>
                        <a:pt x="13659" y="3126"/>
                        <a:pt x="13659" y="3126"/>
                      </a:cubicBezTo>
                      <a:cubicBezTo>
                        <a:pt x="13659" y="3126"/>
                        <a:pt x="13341" y="3126"/>
                        <a:pt x="13341" y="3069"/>
                      </a:cubicBezTo>
                      <a:cubicBezTo>
                        <a:pt x="13341" y="3013"/>
                        <a:pt x="13129" y="2899"/>
                        <a:pt x="13129" y="2899"/>
                      </a:cubicBezTo>
                      <a:cubicBezTo>
                        <a:pt x="13129" y="2899"/>
                        <a:pt x="12812" y="2956"/>
                        <a:pt x="12759" y="3013"/>
                      </a:cubicBezTo>
                      <a:cubicBezTo>
                        <a:pt x="12706" y="3013"/>
                        <a:pt x="11965" y="3069"/>
                        <a:pt x="11965" y="3069"/>
                      </a:cubicBezTo>
                      <a:cubicBezTo>
                        <a:pt x="11965" y="3069"/>
                        <a:pt x="11806" y="3013"/>
                        <a:pt x="11753" y="3013"/>
                      </a:cubicBezTo>
                      <a:cubicBezTo>
                        <a:pt x="11700" y="3013"/>
                        <a:pt x="11435" y="3013"/>
                        <a:pt x="11435" y="3013"/>
                      </a:cubicBezTo>
                      <a:cubicBezTo>
                        <a:pt x="11382" y="2785"/>
                        <a:pt x="11382" y="2785"/>
                        <a:pt x="11382" y="2785"/>
                      </a:cubicBezTo>
                      <a:cubicBezTo>
                        <a:pt x="11171" y="2842"/>
                        <a:pt x="11171" y="2842"/>
                        <a:pt x="11171" y="2842"/>
                      </a:cubicBezTo>
                      <a:cubicBezTo>
                        <a:pt x="11118" y="3069"/>
                        <a:pt x="11118" y="3069"/>
                        <a:pt x="11118" y="3069"/>
                      </a:cubicBezTo>
                      <a:cubicBezTo>
                        <a:pt x="10853" y="3240"/>
                        <a:pt x="10853" y="3240"/>
                        <a:pt x="10853" y="3240"/>
                      </a:cubicBezTo>
                      <a:cubicBezTo>
                        <a:pt x="10588" y="3411"/>
                        <a:pt x="10588" y="3411"/>
                        <a:pt x="10588" y="3411"/>
                      </a:cubicBezTo>
                      <a:cubicBezTo>
                        <a:pt x="10059" y="3411"/>
                        <a:pt x="10059" y="3411"/>
                        <a:pt x="10059" y="3411"/>
                      </a:cubicBezTo>
                      <a:cubicBezTo>
                        <a:pt x="9741" y="3411"/>
                        <a:pt x="9741" y="3411"/>
                        <a:pt x="9741" y="3411"/>
                      </a:cubicBezTo>
                      <a:cubicBezTo>
                        <a:pt x="9741" y="3524"/>
                        <a:pt x="9741" y="3524"/>
                        <a:pt x="9741" y="3524"/>
                      </a:cubicBezTo>
                      <a:cubicBezTo>
                        <a:pt x="9582" y="3865"/>
                        <a:pt x="9582" y="3865"/>
                        <a:pt x="9582" y="3865"/>
                      </a:cubicBezTo>
                      <a:cubicBezTo>
                        <a:pt x="9371" y="4036"/>
                        <a:pt x="9371" y="4036"/>
                        <a:pt x="9371" y="4036"/>
                      </a:cubicBezTo>
                      <a:cubicBezTo>
                        <a:pt x="9371" y="4036"/>
                        <a:pt x="9053" y="4149"/>
                        <a:pt x="9000" y="4206"/>
                      </a:cubicBezTo>
                      <a:cubicBezTo>
                        <a:pt x="9000" y="4206"/>
                        <a:pt x="8788" y="4149"/>
                        <a:pt x="8788" y="4149"/>
                      </a:cubicBezTo>
                      <a:cubicBezTo>
                        <a:pt x="8524" y="4320"/>
                        <a:pt x="8524" y="4320"/>
                        <a:pt x="8524" y="4320"/>
                      </a:cubicBezTo>
                      <a:cubicBezTo>
                        <a:pt x="8471" y="4491"/>
                        <a:pt x="8471" y="4491"/>
                        <a:pt x="8471" y="4491"/>
                      </a:cubicBezTo>
                      <a:cubicBezTo>
                        <a:pt x="8576" y="4604"/>
                        <a:pt x="8576" y="4604"/>
                        <a:pt x="8576" y="4604"/>
                      </a:cubicBezTo>
                      <a:cubicBezTo>
                        <a:pt x="8788" y="4718"/>
                        <a:pt x="8788" y="4718"/>
                        <a:pt x="8788" y="4718"/>
                      </a:cubicBezTo>
                      <a:cubicBezTo>
                        <a:pt x="8788" y="4718"/>
                        <a:pt x="8947" y="4775"/>
                        <a:pt x="8947" y="4832"/>
                      </a:cubicBezTo>
                      <a:cubicBezTo>
                        <a:pt x="8947" y="4832"/>
                        <a:pt x="8894" y="4945"/>
                        <a:pt x="8894" y="4945"/>
                      </a:cubicBezTo>
                      <a:cubicBezTo>
                        <a:pt x="8894" y="5229"/>
                        <a:pt x="8894" y="5229"/>
                        <a:pt x="8894" y="5229"/>
                      </a:cubicBezTo>
                      <a:cubicBezTo>
                        <a:pt x="8894" y="5229"/>
                        <a:pt x="9053" y="5286"/>
                        <a:pt x="9106" y="5286"/>
                      </a:cubicBezTo>
                      <a:cubicBezTo>
                        <a:pt x="9106" y="5286"/>
                        <a:pt x="9265" y="5173"/>
                        <a:pt x="9265" y="5173"/>
                      </a:cubicBezTo>
                      <a:cubicBezTo>
                        <a:pt x="9265" y="5116"/>
                        <a:pt x="9318" y="5059"/>
                        <a:pt x="9318" y="5059"/>
                      </a:cubicBezTo>
                      <a:cubicBezTo>
                        <a:pt x="9424" y="5173"/>
                        <a:pt x="9424" y="5173"/>
                        <a:pt x="9424" y="5173"/>
                      </a:cubicBezTo>
                      <a:cubicBezTo>
                        <a:pt x="9424" y="5173"/>
                        <a:pt x="9476" y="5286"/>
                        <a:pt x="9529" y="5286"/>
                      </a:cubicBezTo>
                      <a:cubicBezTo>
                        <a:pt x="9529" y="5286"/>
                        <a:pt x="9688" y="5286"/>
                        <a:pt x="9688" y="5286"/>
                      </a:cubicBezTo>
                      <a:cubicBezTo>
                        <a:pt x="9900" y="5400"/>
                        <a:pt x="9900" y="5400"/>
                        <a:pt x="9900" y="5400"/>
                      </a:cubicBezTo>
                      <a:cubicBezTo>
                        <a:pt x="10165" y="5627"/>
                        <a:pt x="10165" y="5627"/>
                        <a:pt x="10165" y="5627"/>
                      </a:cubicBezTo>
                      <a:cubicBezTo>
                        <a:pt x="10165" y="5627"/>
                        <a:pt x="10376" y="5741"/>
                        <a:pt x="10324" y="5798"/>
                      </a:cubicBezTo>
                      <a:cubicBezTo>
                        <a:pt x="10218" y="5855"/>
                        <a:pt x="10112" y="5912"/>
                        <a:pt x="10059" y="5912"/>
                      </a:cubicBezTo>
                      <a:cubicBezTo>
                        <a:pt x="10059" y="5912"/>
                        <a:pt x="9953" y="5855"/>
                        <a:pt x="9953" y="5798"/>
                      </a:cubicBezTo>
                      <a:cubicBezTo>
                        <a:pt x="9953" y="5684"/>
                        <a:pt x="9900" y="5627"/>
                        <a:pt x="9847" y="5627"/>
                      </a:cubicBezTo>
                      <a:cubicBezTo>
                        <a:pt x="9794" y="5627"/>
                        <a:pt x="9688" y="5514"/>
                        <a:pt x="9688" y="5514"/>
                      </a:cubicBezTo>
                      <a:cubicBezTo>
                        <a:pt x="9635" y="5514"/>
                        <a:pt x="9529" y="5514"/>
                        <a:pt x="9476" y="5571"/>
                      </a:cubicBezTo>
                      <a:cubicBezTo>
                        <a:pt x="9424" y="5571"/>
                        <a:pt x="9318" y="5571"/>
                        <a:pt x="9318" y="5514"/>
                      </a:cubicBezTo>
                      <a:cubicBezTo>
                        <a:pt x="9265" y="5514"/>
                        <a:pt x="9212" y="5343"/>
                        <a:pt x="9212" y="5343"/>
                      </a:cubicBezTo>
                      <a:cubicBezTo>
                        <a:pt x="8947" y="5286"/>
                        <a:pt x="8947" y="5286"/>
                        <a:pt x="8947" y="5286"/>
                      </a:cubicBezTo>
                      <a:cubicBezTo>
                        <a:pt x="8947" y="5286"/>
                        <a:pt x="8894" y="5343"/>
                        <a:pt x="8894" y="5400"/>
                      </a:cubicBezTo>
                      <a:cubicBezTo>
                        <a:pt x="8894" y="5400"/>
                        <a:pt x="8788" y="5514"/>
                        <a:pt x="8788" y="5514"/>
                      </a:cubicBezTo>
                      <a:cubicBezTo>
                        <a:pt x="8735" y="5571"/>
                        <a:pt x="8735" y="5571"/>
                        <a:pt x="8735" y="5571"/>
                      </a:cubicBezTo>
                      <a:cubicBezTo>
                        <a:pt x="8735" y="5684"/>
                        <a:pt x="8735" y="5684"/>
                        <a:pt x="8735" y="5684"/>
                      </a:cubicBezTo>
                      <a:cubicBezTo>
                        <a:pt x="8841" y="5798"/>
                        <a:pt x="8841" y="5798"/>
                        <a:pt x="8841" y="5798"/>
                      </a:cubicBezTo>
                      <a:cubicBezTo>
                        <a:pt x="9053" y="5968"/>
                        <a:pt x="9053" y="5968"/>
                        <a:pt x="9053" y="5968"/>
                      </a:cubicBezTo>
                      <a:cubicBezTo>
                        <a:pt x="9053" y="5968"/>
                        <a:pt x="9318" y="6025"/>
                        <a:pt x="9318" y="6025"/>
                      </a:cubicBezTo>
                      <a:cubicBezTo>
                        <a:pt x="9371" y="6025"/>
                        <a:pt x="9476" y="6196"/>
                        <a:pt x="9476" y="6196"/>
                      </a:cubicBezTo>
                      <a:cubicBezTo>
                        <a:pt x="9476" y="6366"/>
                        <a:pt x="9476" y="6366"/>
                        <a:pt x="9476" y="6366"/>
                      </a:cubicBezTo>
                      <a:cubicBezTo>
                        <a:pt x="9424" y="6537"/>
                        <a:pt x="9424" y="6537"/>
                        <a:pt x="9424" y="6537"/>
                      </a:cubicBezTo>
                      <a:cubicBezTo>
                        <a:pt x="9424" y="6537"/>
                        <a:pt x="9424" y="6651"/>
                        <a:pt x="9318" y="6594"/>
                      </a:cubicBezTo>
                      <a:cubicBezTo>
                        <a:pt x="9212" y="6537"/>
                        <a:pt x="9159" y="6480"/>
                        <a:pt x="9159" y="6480"/>
                      </a:cubicBezTo>
                      <a:cubicBezTo>
                        <a:pt x="9000" y="6423"/>
                        <a:pt x="9000" y="6423"/>
                        <a:pt x="9000" y="6423"/>
                      </a:cubicBezTo>
                      <a:cubicBezTo>
                        <a:pt x="8947" y="6196"/>
                        <a:pt x="8947" y="6196"/>
                        <a:pt x="8947" y="6196"/>
                      </a:cubicBezTo>
                      <a:cubicBezTo>
                        <a:pt x="8947" y="6196"/>
                        <a:pt x="8841" y="6082"/>
                        <a:pt x="8841" y="6082"/>
                      </a:cubicBezTo>
                      <a:cubicBezTo>
                        <a:pt x="8788" y="6082"/>
                        <a:pt x="8524" y="5912"/>
                        <a:pt x="8524" y="5912"/>
                      </a:cubicBezTo>
                      <a:cubicBezTo>
                        <a:pt x="8206" y="5912"/>
                        <a:pt x="8206" y="5912"/>
                        <a:pt x="8206" y="5912"/>
                      </a:cubicBezTo>
                      <a:cubicBezTo>
                        <a:pt x="7994" y="5912"/>
                        <a:pt x="7994" y="5912"/>
                        <a:pt x="7994" y="5912"/>
                      </a:cubicBezTo>
                      <a:cubicBezTo>
                        <a:pt x="7941" y="6082"/>
                        <a:pt x="7941" y="6082"/>
                        <a:pt x="7941" y="6082"/>
                      </a:cubicBezTo>
                      <a:cubicBezTo>
                        <a:pt x="7941" y="6082"/>
                        <a:pt x="7941" y="6196"/>
                        <a:pt x="7994" y="6196"/>
                      </a:cubicBezTo>
                      <a:cubicBezTo>
                        <a:pt x="7994" y="6253"/>
                        <a:pt x="8153" y="6366"/>
                        <a:pt x="8153" y="6366"/>
                      </a:cubicBezTo>
                      <a:cubicBezTo>
                        <a:pt x="8153" y="6366"/>
                        <a:pt x="8259" y="6366"/>
                        <a:pt x="8259" y="6423"/>
                      </a:cubicBezTo>
                      <a:cubicBezTo>
                        <a:pt x="8312" y="6480"/>
                        <a:pt x="8418" y="6594"/>
                        <a:pt x="8418" y="6594"/>
                      </a:cubicBezTo>
                      <a:cubicBezTo>
                        <a:pt x="8418" y="6594"/>
                        <a:pt x="8471" y="6594"/>
                        <a:pt x="8524" y="6594"/>
                      </a:cubicBezTo>
                      <a:cubicBezTo>
                        <a:pt x="8629" y="6594"/>
                        <a:pt x="8735" y="6651"/>
                        <a:pt x="8735" y="6651"/>
                      </a:cubicBezTo>
                      <a:cubicBezTo>
                        <a:pt x="8894" y="6707"/>
                        <a:pt x="8894" y="6707"/>
                        <a:pt x="8894" y="6707"/>
                      </a:cubicBezTo>
                      <a:cubicBezTo>
                        <a:pt x="8947" y="6764"/>
                        <a:pt x="8947" y="6764"/>
                        <a:pt x="8947" y="6764"/>
                      </a:cubicBezTo>
                      <a:cubicBezTo>
                        <a:pt x="8947" y="6764"/>
                        <a:pt x="8788" y="6821"/>
                        <a:pt x="8735" y="6821"/>
                      </a:cubicBezTo>
                      <a:cubicBezTo>
                        <a:pt x="8682" y="6878"/>
                        <a:pt x="8524" y="6878"/>
                        <a:pt x="8524" y="6878"/>
                      </a:cubicBezTo>
                      <a:cubicBezTo>
                        <a:pt x="8524" y="6878"/>
                        <a:pt x="8418" y="6764"/>
                        <a:pt x="8365" y="6764"/>
                      </a:cubicBezTo>
                      <a:cubicBezTo>
                        <a:pt x="8365" y="6764"/>
                        <a:pt x="8206" y="6821"/>
                        <a:pt x="8206" y="6821"/>
                      </a:cubicBezTo>
                      <a:cubicBezTo>
                        <a:pt x="8206" y="6821"/>
                        <a:pt x="8100" y="6935"/>
                        <a:pt x="8047" y="6821"/>
                      </a:cubicBezTo>
                      <a:cubicBezTo>
                        <a:pt x="7994" y="6707"/>
                        <a:pt x="7941" y="6594"/>
                        <a:pt x="7941" y="6594"/>
                      </a:cubicBezTo>
                      <a:cubicBezTo>
                        <a:pt x="7941" y="6480"/>
                        <a:pt x="7941" y="6480"/>
                        <a:pt x="7941" y="6480"/>
                      </a:cubicBezTo>
                      <a:cubicBezTo>
                        <a:pt x="7941" y="6309"/>
                        <a:pt x="7941" y="6309"/>
                        <a:pt x="7941" y="6309"/>
                      </a:cubicBezTo>
                      <a:cubicBezTo>
                        <a:pt x="7888" y="6139"/>
                        <a:pt x="7888" y="6139"/>
                        <a:pt x="7888" y="6139"/>
                      </a:cubicBezTo>
                      <a:cubicBezTo>
                        <a:pt x="7676" y="6025"/>
                        <a:pt x="7676" y="6025"/>
                        <a:pt x="7676" y="6025"/>
                      </a:cubicBezTo>
                      <a:cubicBezTo>
                        <a:pt x="7412" y="6025"/>
                        <a:pt x="7412" y="6025"/>
                        <a:pt x="7412" y="6025"/>
                      </a:cubicBezTo>
                      <a:cubicBezTo>
                        <a:pt x="7147" y="5855"/>
                        <a:pt x="7147" y="5855"/>
                        <a:pt x="7147" y="5855"/>
                      </a:cubicBezTo>
                      <a:cubicBezTo>
                        <a:pt x="6829" y="5741"/>
                        <a:pt x="6829" y="5741"/>
                        <a:pt x="6829" y="5741"/>
                      </a:cubicBezTo>
                      <a:cubicBezTo>
                        <a:pt x="6724" y="5514"/>
                        <a:pt x="6724" y="5514"/>
                        <a:pt x="6724" y="5514"/>
                      </a:cubicBezTo>
                      <a:cubicBezTo>
                        <a:pt x="6935" y="5343"/>
                        <a:pt x="6935" y="5343"/>
                        <a:pt x="6935" y="5343"/>
                      </a:cubicBezTo>
                      <a:cubicBezTo>
                        <a:pt x="6882" y="5173"/>
                        <a:pt x="6882" y="5173"/>
                        <a:pt x="6882" y="5173"/>
                      </a:cubicBezTo>
                      <a:cubicBezTo>
                        <a:pt x="6776" y="5059"/>
                        <a:pt x="6776" y="5059"/>
                        <a:pt x="6776" y="5059"/>
                      </a:cubicBezTo>
                      <a:cubicBezTo>
                        <a:pt x="6512" y="5229"/>
                        <a:pt x="6512" y="5229"/>
                        <a:pt x="6512" y="5229"/>
                      </a:cubicBezTo>
                      <a:cubicBezTo>
                        <a:pt x="6512" y="5400"/>
                        <a:pt x="6512" y="5400"/>
                        <a:pt x="6512" y="5400"/>
                      </a:cubicBezTo>
                      <a:cubicBezTo>
                        <a:pt x="6247" y="5514"/>
                        <a:pt x="6247" y="5514"/>
                        <a:pt x="6247" y="5514"/>
                      </a:cubicBezTo>
                      <a:cubicBezTo>
                        <a:pt x="6141" y="5741"/>
                        <a:pt x="6141" y="5741"/>
                        <a:pt x="6141" y="5741"/>
                      </a:cubicBezTo>
                      <a:cubicBezTo>
                        <a:pt x="6300" y="5912"/>
                        <a:pt x="6300" y="5912"/>
                        <a:pt x="6300" y="5912"/>
                      </a:cubicBezTo>
                      <a:cubicBezTo>
                        <a:pt x="6300" y="6196"/>
                        <a:pt x="6300" y="6196"/>
                        <a:pt x="6300" y="6196"/>
                      </a:cubicBezTo>
                      <a:cubicBezTo>
                        <a:pt x="6300" y="6196"/>
                        <a:pt x="6247" y="6480"/>
                        <a:pt x="6300" y="6537"/>
                      </a:cubicBezTo>
                      <a:cubicBezTo>
                        <a:pt x="6300" y="6537"/>
                        <a:pt x="6247" y="6707"/>
                        <a:pt x="6247" y="6821"/>
                      </a:cubicBezTo>
                      <a:cubicBezTo>
                        <a:pt x="6300" y="6878"/>
                        <a:pt x="6300" y="6935"/>
                        <a:pt x="6406" y="6992"/>
                      </a:cubicBezTo>
                      <a:cubicBezTo>
                        <a:pt x="6459" y="7048"/>
                        <a:pt x="6459" y="7048"/>
                        <a:pt x="6565" y="7105"/>
                      </a:cubicBezTo>
                      <a:cubicBezTo>
                        <a:pt x="6671" y="7162"/>
                        <a:pt x="6724" y="7219"/>
                        <a:pt x="6724" y="7219"/>
                      </a:cubicBezTo>
                      <a:cubicBezTo>
                        <a:pt x="6829" y="7446"/>
                        <a:pt x="6829" y="7446"/>
                        <a:pt x="6829" y="7446"/>
                      </a:cubicBezTo>
                      <a:cubicBezTo>
                        <a:pt x="6829" y="7446"/>
                        <a:pt x="6882" y="7503"/>
                        <a:pt x="6935" y="7503"/>
                      </a:cubicBezTo>
                      <a:cubicBezTo>
                        <a:pt x="6988" y="7560"/>
                        <a:pt x="7147" y="7617"/>
                        <a:pt x="7147" y="7674"/>
                      </a:cubicBezTo>
                      <a:cubicBezTo>
                        <a:pt x="7147" y="7787"/>
                        <a:pt x="7200" y="7901"/>
                        <a:pt x="7200" y="7901"/>
                      </a:cubicBezTo>
                      <a:cubicBezTo>
                        <a:pt x="7200" y="7901"/>
                        <a:pt x="7253" y="8015"/>
                        <a:pt x="7253" y="8015"/>
                      </a:cubicBezTo>
                      <a:cubicBezTo>
                        <a:pt x="7306" y="8072"/>
                        <a:pt x="7359" y="8015"/>
                        <a:pt x="7359" y="8072"/>
                      </a:cubicBezTo>
                      <a:cubicBezTo>
                        <a:pt x="7412" y="8128"/>
                        <a:pt x="7359" y="8185"/>
                        <a:pt x="7465" y="8242"/>
                      </a:cubicBezTo>
                      <a:cubicBezTo>
                        <a:pt x="7518" y="8356"/>
                        <a:pt x="7624" y="8413"/>
                        <a:pt x="7624" y="8413"/>
                      </a:cubicBezTo>
                      <a:cubicBezTo>
                        <a:pt x="7676" y="8413"/>
                        <a:pt x="7782" y="8469"/>
                        <a:pt x="7782" y="8469"/>
                      </a:cubicBezTo>
                      <a:cubicBezTo>
                        <a:pt x="8100" y="8697"/>
                        <a:pt x="8100" y="8697"/>
                        <a:pt x="8100" y="8697"/>
                      </a:cubicBezTo>
                      <a:cubicBezTo>
                        <a:pt x="8312" y="8981"/>
                        <a:pt x="8312" y="8981"/>
                        <a:pt x="8312" y="8981"/>
                      </a:cubicBezTo>
                      <a:cubicBezTo>
                        <a:pt x="8471" y="9152"/>
                        <a:pt x="8471" y="9152"/>
                        <a:pt x="8471" y="9152"/>
                      </a:cubicBezTo>
                      <a:cubicBezTo>
                        <a:pt x="8418" y="9379"/>
                        <a:pt x="8418" y="9379"/>
                        <a:pt x="8418" y="9379"/>
                      </a:cubicBezTo>
                      <a:cubicBezTo>
                        <a:pt x="8365" y="9493"/>
                        <a:pt x="8365" y="9493"/>
                        <a:pt x="8365" y="9493"/>
                      </a:cubicBezTo>
                      <a:cubicBezTo>
                        <a:pt x="8365" y="9493"/>
                        <a:pt x="8259" y="9549"/>
                        <a:pt x="8206" y="9549"/>
                      </a:cubicBezTo>
                      <a:cubicBezTo>
                        <a:pt x="8206" y="9549"/>
                        <a:pt x="8100" y="9606"/>
                        <a:pt x="8100" y="9606"/>
                      </a:cubicBezTo>
                      <a:cubicBezTo>
                        <a:pt x="8100" y="9606"/>
                        <a:pt x="8047" y="9549"/>
                        <a:pt x="8047" y="9549"/>
                      </a:cubicBezTo>
                      <a:cubicBezTo>
                        <a:pt x="8100" y="9493"/>
                        <a:pt x="8259" y="9436"/>
                        <a:pt x="8259" y="9436"/>
                      </a:cubicBezTo>
                      <a:cubicBezTo>
                        <a:pt x="8259" y="9436"/>
                        <a:pt x="8259" y="9265"/>
                        <a:pt x="8206" y="9265"/>
                      </a:cubicBezTo>
                      <a:cubicBezTo>
                        <a:pt x="8153" y="9208"/>
                        <a:pt x="7994" y="9095"/>
                        <a:pt x="7994" y="9095"/>
                      </a:cubicBezTo>
                      <a:cubicBezTo>
                        <a:pt x="7888" y="8981"/>
                        <a:pt x="7888" y="8981"/>
                        <a:pt x="7888" y="8981"/>
                      </a:cubicBezTo>
                      <a:cubicBezTo>
                        <a:pt x="7729" y="8981"/>
                        <a:pt x="7729" y="8981"/>
                        <a:pt x="7729" y="8981"/>
                      </a:cubicBezTo>
                      <a:cubicBezTo>
                        <a:pt x="7729" y="8981"/>
                        <a:pt x="7624" y="8981"/>
                        <a:pt x="7624" y="9038"/>
                      </a:cubicBezTo>
                      <a:cubicBezTo>
                        <a:pt x="7571" y="9095"/>
                        <a:pt x="7412" y="9208"/>
                        <a:pt x="7412" y="9208"/>
                      </a:cubicBezTo>
                      <a:cubicBezTo>
                        <a:pt x="7306" y="9436"/>
                        <a:pt x="7306" y="9436"/>
                        <a:pt x="7306" y="9436"/>
                      </a:cubicBezTo>
                      <a:cubicBezTo>
                        <a:pt x="7571" y="9493"/>
                        <a:pt x="7571" y="9493"/>
                        <a:pt x="7571" y="9493"/>
                      </a:cubicBezTo>
                      <a:cubicBezTo>
                        <a:pt x="7571" y="9493"/>
                        <a:pt x="7676" y="9606"/>
                        <a:pt x="7676" y="9606"/>
                      </a:cubicBezTo>
                      <a:cubicBezTo>
                        <a:pt x="7676" y="9663"/>
                        <a:pt x="7782" y="9777"/>
                        <a:pt x="7782" y="9777"/>
                      </a:cubicBezTo>
                      <a:cubicBezTo>
                        <a:pt x="7888" y="9834"/>
                        <a:pt x="7888" y="9834"/>
                        <a:pt x="7888" y="9834"/>
                      </a:cubicBezTo>
                      <a:cubicBezTo>
                        <a:pt x="7888" y="9947"/>
                        <a:pt x="7888" y="9947"/>
                        <a:pt x="7888" y="9947"/>
                      </a:cubicBezTo>
                      <a:cubicBezTo>
                        <a:pt x="7835" y="10118"/>
                        <a:pt x="7835" y="10118"/>
                        <a:pt x="7835" y="10118"/>
                      </a:cubicBezTo>
                      <a:cubicBezTo>
                        <a:pt x="7676" y="10345"/>
                        <a:pt x="7676" y="10345"/>
                        <a:pt x="7676" y="10345"/>
                      </a:cubicBezTo>
                      <a:cubicBezTo>
                        <a:pt x="7676" y="10345"/>
                        <a:pt x="7571" y="10402"/>
                        <a:pt x="7571" y="10402"/>
                      </a:cubicBezTo>
                      <a:cubicBezTo>
                        <a:pt x="7518" y="10402"/>
                        <a:pt x="7412" y="10516"/>
                        <a:pt x="7412" y="10516"/>
                      </a:cubicBezTo>
                      <a:cubicBezTo>
                        <a:pt x="7412" y="10516"/>
                        <a:pt x="7359" y="10516"/>
                        <a:pt x="7359" y="10516"/>
                      </a:cubicBezTo>
                      <a:cubicBezTo>
                        <a:pt x="7306" y="10516"/>
                        <a:pt x="7200" y="10459"/>
                        <a:pt x="7147" y="10459"/>
                      </a:cubicBezTo>
                      <a:cubicBezTo>
                        <a:pt x="7147" y="10459"/>
                        <a:pt x="7041" y="10516"/>
                        <a:pt x="7041" y="10516"/>
                      </a:cubicBezTo>
                      <a:cubicBezTo>
                        <a:pt x="7041" y="10516"/>
                        <a:pt x="6882" y="10629"/>
                        <a:pt x="7094" y="10686"/>
                      </a:cubicBezTo>
                      <a:cubicBezTo>
                        <a:pt x="7306" y="10686"/>
                        <a:pt x="7359" y="10686"/>
                        <a:pt x="7412" y="10686"/>
                      </a:cubicBezTo>
                      <a:cubicBezTo>
                        <a:pt x="7412" y="10686"/>
                        <a:pt x="7624" y="10686"/>
                        <a:pt x="7624" y="10686"/>
                      </a:cubicBezTo>
                      <a:cubicBezTo>
                        <a:pt x="7624" y="10686"/>
                        <a:pt x="7676" y="10686"/>
                        <a:pt x="7729" y="10743"/>
                      </a:cubicBezTo>
                      <a:cubicBezTo>
                        <a:pt x="7835" y="10743"/>
                        <a:pt x="7888" y="10743"/>
                        <a:pt x="7941" y="10800"/>
                      </a:cubicBezTo>
                      <a:cubicBezTo>
                        <a:pt x="7994" y="10800"/>
                        <a:pt x="8047" y="10857"/>
                        <a:pt x="8047" y="10857"/>
                      </a:cubicBezTo>
                      <a:cubicBezTo>
                        <a:pt x="8047" y="10914"/>
                        <a:pt x="8047" y="10914"/>
                        <a:pt x="8100" y="10914"/>
                      </a:cubicBezTo>
                      <a:cubicBezTo>
                        <a:pt x="8153" y="10914"/>
                        <a:pt x="8206" y="10971"/>
                        <a:pt x="8206" y="10971"/>
                      </a:cubicBezTo>
                      <a:cubicBezTo>
                        <a:pt x="8259" y="10971"/>
                        <a:pt x="8259" y="10971"/>
                        <a:pt x="8259" y="10971"/>
                      </a:cubicBezTo>
                      <a:cubicBezTo>
                        <a:pt x="8259" y="10971"/>
                        <a:pt x="8312" y="10971"/>
                        <a:pt x="8365" y="10971"/>
                      </a:cubicBezTo>
                      <a:cubicBezTo>
                        <a:pt x="8418" y="10971"/>
                        <a:pt x="8418" y="10914"/>
                        <a:pt x="8471" y="10914"/>
                      </a:cubicBezTo>
                      <a:cubicBezTo>
                        <a:pt x="8524" y="10914"/>
                        <a:pt x="8682" y="10914"/>
                        <a:pt x="8682" y="10914"/>
                      </a:cubicBezTo>
                      <a:cubicBezTo>
                        <a:pt x="8788" y="11141"/>
                        <a:pt x="8788" y="11141"/>
                        <a:pt x="8788" y="11141"/>
                      </a:cubicBezTo>
                      <a:cubicBezTo>
                        <a:pt x="8788" y="11141"/>
                        <a:pt x="8788" y="11198"/>
                        <a:pt x="8841" y="11198"/>
                      </a:cubicBezTo>
                      <a:cubicBezTo>
                        <a:pt x="8841" y="11255"/>
                        <a:pt x="8947" y="11312"/>
                        <a:pt x="9000" y="11312"/>
                      </a:cubicBezTo>
                      <a:cubicBezTo>
                        <a:pt x="9053" y="11312"/>
                        <a:pt x="9476" y="11198"/>
                        <a:pt x="9476" y="11198"/>
                      </a:cubicBezTo>
                      <a:cubicBezTo>
                        <a:pt x="9265" y="11027"/>
                        <a:pt x="9265" y="11027"/>
                        <a:pt x="9265" y="11027"/>
                      </a:cubicBezTo>
                      <a:cubicBezTo>
                        <a:pt x="9265" y="11027"/>
                        <a:pt x="9159" y="10914"/>
                        <a:pt x="9106" y="10857"/>
                      </a:cubicBezTo>
                      <a:cubicBezTo>
                        <a:pt x="9106" y="10800"/>
                        <a:pt x="8841" y="10629"/>
                        <a:pt x="8841" y="10629"/>
                      </a:cubicBezTo>
                      <a:cubicBezTo>
                        <a:pt x="8576" y="10573"/>
                        <a:pt x="8576" y="10573"/>
                        <a:pt x="8576" y="10573"/>
                      </a:cubicBezTo>
                      <a:cubicBezTo>
                        <a:pt x="8259" y="10402"/>
                        <a:pt x="8259" y="10402"/>
                        <a:pt x="8259" y="10402"/>
                      </a:cubicBezTo>
                      <a:cubicBezTo>
                        <a:pt x="7941" y="10288"/>
                        <a:pt x="7941" y="10288"/>
                        <a:pt x="7941" y="10288"/>
                      </a:cubicBezTo>
                      <a:cubicBezTo>
                        <a:pt x="7941" y="10288"/>
                        <a:pt x="8047" y="10061"/>
                        <a:pt x="8100" y="10004"/>
                      </a:cubicBezTo>
                      <a:cubicBezTo>
                        <a:pt x="8100" y="9947"/>
                        <a:pt x="8100" y="9777"/>
                        <a:pt x="8153" y="9777"/>
                      </a:cubicBezTo>
                      <a:cubicBezTo>
                        <a:pt x="8206" y="9834"/>
                        <a:pt x="8312" y="9834"/>
                        <a:pt x="8365" y="9834"/>
                      </a:cubicBezTo>
                      <a:cubicBezTo>
                        <a:pt x="8418" y="9834"/>
                        <a:pt x="8524" y="9777"/>
                        <a:pt x="8576" y="9777"/>
                      </a:cubicBezTo>
                      <a:cubicBezTo>
                        <a:pt x="8629" y="9777"/>
                        <a:pt x="8735" y="9834"/>
                        <a:pt x="8735" y="9834"/>
                      </a:cubicBezTo>
                      <a:cubicBezTo>
                        <a:pt x="8735" y="9834"/>
                        <a:pt x="8788" y="9947"/>
                        <a:pt x="8788" y="10004"/>
                      </a:cubicBezTo>
                      <a:cubicBezTo>
                        <a:pt x="8841" y="10004"/>
                        <a:pt x="8841" y="10118"/>
                        <a:pt x="8894" y="10175"/>
                      </a:cubicBezTo>
                      <a:cubicBezTo>
                        <a:pt x="8947" y="10175"/>
                        <a:pt x="9212" y="10288"/>
                        <a:pt x="9212" y="10288"/>
                      </a:cubicBezTo>
                      <a:cubicBezTo>
                        <a:pt x="9212" y="10288"/>
                        <a:pt x="9529" y="10402"/>
                        <a:pt x="9529" y="10402"/>
                      </a:cubicBezTo>
                      <a:cubicBezTo>
                        <a:pt x="9582" y="10402"/>
                        <a:pt x="9688" y="10402"/>
                        <a:pt x="9688" y="10402"/>
                      </a:cubicBezTo>
                      <a:cubicBezTo>
                        <a:pt x="9847" y="10573"/>
                        <a:pt x="9847" y="10573"/>
                        <a:pt x="9847" y="10573"/>
                      </a:cubicBezTo>
                      <a:cubicBezTo>
                        <a:pt x="10165" y="10516"/>
                        <a:pt x="10165" y="10516"/>
                        <a:pt x="10165" y="10516"/>
                      </a:cubicBezTo>
                      <a:cubicBezTo>
                        <a:pt x="10482" y="10459"/>
                        <a:pt x="10482" y="10459"/>
                        <a:pt x="10482" y="10459"/>
                      </a:cubicBezTo>
                      <a:cubicBezTo>
                        <a:pt x="10535" y="10573"/>
                        <a:pt x="10535" y="10573"/>
                        <a:pt x="10535" y="10573"/>
                      </a:cubicBezTo>
                      <a:cubicBezTo>
                        <a:pt x="10535" y="10573"/>
                        <a:pt x="10694" y="10686"/>
                        <a:pt x="10694" y="10686"/>
                      </a:cubicBezTo>
                      <a:cubicBezTo>
                        <a:pt x="10694" y="10743"/>
                        <a:pt x="10800" y="10971"/>
                        <a:pt x="10800" y="10971"/>
                      </a:cubicBezTo>
                      <a:cubicBezTo>
                        <a:pt x="10800" y="10971"/>
                        <a:pt x="10800" y="11141"/>
                        <a:pt x="10800" y="11141"/>
                      </a:cubicBezTo>
                      <a:cubicBezTo>
                        <a:pt x="10800" y="11198"/>
                        <a:pt x="10906" y="11425"/>
                        <a:pt x="10906" y="11425"/>
                      </a:cubicBezTo>
                      <a:cubicBezTo>
                        <a:pt x="10959" y="11482"/>
                        <a:pt x="11171" y="11709"/>
                        <a:pt x="11171" y="11766"/>
                      </a:cubicBezTo>
                      <a:cubicBezTo>
                        <a:pt x="11171" y="11766"/>
                        <a:pt x="11276" y="11937"/>
                        <a:pt x="11329" y="11937"/>
                      </a:cubicBezTo>
                      <a:cubicBezTo>
                        <a:pt x="11329" y="11937"/>
                        <a:pt x="11382" y="11880"/>
                        <a:pt x="11382" y="11880"/>
                      </a:cubicBezTo>
                      <a:cubicBezTo>
                        <a:pt x="11435" y="11880"/>
                        <a:pt x="11594" y="11766"/>
                        <a:pt x="11594" y="11766"/>
                      </a:cubicBezTo>
                      <a:cubicBezTo>
                        <a:pt x="11594" y="11766"/>
                        <a:pt x="11753" y="11766"/>
                        <a:pt x="11753" y="11823"/>
                      </a:cubicBezTo>
                      <a:cubicBezTo>
                        <a:pt x="11753" y="11880"/>
                        <a:pt x="11965" y="12051"/>
                        <a:pt x="11965" y="12051"/>
                      </a:cubicBezTo>
                      <a:cubicBezTo>
                        <a:pt x="11965" y="12051"/>
                        <a:pt x="12018" y="12278"/>
                        <a:pt x="12018" y="12278"/>
                      </a:cubicBezTo>
                      <a:cubicBezTo>
                        <a:pt x="11965" y="12335"/>
                        <a:pt x="11806" y="12392"/>
                        <a:pt x="11806" y="12448"/>
                      </a:cubicBezTo>
                      <a:cubicBezTo>
                        <a:pt x="11753" y="12448"/>
                        <a:pt x="11594" y="12448"/>
                        <a:pt x="11594" y="12448"/>
                      </a:cubicBezTo>
                      <a:cubicBezTo>
                        <a:pt x="11541" y="12505"/>
                        <a:pt x="11329" y="12562"/>
                        <a:pt x="11329" y="12562"/>
                      </a:cubicBezTo>
                      <a:cubicBezTo>
                        <a:pt x="11329" y="12335"/>
                        <a:pt x="11329" y="12335"/>
                        <a:pt x="11329" y="12335"/>
                      </a:cubicBezTo>
                      <a:cubicBezTo>
                        <a:pt x="11329" y="12335"/>
                        <a:pt x="11329" y="12278"/>
                        <a:pt x="11276" y="12278"/>
                      </a:cubicBezTo>
                      <a:cubicBezTo>
                        <a:pt x="11276" y="12278"/>
                        <a:pt x="10959" y="12164"/>
                        <a:pt x="10959" y="12164"/>
                      </a:cubicBezTo>
                      <a:cubicBezTo>
                        <a:pt x="10906" y="11880"/>
                        <a:pt x="10906" y="11880"/>
                        <a:pt x="10906" y="11880"/>
                      </a:cubicBezTo>
                      <a:cubicBezTo>
                        <a:pt x="10747" y="11709"/>
                        <a:pt x="10747" y="11709"/>
                        <a:pt x="10747" y="11709"/>
                      </a:cubicBezTo>
                      <a:cubicBezTo>
                        <a:pt x="10588" y="11596"/>
                        <a:pt x="10588" y="11596"/>
                        <a:pt x="10588" y="11596"/>
                      </a:cubicBezTo>
                      <a:cubicBezTo>
                        <a:pt x="10482" y="11425"/>
                        <a:pt x="10482" y="11425"/>
                        <a:pt x="10482" y="11425"/>
                      </a:cubicBezTo>
                      <a:cubicBezTo>
                        <a:pt x="10271" y="11425"/>
                        <a:pt x="10271" y="11425"/>
                        <a:pt x="10271" y="11425"/>
                      </a:cubicBezTo>
                      <a:cubicBezTo>
                        <a:pt x="10271" y="11425"/>
                        <a:pt x="10165" y="11482"/>
                        <a:pt x="10165" y="11482"/>
                      </a:cubicBezTo>
                      <a:cubicBezTo>
                        <a:pt x="10112" y="11539"/>
                        <a:pt x="9900" y="11482"/>
                        <a:pt x="9900" y="11482"/>
                      </a:cubicBezTo>
                      <a:cubicBezTo>
                        <a:pt x="9741" y="11539"/>
                        <a:pt x="9741" y="11539"/>
                        <a:pt x="9741" y="11539"/>
                      </a:cubicBezTo>
                      <a:cubicBezTo>
                        <a:pt x="9741" y="11653"/>
                        <a:pt x="9741" y="11653"/>
                        <a:pt x="9741" y="11653"/>
                      </a:cubicBezTo>
                      <a:cubicBezTo>
                        <a:pt x="10006" y="11653"/>
                        <a:pt x="10006" y="11653"/>
                        <a:pt x="10006" y="11653"/>
                      </a:cubicBezTo>
                      <a:cubicBezTo>
                        <a:pt x="10218" y="11709"/>
                        <a:pt x="10218" y="11709"/>
                        <a:pt x="10218" y="11709"/>
                      </a:cubicBezTo>
                      <a:cubicBezTo>
                        <a:pt x="10535" y="11766"/>
                        <a:pt x="10535" y="11766"/>
                        <a:pt x="10535" y="11766"/>
                      </a:cubicBezTo>
                      <a:cubicBezTo>
                        <a:pt x="10535" y="11994"/>
                        <a:pt x="10535" y="11994"/>
                        <a:pt x="10535" y="11994"/>
                      </a:cubicBezTo>
                      <a:cubicBezTo>
                        <a:pt x="10535" y="11994"/>
                        <a:pt x="10588" y="12107"/>
                        <a:pt x="10588" y="12164"/>
                      </a:cubicBezTo>
                      <a:cubicBezTo>
                        <a:pt x="10588" y="12221"/>
                        <a:pt x="10694" y="12448"/>
                        <a:pt x="10694" y="12448"/>
                      </a:cubicBezTo>
                      <a:cubicBezTo>
                        <a:pt x="10800" y="12789"/>
                        <a:pt x="10800" y="12789"/>
                        <a:pt x="10800" y="12789"/>
                      </a:cubicBezTo>
                      <a:cubicBezTo>
                        <a:pt x="10906" y="13017"/>
                        <a:pt x="10906" y="13017"/>
                        <a:pt x="10906" y="13017"/>
                      </a:cubicBezTo>
                      <a:cubicBezTo>
                        <a:pt x="11012" y="13074"/>
                        <a:pt x="11012" y="13074"/>
                        <a:pt x="11012" y="13074"/>
                      </a:cubicBezTo>
                      <a:cubicBezTo>
                        <a:pt x="11012" y="13301"/>
                        <a:pt x="11012" y="13301"/>
                        <a:pt x="11012" y="13301"/>
                      </a:cubicBezTo>
                      <a:cubicBezTo>
                        <a:pt x="11118" y="13358"/>
                        <a:pt x="11118" y="13358"/>
                        <a:pt x="11118" y="13358"/>
                      </a:cubicBezTo>
                      <a:cubicBezTo>
                        <a:pt x="11118" y="13358"/>
                        <a:pt x="11065" y="13415"/>
                        <a:pt x="11065" y="13472"/>
                      </a:cubicBezTo>
                      <a:cubicBezTo>
                        <a:pt x="11065" y="13472"/>
                        <a:pt x="10959" y="13642"/>
                        <a:pt x="10959" y="13642"/>
                      </a:cubicBezTo>
                      <a:cubicBezTo>
                        <a:pt x="10959" y="13642"/>
                        <a:pt x="10853" y="13642"/>
                        <a:pt x="10800" y="13642"/>
                      </a:cubicBezTo>
                      <a:cubicBezTo>
                        <a:pt x="10800" y="13585"/>
                        <a:pt x="10747" y="13472"/>
                        <a:pt x="10694" y="13472"/>
                      </a:cubicBezTo>
                      <a:cubicBezTo>
                        <a:pt x="10588" y="13415"/>
                        <a:pt x="10588" y="13301"/>
                        <a:pt x="10535" y="13301"/>
                      </a:cubicBezTo>
                      <a:cubicBezTo>
                        <a:pt x="10482" y="13301"/>
                        <a:pt x="10324" y="13301"/>
                        <a:pt x="10324" y="13301"/>
                      </a:cubicBezTo>
                      <a:cubicBezTo>
                        <a:pt x="10324" y="13301"/>
                        <a:pt x="10218" y="13131"/>
                        <a:pt x="10165" y="13074"/>
                      </a:cubicBezTo>
                      <a:cubicBezTo>
                        <a:pt x="10165" y="13074"/>
                        <a:pt x="10112" y="13017"/>
                        <a:pt x="10059" y="12960"/>
                      </a:cubicBezTo>
                      <a:cubicBezTo>
                        <a:pt x="10006" y="12903"/>
                        <a:pt x="9900" y="12733"/>
                        <a:pt x="9900" y="12789"/>
                      </a:cubicBezTo>
                      <a:cubicBezTo>
                        <a:pt x="9900" y="12903"/>
                        <a:pt x="9953" y="13017"/>
                        <a:pt x="9900" y="13017"/>
                      </a:cubicBezTo>
                      <a:cubicBezTo>
                        <a:pt x="9794" y="13017"/>
                        <a:pt x="9741" y="13017"/>
                        <a:pt x="9741" y="13017"/>
                      </a:cubicBezTo>
                      <a:cubicBezTo>
                        <a:pt x="9741" y="13017"/>
                        <a:pt x="9635" y="13131"/>
                        <a:pt x="9582" y="13187"/>
                      </a:cubicBezTo>
                      <a:cubicBezTo>
                        <a:pt x="9582" y="13187"/>
                        <a:pt x="9635" y="13187"/>
                        <a:pt x="9529" y="13244"/>
                      </a:cubicBezTo>
                      <a:cubicBezTo>
                        <a:pt x="9476" y="13244"/>
                        <a:pt x="9371" y="13244"/>
                        <a:pt x="9371" y="13244"/>
                      </a:cubicBezTo>
                      <a:cubicBezTo>
                        <a:pt x="9371" y="13187"/>
                        <a:pt x="9371" y="13187"/>
                        <a:pt x="9371" y="13131"/>
                      </a:cubicBezTo>
                      <a:cubicBezTo>
                        <a:pt x="9424" y="13074"/>
                        <a:pt x="9741" y="12903"/>
                        <a:pt x="9741" y="12903"/>
                      </a:cubicBezTo>
                      <a:cubicBezTo>
                        <a:pt x="9741" y="12846"/>
                        <a:pt x="9635" y="12676"/>
                        <a:pt x="9635" y="12676"/>
                      </a:cubicBezTo>
                      <a:cubicBezTo>
                        <a:pt x="9582" y="12733"/>
                        <a:pt x="9582" y="12733"/>
                        <a:pt x="9582" y="12733"/>
                      </a:cubicBezTo>
                      <a:cubicBezTo>
                        <a:pt x="9424" y="12846"/>
                        <a:pt x="9424" y="12846"/>
                        <a:pt x="9424" y="12846"/>
                      </a:cubicBezTo>
                      <a:cubicBezTo>
                        <a:pt x="9212" y="13017"/>
                        <a:pt x="9212" y="13017"/>
                        <a:pt x="9212" y="13017"/>
                      </a:cubicBezTo>
                      <a:cubicBezTo>
                        <a:pt x="9053" y="13074"/>
                        <a:pt x="9053" y="13074"/>
                        <a:pt x="9053" y="13074"/>
                      </a:cubicBezTo>
                      <a:cubicBezTo>
                        <a:pt x="8894" y="13187"/>
                        <a:pt x="8894" y="13187"/>
                        <a:pt x="8894" y="13187"/>
                      </a:cubicBezTo>
                      <a:cubicBezTo>
                        <a:pt x="8682" y="13244"/>
                        <a:pt x="8682" y="13244"/>
                        <a:pt x="8682" y="13244"/>
                      </a:cubicBezTo>
                      <a:cubicBezTo>
                        <a:pt x="8471" y="13244"/>
                        <a:pt x="8471" y="13244"/>
                        <a:pt x="8471" y="13244"/>
                      </a:cubicBezTo>
                      <a:cubicBezTo>
                        <a:pt x="8365" y="13187"/>
                        <a:pt x="8365" y="13187"/>
                        <a:pt x="8365" y="13187"/>
                      </a:cubicBezTo>
                      <a:cubicBezTo>
                        <a:pt x="8259" y="13017"/>
                        <a:pt x="8259" y="13017"/>
                        <a:pt x="8259" y="13017"/>
                      </a:cubicBezTo>
                      <a:cubicBezTo>
                        <a:pt x="8206" y="13017"/>
                        <a:pt x="8206" y="13017"/>
                        <a:pt x="8206" y="13017"/>
                      </a:cubicBezTo>
                      <a:cubicBezTo>
                        <a:pt x="8206" y="13017"/>
                        <a:pt x="8153" y="12903"/>
                        <a:pt x="8206" y="12846"/>
                      </a:cubicBezTo>
                      <a:cubicBezTo>
                        <a:pt x="8206" y="12846"/>
                        <a:pt x="8259" y="12789"/>
                        <a:pt x="8365" y="12789"/>
                      </a:cubicBezTo>
                      <a:cubicBezTo>
                        <a:pt x="8471" y="12789"/>
                        <a:pt x="8524" y="12789"/>
                        <a:pt x="8576" y="12789"/>
                      </a:cubicBezTo>
                      <a:cubicBezTo>
                        <a:pt x="8629" y="12789"/>
                        <a:pt x="8682" y="12733"/>
                        <a:pt x="8682" y="12733"/>
                      </a:cubicBezTo>
                      <a:cubicBezTo>
                        <a:pt x="8682" y="12733"/>
                        <a:pt x="8735" y="12733"/>
                        <a:pt x="8735" y="12676"/>
                      </a:cubicBezTo>
                      <a:cubicBezTo>
                        <a:pt x="8735" y="12619"/>
                        <a:pt x="8576" y="12392"/>
                        <a:pt x="8576" y="12392"/>
                      </a:cubicBezTo>
                      <a:cubicBezTo>
                        <a:pt x="8576" y="12392"/>
                        <a:pt x="8365" y="12392"/>
                        <a:pt x="8312" y="12448"/>
                      </a:cubicBezTo>
                      <a:cubicBezTo>
                        <a:pt x="8206" y="12448"/>
                        <a:pt x="8206" y="12562"/>
                        <a:pt x="8100" y="12505"/>
                      </a:cubicBezTo>
                      <a:cubicBezTo>
                        <a:pt x="7994" y="12448"/>
                        <a:pt x="7729" y="12335"/>
                        <a:pt x="7729" y="12335"/>
                      </a:cubicBezTo>
                      <a:cubicBezTo>
                        <a:pt x="7518" y="12107"/>
                        <a:pt x="7518" y="12107"/>
                        <a:pt x="7518" y="12107"/>
                      </a:cubicBezTo>
                      <a:cubicBezTo>
                        <a:pt x="7412" y="12221"/>
                        <a:pt x="7412" y="12221"/>
                        <a:pt x="7412" y="12221"/>
                      </a:cubicBezTo>
                      <a:cubicBezTo>
                        <a:pt x="7253" y="12335"/>
                        <a:pt x="7253" y="12335"/>
                        <a:pt x="7253" y="12335"/>
                      </a:cubicBezTo>
                      <a:cubicBezTo>
                        <a:pt x="7253" y="12335"/>
                        <a:pt x="7253" y="12448"/>
                        <a:pt x="7147" y="12335"/>
                      </a:cubicBezTo>
                      <a:cubicBezTo>
                        <a:pt x="7041" y="12164"/>
                        <a:pt x="7041" y="12051"/>
                        <a:pt x="7041" y="12051"/>
                      </a:cubicBezTo>
                      <a:cubicBezTo>
                        <a:pt x="6882" y="12051"/>
                        <a:pt x="6882" y="12051"/>
                        <a:pt x="6882" y="12051"/>
                      </a:cubicBezTo>
                      <a:cubicBezTo>
                        <a:pt x="6829" y="12221"/>
                        <a:pt x="6829" y="12221"/>
                        <a:pt x="6829" y="12221"/>
                      </a:cubicBezTo>
                      <a:cubicBezTo>
                        <a:pt x="6829" y="12221"/>
                        <a:pt x="6724" y="12392"/>
                        <a:pt x="6724" y="12392"/>
                      </a:cubicBezTo>
                      <a:cubicBezTo>
                        <a:pt x="6671" y="12392"/>
                        <a:pt x="6512" y="12392"/>
                        <a:pt x="6459" y="12448"/>
                      </a:cubicBezTo>
                      <a:cubicBezTo>
                        <a:pt x="6459" y="12448"/>
                        <a:pt x="6194" y="12448"/>
                        <a:pt x="6194" y="12448"/>
                      </a:cubicBezTo>
                      <a:cubicBezTo>
                        <a:pt x="5824" y="12335"/>
                        <a:pt x="5824" y="12335"/>
                        <a:pt x="5824" y="12335"/>
                      </a:cubicBezTo>
                      <a:cubicBezTo>
                        <a:pt x="5824" y="12335"/>
                        <a:pt x="5718" y="12392"/>
                        <a:pt x="5718" y="12392"/>
                      </a:cubicBezTo>
                      <a:cubicBezTo>
                        <a:pt x="5665" y="12448"/>
                        <a:pt x="5135" y="12562"/>
                        <a:pt x="5135" y="12562"/>
                      </a:cubicBezTo>
                      <a:cubicBezTo>
                        <a:pt x="4871" y="12733"/>
                        <a:pt x="4871" y="12733"/>
                        <a:pt x="4871" y="12733"/>
                      </a:cubicBezTo>
                      <a:cubicBezTo>
                        <a:pt x="4712" y="12733"/>
                        <a:pt x="4712" y="12733"/>
                        <a:pt x="4712" y="12733"/>
                      </a:cubicBezTo>
                      <a:cubicBezTo>
                        <a:pt x="4553" y="12505"/>
                        <a:pt x="4553" y="12505"/>
                        <a:pt x="4553" y="12505"/>
                      </a:cubicBezTo>
                      <a:cubicBezTo>
                        <a:pt x="4447" y="12335"/>
                        <a:pt x="4447" y="12335"/>
                        <a:pt x="4447" y="12335"/>
                      </a:cubicBezTo>
                      <a:cubicBezTo>
                        <a:pt x="4447" y="12562"/>
                        <a:pt x="4447" y="12562"/>
                        <a:pt x="4447" y="12562"/>
                      </a:cubicBezTo>
                      <a:cubicBezTo>
                        <a:pt x="4394" y="12676"/>
                        <a:pt x="4394" y="12676"/>
                        <a:pt x="4394" y="12676"/>
                      </a:cubicBezTo>
                      <a:cubicBezTo>
                        <a:pt x="4394" y="12676"/>
                        <a:pt x="4182" y="12903"/>
                        <a:pt x="4129" y="12960"/>
                      </a:cubicBezTo>
                      <a:cubicBezTo>
                        <a:pt x="4129" y="12960"/>
                        <a:pt x="3865" y="12676"/>
                        <a:pt x="3865" y="12676"/>
                      </a:cubicBezTo>
                      <a:cubicBezTo>
                        <a:pt x="3812" y="12278"/>
                        <a:pt x="3812" y="12278"/>
                        <a:pt x="3812" y="12278"/>
                      </a:cubicBezTo>
                      <a:cubicBezTo>
                        <a:pt x="3547" y="11994"/>
                        <a:pt x="3547" y="11994"/>
                        <a:pt x="3547" y="11994"/>
                      </a:cubicBezTo>
                      <a:cubicBezTo>
                        <a:pt x="3388" y="12051"/>
                        <a:pt x="3388" y="12051"/>
                        <a:pt x="3388" y="12051"/>
                      </a:cubicBezTo>
                      <a:cubicBezTo>
                        <a:pt x="3335" y="11766"/>
                        <a:pt x="3335" y="11766"/>
                        <a:pt x="3335" y="11766"/>
                      </a:cubicBezTo>
                      <a:cubicBezTo>
                        <a:pt x="3229" y="11596"/>
                        <a:pt x="3229" y="11596"/>
                        <a:pt x="3229" y="11596"/>
                      </a:cubicBezTo>
                      <a:cubicBezTo>
                        <a:pt x="3018" y="11596"/>
                        <a:pt x="3018" y="11596"/>
                        <a:pt x="3018" y="11596"/>
                      </a:cubicBezTo>
                      <a:cubicBezTo>
                        <a:pt x="2965" y="11709"/>
                        <a:pt x="2965" y="11709"/>
                        <a:pt x="2965" y="11709"/>
                      </a:cubicBezTo>
                      <a:cubicBezTo>
                        <a:pt x="2912" y="11880"/>
                        <a:pt x="2912" y="11880"/>
                        <a:pt x="2912" y="11880"/>
                      </a:cubicBezTo>
                      <a:cubicBezTo>
                        <a:pt x="2912" y="11880"/>
                        <a:pt x="2965" y="12051"/>
                        <a:pt x="2965" y="12051"/>
                      </a:cubicBezTo>
                      <a:cubicBezTo>
                        <a:pt x="2965" y="12107"/>
                        <a:pt x="2912" y="12164"/>
                        <a:pt x="2859" y="12164"/>
                      </a:cubicBezTo>
                      <a:cubicBezTo>
                        <a:pt x="2859" y="12164"/>
                        <a:pt x="2594" y="12278"/>
                        <a:pt x="2594" y="12278"/>
                      </a:cubicBezTo>
                      <a:cubicBezTo>
                        <a:pt x="2594" y="12278"/>
                        <a:pt x="2541" y="12107"/>
                        <a:pt x="2541" y="12051"/>
                      </a:cubicBezTo>
                      <a:cubicBezTo>
                        <a:pt x="2541" y="11937"/>
                        <a:pt x="2541" y="11766"/>
                        <a:pt x="2541" y="11766"/>
                      </a:cubicBezTo>
                      <a:cubicBezTo>
                        <a:pt x="2541" y="11766"/>
                        <a:pt x="2753" y="11653"/>
                        <a:pt x="2753" y="11653"/>
                      </a:cubicBezTo>
                      <a:cubicBezTo>
                        <a:pt x="2753" y="11596"/>
                        <a:pt x="2912" y="11312"/>
                        <a:pt x="2912" y="11312"/>
                      </a:cubicBezTo>
                      <a:cubicBezTo>
                        <a:pt x="2912" y="11141"/>
                        <a:pt x="2912" y="11141"/>
                        <a:pt x="2912" y="11141"/>
                      </a:cubicBezTo>
                      <a:cubicBezTo>
                        <a:pt x="2912" y="11141"/>
                        <a:pt x="3124" y="11084"/>
                        <a:pt x="3176" y="11084"/>
                      </a:cubicBezTo>
                      <a:cubicBezTo>
                        <a:pt x="3229" y="11084"/>
                        <a:pt x="3335" y="11084"/>
                        <a:pt x="3388" y="11141"/>
                      </a:cubicBezTo>
                      <a:cubicBezTo>
                        <a:pt x="3494" y="11198"/>
                        <a:pt x="3441" y="11198"/>
                        <a:pt x="3547" y="11198"/>
                      </a:cubicBezTo>
                      <a:cubicBezTo>
                        <a:pt x="3653" y="11141"/>
                        <a:pt x="3759" y="11084"/>
                        <a:pt x="3759" y="11027"/>
                      </a:cubicBezTo>
                      <a:cubicBezTo>
                        <a:pt x="3759" y="10971"/>
                        <a:pt x="3812" y="10743"/>
                        <a:pt x="3653" y="10743"/>
                      </a:cubicBezTo>
                      <a:cubicBezTo>
                        <a:pt x="3547" y="10743"/>
                        <a:pt x="3388" y="10857"/>
                        <a:pt x="3335" y="10857"/>
                      </a:cubicBezTo>
                      <a:cubicBezTo>
                        <a:pt x="3282" y="10914"/>
                        <a:pt x="3229" y="10857"/>
                        <a:pt x="3124" y="10800"/>
                      </a:cubicBezTo>
                      <a:cubicBezTo>
                        <a:pt x="3071" y="10800"/>
                        <a:pt x="2965" y="10743"/>
                        <a:pt x="2965" y="10743"/>
                      </a:cubicBezTo>
                      <a:cubicBezTo>
                        <a:pt x="2806" y="10914"/>
                        <a:pt x="2806" y="10914"/>
                        <a:pt x="2806" y="10914"/>
                      </a:cubicBezTo>
                      <a:cubicBezTo>
                        <a:pt x="2806" y="10914"/>
                        <a:pt x="2912" y="11141"/>
                        <a:pt x="2700" y="10971"/>
                      </a:cubicBezTo>
                      <a:cubicBezTo>
                        <a:pt x="2488" y="10857"/>
                        <a:pt x="2488" y="10800"/>
                        <a:pt x="2488" y="10800"/>
                      </a:cubicBezTo>
                      <a:cubicBezTo>
                        <a:pt x="2276" y="10573"/>
                        <a:pt x="2276" y="10573"/>
                        <a:pt x="2276" y="10573"/>
                      </a:cubicBezTo>
                      <a:cubicBezTo>
                        <a:pt x="2171" y="10175"/>
                        <a:pt x="2171" y="10175"/>
                        <a:pt x="2171" y="10175"/>
                      </a:cubicBezTo>
                      <a:cubicBezTo>
                        <a:pt x="2012" y="9947"/>
                        <a:pt x="2012" y="9947"/>
                        <a:pt x="2012" y="9947"/>
                      </a:cubicBezTo>
                      <a:cubicBezTo>
                        <a:pt x="2012" y="9947"/>
                        <a:pt x="1959" y="10061"/>
                        <a:pt x="1906" y="10175"/>
                      </a:cubicBezTo>
                      <a:cubicBezTo>
                        <a:pt x="1853" y="10232"/>
                        <a:pt x="1747" y="10232"/>
                        <a:pt x="1694" y="10175"/>
                      </a:cubicBezTo>
                      <a:cubicBezTo>
                        <a:pt x="1694" y="10061"/>
                        <a:pt x="1535" y="9834"/>
                        <a:pt x="1535" y="9834"/>
                      </a:cubicBezTo>
                      <a:cubicBezTo>
                        <a:pt x="1588" y="9606"/>
                        <a:pt x="1588" y="9606"/>
                        <a:pt x="1588" y="9606"/>
                      </a:cubicBezTo>
                      <a:cubicBezTo>
                        <a:pt x="1376" y="9549"/>
                        <a:pt x="1376" y="9549"/>
                        <a:pt x="1376" y="9549"/>
                      </a:cubicBezTo>
                      <a:cubicBezTo>
                        <a:pt x="1376" y="9549"/>
                        <a:pt x="1271" y="9493"/>
                        <a:pt x="1271" y="9436"/>
                      </a:cubicBezTo>
                      <a:cubicBezTo>
                        <a:pt x="1324" y="9322"/>
                        <a:pt x="1429" y="9152"/>
                        <a:pt x="1429" y="9152"/>
                      </a:cubicBezTo>
                      <a:cubicBezTo>
                        <a:pt x="1535" y="8924"/>
                        <a:pt x="1535" y="8924"/>
                        <a:pt x="1535" y="8924"/>
                      </a:cubicBezTo>
                      <a:cubicBezTo>
                        <a:pt x="1535" y="8924"/>
                        <a:pt x="1535" y="8754"/>
                        <a:pt x="1482" y="8697"/>
                      </a:cubicBezTo>
                      <a:cubicBezTo>
                        <a:pt x="1482" y="8640"/>
                        <a:pt x="1429" y="7901"/>
                        <a:pt x="1429" y="7901"/>
                      </a:cubicBezTo>
                      <a:cubicBezTo>
                        <a:pt x="1853" y="7617"/>
                        <a:pt x="1853" y="7617"/>
                        <a:pt x="1853" y="7617"/>
                      </a:cubicBezTo>
                      <a:cubicBezTo>
                        <a:pt x="2118" y="7162"/>
                        <a:pt x="2118" y="7162"/>
                        <a:pt x="2118" y="7162"/>
                      </a:cubicBezTo>
                      <a:cubicBezTo>
                        <a:pt x="2224" y="6651"/>
                        <a:pt x="2224" y="6651"/>
                        <a:pt x="2224" y="6651"/>
                      </a:cubicBezTo>
                      <a:cubicBezTo>
                        <a:pt x="2382" y="6196"/>
                        <a:pt x="2382" y="6196"/>
                        <a:pt x="2382" y="6196"/>
                      </a:cubicBezTo>
                      <a:cubicBezTo>
                        <a:pt x="2382" y="6196"/>
                        <a:pt x="2594" y="5968"/>
                        <a:pt x="2594" y="6025"/>
                      </a:cubicBezTo>
                      <a:cubicBezTo>
                        <a:pt x="2647" y="6082"/>
                        <a:pt x="2594" y="5571"/>
                        <a:pt x="2594" y="5571"/>
                      </a:cubicBezTo>
                      <a:cubicBezTo>
                        <a:pt x="2435" y="5400"/>
                        <a:pt x="2435" y="5400"/>
                        <a:pt x="2435" y="5400"/>
                      </a:cubicBezTo>
                      <a:cubicBezTo>
                        <a:pt x="2435" y="5116"/>
                        <a:pt x="2435" y="5116"/>
                        <a:pt x="2435" y="5116"/>
                      </a:cubicBezTo>
                      <a:cubicBezTo>
                        <a:pt x="2435" y="5116"/>
                        <a:pt x="2700" y="5059"/>
                        <a:pt x="2753" y="5059"/>
                      </a:cubicBezTo>
                      <a:cubicBezTo>
                        <a:pt x="2806" y="5059"/>
                        <a:pt x="2912" y="5002"/>
                        <a:pt x="3071" y="4945"/>
                      </a:cubicBezTo>
                      <a:cubicBezTo>
                        <a:pt x="3176" y="4945"/>
                        <a:pt x="3282" y="4832"/>
                        <a:pt x="3388" y="4832"/>
                      </a:cubicBezTo>
                      <a:cubicBezTo>
                        <a:pt x="3441" y="4832"/>
                        <a:pt x="3706" y="4832"/>
                        <a:pt x="3706" y="4832"/>
                      </a:cubicBezTo>
                      <a:cubicBezTo>
                        <a:pt x="3706" y="4832"/>
                        <a:pt x="3971" y="4661"/>
                        <a:pt x="4024" y="4604"/>
                      </a:cubicBezTo>
                      <a:cubicBezTo>
                        <a:pt x="4076" y="4547"/>
                        <a:pt x="4235" y="4320"/>
                        <a:pt x="4235" y="4320"/>
                      </a:cubicBezTo>
                      <a:cubicBezTo>
                        <a:pt x="4235" y="4320"/>
                        <a:pt x="4288" y="4036"/>
                        <a:pt x="4394" y="3979"/>
                      </a:cubicBezTo>
                      <a:cubicBezTo>
                        <a:pt x="4447" y="3979"/>
                        <a:pt x="4606" y="3865"/>
                        <a:pt x="4712" y="3865"/>
                      </a:cubicBezTo>
                      <a:cubicBezTo>
                        <a:pt x="4818" y="3808"/>
                        <a:pt x="5082" y="3752"/>
                        <a:pt x="5135" y="3752"/>
                      </a:cubicBezTo>
                      <a:cubicBezTo>
                        <a:pt x="5188" y="3752"/>
                        <a:pt x="5824" y="3638"/>
                        <a:pt x="5824" y="3638"/>
                      </a:cubicBezTo>
                      <a:cubicBezTo>
                        <a:pt x="6088" y="3411"/>
                        <a:pt x="6088" y="3411"/>
                        <a:pt x="6088" y="3411"/>
                      </a:cubicBezTo>
                      <a:cubicBezTo>
                        <a:pt x="6035" y="2899"/>
                        <a:pt x="6035" y="2899"/>
                        <a:pt x="6035" y="2899"/>
                      </a:cubicBezTo>
                      <a:cubicBezTo>
                        <a:pt x="6829" y="2785"/>
                        <a:pt x="6829" y="2785"/>
                        <a:pt x="6829" y="2785"/>
                      </a:cubicBezTo>
                      <a:cubicBezTo>
                        <a:pt x="7147" y="2558"/>
                        <a:pt x="7147" y="2558"/>
                        <a:pt x="7147" y="2558"/>
                      </a:cubicBezTo>
                      <a:cubicBezTo>
                        <a:pt x="7147" y="2558"/>
                        <a:pt x="7306" y="2387"/>
                        <a:pt x="7359" y="2387"/>
                      </a:cubicBezTo>
                      <a:cubicBezTo>
                        <a:pt x="7412" y="2444"/>
                        <a:pt x="7518" y="2387"/>
                        <a:pt x="7518" y="2387"/>
                      </a:cubicBezTo>
                      <a:cubicBezTo>
                        <a:pt x="7888" y="2274"/>
                        <a:pt x="7888" y="2274"/>
                        <a:pt x="7888" y="2274"/>
                      </a:cubicBezTo>
                      <a:cubicBezTo>
                        <a:pt x="7888" y="2274"/>
                        <a:pt x="8365" y="2103"/>
                        <a:pt x="8418" y="2046"/>
                      </a:cubicBezTo>
                      <a:cubicBezTo>
                        <a:pt x="8418" y="2046"/>
                        <a:pt x="8682" y="1933"/>
                        <a:pt x="8682" y="1933"/>
                      </a:cubicBezTo>
                      <a:cubicBezTo>
                        <a:pt x="8788" y="1705"/>
                        <a:pt x="8788" y="1705"/>
                        <a:pt x="8788" y="1705"/>
                      </a:cubicBezTo>
                      <a:cubicBezTo>
                        <a:pt x="8788" y="1705"/>
                        <a:pt x="8894" y="1592"/>
                        <a:pt x="9053" y="1592"/>
                      </a:cubicBezTo>
                      <a:cubicBezTo>
                        <a:pt x="9159" y="1592"/>
                        <a:pt x="9265" y="1592"/>
                        <a:pt x="9318" y="1592"/>
                      </a:cubicBezTo>
                      <a:cubicBezTo>
                        <a:pt x="9318" y="1535"/>
                        <a:pt x="9371" y="1421"/>
                        <a:pt x="9424" y="1421"/>
                      </a:cubicBezTo>
                      <a:cubicBezTo>
                        <a:pt x="9476" y="1421"/>
                        <a:pt x="9794" y="1364"/>
                        <a:pt x="9794" y="1364"/>
                      </a:cubicBezTo>
                      <a:cubicBezTo>
                        <a:pt x="9953" y="1648"/>
                        <a:pt x="9953" y="1648"/>
                        <a:pt x="9953" y="1648"/>
                      </a:cubicBezTo>
                      <a:cubicBezTo>
                        <a:pt x="9953" y="1648"/>
                        <a:pt x="10271" y="1876"/>
                        <a:pt x="10324" y="1876"/>
                      </a:cubicBezTo>
                      <a:cubicBezTo>
                        <a:pt x="10376" y="1876"/>
                        <a:pt x="10641" y="1648"/>
                        <a:pt x="10641" y="1648"/>
                      </a:cubicBezTo>
                      <a:cubicBezTo>
                        <a:pt x="11171" y="1819"/>
                        <a:pt x="11171" y="1819"/>
                        <a:pt x="11171" y="1819"/>
                      </a:cubicBezTo>
                      <a:cubicBezTo>
                        <a:pt x="11594" y="1933"/>
                        <a:pt x="11594" y="1933"/>
                        <a:pt x="11594" y="1933"/>
                      </a:cubicBezTo>
                      <a:cubicBezTo>
                        <a:pt x="11753" y="1819"/>
                        <a:pt x="11753" y="1819"/>
                        <a:pt x="11753" y="1819"/>
                      </a:cubicBezTo>
                      <a:close/>
                      <a:moveTo>
                        <a:pt x="9953" y="8469"/>
                      </a:moveTo>
                      <a:cubicBezTo>
                        <a:pt x="9953" y="8469"/>
                        <a:pt x="9953" y="8469"/>
                        <a:pt x="9953" y="8469"/>
                      </a:cubicBezTo>
                      <a:cubicBezTo>
                        <a:pt x="10006" y="8526"/>
                        <a:pt x="10006" y="8526"/>
                        <a:pt x="10006" y="8526"/>
                      </a:cubicBezTo>
                      <a:cubicBezTo>
                        <a:pt x="10006" y="8526"/>
                        <a:pt x="10112" y="8526"/>
                        <a:pt x="10165" y="8469"/>
                      </a:cubicBezTo>
                      <a:cubicBezTo>
                        <a:pt x="10218" y="8469"/>
                        <a:pt x="10112" y="8413"/>
                        <a:pt x="10112" y="8413"/>
                      </a:cubicBezTo>
                      <a:cubicBezTo>
                        <a:pt x="10006" y="8413"/>
                        <a:pt x="10006" y="8413"/>
                        <a:pt x="10006" y="8413"/>
                      </a:cubicBezTo>
                      <a:cubicBezTo>
                        <a:pt x="10006" y="8413"/>
                        <a:pt x="9953" y="8469"/>
                        <a:pt x="9953" y="8469"/>
                      </a:cubicBezTo>
                      <a:close/>
                      <a:moveTo>
                        <a:pt x="9741" y="8924"/>
                      </a:moveTo>
                      <a:cubicBezTo>
                        <a:pt x="9741" y="8924"/>
                        <a:pt x="9741" y="8924"/>
                        <a:pt x="9741" y="8924"/>
                      </a:cubicBezTo>
                      <a:cubicBezTo>
                        <a:pt x="9794" y="8981"/>
                        <a:pt x="9794" y="8981"/>
                        <a:pt x="9794" y="8981"/>
                      </a:cubicBezTo>
                      <a:cubicBezTo>
                        <a:pt x="9794" y="8981"/>
                        <a:pt x="9847" y="8811"/>
                        <a:pt x="9900" y="8754"/>
                      </a:cubicBezTo>
                      <a:cubicBezTo>
                        <a:pt x="9953" y="8640"/>
                        <a:pt x="9847" y="8697"/>
                        <a:pt x="9847" y="8697"/>
                      </a:cubicBezTo>
                      <a:cubicBezTo>
                        <a:pt x="9794" y="8754"/>
                        <a:pt x="9794" y="8754"/>
                        <a:pt x="9794" y="8754"/>
                      </a:cubicBezTo>
                      <a:cubicBezTo>
                        <a:pt x="9794" y="8754"/>
                        <a:pt x="9741" y="8924"/>
                        <a:pt x="9741" y="8924"/>
                      </a:cubicBezTo>
                      <a:close/>
                      <a:moveTo>
                        <a:pt x="16835" y="13131"/>
                      </a:moveTo>
                      <a:cubicBezTo>
                        <a:pt x="16835" y="13131"/>
                        <a:pt x="16835" y="13131"/>
                        <a:pt x="16835" y="13131"/>
                      </a:cubicBezTo>
                      <a:cubicBezTo>
                        <a:pt x="16835" y="13131"/>
                        <a:pt x="16994" y="13244"/>
                        <a:pt x="16994" y="13244"/>
                      </a:cubicBezTo>
                      <a:cubicBezTo>
                        <a:pt x="16888" y="13472"/>
                        <a:pt x="16888" y="13472"/>
                        <a:pt x="16888" y="13472"/>
                      </a:cubicBezTo>
                      <a:cubicBezTo>
                        <a:pt x="16729" y="13358"/>
                        <a:pt x="16729" y="13358"/>
                        <a:pt x="16729" y="13358"/>
                      </a:cubicBezTo>
                      <a:cubicBezTo>
                        <a:pt x="16835" y="13131"/>
                        <a:pt x="16835" y="13131"/>
                        <a:pt x="16835" y="13131"/>
                      </a:cubicBezTo>
                      <a:close/>
                      <a:moveTo>
                        <a:pt x="18106" y="14211"/>
                      </a:moveTo>
                      <a:cubicBezTo>
                        <a:pt x="18106" y="14211"/>
                        <a:pt x="18106" y="14211"/>
                        <a:pt x="18106" y="14211"/>
                      </a:cubicBezTo>
                      <a:cubicBezTo>
                        <a:pt x="18106" y="14211"/>
                        <a:pt x="18371" y="14267"/>
                        <a:pt x="18371" y="14211"/>
                      </a:cubicBezTo>
                      <a:cubicBezTo>
                        <a:pt x="18371" y="14154"/>
                        <a:pt x="18424" y="14040"/>
                        <a:pt x="18424" y="14040"/>
                      </a:cubicBezTo>
                      <a:cubicBezTo>
                        <a:pt x="18371" y="13983"/>
                        <a:pt x="18212" y="13926"/>
                        <a:pt x="18212" y="13926"/>
                      </a:cubicBezTo>
                      <a:cubicBezTo>
                        <a:pt x="18159" y="13926"/>
                        <a:pt x="18106" y="13926"/>
                        <a:pt x="18053" y="13869"/>
                      </a:cubicBezTo>
                      <a:cubicBezTo>
                        <a:pt x="17735" y="13472"/>
                        <a:pt x="17947" y="13983"/>
                        <a:pt x="18106" y="14040"/>
                      </a:cubicBezTo>
                      <a:cubicBezTo>
                        <a:pt x="18106" y="14097"/>
                        <a:pt x="18106" y="14097"/>
                        <a:pt x="18106" y="14097"/>
                      </a:cubicBezTo>
                      <a:cubicBezTo>
                        <a:pt x="18106" y="14211"/>
                        <a:pt x="18106" y="14211"/>
                        <a:pt x="18106" y="14211"/>
                      </a:cubicBezTo>
                      <a:close/>
                      <a:moveTo>
                        <a:pt x="18476" y="14608"/>
                      </a:moveTo>
                      <a:cubicBezTo>
                        <a:pt x="18476" y="14608"/>
                        <a:pt x="18476" y="14608"/>
                        <a:pt x="18476" y="14608"/>
                      </a:cubicBezTo>
                      <a:cubicBezTo>
                        <a:pt x="18688" y="14324"/>
                        <a:pt x="18688" y="14324"/>
                        <a:pt x="18688" y="14324"/>
                      </a:cubicBezTo>
                      <a:cubicBezTo>
                        <a:pt x="18688" y="14324"/>
                        <a:pt x="18794" y="14211"/>
                        <a:pt x="18847" y="14211"/>
                      </a:cubicBezTo>
                      <a:cubicBezTo>
                        <a:pt x="18900" y="14211"/>
                        <a:pt x="19112" y="14154"/>
                        <a:pt x="19112" y="14154"/>
                      </a:cubicBezTo>
                      <a:cubicBezTo>
                        <a:pt x="19112" y="14154"/>
                        <a:pt x="19271" y="14211"/>
                        <a:pt x="19165" y="14267"/>
                      </a:cubicBezTo>
                      <a:cubicBezTo>
                        <a:pt x="19112" y="14324"/>
                        <a:pt x="18953" y="14438"/>
                        <a:pt x="18900" y="14438"/>
                      </a:cubicBezTo>
                      <a:cubicBezTo>
                        <a:pt x="18847" y="14495"/>
                        <a:pt x="18741" y="14665"/>
                        <a:pt x="18741" y="14665"/>
                      </a:cubicBezTo>
                      <a:cubicBezTo>
                        <a:pt x="18529" y="14722"/>
                        <a:pt x="18529" y="14722"/>
                        <a:pt x="18529" y="14722"/>
                      </a:cubicBezTo>
                      <a:cubicBezTo>
                        <a:pt x="18318" y="14836"/>
                        <a:pt x="18318" y="14836"/>
                        <a:pt x="18318" y="14836"/>
                      </a:cubicBezTo>
                      <a:cubicBezTo>
                        <a:pt x="18371" y="15063"/>
                        <a:pt x="18371" y="15063"/>
                        <a:pt x="18371" y="15063"/>
                      </a:cubicBezTo>
                      <a:cubicBezTo>
                        <a:pt x="18371" y="15063"/>
                        <a:pt x="18318" y="15120"/>
                        <a:pt x="18265" y="15120"/>
                      </a:cubicBezTo>
                      <a:cubicBezTo>
                        <a:pt x="18265" y="15063"/>
                        <a:pt x="18106" y="14949"/>
                        <a:pt x="18106" y="14949"/>
                      </a:cubicBezTo>
                      <a:cubicBezTo>
                        <a:pt x="18159" y="14665"/>
                        <a:pt x="18159" y="14665"/>
                        <a:pt x="18159" y="14665"/>
                      </a:cubicBezTo>
                      <a:cubicBezTo>
                        <a:pt x="18371" y="14665"/>
                        <a:pt x="18371" y="14665"/>
                        <a:pt x="18371" y="14665"/>
                      </a:cubicBezTo>
                      <a:cubicBezTo>
                        <a:pt x="18476" y="14608"/>
                        <a:pt x="18476" y="14608"/>
                        <a:pt x="18476" y="14608"/>
                      </a:cubicBezTo>
                      <a:close/>
                      <a:moveTo>
                        <a:pt x="20541" y="16257"/>
                      </a:moveTo>
                      <a:cubicBezTo>
                        <a:pt x="20541" y="16257"/>
                        <a:pt x="20541" y="16257"/>
                        <a:pt x="20541" y="16257"/>
                      </a:cubicBezTo>
                      <a:cubicBezTo>
                        <a:pt x="20541" y="16257"/>
                        <a:pt x="20753" y="16484"/>
                        <a:pt x="20753" y="16484"/>
                      </a:cubicBezTo>
                      <a:cubicBezTo>
                        <a:pt x="20700" y="16768"/>
                        <a:pt x="20700" y="16768"/>
                        <a:pt x="20700" y="16768"/>
                      </a:cubicBezTo>
                      <a:cubicBezTo>
                        <a:pt x="20700" y="16768"/>
                        <a:pt x="20700" y="16882"/>
                        <a:pt x="20806" y="16882"/>
                      </a:cubicBezTo>
                      <a:cubicBezTo>
                        <a:pt x="20912" y="16939"/>
                        <a:pt x="21071" y="16939"/>
                        <a:pt x="21071" y="16825"/>
                      </a:cubicBezTo>
                      <a:cubicBezTo>
                        <a:pt x="21071" y="16712"/>
                        <a:pt x="21124" y="16598"/>
                        <a:pt x="21176" y="16541"/>
                      </a:cubicBezTo>
                      <a:cubicBezTo>
                        <a:pt x="21229" y="16427"/>
                        <a:pt x="21335" y="16257"/>
                        <a:pt x="21335" y="16257"/>
                      </a:cubicBezTo>
                      <a:cubicBezTo>
                        <a:pt x="21335" y="16257"/>
                        <a:pt x="21388" y="16257"/>
                        <a:pt x="21441" y="16200"/>
                      </a:cubicBezTo>
                      <a:cubicBezTo>
                        <a:pt x="21494" y="16200"/>
                        <a:pt x="21388" y="16029"/>
                        <a:pt x="21388" y="16029"/>
                      </a:cubicBezTo>
                      <a:cubicBezTo>
                        <a:pt x="21388" y="16029"/>
                        <a:pt x="21335" y="16029"/>
                        <a:pt x="21441" y="15802"/>
                      </a:cubicBezTo>
                      <a:cubicBezTo>
                        <a:pt x="21547" y="15632"/>
                        <a:pt x="21547" y="15632"/>
                        <a:pt x="21547" y="15632"/>
                      </a:cubicBezTo>
                      <a:cubicBezTo>
                        <a:pt x="21547" y="15575"/>
                        <a:pt x="21600" y="15404"/>
                        <a:pt x="21600" y="15347"/>
                      </a:cubicBezTo>
                      <a:cubicBezTo>
                        <a:pt x="21547" y="15234"/>
                        <a:pt x="21494" y="14949"/>
                        <a:pt x="21494" y="14949"/>
                      </a:cubicBezTo>
                      <a:cubicBezTo>
                        <a:pt x="21388" y="15063"/>
                        <a:pt x="21388" y="15063"/>
                        <a:pt x="21388" y="15063"/>
                      </a:cubicBezTo>
                      <a:cubicBezTo>
                        <a:pt x="21388" y="15063"/>
                        <a:pt x="21282" y="15177"/>
                        <a:pt x="21176" y="15177"/>
                      </a:cubicBezTo>
                      <a:cubicBezTo>
                        <a:pt x="21071" y="15234"/>
                        <a:pt x="20965" y="15291"/>
                        <a:pt x="20965" y="15347"/>
                      </a:cubicBezTo>
                      <a:cubicBezTo>
                        <a:pt x="20965" y="15347"/>
                        <a:pt x="20965" y="15518"/>
                        <a:pt x="20912" y="15575"/>
                      </a:cubicBezTo>
                      <a:cubicBezTo>
                        <a:pt x="20859" y="15632"/>
                        <a:pt x="20700" y="15802"/>
                        <a:pt x="20700" y="15802"/>
                      </a:cubicBezTo>
                      <a:cubicBezTo>
                        <a:pt x="20594" y="16086"/>
                        <a:pt x="20594" y="16086"/>
                        <a:pt x="20594" y="16086"/>
                      </a:cubicBezTo>
                      <a:cubicBezTo>
                        <a:pt x="20594" y="16086"/>
                        <a:pt x="20541" y="16257"/>
                        <a:pt x="20541" y="16257"/>
                      </a:cubicBezTo>
                      <a:close/>
                      <a:moveTo>
                        <a:pt x="19747" y="18815"/>
                      </a:moveTo>
                      <a:cubicBezTo>
                        <a:pt x="19747" y="18815"/>
                        <a:pt x="19747" y="18815"/>
                        <a:pt x="19747" y="18815"/>
                      </a:cubicBezTo>
                      <a:cubicBezTo>
                        <a:pt x="19641" y="18758"/>
                        <a:pt x="19535" y="18644"/>
                        <a:pt x="19535" y="18531"/>
                      </a:cubicBezTo>
                      <a:cubicBezTo>
                        <a:pt x="19535" y="18474"/>
                        <a:pt x="19588" y="18360"/>
                        <a:pt x="19588" y="18360"/>
                      </a:cubicBezTo>
                      <a:cubicBezTo>
                        <a:pt x="19588" y="18360"/>
                        <a:pt x="19482" y="18303"/>
                        <a:pt x="19482" y="18246"/>
                      </a:cubicBezTo>
                      <a:cubicBezTo>
                        <a:pt x="19482" y="18246"/>
                        <a:pt x="19588" y="18019"/>
                        <a:pt x="19588" y="17905"/>
                      </a:cubicBezTo>
                      <a:cubicBezTo>
                        <a:pt x="19535" y="17848"/>
                        <a:pt x="19588" y="17507"/>
                        <a:pt x="19588" y="17507"/>
                      </a:cubicBezTo>
                      <a:cubicBezTo>
                        <a:pt x="19588" y="17507"/>
                        <a:pt x="19747" y="17451"/>
                        <a:pt x="19747" y="17507"/>
                      </a:cubicBezTo>
                      <a:cubicBezTo>
                        <a:pt x="19747" y="17564"/>
                        <a:pt x="19694" y="17735"/>
                        <a:pt x="19694" y="17792"/>
                      </a:cubicBezTo>
                      <a:cubicBezTo>
                        <a:pt x="19694" y="17848"/>
                        <a:pt x="19641" y="18076"/>
                        <a:pt x="19641" y="18133"/>
                      </a:cubicBezTo>
                      <a:cubicBezTo>
                        <a:pt x="19641" y="18133"/>
                        <a:pt x="19694" y="18076"/>
                        <a:pt x="19800" y="18189"/>
                      </a:cubicBezTo>
                      <a:cubicBezTo>
                        <a:pt x="19906" y="18303"/>
                        <a:pt x="19906" y="18474"/>
                        <a:pt x="19906" y="18474"/>
                      </a:cubicBezTo>
                      <a:cubicBezTo>
                        <a:pt x="19800" y="18587"/>
                        <a:pt x="19800" y="18587"/>
                        <a:pt x="19800" y="18587"/>
                      </a:cubicBezTo>
                      <a:cubicBezTo>
                        <a:pt x="19747" y="18815"/>
                        <a:pt x="19747" y="18815"/>
                        <a:pt x="19747" y="18815"/>
                      </a:cubicBezTo>
                      <a:close/>
                      <a:moveTo>
                        <a:pt x="19112" y="18928"/>
                      </a:moveTo>
                      <a:cubicBezTo>
                        <a:pt x="19112" y="18928"/>
                        <a:pt x="19112" y="18928"/>
                        <a:pt x="19112" y="18928"/>
                      </a:cubicBezTo>
                      <a:cubicBezTo>
                        <a:pt x="19112" y="18928"/>
                        <a:pt x="19059" y="19156"/>
                        <a:pt x="19059" y="19213"/>
                      </a:cubicBezTo>
                      <a:cubicBezTo>
                        <a:pt x="19059" y="19213"/>
                        <a:pt x="19112" y="19213"/>
                        <a:pt x="19165" y="19213"/>
                      </a:cubicBezTo>
                      <a:cubicBezTo>
                        <a:pt x="19218" y="19156"/>
                        <a:pt x="19271" y="19156"/>
                        <a:pt x="19324" y="19099"/>
                      </a:cubicBezTo>
                      <a:cubicBezTo>
                        <a:pt x="19376" y="19042"/>
                        <a:pt x="19535" y="18928"/>
                        <a:pt x="19588" y="18928"/>
                      </a:cubicBezTo>
                      <a:cubicBezTo>
                        <a:pt x="19641" y="18872"/>
                        <a:pt x="19376" y="18758"/>
                        <a:pt x="19376" y="18758"/>
                      </a:cubicBezTo>
                      <a:cubicBezTo>
                        <a:pt x="19112" y="18928"/>
                        <a:pt x="19112" y="18928"/>
                        <a:pt x="19112" y="18928"/>
                      </a:cubicBezTo>
                      <a:close/>
                      <a:moveTo>
                        <a:pt x="11912" y="7503"/>
                      </a:moveTo>
                      <a:cubicBezTo>
                        <a:pt x="11912" y="7503"/>
                        <a:pt x="11912" y="7503"/>
                        <a:pt x="11912" y="7503"/>
                      </a:cubicBezTo>
                      <a:cubicBezTo>
                        <a:pt x="12018" y="7560"/>
                        <a:pt x="12018" y="7560"/>
                        <a:pt x="12018" y="7560"/>
                      </a:cubicBezTo>
                      <a:cubicBezTo>
                        <a:pt x="12018" y="7560"/>
                        <a:pt x="12071" y="7503"/>
                        <a:pt x="12124" y="7446"/>
                      </a:cubicBezTo>
                      <a:cubicBezTo>
                        <a:pt x="12176" y="7389"/>
                        <a:pt x="12071" y="7333"/>
                        <a:pt x="12071" y="7333"/>
                      </a:cubicBezTo>
                      <a:cubicBezTo>
                        <a:pt x="12018" y="7389"/>
                        <a:pt x="12018" y="7389"/>
                        <a:pt x="12018" y="7389"/>
                      </a:cubicBezTo>
                      <a:cubicBezTo>
                        <a:pt x="12018" y="7389"/>
                        <a:pt x="11912" y="7503"/>
                        <a:pt x="11912" y="7503"/>
                      </a:cubicBezTo>
                      <a:close/>
                      <a:moveTo>
                        <a:pt x="8682" y="9322"/>
                      </a:moveTo>
                      <a:cubicBezTo>
                        <a:pt x="8682" y="9322"/>
                        <a:pt x="8682" y="9322"/>
                        <a:pt x="8682" y="9322"/>
                      </a:cubicBezTo>
                      <a:cubicBezTo>
                        <a:pt x="8735" y="9379"/>
                        <a:pt x="8735" y="9379"/>
                        <a:pt x="8735" y="9379"/>
                      </a:cubicBezTo>
                      <a:cubicBezTo>
                        <a:pt x="8735" y="9379"/>
                        <a:pt x="8788" y="9265"/>
                        <a:pt x="8894" y="9208"/>
                      </a:cubicBezTo>
                      <a:cubicBezTo>
                        <a:pt x="8947" y="9152"/>
                        <a:pt x="8841" y="9152"/>
                        <a:pt x="8841" y="9152"/>
                      </a:cubicBezTo>
                      <a:cubicBezTo>
                        <a:pt x="8735" y="9208"/>
                        <a:pt x="8735" y="9208"/>
                        <a:pt x="8735" y="9208"/>
                      </a:cubicBezTo>
                      <a:cubicBezTo>
                        <a:pt x="8735" y="9208"/>
                        <a:pt x="8682" y="9265"/>
                        <a:pt x="8682" y="9322"/>
                      </a:cubicBezTo>
                      <a:close/>
                      <a:moveTo>
                        <a:pt x="9212" y="9208"/>
                      </a:moveTo>
                      <a:cubicBezTo>
                        <a:pt x="9212" y="9208"/>
                        <a:pt x="9212" y="9208"/>
                        <a:pt x="9212" y="9208"/>
                      </a:cubicBezTo>
                      <a:cubicBezTo>
                        <a:pt x="9212" y="9322"/>
                        <a:pt x="9212" y="9322"/>
                        <a:pt x="9212" y="9322"/>
                      </a:cubicBezTo>
                      <a:cubicBezTo>
                        <a:pt x="9212" y="9322"/>
                        <a:pt x="9371" y="9379"/>
                        <a:pt x="9476" y="9436"/>
                      </a:cubicBezTo>
                      <a:cubicBezTo>
                        <a:pt x="9635" y="9493"/>
                        <a:pt x="9529" y="9322"/>
                        <a:pt x="9529" y="9322"/>
                      </a:cubicBezTo>
                      <a:cubicBezTo>
                        <a:pt x="9424" y="9208"/>
                        <a:pt x="9424" y="9208"/>
                        <a:pt x="9424" y="9208"/>
                      </a:cubicBezTo>
                      <a:cubicBezTo>
                        <a:pt x="9424" y="9208"/>
                        <a:pt x="9265" y="9152"/>
                        <a:pt x="9212" y="9208"/>
                      </a:cubicBezTo>
                      <a:close/>
                      <a:moveTo>
                        <a:pt x="11171" y="9322"/>
                      </a:moveTo>
                      <a:cubicBezTo>
                        <a:pt x="11171" y="9322"/>
                        <a:pt x="11171" y="9322"/>
                        <a:pt x="11171" y="9322"/>
                      </a:cubicBezTo>
                      <a:cubicBezTo>
                        <a:pt x="11118" y="9436"/>
                        <a:pt x="11118" y="9436"/>
                        <a:pt x="11118" y="9436"/>
                      </a:cubicBezTo>
                      <a:cubicBezTo>
                        <a:pt x="11118" y="9436"/>
                        <a:pt x="11224" y="9549"/>
                        <a:pt x="11276" y="9663"/>
                      </a:cubicBezTo>
                      <a:cubicBezTo>
                        <a:pt x="11329" y="9663"/>
                        <a:pt x="11541" y="9891"/>
                        <a:pt x="11647" y="9891"/>
                      </a:cubicBezTo>
                      <a:cubicBezTo>
                        <a:pt x="12071" y="10061"/>
                        <a:pt x="11382" y="9493"/>
                        <a:pt x="11329" y="9436"/>
                      </a:cubicBezTo>
                      <a:cubicBezTo>
                        <a:pt x="11329" y="9436"/>
                        <a:pt x="11171" y="9265"/>
                        <a:pt x="11171" y="9322"/>
                      </a:cubicBezTo>
                      <a:close/>
                      <a:moveTo>
                        <a:pt x="13659" y="10118"/>
                      </a:moveTo>
                      <a:cubicBezTo>
                        <a:pt x="13659" y="10118"/>
                        <a:pt x="13659" y="10118"/>
                        <a:pt x="13659" y="10118"/>
                      </a:cubicBezTo>
                      <a:cubicBezTo>
                        <a:pt x="13765" y="10232"/>
                        <a:pt x="13765" y="10232"/>
                        <a:pt x="13765" y="10232"/>
                      </a:cubicBezTo>
                      <a:cubicBezTo>
                        <a:pt x="13765" y="10232"/>
                        <a:pt x="13924" y="10175"/>
                        <a:pt x="14029" y="10118"/>
                      </a:cubicBezTo>
                      <a:cubicBezTo>
                        <a:pt x="14135" y="10118"/>
                        <a:pt x="14029" y="10004"/>
                        <a:pt x="14029" y="10004"/>
                      </a:cubicBezTo>
                      <a:cubicBezTo>
                        <a:pt x="13871" y="10004"/>
                        <a:pt x="13871" y="10004"/>
                        <a:pt x="13871" y="10004"/>
                      </a:cubicBezTo>
                      <a:cubicBezTo>
                        <a:pt x="13871" y="10004"/>
                        <a:pt x="13659" y="10061"/>
                        <a:pt x="13659" y="10118"/>
                      </a:cubicBezTo>
                      <a:close/>
                      <a:moveTo>
                        <a:pt x="12600" y="4149"/>
                      </a:moveTo>
                      <a:cubicBezTo>
                        <a:pt x="12600" y="4149"/>
                        <a:pt x="12600" y="4149"/>
                        <a:pt x="12600" y="4149"/>
                      </a:cubicBezTo>
                      <a:cubicBezTo>
                        <a:pt x="12600" y="4149"/>
                        <a:pt x="12388" y="4263"/>
                        <a:pt x="12388" y="4263"/>
                      </a:cubicBezTo>
                      <a:cubicBezTo>
                        <a:pt x="12335" y="4263"/>
                        <a:pt x="12388" y="4377"/>
                        <a:pt x="12441" y="4377"/>
                      </a:cubicBezTo>
                      <a:cubicBezTo>
                        <a:pt x="12494" y="4434"/>
                        <a:pt x="12653" y="4491"/>
                        <a:pt x="12653" y="4491"/>
                      </a:cubicBezTo>
                      <a:cubicBezTo>
                        <a:pt x="12706" y="4491"/>
                        <a:pt x="12865" y="4377"/>
                        <a:pt x="12971" y="4263"/>
                      </a:cubicBezTo>
                      <a:cubicBezTo>
                        <a:pt x="13076" y="4206"/>
                        <a:pt x="12865" y="4149"/>
                        <a:pt x="12865" y="4149"/>
                      </a:cubicBezTo>
                      <a:cubicBezTo>
                        <a:pt x="12600" y="4149"/>
                        <a:pt x="12600" y="4149"/>
                        <a:pt x="12600" y="4149"/>
                      </a:cubicBezTo>
                      <a:close/>
                      <a:moveTo>
                        <a:pt x="10694" y="3752"/>
                      </a:moveTo>
                      <a:cubicBezTo>
                        <a:pt x="10694" y="3752"/>
                        <a:pt x="10694" y="3752"/>
                        <a:pt x="10694" y="3752"/>
                      </a:cubicBezTo>
                      <a:cubicBezTo>
                        <a:pt x="10694" y="3752"/>
                        <a:pt x="10482" y="3752"/>
                        <a:pt x="10429" y="3752"/>
                      </a:cubicBezTo>
                      <a:cubicBezTo>
                        <a:pt x="10429" y="3752"/>
                        <a:pt x="10376" y="3808"/>
                        <a:pt x="10324" y="3865"/>
                      </a:cubicBezTo>
                      <a:cubicBezTo>
                        <a:pt x="10271" y="3922"/>
                        <a:pt x="10271" y="4036"/>
                        <a:pt x="10218" y="4149"/>
                      </a:cubicBezTo>
                      <a:cubicBezTo>
                        <a:pt x="10218" y="4263"/>
                        <a:pt x="10271" y="4263"/>
                        <a:pt x="10271" y="4263"/>
                      </a:cubicBezTo>
                      <a:cubicBezTo>
                        <a:pt x="10324" y="4320"/>
                        <a:pt x="10324" y="4320"/>
                        <a:pt x="10429" y="4434"/>
                      </a:cubicBezTo>
                      <a:cubicBezTo>
                        <a:pt x="10535" y="4491"/>
                        <a:pt x="10641" y="4377"/>
                        <a:pt x="10747" y="4320"/>
                      </a:cubicBezTo>
                      <a:cubicBezTo>
                        <a:pt x="10906" y="4263"/>
                        <a:pt x="10800" y="4206"/>
                        <a:pt x="10853" y="4093"/>
                      </a:cubicBezTo>
                      <a:cubicBezTo>
                        <a:pt x="10853" y="4036"/>
                        <a:pt x="10800" y="3865"/>
                        <a:pt x="10800" y="3865"/>
                      </a:cubicBezTo>
                      <a:cubicBezTo>
                        <a:pt x="10800" y="3808"/>
                        <a:pt x="10694" y="3752"/>
                        <a:pt x="10694" y="3752"/>
                      </a:cubicBezTo>
                      <a:close/>
                      <a:moveTo>
                        <a:pt x="12494" y="5855"/>
                      </a:moveTo>
                      <a:cubicBezTo>
                        <a:pt x="12494" y="5855"/>
                        <a:pt x="12494" y="5855"/>
                        <a:pt x="12494" y="5855"/>
                      </a:cubicBezTo>
                      <a:cubicBezTo>
                        <a:pt x="12494" y="5855"/>
                        <a:pt x="12441" y="5968"/>
                        <a:pt x="12441" y="5968"/>
                      </a:cubicBezTo>
                      <a:cubicBezTo>
                        <a:pt x="12441" y="5968"/>
                        <a:pt x="12441" y="6082"/>
                        <a:pt x="12441" y="6082"/>
                      </a:cubicBezTo>
                      <a:cubicBezTo>
                        <a:pt x="12441" y="6082"/>
                        <a:pt x="12388" y="6139"/>
                        <a:pt x="12335" y="6196"/>
                      </a:cubicBezTo>
                      <a:cubicBezTo>
                        <a:pt x="12229" y="6309"/>
                        <a:pt x="12335" y="6309"/>
                        <a:pt x="12388" y="6366"/>
                      </a:cubicBezTo>
                      <a:cubicBezTo>
                        <a:pt x="12441" y="6480"/>
                        <a:pt x="12388" y="6423"/>
                        <a:pt x="12441" y="6423"/>
                      </a:cubicBezTo>
                      <a:cubicBezTo>
                        <a:pt x="12441" y="6480"/>
                        <a:pt x="12494" y="6423"/>
                        <a:pt x="12600" y="6366"/>
                      </a:cubicBezTo>
                      <a:cubicBezTo>
                        <a:pt x="12706" y="6309"/>
                        <a:pt x="12653" y="6309"/>
                        <a:pt x="12653" y="6309"/>
                      </a:cubicBezTo>
                      <a:cubicBezTo>
                        <a:pt x="12653" y="6309"/>
                        <a:pt x="12547" y="6139"/>
                        <a:pt x="12547" y="6139"/>
                      </a:cubicBezTo>
                      <a:cubicBezTo>
                        <a:pt x="12547" y="6139"/>
                        <a:pt x="12547" y="6082"/>
                        <a:pt x="12547" y="6082"/>
                      </a:cubicBezTo>
                      <a:cubicBezTo>
                        <a:pt x="12547" y="6025"/>
                        <a:pt x="12600" y="6025"/>
                        <a:pt x="12653" y="5968"/>
                      </a:cubicBezTo>
                      <a:cubicBezTo>
                        <a:pt x="12706" y="5855"/>
                        <a:pt x="12706" y="5798"/>
                        <a:pt x="12706" y="5798"/>
                      </a:cubicBezTo>
                      <a:cubicBezTo>
                        <a:pt x="12706" y="5741"/>
                        <a:pt x="12600" y="5741"/>
                        <a:pt x="12600" y="5741"/>
                      </a:cubicBezTo>
                      <a:cubicBezTo>
                        <a:pt x="12600" y="5741"/>
                        <a:pt x="12494" y="5798"/>
                        <a:pt x="12494" y="5855"/>
                      </a:cubicBezTo>
                      <a:close/>
                      <a:moveTo>
                        <a:pt x="12335" y="5968"/>
                      </a:moveTo>
                      <a:cubicBezTo>
                        <a:pt x="12335" y="5968"/>
                        <a:pt x="12335" y="5968"/>
                        <a:pt x="12335" y="5968"/>
                      </a:cubicBezTo>
                      <a:cubicBezTo>
                        <a:pt x="12282" y="5855"/>
                        <a:pt x="12282" y="5855"/>
                        <a:pt x="12282" y="5855"/>
                      </a:cubicBezTo>
                      <a:cubicBezTo>
                        <a:pt x="12282" y="5855"/>
                        <a:pt x="12229" y="5798"/>
                        <a:pt x="12071" y="5798"/>
                      </a:cubicBezTo>
                      <a:cubicBezTo>
                        <a:pt x="11965" y="5798"/>
                        <a:pt x="11965" y="5855"/>
                        <a:pt x="11859" y="5855"/>
                      </a:cubicBezTo>
                      <a:cubicBezTo>
                        <a:pt x="11753" y="5855"/>
                        <a:pt x="11753" y="5968"/>
                        <a:pt x="11753" y="6025"/>
                      </a:cubicBezTo>
                      <a:cubicBezTo>
                        <a:pt x="11700" y="6139"/>
                        <a:pt x="11753" y="6082"/>
                        <a:pt x="11806" y="6139"/>
                      </a:cubicBezTo>
                      <a:cubicBezTo>
                        <a:pt x="11859" y="6196"/>
                        <a:pt x="11806" y="6196"/>
                        <a:pt x="11859" y="6366"/>
                      </a:cubicBezTo>
                      <a:cubicBezTo>
                        <a:pt x="11859" y="6480"/>
                        <a:pt x="11912" y="6423"/>
                        <a:pt x="11912" y="6423"/>
                      </a:cubicBezTo>
                      <a:cubicBezTo>
                        <a:pt x="11965" y="6480"/>
                        <a:pt x="12018" y="6423"/>
                        <a:pt x="12124" y="6366"/>
                      </a:cubicBezTo>
                      <a:cubicBezTo>
                        <a:pt x="12229" y="6253"/>
                        <a:pt x="12124" y="6253"/>
                        <a:pt x="12124" y="6253"/>
                      </a:cubicBezTo>
                      <a:cubicBezTo>
                        <a:pt x="12124" y="6253"/>
                        <a:pt x="12229" y="6196"/>
                        <a:pt x="12335" y="6082"/>
                      </a:cubicBezTo>
                      <a:cubicBezTo>
                        <a:pt x="12388" y="5968"/>
                        <a:pt x="12335" y="5968"/>
                        <a:pt x="12335" y="5968"/>
                      </a:cubicBezTo>
                      <a:close/>
                      <a:moveTo>
                        <a:pt x="15035" y="7901"/>
                      </a:moveTo>
                      <a:cubicBezTo>
                        <a:pt x="15035" y="7901"/>
                        <a:pt x="15035" y="7901"/>
                        <a:pt x="15035" y="7901"/>
                      </a:cubicBezTo>
                      <a:cubicBezTo>
                        <a:pt x="14982" y="7901"/>
                        <a:pt x="14929" y="8015"/>
                        <a:pt x="14929" y="8015"/>
                      </a:cubicBezTo>
                      <a:cubicBezTo>
                        <a:pt x="14929" y="8015"/>
                        <a:pt x="14876" y="8072"/>
                        <a:pt x="14876" y="8128"/>
                      </a:cubicBezTo>
                      <a:cubicBezTo>
                        <a:pt x="14824" y="8128"/>
                        <a:pt x="14771" y="8242"/>
                        <a:pt x="14771" y="8242"/>
                      </a:cubicBezTo>
                      <a:cubicBezTo>
                        <a:pt x="14771" y="8242"/>
                        <a:pt x="14824" y="8299"/>
                        <a:pt x="14876" y="8299"/>
                      </a:cubicBezTo>
                      <a:cubicBezTo>
                        <a:pt x="14929" y="8356"/>
                        <a:pt x="14929" y="8356"/>
                        <a:pt x="14982" y="8356"/>
                      </a:cubicBezTo>
                      <a:cubicBezTo>
                        <a:pt x="15035" y="8356"/>
                        <a:pt x="15035" y="8356"/>
                        <a:pt x="15194" y="8356"/>
                      </a:cubicBezTo>
                      <a:cubicBezTo>
                        <a:pt x="15406" y="8356"/>
                        <a:pt x="15565" y="8356"/>
                        <a:pt x="15618" y="8356"/>
                      </a:cubicBezTo>
                      <a:cubicBezTo>
                        <a:pt x="15618" y="8356"/>
                        <a:pt x="15724" y="8299"/>
                        <a:pt x="15724" y="8299"/>
                      </a:cubicBezTo>
                      <a:cubicBezTo>
                        <a:pt x="15724" y="8242"/>
                        <a:pt x="15724" y="8242"/>
                        <a:pt x="15671" y="8185"/>
                      </a:cubicBezTo>
                      <a:cubicBezTo>
                        <a:pt x="15618" y="8072"/>
                        <a:pt x="15512" y="8015"/>
                        <a:pt x="15512" y="8015"/>
                      </a:cubicBezTo>
                      <a:cubicBezTo>
                        <a:pt x="15459" y="8015"/>
                        <a:pt x="15512" y="7901"/>
                        <a:pt x="15565" y="7958"/>
                      </a:cubicBezTo>
                      <a:cubicBezTo>
                        <a:pt x="15565" y="7958"/>
                        <a:pt x="15724" y="8128"/>
                        <a:pt x="15724" y="8128"/>
                      </a:cubicBezTo>
                      <a:cubicBezTo>
                        <a:pt x="15776" y="8128"/>
                        <a:pt x="15882" y="8128"/>
                        <a:pt x="15882" y="8015"/>
                      </a:cubicBezTo>
                      <a:cubicBezTo>
                        <a:pt x="15829" y="7958"/>
                        <a:pt x="15935" y="7844"/>
                        <a:pt x="15776" y="7787"/>
                      </a:cubicBezTo>
                      <a:cubicBezTo>
                        <a:pt x="15671" y="7731"/>
                        <a:pt x="15618" y="7674"/>
                        <a:pt x="15565" y="7674"/>
                      </a:cubicBezTo>
                      <a:cubicBezTo>
                        <a:pt x="15459" y="7674"/>
                        <a:pt x="15618" y="7731"/>
                        <a:pt x="15406" y="7560"/>
                      </a:cubicBezTo>
                      <a:cubicBezTo>
                        <a:pt x="15194" y="7389"/>
                        <a:pt x="15194" y="7446"/>
                        <a:pt x="15194" y="7446"/>
                      </a:cubicBezTo>
                      <a:cubicBezTo>
                        <a:pt x="15194" y="7446"/>
                        <a:pt x="15300" y="7276"/>
                        <a:pt x="15247" y="7219"/>
                      </a:cubicBezTo>
                      <a:cubicBezTo>
                        <a:pt x="15247" y="7219"/>
                        <a:pt x="15035" y="7162"/>
                        <a:pt x="15035" y="7162"/>
                      </a:cubicBezTo>
                      <a:cubicBezTo>
                        <a:pt x="15035" y="7162"/>
                        <a:pt x="14771" y="7219"/>
                        <a:pt x="14771" y="7219"/>
                      </a:cubicBezTo>
                      <a:cubicBezTo>
                        <a:pt x="14718" y="7276"/>
                        <a:pt x="14665" y="7333"/>
                        <a:pt x="14665" y="7333"/>
                      </a:cubicBezTo>
                      <a:cubicBezTo>
                        <a:pt x="14665" y="7446"/>
                        <a:pt x="14665" y="7446"/>
                        <a:pt x="14665" y="7446"/>
                      </a:cubicBezTo>
                      <a:cubicBezTo>
                        <a:pt x="14559" y="7503"/>
                        <a:pt x="14559" y="7503"/>
                        <a:pt x="14559" y="7503"/>
                      </a:cubicBezTo>
                      <a:cubicBezTo>
                        <a:pt x="14559" y="7503"/>
                        <a:pt x="14506" y="7617"/>
                        <a:pt x="14506" y="7617"/>
                      </a:cubicBezTo>
                      <a:cubicBezTo>
                        <a:pt x="14453" y="7617"/>
                        <a:pt x="14347" y="7674"/>
                        <a:pt x="14347" y="7674"/>
                      </a:cubicBezTo>
                      <a:cubicBezTo>
                        <a:pt x="14294" y="7674"/>
                        <a:pt x="14188" y="7674"/>
                        <a:pt x="14188" y="7731"/>
                      </a:cubicBezTo>
                      <a:cubicBezTo>
                        <a:pt x="14135" y="7787"/>
                        <a:pt x="13976" y="7844"/>
                        <a:pt x="13976" y="7844"/>
                      </a:cubicBezTo>
                      <a:cubicBezTo>
                        <a:pt x="13976" y="7844"/>
                        <a:pt x="13924" y="7901"/>
                        <a:pt x="14029" y="8015"/>
                      </a:cubicBezTo>
                      <a:cubicBezTo>
                        <a:pt x="14135" y="8072"/>
                        <a:pt x="14241" y="8072"/>
                        <a:pt x="14241" y="8128"/>
                      </a:cubicBezTo>
                      <a:cubicBezTo>
                        <a:pt x="14294" y="8128"/>
                        <a:pt x="14294" y="8128"/>
                        <a:pt x="14347" y="8128"/>
                      </a:cubicBezTo>
                      <a:cubicBezTo>
                        <a:pt x="14400" y="8185"/>
                        <a:pt x="14400" y="8185"/>
                        <a:pt x="14506" y="8185"/>
                      </a:cubicBezTo>
                      <a:cubicBezTo>
                        <a:pt x="14559" y="8128"/>
                        <a:pt x="14665" y="8128"/>
                        <a:pt x="14665" y="8072"/>
                      </a:cubicBezTo>
                      <a:cubicBezTo>
                        <a:pt x="14718" y="8015"/>
                        <a:pt x="14718" y="7958"/>
                        <a:pt x="14771" y="7901"/>
                      </a:cubicBezTo>
                      <a:cubicBezTo>
                        <a:pt x="14771" y="7844"/>
                        <a:pt x="14771" y="7787"/>
                        <a:pt x="14876" y="7787"/>
                      </a:cubicBezTo>
                      <a:cubicBezTo>
                        <a:pt x="14929" y="7787"/>
                        <a:pt x="15035" y="7731"/>
                        <a:pt x="15035" y="7731"/>
                      </a:cubicBezTo>
                      <a:cubicBezTo>
                        <a:pt x="15035" y="7731"/>
                        <a:pt x="15035" y="7901"/>
                        <a:pt x="15035" y="7901"/>
                      </a:cubicBezTo>
                      <a:close/>
                      <a:moveTo>
                        <a:pt x="15300" y="10345"/>
                      </a:moveTo>
                      <a:cubicBezTo>
                        <a:pt x="15300" y="10345"/>
                        <a:pt x="15300" y="10345"/>
                        <a:pt x="15300" y="10345"/>
                      </a:cubicBezTo>
                      <a:cubicBezTo>
                        <a:pt x="15247" y="10288"/>
                        <a:pt x="15247" y="10288"/>
                        <a:pt x="15247" y="10288"/>
                      </a:cubicBezTo>
                      <a:cubicBezTo>
                        <a:pt x="15247" y="10232"/>
                        <a:pt x="15247" y="10232"/>
                        <a:pt x="15247" y="10232"/>
                      </a:cubicBezTo>
                      <a:cubicBezTo>
                        <a:pt x="15088" y="10061"/>
                        <a:pt x="15088" y="10061"/>
                        <a:pt x="15088" y="10061"/>
                      </a:cubicBezTo>
                      <a:cubicBezTo>
                        <a:pt x="15088" y="10061"/>
                        <a:pt x="15300" y="10004"/>
                        <a:pt x="15406" y="9947"/>
                      </a:cubicBezTo>
                      <a:cubicBezTo>
                        <a:pt x="15565" y="9891"/>
                        <a:pt x="15406" y="9834"/>
                        <a:pt x="15406" y="9777"/>
                      </a:cubicBezTo>
                      <a:cubicBezTo>
                        <a:pt x="15406" y="9777"/>
                        <a:pt x="15353" y="9777"/>
                        <a:pt x="15247" y="9777"/>
                      </a:cubicBezTo>
                      <a:cubicBezTo>
                        <a:pt x="15194" y="9777"/>
                        <a:pt x="15141" y="9777"/>
                        <a:pt x="15035" y="9834"/>
                      </a:cubicBezTo>
                      <a:cubicBezTo>
                        <a:pt x="14982" y="9834"/>
                        <a:pt x="14929" y="9720"/>
                        <a:pt x="14929" y="9720"/>
                      </a:cubicBezTo>
                      <a:cubicBezTo>
                        <a:pt x="14876" y="9720"/>
                        <a:pt x="14665" y="9720"/>
                        <a:pt x="14612" y="9720"/>
                      </a:cubicBezTo>
                      <a:cubicBezTo>
                        <a:pt x="14612" y="9720"/>
                        <a:pt x="14559" y="9834"/>
                        <a:pt x="14506" y="9891"/>
                      </a:cubicBezTo>
                      <a:cubicBezTo>
                        <a:pt x="14453" y="9947"/>
                        <a:pt x="14400" y="10004"/>
                        <a:pt x="14347" y="10004"/>
                      </a:cubicBezTo>
                      <a:cubicBezTo>
                        <a:pt x="14294" y="10061"/>
                        <a:pt x="14506" y="10175"/>
                        <a:pt x="14559" y="10175"/>
                      </a:cubicBezTo>
                      <a:cubicBezTo>
                        <a:pt x="14559" y="10232"/>
                        <a:pt x="14718" y="10232"/>
                        <a:pt x="14718" y="10288"/>
                      </a:cubicBezTo>
                      <a:cubicBezTo>
                        <a:pt x="14771" y="10288"/>
                        <a:pt x="14929" y="10402"/>
                        <a:pt x="14982" y="10402"/>
                      </a:cubicBezTo>
                      <a:cubicBezTo>
                        <a:pt x="15035" y="10459"/>
                        <a:pt x="14929" y="10516"/>
                        <a:pt x="14876" y="10629"/>
                      </a:cubicBezTo>
                      <a:cubicBezTo>
                        <a:pt x="14824" y="10743"/>
                        <a:pt x="14771" y="10743"/>
                        <a:pt x="14718" y="10800"/>
                      </a:cubicBezTo>
                      <a:cubicBezTo>
                        <a:pt x="14665" y="10857"/>
                        <a:pt x="14771" y="10914"/>
                        <a:pt x="14824" y="10971"/>
                      </a:cubicBezTo>
                      <a:cubicBezTo>
                        <a:pt x="14876" y="11027"/>
                        <a:pt x="14982" y="11084"/>
                        <a:pt x="14982" y="11084"/>
                      </a:cubicBezTo>
                      <a:cubicBezTo>
                        <a:pt x="15035" y="11084"/>
                        <a:pt x="15194" y="10971"/>
                        <a:pt x="15194" y="10971"/>
                      </a:cubicBezTo>
                      <a:cubicBezTo>
                        <a:pt x="15194" y="10971"/>
                        <a:pt x="15247" y="10800"/>
                        <a:pt x="15247" y="10800"/>
                      </a:cubicBezTo>
                      <a:cubicBezTo>
                        <a:pt x="15247" y="10743"/>
                        <a:pt x="15300" y="10629"/>
                        <a:pt x="15300" y="10629"/>
                      </a:cubicBezTo>
                      <a:cubicBezTo>
                        <a:pt x="15353" y="10573"/>
                        <a:pt x="15353" y="10573"/>
                        <a:pt x="15353" y="10573"/>
                      </a:cubicBezTo>
                      <a:cubicBezTo>
                        <a:pt x="15300" y="10345"/>
                        <a:pt x="15300" y="10345"/>
                        <a:pt x="15300" y="10345"/>
                      </a:cubicBezTo>
                      <a:close/>
                      <a:moveTo>
                        <a:pt x="16729" y="11880"/>
                      </a:moveTo>
                      <a:cubicBezTo>
                        <a:pt x="16729" y="11880"/>
                        <a:pt x="16729" y="11880"/>
                        <a:pt x="16729" y="11880"/>
                      </a:cubicBezTo>
                      <a:cubicBezTo>
                        <a:pt x="16782" y="11823"/>
                        <a:pt x="16888" y="11709"/>
                        <a:pt x="16888" y="11653"/>
                      </a:cubicBezTo>
                      <a:cubicBezTo>
                        <a:pt x="16888" y="11653"/>
                        <a:pt x="16994" y="11653"/>
                        <a:pt x="17047" y="11653"/>
                      </a:cubicBezTo>
                      <a:cubicBezTo>
                        <a:pt x="17047" y="11653"/>
                        <a:pt x="17259" y="11709"/>
                        <a:pt x="17259" y="11709"/>
                      </a:cubicBezTo>
                      <a:cubicBezTo>
                        <a:pt x="17259" y="11709"/>
                        <a:pt x="17418" y="11709"/>
                        <a:pt x="17418" y="11709"/>
                      </a:cubicBezTo>
                      <a:cubicBezTo>
                        <a:pt x="17418" y="11709"/>
                        <a:pt x="17576" y="11596"/>
                        <a:pt x="17576" y="11596"/>
                      </a:cubicBezTo>
                      <a:cubicBezTo>
                        <a:pt x="17629" y="11596"/>
                        <a:pt x="17788" y="11766"/>
                        <a:pt x="17788" y="11766"/>
                      </a:cubicBezTo>
                      <a:cubicBezTo>
                        <a:pt x="17788" y="11766"/>
                        <a:pt x="17682" y="11937"/>
                        <a:pt x="17629" y="11937"/>
                      </a:cubicBezTo>
                      <a:cubicBezTo>
                        <a:pt x="17576" y="11994"/>
                        <a:pt x="17524" y="11994"/>
                        <a:pt x="17471" y="12051"/>
                      </a:cubicBezTo>
                      <a:cubicBezTo>
                        <a:pt x="17418" y="12164"/>
                        <a:pt x="17418" y="12164"/>
                        <a:pt x="17418" y="12221"/>
                      </a:cubicBezTo>
                      <a:cubicBezTo>
                        <a:pt x="17365" y="12221"/>
                        <a:pt x="17312" y="12335"/>
                        <a:pt x="17206" y="12221"/>
                      </a:cubicBezTo>
                      <a:cubicBezTo>
                        <a:pt x="17100" y="12164"/>
                        <a:pt x="16994" y="12051"/>
                        <a:pt x="16994" y="12051"/>
                      </a:cubicBezTo>
                      <a:cubicBezTo>
                        <a:pt x="16994" y="12051"/>
                        <a:pt x="16888" y="12107"/>
                        <a:pt x="16835" y="12107"/>
                      </a:cubicBezTo>
                      <a:cubicBezTo>
                        <a:pt x="16782" y="12164"/>
                        <a:pt x="16676" y="12107"/>
                        <a:pt x="16676" y="12107"/>
                      </a:cubicBezTo>
                      <a:cubicBezTo>
                        <a:pt x="16729" y="12051"/>
                        <a:pt x="16676" y="11937"/>
                        <a:pt x="16729" y="11880"/>
                      </a:cubicBezTo>
                      <a:close/>
                      <a:moveTo>
                        <a:pt x="15618" y="13017"/>
                      </a:moveTo>
                      <a:cubicBezTo>
                        <a:pt x="15618" y="13017"/>
                        <a:pt x="15618" y="13017"/>
                        <a:pt x="15618" y="13017"/>
                      </a:cubicBezTo>
                      <a:cubicBezTo>
                        <a:pt x="15618" y="13017"/>
                        <a:pt x="15406" y="12903"/>
                        <a:pt x="15459" y="12846"/>
                      </a:cubicBezTo>
                      <a:cubicBezTo>
                        <a:pt x="15512" y="12733"/>
                        <a:pt x="15724" y="12505"/>
                        <a:pt x="15776" y="12448"/>
                      </a:cubicBezTo>
                      <a:cubicBezTo>
                        <a:pt x="15776" y="12448"/>
                        <a:pt x="15935" y="12505"/>
                        <a:pt x="15935" y="12505"/>
                      </a:cubicBezTo>
                      <a:cubicBezTo>
                        <a:pt x="15988" y="12505"/>
                        <a:pt x="16041" y="12335"/>
                        <a:pt x="16094" y="12335"/>
                      </a:cubicBezTo>
                      <a:cubicBezTo>
                        <a:pt x="16094" y="12335"/>
                        <a:pt x="16306" y="12335"/>
                        <a:pt x="16306" y="12335"/>
                      </a:cubicBezTo>
                      <a:cubicBezTo>
                        <a:pt x="16306" y="12335"/>
                        <a:pt x="16200" y="12562"/>
                        <a:pt x="16094" y="12619"/>
                      </a:cubicBezTo>
                      <a:cubicBezTo>
                        <a:pt x="15988" y="12676"/>
                        <a:pt x="15935" y="12676"/>
                        <a:pt x="15935" y="12733"/>
                      </a:cubicBezTo>
                      <a:cubicBezTo>
                        <a:pt x="15882" y="12789"/>
                        <a:pt x="15829" y="12846"/>
                        <a:pt x="15829" y="12903"/>
                      </a:cubicBezTo>
                      <a:cubicBezTo>
                        <a:pt x="15776" y="12903"/>
                        <a:pt x="15618" y="13017"/>
                        <a:pt x="15618" y="13017"/>
                      </a:cubicBezTo>
                      <a:close/>
                      <a:moveTo>
                        <a:pt x="14929" y="15234"/>
                      </a:moveTo>
                      <a:cubicBezTo>
                        <a:pt x="14929" y="15234"/>
                        <a:pt x="14929" y="15234"/>
                        <a:pt x="14929" y="15234"/>
                      </a:cubicBezTo>
                      <a:cubicBezTo>
                        <a:pt x="14982" y="15291"/>
                        <a:pt x="14876" y="15518"/>
                        <a:pt x="14718" y="15404"/>
                      </a:cubicBezTo>
                      <a:cubicBezTo>
                        <a:pt x="14718" y="15404"/>
                        <a:pt x="14665" y="15291"/>
                        <a:pt x="14771" y="15234"/>
                      </a:cubicBezTo>
                      <a:cubicBezTo>
                        <a:pt x="14824" y="15234"/>
                        <a:pt x="14929" y="15234"/>
                        <a:pt x="14929" y="15234"/>
                      </a:cubicBezTo>
                      <a:close/>
                      <a:moveTo>
                        <a:pt x="14771" y="16598"/>
                      </a:moveTo>
                      <a:cubicBezTo>
                        <a:pt x="14771" y="16598"/>
                        <a:pt x="14771" y="16598"/>
                        <a:pt x="14771" y="16598"/>
                      </a:cubicBezTo>
                      <a:cubicBezTo>
                        <a:pt x="14771" y="16598"/>
                        <a:pt x="14876" y="16484"/>
                        <a:pt x="14876" y="16484"/>
                      </a:cubicBezTo>
                      <a:cubicBezTo>
                        <a:pt x="14929" y="16484"/>
                        <a:pt x="14982" y="16541"/>
                        <a:pt x="14982" y="16541"/>
                      </a:cubicBezTo>
                      <a:cubicBezTo>
                        <a:pt x="14982" y="16541"/>
                        <a:pt x="15141" y="16655"/>
                        <a:pt x="15141" y="16655"/>
                      </a:cubicBezTo>
                      <a:cubicBezTo>
                        <a:pt x="15141" y="16712"/>
                        <a:pt x="15194" y="16825"/>
                        <a:pt x="15141" y="16825"/>
                      </a:cubicBezTo>
                      <a:cubicBezTo>
                        <a:pt x="15088" y="16882"/>
                        <a:pt x="15035" y="16939"/>
                        <a:pt x="14982" y="16882"/>
                      </a:cubicBezTo>
                      <a:cubicBezTo>
                        <a:pt x="14929" y="16882"/>
                        <a:pt x="14876" y="16882"/>
                        <a:pt x="14876" y="16825"/>
                      </a:cubicBezTo>
                      <a:cubicBezTo>
                        <a:pt x="14876" y="16768"/>
                        <a:pt x="14876" y="16768"/>
                        <a:pt x="14876" y="16712"/>
                      </a:cubicBezTo>
                      <a:cubicBezTo>
                        <a:pt x="14876" y="16712"/>
                        <a:pt x="14771" y="16712"/>
                        <a:pt x="14771" y="16712"/>
                      </a:cubicBezTo>
                      <a:cubicBezTo>
                        <a:pt x="14771" y="16598"/>
                        <a:pt x="14771" y="16598"/>
                        <a:pt x="14771" y="16598"/>
                      </a:cubicBezTo>
                      <a:close/>
                      <a:moveTo>
                        <a:pt x="12600" y="15859"/>
                      </a:moveTo>
                      <a:cubicBezTo>
                        <a:pt x="12600" y="15859"/>
                        <a:pt x="12600" y="15859"/>
                        <a:pt x="12600" y="15859"/>
                      </a:cubicBezTo>
                      <a:cubicBezTo>
                        <a:pt x="12653" y="15859"/>
                        <a:pt x="12759" y="15802"/>
                        <a:pt x="12759" y="15859"/>
                      </a:cubicBezTo>
                      <a:cubicBezTo>
                        <a:pt x="12812" y="15916"/>
                        <a:pt x="12865" y="15916"/>
                        <a:pt x="12865" y="15973"/>
                      </a:cubicBezTo>
                      <a:cubicBezTo>
                        <a:pt x="12865" y="15973"/>
                        <a:pt x="12918" y="16029"/>
                        <a:pt x="12812" y="16086"/>
                      </a:cubicBezTo>
                      <a:cubicBezTo>
                        <a:pt x="12706" y="16086"/>
                        <a:pt x="12653" y="16086"/>
                        <a:pt x="12653" y="16086"/>
                      </a:cubicBezTo>
                      <a:cubicBezTo>
                        <a:pt x="12706" y="16257"/>
                        <a:pt x="12706" y="16257"/>
                        <a:pt x="12706" y="16257"/>
                      </a:cubicBezTo>
                      <a:cubicBezTo>
                        <a:pt x="12706" y="16257"/>
                        <a:pt x="12812" y="16257"/>
                        <a:pt x="12653" y="16371"/>
                      </a:cubicBezTo>
                      <a:cubicBezTo>
                        <a:pt x="12547" y="16484"/>
                        <a:pt x="12441" y="16484"/>
                        <a:pt x="12441" y="16484"/>
                      </a:cubicBezTo>
                      <a:cubicBezTo>
                        <a:pt x="12441" y="16427"/>
                        <a:pt x="12441" y="16427"/>
                        <a:pt x="12441" y="16427"/>
                      </a:cubicBezTo>
                      <a:cubicBezTo>
                        <a:pt x="12282" y="16484"/>
                        <a:pt x="12282" y="16484"/>
                        <a:pt x="12282" y="16484"/>
                      </a:cubicBezTo>
                      <a:cubicBezTo>
                        <a:pt x="12282" y="16484"/>
                        <a:pt x="12229" y="16541"/>
                        <a:pt x="12229" y="16484"/>
                      </a:cubicBezTo>
                      <a:cubicBezTo>
                        <a:pt x="12176" y="16371"/>
                        <a:pt x="12124" y="16257"/>
                        <a:pt x="12229" y="16257"/>
                      </a:cubicBezTo>
                      <a:cubicBezTo>
                        <a:pt x="12335" y="16200"/>
                        <a:pt x="12335" y="16143"/>
                        <a:pt x="12388" y="16200"/>
                      </a:cubicBezTo>
                      <a:cubicBezTo>
                        <a:pt x="12441" y="16257"/>
                        <a:pt x="12441" y="16314"/>
                        <a:pt x="12441" y="16314"/>
                      </a:cubicBezTo>
                      <a:cubicBezTo>
                        <a:pt x="12494" y="16143"/>
                        <a:pt x="12494" y="16143"/>
                        <a:pt x="12494" y="16143"/>
                      </a:cubicBezTo>
                      <a:cubicBezTo>
                        <a:pt x="12494" y="16143"/>
                        <a:pt x="12441" y="16143"/>
                        <a:pt x="12441" y="16086"/>
                      </a:cubicBezTo>
                      <a:cubicBezTo>
                        <a:pt x="12494" y="16029"/>
                        <a:pt x="12494" y="16029"/>
                        <a:pt x="12547" y="15973"/>
                      </a:cubicBezTo>
                      <a:cubicBezTo>
                        <a:pt x="12600" y="15973"/>
                        <a:pt x="12653" y="16029"/>
                        <a:pt x="12653" y="16029"/>
                      </a:cubicBezTo>
                      <a:cubicBezTo>
                        <a:pt x="12600" y="15859"/>
                        <a:pt x="12600" y="15859"/>
                        <a:pt x="12600" y="15859"/>
                      </a:cubicBezTo>
                      <a:close/>
                      <a:moveTo>
                        <a:pt x="13659" y="16257"/>
                      </a:moveTo>
                      <a:cubicBezTo>
                        <a:pt x="13659" y="16257"/>
                        <a:pt x="13659" y="16257"/>
                        <a:pt x="13659" y="16257"/>
                      </a:cubicBezTo>
                      <a:cubicBezTo>
                        <a:pt x="13659" y="16257"/>
                        <a:pt x="13712" y="16257"/>
                        <a:pt x="13712" y="16314"/>
                      </a:cubicBezTo>
                      <a:cubicBezTo>
                        <a:pt x="13765" y="16371"/>
                        <a:pt x="13765" y="16371"/>
                        <a:pt x="13712" y="16371"/>
                      </a:cubicBezTo>
                      <a:cubicBezTo>
                        <a:pt x="13712" y="16371"/>
                        <a:pt x="13553" y="16371"/>
                        <a:pt x="13553" y="16371"/>
                      </a:cubicBezTo>
                      <a:cubicBezTo>
                        <a:pt x="13553" y="16371"/>
                        <a:pt x="13500" y="16427"/>
                        <a:pt x="13500" y="16314"/>
                      </a:cubicBezTo>
                      <a:cubicBezTo>
                        <a:pt x="13500" y="16257"/>
                        <a:pt x="13500" y="16200"/>
                        <a:pt x="13500" y="16200"/>
                      </a:cubicBezTo>
                      <a:cubicBezTo>
                        <a:pt x="13659" y="16257"/>
                        <a:pt x="13659" y="16257"/>
                        <a:pt x="13659" y="16257"/>
                      </a:cubicBezTo>
                      <a:close/>
                      <a:moveTo>
                        <a:pt x="14029" y="16029"/>
                      </a:moveTo>
                      <a:cubicBezTo>
                        <a:pt x="14029" y="16029"/>
                        <a:pt x="14029" y="16029"/>
                        <a:pt x="14029" y="16029"/>
                      </a:cubicBezTo>
                      <a:cubicBezTo>
                        <a:pt x="14241" y="15859"/>
                        <a:pt x="14241" y="15859"/>
                        <a:pt x="14241" y="15859"/>
                      </a:cubicBezTo>
                      <a:cubicBezTo>
                        <a:pt x="14241" y="15859"/>
                        <a:pt x="14294" y="16029"/>
                        <a:pt x="14188" y="16086"/>
                      </a:cubicBezTo>
                      <a:cubicBezTo>
                        <a:pt x="14135" y="16143"/>
                        <a:pt x="14082" y="16143"/>
                        <a:pt x="14082" y="16143"/>
                      </a:cubicBezTo>
                      <a:cubicBezTo>
                        <a:pt x="13976" y="16086"/>
                        <a:pt x="13976" y="16086"/>
                        <a:pt x="13976" y="16086"/>
                      </a:cubicBezTo>
                      <a:cubicBezTo>
                        <a:pt x="14029" y="16029"/>
                        <a:pt x="14029" y="16029"/>
                        <a:pt x="14029" y="16029"/>
                      </a:cubicBezTo>
                      <a:close/>
                      <a:moveTo>
                        <a:pt x="14453" y="15632"/>
                      </a:moveTo>
                      <a:cubicBezTo>
                        <a:pt x="14453" y="15632"/>
                        <a:pt x="14453" y="15632"/>
                        <a:pt x="14453" y="15632"/>
                      </a:cubicBezTo>
                      <a:cubicBezTo>
                        <a:pt x="14453" y="15632"/>
                        <a:pt x="14400" y="15802"/>
                        <a:pt x="14453" y="15916"/>
                      </a:cubicBezTo>
                      <a:cubicBezTo>
                        <a:pt x="14453" y="15973"/>
                        <a:pt x="14453" y="15973"/>
                        <a:pt x="14506" y="15973"/>
                      </a:cubicBezTo>
                      <a:cubicBezTo>
                        <a:pt x="14559" y="16029"/>
                        <a:pt x="14612" y="16029"/>
                        <a:pt x="14665" y="15973"/>
                      </a:cubicBezTo>
                      <a:cubicBezTo>
                        <a:pt x="14718" y="15973"/>
                        <a:pt x="14718" y="15802"/>
                        <a:pt x="14718" y="15802"/>
                      </a:cubicBezTo>
                      <a:cubicBezTo>
                        <a:pt x="14718" y="15802"/>
                        <a:pt x="14718" y="15745"/>
                        <a:pt x="14665" y="15632"/>
                      </a:cubicBezTo>
                      <a:cubicBezTo>
                        <a:pt x="14612" y="15461"/>
                        <a:pt x="14506" y="15632"/>
                        <a:pt x="14453" y="15632"/>
                      </a:cubicBezTo>
                      <a:close/>
                      <a:moveTo>
                        <a:pt x="14506" y="14722"/>
                      </a:moveTo>
                      <a:cubicBezTo>
                        <a:pt x="14506" y="14722"/>
                        <a:pt x="14506" y="14722"/>
                        <a:pt x="14506" y="14722"/>
                      </a:cubicBezTo>
                      <a:cubicBezTo>
                        <a:pt x="14506" y="14665"/>
                        <a:pt x="14506" y="14495"/>
                        <a:pt x="14559" y="14438"/>
                      </a:cubicBezTo>
                      <a:cubicBezTo>
                        <a:pt x="14612" y="14438"/>
                        <a:pt x="14612" y="14381"/>
                        <a:pt x="14665" y="14324"/>
                      </a:cubicBezTo>
                      <a:cubicBezTo>
                        <a:pt x="14665" y="14267"/>
                        <a:pt x="14876" y="14267"/>
                        <a:pt x="14876" y="14267"/>
                      </a:cubicBezTo>
                      <a:cubicBezTo>
                        <a:pt x="14929" y="14381"/>
                        <a:pt x="14929" y="14381"/>
                        <a:pt x="14929" y="14381"/>
                      </a:cubicBezTo>
                      <a:cubicBezTo>
                        <a:pt x="14929" y="14381"/>
                        <a:pt x="14929" y="14495"/>
                        <a:pt x="14929" y="14552"/>
                      </a:cubicBezTo>
                      <a:cubicBezTo>
                        <a:pt x="14929" y="14608"/>
                        <a:pt x="14929" y="14608"/>
                        <a:pt x="14982" y="14722"/>
                      </a:cubicBezTo>
                      <a:cubicBezTo>
                        <a:pt x="14982" y="14779"/>
                        <a:pt x="14929" y="14893"/>
                        <a:pt x="14929" y="14949"/>
                      </a:cubicBezTo>
                      <a:cubicBezTo>
                        <a:pt x="14876" y="15006"/>
                        <a:pt x="14876" y="15063"/>
                        <a:pt x="14824" y="15063"/>
                      </a:cubicBezTo>
                      <a:cubicBezTo>
                        <a:pt x="14771" y="15120"/>
                        <a:pt x="14771" y="15177"/>
                        <a:pt x="14718" y="15120"/>
                      </a:cubicBezTo>
                      <a:cubicBezTo>
                        <a:pt x="14665" y="15063"/>
                        <a:pt x="14506" y="15006"/>
                        <a:pt x="14506" y="14949"/>
                      </a:cubicBezTo>
                      <a:cubicBezTo>
                        <a:pt x="14506" y="14949"/>
                        <a:pt x="14506" y="14836"/>
                        <a:pt x="14506" y="14836"/>
                      </a:cubicBezTo>
                      <a:cubicBezTo>
                        <a:pt x="14506" y="14722"/>
                        <a:pt x="14506" y="14722"/>
                        <a:pt x="14506" y="14722"/>
                      </a:cubicBezTo>
                      <a:close/>
                      <a:moveTo>
                        <a:pt x="13871" y="15006"/>
                      </a:moveTo>
                      <a:cubicBezTo>
                        <a:pt x="13871" y="15006"/>
                        <a:pt x="13871" y="15006"/>
                        <a:pt x="13871" y="15006"/>
                      </a:cubicBezTo>
                      <a:cubicBezTo>
                        <a:pt x="13871" y="14949"/>
                        <a:pt x="13924" y="14722"/>
                        <a:pt x="13924" y="14722"/>
                      </a:cubicBezTo>
                      <a:cubicBezTo>
                        <a:pt x="13924" y="14722"/>
                        <a:pt x="13924" y="14608"/>
                        <a:pt x="14029" y="14552"/>
                      </a:cubicBezTo>
                      <a:cubicBezTo>
                        <a:pt x="14082" y="14552"/>
                        <a:pt x="14082" y="14495"/>
                        <a:pt x="14135" y="14552"/>
                      </a:cubicBezTo>
                      <a:cubicBezTo>
                        <a:pt x="14188" y="14608"/>
                        <a:pt x="14241" y="14665"/>
                        <a:pt x="14241" y="14665"/>
                      </a:cubicBezTo>
                      <a:cubicBezTo>
                        <a:pt x="14241" y="14665"/>
                        <a:pt x="14188" y="14665"/>
                        <a:pt x="14188" y="14722"/>
                      </a:cubicBezTo>
                      <a:cubicBezTo>
                        <a:pt x="14188" y="14722"/>
                        <a:pt x="14241" y="14836"/>
                        <a:pt x="14241" y="14836"/>
                      </a:cubicBezTo>
                      <a:cubicBezTo>
                        <a:pt x="14188" y="14893"/>
                        <a:pt x="14135" y="14949"/>
                        <a:pt x="14082" y="15006"/>
                      </a:cubicBezTo>
                      <a:cubicBezTo>
                        <a:pt x="14082" y="15063"/>
                        <a:pt x="13976" y="15120"/>
                        <a:pt x="13976" y="15120"/>
                      </a:cubicBezTo>
                      <a:cubicBezTo>
                        <a:pt x="13818" y="15234"/>
                        <a:pt x="13818" y="15234"/>
                        <a:pt x="13818" y="15234"/>
                      </a:cubicBezTo>
                      <a:cubicBezTo>
                        <a:pt x="13818" y="15291"/>
                        <a:pt x="13818" y="15291"/>
                        <a:pt x="13818" y="15291"/>
                      </a:cubicBezTo>
                      <a:cubicBezTo>
                        <a:pt x="13765" y="15291"/>
                        <a:pt x="13765" y="15291"/>
                        <a:pt x="13765" y="15291"/>
                      </a:cubicBezTo>
                      <a:cubicBezTo>
                        <a:pt x="13659" y="15120"/>
                        <a:pt x="13659" y="15120"/>
                        <a:pt x="13659" y="15120"/>
                      </a:cubicBezTo>
                      <a:cubicBezTo>
                        <a:pt x="13818" y="15006"/>
                        <a:pt x="13818" y="15006"/>
                        <a:pt x="13818" y="15006"/>
                      </a:cubicBezTo>
                      <a:cubicBezTo>
                        <a:pt x="13871" y="15006"/>
                        <a:pt x="13871" y="15006"/>
                        <a:pt x="13871" y="15006"/>
                      </a:cubicBezTo>
                      <a:close/>
                      <a:moveTo>
                        <a:pt x="12812" y="15234"/>
                      </a:moveTo>
                      <a:cubicBezTo>
                        <a:pt x="12812" y="15234"/>
                        <a:pt x="12812" y="15234"/>
                        <a:pt x="12812" y="15234"/>
                      </a:cubicBezTo>
                      <a:cubicBezTo>
                        <a:pt x="12971" y="15177"/>
                        <a:pt x="12971" y="15177"/>
                        <a:pt x="12971" y="15177"/>
                      </a:cubicBezTo>
                      <a:cubicBezTo>
                        <a:pt x="13129" y="15291"/>
                        <a:pt x="13129" y="15291"/>
                        <a:pt x="13129" y="15291"/>
                      </a:cubicBezTo>
                      <a:cubicBezTo>
                        <a:pt x="13129" y="15461"/>
                        <a:pt x="13129" y="15461"/>
                        <a:pt x="13129" y="15461"/>
                      </a:cubicBezTo>
                      <a:cubicBezTo>
                        <a:pt x="13129" y="15461"/>
                        <a:pt x="13024" y="15688"/>
                        <a:pt x="12971" y="15632"/>
                      </a:cubicBezTo>
                      <a:cubicBezTo>
                        <a:pt x="12918" y="15518"/>
                        <a:pt x="12918" y="15404"/>
                        <a:pt x="12918" y="15404"/>
                      </a:cubicBezTo>
                      <a:cubicBezTo>
                        <a:pt x="12812" y="15234"/>
                        <a:pt x="12812" y="15234"/>
                        <a:pt x="12812" y="15234"/>
                      </a:cubicBezTo>
                      <a:close/>
                      <a:moveTo>
                        <a:pt x="12124" y="14779"/>
                      </a:moveTo>
                      <a:cubicBezTo>
                        <a:pt x="12124" y="14779"/>
                        <a:pt x="12124" y="14779"/>
                        <a:pt x="12124" y="14779"/>
                      </a:cubicBezTo>
                      <a:cubicBezTo>
                        <a:pt x="12124" y="14779"/>
                        <a:pt x="12388" y="14722"/>
                        <a:pt x="12388" y="14779"/>
                      </a:cubicBezTo>
                      <a:cubicBezTo>
                        <a:pt x="12388" y="14779"/>
                        <a:pt x="12388" y="14893"/>
                        <a:pt x="12441" y="14893"/>
                      </a:cubicBezTo>
                      <a:cubicBezTo>
                        <a:pt x="12441" y="14949"/>
                        <a:pt x="12282" y="15120"/>
                        <a:pt x="12229" y="15120"/>
                      </a:cubicBezTo>
                      <a:cubicBezTo>
                        <a:pt x="12229" y="15120"/>
                        <a:pt x="12176" y="15063"/>
                        <a:pt x="12176" y="15063"/>
                      </a:cubicBezTo>
                      <a:cubicBezTo>
                        <a:pt x="12124" y="14779"/>
                        <a:pt x="12124" y="14779"/>
                        <a:pt x="12124" y="14779"/>
                      </a:cubicBezTo>
                      <a:close/>
                      <a:moveTo>
                        <a:pt x="11912" y="14040"/>
                      </a:moveTo>
                      <a:cubicBezTo>
                        <a:pt x="11912" y="14040"/>
                        <a:pt x="11912" y="14040"/>
                        <a:pt x="11912" y="14040"/>
                      </a:cubicBezTo>
                      <a:cubicBezTo>
                        <a:pt x="11912" y="14040"/>
                        <a:pt x="11965" y="13983"/>
                        <a:pt x="12018" y="13983"/>
                      </a:cubicBezTo>
                      <a:cubicBezTo>
                        <a:pt x="12071" y="14040"/>
                        <a:pt x="12071" y="14211"/>
                        <a:pt x="12071" y="14211"/>
                      </a:cubicBezTo>
                      <a:cubicBezTo>
                        <a:pt x="12018" y="14381"/>
                        <a:pt x="12018" y="14381"/>
                        <a:pt x="12018" y="14381"/>
                      </a:cubicBezTo>
                      <a:cubicBezTo>
                        <a:pt x="12018" y="14381"/>
                        <a:pt x="11912" y="14552"/>
                        <a:pt x="11912" y="14552"/>
                      </a:cubicBezTo>
                      <a:cubicBezTo>
                        <a:pt x="11912" y="14495"/>
                        <a:pt x="11859" y="14211"/>
                        <a:pt x="11859" y="14211"/>
                      </a:cubicBezTo>
                      <a:cubicBezTo>
                        <a:pt x="11912" y="14040"/>
                        <a:pt x="11912" y="14040"/>
                        <a:pt x="11912" y="14040"/>
                      </a:cubicBezTo>
                      <a:close/>
                      <a:moveTo>
                        <a:pt x="11594" y="13585"/>
                      </a:moveTo>
                      <a:cubicBezTo>
                        <a:pt x="11594" y="13585"/>
                        <a:pt x="11594" y="13585"/>
                        <a:pt x="11594" y="13585"/>
                      </a:cubicBezTo>
                      <a:cubicBezTo>
                        <a:pt x="11594" y="13585"/>
                        <a:pt x="11541" y="13756"/>
                        <a:pt x="11541" y="13813"/>
                      </a:cubicBezTo>
                      <a:cubicBezTo>
                        <a:pt x="11541" y="13813"/>
                        <a:pt x="11594" y="13926"/>
                        <a:pt x="11594" y="13926"/>
                      </a:cubicBezTo>
                      <a:cubicBezTo>
                        <a:pt x="11594" y="13983"/>
                        <a:pt x="11594" y="13926"/>
                        <a:pt x="11647" y="13869"/>
                      </a:cubicBezTo>
                      <a:cubicBezTo>
                        <a:pt x="11700" y="13813"/>
                        <a:pt x="11700" y="13756"/>
                        <a:pt x="11700" y="13756"/>
                      </a:cubicBezTo>
                      <a:cubicBezTo>
                        <a:pt x="11700" y="13756"/>
                        <a:pt x="11806" y="13699"/>
                        <a:pt x="11806" y="13642"/>
                      </a:cubicBezTo>
                      <a:cubicBezTo>
                        <a:pt x="11859" y="13642"/>
                        <a:pt x="11859" y="13472"/>
                        <a:pt x="11859" y="13472"/>
                      </a:cubicBezTo>
                      <a:cubicBezTo>
                        <a:pt x="11859" y="13472"/>
                        <a:pt x="11700" y="13358"/>
                        <a:pt x="11700" y="13415"/>
                      </a:cubicBezTo>
                      <a:cubicBezTo>
                        <a:pt x="11647" y="13415"/>
                        <a:pt x="11594" y="13585"/>
                        <a:pt x="11594" y="13585"/>
                      </a:cubicBezTo>
                      <a:close/>
                      <a:moveTo>
                        <a:pt x="12335" y="13472"/>
                      </a:moveTo>
                      <a:cubicBezTo>
                        <a:pt x="12335" y="13472"/>
                        <a:pt x="12335" y="13472"/>
                        <a:pt x="12335" y="13472"/>
                      </a:cubicBezTo>
                      <a:cubicBezTo>
                        <a:pt x="12388" y="13472"/>
                        <a:pt x="12388" y="13472"/>
                        <a:pt x="12388" y="13472"/>
                      </a:cubicBezTo>
                      <a:cubicBezTo>
                        <a:pt x="12388" y="13528"/>
                        <a:pt x="12388" y="13528"/>
                        <a:pt x="12388" y="13528"/>
                      </a:cubicBezTo>
                      <a:cubicBezTo>
                        <a:pt x="12388" y="13528"/>
                        <a:pt x="12547" y="13472"/>
                        <a:pt x="12600" y="13472"/>
                      </a:cubicBezTo>
                      <a:cubicBezTo>
                        <a:pt x="12653" y="13415"/>
                        <a:pt x="12600" y="13358"/>
                        <a:pt x="12600" y="13301"/>
                      </a:cubicBezTo>
                      <a:cubicBezTo>
                        <a:pt x="12547" y="13244"/>
                        <a:pt x="12335" y="13472"/>
                        <a:pt x="12335" y="13472"/>
                      </a:cubicBezTo>
                      <a:close/>
                      <a:moveTo>
                        <a:pt x="13076" y="13699"/>
                      </a:moveTo>
                      <a:cubicBezTo>
                        <a:pt x="13076" y="13699"/>
                        <a:pt x="13076" y="13699"/>
                        <a:pt x="13076" y="13699"/>
                      </a:cubicBezTo>
                      <a:cubicBezTo>
                        <a:pt x="12971" y="13642"/>
                        <a:pt x="12971" y="13642"/>
                        <a:pt x="12971" y="13642"/>
                      </a:cubicBezTo>
                      <a:cubicBezTo>
                        <a:pt x="12971" y="13756"/>
                        <a:pt x="12971" y="13756"/>
                        <a:pt x="12971" y="13756"/>
                      </a:cubicBezTo>
                      <a:cubicBezTo>
                        <a:pt x="12971" y="13756"/>
                        <a:pt x="13024" y="13869"/>
                        <a:pt x="13076" y="13926"/>
                      </a:cubicBezTo>
                      <a:cubicBezTo>
                        <a:pt x="13076" y="13926"/>
                        <a:pt x="12971" y="14040"/>
                        <a:pt x="12971" y="14040"/>
                      </a:cubicBezTo>
                      <a:cubicBezTo>
                        <a:pt x="13076" y="14211"/>
                        <a:pt x="13076" y="14211"/>
                        <a:pt x="13076" y="14211"/>
                      </a:cubicBezTo>
                      <a:cubicBezTo>
                        <a:pt x="13235" y="13926"/>
                        <a:pt x="13235" y="13926"/>
                        <a:pt x="13235" y="13926"/>
                      </a:cubicBezTo>
                      <a:cubicBezTo>
                        <a:pt x="13235" y="13926"/>
                        <a:pt x="13182" y="13813"/>
                        <a:pt x="13182" y="13813"/>
                      </a:cubicBezTo>
                      <a:cubicBezTo>
                        <a:pt x="13182" y="13756"/>
                        <a:pt x="13076" y="13699"/>
                        <a:pt x="13076" y="13699"/>
                      </a:cubicBezTo>
                      <a:close/>
                      <a:moveTo>
                        <a:pt x="13818" y="13699"/>
                      </a:moveTo>
                      <a:cubicBezTo>
                        <a:pt x="13818" y="13699"/>
                        <a:pt x="13818" y="13699"/>
                        <a:pt x="13818" y="13699"/>
                      </a:cubicBezTo>
                      <a:cubicBezTo>
                        <a:pt x="13871" y="13813"/>
                        <a:pt x="13871" y="13813"/>
                        <a:pt x="13871" y="13813"/>
                      </a:cubicBezTo>
                      <a:cubicBezTo>
                        <a:pt x="13871" y="13813"/>
                        <a:pt x="13818" y="13926"/>
                        <a:pt x="13765" y="13926"/>
                      </a:cubicBezTo>
                      <a:cubicBezTo>
                        <a:pt x="13765" y="13926"/>
                        <a:pt x="13712" y="13869"/>
                        <a:pt x="13712" y="13869"/>
                      </a:cubicBezTo>
                      <a:cubicBezTo>
                        <a:pt x="13818" y="13699"/>
                        <a:pt x="13818" y="13699"/>
                        <a:pt x="13818" y="13699"/>
                      </a:cubicBezTo>
                      <a:close/>
                      <a:moveTo>
                        <a:pt x="13976" y="13528"/>
                      </a:moveTo>
                      <a:cubicBezTo>
                        <a:pt x="13976" y="13528"/>
                        <a:pt x="13976" y="13528"/>
                        <a:pt x="13976" y="13528"/>
                      </a:cubicBezTo>
                      <a:cubicBezTo>
                        <a:pt x="14029" y="13642"/>
                        <a:pt x="14029" y="13642"/>
                        <a:pt x="14029" y="13642"/>
                      </a:cubicBezTo>
                      <a:cubicBezTo>
                        <a:pt x="14029" y="13642"/>
                        <a:pt x="14188" y="13585"/>
                        <a:pt x="14294" y="13528"/>
                      </a:cubicBezTo>
                      <a:cubicBezTo>
                        <a:pt x="14453" y="13472"/>
                        <a:pt x="14294" y="13415"/>
                        <a:pt x="14294" y="13415"/>
                      </a:cubicBezTo>
                      <a:cubicBezTo>
                        <a:pt x="14135" y="13415"/>
                        <a:pt x="14135" y="13415"/>
                        <a:pt x="14135" y="13415"/>
                      </a:cubicBezTo>
                      <a:cubicBezTo>
                        <a:pt x="14135" y="13415"/>
                        <a:pt x="13976" y="13472"/>
                        <a:pt x="13976" y="13528"/>
                      </a:cubicBezTo>
                      <a:close/>
                      <a:moveTo>
                        <a:pt x="13076" y="13074"/>
                      </a:moveTo>
                      <a:cubicBezTo>
                        <a:pt x="13076" y="13074"/>
                        <a:pt x="13076" y="13074"/>
                        <a:pt x="13076" y="13074"/>
                      </a:cubicBezTo>
                      <a:cubicBezTo>
                        <a:pt x="13235" y="13244"/>
                        <a:pt x="13235" y="13244"/>
                        <a:pt x="13235" y="13244"/>
                      </a:cubicBezTo>
                      <a:cubicBezTo>
                        <a:pt x="13235" y="13244"/>
                        <a:pt x="13447" y="13358"/>
                        <a:pt x="13500" y="13358"/>
                      </a:cubicBezTo>
                      <a:cubicBezTo>
                        <a:pt x="13500" y="13415"/>
                        <a:pt x="13606" y="13358"/>
                        <a:pt x="13712" y="13358"/>
                      </a:cubicBezTo>
                      <a:cubicBezTo>
                        <a:pt x="13765" y="13301"/>
                        <a:pt x="13765" y="13301"/>
                        <a:pt x="13765" y="13244"/>
                      </a:cubicBezTo>
                      <a:cubicBezTo>
                        <a:pt x="13765" y="13244"/>
                        <a:pt x="13712" y="13187"/>
                        <a:pt x="13712" y="13187"/>
                      </a:cubicBezTo>
                      <a:cubicBezTo>
                        <a:pt x="13712" y="13187"/>
                        <a:pt x="13659" y="13074"/>
                        <a:pt x="13500" y="13074"/>
                      </a:cubicBezTo>
                      <a:cubicBezTo>
                        <a:pt x="13394" y="13131"/>
                        <a:pt x="13394" y="13074"/>
                        <a:pt x="13394" y="13074"/>
                      </a:cubicBezTo>
                      <a:cubicBezTo>
                        <a:pt x="13394" y="13074"/>
                        <a:pt x="13341" y="13074"/>
                        <a:pt x="13182" y="13017"/>
                      </a:cubicBezTo>
                      <a:cubicBezTo>
                        <a:pt x="13076" y="13017"/>
                        <a:pt x="13129" y="13074"/>
                        <a:pt x="13076" y="13074"/>
                      </a:cubicBezTo>
                      <a:close/>
                      <a:moveTo>
                        <a:pt x="12971" y="13017"/>
                      </a:moveTo>
                      <a:cubicBezTo>
                        <a:pt x="12971" y="13017"/>
                        <a:pt x="12971" y="13017"/>
                        <a:pt x="12971" y="13017"/>
                      </a:cubicBezTo>
                      <a:cubicBezTo>
                        <a:pt x="13024" y="12960"/>
                        <a:pt x="13024" y="12960"/>
                        <a:pt x="13024" y="12960"/>
                      </a:cubicBezTo>
                      <a:cubicBezTo>
                        <a:pt x="13024" y="12960"/>
                        <a:pt x="13024" y="12846"/>
                        <a:pt x="13024" y="12676"/>
                      </a:cubicBezTo>
                      <a:cubicBezTo>
                        <a:pt x="13024" y="12562"/>
                        <a:pt x="12971" y="12619"/>
                        <a:pt x="12971" y="12619"/>
                      </a:cubicBezTo>
                      <a:cubicBezTo>
                        <a:pt x="12971" y="12562"/>
                        <a:pt x="12971" y="12505"/>
                        <a:pt x="12918" y="12392"/>
                      </a:cubicBezTo>
                      <a:cubicBezTo>
                        <a:pt x="12865" y="12335"/>
                        <a:pt x="12865" y="12392"/>
                        <a:pt x="12812" y="12392"/>
                      </a:cubicBezTo>
                      <a:cubicBezTo>
                        <a:pt x="12812" y="12392"/>
                        <a:pt x="12759" y="12448"/>
                        <a:pt x="12653" y="12448"/>
                      </a:cubicBezTo>
                      <a:cubicBezTo>
                        <a:pt x="12547" y="12448"/>
                        <a:pt x="12600" y="12335"/>
                        <a:pt x="12547" y="12278"/>
                      </a:cubicBezTo>
                      <a:cubicBezTo>
                        <a:pt x="12494" y="12221"/>
                        <a:pt x="12388" y="12221"/>
                        <a:pt x="12388" y="12221"/>
                      </a:cubicBezTo>
                      <a:cubicBezTo>
                        <a:pt x="12335" y="12221"/>
                        <a:pt x="12229" y="12392"/>
                        <a:pt x="12229" y="12448"/>
                      </a:cubicBezTo>
                      <a:cubicBezTo>
                        <a:pt x="12229" y="12505"/>
                        <a:pt x="12282" y="12505"/>
                        <a:pt x="12441" y="12676"/>
                      </a:cubicBezTo>
                      <a:cubicBezTo>
                        <a:pt x="12600" y="12789"/>
                        <a:pt x="12653" y="12789"/>
                        <a:pt x="12706" y="12789"/>
                      </a:cubicBezTo>
                      <a:cubicBezTo>
                        <a:pt x="12759" y="12846"/>
                        <a:pt x="12918" y="12960"/>
                        <a:pt x="12971" y="13017"/>
                      </a:cubicBezTo>
                      <a:close/>
                      <a:moveTo>
                        <a:pt x="11435" y="20463"/>
                      </a:moveTo>
                      <a:cubicBezTo>
                        <a:pt x="11435" y="20463"/>
                        <a:pt x="11435" y="20463"/>
                        <a:pt x="11435" y="20463"/>
                      </a:cubicBezTo>
                      <a:cubicBezTo>
                        <a:pt x="11488" y="20293"/>
                        <a:pt x="11488" y="20293"/>
                        <a:pt x="11488" y="20293"/>
                      </a:cubicBezTo>
                      <a:cubicBezTo>
                        <a:pt x="11382" y="20122"/>
                        <a:pt x="11382" y="20122"/>
                        <a:pt x="11382" y="20122"/>
                      </a:cubicBezTo>
                      <a:cubicBezTo>
                        <a:pt x="11382" y="19895"/>
                        <a:pt x="11382" y="19895"/>
                        <a:pt x="11382" y="19895"/>
                      </a:cubicBezTo>
                      <a:cubicBezTo>
                        <a:pt x="11435" y="19838"/>
                        <a:pt x="11435" y="19838"/>
                        <a:pt x="11435" y="19838"/>
                      </a:cubicBezTo>
                      <a:cubicBezTo>
                        <a:pt x="11435" y="19838"/>
                        <a:pt x="11541" y="19952"/>
                        <a:pt x="11541" y="20008"/>
                      </a:cubicBezTo>
                      <a:cubicBezTo>
                        <a:pt x="11541" y="20065"/>
                        <a:pt x="11541" y="20179"/>
                        <a:pt x="11541" y="20179"/>
                      </a:cubicBezTo>
                      <a:cubicBezTo>
                        <a:pt x="11541" y="20179"/>
                        <a:pt x="11700" y="20293"/>
                        <a:pt x="11700" y="20293"/>
                      </a:cubicBezTo>
                      <a:cubicBezTo>
                        <a:pt x="11753" y="20293"/>
                        <a:pt x="12071" y="20236"/>
                        <a:pt x="12071" y="20236"/>
                      </a:cubicBezTo>
                      <a:cubicBezTo>
                        <a:pt x="12071" y="20236"/>
                        <a:pt x="12176" y="20065"/>
                        <a:pt x="12176" y="20065"/>
                      </a:cubicBezTo>
                      <a:cubicBezTo>
                        <a:pt x="12229" y="20008"/>
                        <a:pt x="12388" y="19895"/>
                        <a:pt x="12388" y="19895"/>
                      </a:cubicBezTo>
                      <a:cubicBezTo>
                        <a:pt x="12388" y="19895"/>
                        <a:pt x="12388" y="19838"/>
                        <a:pt x="12494" y="19952"/>
                      </a:cubicBezTo>
                      <a:cubicBezTo>
                        <a:pt x="12600" y="20008"/>
                        <a:pt x="12494" y="20179"/>
                        <a:pt x="12494" y="20179"/>
                      </a:cubicBezTo>
                      <a:cubicBezTo>
                        <a:pt x="12441" y="20179"/>
                        <a:pt x="12441" y="20236"/>
                        <a:pt x="12441" y="20236"/>
                      </a:cubicBezTo>
                      <a:cubicBezTo>
                        <a:pt x="12547" y="20349"/>
                        <a:pt x="12547" y="20349"/>
                        <a:pt x="12547" y="20349"/>
                      </a:cubicBezTo>
                      <a:cubicBezTo>
                        <a:pt x="12547" y="20349"/>
                        <a:pt x="12547" y="20236"/>
                        <a:pt x="12600" y="20236"/>
                      </a:cubicBezTo>
                      <a:cubicBezTo>
                        <a:pt x="12653" y="20236"/>
                        <a:pt x="12653" y="20179"/>
                        <a:pt x="12706" y="20179"/>
                      </a:cubicBezTo>
                      <a:cubicBezTo>
                        <a:pt x="12706" y="20236"/>
                        <a:pt x="12812" y="20349"/>
                        <a:pt x="12812" y="20349"/>
                      </a:cubicBezTo>
                      <a:cubicBezTo>
                        <a:pt x="12812" y="20349"/>
                        <a:pt x="12812" y="20520"/>
                        <a:pt x="12865" y="20520"/>
                      </a:cubicBezTo>
                      <a:cubicBezTo>
                        <a:pt x="12918" y="20463"/>
                        <a:pt x="13024" y="20520"/>
                        <a:pt x="13076" y="20463"/>
                      </a:cubicBezTo>
                      <a:cubicBezTo>
                        <a:pt x="13129" y="20463"/>
                        <a:pt x="13659" y="20293"/>
                        <a:pt x="13659" y="20293"/>
                      </a:cubicBezTo>
                      <a:cubicBezTo>
                        <a:pt x="13818" y="20179"/>
                        <a:pt x="13818" y="20179"/>
                        <a:pt x="13818" y="20179"/>
                      </a:cubicBezTo>
                      <a:cubicBezTo>
                        <a:pt x="13818" y="20179"/>
                        <a:pt x="13924" y="20122"/>
                        <a:pt x="14029" y="20122"/>
                      </a:cubicBezTo>
                      <a:cubicBezTo>
                        <a:pt x="14082" y="20122"/>
                        <a:pt x="14400" y="20008"/>
                        <a:pt x="14400" y="20008"/>
                      </a:cubicBezTo>
                      <a:cubicBezTo>
                        <a:pt x="14400" y="20008"/>
                        <a:pt x="14559" y="19895"/>
                        <a:pt x="14665" y="19952"/>
                      </a:cubicBezTo>
                      <a:cubicBezTo>
                        <a:pt x="14718" y="20065"/>
                        <a:pt x="14929" y="20236"/>
                        <a:pt x="14929" y="20236"/>
                      </a:cubicBezTo>
                      <a:cubicBezTo>
                        <a:pt x="15247" y="20179"/>
                        <a:pt x="15247" y="20179"/>
                        <a:pt x="15247" y="20179"/>
                      </a:cubicBezTo>
                      <a:cubicBezTo>
                        <a:pt x="15247" y="20179"/>
                        <a:pt x="15353" y="20122"/>
                        <a:pt x="15353" y="20122"/>
                      </a:cubicBezTo>
                      <a:cubicBezTo>
                        <a:pt x="15406" y="20179"/>
                        <a:pt x="15724" y="20122"/>
                        <a:pt x="15724" y="20122"/>
                      </a:cubicBezTo>
                      <a:cubicBezTo>
                        <a:pt x="15724" y="20122"/>
                        <a:pt x="15882" y="19952"/>
                        <a:pt x="15935" y="19952"/>
                      </a:cubicBezTo>
                      <a:cubicBezTo>
                        <a:pt x="15935" y="19952"/>
                        <a:pt x="16306" y="19838"/>
                        <a:pt x="16306" y="19838"/>
                      </a:cubicBezTo>
                      <a:cubicBezTo>
                        <a:pt x="16306" y="19838"/>
                        <a:pt x="16359" y="19838"/>
                        <a:pt x="16359" y="19952"/>
                      </a:cubicBezTo>
                      <a:cubicBezTo>
                        <a:pt x="16359" y="20065"/>
                        <a:pt x="16359" y="20236"/>
                        <a:pt x="16359" y="20293"/>
                      </a:cubicBezTo>
                      <a:cubicBezTo>
                        <a:pt x="16412" y="20349"/>
                        <a:pt x="16359" y="20463"/>
                        <a:pt x="16465" y="20463"/>
                      </a:cubicBezTo>
                      <a:cubicBezTo>
                        <a:pt x="16571" y="20406"/>
                        <a:pt x="16676" y="20349"/>
                        <a:pt x="16676" y="20349"/>
                      </a:cubicBezTo>
                      <a:cubicBezTo>
                        <a:pt x="16676" y="20349"/>
                        <a:pt x="16571" y="20349"/>
                        <a:pt x="16782" y="20236"/>
                      </a:cubicBezTo>
                      <a:cubicBezTo>
                        <a:pt x="16941" y="20122"/>
                        <a:pt x="16994" y="20065"/>
                        <a:pt x="17047" y="20065"/>
                      </a:cubicBezTo>
                      <a:cubicBezTo>
                        <a:pt x="17100" y="20065"/>
                        <a:pt x="17100" y="20008"/>
                        <a:pt x="17153" y="20008"/>
                      </a:cubicBezTo>
                      <a:cubicBezTo>
                        <a:pt x="17259" y="20008"/>
                        <a:pt x="17259" y="20008"/>
                        <a:pt x="17312" y="20008"/>
                      </a:cubicBezTo>
                      <a:cubicBezTo>
                        <a:pt x="17365" y="19952"/>
                        <a:pt x="17471" y="19781"/>
                        <a:pt x="17471" y="19781"/>
                      </a:cubicBezTo>
                      <a:cubicBezTo>
                        <a:pt x="17471" y="19781"/>
                        <a:pt x="17524" y="19667"/>
                        <a:pt x="17576" y="19667"/>
                      </a:cubicBezTo>
                      <a:cubicBezTo>
                        <a:pt x="17576" y="19667"/>
                        <a:pt x="17682" y="19611"/>
                        <a:pt x="17682" y="19611"/>
                      </a:cubicBezTo>
                      <a:cubicBezTo>
                        <a:pt x="17629" y="19781"/>
                        <a:pt x="17629" y="19781"/>
                        <a:pt x="17629" y="19781"/>
                      </a:cubicBezTo>
                      <a:cubicBezTo>
                        <a:pt x="17629" y="19781"/>
                        <a:pt x="17735" y="20008"/>
                        <a:pt x="17735" y="20065"/>
                      </a:cubicBezTo>
                      <a:cubicBezTo>
                        <a:pt x="17735" y="20065"/>
                        <a:pt x="17735" y="20122"/>
                        <a:pt x="17682" y="20179"/>
                      </a:cubicBezTo>
                      <a:cubicBezTo>
                        <a:pt x="17682" y="20293"/>
                        <a:pt x="17682" y="20349"/>
                        <a:pt x="17682" y="20349"/>
                      </a:cubicBezTo>
                      <a:cubicBezTo>
                        <a:pt x="17629" y="20406"/>
                        <a:pt x="17629" y="20463"/>
                        <a:pt x="17629" y="20520"/>
                      </a:cubicBezTo>
                      <a:cubicBezTo>
                        <a:pt x="17576" y="20520"/>
                        <a:pt x="17418" y="20634"/>
                        <a:pt x="17418" y="20634"/>
                      </a:cubicBezTo>
                      <a:cubicBezTo>
                        <a:pt x="17153" y="20577"/>
                        <a:pt x="17153" y="20577"/>
                        <a:pt x="17153" y="20577"/>
                      </a:cubicBezTo>
                      <a:cubicBezTo>
                        <a:pt x="17153" y="20577"/>
                        <a:pt x="17047" y="20634"/>
                        <a:pt x="16994" y="20691"/>
                      </a:cubicBezTo>
                      <a:cubicBezTo>
                        <a:pt x="16888" y="20691"/>
                        <a:pt x="16729" y="20861"/>
                        <a:pt x="16676" y="20861"/>
                      </a:cubicBezTo>
                      <a:cubicBezTo>
                        <a:pt x="16624" y="20861"/>
                        <a:pt x="16465" y="20861"/>
                        <a:pt x="16306" y="20861"/>
                      </a:cubicBezTo>
                      <a:cubicBezTo>
                        <a:pt x="16147" y="20918"/>
                        <a:pt x="15724" y="21032"/>
                        <a:pt x="15724" y="21032"/>
                      </a:cubicBezTo>
                      <a:cubicBezTo>
                        <a:pt x="15724" y="21032"/>
                        <a:pt x="15671" y="21088"/>
                        <a:pt x="15618" y="21145"/>
                      </a:cubicBezTo>
                      <a:cubicBezTo>
                        <a:pt x="15512" y="21145"/>
                        <a:pt x="15300" y="21259"/>
                        <a:pt x="15247" y="21259"/>
                      </a:cubicBezTo>
                      <a:cubicBezTo>
                        <a:pt x="15194" y="21316"/>
                        <a:pt x="15035" y="21429"/>
                        <a:pt x="14982" y="21429"/>
                      </a:cubicBezTo>
                      <a:cubicBezTo>
                        <a:pt x="14929" y="21429"/>
                        <a:pt x="14876" y="21486"/>
                        <a:pt x="14665" y="21486"/>
                      </a:cubicBezTo>
                      <a:cubicBezTo>
                        <a:pt x="14400" y="21543"/>
                        <a:pt x="14347" y="21600"/>
                        <a:pt x="14347" y="21600"/>
                      </a:cubicBezTo>
                      <a:cubicBezTo>
                        <a:pt x="14188" y="21600"/>
                        <a:pt x="14188" y="21600"/>
                        <a:pt x="14188" y="21600"/>
                      </a:cubicBezTo>
                      <a:cubicBezTo>
                        <a:pt x="14188" y="21202"/>
                        <a:pt x="14188" y="21202"/>
                        <a:pt x="14188" y="21202"/>
                      </a:cubicBezTo>
                      <a:cubicBezTo>
                        <a:pt x="14188" y="21202"/>
                        <a:pt x="14188" y="21032"/>
                        <a:pt x="14029" y="21088"/>
                      </a:cubicBezTo>
                      <a:cubicBezTo>
                        <a:pt x="13871" y="21145"/>
                        <a:pt x="14082" y="21088"/>
                        <a:pt x="13765" y="21145"/>
                      </a:cubicBezTo>
                      <a:cubicBezTo>
                        <a:pt x="13500" y="21202"/>
                        <a:pt x="13341" y="21032"/>
                        <a:pt x="13341" y="21032"/>
                      </a:cubicBezTo>
                      <a:cubicBezTo>
                        <a:pt x="13341" y="21032"/>
                        <a:pt x="13076" y="21032"/>
                        <a:pt x="12971" y="21088"/>
                      </a:cubicBezTo>
                      <a:cubicBezTo>
                        <a:pt x="12865" y="21088"/>
                        <a:pt x="12706" y="21088"/>
                        <a:pt x="12653" y="21088"/>
                      </a:cubicBezTo>
                      <a:cubicBezTo>
                        <a:pt x="12600" y="21145"/>
                        <a:pt x="12600" y="21088"/>
                        <a:pt x="12441" y="21145"/>
                      </a:cubicBezTo>
                      <a:cubicBezTo>
                        <a:pt x="12282" y="21145"/>
                        <a:pt x="12124" y="21202"/>
                        <a:pt x="12124" y="21202"/>
                      </a:cubicBezTo>
                      <a:cubicBezTo>
                        <a:pt x="11965" y="21088"/>
                        <a:pt x="11965" y="21088"/>
                        <a:pt x="11965" y="21088"/>
                      </a:cubicBezTo>
                      <a:cubicBezTo>
                        <a:pt x="11965" y="21088"/>
                        <a:pt x="11806" y="21088"/>
                        <a:pt x="11753" y="21145"/>
                      </a:cubicBezTo>
                      <a:cubicBezTo>
                        <a:pt x="11647" y="21202"/>
                        <a:pt x="11700" y="21259"/>
                        <a:pt x="11594" y="21259"/>
                      </a:cubicBezTo>
                      <a:cubicBezTo>
                        <a:pt x="11488" y="21259"/>
                        <a:pt x="11541" y="21316"/>
                        <a:pt x="11435" y="21259"/>
                      </a:cubicBezTo>
                      <a:cubicBezTo>
                        <a:pt x="11276" y="21202"/>
                        <a:pt x="11171" y="21145"/>
                        <a:pt x="11171" y="21145"/>
                      </a:cubicBezTo>
                      <a:cubicBezTo>
                        <a:pt x="11118" y="20804"/>
                        <a:pt x="11118" y="20804"/>
                        <a:pt x="11118" y="20804"/>
                      </a:cubicBezTo>
                      <a:cubicBezTo>
                        <a:pt x="11118" y="20804"/>
                        <a:pt x="11118" y="20804"/>
                        <a:pt x="11118" y="20634"/>
                      </a:cubicBezTo>
                      <a:cubicBezTo>
                        <a:pt x="11065" y="20520"/>
                        <a:pt x="11012" y="20293"/>
                        <a:pt x="11012" y="20293"/>
                      </a:cubicBezTo>
                      <a:cubicBezTo>
                        <a:pt x="11118" y="20122"/>
                        <a:pt x="11118" y="20122"/>
                        <a:pt x="11118" y="20122"/>
                      </a:cubicBezTo>
                      <a:cubicBezTo>
                        <a:pt x="11118" y="20122"/>
                        <a:pt x="11171" y="20236"/>
                        <a:pt x="11171" y="20293"/>
                      </a:cubicBezTo>
                      <a:cubicBezTo>
                        <a:pt x="11171" y="20293"/>
                        <a:pt x="11171" y="20463"/>
                        <a:pt x="11224" y="20463"/>
                      </a:cubicBezTo>
                      <a:cubicBezTo>
                        <a:pt x="11329" y="20463"/>
                        <a:pt x="11435" y="20463"/>
                        <a:pt x="11435" y="20463"/>
                      </a:cubicBezTo>
                      <a:close/>
                      <a:moveTo>
                        <a:pt x="9106" y="18133"/>
                      </a:moveTo>
                      <a:cubicBezTo>
                        <a:pt x="9106" y="18133"/>
                        <a:pt x="9106" y="18133"/>
                        <a:pt x="9106" y="18133"/>
                      </a:cubicBezTo>
                      <a:cubicBezTo>
                        <a:pt x="9265" y="18076"/>
                        <a:pt x="9265" y="18076"/>
                        <a:pt x="9265" y="18076"/>
                      </a:cubicBezTo>
                      <a:cubicBezTo>
                        <a:pt x="9318" y="18246"/>
                        <a:pt x="9318" y="18246"/>
                        <a:pt x="9318" y="18246"/>
                      </a:cubicBezTo>
                      <a:cubicBezTo>
                        <a:pt x="9476" y="18303"/>
                        <a:pt x="9476" y="18303"/>
                        <a:pt x="9476" y="18303"/>
                      </a:cubicBezTo>
                      <a:cubicBezTo>
                        <a:pt x="9476" y="18303"/>
                        <a:pt x="9688" y="18417"/>
                        <a:pt x="9688" y="18474"/>
                      </a:cubicBezTo>
                      <a:cubicBezTo>
                        <a:pt x="9688" y="18474"/>
                        <a:pt x="9582" y="18644"/>
                        <a:pt x="9582" y="18644"/>
                      </a:cubicBezTo>
                      <a:cubicBezTo>
                        <a:pt x="9582" y="18644"/>
                        <a:pt x="9582" y="18758"/>
                        <a:pt x="9582" y="18815"/>
                      </a:cubicBezTo>
                      <a:cubicBezTo>
                        <a:pt x="9582" y="18815"/>
                        <a:pt x="9476" y="18815"/>
                        <a:pt x="9424" y="18815"/>
                      </a:cubicBezTo>
                      <a:cubicBezTo>
                        <a:pt x="9371" y="18758"/>
                        <a:pt x="9212" y="18701"/>
                        <a:pt x="9212" y="18701"/>
                      </a:cubicBezTo>
                      <a:cubicBezTo>
                        <a:pt x="9212" y="18474"/>
                        <a:pt x="9212" y="18474"/>
                        <a:pt x="9212" y="18474"/>
                      </a:cubicBezTo>
                      <a:cubicBezTo>
                        <a:pt x="9053" y="18303"/>
                        <a:pt x="9053" y="18303"/>
                        <a:pt x="9053" y="18303"/>
                      </a:cubicBezTo>
                      <a:cubicBezTo>
                        <a:pt x="9106" y="18133"/>
                        <a:pt x="9106" y="18133"/>
                        <a:pt x="9106" y="18133"/>
                      </a:cubicBezTo>
                      <a:close/>
                      <a:moveTo>
                        <a:pt x="4871" y="13187"/>
                      </a:moveTo>
                      <a:cubicBezTo>
                        <a:pt x="4871" y="13187"/>
                        <a:pt x="4871" y="13187"/>
                        <a:pt x="4871" y="13187"/>
                      </a:cubicBezTo>
                      <a:cubicBezTo>
                        <a:pt x="4871" y="13187"/>
                        <a:pt x="4765" y="13187"/>
                        <a:pt x="4765" y="13187"/>
                      </a:cubicBezTo>
                      <a:cubicBezTo>
                        <a:pt x="4712" y="13187"/>
                        <a:pt x="4659" y="13187"/>
                        <a:pt x="4606" y="13187"/>
                      </a:cubicBezTo>
                      <a:cubicBezTo>
                        <a:pt x="4553" y="13187"/>
                        <a:pt x="4606" y="13301"/>
                        <a:pt x="4606" y="13358"/>
                      </a:cubicBezTo>
                      <a:cubicBezTo>
                        <a:pt x="4606" y="13358"/>
                        <a:pt x="4606" y="13472"/>
                        <a:pt x="4606" y="13528"/>
                      </a:cubicBezTo>
                      <a:cubicBezTo>
                        <a:pt x="4553" y="13585"/>
                        <a:pt x="4500" y="13642"/>
                        <a:pt x="4500" y="13699"/>
                      </a:cubicBezTo>
                      <a:cubicBezTo>
                        <a:pt x="4500" y="13699"/>
                        <a:pt x="4500" y="13813"/>
                        <a:pt x="4500" y="13869"/>
                      </a:cubicBezTo>
                      <a:cubicBezTo>
                        <a:pt x="4447" y="13869"/>
                        <a:pt x="4341" y="13983"/>
                        <a:pt x="4288" y="13983"/>
                      </a:cubicBezTo>
                      <a:cubicBezTo>
                        <a:pt x="4235" y="14040"/>
                        <a:pt x="4129" y="14097"/>
                        <a:pt x="4129" y="14097"/>
                      </a:cubicBezTo>
                      <a:cubicBezTo>
                        <a:pt x="4235" y="14381"/>
                        <a:pt x="4235" y="14381"/>
                        <a:pt x="4235" y="14381"/>
                      </a:cubicBezTo>
                      <a:cubicBezTo>
                        <a:pt x="4235" y="14381"/>
                        <a:pt x="4341" y="14324"/>
                        <a:pt x="4394" y="14381"/>
                      </a:cubicBezTo>
                      <a:cubicBezTo>
                        <a:pt x="4447" y="14438"/>
                        <a:pt x="4606" y="14552"/>
                        <a:pt x="4659" y="14552"/>
                      </a:cubicBezTo>
                      <a:cubicBezTo>
                        <a:pt x="4659" y="14552"/>
                        <a:pt x="4765" y="14893"/>
                        <a:pt x="4765" y="14893"/>
                      </a:cubicBezTo>
                      <a:cubicBezTo>
                        <a:pt x="4818" y="14949"/>
                        <a:pt x="4871" y="14893"/>
                        <a:pt x="4871" y="14893"/>
                      </a:cubicBezTo>
                      <a:cubicBezTo>
                        <a:pt x="4871" y="14893"/>
                        <a:pt x="4976" y="14949"/>
                        <a:pt x="5029" y="15006"/>
                      </a:cubicBezTo>
                      <a:cubicBezTo>
                        <a:pt x="5082" y="15006"/>
                        <a:pt x="5188" y="15063"/>
                        <a:pt x="5241" y="15120"/>
                      </a:cubicBezTo>
                      <a:cubicBezTo>
                        <a:pt x="5294" y="15120"/>
                        <a:pt x="5400" y="15291"/>
                        <a:pt x="5453" y="15291"/>
                      </a:cubicBezTo>
                      <a:cubicBezTo>
                        <a:pt x="5506" y="15347"/>
                        <a:pt x="5612" y="15461"/>
                        <a:pt x="5612" y="15461"/>
                      </a:cubicBezTo>
                      <a:cubicBezTo>
                        <a:pt x="5612" y="15461"/>
                        <a:pt x="5718" y="15632"/>
                        <a:pt x="5771" y="15745"/>
                      </a:cubicBezTo>
                      <a:cubicBezTo>
                        <a:pt x="5771" y="15802"/>
                        <a:pt x="5771" y="15802"/>
                        <a:pt x="5718" y="15859"/>
                      </a:cubicBezTo>
                      <a:cubicBezTo>
                        <a:pt x="5665" y="15916"/>
                        <a:pt x="5665" y="15973"/>
                        <a:pt x="5612" y="16086"/>
                      </a:cubicBezTo>
                      <a:cubicBezTo>
                        <a:pt x="5559" y="16200"/>
                        <a:pt x="5665" y="16314"/>
                        <a:pt x="5665" y="16314"/>
                      </a:cubicBezTo>
                      <a:cubicBezTo>
                        <a:pt x="5665" y="16598"/>
                        <a:pt x="5665" y="16598"/>
                        <a:pt x="5665" y="16598"/>
                      </a:cubicBezTo>
                      <a:cubicBezTo>
                        <a:pt x="5718" y="16712"/>
                        <a:pt x="5718" y="16712"/>
                        <a:pt x="5718" y="16712"/>
                      </a:cubicBezTo>
                      <a:cubicBezTo>
                        <a:pt x="5718" y="16712"/>
                        <a:pt x="5771" y="16768"/>
                        <a:pt x="5824" y="16768"/>
                      </a:cubicBezTo>
                      <a:cubicBezTo>
                        <a:pt x="5876" y="16825"/>
                        <a:pt x="5876" y="16825"/>
                        <a:pt x="5876" y="16825"/>
                      </a:cubicBezTo>
                      <a:cubicBezTo>
                        <a:pt x="5876" y="16825"/>
                        <a:pt x="5982" y="16939"/>
                        <a:pt x="6035" y="16996"/>
                      </a:cubicBezTo>
                      <a:cubicBezTo>
                        <a:pt x="6035" y="17053"/>
                        <a:pt x="5982" y="17109"/>
                        <a:pt x="5982" y="17166"/>
                      </a:cubicBezTo>
                      <a:cubicBezTo>
                        <a:pt x="5982" y="17223"/>
                        <a:pt x="6035" y="17451"/>
                        <a:pt x="6035" y="17451"/>
                      </a:cubicBezTo>
                      <a:cubicBezTo>
                        <a:pt x="6035" y="17451"/>
                        <a:pt x="6141" y="17394"/>
                        <a:pt x="6247" y="17337"/>
                      </a:cubicBezTo>
                      <a:cubicBezTo>
                        <a:pt x="6300" y="17337"/>
                        <a:pt x="6353" y="17394"/>
                        <a:pt x="6406" y="17394"/>
                      </a:cubicBezTo>
                      <a:cubicBezTo>
                        <a:pt x="6459" y="17451"/>
                        <a:pt x="6459" y="17507"/>
                        <a:pt x="6459" y="17507"/>
                      </a:cubicBezTo>
                      <a:cubicBezTo>
                        <a:pt x="6459" y="17507"/>
                        <a:pt x="6618" y="17394"/>
                        <a:pt x="6618" y="17337"/>
                      </a:cubicBezTo>
                      <a:cubicBezTo>
                        <a:pt x="6618" y="17337"/>
                        <a:pt x="6618" y="17223"/>
                        <a:pt x="6618" y="17223"/>
                      </a:cubicBezTo>
                      <a:cubicBezTo>
                        <a:pt x="6618" y="17223"/>
                        <a:pt x="6618" y="16996"/>
                        <a:pt x="6618" y="16939"/>
                      </a:cubicBezTo>
                      <a:cubicBezTo>
                        <a:pt x="6618" y="16882"/>
                        <a:pt x="6565" y="16712"/>
                        <a:pt x="6565" y="16655"/>
                      </a:cubicBezTo>
                      <a:cubicBezTo>
                        <a:pt x="6565" y="16655"/>
                        <a:pt x="6618" y="16541"/>
                        <a:pt x="6618" y="16541"/>
                      </a:cubicBezTo>
                      <a:cubicBezTo>
                        <a:pt x="6618" y="16541"/>
                        <a:pt x="6776" y="16484"/>
                        <a:pt x="6829" y="16484"/>
                      </a:cubicBezTo>
                      <a:cubicBezTo>
                        <a:pt x="6882" y="16484"/>
                        <a:pt x="6935" y="16541"/>
                        <a:pt x="6988" y="16598"/>
                      </a:cubicBezTo>
                      <a:cubicBezTo>
                        <a:pt x="6988" y="16655"/>
                        <a:pt x="6988" y="16882"/>
                        <a:pt x="6988" y="16882"/>
                      </a:cubicBezTo>
                      <a:cubicBezTo>
                        <a:pt x="7306" y="16939"/>
                        <a:pt x="7306" y="16939"/>
                        <a:pt x="7306" y="16939"/>
                      </a:cubicBezTo>
                      <a:cubicBezTo>
                        <a:pt x="7306" y="16939"/>
                        <a:pt x="7412" y="16996"/>
                        <a:pt x="7412" y="16996"/>
                      </a:cubicBezTo>
                      <a:cubicBezTo>
                        <a:pt x="7412" y="17053"/>
                        <a:pt x="7465" y="17166"/>
                        <a:pt x="7518" y="17223"/>
                      </a:cubicBezTo>
                      <a:cubicBezTo>
                        <a:pt x="7571" y="17280"/>
                        <a:pt x="7624" y="17337"/>
                        <a:pt x="7624" y="17337"/>
                      </a:cubicBezTo>
                      <a:cubicBezTo>
                        <a:pt x="7624" y="17337"/>
                        <a:pt x="7729" y="17621"/>
                        <a:pt x="7782" y="17678"/>
                      </a:cubicBezTo>
                      <a:cubicBezTo>
                        <a:pt x="7782" y="17735"/>
                        <a:pt x="7782" y="17848"/>
                        <a:pt x="7782" y="17962"/>
                      </a:cubicBezTo>
                      <a:cubicBezTo>
                        <a:pt x="7782" y="18076"/>
                        <a:pt x="7782" y="18076"/>
                        <a:pt x="7782" y="18076"/>
                      </a:cubicBezTo>
                      <a:cubicBezTo>
                        <a:pt x="7782" y="18076"/>
                        <a:pt x="7941" y="18133"/>
                        <a:pt x="7994" y="18189"/>
                      </a:cubicBezTo>
                      <a:cubicBezTo>
                        <a:pt x="8100" y="18246"/>
                        <a:pt x="8047" y="18189"/>
                        <a:pt x="8100" y="18133"/>
                      </a:cubicBezTo>
                      <a:cubicBezTo>
                        <a:pt x="8153" y="18076"/>
                        <a:pt x="8100" y="18019"/>
                        <a:pt x="8100" y="17962"/>
                      </a:cubicBezTo>
                      <a:cubicBezTo>
                        <a:pt x="8100" y="17905"/>
                        <a:pt x="8100" y="17792"/>
                        <a:pt x="8047" y="17678"/>
                      </a:cubicBezTo>
                      <a:cubicBezTo>
                        <a:pt x="8047" y="17621"/>
                        <a:pt x="8047" y="17564"/>
                        <a:pt x="8047" y="17564"/>
                      </a:cubicBezTo>
                      <a:cubicBezTo>
                        <a:pt x="8047" y="17564"/>
                        <a:pt x="8100" y="17451"/>
                        <a:pt x="8100" y="17394"/>
                      </a:cubicBezTo>
                      <a:cubicBezTo>
                        <a:pt x="8100" y="17394"/>
                        <a:pt x="8100" y="17280"/>
                        <a:pt x="8100" y="17223"/>
                      </a:cubicBezTo>
                      <a:cubicBezTo>
                        <a:pt x="8100" y="17166"/>
                        <a:pt x="8206" y="17109"/>
                        <a:pt x="8206" y="17109"/>
                      </a:cubicBezTo>
                      <a:cubicBezTo>
                        <a:pt x="8206" y="17109"/>
                        <a:pt x="8206" y="17053"/>
                        <a:pt x="8259" y="16939"/>
                      </a:cubicBezTo>
                      <a:cubicBezTo>
                        <a:pt x="8312" y="16882"/>
                        <a:pt x="8259" y="16939"/>
                        <a:pt x="8312" y="16939"/>
                      </a:cubicBezTo>
                      <a:cubicBezTo>
                        <a:pt x="8365" y="16882"/>
                        <a:pt x="8418" y="16882"/>
                        <a:pt x="8524" y="16882"/>
                      </a:cubicBezTo>
                      <a:cubicBezTo>
                        <a:pt x="8576" y="16882"/>
                        <a:pt x="8629" y="16939"/>
                        <a:pt x="8629" y="16939"/>
                      </a:cubicBezTo>
                      <a:cubicBezTo>
                        <a:pt x="8735" y="17109"/>
                        <a:pt x="8735" y="17109"/>
                        <a:pt x="8735" y="17109"/>
                      </a:cubicBezTo>
                      <a:cubicBezTo>
                        <a:pt x="8735" y="17109"/>
                        <a:pt x="8735" y="17109"/>
                        <a:pt x="8735" y="17166"/>
                      </a:cubicBezTo>
                      <a:cubicBezTo>
                        <a:pt x="8735" y="17223"/>
                        <a:pt x="8841" y="17337"/>
                        <a:pt x="8841" y="17337"/>
                      </a:cubicBezTo>
                      <a:cubicBezTo>
                        <a:pt x="9053" y="17507"/>
                        <a:pt x="9053" y="17507"/>
                        <a:pt x="9053" y="17507"/>
                      </a:cubicBezTo>
                      <a:cubicBezTo>
                        <a:pt x="9053" y="17507"/>
                        <a:pt x="9053" y="17564"/>
                        <a:pt x="9053" y="17564"/>
                      </a:cubicBezTo>
                      <a:cubicBezTo>
                        <a:pt x="9053" y="17621"/>
                        <a:pt x="9106" y="17735"/>
                        <a:pt x="9159" y="17792"/>
                      </a:cubicBezTo>
                      <a:cubicBezTo>
                        <a:pt x="9212" y="17905"/>
                        <a:pt x="9159" y="17735"/>
                        <a:pt x="9212" y="17735"/>
                      </a:cubicBezTo>
                      <a:cubicBezTo>
                        <a:pt x="9212" y="17678"/>
                        <a:pt x="9265" y="17621"/>
                        <a:pt x="9265" y="17621"/>
                      </a:cubicBezTo>
                      <a:cubicBezTo>
                        <a:pt x="9371" y="17792"/>
                        <a:pt x="9371" y="17792"/>
                        <a:pt x="9371" y="17792"/>
                      </a:cubicBezTo>
                      <a:cubicBezTo>
                        <a:pt x="9371" y="17792"/>
                        <a:pt x="9582" y="17848"/>
                        <a:pt x="9635" y="17848"/>
                      </a:cubicBezTo>
                      <a:cubicBezTo>
                        <a:pt x="9688" y="17792"/>
                        <a:pt x="9741" y="17735"/>
                        <a:pt x="9741" y="17735"/>
                      </a:cubicBezTo>
                      <a:cubicBezTo>
                        <a:pt x="9635" y="17621"/>
                        <a:pt x="9635" y="17621"/>
                        <a:pt x="9635" y="17621"/>
                      </a:cubicBezTo>
                      <a:cubicBezTo>
                        <a:pt x="9529" y="17451"/>
                        <a:pt x="9529" y="17451"/>
                        <a:pt x="9529" y="17451"/>
                      </a:cubicBezTo>
                      <a:cubicBezTo>
                        <a:pt x="9529" y="17451"/>
                        <a:pt x="9371" y="17280"/>
                        <a:pt x="9318" y="17280"/>
                      </a:cubicBezTo>
                      <a:cubicBezTo>
                        <a:pt x="9265" y="17223"/>
                        <a:pt x="9212" y="17166"/>
                        <a:pt x="9212" y="17109"/>
                      </a:cubicBezTo>
                      <a:cubicBezTo>
                        <a:pt x="9159" y="17053"/>
                        <a:pt x="9159" y="16939"/>
                        <a:pt x="9159" y="16939"/>
                      </a:cubicBezTo>
                      <a:cubicBezTo>
                        <a:pt x="9212" y="16882"/>
                        <a:pt x="9212" y="16768"/>
                        <a:pt x="9265" y="16655"/>
                      </a:cubicBezTo>
                      <a:cubicBezTo>
                        <a:pt x="9318" y="16541"/>
                        <a:pt x="9212" y="16655"/>
                        <a:pt x="9212" y="16655"/>
                      </a:cubicBezTo>
                      <a:cubicBezTo>
                        <a:pt x="9212" y="16655"/>
                        <a:pt x="9106" y="16484"/>
                        <a:pt x="9159" y="16427"/>
                      </a:cubicBezTo>
                      <a:cubicBezTo>
                        <a:pt x="9159" y="16427"/>
                        <a:pt x="8947" y="16086"/>
                        <a:pt x="8947" y="16086"/>
                      </a:cubicBezTo>
                      <a:cubicBezTo>
                        <a:pt x="8947" y="16086"/>
                        <a:pt x="8894" y="15973"/>
                        <a:pt x="8894" y="15973"/>
                      </a:cubicBezTo>
                      <a:cubicBezTo>
                        <a:pt x="8894" y="15973"/>
                        <a:pt x="8735" y="15859"/>
                        <a:pt x="8682" y="15859"/>
                      </a:cubicBezTo>
                      <a:cubicBezTo>
                        <a:pt x="8629" y="15802"/>
                        <a:pt x="8576" y="15745"/>
                        <a:pt x="8576" y="15745"/>
                      </a:cubicBezTo>
                      <a:cubicBezTo>
                        <a:pt x="8576" y="15688"/>
                        <a:pt x="8576" y="15575"/>
                        <a:pt x="8576" y="15518"/>
                      </a:cubicBezTo>
                      <a:cubicBezTo>
                        <a:pt x="8524" y="15461"/>
                        <a:pt x="8471" y="15347"/>
                        <a:pt x="8418" y="15291"/>
                      </a:cubicBezTo>
                      <a:cubicBezTo>
                        <a:pt x="8365" y="15234"/>
                        <a:pt x="8312" y="15120"/>
                        <a:pt x="8259" y="15006"/>
                      </a:cubicBezTo>
                      <a:cubicBezTo>
                        <a:pt x="8206" y="14949"/>
                        <a:pt x="8153" y="14836"/>
                        <a:pt x="8153" y="14836"/>
                      </a:cubicBezTo>
                      <a:cubicBezTo>
                        <a:pt x="8100" y="14608"/>
                        <a:pt x="8100" y="14608"/>
                        <a:pt x="8100" y="14608"/>
                      </a:cubicBezTo>
                      <a:cubicBezTo>
                        <a:pt x="8100" y="14495"/>
                        <a:pt x="8100" y="14495"/>
                        <a:pt x="8100" y="14495"/>
                      </a:cubicBezTo>
                      <a:cubicBezTo>
                        <a:pt x="8259" y="14608"/>
                        <a:pt x="8259" y="14608"/>
                        <a:pt x="8259" y="14608"/>
                      </a:cubicBezTo>
                      <a:cubicBezTo>
                        <a:pt x="8259" y="14608"/>
                        <a:pt x="8365" y="14552"/>
                        <a:pt x="8418" y="14552"/>
                      </a:cubicBezTo>
                      <a:cubicBezTo>
                        <a:pt x="8471" y="14552"/>
                        <a:pt x="8629" y="14608"/>
                        <a:pt x="8629" y="14608"/>
                      </a:cubicBezTo>
                      <a:cubicBezTo>
                        <a:pt x="8629" y="14608"/>
                        <a:pt x="8735" y="14665"/>
                        <a:pt x="8788" y="14665"/>
                      </a:cubicBezTo>
                      <a:cubicBezTo>
                        <a:pt x="8788" y="14665"/>
                        <a:pt x="8841" y="14722"/>
                        <a:pt x="8894" y="14665"/>
                      </a:cubicBezTo>
                      <a:cubicBezTo>
                        <a:pt x="8947" y="14665"/>
                        <a:pt x="9000" y="14779"/>
                        <a:pt x="9000" y="14836"/>
                      </a:cubicBezTo>
                      <a:cubicBezTo>
                        <a:pt x="9000" y="14893"/>
                        <a:pt x="8947" y="14949"/>
                        <a:pt x="8947" y="14949"/>
                      </a:cubicBezTo>
                      <a:cubicBezTo>
                        <a:pt x="8947" y="15006"/>
                        <a:pt x="8947" y="15063"/>
                        <a:pt x="8947" y="15063"/>
                      </a:cubicBezTo>
                      <a:cubicBezTo>
                        <a:pt x="8947" y="15063"/>
                        <a:pt x="9053" y="15120"/>
                        <a:pt x="9106" y="15120"/>
                      </a:cubicBezTo>
                      <a:cubicBezTo>
                        <a:pt x="9106" y="15177"/>
                        <a:pt x="9053" y="15234"/>
                        <a:pt x="9053" y="15234"/>
                      </a:cubicBezTo>
                      <a:cubicBezTo>
                        <a:pt x="9053" y="15234"/>
                        <a:pt x="9053" y="15347"/>
                        <a:pt x="9053" y="15404"/>
                      </a:cubicBezTo>
                      <a:cubicBezTo>
                        <a:pt x="9106" y="15404"/>
                        <a:pt x="9159" y="15291"/>
                        <a:pt x="9159" y="15291"/>
                      </a:cubicBezTo>
                      <a:cubicBezTo>
                        <a:pt x="9159" y="15291"/>
                        <a:pt x="9212" y="15177"/>
                        <a:pt x="9212" y="15120"/>
                      </a:cubicBezTo>
                      <a:cubicBezTo>
                        <a:pt x="9212" y="15063"/>
                        <a:pt x="9318" y="15006"/>
                        <a:pt x="9318" y="15006"/>
                      </a:cubicBezTo>
                      <a:cubicBezTo>
                        <a:pt x="9424" y="14779"/>
                        <a:pt x="9424" y="14779"/>
                        <a:pt x="9424" y="14779"/>
                      </a:cubicBezTo>
                      <a:cubicBezTo>
                        <a:pt x="9529" y="14665"/>
                        <a:pt x="9529" y="14665"/>
                        <a:pt x="9529" y="14665"/>
                      </a:cubicBezTo>
                      <a:cubicBezTo>
                        <a:pt x="9529" y="14665"/>
                        <a:pt x="9741" y="14608"/>
                        <a:pt x="9794" y="14552"/>
                      </a:cubicBezTo>
                      <a:cubicBezTo>
                        <a:pt x="9847" y="14495"/>
                        <a:pt x="9847" y="14552"/>
                        <a:pt x="9847" y="14495"/>
                      </a:cubicBezTo>
                      <a:cubicBezTo>
                        <a:pt x="9900" y="14495"/>
                        <a:pt x="9900" y="14381"/>
                        <a:pt x="9900" y="14381"/>
                      </a:cubicBezTo>
                      <a:cubicBezTo>
                        <a:pt x="9794" y="14267"/>
                        <a:pt x="9794" y="14267"/>
                        <a:pt x="9794" y="14267"/>
                      </a:cubicBezTo>
                      <a:cubicBezTo>
                        <a:pt x="9582" y="14324"/>
                        <a:pt x="9582" y="14324"/>
                        <a:pt x="9582" y="14324"/>
                      </a:cubicBezTo>
                      <a:cubicBezTo>
                        <a:pt x="9529" y="14211"/>
                        <a:pt x="9529" y="14211"/>
                        <a:pt x="9529" y="14211"/>
                      </a:cubicBezTo>
                      <a:cubicBezTo>
                        <a:pt x="9529" y="14211"/>
                        <a:pt x="9529" y="14211"/>
                        <a:pt x="9582" y="14211"/>
                      </a:cubicBezTo>
                      <a:cubicBezTo>
                        <a:pt x="9582" y="14211"/>
                        <a:pt x="9582" y="13983"/>
                        <a:pt x="9582" y="13983"/>
                      </a:cubicBezTo>
                      <a:cubicBezTo>
                        <a:pt x="9582" y="13983"/>
                        <a:pt x="9476" y="14040"/>
                        <a:pt x="9424" y="14040"/>
                      </a:cubicBezTo>
                      <a:cubicBezTo>
                        <a:pt x="9371" y="14040"/>
                        <a:pt x="9424" y="14211"/>
                        <a:pt x="9424" y="14211"/>
                      </a:cubicBezTo>
                      <a:cubicBezTo>
                        <a:pt x="9424" y="14211"/>
                        <a:pt x="9159" y="14154"/>
                        <a:pt x="9106" y="14154"/>
                      </a:cubicBezTo>
                      <a:cubicBezTo>
                        <a:pt x="9053" y="14097"/>
                        <a:pt x="9053" y="14040"/>
                        <a:pt x="9053" y="14040"/>
                      </a:cubicBezTo>
                      <a:cubicBezTo>
                        <a:pt x="9000" y="13983"/>
                        <a:pt x="9106" y="13813"/>
                        <a:pt x="9106" y="13813"/>
                      </a:cubicBezTo>
                      <a:cubicBezTo>
                        <a:pt x="9159" y="13585"/>
                        <a:pt x="9159" y="13585"/>
                        <a:pt x="9159" y="13585"/>
                      </a:cubicBezTo>
                      <a:cubicBezTo>
                        <a:pt x="9159" y="13585"/>
                        <a:pt x="8894" y="13528"/>
                        <a:pt x="8894" y="13472"/>
                      </a:cubicBezTo>
                      <a:cubicBezTo>
                        <a:pt x="8894" y="13415"/>
                        <a:pt x="8629" y="13585"/>
                        <a:pt x="8524" y="13472"/>
                      </a:cubicBezTo>
                      <a:cubicBezTo>
                        <a:pt x="8471" y="13358"/>
                        <a:pt x="8471" y="13358"/>
                        <a:pt x="8471" y="13358"/>
                      </a:cubicBezTo>
                      <a:cubicBezTo>
                        <a:pt x="8365" y="13244"/>
                        <a:pt x="8365" y="13244"/>
                        <a:pt x="8365" y="13244"/>
                      </a:cubicBezTo>
                      <a:cubicBezTo>
                        <a:pt x="8259" y="13244"/>
                        <a:pt x="8259" y="13244"/>
                        <a:pt x="8259" y="13244"/>
                      </a:cubicBezTo>
                      <a:cubicBezTo>
                        <a:pt x="8259" y="13244"/>
                        <a:pt x="8100" y="13301"/>
                        <a:pt x="8047" y="13301"/>
                      </a:cubicBezTo>
                      <a:cubicBezTo>
                        <a:pt x="7994" y="13301"/>
                        <a:pt x="7994" y="13187"/>
                        <a:pt x="7994" y="13187"/>
                      </a:cubicBezTo>
                      <a:cubicBezTo>
                        <a:pt x="7729" y="13074"/>
                        <a:pt x="7729" y="13074"/>
                        <a:pt x="7729" y="13074"/>
                      </a:cubicBezTo>
                      <a:cubicBezTo>
                        <a:pt x="7465" y="13017"/>
                        <a:pt x="7465" y="13017"/>
                        <a:pt x="7465" y="13017"/>
                      </a:cubicBezTo>
                      <a:cubicBezTo>
                        <a:pt x="7465" y="13017"/>
                        <a:pt x="7147" y="12960"/>
                        <a:pt x="7041" y="12903"/>
                      </a:cubicBezTo>
                      <a:cubicBezTo>
                        <a:pt x="6988" y="12903"/>
                        <a:pt x="6724" y="12846"/>
                        <a:pt x="6618" y="12846"/>
                      </a:cubicBezTo>
                      <a:cubicBezTo>
                        <a:pt x="6512" y="12846"/>
                        <a:pt x="6406" y="12846"/>
                        <a:pt x="6300" y="12789"/>
                      </a:cubicBezTo>
                      <a:cubicBezTo>
                        <a:pt x="6247" y="12733"/>
                        <a:pt x="6088" y="12676"/>
                        <a:pt x="6088" y="12676"/>
                      </a:cubicBezTo>
                      <a:cubicBezTo>
                        <a:pt x="6088" y="12676"/>
                        <a:pt x="5771" y="12562"/>
                        <a:pt x="5771" y="12562"/>
                      </a:cubicBezTo>
                      <a:cubicBezTo>
                        <a:pt x="5718" y="12562"/>
                        <a:pt x="5665" y="12562"/>
                        <a:pt x="5665" y="12562"/>
                      </a:cubicBezTo>
                      <a:cubicBezTo>
                        <a:pt x="5612" y="12562"/>
                        <a:pt x="5506" y="12733"/>
                        <a:pt x="5400" y="12789"/>
                      </a:cubicBezTo>
                      <a:cubicBezTo>
                        <a:pt x="5347" y="12789"/>
                        <a:pt x="5347" y="12960"/>
                        <a:pt x="5294" y="13017"/>
                      </a:cubicBezTo>
                      <a:cubicBezTo>
                        <a:pt x="5294" y="13131"/>
                        <a:pt x="5241" y="13187"/>
                        <a:pt x="5188" y="13187"/>
                      </a:cubicBezTo>
                      <a:cubicBezTo>
                        <a:pt x="5188" y="13244"/>
                        <a:pt x="4871" y="13131"/>
                        <a:pt x="4871" y="13187"/>
                      </a:cubicBezTo>
                      <a:close/>
                      <a:moveTo>
                        <a:pt x="3176" y="14324"/>
                      </a:moveTo>
                      <a:cubicBezTo>
                        <a:pt x="3176" y="14324"/>
                        <a:pt x="3176" y="14324"/>
                        <a:pt x="3176" y="14324"/>
                      </a:cubicBezTo>
                      <a:cubicBezTo>
                        <a:pt x="3176" y="14324"/>
                        <a:pt x="3282" y="14267"/>
                        <a:pt x="3282" y="14324"/>
                      </a:cubicBezTo>
                      <a:cubicBezTo>
                        <a:pt x="3282" y="14324"/>
                        <a:pt x="3335" y="14381"/>
                        <a:pt x="3335" y="14438"/>
                      </a:cubicBezTo>
                      <a:cubicBezTo>
                        <a:pt x="3388" y="14438"/>
                        <a:pt x="3494" y="14552"/>
                        <a:pt x="3547" y="14552"/>
                      </a:cubicBezTo>
                      <a:cubicBezTo>
                        <a:pt x="3600" y="14552"/>
                        <a:pt x="3759" y="14552"/>
                        <a:pt x="3759" y="14552"/>
                      </a:cubicBezTo>
                      <a:cubicBezTo>
                        <a:pt x="3918" y="14722"/>
                        <a:pt x="3918" y="14722"/>
                        <a:pt x="3918" y="14722"/>
                      </a:cubicBezTo>
                      <a:cubicBezTo>
                        <a:pt x="3918" y="14722"/>
                        <a:pt x="4076" y="14779"/>
                        <a:pt x="4076" y="14836"/>
                      </a:cubicBezTo>
                      <a:cubicBezTo>
                        <a:pt x="4076" y="14836"/>
                        <a:pt x="3812" y="15006"/>
                        <a:pt x="3812" y="15006"/>
                      </a:cubicBezTo>
                      <a:cubicBezTo>
                        <a:pt x="3759" y="15063"/>
                        <a:pt x="3759" y="15063"/>
                        <a:pt x="3759" y="15063"/>
                      </a:cubicBezTo>
                      <a:cubicBezTo>
                        <a:pt x="3759" y="15063"/>
                        <a:pt x="3759" y="15177"/>
                        <a:pt x="3653" y="15120"/>
                      </a:cubicBezTo>
                      <a:cubicBezTo>
                        <a:pt x="3600" y="15120"/>
                        <a:pt x="3547" y="15120"/>
                        <a:pt x="3494" y="15063"/>
                      </a:cubicBezTo>
                      <a:cubicBezTo>
                        <a:pt x="3494" y="15006"/>
                        <a:pt x="3494" y="15006"/>
                        <a:pt x="3441" y="14949"/>
                      </a:cubicBezTo>
                      <a:cubicBezTo>
                        <a:pt x="3335" y="14893"/>
                        <a:pt x="3124" y="14722"/>
                        <a:pt x="3124" y="14722"/>
                      </a:cubicBezTo>
                      <a:cubicBezTo>
                        <a:pt x="3124" y="14552"/>
                        <a:pt x="3124" y="14552"/>
                        <a:pt x="3124" y="14552"/>
                      </a:cubicBezTo>
                      <a:cubicBezTo>
                        <a:pt x="3124" y="14438"/>
                        <a:pt x="3124" y="14438"/>
                        <a:pt x="3124" y="14438"/>
                      </a:cubicBezTo>
                      <a:cubicBezTo>
                        <a:pt x="3176" y="14324"/>
                        <a:pt x="3176" y="14324"/>
                        <a:pt x="3176" y="14324"/>
                      </a:cubicBezTo>
                      <a:close/>
                      <a:moveTo>
                        <a:pt x="2541" y="13301"/>
                      </a:moveTo>
                      <a:cubicBezTo>
                        <a:pt x="2541" y="13301"/>
                        <a:pt x="2541" y="13301"/>
                        <a:pt x="2541" y="13301"/>
                      </a:cubicBezTo>
                      <a:cubicBezTo>
                        <a:pt x="2382" y="13074"/>
                        <a:pt x="2382" y="13074"/>
                        <a:pt x="2382" y="13074"/>
                      </a:cubicBezTo>
                      <a:cubicBezTo>
                        <a:pt x="2276" y="13301"/>
                        <a:pt x="2276" y="13301"/>
                        <a:pt x="2276" y="13301"/>
                      </a:cubicBezTo>
                      <a:cubicBezTo>
                        <a:pt x="2224" y="13528"/>
                        <a:pt x="2224" y="13528"/>
                        <a:pt x="2224" y="13528"/>
                      </a:cubicBezTo>
                      <a:cubicBezTo>
                        <a:pt x="2382" y="13642"/>
                        <a:pt x="2382" y="13642"/>
                        <a:pt x="2382" y="13642"/>
                      </a:cubicBezTo>
                      <a:cubicBezTo>
                        <a:pt x="2435" y="13642"/>
                        <a:pt x="2435" y="13642"/>
                        <a:pt x="2435" y="13642"/>
                      </a:cubicBezTo>
                      <a:cubicBezTo>
                        <a:pt x="2541" y="13472"/>
                        <a:pt x="2541" y="13472"/>
                        <a:pt x="2541" y="13472"/>
                      </a:cubicBezTo>
                      <a:cubicBezTo>
                        <a:pt x="2647" y="13642"/>
                        <a:pt x="2647" y="13642"/>
                        <a:pt x="2647" y="13642"/>
                      </a:cubicBezTo>
                      <a:cubicBezTo>
                        <a:pt x="2753" y="13869"/>
                        <a:pt x="2753" y="13869"/>
                        <a:pt x="2753" y="13869"/>
                      </a:cubicBezTo>
                      <a:cubicBezTo>
                        <a:pt x="2753" y="13869"/>
                        <a:pt x="2859" y="13756"/>
                        <a:pt x="2912" y="13699"/>
                      </a:cubicBezTo>
                      <a:cubicBezTo>
                        <a:pt x="2965" y="13699"/>
                        <a:pt x="3176" y="13869"/>
                        <a:pt x="3176" y="13869"/>
                      </a:cubicBezTo>
                      <a:cubicBezTo>
                        <a:pt x="3176" y="13869"/>
                        <a:pt x="3388" y="13756"/>
                        <a:pt x="3441" y="13756"/>
                      </a:cubicBezTo>
                      <a:cubicBezTo>
                        <a:pt x="3494" y="13756"/>
                        <a:pt x="3335" y="13585"/>
                        <a:pt x="3335" y="13585"/>
                      </a:cubicBezTo>
                      <a:cubicBezTo>
                        <a:pt x="3176" y="13415"/>
                        <a:pt x="3176" y="13415"/>
                        <a:pt x="3176" y="13415"/>
                      </a:cubicBezTo>
                      <a:cubicBezTo>
                        <a:pt x="3071" y="13301"/>
                        <a:pt x="3071" y="13301"/>
                        <a:pt x="3071" y="13301"/>
                      </a:cubicBezTo>
                      <a:cubicBezTo>
                        <a:pt x="2859" y="13187"/>
                        <a:pt x="2859" y="13187"/>
                        <a:pt x="2859" y="13187"/>
                      </a:cubicBezTo>
                      <a:cubicBezTo>
                        <a:pt x="2859" y="13131"/>
                        <a:pt x="2859" y="13131"/>
                        <a:pt x="2859" y="13131"/>
                      </a:cubicBezTo>
                      <a:cubicBezTo>
                        <a:pt x="2912" y="13017"/>
                        <a:pt x="2912" y="13017"/>
                        <a:pt x="2912" y="13017"/>
                      </a:cubicBezTo>
                      <a:cubicBezTo>
                        <a:pt x="2912" y="13017"/>
                        <a:pt x="2912" y="13131"/>
                        <a:pt x="3018" y="13074"/>
                      </a:cubicBezTo>
                      <a:cubicBezTo>
                        <a:pt x="3124" y="13074"/>
                        <a:pt x="3124" y="13074"/>
                        <a:pt x="3124" y="13017"/>
                      </a:cubicBezTo>
                      <a:cubicBezTo>
                        <a:pt x="3176" y="13017"/>
                        <a:pt x="3124" y="12960"/>
                        <a:pt x="3124" y="12960"/>
                      </a:cubicBezTo>
                      <a:cubicBezTo>
                        <a:pt x="2965" y="12846"/>
                        <a:pt x="2965" y="12846"/>
                        <a:pt x="2965" y="12846"/>
                      </a:cubicBezTo>
                      <a:cubicBezTo>
                        <a:pt x="3018" y="12676"/>
                        <a:pt x="3018" y="12676"/>
                        <a:pt x="3018" y="12676"/>
                      </a:cubicBezTo>
                      <a:cubicBezTo>
                        <a:pt x="2859" y="12562"/>
                        <a:pt x="2859" y="12562"/>
                        <a:pt x="2859" y="12562"/>
                      </a:cubicBezTo>
                      <a:cubicBezTo>
                        <a:pt x="2806" y="12733"/>
                        <a:pt x="2806" y="12733"/>
                        <a:pt x="2806" y="12733"/>
                      </a:cubicBezTo>
                      <a:cubicBezTo>
                        <a:pt x="2647" y="12676"/>
                        <a:pt x="2647" y="12676"/>
                        <a:pt x="2647" y="12676"/>
                      </a:cubicBezTo>
                      <a:cubicBezTo>
                        <a:pt x="2647" y="12676"/>
                        <a:pt x="2594" y="12789"/>
                        <a:pt x="2594" y="12789"/>
                      </a:cubicBezTo>
                      <a:cubicBezTo>
                        <a:pt x="2594" y="12846"/>
                        <a:pt x="2647" y="13017"/>
                        <a:pt x="2647" y="13017"/>
                      </a:cubicBezTo>
                      <a:cubicBezTo>
                        <a:pt x="2541" y="13301"/>
                        <a:pt x="2541" y="13301"/>
                        <a:pt x="2541" y="13301"/>
                      </a:cubicBezTo>
                      <a:close/>
                      <a:moveTo>
                        <a:pt x="582" y="9152"/>
                      </a:moveTo>
                      <a:cubicBezTo>
                        <a:pt x="582" y="9152"/>
                        <a:pt x="582" y="9152"/>
                        <a:pt x="582" y="9152"/>
                      </a:cubicBezTo>
                      <a:cubicBezTo>
                        <a:pt x="476" y="9152"/>
                        <a:pt x="476" y="9152"/>
                        <a:pt x="476" y="9152"/>
                      </a:cubicBezTo>
                      <a:cubicBezTo>
                        <a:pt x="476" y="9152"/>
                        <a:pt x="476" y="9208"/>
                        <a:pt x="529" y="9265"/>
                      </a:cubicBezTo>
                      <a:cubicBezTo>
                        <a:pt x="582" y="9322"/>
                        <a:pt x="688" y="9663"/>
                        <a:pt x="688" y="9663"/>
                      </a:cubicBezTo>
                      <a:cubicBezTo>
                        <a:pt x="794" y="9720"/>
                        <a:pt x="794" y="9720"/>
                        <a:pt x="794" y="9720"/>
                      </a:cubicBezTo>
                      <a:cubicBezTo>
                        <a:pt x="1006" y="9834"/>
                        <a:pt x="1006" y="9834"/>
                        <a:pt x="1006" y="9834"/>
                      </a:cubicBezTo>
                      <a:cubicBezTo>
                        <a:pt x="1165" y="10004"/>
                        <a:pt x="1165" y="10004"/>
                        <a:pt x="1165" y="10004"/>
                      </a:cubicBezTo>
                      <a:cubicBezTo>
                        <a:pt x="1165" y="10004"/>
                        <a:pt x="1271" y="10175"/>
                        <a:pt x="1112" y="10118"/>
                      </a:cubicBezTo>
                      <a:cubicBezTo>
                        <a:pt x="953" y="10061"/>
                        <a:pt x="794" y="9947"/>
                        <a:pt x="741" y="9891"/>
                      </a:cubicBezTo>
                      <a:cubicBezTo>
                        <a:pt x="635" y="9891"/>
                        <a:pt x="529" y="9834"/>
                        <a:pt x="529" y="9834"/>
                      </a:cubicBezTo>
                      <a:cubicBezTo>
                        <a:pt x="529" y="9834"/>
                        <a:pt x="476" y="9549"/>
                        <a:pt x="476" y="9493"/>
                      </a:cubicBezTo>
                      <a:cubicBezTo>
                        <a:pt x="424" y="9493"/>
                        <a:pt x="318" y="9436"/>
                        <a:pt x="318" y="9436"/>
                      </a:cubicBezTo>
                      <a:cubicBezTo>
                        <a:pt x="0" y="9265"/>
                        <a:pt x="0" y="9265"/>
                        <a:pt x="0" y="9265"/>
                      </a:cubicBezTo>
                      <a:cubicBezTo>
                        <a:pt x="0" y="9265"/>
                        <a:pt x="0" y="9038"/>
                        <a:pt x="53" y="8981"/>
                      </a:cubicBezTo>
                      <a:cubicBezTo>
                        <a:pt x="53" y="8981"/>
                        <a:pt x="53" y="8867"/>
                        <a:pt x="159" y="8867"/>
                      </a:cubicBezTo>
                      <a:cubicBezTo>
                        <a:pt x="212" y="8811"/>
                        <a:pt x="371" y="8811"/>
                        <a:pt x="371" y="8811"/>
                      </a:cubicBezTo>
                      <a:cubicBezTo>
                        <a:pt x="371" y="8811"/>
                        <a:pt x="371" y="8640"/>
                        <a:pt x="424" y="8697"/>
                      </a:cubicBezTo>
                      <a:cubicBezTo>
                        <a:pt x="476" y="8754"/>
                        <a:pt x="582" y="8924"/>
                        <a:pt x="582" y="8924"/>
                      </a:cubicBezTo>
                      <a:lnTo>
                        <a:pt x="582" y="9152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51" name="Shape">
                  <a:extLst>
                    <a:ext uri="{FF2B5EF4-FFF2-40B4-BE49-F238E27FC236}">
                      <a16:creationId xmlns:a16="http://schemas.microsoft.com/office/drawing/2014/main" id="{8D78E7B1-6D2D-4095-93AE-C1D414F82065}"/>
                    </a:ext>
                  </a:extLst>
                </p:cNvPr>
                <p:cNvSpPr/>
                <p:nvPr/>
              </p:nvSpPr>
              <p:spPr>
                <a:xfrm>
                  <a:off x="5452840" y="5112262"/>
                  <a:ext cx="2762785" cy="14359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89" h="21519" extrusionOk="0">
                      <a:moveTo>
                        <a:pt x="19777" y="4011"/>
                      </a:moveTo>
                      <a:cubicBezTo>
                        <a:pt x="19505" y="4213"/>
                        <a:pt x="19505" y="4213"/>
                        <a:pt x="19505" y="4213"/>
                      </a:cubicBezTo>
                      <a:cubicBezTo>
                        <a:pt x="19505" y="4314"/>
                        <a:pt x="19505" y="4314"/>
                        <a:pt x="19505" y="4314"/>
                      </a:cubicBezTo>
                      <a:cubicBezTo>
                        <a:pt x="19669" y="4668"/>
                        <a:pt x="19669" y="4668"/>
                        <a:pt x="19669" y="4668"/>
                      </a:cubicBezTo>
                      <a:cubicBezTo>
                        <a:pt x="19832" y="4770"/>
                        <a:pt x="19832" y="4770"/>
                        <a:pt x="19832" y="4770"/>
                      </a:cubicBezTo>
                      <a:cubicBezTo>
                        <a:pt x="19941" y="5275"/>
                        <a:pt x="19941" y="5275"/>
                        <a:pt x="19941" y="5275"/>
                      </a:cubicBezTo>
                      <a:cubicBezTo>
                        <a:pt x="20185" y="5832"/>
                        <a:pt x="20185" y="5832"/>
                        <a:pt x="20185" y="5832"/>
                      </a:cubicBezTo>
                      <a:cubicBezTo>
                        <a:pt x="20349" y="6490"/>
                        <a:pt x="20349" y="6490"/>
                        <a:pt x="20349" y="6490"/>
                      </a:cubicBezTo>
                      <a:cubicBezTo>
                        <a:pt x="20566" y="6540"/>
                        <a:pt x="20566" y="6540"/>
                        <a:pt x="20566" y="6540"/>
                      </a:cubicBezTo>
                      <a:cubicBezTo>
                        <a:pt x="20621" y="6793"/>
                        <a:pt x="20566" y="6439"/>
                        <a:pt x="20566" y="6844"/>
                      </a:cubicBezTo>
                      <a:cubicBezTo>
                        <a:pt x="20512" y="7451"/>
                        <a:pt x="20485" y="7046"/>
                        <a:pt x="20566" y="7754"/>
                      </a:cubicBezTo>
                      <a:cubicBezTo>
                        <a:pt x="20566" y="7957"/>
                        <a:pt x="20974" y="7855"/>
                        <a:pt x="21002" y="7855"/>
                      </a:cubicBezTo>
                      <a:cubicBezTo>
                        <a:pt x="20974" y="7906"/>
                        <a:pt x="21138" y="8058"/>
                        <a:pt x="21083" y="8311"/>
                      </a:cubicBezTo>
                      <a:cubicBezTo>
                        <a:pt x="21029" y="8513"/>
                        <a:pt x="21301" y="8412"/>
                        <a:pt x="21219" y="8715"/>
                      </a:cubicBezTo>
                      <a:cubicBezTo>
                        <a:pt x="21192" y="8816"/>
                        <a:pt x="21410" y="8715"/>
                        <a:pt x="21518" y="8816"/>
                      </a:cubicBezTo>
                      <a:cubicBezTo>
                        <a:pt x="21600" y="8867"/>
                        <a:pt x="21600" y="9120"/>
                        <a:pt x="21573" y="9171"/>
                      </a:cubicBezTo>
                      <a:cubicBezTo>
                        <a:pt x="21518" y="9322"/>
                        <a:pt x="21491" y="9221"/>
                        <a:pt x="21382" y="9423"/>
                      </a:cubicBezTo>
                      <a:cubicBezTo>
                        <a:pt x="21219" y="9626"/>
                        <a:pt x="21301" y="9778"/>
                        <a:pt x="21301" y="9828"/>
                      </a:cubicBezTo>
                      <a:cubicBezTo>
                        <a:pt x="21274" y="9980"/>
                        <a:pt x="21219" y="10031"/>
                        <a:pt x="21192" y="10081"/>
                      </a:cubicBezTo>
                      <a:cubicBezTo>
                        <a:pt x="21002" y="9879"/>
                        <a:pt x="21002" y="9879"/>
                        <a:pt x="21002" y="9879"/>
                      </a:cubicBezTo>
                      <a:cubicBezTo>
                        <a:pt x="20947" y="9474"/>
                        <a:pt x="20947" y="9474"/>
                        <a:pt x="20947" y="9474"/>
                      </a:cubicBezTo>
                      <a:cubicBezTo>
                        <a:pt x="20702" y="9474"/>
                        <a:pt x="20702" y="9474"/>
                        <a:pt x="20702" y="9474"/>
                      </a:cubicBezTo>
                      <a:cubicBezTo>
                        <a:pt x="20593" y="9879"/>
                        <a:pt x="20593" y="9879"/>
                        <a:pt x="20593" y="9879"/>
                      </a:cubicBezTo>
                      <a:cubicBezTo>
                        <a:pt x="20049" y="9980"/>
                        <a:pt x="20049" y="9980"/>
                        <a:pt x="20049" y="9980"/>
                      </a:cubicBezTo>
                      <a:cubicBezTo>
                        <a:pt x="19859" y="10233"/>
                        <a:pt x="19750" y="9778"/>
                        <a:pt x="19641" y="10182"/>
                      </a:cubicBezTo>
                      <a:cubicBezTo>
                        <a:pt x="19396" y="10233"/>
                        <a:pt x="19614" y="10334"/>
                        <a:pt x="19369" y="10283"/>
                      </a:cubicBezTo>
                      <a:cubicBezTo>
                        <a:pt x="19315" y="10283"/>
                        <a:pt x="19342" y="10890"/>
                        <a:pt x="19206" y="11042"/>
                      </a:cubicBezTo>
                      <a:cubicBezTo>
                        <a:pt x="19124" y="11093"/>
                        <a:pt x="19124" y="11194"/>
                        <a:pt x="19016" y="11194"/>
                      </a:cubicBezTo>
                      <a:cubicBezTo>
                        <a:pt x="18852" y="11143"/>
                        <a:pt x="18961" y="10941"/>
                        <a:pt x="18934" y="10941"/>
                      </a:cubicBezTo>
                      <a:cubicBezTo>
                        <a:pt x="18771" y="10890"/>
                        <a:pt x="18771" y="10890"/>
                        <a:pt x="18771" y="10890"/>
                      </a:cubicBezTo>
                      <a:cubicBezTo>
                        <a:pt x="18635" y="11497"/>
                        <a:pt x="18635" y="11497"/>
                        <a:pt x="18635" y="11497"/>
                      </a:cubicBezTo>
                      <a:cubicBezTo>
                        <a:pt x="18227" y="11801"/>
                        <a:pt x="18227" y="11801"/>
                        <a:pt x="18227" y="11801"/>
                      </a:cubicBezTo>
                      <a:cubicBezTo>
                        <a:pt x="17927" y="12105"/>
                        <a:pt x="17927" y="12105"/>
                        <a:pt x="17927" y="12105"/>
                      </a:cubicBezTo>
                      <a:cubicBezTo>
                        <a:pt x="17356" y="12408"/>
                        <a:pt x="17356" y="12408"/>
                        <a:pt x="17356" y="12408"/>
                      </a:cubicBezTo>
                      <a:cubicBezTo>
                        <a:pt x="17057" y="12914"/>
                        <a:pt x="17057" y="12914"/>
                        <a:pt x="17057" y="12914"/>
                      </a:cubicBezTo>
                      <a:cubicBezTo>
                        <a:pt x="16594" y="13167"/>
                        <a:pt x="17003" y="13167"/>
                        <a:pt x="16567" y="13926"/>
                      </a:cubicBezTo>
                      <a:cubicBezTo>
                        <a:pt x="16268" y="14482"/>
                        <a:pt x="15778" y="14634"/>
                        <a:pt x="15343" y="14887"/>
                      </a:cubicBezTo>
                      <a:cubicBezTo>
                        <a:pt x="14989" y="14533"/>
                        <a:pt x="14989" y="14533"/>
                        <a:pt x="14989" y="14533"/>
                      </a:cubicBezTo>
                      <a:cubicBezTo>
                        <a:pt x="14989" y="14533"/>
                        <a:pt x="14826" y="14634"/>
                        <a:pt x="14745" y="14634"/>
                      </a:cubicBezTo>
                      <a:cubicBezTo>
                        <a:pt x="14663" y="14684"/>
                        <a:pt x="14391" y="15241"/>
                        <a:pt x="14391" y="15241"/>
                      </a:cubicBezTo>
                      <a:cubicBezTo>
                        <a:pt x="14037" y="15848"/>
                        <a:pt x="14037" y="15848"/>
                        <a:pt x="14037" y="15848"/>
                      </a:cubicBezTo>
                      <a:cubicBezTo>
                        <a:pt x="13901" y="16000"/>
                        <a:pt x="13738" y="16151"/>
                        <a:pt x="13548" y="16151"/>
                      </a:cubicBezTo>
                      <a:cubicBezTo>
                        <a:pt x="13303" y="15848"/>
                        <a:pt x="13303" y="15848"/>
                        <a:pt x="13303" y="15848"/>
                      </a:cubicBezTo>
                      <a:cubicBezTo>
                        <a:pt x="13058" y="15848"/>
                        <a:pt x="12949" y="16101"/>
                        <a:pt x="13085" y="16455"/>
                      </a:cubicBezTo>
                      <a:cubicBezTo>
                        <a:pt x="13140" y="16607"/>
                        <a:pt x="13085" y="16708"/>
                        <a:pt x="13112" y="16860"/>
                      </a:cubicBezTo>
                      <a:cubicBezTo>
                        <a:pt x="13112" y="17112"/>
                        <a:pt x="13357" y="17214"/>
                        <a:pt x="13330" y="17416"/>
                      </a:cubicBezTo>
                      <a:cubicBezTo>
                        <a:pt x="13303" y="17517"/>
                        <a:pt x="13167" y="17517"/>
                        <a:pt x="13058" y="17669"/>
                      </a:cubicBezTo>
                      <a:cubicBezTo>
                        <a:pt x="12976" y="17770"/>
                        <a:pt x="13140" y="18327"/>
                        <a:pt x="13085" y="18327"/>
                      </a:cubicBezTo>
                      <a:cubicBezTo>
                        <a:pt x="13085" y="18327"/>
                        <a:pt x="12949" y="18934"/>
                        <a:pt x="12840" y="18832"/>
                      </a:cubicBezTo>
                      <a:cubicBezTo>
                        <a:pt x="12786" y="18731"/>
                        <a:pt x="12704" y="18579"/>
                        <a:pt x="12650" y="18377"/>
                      </a:cubicBezTo>
                      <a:cubicBezTo>
                        <a:pt x="12595" y="18225"/>
                        <a:pt x="12405" y="18074"/>
                        <a:pt x="12378" y="17871"/>
                      </a:cubicBezTo>
                      <a:cubicBezTo>
                        <a:pt x="12296" y="17669"/>
                        <a:pt x="12650" y="16860"/>
                        <a:pt x="12623" y="16809"/>
                      </a:cubicBezTo>
                      <a:cubicBezTo>
                        <a:pt x="12650" y="16657"/>
                        <a:pt x="12650" y="16657"/>
                        <a:pt x="12595" y="16354"/>
                      </a:cubicBezTo>
                      <a:cubicBezTo>
                        <a:pt x="12595" y="16202"/>
                        <a:pt x="12351" y="16151"/>
                        <a:pt x="12296" y="16000"/>
                      </a:cubicBezTo>
                      <a:cubicBezTo>
                        <a:pt x="12133" y="16556"/>
                        <a:pt x="12133" y="16556"/>
                        <a:pt x="12133" y="16556"/>
                      </a:cubicBezTo>
                      <a:cubicBezTo>
                        <a:pt x="11915" y="16809"/>
                        <a:pt x="11915" y="16809"/>
                        <a:pt x="11915" y="16809"/>
                      </a:cubicBezTo>
                      <a:cubicBezTo>
                        <a:pt x="11698" y="16860"/>
                        <a:pt x="12051" y="17315"/>
                        <a:pt x="11888" y="17264"/>
                      </a:cubicBezTo>
                      <a:cubicBezTo>
                        <a:pt x="11861" y="17214"/>
                        <a:pt x="11671" y="17517"/>
                        <a:pt x="11507" y="17365"/>
                      </a:cubicBezTo>
                      <a:cubicBezTo>
                        <a:pt x="11317" y="17163"/>
                        <a:pt x="11072" y="17112"/>
                        <a:pt x="10990" y="17112"/>
                      </a:cubicBezTo>
                      <a:cubicBezTo>
                        <a:pt x="10746" y="17315"/>
                        <a:pt x="10746" y="17315"/>
                        <a:pt x="10746" y="17315"/>
                      </a:cubicBezTo>
                      <a:cubicBezTo>
                        <a:pt x="10664" y="17568"/>
                        <a:pt x="10637" y="17871"/>
                        <a:pt x="10582" y="18023"/>
                      </a:cubicBezTo>
                      <a:cubicBezTo>
                        <a:pt x="10365" y="18579"/>
                        <a:pt x="10365" y="18579"/>
                        <a:pt x="10365" y="18579"/>
                      </a:cubicBezTo>
                      <a:cubicBezTo>
                        <a:pt x="10065" y="18782"/>
                        <a:pt x="10310" y="18934"/>
                        <a:pt x="10174" y="19035"/>
                      </a:cubicBezTo>
                      <a:cubicBezTo>
                        <a:pt x="10120" y="19085"/>
                        <a:pt x="10038" y="19439"/>
                        <a:pt x="9848" y="19541"/>
                      </a:cubicBezTo>
                      <a:cubicBezTo>
                        <a:pt x="9739" y="19591"/>
                        <a:pt x="9576" y="19844"/>
                        <a:pt x="9440" y="19844"/>
                      </a:cubicBezTo>
                      <a:cubicBezTo>
                        <a:pt x="9385" y="19844"/>
                        <a:pt x="9086" y="20249"/>
                        <a:pt x="9059" y="20350"/>
                      </a:cubicBezTo>
                      <a:cubicBezTo>
                        <a:pt x="8841" y="20249"/>
                        <a:pt x="8243" y="19945"/>
                        <a:pt x="8188" y="19541"/>
                      </a:cubicBezTo>
                      <a:cubicBezTo>
                        <a:pt x="8134" y="19186"/>
                        <a:pt x="7944" y="19692"/>
                        <a:pt x="7780" y="19338"/>
                      </a:cubicBezTo>
                      <a:cubicBezTo>
                        <a:pt x="7372" y="19085"/>
                        <a:pt x="7372" y="19085"/>
                        <a:pt x="7372" y="19085"/>
                      </a:cubicBezTo>
                      <a:cubicBezTo>
                        <a:pt x="7100" y="19085"/>
                        <a:pt x="7100" y="19085"/>
                        <a:pt x="7100" y="19085"/>
                      </a:cubicBezTo>
                      <a:cubicBezTo>
                        <a:pt x="6991" y="19085"/>
                        <a:pt x="6502" y="19186"/>
                        <a:pt x="6393" y="19288"/>
                      </a:cubicBezTo>
                      <a:cubicBezTo>
                        <a:pt x="6475" y="19844"/>
                        <a:pt x="6447" y="19439"/>
                        <a:pt x="6447" y="20097"/>
                      </a:cubicBezTo>
                      <a:cubicBezTo>
                        <a:pt x="6284" y="20148"/>
                        <a:pt x="6475" y="20805"/>
                        <a:pt x="6339" y="21008"/>
                      </a:cubicBezTo>
                      <a:cubicBezTo>
                        <a:pt x="5876" y="21210"/>
                        <a:pt x="5876" y="21210"/>
                        <a:pt x="5876" y="21210"/>
                      </a:cubicBezTo>
                      <a:cubicBezTo>
                        <a:pt x="5604" y="21513"/>
                        <a:pt x="5604" y="21513"/>
                        <a:pt x="5604" y="21513"/>
                      </a:cubicBezTo>
                      <a:cubicBezTo>
                        <a:pt x="5114" y="21513"/>
                        <a:pt x="5114" y="21513"/>
                        <a:pt x="5114" y="21513"/>
                      </a:cubicBezTo>
                      <a:cubicBezTo>
                        <a:pt x="5114" y="21564"/>
                        <a:pt x="4870" y="21260"/>
                        <a:pt x="4842" y="21058"/>
                      </a:cubicBezTo>
                      <a:cubicBezTo>
                        <a:pt x="4706" y="20401"/>
                        <a:pt x="4788" y="20502"/>
                        <a:pt x="4679" y="20401"/>
                      </a:cubicBezTo>
                      <a:cubicBezTo>
                        <a:pt x="4489" y="20299"/>
                        <a:pt x="4489" y="20451"/>
                        <a:pt x="4434" y="20401"/>
                      </a:cubicBezTo>
                      <a:cubicBezTo>
                        <a:pt x="4434" y="20350"/>
                        <a:pt x="4325" y="20401"/>
                        <a:pt x="4162" y="20653"/>
                      </a:cubicBezTo>
                      <a:cubicBezTo>
                        <a:pt x="4108" y="20805"/>
                        <a:pt x="3999" y="21210"/>
                        <a:pt x="3945" y="21260"/>
                      </a:cubicBezTo>
                      <a:cubicBezTo>
                        <a:pt x="3890" y="21362"/>
                        <a:pt x="3890" y="21008"/>
                        <a:pt x="3836" y="21058"/>
                      </a:cubicBezTo>
                      <a:cubicBezTo>
                        <a:pt x="3727" y="21159"/>
                        <a:pt x="3754" y="20856"/>
                        <a:pt x="3537" y="21109"/>
                      </a:cubicBezTo>
                      <a:cubicBezTo>
                        <a:pt x="3455" y="21210"/>
                        <a:pt x="3183" y="21058"/>
                        <a:pt x="3509" y="20856"/>
                      </a:cubicBezTo>
                      <a:cubicBezTo>
                        <a:pt x="3564" y="20856"/>
                        <a:pt x="3999" y="20249"/>
                        <a:pt x="3999" y="20198"/>
                      </a:cubicBezTo>
                      <a:cubicBezTo>
                        <a:pt x="4026" y="20097"/>
                        <a:pt x="3727" y="19844"/>
                        <a:pt x="3700" y="19844"/>
                      </a:cubicBezTo>
                      <a:cubicBezTo>
                        <a:pt x="3673" y="19844"/>
                        <a:pt x="3537" y="20249"/>
                        <a:pt x="3401" y="20350"/>
                      </a:cubicBezTo>
                      <a:cubicBezTo>
                        <a:pt x="3183" y="20451"/>
                        <a:pt x="3183" y="20502"/>
                        <a:pt x="3074" y="20552"/>
                      </a:cubicBezTo>
                      <a:cubicBezTo>
                        <a:pt x="2992" y="20603"/>
                        <a:pt x="2965" y="20401"/>
                        <a:pt x="2911" y="20451"/>
                      </a:cubicBezTo>
                      <a:cubicBezTo>
                        <a:pt x="2829" y="20502"/>
                        <a:pt x="2829" y="20603"/>
                        <a:pt x="2775" y="20603"/>
                      </a:cubicBezTo>
                      <a:cubicBezTo>
                        <a:pt x="2639" y="20603"/>
                        <a:pt x="2720" y="20249"/>
                        <a:pt x="2720" y="20249"/>
                      </a:cubicBezTo>
                      <a:cubicBezTo>
                        <a:pt x="2829" y="20148"/>
                        <a:pt x="2802" y="20249"/>
                        <a:pt x="2965" y="20148"/>
                      </a:cubicBezTo>
                      <a:cubicBezTo>
                        <a:pt x="3020" y="20097"/>
                        <a:pt x="3183" y="19996"/>
                        <a:pt x="3183" y="19844"/>
                      </a:cubicBezTo>
                      <a:cubicBezTo>
                        <a:pt x="3101" y="19288"/>
                        <a:pt x="2965" y="19794"/>
                        <a:pt x="2911" y="19591"/>
                      </a:cubicBezTo>
                      <a:cubicBezTo>
                        <a:pt x="2856" y="19389"/>
                        <a:pt x="2775" y="19490"/>
                        <a:pt x="2748" y="19389"/>
                      </a:cubicBezTo>
                      <a:cubicBezTo>
                        <a:pt x="2693" y="19136"/>
                        <a:pt x="2693" y="20097"/>
                        <a:pt x="2584" y="19389"/>
                      </a:cubicBezTo>
                      <a:cubicBezTo>
                        <a:pt x="2530" y="19035"/>
                        <a:pt x="2666" y="19035"/>
                        <a:pt x="2367" y="18883"/>
                      </a:cubicBezTo>
                      <a:cubicBezTo>
                        <a:pt x="2367" y="18883"/>
                        <a:pt x="2312" y="18832"/>
                        <a:pt x="2285" y="18832"/>
                      </a:cubicBezTo>
                      <a:cubicBezTo>
                        <a:pt x="2285" y="18782"/>
                        <a:pt x="2312" y="18731"/>
                        <a:pt x="2312" y="18731"/>
                      </a:cubicBezTo>
                      <a:cubicBezTo>
                        <a:pt x="2312" y="18731"/>
                        <a:pt x="2231" y="18579"/>
                        <a:pt x="2204" y="18579"/>
                      </a:cubicBezTo>
                      <a:cubicBezTo>
                        <a:pt x="2204" y="18579"/>
                        <a:pt x="2122" y="18681"/>
                        <a:pt x="2122" y="18681"/>
                      </a:cubicBezTo>
                      <a:cubicBezTo>
                        <a:pt x="2122" y="18681"/>
                        <a:pt x="2095" y="18681"/>
                        <a:pt x="2068" y="18681"/>
                      </a:cubicBezTo>
                      <a:cubicBezTo>
                        <a:pt x="2068" y="18630"/>
                        <a:pt x="2149" y="18630"/>
                        <a:pt x="2258" y="18529"/>
                      </a:cubicBezTo>
                      <a:cubicBezTo>
                        <a:pt x="2312" y="18529"/>
                        <a:pt x="2340" y="18681"/>
                        <a:pt x="2394" y="18681"/>
                      </a:cubicBezTo>
                      <a:cubicBezTo>
                        <a:pt x="2448" y="18731"/>
                        <a:pt x="2557" y="18681"/>
                        <a:pt x="2557" y="18630"/>
                      </a:cubicBezTo>
                      <a:cubicBezTo>
                        <a:pt x="2584" y="18579"/>
                        <a:pt x="2448" y="18428"/>
                        <a:pt x="2476" y="18175"/>
                      </a:cubicBezTo>
                      <a:cubicBezTo>
                        <a:pt x="2476" y="18074"/>
                        <a:pt x="2530" y="18074"/>
                        <a:pt x="2476" y="18023"/>
                      </a:cubicBezTo>
                      <a:cubicBezTo>
                        <a:pt x="2421" y="17972"/>
                        <a:pt x="2421" y="17922"/>
                        <a:pt x="2421" y="17922"/>
                      </a:cubicBezTo>
                      <a:cubicBezTo>
                        <a:pt x="2068" y="17871"/>
                        <a:pt x="2068" y="17871"/>
                        <a:pt x="2068" y="17871"/>
                      </a:cubicBezTo>
                      <a:cubicBezTo>
                        <a:pt x="2068" y="17871"/>
                        <a:pt x="2068" y="17871"/>
                        <a:pt x="2013" y="17821"/>
                      </a:cubicBezTo>
                      <a:cubicBezTo>
                        <a:pt x="1959" y="17770"/>
                        <a:pt x="1904" y="17720"/>
                        <a:pt x="1904" y="17720"/>
                      </a:cubicBezTo>
                      <a:cubicBezTo>
                        <a:pt x="1795" y="17568"/>
                        <a:pt x="1795" y="17568"/>
                        <a:pt x="1795" y="17568"/>
                      </a:cubicBezTo>
                      <a:cubicBezTo>
                        <a:pt x="1795" y="17568"/>
                        <a:pt x="1687" y="17618"/>
                        <a:pt x="1659" y="17618"/>
                      </a:cubicBezTo>
                      <a:cubicBezTo>
                        <a:pt x="1659" y="17618"/>
                        <a:pt x="1687" y="17821"/>
                        <a:pt x="1687" y="17821"/>
                      </a:cubicBezTo>
                      <a:cubicBezTo>
                        <a:pt x="1659" y="17871"/>
                        <a:pt x="1659" y="18074"/>
                        <a:pt x="1551" y="17922"/>
                      </a:cubicBezTo>
                      <a:cubicBezTo>
                        <a:pt x="1523" y="17871"/>
                        <a:pt x="1442" y="17720"/>
                        <a:pt x="1415" y="17720"/>
                      </a:cubicBezTo>
                      <a:cubicBezTo>
                        <a:pt x="1387" y="17770"/>
                        <a:pt x="1279" y="17720"/>
                        <a:pt x="1279" y="17669"/>
                      </a:cubicBezTo>
                      <a:cubicBezTo>
                        <a:pt x="1251" y="17618"/>
                        <a:pt x="1170" y="17568"/>
                        <a:pt x="1170" y="17568"/>
                      </a:cubicBezTo>
                      <a:cubicBezTo>
                        <a:pt x="1170" y="17568"/>
                        <a:pt x="1251" y="17365"/>
                        <a:pt x="1224" y="17315"/>
                      </a:cubicBezTo>
                      <a:cubicBezTo>
                        <a:pt x="1197" y="17315"/>
                        <a:pt x="1360" y="17416"/>
                        <a:pt x="1360" y="17416"/>
                      </a:cubicBezTo>
                      <a:cubicBezTo>
                        <a:pt x="1360" y="17416"/>
                        <a:pt x="1360" y="17163"/>
                        <a:pt x="1387" y="17163"/>
                      </a:cubicBezTo>
                      <a:cubicBezTo>
                        <a:pt x="1415" y="17112"/>
                        <a:pt x="1333" y="17112"/>
                        <a:pt x="1306" y="17062"/>
                      </a:cubicBezTo>
                      <a:cubicBezTo>
                        <a:pt x="1279" y="17011"/>
                        <a:pt x="1251" y="16860"/>
                        <a:pt x="1251" y="16860"/>
                      </a:cubicBezTo>
                      <a:cubicBezTo>
                        <a:pt x="1251" y="16860"/>
                        <a:pt x="1197" y="16809"/>
                        <a:pt x="1197" y="16758"/>
                      </a:cubicBezTo>
                      <a:cubicBezTo>
                        <a:pt x="1170" y="16556"/>
                        <a:pt x="1251" y="16404"/>
                        <a:pt x="1279" y="16404"/>
                      </a:cubicBezTo>
                      <a:cubicBezTo>
                        <a:pt x="1306" y="16455"/>
                        <a:pt x="1306" y="16455"/>
                        <a:pt x="1333" y="16455"/>
                      </a:cubicBezTo>
                      <a:cubicBezTo>
                        <a:pt x="1387" y="16505"/>
                        <a:pt x="1387" y="16505"/>
                        <a:pt x="1387" y="16505"/>
                      </a:cubicBezTo>
                      <a:cubicBezTo>
                        <a:pt x="1387" y="16505"/>
                        <a:pt x="1442" y="16657"/>
                        <a:pt x="1442" y="16657"/>
                      </a:cubicBezTo>
                      <a:cubicBezTo>
                        <a:pt x="1469" y="16657"/>
                        <a:pt x="1551" y="16809"/>
                        <a:pt x="1551" y="16809"/>
                      </a:cubicBezTo>
                      <a:cubicBezTo>
                        <a:pt x="1551" y="16809"/>
                        <a:pt x="1605" y="17011"/>
                        <a:pt x="1632" y="17062"/>
                      </a:cubicBezTo>
                      <a:cubicBezTo>
                        <a:pt x="1659" y="17062"/>
                        <a:pt x="1659" y="16961"/>
                        <a:pt x="1714" y="16961"/>
                      </a:cubicBezTo>
                      <a:cubicBezTo>
                        <a:pt x="1768" y="17011"/>
                        <a:pt x="1823" y="17112"/>
                        <a:pt x="1850" y="17062"/>
                      </a:cubicBezTo>
                      <a:cubicBezTo>
                        <a:pt x="1877" y="17062"/>
                        <a:pt x="1904" y="16809"/>
                        <a:pt x="1904" y="16809"/>
                      </a:cubicBezTo>
                      <a:cubicBezTo>
                        <a:pt x="1904" y="16809"/>
                        <a:pt x="1741" y="16607"/>
                        <a:pt x="1714" y="16607"/>
                      </a:cubicBezTo>
                      <a:cubicBezTo>
                        <a:pt x="1714" y="16556"/>
                        <a:pt x="1659" y="16505"/>
                        <a:pt x="1659" y="16455"/>
                      </a:cubicBezTo>
                      <a:cubicBezTo>
                        <a:pt x="1632" y="16455"/>
                        <a:pt x="1578" y="16404"/>
                        <a:pt x="1578" y="16404"/>
                      </a:cubicBezTo>
                      <a:cubicBezTo>
                        <a:pt x="1578" y="16404"/>
                        <a:pt x="1551" y="16253"/>
                        <a:pt x="1551" y="16253"/>
                      </a:cubicBezTo>
                      <a:cubicBezTo>
                        <a:pt x="1523" y="16202"/>
                        <a:pt x="1551" y="16101"/>
                        <a:pt x="1551" y="16101"/>
                      </a:cubicBezTo>
                      <a:cubicBezTo>
                        <a:pt x="1578" y="16050"/>
                        <a:pt x="1632" y="16000"/>
                        <a:pt x="1659" y="16000"/>
                      </a:cubicBezTo>
                      <a:cubicBezTo>
                        <a:pt x="1687" y="16000"/>
                        <a:pt x="1768" y="15949"/>
                        <a:pt x="1768" y="15949"/>
                      </a:cubicBezTo>
                      <a:cubicBezTo>
                        <a:pt x="1795" y="15696"/>
                        <a:pt x="1795" y="15696"/>
                        <a:pt x="1795" y="15696"/>
                      </a:cubicBezTo>
                      <a:cubicBezTo>
                        <a:pt x="1795" y="15696"/>
                        <a:pt x="1850" y="15494"/>
                        <a:pt x="1850" y="15494"/>
                      </a:cubicBezTo>
                      <a:cubicBezTo>
                        <a:pt x="1823" y="15494"/>
                        <a:pt x="1632" y="15645"/>
                        <a:pt x="1632" y="15595"/>
                      </a:cubicBezTo>
                      <a:cubicBezTo>
                        <a:pt x="1605" y="15595"/>
                        <a:pt x="1551" y="15595"/>
                        <a:pt x="1551" y="15544"/>
                      </a:cubicBezTo>
                      <a:cubicBezTo>
                        <a:pt x="1523" y="15494"/>
                        <a:pt x="1523" y="15393"/>
                        <a:pt x="1523" y="15342"/>
                      </a:cubicBezTo>
                      <a:cubicBezTo>
                        <a:pt x="1523" y="15291"/>
                        <a:pt x="1551" y="15190"/>
                        <a:pt x="1551" y="15190"/>
                      </a:cubicBezTo>
                      <a:cubicBezTo>
                        <a:pt x="1551" y="15190"/>
                        <a:pt x="1523" y="15089"/>
                        <a:pt x="1496" y="15089"/>
                      </a:cubicBezTo>
                      <a:cubicBezTo>
                        <a:pt x="1496" y="15038"/>
                        <a:pt x="1469" y="14937"/>
                        <a:pt x="1469" y="14937"/>
                      </a:cubicBezTo>
                      <a:cubicBezTo>
                        <a:pt x="1469" y="14937"/>
                        <a:pt x="1279" y="14735"/>
                        <a:pt x="1279" y="14735"/>
                      </a:cubicBezTo>
                      <a:cubicBezTo>
                        <a:pt x="1279" y="14684"/>
                        <a:pt x="1279" y="14533"/>
                        <a:pt x="1306" y="14533"/>
                      </a:cubicBezTo>
                      <a:cubicBezTo>
                        <a:pt x="1306" y="14482"/>
                        <a:pt x="1279" y="14381"/>
                        <a:pt x="1333" y="14280"/>
                      </a:cubicBezTo>
                      <a:cubicBezTo>
                        <a:pt x="1415" y="14179"/>
                        <a:pt x="1469" y="13875"/>
                        <a:pt x="1469" y="13875"/>
                      </a:cubicBezTo>
                      <a:cubicBezTo>
                        <a:pt x="1469" y="13875"/>
                        <a:pt x="1279" y="13824"/>
                        <a:pt x="1279" y="13824"/>
                      </a:cubicBezTo>
                      <a:cubicBezTo>
                        <a:pt x="1251" y="13824"/>
                        <a:pt x="1170" y="14027"/>
                        <a:pt x="1170" y="14027"/>
                      </a:cubicBezTo>
                      <a:cubicBezTo>
                        <a:pt x="1170" y="14027"/>
                        <a:pt x="1061" y="14077"/>
                        <a:pt x="1061" y="14128"/>
                      </a:cubicBezTo>
                      <a:cubicBezTo>
                        <a:pt x="1034" y="14128"/>
                        <a:pt x="898" y="14179"/>
                        <a:pt x="898" y="14229"/>
                      </a:cubicBezTo>
                      <a:cubicBezTo>
                        <a:pt x="871" y="14229"/>
                        <a:pt x="816" y="14330"/>
                        <a:pt x="789" y="14330"/>
                      </a:cubicBezTo>
                      <a:cubicBezTo>
                        <a:pt x="762" y="14381"/>
                        <a:pt x="653" y="14482"/>
                        <a:pt x="653" y="14482"/>
                      </a:cubicBezTo>
                      <a:cubicBezTo>
                        <a:pt x="653" y="14482"/>
                        <a:pt x="544" y="14482"/>
                        <a:pt x="544" y="14482"/>
                      </a:cubicBezTo>
                      <a:cubicBezTo>
                        <a:pt x="544" y="14431"/>
                        <a:pt x="544" y="14077"/>
                        <a:pt x="544" y="14077"/>
                      </a:cubicBezTo>
                      <a:cubicBezTo>
                        <a:pt x="544" y="14077"/>
                        <a:pt x="598" y="14027"/>
                        <a:pt x="598" y="13976"/>
                      </a:cubicBezTo>
                      <a:cubicBezTo>
                        <a:pt x="598" y="13976"/>
                        <a:pt x="571" y="13774"/>
                        <a:pt x="544" y="13723"/>
                      </a:cubicBezTo>
                      <a:cubicBezTo>
                        <a:pt x="544" y="13723"/>
                        <a:pt x="544" y="13470"/>
                        <a:pt x="544" y="13420"/>
                      </a:cubicBezTo>
                      <a:cubicBezTo>
                        <a:pt x="544" y="13319"/>
                        <a:pt x="517" y="13167"/>
                        <a:pt x="517" y="13167"/>
                      </a:cubicBezTo>
                      <a:cubicBezTo>
                        <a:pt x="490" y="12914"/>
                        <a:pt x="490" y="12914"/>
                        <a:pt x="490" y="12914"/>
                      </a:cubicBezTo>
                      <a:cubicBezTo>
                        <a:pt x="517" y="12712"/>
                        <a:pt x="517" y="12712"/>
                        <a:pt x="517" y="12712"/>
                      </a:cubicBezTo>
                      <a:cubicBezTo>
                        <a:pt x="544" y="12610"/>
                        <a:pt x="544" y="12610"/>
                        <a:pt x="544" y="12610"/>
                      </a:cubicBezTo>
                      <a:cubicBezTo>
                        <a:pt x="544" y="12610"/>
                        <a:pt x="598" y="12408"/>
                        <a:pt x="598" y="12408"/>
                      </a:cubicBezTo>
                      <a:cubicBezTo>
                        <a:pt x="598" y="12357"/>
                        <a:pt x="653" y="12155"/>
                        <a:pt x="653" y="12155"/>
                      </a:cubicBezTo>
                      <a:cubicBezTo>
                        <a:pt x="680" y="12105"/>
                        <a:pt x="843" y="11801"/>
                        <a:pt x="843" y="11801"/>
                      </a:cubicBezTo>
                      <a:cubicBezTo>
                        <a:pt x="925" y="11599"/>
                        <a:pt x="925" y="11599"/>
                        <a:pt x="925" y="11599"/>
                      </a:cubicBezTo>
                      <a:cubicBezTo>
                        <a:pt x="925" y="11599"/>
                        <a:pt x="1034" y="11599"/>
                        <a:pt x="1061" y="11599"/>
                      </a:cubicBezTo>
                      <a:cubicBezTo>
                        <a:pt x="1061" y="11599"/>
                        <a:pt x="1170" y="11447"/>
                        <a:pt x="1170" y="11447"/>
                      </a:cubicBezTo>
                      <a:cubicBezTo>
                        <a:pt x="1197" y="11346"/>
                        <a:pt x="1197" y="11346"/>
                        <a:pt x="1197" y="11346"/>
                      </a:cubicBezTo>
                      <a:cubicBezTo>
                        <a:pt x="1279" y="11346"/>
                        <a:pt x="1279" y="11346"/>
                        <a:pt x="1279" y="11346"/>
                      </a:cubicBezTo>
                      <a:cubicBezTo>
                        <a:pt x="1279" y="11346"/>
                        <a:pt x="1333" y="11245"/>
                        <a:pt x="1360" y="11245"/>
                      </a:cubicBezTo>
                      <a:cubicBezTo>
                        <a:pt x="1360" y="11245"/>
                        <a:pt x="1415" y="11245"/>
                        <a:pt x="1469" y="11245"/>
                      </a:cubicBezTo>
                      <a:cubicBezTo>
                        <a:pt x="1523" y="11245"/>
                        <a:pt x="1551" y="11194"/>
                        <a:pt x="1578" y="11194"/>
                      </a:cubicBezTo>
                      <a:cubicBezTo>
                        <a:pt x="1578" y="11245"/>
                        <a:pt x="1687" y="11447"/>
                        <a:pt x="1687" y="11447"/>
                      </a:cubicBezTo>
                      <a:cubicBezTo>
                        <a:pt x="2013" y="11346"/>
                        <a:pt x="2013" y="11346"/>
                        <a:pt x="2013" y="11346"/>
                      </a:cubicBezTo>
                      <a:cubicBezTo>
                        <a:pt x="2149" y="11245"/>
                        <a:pt x="2149" y="11245"/>
                        <a:pt x="2149" y="11245"/>
                      </a:cubicBezTo>
                      <a:cubicBezTo>
                        <a:pt x="2149" y="11245"/>
                        <a:pt x="2149" y="11093"/>
                        <a:pt x="2149" y="11093"/>
                      </a:cubicBezTo>
                      <a:cubicBezTo>
                        <a:pt x="2122" y="11042"/>
                        <a:pt x="1986" y="10992"/>
                        <a:pt x="1986" y="10992"/>
                      </a:cubicBezTo>
                      <a:cubicBezTo>
                        <a:pt x="1986" y="10992"/>
                        <a:pt x="1959" y="10992"/>
                        <a:pt x="1986" y="10992"/>
                      </a:cubicBezTo>
                      <a:cubicBezTo>
                        <a:pt x="1986" y="10941"/>
                        <a:pt x="2040" y="10739"/>
                        <a:pt x="2040" y="10739"/>
                      </a:cubicBezTo>
                      <a:cubicBezTo>
                        <a:pt x="2068" y="10739"/>
                        <a:pt x="2095" y="10739"/>
                        <a:pt x="2149" y="10739"/>
                      </a:cubicBezTo>
                      <a:cubicBezTo>
                        <a:pt x="2204" y="10739"/>
                        <a:pt x="2312" y="10739"/>
                        <a:pt x="2312" y="10739"/>
                      </a:cubicBezTo>
                      <a:cubicBezTo>
                        <a:pt x="2312" y="10739"/>
                        <a:pt x="2367" y="10840"/>
                        <a:pt x="2312" y="10890"/>
                      </a:cubicBezTo>
                      <a:cubicBezTo>
                        <a:pt x="2285" y="10941"/>
                        <a:pt x="2258" y="10941"/>
                        <a:pt x="2258" y="10992"/>
                      </a:cubicBezTo>
                      <a:cubicBezTo>
                        <a:pt x="2258" y="10992"/>
                        <a:pt x="2258" y="11093"/>
                        <a:pt x="2285" y="11093"/>
                      </a:cubicBezTo>
                      <a:cubicBezTo>
                        <a:pt x="2285" y="11093"/>
                        <a:pt x="2421" y="11042"/>
                        <a:pt x="2421" y="11042"/>
                      </a:cubicBezTo>
                      <a:cubicBezTo>
                        <a:pt x="2421" y="11042"/>
                        <a:pt x="2448" y="10941"/>
                        <a:pt x="2503" y="10941"/>
                      </a:cubicBezTo>
                      <a:cubicBezTo>
                        <a:pt x="2530" y="10890"/>
                        <a:pt x="2612" y="10840"/>
                        <a:pt x="2612" y="10840"/>
                      </a:cubicBezTo>
                      <a:cubicBezTo>
                        <a:pt x="2884" y="10789"/>
                        <a:pt x="2884" y="10789"/>
                        <a:pt x="2884" y="10789"/>
                      </a:cubicBezTo>
                      <a:cubicBezTo>
                        <a:pt x="3074" y="10688"/>
                        <a:pt x="3074" y="10688"/>
                        <a:pt x="3074" y="10688"/>
                      </a:cubicBezTo>
                      <a:cubicBezTo>
                        <a:pt x="3074" y="10688"/>
                        <a:pt x="3292" y="10435"/>
                        <a:pt x="3346" y="10435"/>
                      </a:cubicBezTo>
                      <a:cubicBezTo>
                        <a:pt x="3428" y="10486"/>
                        <a:pt x="3482" y="10486"/>
                        <a:pt x="3509" y="10435"/>
                      </a:cubicBezTo>
                      <a:cubicBezTo>
                        <a:pt x="3537" y="10385"/>
                        <a:pt x="3591" y="10233"/>
                        <a:pt x="3591" y="10233"/>
                      </a:cubicBezTo>
                      <a:cubicBezTo>
                        <a:pt x="3537" y="10182"/>
                        <a:pt x="3537" y="10182"/>
                        <a:pt x="3537" y="10182"/>
                      </a:cubicBezTo>
                      <a:cubicBezTo>
                        <a:pt x="3401" y="10182"/>
                        <a:pt x="3401" y="10182"/>
                        <a:pt x="3401" y="10182"/>
                      </a:cubicBezTo>
                      <a:cubicBezTo>
                        <a:pt x="3401" y="10182"/>
                        <a:pt x="3264" y="10233"/>
                        <a:pt x="3264" y="10233"/>
                      </a:cubicBezTo>
                      <a:cubicBezTo>
                        <a:pt x="3237" y="10182"/>
                        <a:pt x="3156" y="10182"/>
                        <a:pt x="3183" y="10132"/>
                      </a:cubicBezTo>
                      <a:cubicBezTo>
                        <a:pt x="3210" y="10031"/>
                        <a:pt x="3210" y="10031"/>
                        <a:pt x="3264" y="9929"/>
                      </a:cubicBezTo>
                      <a:cubicBezTo>
                        <a:pt x="3292" y="9879"/>
                        <a:pt x="3319" y="9828"/>
                        <a:pt x="3346" y="9778"/>
                      </a:cubicBezTo>
                      <a:cubicBezTo>
                        <a:pt x="3401" y="9778"/>
                        <a:pt x="3401" y="9727"/>
                        <a:pt x="3455" y="9676"/>
                      </a:cubicBezTo>
                      <a:cubicBezTo>
                        <a:pt x="3509" y="9626"/>
                        <a:pt x="3509" y="9626"/>
                        <a:pt x="3618" y="9525"/>
                      </a:cubicBezTo>
                      <a:cubicBezTo>
                        <a:pt x="3727" y="9474"/>
                        <a:pt x="3945" y="9171"/>
                        <a:pt x="3972" y="9171"/>
                      </a:cubicBezTo>
                      <a:cubicBezTo>
                        <a:pt x="3999" y="9171"/>
                        <a:pt x="4026" y="9221"/>
                        <a:pt x="4135" y="9120"/>
                      </a:cubicBezTo>
                      <a:cubicBezTo>
                        <a:pt x="4271" y="9069"/>
                        <a:pt x="4353" y="8918"/>
                        <a:pt x="4325" y="8918"/>
                      </a:cubicBezTo>
                      <a:cubicBezTo>
                        <a:pt x="4298" y="8918"/>
                        <a:pt x="4244" y="8867"/>
                        <a:pt x="4189" y="8918"/>
                      </a:cubicBezTo>
                      <a:cubicBezTo>
                        <a:pt x="4108" y="8968"/>
                        <a:pt x="4162" y="8867"/>
                        <a:pt x="4053" y="8968"/>
                      </a:cubicBezTo>
                      <a:cubicBezTo>
                        <a:pt x="3917" y="9120"/>
                        <a:pt x="3727" y="9221"/>
                        <a:pt x="3673" y="9221"/>
                      </a:cubicBezTo>
                      <a:cubicBezTo>
                        <a:pt x="3618" y="9171"/>
                        <a:pt x="3564" y="9120"/>
                        <a:pt x="3509" y="9019"/>
                      </a:cubicBezTo>
                      <a:cubicBezTo>
                        <a:pt x="3428" y="8918"/>
                        <a:pt x="3264" y="8918"/>
                        <a:pt x="3264" y="8867"/>
                      </a:cubicBezTo>
                      <a:cubicBezTo>
                        <a:pt x="3237" y="8867"/>
                        <a:pt x="3020" y="9019"/>
                        <a:pt x="3020" y="9019"/>
                      </a:cubicBezTo>
                      <a:cubicBezTo>
                        <a:pt x="3020" y="9019"/>
                        <a:pt x="2720" y="9069"/>
                        <a:pt x="2639" y="9069"/>
                      </a:cubicBezTo>
                      <a:cubicBezTo>
                        <a:pt x="2584" y="9069"/>
                        <a:pt x="2421" y="9019"/>
                        <a:pt x="2394" y="9019"/>
                      </a:cubicBezTo>
                      <a:cubicBezTo>
                        <a:pt x="2394" y="9019"/>
                        <a:pt x="2231" y="9120"/>
                        <a:pt x="2231" y="9120"/>
                      </a:cubicBezTo>
                      <a:cubicBezTo>
                        <a:pt x="2204" y="9120"/>
                        <a:pt x="2095" y="9423"/>
                        <a:pt x="2040" y="9474"/>
                      </a:cubicBezTo>
                      <a:cubicBezTo>
                        <a:pt x="1986" y="9525"/>
                        <a:pt x="1850" y="9474"/>
                        <a:pt x="1850" y="9474"/>
                      </a:cubicBezTo>
                      <a:cubicBezTo>
                        <a:pt x="1850" y="9474"/>
                        <a:pt x="1795" y="9575"/>
                        <a:pt x="1741" y="9626"/>
                      </a:cubicBezTo>
                      <a:cubicBezTo>
                        <a:pt x="1687" y="9676"/>
                        <a:pt x="1605" y="9778"/>
                        <a:pt x="1551" y="9828"/>
                      </a:cubicBezTo>
                      <a:cubicBezTo>
                        <a:pt x="1496" y="9879"/>
                        <a:pt x="1469" y="10283"/>
                        <a:pt x="1469" y="10334"/>
                      </a:cubicBezTo>
                      <a:cubicBezTo>
                        <a:pt x="1442" y="10435"/>
                        <a:pt x="1306" y="10789"/>
                        <a:pt x="1306" y="10789"/>
                      </a:cubicBezTo>
                      <a:cubicBezTo>
                        <a:pt x="1170" y="11042"/>
                        <a:pt x="1170" y="11042"/>
                        <a:pt x="1170" y="11042"/>
                      </a:cubicBezTo>
                      <a:cubicBezTo>
                        <a:pt x="1170" y="11042"/>
                        <a:pt x="1061" y="11245"/>
                        <a:pt x="1034" y="11245"/>
                      </a:cubicBezTo>
                      <a:cubicBezTo>
                        <a:pt x="1007" y="11295"/>
                        <a:pt x="843" y="11599"/>
                        <a:pt x="843" y="11599"/>
                      </a:cubicBezTo>
                      <a:cubicBezTo>
                        <a:pt x="843" y="11599"/>
                        <a:pt x="789" y="11548"/>
                        <a:pt x="789" y="11548"/>
                      </a:cubicBezTo>
                      <a:cubicBezTo>
                        <a:pt x="789" y="11548"/>
                        <a:pt x="680" y="11852"/>
                        <a:pt x="680" y="11852"/>
                      </a:cubicBezTo>
                      <a:cubicBezTo>
                        <a:pt x="680" y="11852"/>
                        <a:pt x="626" y="12105"/>
                        <a:pt x="598" y="12155"/>
                      </a:cubicBezTo>
                      <a:cubicBezTo>
                        <a:pt x="598" y="12206"/>
                        <a:pt x="490" y="12509"/>
                        <a:pt x="490" y="12509"/>
                      </a:cubicBezTo>
                      <a:cubicBezTo>
                        <a:pt x="462" y="12610"/>
                        <a:pt x="462" y="12610"/>
                        <a:pt x="462" y="12610"/>
                      </a:cubicBezTo>
                      <a:cubicBezTo>
                        <a:pt x="435" y="12813"/>
                        <a:pt x="435" y="12813"/>
                        <a:pt x="435" y="12813"/>
                      </a:cubicBezTo>
                      <a:cubicBezTo>
                        <a:pt x="435" y="12813"/>
                        <a:pt x="381" y="12914"/>
                        <a:pt x="381" y="12863"/>
                      </a:cubicBezTo>
                      <a:cubicBezTo>
                        <a:pt x="381" y="12813"/>
                        <a:pt x="381" y="12610"/>
                        <a:pt x="408" y="12560"/>
                      </a:cubicBezTo>
                      <a:cubicBezTo>
                        <a:pt x="435" y="12509"/>
                        <a:pt x="435" y="12408"/>
                        <a:pt x="435" y="12408"/>
                      </a:cubicBezTo>
                      <a:cubicBezTo>
                        <a:pt x="408" y="12155"/>
                        <a:pt x="408" y="12155"/>
                        <a:pt x="408" y="12155"/>
                      </a:cubicBezTo>
                      <a:cubicBezTo>
                        <a:pt x="408" y="12155"/>
                        <a:pt x="381" y="12256"/>
                        <a:pt x="408" y="12105"/>
                      </a:cubicBezTo>
                      <a:cubicBezTo>
                        <a:pt x="435" y="11953"/>
                        <a:pt x="408" y="11953"/>
                        <a:pt x="435" y="11902"/>
                      </a:cubicBezTo>
                      <a:cubicBezTo>
                        <a:pt x="490" y="11852"/>
                        <a:pt x="462" y="11852"/>
                        <a:pt x="544" y="11750"/>
                      </a:cubicBezTo>
                      <a:cubicBezTo>
                        <a:pt x="598" y="11649"/>
                        <a:pt x="571" y="11599"/>
                        <a:pt x="598" y="11599"/>
                      </a:cubicBezTo>
                      <a:cubicBezTo>
                        <a:pt x="653" y="11548"/>
                        <a:pt x="653" y="11548"/>
                        <a:pt x="707" y="11497"/>
                      </a:cubicBezTo>
                      <a:cubicBezTo>
                        <a:pt x="789" y="11396"/>
                        <a:pt x="816" y="11346"/>
                        <a:pt x="843" y="11295"/>
                      </a:cubicBezTo>
                      <a:cubicBezTo>
                        <a:pt x="843" y="11245"/>
                        <a:pt x="979" y="11143"/>
                        <a:pt x="952" y="11093"/>
                      </a:cubicBezTo>
                      <a:cubicBezTo>
                        <a:pt x="952" y="11042"/>
                        <a:pt x="979" y="10941"/>
                        <a:pt x="898" y="10941"/>
                      </a:cubicBezTo>
                      <a:cubicBezTo>
                        <a:pt x="843" y="10941"/>
                        <a:pt x="735" y="11042"/>
                        <a:pt x="680" y="11093"/>
                      </a:cubicBezTo>
                      <a:cubicBezTo>
                        <a:pt x="598" y="11143"/>
                        <a:pt x="517" y="11245"/>
                        <a:pt x="517" y="11245"/>
                      </a:cubicBezTo>
                      <a:cubicBezTo>
                        <a:pt x="517" y="11245"/>
                        <a:pt x="326" y="11346"/>
                        <a:pt x="299" y="11346"/>
                      </a:cubicBezTo>
                      <a:cubicBezTo>
                        <a:pt x="272" y="11295"/>
                        <a:pt x="218" y="11346"/>
                        <a:pt x="190" y="11346"/>
                      </a:cubicBezTo>
                      <a:cubicBezTo>
                        <a:pt x="136" y="11396"/>
                        <a:pt x="27" y="11295"/>
                        <a:pt x="27" y="11295"/>
                      </a:cubicBezTo>
                      <a:cubicBezTo>
                        <a:pt x="0" y="10941"/>
                        <a:pt x="0" y="10941"/>
                        <a:pt x="0" y="10941"/>
                      </a:cubicBezTo>
                      <a:cubicBezTo>
                        <a:pt x="0" y="10941"/>
                        <a:pt x="0" y="10941"/>
                        <a:pt x="0" y="10941"/>
                      </a:cubicBezTo>
                      <a:cubicBezTo>
                        <a:pt x="27" y="10941"/>
                        <a:pt x="27" y="10992"/>
                        <a:pt x="27" y="10992"/>
                      </a:cubicBezTo>
                      <a:cubicBezTo>
                        <a:pt x="27" y="10992"/>
                        <a:pt x="27" y="10992"/>
                        <a:pt x="27" y="10992"/>
                      </a:cubicBezTo>
                      <a:cubicBezTo>
                        <a:pt x="54" y="11042"/>
                        <a:pt x="190" y="11042"/>
                        <a:pt x="190" y="11042"/>
                      </a:cubicBezTo>
                      <a:cubicBezTo>
                        <a:pt x="299" y="10840"/>
                        <a:pt x="299" y="10840"/>
                        <a:pt x="299" y="10840"/>
                      </a:cubicBezTo>
                      <a:cubicBezTo>
                        <a:pt x="435" y="10486"/>
                        <a:pt x="435" y="10486"/>
                        <a:pt x="435" y="10486"/>
                      </a:cubicBezTo>
                      <a:cubicBezTo>
                        <a:pt x="299" y="9929"/>
                        <a:pt x="299" y="9929"/>
                        <a:pt x="299" y="9929"/>
                      </a:cubicBezTo>
                      <a:cubicBezTo>
                        <a:pt x="299" y="9929"/>
                        <a:pt x="299" y="9929"/>
                        <a:pt x="299" y="9929"/>
                      </a:cubicBezTo>
                      <a:cubicBezTo>
                        <a:pt x="299" y="9929"/>
                        <a:pt x="299" y="9929"/>
                        <a:pt x="299" y="9929"/>
                      </a:cubicBezTo>
                      <a:cubicBezTo>
                        <a:pt x="299" y="9929"/>
                        <a:pt x="299" y="9929"/>
                        <a:pt x="299" y="9929"/>
                      </a:cubicBezTo>
                      <a:cubicBezTo>
                        <a:pt x="299" y="9879"/>
                        <a:pt x="326" y="9676"/>
                        <a:pt x="326" y="9626"/>
                      </a:cubicBezTo>
                      <a:cubicBezTo>
                        <a:pt x="326" y="9575"/>
                        <a:pt x="381" y="9373"/>
                        <a:pt x="381" y="9373"/>
                      </a:cubicBezTo>
                      <a:cubicBezTo>
                        <a:pt x="435" y="9221"/>
                        <a:pt x="435" y="9221"/>
                        <a:pt x="435" y="9221"/>
                      </a:cubicBezTo>
                      <a:cubicBezTo>
                        <a:pt x="435" y="9221"/>
                        <a:pt x="544" y="9171"/>
                        <a:pt x="571" y="9171"/>
                      </a:cubicBezTo>
                      <a:cubicBezTo>
                        <a:pt x="626" y="9171"/>
                        <a:pt x="490" y="8867"/>
                        <a:pt x="490" y="8816"/>
                      </a:cubicBezTo>
                      <a:cubicBezTo>
                        <a:pt x="490" y="8766"/>
                        <a:pt x="435" y="8513"/>
                        <a:pt x="435" y="8513"/>
                      </a:cubicBezTo>
                      <a:cubicBezTo>
                        <a:pt x="435" y="8513"/>
                        <a:pt x="299" y="8361"/>
                        <a:pt x="272" y="8361"/>
                      </a:cubicBezTo>
                      <a:cubicBezTo>
                        <a:pt x="245" y="8361"/>
                        <a:pt x="109" y="8311"/>
                        <a:pt x="54" y="8260"/>
                      </a:cubicBezTo>
                      <a:cubicBezTo>
                        <a:pt x="54" y="8260"/>
                        <a:pt x="54" y="8260"/>
                        <a:pt x="54" y="8260"/>
                      </a:cubicBezTo>
                      <a:cubicBezTo>
                        <a:pt x="54" y="8260"/>
                        <a:pt x="54" y="8260"/>
                        <a:pt x="54" y="8260"/>
                      </a:cubicBezTo>
                      <a:cubicBezTo>
                        <a:pt x="54" y="8260"/>
                        <a:pt x="27" y="8209"/>
                        <a:pt x="27" y="8159"/>
                      </a:cubicBezTo>
                      <a:cubicBezTo>
                        <a:pt x="27" y="8159"/>
                        <a:pt x="27" y="8159"/>
                        <a:pt x="27" y="8159"/>
                      </a:cubicBezTo>
                      <a:cubicBezTo>
                        <a:pt x="27" y="8159"/>
                        <a:pt x="27" y="8159"/>
                        <a:pt x="27" y="8159"/>
                      </a:cubicBezTo>
                      <a:cubicBezTo>
                        <a:pt x="27" y="8108"/>
                        <a:pt x="27" y="8108"/>
                        <a:pt x="27" y="8108"/>
                      </a:cubicBezTo>
                      <a:cubicBezTo>
                        <a:pt x="27" y="8108"/>
                        <a:pt x="27" y="8108"/>
                        <a:pt x="27" y="8108"/>
                      </a:cubicBezTo>
                      <a:cubicBezTo>
                        <a:pt x="27" y="8108"/>
                        <a:pt x="27" y="8108"/>
                        <a:pt x="27" y="8108"/>
                      </a:cubicBezTo>
                      <a:cubicBezTo>
                        <a:pt x="27" y="8108"/>
                        <a:pt x="27" y="8108"/>
                        <a:pt x="27" y="8108"/>
                      </a:cubicBezTo>
                      <a:cubicBezTo>
                        <a:pt x="27" y="8108"/>
                        <a:pt x="27" y="8108"/>
                        <a:pt x="27" y="8108"/>
                      </a:cubicBezTo>
                      <a:cubicBezTo>
                        <a:pt x="54" y="8007"/>
                        <a:pt x="136" y="7957"/>
                        <a:pt x="136" y="7957"/>
                      </a:cubicBezTo>
                      <a:cubicBezTo>
                        <a:pt x="245" y="7805"/>
                        <a:pt x="245" y="7805"/>
                        <a:pt x="245" y="7805"/>
                      </a:cubicBezTo>
                      <a:cubicBezTo>
                        <a:pt x="218" y="7602"/>
                        <a:pt x="218" y="7602"/>
                        <a:pt x="218" y="7602"/>
                      </a:cubicBezTo>
                      <a:cubicBezTo>
                        <a:pt x="218" y="7602"/>
                        <a:pt x="326" y="7451"/>
                        <a:pt x="354" y="7400"/>
                      </a:cubicBezTo>
                      <a:cubicBezTo>
                        <a:pt x="408" y="7349"/>
                        <a:pt x="598" y="7248"/>
                        <a:pt x="598" y="7248"/>
                      </a:cubicBezTo>
                      <a:cubicBezTo>
                        <a:pt x="680" y="6995"/>
                        <a:pt x="680" y="6995"/>
                        <a:pt x="680" y="6995"/>
                      </a:cubicBezTo>
                      <a:cubicBezTo>
                        <a:pt x="816" y="6945"/>
                        <a:pt x="816" y="6945"/>
                        <a:pt x="816" y="6945"/>
                      </a:cubicBezTo>
                      <a:cubicBezTo>
                        <a:pt x="871" y="6793"/>
                        <a:pt x="871" y="6793"/>
                        <a:pt x="871" y="6793"/>
                      </a:cubicBezTo>
                      <a:cubicBezTo>
                        <a:pt x="1007" y="6844"/>
                        <a:pt x="1007" y="6844"/>
                        <a:pt x="1007" y="6844"/>
                      </a:cubicBezTo>
                      <a:cubicBezTo>
                        <a:pt x="1224" y="7097"/>
                        <a:pt x="1224" y="7097"/>
                        <a:pt x="1224" y="7097"/>
                      </a:cubicBezTo>
                      <a:cubicBezTo>
                        <a:pt x="1224" y="7097"/>
                        <a:pt x="1387" y="6945"/>
                        <a:pt x="1415" y="6894"/>
                      </a:cubicBezTo>
                      <a:cubicBezTo>
                        <a:pt x="1469" y="6844"/>
                        <a:pt x="1523" y="6844"/>
                        <a:pt x="1523" y="6844"/>
                      </a:cubicBezTo>
                      <a:cubicBezTo>
                        <a:pt x="1605" y="6742"/>
                        <a:pt x="1605" y="6742"/>
                        <a:pt x="1605" y="6742"/>
                      </a:cubicBezTo>
                      <a:cubicBezTo>
                        <a:pt x="1605" y="6742"/>
                        <a:pt x="1741" y="6641"/>
                        <a:pt x="1768" y="6591"/>
                      </a:cubicBezTo>
                      <a:cubicBezTo>
                        <a:pt x="1768" y="6591"/>
                        <a:pt x="1768" y="6591"/>
                        <a:pt x="1768" y="6591"/>
                      </a:cubicBezTo>
                      <a:cubicBezTo>
                        <a:pt x="1768" y="6591"/>
                        <a:pt x="1768" y="6591"/>
                        <a:pt x="1768" y="6591"/>
                      </a:cubicBezTo>
                      <a:cubicBezTo>
                        <a:pt x="1823" y="7552"/>
                        <a:pt x="1687" y="7046"/>
                        <a:pt x="1959" y="7400"/>
                      </a:cubicBezTo>
                      <a:cubicBezTo>
                        <a:pt x="1986" y="7451"/>
                        <a:pt x="1959" y="7501"/>
                        <a:pt x="1986" y="7552"/>
                      </a:cubicBezTo>
                      <a:cubicBezTo>
                        <a:pt x="1986" y="7653"/>
                        <a:pt x="2176" y="7805"/>
                        <a:pt x="2176" y="7805"/>
                      </a:cubicBezTo>
                      <a:cubicBezTo>
                        <a:pt x="2176" y="7805"/>
                        <a:pt x="2340" y="7805"/>
                        <a:pt x="2340" y="7855"/>
                      </a:cubicBezTo>
                      <a:cubicBezTo>
                        <a:pt x="2367" y="7906"/>
                        <a:pt x="2530" y="8058"/>
                        <a:pt x="2530" y="8058"/>
                      </a:cubicBezTo>
                      <a:cubicBezTo>
                        <a:pt x="2884" y="7906"/>
                        <a:pt x="2884" y="7906"/>
                        <a:pt x="2884" y="7906"/>
                      </a:cubicBezTo>
                      <a:cubicBezTo>
                        <a:pt x="3047" y="8209"/>
                        <a:pt x="3047" y="8209"/>
                        <a:pt x="3047" y="8209"/>
                      </a:cubicBezTo>
                      <a:cubicBezTo>
                        <a:pt x="3237" y="8108"/>
                        <a:pt x="3237" y="8108"/>
                        <a:pt x="3237" y="8108"/>
                      </a:cubicBezTo>
                      <a:cubicBezTo>
                        <a:pt x="3237" y="8108"/>
                        <a:pt x="3319" y="8159"/>
                        <a:pt x="3373" y="8209"/>
                      </a:cubicBezTo>
                      <a:cubicBezTo>
                        <a:pt x="3428" y="8260"/>
                        <a:pt x="3591" y="8209"/>
                        <a:pt x="3645" y="8159"/>
                      </a:cubicBezTo>
                      <a:cubicBezTo>
                        <a:pt x="3700" y="8159"/>
                        <a:pt x="3836" y="8007"/>
                        <a:pt x="3890" y="8058"/>
                      </a:cubicBezTo>
                      <a:cubicBezTo>
                        <a:pt x="3945" y="8058"/>
                        <a:pt x="4189" y="7957"/>
                        <a:pt x="4189" y="7957"/>
                      </a:cubicBezTo>
                      <a:cubicBezTo>
                        <a:pt x="4325" y="7754"/>
                        <a:pt x="4325" y="7754"/>
                        <a:pt x="4325" y="7754"/>
                      </a:cubicBezTo>
                      <a:cubicBezTo>
                        <a:pt x="4597" y="7501"/>
                        <a:pt x="4597" y="7501"/>
                        <a:pt x="4597" y="7501"/>
                      </a:cubicBezTo>
                      <a:cubicBezTo>
                        <a:pt x="4897" y="8108"/>
                        <a:pt x="4897" y="8108"/>
                        <a:pt x="4897" y="8108"/>
                      </a:cubicBezTo>
                      <a:cubicBezTo>
                        <a:pt x="4897" y="8108"/>
                        <a:pt x="5196" y="8007"/>
                        <a:pt x="5223" y="8007"/>
                      </a:cubicBezTo>
                      <a:cubicBezTo>
                        <a:pt x="5278" y="8007"/>
                        <a:pt x="5495" y="7855"/>
                        <a:pt x="5495" y="7855"/>
                      </a:cubicBezTo>
                      <a:cubicBezTo>
                        <a:pt x="5495" y="7855"/>
                        <a:pt x="5550" y="7704"/>
                        <a:pt x="5522" y="7552"/>
                      </a:cubicBezTo>
                      <a:cubicBezTo>
                        <a:pt x="5522" y="7451"/>
                        <a:pt x="5495" y="7349"/>
                        <a:pt x="5495" y="7349"/>
                      </a:cubicBezTo>
                      <a:cubicBezTo>
                        <a:pt x="5495" y="7349"/>
                        <a:pt x="5441" y="7248"/>
                        <a:pt x="5522" y="7198"/>
                      </a:cubicBezTo>
                      <a:cubicBezTo>
                        <a:pt x="5604" y="7147"/>
                        <a:pt x="5631" y="7046"/>
                        <a:pt x="5686" y="6995"/>
                      </a:cubicBezTo>
                      <a:cubicBezTo>
                        <a:pt x="5767" y="6894"/>
                        <a:pt x="5822" y="6742"/>
                        <a:pt x="5849" y="6692"/>
                      </a:cubicBezTo>
                      <a:cubicBezTo>
                        <a:pt x="5876" y="6692"/>
                        <a:pt x="5930" y="6490"/>
                        <a:pt x="5958" y="6490"/>
                      </a:cubicBezTo>
                      <a:cubicBezTo>
                        <a:pt x="5958" y="6439"/>
                        <a:pt x="6012" y="6287"/>
                        <a:pt x="6012" y="6237"/>
                      </a:cubicBezTo>
                      <a:cubicBezTo>
                        <a:pt x="6039" y="6237"/>
                        <a:pt x="6175" y="5984"/>
                        <a:pt x="6175" y="5984"/>
                      </a:cubicBezTo>
                      <a:cubicBezTo>
                        <a:pt x="6230" y="5832"/>
                        <a:pt x="6230" y="5832"/>
                        <a:pt x="6230" y="5832"/>
                      </a:cubicBezTo>
                      <a:cubicBezTo>
                        <a:pt x="6230" y="5832"/>
                        <a:pt x="6339" y="5427"/>
                        <a:pt x="6393" y="5377"/>
                      </a:cubicBezTo>
                      <a:cubicBezTo>
                        <a:pt x="6447" y="5377"/>
                        <a:pt x="6747" y="4921"/>
                        <a:pt x="6801" y="4972"/>
                      </a:cubicBezTo>
                      <a:cubicBezTo>
                        <a:pt x="6855" y="4972"/>
                        <a:pt x="7046" y="4668"/>
                        <a:pt x="7100" y="4567"/>
                      </a:cubicBezTo>
                      <a:cubicBezTo>
                        <a:pt x="7155" y="4517"/>
                        <a:pt x="7155" y="4416"/>
                        <a:pt x="7291" y="4365"/>
                      </a:cubicBezTo>
                      <a:cubicBezTo>
                        <a:pt x="7399" y="4365"/>
                        <a:pt x="8161" y="4163"/>
                        <a:pt x="8161" y="4163"/>
                      </a:cubicBezTo>
                      <a:cubicBezTo>
                        <a:pt x="8596" y="3910"/>
                        <a:pt x="8596" y="3910"/>
                        <a:pt x="8596" y="3910"/>
                      </a:cubicBezTo>
                      <a:cubicBezTo>
                        <a:pt x="8814" y="3606"/>
                        <a:pt x="8814" y="3606"/>
                        <a:pt x="8814" y="3606"/>
                      </a:cubicBezTo>
                      <a:cubicBezTo>
                        <a:pt x="8841" y="3454"/>
                        <a:pt x="8841" y="3454"/>
                        <a:pt x="8841" y="3454"/>
                      </a:cubicBezTo>
                      <a:cubicBezTo>
                        <a:pt x="9086" y="3454"/>
                        <a:pt x="9086" y="3454"/>
                        <a:pt x="9086" y="3454"/>
                      </a:cubicBezTo>
                      <a:cubicBezTo>
                        <a:pt x="9086" y="3454"/>
                        <a:pt x="9059" y="3657"/>
                        <a:pt x="9059" y="3657"/>
                      </a:cubicBezTo>
                      <a:cubicBezTo>
                        <a:pt x="9059" y="3707"/>
                        <a:pt x="9032" y="3758"/>
                        <a:pt x="9113" y="3808"/>
                      </a:cubicBezTo>
                      <a:cubicBezTo>
                        <a:pt x="9195" y="3910"/>
                        <a:pt x="9277" y="4011"/>
                        <a:pt x="9304" y="4011"/>
                      </a:cubicBezTo>
                      <a:cubicBezTo>
                        <a:pt x="9331" y="4011"/>
                        <a:pt x="9385" y="4061"/>
                        <a:pt x="9413" y="4061"/>
                      </a:cubicBezTo>
                      <a:cubicBezTo>
                        <a:pt x="9440" y="4112"/>
                        <a:pt x="9576" y="4163"/>
                        <a:pt x="9576" y="4163"/>
                      </a:cubicBezTo>
                      <a:cubicBezTo>
                        <a:pt x="9576" y="4163"/>
                        <a:pt x="9739" y="4061"/>
                        <a:pt x="9739" y="4061"/>
                      </a:cubicBezTo>
                      <a:cubicBezTo>
                        <a:pt x="9739" y="4011"/>
                        <a:pt x="9821" y="3960"/>
                        <a:pt x="9875" y="3910"/>
                      </a:cubicBezTo>
                      <a:cubicBezTo>
                        <a:pt x="9929" y="3859"/>
                        <a:pt x="10147" y="3758"/>
                        <a:pt x="10147" y="3758"/>
                      </a:cubicBezTo>
                      <a:cubicBezTo>
                        <a:pt x="10147" y="3758"/>
                        <a:pt x="10202" y="3910"/>
                        <a:pt x="10229" y="3910"/>
                      </a:cubicBezTo>
                      <a:cubicBezTo>
                        <a:pt x="10229" y="3960"/>
                        <a:pt x="10338" y="4061"/>
                        <a:pt x="10310" y="4163"/>
                      </a:cubicBezTo>
                      <a:cubicBezTo>
                        <a:pt x="10310" y="4213"/>
                        <a:pt x="10310" y="4365"/>
                        <a:pt x="10310" y="4365"/>
                      </a:cubicBezTo>
                      <a:cubicBezTo>
                        <a:pt x="10474" y="4517"/>
                        <a:pt x="10474" y="4517"/>
                        <a:pt x="10474" y="4517"/>
                      </a:cubicBezTo>
                      <a:cubicBezTo>
                        <a:pt x="10474" y="4517"/>
                        <a:pt x="10582" y="4618"/>
                        <a:pt x="10610" y="4668"/>
                      </a:cubicBezTo>
                      <a:cubicBezTo>
                        <a:pt x="10637" y="4668"/>
                        <a:pt x="10800" y="4719"/>
                        <a:pt x="10800" y="4719"/>
                      </a:cubicBezTo>
                      <a:cubicBezTo>
                        <a:pt x="10827" y="4365"/>
                        <a:pt x="10827" y="4365"/>
                        <a:pt x="10827" y="4365"/>
                      </a:cubicBezTo>
                      <a:cubicBezTo>
                        <a:pt x="10827" y="4365"/>
                        <a:pt x="10882" y="4264"/>
                        <a:pt x="10963" y="4264"/>
                      </a:cubicBezTo>
                      <a:cubicBezTo>
                        <a:pt x="11045" y="4264"/>
                        <a:pt x="11181" y="4264"/>
                        <a:pt x="11181" y="4264"/>
                      </a:cubicBezTo>
                      <a:cubicBezTo>
                        <a:pt x="11181" y="4264"/>
                        <a:pt x="11290" y="4314"/>
                        <a:pt x="11290" y="4365"/>
                      </a:cubicBezTo>
                      <a:cubicBezTo>
                        <a:pt x="11290" y="4416"/>
                        <a:pt x="11426" y="4567"/>
                        <a:pt x="11426" y="4567"/>
                      </a:cubicBezTo>
                      <a:cubicBezTo>
                        <a:pt x="11616" y="4466"/>
                        <a:pt x="11616" y="4466"/>
                        <a:pt x="11616" y="4466"/>
                      </a:cubicBezTo>
                      <a:cubicBezTo>
                        <a:pt x="11698" y="4517"/>
                        <a:pt x="11698" y="4517"/>
                        <a:pt x="11698" y="4517"/>
                      </a:cubicBezTo>
                      <a:cubicBezTo>
                        <a:pt x="11943" y="4567"/>
                        <a:pt x="11943" y="4567"/>
                        <a:pt x="11943" y="4567"/>
                      </a:cubicBezTo>
                      <a:cubicBezTo>
                        <a:pt x="11943" y="4567"/>
                        <a:pt x="11997" y="4567"/>
                        <a:pt x="11997" y="4517"/>
                      </a:cubicBezTo>
                      <a:cubicBezTo>
                        <a:pt x="12024" y="4466"/>
                        <a:pt x="12024" y="4314"/>
                        <a:pt x="12024" y="4314"/>
                      </a:cubicBezTo>
                      <a:cubicBezTo>
                        <a:pt x="12024" y="4314"/>
                        <a:pt x="11997" y="4314"/>
                        <a:pt x="12079" y="4264"/>
                      </a:cubicBezTo>
                      <a:cubicBezTo>
                        <a:pt x="12160" y="4264"/>
                        <a:pt x="12133" y="4213"/>
                        <a:pt x="12160" y="4264"/>
                      </a:cubicBezTo>
                      <a:cubicBezTo>
                        <a:pt x="12187" y="4314"/>
                        <a:pt x="12296" y="4314"/>
                        <a:pt x="12351" y="4365"/>
                      </a:cubicBezTo>
                      <a:cubicBezTo>
                        <a:pt x="12378" y="4365"/>
                        <a:pt x="12487" y="4416"/>
                        <a:pt x="12514" y="4416"/>
                      </a:cubicBezTo>
                      <a:cubicBezTo>
                        <a:pt x="12541" y="4416"/>
                        <a:pt x="12813" y="4365"/>
                        <a:pt x="12813" y="4365"/>
                      </a:cubicBezTo>
                      <a:cubicBezTo>
                        <a:pt x="12813" y="4365"/>
                        <a:pt x="12759" y="4416"/>
                        <a:pt x="12868" y="4314"/>
                      </a:cubicBezTo>
                      <a:cubicBezTo>
                        <a:pt x="12976" y="4213"/>
                        <a:pt x="13112" y="4061"/>
                        <a:pt x="13112" y="4061"/>
                      </a:cubicBezTo>
                      <a:cubicBezTo>
                        <a:pt x="13112" y="4061"/>
                        <a:pt x="13112" y="4061"/>
                        <a:pt x="13194" y="4011"/>
                      </a:cubicBezTo>
                      <a:cubicBezTo>
                        <a:pt x="13276" y="3960"/>
                        <a:pt x="13276" y="3758"/>
                        <a:pt x="13276" y="3758"/>
                      </a:cubicBezTo>
                      <a:cubicBezTo>
                        <a:pt x="13276" y="3758"/>
                        <a:pt x="13276" y="3758"/>
                        <a:pt x="13330" y="3758"/>
                      </a:cubicBezTo>
                      <a:cubicBezTo>
                        <a:pt x="13357" y="3707"/>
                        <a:pt x="13520" y="3657"/>
                        <a:pt x="13520" y="3657"/>
                      </a:cubicBezTo>
                      <a:cubicBezTo>
                        <a:pt x="13520" y="3657"/>
                        <a:pt x="13548" y="3556"/>
                        <a:pt x="13575" y="3505"/>
                      </a:cubicBezTo>
                      <a:cubicBezTo>
                        <a:pt x="13602" y="3505"/>
                        <a:pt x="13656" y="3404"/>
                        <a:pt x="13656" y="3404"/>
                      </a:cubicBezTo>
                      <a:cubicBezTo>
                        <a:pt x="13684" y="3404"/>
                        <a:pt x="13684" y="3404"/>
                        <a:pt x="13684" y="3404"/>
                      </a:cubicBezTo>
                      <a:cubicBezTo>
                        <a:pt x="13792" y="3353"/>
                        <a:pt x="13792" y="3353"/>
                        <a:pt x="13792" y="3353"/>
                      </a:cubicBezTo>
                      <a:cubicBezTo>
                        <a:pt x="13820" y="3252"/>
                        <a:pt x="13820" y="3252"/>
                        <a:pt x="13820" y="3252"/>
                      </a:cubicBezTo>
                      <a:cubicBezTo>
                        <a:pt x="14037" y="3353"/>
                        <a:pt x="14037" y="3353"/>
                        <a:pt x="14037" y="3353"/>
                      </a:cubicBezTo>
                      <a:cubicBezTo>
                        <a:pt x="14037" y="3353"/>
                        <a:pt x="14228" y="3404"/>
                        <a:pt x="14255" y="3353"/>
                      </a:cubicBezTo>
                      <a:cubicBezTo>
                        <a:pt x="14309" y="3353"/>
                        <a:pt x="14391" y="3100"/>
                        <a:pt x="14445" y="3151"/>
                      </a:cubicBezTo>
                      <a:cubicBezTo>
                        <a:pt x="14473" y="3151"/>
                        <a:pt x="14527" y="3252"/>
                        <a:pt x="14554" y="3201"/>
                      </a:cubicBezTo>
                      <a:cubicBezTo>
                        <a:pt x="14581" y="3201"/>
                        <a:pt x="14609" y="3303"/>
                        <a:pt x="14690" y="3201"/>
                      </a:cubicBezTo>
                      <a:cubicBezTo>
                        <a:pt x="14799" y="3050"/>
                        <a:pt x="14881" y="2847"/>
                        <a:pt x="14881" y="2847"/>
                      </a:cubicBezTo>
                      <a:cubicBezTo>
                        <a:pt x="14881" y="2847"/>
                        <a:pt x="14853" y="2746"/>
                        <a:pt x="14935" y="2696"/>
                      </a:cubicBezTo>
                      <a:cubicBezTo>
                        <a:pt x="15017" y="2594"/>
                        <a:pt x="15017" y="2544"/>
                        <a:pt x="15071" y="2544"/>
                      </a:cubicBezTo>
                      <a:cubicBezTo>
                        <a:pt x="15125" y="2493"/>
                        <a:pt x="15125" y="2544"/>
                        <a:pt x="15153" y="2443"/>
                      </a:cubicBezTo>
                      <a:cubicBezTo>
                        <a:pt x="15153" y="2342"/>
                        <a:pt x="15153" y="2240"/>
                        <a:pt x="15180" y="2190"/>
                      </a:cubicBezTo>
                      <a:cubicBezTo>
                        <a:pt x="15207" y="2190"/>
                        <a:pt x="15234" y="2089"/>
                        <a:pt x="15289" y="2089"/>
                      </a:cubicBezTo>
                      <a:cubicBezTo>
                        <a:pt x="15316" y="2038"/>
                        <a:pt x="15370" y="1987"/>
                        <a:pt x="15370" y="1886"/>
                      </a:cubicBezTo>
                      <a:cubicBezTo>
                        <a:pt x="15397" y="1785"/>
                        <a:pt x="15343" y="1836"/>
                        <a:pt x="15397" y="1785"/>
                      </a:cubicBezTo>
                      <a:cubicBezTo>
                        <a:pt x="15452" y="1684"/>
                        <a:pt x="15479" y="1633"/>
                        <a:pt x="15534" y="1532"/>
                      </a:cubicBezTo>
                      <a:cubicBezTo>
                        <a:pt x="15588" y="1482"/>
                        <a:pt x="15615" y="1431"/>
                        <a:pt x="15642" y="1330"/>
                      </a:cubicBezTo>
                      <a:cubicBezTo>
                        <a:pt x="15642" y="1229"/>
                        <a:pt x="15642" y="1178"/>
                        <a:pt x="15670" y="1026"/>
                      </a:cubicBezTo>
                      <a:cubicBezTo>
                        <a:pt x="15724" y="875"/>
                        <a:pt x="15670" y="773"/>
                        <a:pt x="15751" y="773"/>
                      </a:cubicBezTo>
                      <a:cubicBezTo>
                        <a:pt x="15778" y="773"/>
                        <a:pt x="15778" y="773"/>
                        <a:pt x="15806" y="773"/>
                      </a:cubicBezTo>
                      <a:cubicBezTo>
                        <a:pt x="15806" y="875"/>
                        <a:pt x="15860" y="925"/>
                        <a:pt x="15914" y="976"/>
                      </a:cubicBezTo>
                      <a:cubicBezTo>
                        <a:pt x="15996" y="1026"/>
                        <a:pt x="16214" y="824"/>
                        <a:pt x="16214" y="824"/>
                      </a:cubicBezTo>
                      <a:cubicBezTo>
                        <a:pt x="16350" y="723"/>
                        <a:pt x="16350" y="723"/>
                        <a:pt x="16350" y="723"/>
                      </a:cubicBezTo>
                      <a:cubicBezTo>
                        <a:pt x="16486" y="672"/>
                        <a:pt x="16486" y="672"/>
                        <a:pt x="16486" y="672"/>
                      </a:cubicBezTo>
                      <a:cubicBezTo>
                        <a:pt x="16486" y="672"/>
                        <a:pt x="16812" y="622"/>
                        <a:pt x="16866" y="571"/>
                      </a:cubicBezTo>
                      <a:cubicBezTo>
                        <a:pt x="16948" y="470"/>
                        <a:pt x="16948" y="369"/>
                        <a:pt x="16948" y="369"/>
                      </a:cubicBezTo>
                      <a:cubicBezTo>
                        <a:pt x="16921" y="217"/>
                        <a:pt x="16921" y="217"/>
                        <a:pt x="16921" y="217"/>
                      </a:cubicBezTo>
                      <a:cubicBezTo>
                        <a:pt x="16921" y="217"/>
                        <a:pt x="17084" y="65"/>
                        <a:pt x="17166" y="15"/>
                      </a:cubicBezTo>
                      <a:cubicBezTo>
                        <a:pt x="17220" y="-36"/>
                        <a:pt x="17275" y="65"/>
                        <a:pt x="17275" y="65"/>
                      </a:cubicBezTo>
                      <a:cubicBezTo>
                        <a:pt x="17356" y="217"/>
                        <a:pt x="17356" y="217"/>
                        <a:pt x="17356" y="217"/>
                      </a:cubicBezTo>
                      <a:cubicBezTo>
                        <a:pt x="17465" y="419"/>
                        <a:pt x="17465" y="419"/>
                        <a:pt x="17465" y="419"/>
                      </a:cubicBezTo>
                      <a:cubicBezTo>
                        <a:pt x="17601" y="470"/>
                        <a:pt x="17601" y="470"/>
                        <a:pt x="17601" y="470"/>
                      </a:cubicBezTo>
                      <a:cubicBezTo>
                        <a:pt x="17601" y="470"/>
                        <a:pt x="17683" y="622"/>
                        <a:pt x="17710" y="672"/>
                      </a:cubicBezTo>
                      <a:cubicBezTo>
                        <a:pt x="17710" y="773"/>
                        <a:pt x="17710" y="773"/>
                        <a:pt x="17710" y="773"/>
                      </a:cubicBezTo>
                      <a:cubicBezTo>
                        <a:pt x="17873" y="773"/>
                        <a:pt x="17873" y="773"/>
                        <a:pt x="17873" y="773"/>
                      </a:cubicBezTo>
                      <a:cubicBezTo>
                        <a:pt x="18009" y="672"/>
                        <a:pt x="18009" y="672"/>
                        <a:pt x="18009" y="672"/>
                      </a:cubicBezTo>
                      <a:cubicBezTo>
                        <a:pt x="18145" y="824"/>
                        <a:pt x="18145" y="824"/>
                        <a:pt x="18145" y="824"/>
                      </a:cubicBezTo>
                      <a:cubicBezTo>
                        <a:pt x="18254" y="773"/>
                        <a:pt x="18254" y="773"/>
                        <a:pt x="18254" y="773"/>
                      </a:cubicBezTo>
                      <a:cubicBezTo>
                        <a:pt x="18281" y="773"/>
                        <a:pt x="18281" y="824"/>
                        <a:pt x="18308" y="824"/>
                      </a:cubicBezTo>
                      <a:cubicBezTo>
                        <a:pt x="18308" y="875"/>
                        <a:pt x="18308" y="925"/>
                        <a:pt x="18308" y="976"/>
                      </a:cubicBezTo>
                      <a:cubicBezTo>
                        <a:pt x="18336" y="1077"/>
                        <a:pt x="18363" y="1077"/>
                        <a:pt x="18363" y="1077"/>
                      </a:cubicBezTo>
                      <a:cubicBezTo>
                        <a:pt x="18417" y="1229"/>
                        <a:pt x="18417" y="1229"/>
                        <a:pt x="18417" y="1229"/>
                      </a:cubicBezTo>
                      <a:cubicBezTo>
                        <a:pt x="18444" y="1380"/>
                        <a:pt x="18444" y="1380"/>
                        <a:pt x="18444" y="1380"/>
                      </a:cubicBezTo>
                      <a:cubicBezTo>
                        <a:pt x="18417" y="1633"/>
                        <a:pt x="18417" y="1633"/>
                        <a:pt x="18417" y="1633"/>
                      </a:cubicBezTo>
                      <a:cubicBezTo>
                        <a:pt x="18417" y="1633"/>
                        <a:pt x="18363" y="1886"/>
                        <a:pt x="18336" y="1987"/>
                      </a:cubicBezTo>
                      <a:cubicBezTo>
                        <a:pt x="18308" y="2089"/>
                        <a:pt x="18390" y="2190"/>
                        <a:pt x="18390" y="2190"/>
                      </a:cubicBezTo>
                      <a:cubicBezTo>
                        <a:pt x="18417" y="2291"/>
                        <a:pt x="18417" y="2291"/>
                        <a:pt x="18417" y="2291"/>
                      </a:cubicBezTo>
                      <a:cubicBezTo>
                        <a:pt x="18417" y="2291"/>
                        <a:pt x="18444" y="2443"/>
                        <a:pt x="18472" y="2493"/>
                      </a:cubicBezTo>
                      <a:cubicBezTo>
                        <a:pt x="18472" y="2544"/>
                        <a:pt x="18472" y="2544"/>
                        <a:pt x="18472" y="2544"/>
                      </a:cubicBezTo>
                      <a:cubicBezTo>
                        <a:pt x="18472" y="2544"/>
                        <a:pt x="18553" y="2645"/>
                        <a:pt x="18580" y="2696"/>
                      </a:cubicBezTo>
                      <a:cubicBezTo>
                        <a:pt x="18608" y="2696"/>
                        <a:pt x="18608" y="2746"/>
                        <a:pt x="18635" y="2797"/>
                      </a:cubicBezTo>
                      <a:cubicBezTo>
                        <a:pt x="18662" y="2847"/>
                        <a:pt x="18635" y="2949"/>
                        <a:pt x="18635" y="2949"/>
                      </a:cubicBezTo>
                      <a:cubicBezTo>
                        <a:pt x="18553" y="3100"/>
                        <a:pt x="18553" y="3100"/>
                        <a:pt x="18553" y="3100"/>
                      </a:cubicBezTo>
                      <a:cubicBezTo>
                        <a:pt x="18553" y="3100"/>
                        <a:pt x="18689" y="3100"/>
                        <a:pt x="18744" y="3100"/>
                      </a:cubicBezTo>
                      <a:cubicBezTo>
                        <a:pt x="18798" y="3100"/>
                        <a:pt x="18798" y="3100"/>
                        <a:pt x="18825" y="3100"/>
                      </a:cubicBezTo>
                      <a:cubicBezTo>
                        <a:pt x="18852" y="3100"/>
                        <a:pt x="18961" y="3151"/>
                        <a:pt x="18961" y="3151"/>
                      </a:cubicBezTo>
                      <a:cubicBezTo>
                        <a:pt x="18961" y="3151"/>
                        <a:pt x="19016" y="3100"/>
                        <a:pt x="19043" y="3100"/>
                      </a:cubicBezTo>
                      <a:cubicBezTo>
                        <a:pt x="19097" y="3050"/>
                        <a:pt x="19152" y="3050"/>
                        <a:pt x="19152" y="3050"/>
                      </a:cubicBezTo>
                      <a:cubicBezTo>
                        <a:pt x="19260" y="2898"/>
                        <a:pt x="19260" y="2898"/>
                        <a:pt x="19260" y="2898"/>
                      </a:cubicBezTo>
                      <a:cubicBezTo>
                        <a:pt x="19260" y="2898"/>
                        <a:pt x="19396" y="2949"/>
                        <a:pt x="19451" y="2949"/>
                      </a:cubicBezTo>
                      <a:cubicBezTo>
                        <a:pt x="19478" y="2949"/>
                        <a:pt x="19560" y="2949"/>
                        <a:pt x="19587" y="2898"/>
                      </a:cubicBezTo>
                      <a:cubicBezTo>
                        <a:pt x="19614" y="2898"/>
                        <a:pt x="19723" y="2999"/>
                        <a:pt x="19723" y="2999"/>
                      </a:cubicBezTo>
                      <a:cubicBezTo>
                        <a:pt x="19723" y="2999"/>
                        <a:pt x="19777" y="3100"/>
                        <a:pt x="19805" y="3151"/>
                      </a:cubicBezTo>
                      <a:cubicBezTo>
                        <a:pt x="19777" y="3303"/>
                        <a:pt x="19750" y="3404"/>
                        <a:pt x="19750" y="3454"/>
                      </a:cubicBezTo>
                      <a:cubicBezTo>
                        <a:pt x="19777" y="3505"/>
                        <a:pt x="19859" y="3606"/>
                        <a:pt x="19886" y="3707"/>
                      </a:cubicBezTo>
                      <a:cubicBezTo>
                        <a:pt x="19886" y="3758"/>
                        <a:pt x="19777" y="4011"/>
                        <a:pt x="19777" y="4011"/>
                      </a:cubicBezTo>
                      <a:close/>
                      <a:moveTo>
                        <a:pt x="0" y="8260"/>
                      </a:moveTo>
                      <a:cubicBezTo>
                        <a:pt x="0" y="8260"/>
                        <a:pt x="0" y="8260"/>
                        <a:pt x="0" y="8260"/>
                      </a:cubicBezTo>
                      <a:cubicBezTo>
                        <a:pt x="0" y="8260"/>
                        <a:pt x="0" y="8260"/>
                        <a:pt x="0" y="8260"/>
                      </a:cubicBezTo>
                      <a:cubicBezTo>
                        <a:pt x="0" y="8260"/>
                        <a:pt x="0" y="8260"/>
                        <a:pt x="0" y="8260"/>
                      </a:cubicBezTo>
                      <a:cubicBezTo>
                        <a:pt x="0" y="8260"/>
                        <a:pt x="0" y="8260"/>
                        <a:pt x="0" y="8260"/>
                      </a:cubicBezTo>
                      <a:cubicBezTo>
                        <a:pt x="0" y="8260"/>
                        <a:pt x="0" y="8260"/>
                        <a:pt x="0" y="826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52" name="Shape">
                  <a:extLst>
                    <a:ext uri="{FF2B5EF4-FFF2-40B4-BE49-F238E27FC236}">
                      <a16:creationId xmlns:a16="http://schemas.microsoft.com/office/drawing/2014/main" id="{F1D35AB3-D61C-4841-971C-5E08C1BB9F63}"/>
                    </a:ext>
                  </a:extLst>
                </p:cNvPr>
                <p:cNvSpPr/>
                <p:nvPr/>
              </p:nvSpPr>
              <p:spPr>
                <a:xfrm>
                  <a:off x="3815061" y="608679"/>
                  <a:ext cx="1100721" cy="19503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62" h="21579" extrusionOk="0">
                      <a:moveTo>
                        <a:pt x="1325" y="3716"/>
                      </a:moveTo>
                      <a:cubicBezTo>
                        <a:pt x="1120" y="3529"/>
                        <a:pt x="1120" y="3529"/>
                        <a:pt x="1120" y="3529"/>
                      </a:cubicBezTo>
                      <a:cubicBezTo>
                        <a:pt x="848" y="3454"/>
                        <a:pt x="848" y="3454"/>
                        <a:pt x="848" y="3454"/>
                      </a:cubicBezTo>
                      <a:cubicBezTo>
                        <a:pt x="507" y="3380"/>
                        <a:pt x="507" y="3380"/>
                        <a:pt x="507" y="3380"/>
                      </a:cubicBezTo>
                      <a:cubicBezTo>
                        <a:pt x="507" y="3230"/>
                        <a:pt x="507" y="3230"/>
                        <a:pt x="507" y="3230"/>
                      </a:cubicBezTo>
                      <a:cubicBezTo>
                        <a:pt x="30" y="3081"/>
                        <a:pt x="30" y="3081"/>
                        <a:pt x="30" y="3081"/>
                      </a:cubicBezTo>
                      <a:cubicBezTo>
                        <a:pt x="30" y="3081"/>
                        <a:pt x="-38" y="3006"/>
                        <a:pt x="30" y="3006"/>
                      </a:cubicBezTo>
                      <a:cubicBezTo>
                        <a:pt x="98" y="2969"/>
                        <a:pt x="371" y="2969"/>
                        <a:pt x="439" y="2969"/>
                      </a:cubicBezTo>
                      <a:cubicBezTo>
                        <a:pt x="439" y="2931"/>
                        <a:pt x="439" y="2931"/>
                        <a:pt x="439" y="2931"/>
                      </a:cubicBezTo>
                      <a:cubicBezTo>
                        <a:pt x="507" y="2931"/>
                        <a:pt x="507" y="2931"/>
                        <a:pt x="507" y="2931"/>
                      </a:cubicBezTo>
                      <a:cubicBezTo>
                        <a:pt x="575" y="2931"/>
                        <a:pt x="575" y="2894"/>
                        <a:pt x="575" y="2894"/>
                      </a:cubicBezTo>
                      <a:cubicBezTo>
                        <a:pt x="575" y="2894"/>
                        <a:pt x="371" y="2670"/>
                        <a:pt x="507" y="2558"/>
                      </a:cubicBezTo>
                      <a:cubicBezTo>
                        <a:pt x="507" y="2520"/>
                        <a:pt x="507" y="2520"/>
                        <a:pt x="507" y="2520"/>
                      </a:cubicBezTo>
                      <a:cubicBezTo>
                        <a:pt x="507" y="2520"/>
                        <a:pt x="507" y="2520"/>
                        <a:pt x="507" y="2520"/>
                      </a:cubicBezTo>
                      <a:cubicBezTo>
                        <a:pt x="643" y="2445"/>
                        <a:pt x="916" y="2445"/>
                        <a:pt x="1052" y="2520"/>
                      </a:cubicBezTo>
                      <a:cubicBezTo>
                        <a:pt x="1325" y="2558"/>
                        <a:pt x="1325" y="2558"/>
                        <a:pt x="1325" y="2558"/>
                      </a:cubicBezTo>
                      <a:cubicBezTo>
                        <a:pt x="1802" y="2857"/>
                        <a:pt x="1802" y="2857"/>
                        <a:pt x="1802" y="2857"/>
                      </a:cubicBezTo>
                      <a:cubicBezTo>
                        <a:pt x="2211" y="3118"/>
                        <a:pt x="2211" y="3118"/>
                        <a:pt x="2211" y="3118"/>
                      </a:cubicBezTo>
                      <a:cubicBezTo>
                        <a:pt x="2211" y="3118"/>
                        <a:pt x="2824" y="3380"/>
                        <a:pt x="2960" y="3417"/>
                      </a:cubicBezTo>
                      <a:cubicBezTo>
                        <a:pt x="3096" y="3454"/>
                        <a:pt x="3846" y="3529"/>
                        <a:pt x="3914" y="3567"/>
                      </a:cubicBezTo>
                      <a:cubicBezTo>
                        <a:pt x="4118" y="3417"/>
                        <a:pt x="4118" y="3417"/>
                        <a:pt x="4118" y="3417"/>
                      </a:cubicBezTo>
                      <a:cubicBezTo>
                        <a:pt x="4391" y="3305"/>
                        <a:pt x="4391" y="3305"/>
                        <a:pt x="4391" y="3305"/>
                      </a:cubicBezTo>
                      <a:cubicBezTo>
                        <a:pt x="4323" y="3230"/>
                        <a:pt x="4323" y="3230"/>
                        <a:pt x="4323" y="3230"/>
                      </a:cubicBezTo>
                      <a:cubicBezTo>
                        <a:pt x="4664" y="3118"/>
                        <a:pt x="4664" y="3118"/>
                        <a:pt x="4664" y="3118"/>
                      </a:cubicBezTo>
                      <a:cubicBezTo>
                        <a:pt x="4936" y="3230"/>
                        <a:pt x="4936" y="3230"/>
                        <a:pt x="4936" y="3230"/>
                      </a:cubicBezTo>
                      <a:cubicBezTo>
                        <a:pt x="5618" y="3305"/>
                        <a:pt x="5618" y="3305"/>
                        <a:pt x="5618" y="3305"/>
                      </a:cubicBezTo>
                      <a:cubicBezTo>
                        <a:pt x="5890" y="3417"/>
                        <a:pt x="5890" y="3417"/>
                        <a:pt x="5890" y="3417"/>
                      </a:cubicBezTo>
                      <a:cubicBezTo>
                        <a:pt x="5890" y="3417"/>
                        <a:pt x="5958" y="3417"/>
                        <a:pt x="6026" y="3380"/>
                      </a:cubicBezTo>
                      <a:cubicBezTo>
                        <a:pt x="6026" y="3380"/>
                        <a:pt x="6026" y="3380"/>
                        <a:pt x="6026" y="3380"/>
                      </a:cubicBezTo>
                      <a:cubicBezTo>
                        <a:pt x="6094" y="3380"/>
                        <a:pt x="6094" y="3380"/>
                        <a:pt x="6163" y="3342"/>
                      </a:cubicBezTo>
                      <a:cubicBezTo>
                        <a:pt x="6163" y="3342"/>
                        <a:pt x="6163" y="3342"/>
                        <a:pt x="6163" y="3342"/>
                      </a:cubicBezTo>
                      <a:cubicBezTo>
                        <a:pt x="6163" y="3342"/>
                        <a:pt x="6163" y="3342"/>
                        <a:pt x="6163" y="3342"/>
                      </a:cubicBezTo>
                      <a:cubicBezTo>
                        <a:pt x="6163" y="3342"/>
                        <a:pt x="6163" y="3342"/>
                        <a:pt x="6163" y="3342"/>
                      </a:cubicBezTo>
                      <a:cubicBezTo>
                        <a:pt x="6163" y="3342"/>
                        <a:pt x="6163" y="3342"/>
                        <a:pt x="6163" y="3342"/>
                      </a:cubicBezTo>
                      <a:cubicBezTo>
                        <a:pt x="6163" y="3342"/>
                        <a:pt x="6163" y="3342"/>
                        <a:pt x="6163" y="3342"/>
                      </a:cubicBezTo>
                      <a:cubicBezTo>
                        <a:pt x="6163" y="3305"/>
                        <a:pt x="6163" y="3305"/>
                        <a:pt x="6163" y="3305"/>
                      </a:cubicBezTo>
                      <a:cubicBezTo>
                        <a:pt x="6163" y="3268"/>
                        <a:pt x="6163" y="3043"/>
                        <a:pt x="6163" y="3043"/>
                      </a:cubicBezTo>
                      <a:cubicBezTo>
                        <a:pt x="6163" y="3043"/>
                        <a:pt x="5958" y="2969"/>
                        <a:pt x="6163" y="2894"/>
                      </a:cubicBezTo>
                      <a:cubicBezTo>
                        <a:pt x="6367" y="2782"/>
                        <a:pt x="6640" y="2670"/>
                        <a:pt x="6640" y="2670"/>
                      </a:cubicBezTo>
                      <a:cubicBezTo>
                        <a:pt x="6640" y="2670"/>
                        <a:pt x="6776" y="2632"/>
                        <a:pt x="6776" y="2520"/>
                      </a:cubicBezTo>
                      <a:cubicBezTo>
                        <a:pt x="6776" y="2408"/>
                        <a:pt x="6640" y="2109"/>
                        <a:pt x="6640" y="2109"/>
                      </a:cubicBezTo>
                      <a:cubicBezTo>
                        <a:pt x="6640" y="2109"/>
                        <a:pt x="6503" y="1922"/>
                        <a:pt x="6503" y="1848"/>
                      </a:cubicBezTo>
                      <a:cubicBezTo>
                        <a:pt x="6640" y="1399"/>
                        <a:pt x="6299" y="1063"/>
                        <a:pt x="6503" y="1025"/>
                      </a:cubicBezTo>
                      <a:cubicBezTo>
                        <a:pt x="6503" y="1025"/>
                        <a:pt x="6503" y="1025"/>
                        <a:pt x="6503" y="1025"/>
                      </a:cubicBezTo>
                      <a:cubicBezTo>
                        <a:pt x="6640" y="988"/>
                        <a:pt x="6640" y="988"/>
                        <a:pt x="6640" y="988"/>
                      </a:cubicBezTo>
                      <a:cubicBezTo>
                        <a:pt x="6844" y="913"/>
                        <a:pt x="6844" y="913"/>
                        <a:pt x="6844" y="913"/>
                      </a:cubicBezTo>
                      <a:cubicBezTo>
                        <a:pt x="6844" y="913"/>
                        <a:pt x="6844" y="876"/>
                        <a:pt x="6844" y="876"/>
                      </a:cubicBezTo>
                      <a:cubicBezTo>
                        <a:pt x="6844" y="689"/>
                        <a:pt x="6435" y="502"/>
                        <a:pt x="6912" y="465"/>
                      </a:cubicBezTo>
                      <a:cubicBezTo>
                        <a:pt x="7117" y="390"/>
                        <a:pt x="7117" y="390"/>
                        <a:pt x="7117" y="390"/>
                      </a:cubicBezTo>
                      <a:cubicBezTo>
                        <a:pt x="7730" y="390"/>
                        <a:pt x="7730" y="390"/>
                        <a:pt x="7730" y="390"/>
                      </a:cubicBezTo>
                      <a:cubicBezTo>
                        <a:pt x="7866" y="166"/>
                        <a:pt x="7866" y="166"/>
                        <a:pt x="7866" y="166"/>
                      </a:cubicBezTo>
                      <a:cubicBezTo>
                        <a:pt x="8139" y="16"/>
                        <a:pt x="8139" y="16"/>
                        <a:pt x="8139" y="16"/>
                      </a:cubicBezTo>
                      <a:cubicBezTo>
                        <a:pt x="8343" y="16"/>
                        <a:pt x="8616" y="-21"/>
                        <a:pt x="8752" y="16"/>
                      </a:cubicBezTo>
                      <a:cubicBezTo>
                        <a:pt x="8888" y="128"/>
                        <a:pt x="8888" y="203"/>
                        <a:pt x="9161" y="241"/>
                      </a:cubicBezTo>
                      <a:cubicBezTo>
                        <a:pt x="9978" y="390"/>
                        <a:pt x="9978" y="390"/>
                        <a:pt x="9978" y="390"/>
                      </a:cubicBezTo>
                      <a:cubicBezTo>
                        <a:pt x="10455" y="427"/>
                        <a:pt x="10455" y="427"/>
                        <a:pt x="10455" y="427"/>
                      </a:cubicBezTo>
                      <a:cubicBezTo>
                        <a:pt x="10592" y="502"/>
                        <a:pt x="10592" y="502"/>
                        <a:pt x="10592" y="502"/>
                      </a:cubicBezTo>
                      <a:cubicBezTo>
                        <a:pt x="10592" y="502"/>
                        <a:pt x="10592" y="502"/>
                        <a:pt x="10592" y="502"/>
                      </a:cubicBezTo>
                      <a:cubicBezTo>
                        <a:pt x="10592" y="577"/>
                        <a:pt x="10592" y="652"/>
                        <a:pt x="10660" y="689"/>
                      </a:cubicBezTo>
                      <a:cubicBezTo>
                        <a:pt x="10660" y="764"/>
                        <a:pt x="10728" y="876"/>
                        <a:pt x="10728" y="876"/>
                      </a:cubicBezTo>
                      <a:cubicBezTo>
                        <a:pt x="10728" y="876"/>
                        <a:pt x="10660" y="988"/>
                        <a:pt x="10660" y="1063"/>
                      </a:cubicBezTo>
                      <a:cubicBezTo>
                        <a:pt x="10592" y="1100"/>
                        <a:pt x="10592" y="1212"/>
                        <a:pt x="10592" y="1250"/>
                      </a:cubicBezTo>
                      <a:cubicBezTo>
                        <a:pt x="10592" y="1287"/>
                        <a:pt x="10592" y="1324"/>
                        <a:pt x="10592" y="1362"/>
                      </a:cubicBezTo>
                      <a:cubicBezTo>
                        <a:pt x="10592" y="1436"/>
                        <a:pt x="10660" y="1549"/>
                        <a:pt x="10728" y="1586"/>
                      </a:cubicBezTo>
                      <a:cubicBezTo>
                        <a:pt x="10728" y="1623"/>
                        <a:pt x="11069" y="1735"/>
                        <a:pt x="11069" y="1735"/>
                      </a:cubicBezTo>
                      <a:cubicBezTo>
                        <a:pt x="11069" y="1735"/>
                        <a:pt x="11069" y="1773"/>
                        <a:pt x="10728" y="1922"/>
                      </a:cubicBezTo>
                      <a:cubicBezTo>
                        <a:pt x="10455" y="2109"/>
                        <a:pt x="10455" y="2109"/>
                        <a:pt x="10455" y="2109"/>
                      </a:cubicBezTo>
                      <a:cubicBezTo>
                        <a:pt x="10932" y="2184"/>
                        <a:pt x="10932" y="2184"/>
                        <a:pt x="10932" y="2184"/>
                      </a:cubicBezTo>
                      <a:cubicBezTo>
                        <a:pt x="10932" y="2371"/>
                        <a:pt x="10932" y="2371"/>
                        <a:pt x="10932" y="2371"/>
                      </a:cubicBezTo>
                      <a:cubicBezTo>
                        <a:pt x="10932" y="2520"/>
                        <a:pt x="10932" y="2520"/>
                        <a:pt x="10932" y="2520"/>
                      </a:cubicBezTo>
                      <a:cubicBezTo>
                        <a:pt x="10864" y="2744"/>
                        <a:pt x="10864" y="2744"/>
                        <a:pt x="10864" y="2744"/>
                      </a:cubicBezTo>
                      <a:cubicBezTo>
                        <a:pt x="10660" y="2894"/>
                        <a:pt x="10660" y="2894"/>
                        <a:pt x="10660" y="2894"/>
                      </a:cubicBezTo>
                      <a:cubicBezTo>
                        <a:pt x="10932" y="3118"/>
                        <a:pt x="10932" y="3118"/>
                        <a:pt x="10932" y="3118"/>
                      </a:cubicBezTo>
                      <a:cubicBezTo>
                        <a:pt x="11273" y="3417"/>
                        <a:pt x="11273" y="3417"/>
                        <a:pt x="11273" y="3417"/>
                      </a:cubicBezTo>
                      <a:cubicBezTo>
                        <a:pt x="11750" y="3567"/>
                        <a:pt x="11750" y="3567"/>
                        <a:pt x="11750" y="3567"/>
                      </a:cubicBezTo>
                      <a:cubicBezTo>
                        <a:pt x="11750" y="3567"/>
                        <a:pt x="11818" y="3529"/>
                        <a:pt x="12295" y="3567"/>
                      </a:cubicBezTo>
                      <a:cubicBezTo>
                        <a:pt x="12772" y="3641"/>
                        <a:pt x="12908" y="3866"/>
                        <a:pt x="12908" y="3866"/>
                      </a:cubicBezTo>
                      <a:cubicBezTo>
                        <a:pt x="13181" y="4052"/>
                        <a:pt x="13181" y="4052"/>
                        <a:pt x="13181" y="4052"/>
                      </a:cubicBezTo>
                      <a:cubicBezTo>
                        <a:pt x="13590" y="4202"/>
                        <a:pt x="13590" y="4202"/>
                        <a:pt x="13590" y="4202"/>
                      </a:cubicBezTo>
                      <a:cubicBezTo>
                        <a:pt x="13794" y="4314"/>
                        <a:pt x="13794" y="4314"/>
                        <a:pt x="13794" y="4314"/>
                      </a:cubicBezTo>
                      <a:cubicBezTo>
                        <a:pt x="13726" y="4650"/>
                        <a:pt x="13726" y="4650"/>
                        <a:pt x="13726" y="4650"/>
                      </a:cubicBezTo>
                      <a:cubicBezTo>
                        <a:pt x="13726" y="4650"/>
                        <a:pt x="13522" y="4837"/>
                        <a:pt x="13590" y="4987"/>
                      </a:cubicBezTo>
                      <a:cubicBezTo>
                        <a:pt x="13590" y="5173"/>
                        <a:pt x="13385" y="5435"/>
                        <a:pt x="13385" y="5510"/>
                      </a:cubicBezTo>
                      <a:cubicBezTo>
                        <a:pt x="13385" y="5547"/>
                        <a:pt x="13249" y="5846"/>
                        <a:pt x="13249" y="5846"/>
                      </a:cubicBezTo>
                      <a:cubicBezTo>
                        <a:pt x="13453" y="6108"/>
                        <a:pt x="13453" y="6108"/>
                        <a:pt x="13453" y="6108"/>
                      </a:cubicBezTo>
                      <a:cubicBezTo>
                        <a:pt x="13726" y="6257"/>
                        <a:pt x="13726" y="6257"/>
                        <a:pt x="13726" y="6257"/>
                      </a:cubicBezTo>
                      <a:cubicBezTo>
                        <a:pt x="14135" y="6519"/>
                        <a:pt x="14135" y="6519"/>
                        <a:pt x="14135" y="6519"/>
                      </a:cubicBezTo>
                      <a:cubicBezTo>
                        <a:pt x="14680" y="6855"/>
                        <a:pt x="14680" y="6855"/>
                        <a:pt x="14680" y="6855"/>
                      </a:cubicBezTo>
                      <a:cubicBezTo>
                        <a:pt x="14884" y="7117"/>
                        <a:pt x="14884" y="7117"/>
                        <a:pt x="14884" y="7117"/>
                      </a:cubicBezTo>
                      <a:cubicBezTo>
                        <a:pt x="14884" y="7117"/>
                        <a:pt x="15430" y="7304"/>
                        <a:pt x="15430" y="7341"/>
                      </a:cubicBezTo>
                      <a:cubicBezTo>
                        <a:pt x="15430" y="7378"/>
                        <a:pt x="15634" y="7565"/>
                        <a:pt x="15634" y="7565"/>
                      </a:cubicBezTo>
                      <a:cubicBezTo>
                        <a:pt x="15906" y="7827"/>
                        <a:pt x="15906" y="7827"/>
                        <a:pt x="15906" y="7827"/>
                      </a:cubicBezTo>
                      <a:cubicBezTo>
                        <a:pt x="15838" y="8014"/>
                        <a:pt x="15838" y="8014"/>
                        <a:pt x="15838" y="8014"/>
                      </a:cubicBezTo>
                      <a:cubicBezTo>
                        <a:pt x="15634" y="8200"/>
                        <a:pt x="15634" y="8200"/>
                        <a:pt x="15634" y="8200"/>
                      </a:cubicBezTo>
                      <a:cubicBezTo>
                        <a:pt x="15634" y="8313"/>
                        <a:pt x="15634" y="8313"/>
                        <a:pt x="15634" y="8313"/>
                      </a:cubicBezTo>
                      <a:cubicBezTo>
                        <a:pt x="15838" y="8462"/>
                        <a:pt x="15838" y="8462"/>
                        <a:pt x="15838" y="8462"/>
                      </a:cubicBezTo>
                      <a:cubicBezTo>
                        <a:pt x="15770" y="8612"/>
                        <a:pt x="15770" y="8612"/>
                        <a:pt x="15770" y="8612"/>
                      </a:cubicBezTo>
                      <a:cubicBezTo>
                        <a:pt x="15975" y="8836"/>
                        <a:pt x="15975" y="8836"/>
                        <a:pt x="15975" y="8836"/>
                      </a:cubicBezTo>
                      <a:cubicBezTo>
                        <a:pt x="15838" y="8985"/>
                        <a:pt x="15838" y="8985"/>
                        <a:pt x="15838" y="8985"/>
                      </a:cubicBezTo>
                      <a:cubicBezTo>
                        <a:pt x="16179" y="9060"/>
                        <a:pt x="16179" y="9060"/>
                        <a:pt x="16179" y="9060"/>
                      </a:cubicBezTo>
                      <a:cubicBezTo>
                        <a:pt x="16179" y="9060"/>
                        <a:pt x="16247" y="9097"/>
                        <a:pt x="16179" y="9172"/>
                      </a:cubicBezTo>
                      <a:cubicBezTo>
                        <a:pt x="16111" y="9209"/>
                        <a:pt x="16043" y="9471"/>
                        <a:pt x="16043" y="9471"/>
                      </a:cubicBezTo>
                      <a:cubicBezTo>
                        <a:pt x="16383" y="9770"/>
                        <a:pt x="16383" y="9770"/>
                        <a:pt x="16383" y="9770"/>
                      </a:cubicBezTo>
                      <a:cubicBezTo>
                        <a:pt x="16860" y="9807"/>
                        <a:pt x="16860" y="9807"/>
                        <a:pt x="16860" y="9807"/>
                      </a:cubicBezTo>
                      <a:cubicBezTo>
                        <a:pt x="16860" y="9807"/>
                        <a:pt x="17133" y="9807"/>
                        <a:pt x="17133" y="9845"/>
                      </a:cubicBezTo>
                      <a:cubicBezTo>
                        <a:pt x="17201" y="9882"/>
                        <a:pt x="17269" y="9994"/>
                        <a:pt x="17269" y="9994"/>
                      </a:cubicBezTo>
                      <a:cubicBezTo>
                        <a:pt x="17065" y="10218"/>
                        <a:pt x="17065" y="10218"/>
                        <a:pt x="17065" y="10218"/>
                      </a:cubicBezTo>
                      <a:cubicBezTo>
                        <a:pt x="17065" y="10218"/>
                        <a:pt x="17133" y="10331"/>
                        <a:pt x="17337" y="10405"/>
                      </a:cubicBezTo>
                      <a:cubicBezTo>
                        <a:pt x="17474" y="10443"/>
                        <a:pt x="17610" y="10443"/>
                        <a:pt x="17610" y="10517"/>
                      </a:cubicBezTo>
                      <a:cubicBezTo>
                        <a:pt x="17678" y="10592"/>
                        <a:pt x="17678" y="10704"/>
                        <a:pt x="17746" y="10667"/>
                      </a:cubicBezTo>
                      <a:cubicBezTo>
                        <a:pt x="17883" y="10667"/>
                        <a:pt x="18155" y="10704"/>
                        <a:pt x="18155" y="10704"/>
                      </a:cubicBezTo>
                      <a:cubicBezTo>
                        <a:pt x="18359" y="10891"/>
                        <a:pt x="18359" y="10891"/>
                        <a:pt x="18359" y="10891"/>
                      </a:cubicBezTo>
                      <a:cubicBezTo>
                        <a:pt x="18496" y="11041"/>
                        <a:pt x="18496" y="11041"/>
                        <a:pt x="18496" y="11041"/>
                      </a:cubicBezTo>
                      <a:cubicBezTo>
                        <a:pt x="18496" y="11041"/>
                        <a:pt x="18496" y="11153"/>
                        <a:pt x="18496" y="11190"/>
                      </a:cubicBezTo>
                      <a:cubicBezTo>
                        <a:pt x="18496" y="11265"/>
                        <a:pt x="18428" y="11489"/>
                        <a:pt x="18428" y="11489"/>
                      </a:cubicBezTo>
                      <a:cubicBezTo>
                        <a:pt x="18087" y="11788"/>
                        <a:pt x="18087" y="11788"/>
                        <a:pt x="18087" y="11788"/>
                      </a:cubicBezTo>
                      <a:cubicBezTo>
                        <a:pt x="18087" y="11788"/>
                        <a:pt x="18359" y="11975"/>
                        <a:pt x="18564" y="12050"/>
                      </a:cubicBezTo>
                      <a:cubicBezTo>
                        <a:pt x="18768" y="12124"/>
                        <a:pt x="19041" y="12236"/>
                        <a:pt x="19109" y="12236"/>
                      </a:cubicBezTo>
                      <a:cubicBezTo>
                        <a:pt x="19177" y="12236"/>
                        <a:pt x="19518" y="12274"/>
                        <a:pt x="19654" y="12311"/>
                      </a:cubicBezTo>
                      <a:cubicBezTo>
                        <a:pt x="19722" y="12311"/>
                        <a:pt x="19995" y="12386"/>
                        <a:pt x="20063" y="12423"/>
                      </a:cubicBezTo>
                      <a:cubicBezTo>
                        <a:pt x="20131" y="12461"/>
                        <a:pt x="20608" y="12610"/>
                        <a:pt x="20608" y="12610"/>
                      </a:cubicBezTo>
                      <a:cubicBezTo>
                        <a:pt x="21017" y="12722"/>
                        <a:pt x="21017" y="12722"/>
                        <a:pt x="21017" y="12722"/>
                      </a:cubicBezTo>
                      <a:cubicBezTo>
                        <a:pt x="21426" y="12909"/>
                        <a:pt x="21426" y="12909"/>
                        <a:pt x="21426" y="12909"/>
                      </a:cubicBezTo>
                      <a:cubicBezTo>
                        <a:pt x="21562" y="13358"/>
                        <a:pt x="21562" y="13358"/>
                        <a:pt x="21562" y="13358"/>
                      </a:cubicBezTo>
                      <a:cubicBezTo>
                        <a:pt x="21562" y="13358"/>
                        <a:pt x="21426" y="14030"/>
                        <a:pt x="21358" y="14105"/>
                      </a:cubicBezTo>
                      <a:cubicBezTo>
                        <a:pt x="21358" y="14180"/>
                        <a:pt x="21153" y="14516"/>
                        <a:pt x="21085" y="14553"/>
                      </a:cubicBezTo>
                      <a:cubicBezTo>
                        <a:pt x="20949" y="14591"/>
                        <a:pt x="20812" y="14628"/>
                        <a:pt x="20812" y="14703"/>
                      </a:cubicBezTo>
                      <a:cubicBezTo>
                        <a:pt x="20812" y="14778"/>
                        <a:pt x="20608" y="15189"/>
                        <a:pt x="20608" y="15189"/>
                      </a:cubicBezTo>
                      <a:cubicBezTo>
                        <a:pt x="20608" y="15189"/>
                        <a:pt x="20404" y="15450"/>
                        <a:pt x="20404" y="15525"/>
                      </a:cubicBezTo>
                      <a:cubicBezTo>
                        <a:pt x="20404" y="15600"/>
                        <a:pt x="20199" y="15824"/>
                        <a:pt x="20199" y="15899"/>
                      </a:cubicBezTo>
                      <a:cubicBezTo>
                        <a:pt x="20131" y="15936"/>
                        <a:pt x="19995" y="16235"/>
                        <a:pt x="19995" y="16235"/>
                      </a:cubicBezTo>
                      <a:cubicBezTo>
                        <a:pt x="19109" y="17207"/>
                        <a:pt x="19109" y="17207"/>
                        <a:pt x="19109" y="17207"/>
                      </a:cubicBezTo>
                      <a:cubicBezTo>
                        <a:pt x="18905" y="17580"/>
                        <a:pt x="18905" y="17580"/>
                        <a:pt x="18905" y="17580"/>
                      </a:cubicBezTo>
                      <a:cubicBezTo>
                        <a:pt x="18905" y="17580"/>
                        <a:pt x="18700" y="17618"/>
                        <a:pt x="18632" y="17692"/>
                      </a:cubicBezTo>
                      <a:cubicBezTo>
                        <a:pt x="18564" y="17805"/>
                        <a:pt x="18496" y="17879"/>
                        <a:pt x="18428" y="17991"/>
                      </a:cubicBezTo>
                      <a:cubicBezTo>
                        <a:pt x="18428" y="18066"/>
                        <a:pt x="18087" y="18403"/>
                        <a:pt x="18087" y="18403"/>
                      </a:cubicBezTo>
                      <a:cubicBezTo>
                        <a:pt x="17951" y="18589"/>
                        <a:pt x="17951" y="18589"/>
                        <a:pt x="17951" y="18589"/>
                      </a:cubicBezTo>
                      <a:cubicBezTo>
                        <a:pt x="17678" y="18776"/>
                        <a:pt x="17678" y="18776"/>
                        <a:pt x="17678" y="18776"/>
                      </a:cubicBezTo>
                      <a:cubicBezTo>
                        <a:pt x="17678" y="18776"/>
                        <a:pt x="17474" y="18851"/>
                        <a:pt x="17474" y="18851"/>
                      </a:cubicBezTo>
                      <a:cubicBezTo>
                        <a:pt x="17474" y="18851"/>
                        <a:pt x="17337" y="18851"/>
                        <a:pt x="17337" y="18851"/>
                      </a:cubicBezTo>
                      <a:cubicBezTo>
                        <a:pt x="16997" y="18851"/>
                        <a:pt x="16997" y="18851"/>
                        <a:pt x="16997" y="18851"/>
                      </a:cubicBezTo>
                      <a:cubicBezTo>
                        <a:pt x="16792" y="18776"/>
                        <a:pt x="16792" y="18776"/>
                        <a:pt x="16792" y="18776"/>
                      </a:cubicBezTo>
                      <a:cubicBezTo>
                        <a:pt x="16792" y="18776"/>
                        <a:pt x="16588" y="18851"/>
                        <a:pt x="16588" y="18851"/>
                      </a:cubicBezTo>
                      <a:cubicBezTo>
                        <a:pt x="16588" y="18888"/>
                        <a:pt x="16452" y="18926"/>
                        <a:pt x="16452" y="18963"/>
                      </a:cubicBezTo>
                      <a:cubicBezTo>
                        <a:pt x="16452" y="18963"/>
                        <a:pt x="16383" y="19038"/>
                        <a:pt x="16315" y="19038"/>
                      </a:cubicBezTo>
                      <a:cubicBezTo>
                        <a:pt x="16247" y="19075"/>
                        <a:pt x="16179" y="19113"/>
                        <a:pt x="16111" y="19113"/>
                      </a:cubicBezTo>
                      <a:cubicBezTo>
                        <a:pt x="16111" y="19150"/>
                        <a:pt x="15975" y="19150"/>
                        <a:pt x="15975" y="19150"/>
                      </a:cubicBezTo>
                      <a:cubicBezTo>
                        <a:pt x="15975" y="19150"/>
                        <a:pt x="15975" y="19187"/>
                        <a:pt x="15906" y="19225"/>
                      </a:cubicBezTo>
                      <a:cubicBezTo>
                        <a:pt x="15906" y="19225"/>
                        <a:pt x="15702" y="19225"/>
                        <a:pt x="15634" y="19187"/>
                      </a:cubicBezTo>
                      <a:cubicBezTo>
                        <a:pt x="15566" y="19150"/>
                        <a:pt x="15430" y="19113"/>
                        <a:pt x="15498" y="19113"/>
                      </a:cubicBezTo>
                      <a:cubicBezTo>
                        <a:pt x="15498" y="19150"/>
                        <a:pt x="15430" y="19225"/>
                        <a:pt x="15430" y="19225"/>
                      </a:cubicBezTo>
                      <a:cubicBezTo>
                        <a:pt x="15430" y="19262"/>
                        <a:pt x="15293" y="19374"/>
                        <a:pt x="15225" y="19374"/>
                      </a:cubicBezTo>
                      <a:cubicBezTo>
                        <a:pt x="15157" y="19374"/>
                        <a:pt x="15021" y="19337"/>
                        <a:pt x="14953" y="19299"/>
                      </a:cubicBezTo>
                      <a:cubicBezTo>
                        <a:pt x="14884" y="19299"/>
                        <a:pt x="14816" y="19299"/>
                        <a:pt x="14816" y="19299"/>
                      </a:cubicBezTo>
                      <a:cubicBezTo>
                        <a:pt x="14816" y="19337"/>
                        <a:pt x="14816" y="19449"/>
                        <a:pt x="14816" y="19486"/>
                      </a:cubicBezTo>
                      <a:cubicBezTo>
                        <a:pt x="14816" y="19486"/>
                        <a:pt x="14816" y="19524"/>
                        <a:pt x="14816" y="19561"/>
                      </a:cubicBezTo>
                      <a:cubicBezTo>
                        <a:pt x="14748" y="19561"/>
                        <a:pt x="14612" y="19598"/>
                        <a:pt x="14612" y="19598"/>
                      </a:cubicBezTo>
                      <a:cubicBezTo>
                        <a:pt x="14612" y="19598"/>
                        <a:pt x="14680" y="19673"/>
                        <a:pt x="14612" y="19673"/>
                      </a:cubicBezTo>
                      <a:cubicBezTo>
                        <a:pt x="14544" y="19710"/>
                        <a:pt x="14476" y="19748"/>
                        <a:pt x="14407" y="19748"/>
                      </a:cubicBezTo>
                      <a:cubicBezTo>
                        <a:pt x="14407" y="19710"/>
                        <a:pt x="14271" y="19673"/>
                        <a:pt x="14271" y="19673"/>
                      </a:cubicBezTo>
                      <a:cubicBezTo>
                        <a:pt x="14203" y="19710"/>
                        <a:pt x="14135" y="19785"/>
                        <a:pt x="14135" y="19785"/>
                      </a:cubicBezTo>
                      <a:cubicBezTo>
                        <a:pt x="14135" y="19823"/>
                        <a:pt x="14067" y="19860"/>
                        <a:pt x="14067" y="19860"/>
                      </a:cubicBezTo>
                      <a:cubicBezTo>
                        <a:pt x="14067" y="19860"/>
                        <a:pt x="13590" y="20159"/>
                        <a:pt x="13590" y="20159"/>
                      </a:cubicBezTo>
                      <a:cubicBezTo>
                        <a:pt x="13522" y="20159"/>
                        <a:pt x="13385" y="20047"/>
                        <a:pt x="13385" y="20047"/>
                      </a:cubicBezTo>
                      <a:cubicBezTo>
                        <a:pt x="13385" y="20084"/>
                        <a:pt x="13385" y="20159"/>
                        <a:pt x="13385" y="20159"/>
                      </a:cubicBezTo>
                      <a:cubicBezTo>
                        <a:pt x="13317" y="20196"/>
                        <a:pt x="13181" y="20234"/>
                        <a:pt x="13181" y="20234"/>
                      </a:cubicBezTo>
                      <a:cubicBezTo>
                        <a:pt x="13181" y="20271"/>
                        <a:pt x="13113" y="20234"/>
                        <a:pt x="13045" y="20234"/>
                      </a:cubicBezTo>
                      <a:cubicBezTo>
                        <a:pt x="13045" y="20271"/>
                        <a:pt x="12977" y="20271"/>
                        <a:pt x="12977" y="20308"/>
                      </a:cubicBezTo>
                      <a:cubicBezTo>
                        <a:pt x="12977" y="20346"/>
                        <a:pt x="12908" y="20383"/>
                        <a:pt x="12908" y="20383"/>
                      </a:cubicBezTo>
                      <a:cubicBezTo>
                        <a:pt x="12908" y="20383"/>
                        <a:pt x="12772" y="20421"/>
                        <a:pt x="12772" y="20458"/>
                      </a:cubicBezTo>
                      <a:cubicBezTo>
                        <a:pt x="12704" y="20495"/>
                        <a:pt x="12568" y="20533"/>
                        <a:pt x="12568" y="20533"/>
                      </a:cubicBezTo>
                      <a:cubicBezTo>
                        <a:pt x="12568" y="20533"/>
                        <a:pt x="12500" y="20570"/>
                        <a:pt x="12431" y="20533"/>
                      </a:cubicBezTo>
                      <a:cubicBezTo>
                        <a:pt x="12363" y="20533"/>
                        <a:pt x="12227" y="20421"/>
                        <a:pt x="12227" y="20421"/>
                      </a:cubicBezTo>
                      <a:cubicBezTo>
                        <a:pt x="12227" y="20421"/>
                        <a:pt x="12091" y="20421"/>
                        <a:pt x="12091" y="20458"/>
                      </a:cubicBezTo>
                      <a:cubicBezTo>
                        <a:pt x="12023" y="20495"/>
                        <a:pt x="12023" y="20533"/>
                        <a:pt x="11954" y="20533"/>
                      </a:cubicBezTo>
                      <a:cubicBezTo>
                        <a:pt x="11886" y="20570"/>
                        <a:pt x="11818" y="20570"/>
                        <a:pt x="11750" y="20570"/>
                      </a:cubicBezTo>
                      <a:cubicBezTo>
                        <a:pt x="11682" y="20607"/>
                        <a:pt x="11546" y="20607"/>
                        <a:pt x="11546" y="20645"/>
                      </a:cubicBezTo>
                      <a:cubicBezTo>
                        <a:pt x="11477" y="20645"/>
                        <a:pt x="11409" y="20719"/>
                        <a:pt x="11409" y="20757"/>
                      </a:cubicBezTo>
                      <a:cubicBezTo>
                        <a:pt x="11409" y="20794"/>
                        <a:pt x="11546" y="20794"/>
                        <a:pt x="11409" y="20794"/>
                      </a:cubicBezTo>
                      <a:cubicBezTo>
                        <a:pt x="11273" y="20832"/>
                        <a:pt x="11069" y="20832"/>
                        <a:pt x="11069" y="20832"/>
                      </a:cubicBezTo>
                      <a:cubicBezTo>
                        <a:pt x="11069" y="20832"/>
                        <a:pt x="10932" y="20869"/>
                        <a:pt x="10932" y="20906"/>
                      </a:cubicBezTo>
                      <a:cubicBezTo>
                        <a:pt x="10864" y="20944"/>
                        <a:pt x="10932" y="20944"/>
                        <a:pt x="10796" y="20981"/>
                      </a:cubicBezTo>
                      <a:cubicBezTo>
                        <a:pt x="10728" y="20981"/>
                        <a:pt x="10660" y="21018"/>
                        <a:pt x="10660" y="21018"/>
                      </a:cubicBezTo>
                      <a:cubicBezTo>
                        <a:pt x="10524" y="20944"/>
                        <a:pt x="10524" y="20944"/>
                        <a:pt x="10524" y="20944"/>
                      </a:cubicBezTo>
                      <a:cubicBezTo>
                        <a:pt x="10592" y="20869"/>
                        <a:pt x="10592" y="20869"/>
                        <a:pt x="10592" y="20869"/>
                      </a:cubicBezTo>
                      <a:cubicBezTo>
                        <a:pt x="10592" y="20869"/>
                        <a:pt x="10524" y="20794"/>
                        <a:pt x="10524" y="20832"/>
                      </a:cubicBezTo>
                      <a:cubicBezTo>
                        <a:pt x="10455" y="20906"/>
                        <a:pt x="10524" y="20944"/>
                        <a:pt x="10524" y="20944"/>
                      </a:cubicBezTo>
                      <a:cubicBezTo>
                        <a:pt x="10524" y="20944"/>
                        <a:pt x="10455" y="20944"/>
                        <a:pt x="10455" y="20981"/>
                      </a:cubicBezTo>
                      <a:cubicBezTo>
                        <a:pt x="10387" y="21018"/>
                        <a:pt x="10455" y="21018"/>
                        <a:pt x="10387" y="21056"/>
                      </a:cubicBezTo>
                      <a:cubicBezTo>
                        <a:pt x="10387" y="21093"/>
                        <a:pt x="10319" y="21131"/>
                        <a:pt x="10251" y="21131"/>
                      </a:cubicBezTo>
                      <a:cubicBezTo>
                        <a:pt x="10251" y="21168"/>
                        <a:pt x="10183" y="21168"/>
                        <a:pt x="10115" y="21168"/>
                      </a:cubicBezTo>
                      <a:cubicBezTo>
                        <a:pt x="10115" y="21168"/>
                        <a:pt x="9978" y="21168"/>
                        <a:pt x="9978" y="21168"/>
                      </a:cubicBezTo>
                      <a:cubicBezTo>
                        <a:pt x="9910" y="21168"/>
                        <a:pt x="9842" y="21131"/>
                        <a:pt x="9910" y="21131"/>
                      </a:cubicBezTo>
                      <a:cubicBezTo>
                        <a:pt x="9910" y="21131"/>
                        <a:pt x="10047" y="21093"/>
                        <a:pt x="10047" y="21093"/>
                      </a:cubicBezTo>
                      <a:cubicBezTo>
                        <a:pt x="10047" y="21093"/>
                        <a:pt x="10115" y="21056"/>
                        <a:pt x="10047" y="21056"/>
                      </a:cubicBezTo>
                      <a:cubicBezTo>
                        <a:pt x="9978" y="21018"/>
                        <a:pt x="9910" y="20981"/>
                        <a:pt x="9910" y="20981"/>
                      </a:cubicBezTo>
                      <a:cubicBezTo>
                        <a:pt x="9910" y="20981"/>
                        <a:pt x="9978" y="21018"/>
                        <a:pt x="9774" y="21018"/>
                      </a:cubicBezTo>
                      <a:cubicBezTo>
                        <a:pt x="9638" y="21056"/>
                        <a:pt x="9570" y="21056"/>
                        <a:pt x="9570" y="21018"/>
                      </a:cubicBezTo>
                      <a:cubicBezTo>
                        <a:pt x="9570" y="21018"/>
                        <a:pt x="9433" y="21018"/>
                        <a:pt x="9501" y="20981"/>
                      </a:cubicBezTo>
                      <a:cubicBezTo>
                        <a:pt x="9638" y="20944"/>
                        <a:pt x="9638" y="20906"/>
                        <a:pt x="9706" y="20906"/>
                      </a:cubicBezTo>
                      <a:cubicBezTo>
                        <a:pt x="9774" y="20906"/>
                        <a:pt x="9774" y="20832"/>
                        <a:pt x="9774" y="20794"/>
                      </a:cubicBezTo>
                      <a:cubicBezTo>
                        <a:pt x="9774" y="20794"/>
                        <a:pt x="9910" y="20869"/>
                        <a:pt x="9706" y="20794"/>
                      </a:cubicBezTo>
                      <a:cubicBezTo>
                        <a:pt x="9570" y="20682"/>
                        <a:pt x="9570" y="20682"/>
                        <a:pt x="9570" y="20682"/>
                      </a:cubicBezTo>
                      <a:cubicBezTo>
                        <a:pt x="9570" y="20682"/>
                        <a:pt x="9501" y="20719"/>
                        <a:pt x="9501" y="20757"/>
                      </a:cubicBezTo>
                      <a:cubicBezTo>
                        <a:pt x="9570" y="20794"/>
                        <a:pt x="9706" y="20832"/>
                        <a:pt x="9501" y="20869"/>
                      </a:cubicBezTo>
                      <a:cubicBezTo>
                        <a:pt x="9297" y="20869"/>
                        <a:pt x="9297" y="20869"/>
                        <a:pt x="9297" y="20869"/>
                      </a:cubicBezTo>
                      <a:cubicBezTo>
                        <a:pt x="9229" y="20906"/>
                        <a:pt x="9024" y="20906"/>
                        <a:pt x="9024" y="20906"/>
                      </a:cubicBezTo>
                      <a:cubicBezTo>
                        <a:pt x="9024" y="20906"/>
                        <a:pt x="8888" y="20906"/>
                        <a:pt x="8956" y="20944"/>
                      </a:cubicBezTo>
                      <a:cubicBezTo>
                        <a:pt x="8956" y="20981"/>
                        <a:pt x="9093" y="21018"/>
                        <a:pt x="9093" y="21018"/>
                      </a:cubicBezTo>
                      <a:cubicBezTo>
                        <a:pt x="9093" y="21018"/>
                        <a:pt x="9093" y="21056"/>
                        <a:pt x="8956" y="21056"/>
                      </a:cubicBezTo>
                      <a:cubicBezTo>
                        <a:pt x="8888" y="21093"/>
                        <a:pt x="8752" y="21093"/>
                        <a:pt x="8752" y="21093"/>
                      </a:cubicBezTo>
                      <a:cubicBezTo>
                        <a:pt x="8684" y="21131"/>
                        <a:pt x="8684" y="21131"/>
                        <a:pt x="8684" y="21131"/>
                      </a:cubicBezTo>
                      <a:cubicBezTo>
                        <a:pt x="8684" y="21131"/>
                        <a:pt x="8616" y="21131"/>
                        <a:pt x="8616" y="21093"/>
                      </a:cubicBezTo>
                      <a:cubicBezTo>
                        <a:pt x="8616" y="21093"/>
                        <a:pt x="8684" y="21056"/>
                        <a:pt x="8684" y="21018"/>
                      </a:cubicBezTo>
                      <a:cubicBezTo>
                        <a:pt x="8684" y="20981"/>
                        <a:pt x="8752" y="21018"/>
                        <a:pt x="8684" y="20981"/>
                      </a:cubicBezTo>
                      <a:cubicBezTo>
                        <a:pt x="8616" y="20906"/>
                        <a:pt x="8547" y="20906"/>
                        <a:pt x="8547" y="20869"/>
                      </a:cubicBezTo>
                      <a:cubicBezTo>
                        <a:pt x="8616" y="20832"/>
                        <a:pt x="8752" y="20794"/>
                        <a:pt x="8752" y="20794"/>
                      </a:cubicBezTo>
                      <a:cubicBezTo>
                        <a:pt x="8752" y="20757"/>
                        <a:pt x="8752" y="20719"/>
                        <a:pt x="8752" y="20719"/>
                      </a:cubicBezTo>
                      <a:cubicBezTo>
                        <a:pt x="8752" y="20719"/>
                        <a:pt x="8684" y="20719"/>
                        <a:pt x="8752" y="20682"/>
                      </a:cubicBezTo>
                      <a:cubicBezTo>
                        <a:pt x="8820" y="20607"/>
                        <a:pt x="8888" y="20570"/>
                        <a:pt x="8888" y="20570"/>
                      </a:cubicBezTo>
                      <a:cubicBezTo>
                        <a:pt x="8888" y="20533"/>
                        <a:pt x="8820" y="20495"/>
                        <a:pt x="8752" y="20495"/>
                      </a:cubicBezTo>
                      <a:cubicBezTo>
                        <a:pt x="8752" y="20495"/>
                        <a:pt x="8684" y="20570"/>
                        <a:pt x="8684" y="20607"/>
                      </a:cubicBezTo>
                      <a:cubicBezTo>
                        <a:pt x="8684" y="20607"/>
                        <a:pt x="8752" y="20682"/>
                        <a:pt x="8547" y="20645"/>
                      </a:cubicBezTo>
                      <a:cubicBezTo>
                        <a:pt x="8343" y="20645"/>
                        <a:pt x="8207" y="20645"/>
                        <a:pt x="8139" y="20607"/>
                      </a:cubicBezTo>
                      <a:cubicBezTo>
                        <a:pt x="8139" y="20570"/>
                        <a:pt x="8002" y="20533"/>
                        <a:pt x="8207" y="20533"/>
                      </a:cubicBezTo>
                      <a:cubicBezTo>
                        <a:pt x="8411" y="20495"/>
                        <a:pt x="8411" y="20495"/>
                        <a:pt x="8411" y="20495"/>
                      </a:cubicBezTo>
                      <a:cubicBezTo>
                        <a:pt x="8479" y="20458"/>
                        <a:pt x="8479" y="20421"/>
                        <a:pt x="8479" y="20383"/>
                      </a:cubicBezTo>
                      <a:cubicBezTo>
                        <a:pt x="8411" y="20383"/>
                        <a:pt x="8343" y="20308"/>
                        <a:pt x="8343" y="20346"/>
                      </a:cubicBezTo>
                      <a:cubicBezTo>
                        <a:pt x="8275" y="20421"/>
                        <a:pt x="8275" y="20458"/>
                        <a:pt x="8275" y="20458"/>
                      </a:cubicBezTo>
                      <a:cubicBezTo>
                        <a:pt x="8275" y="20458"/>
                        <a:pt x="8002" y="20458"/>
                        <a:pt x="8002" y="20458"/>
                      </a:cubicBezTo>
                      <a:cubicBezTo>
                        <a:pt x="8002" y="20458"/>
                        <a:pt x="7934" y="20421"/>
                        <a:pt x="7934" y="20383"/>
                      </a:cubicBezTo>
                      <a:cubicBezTo>
                        <a:pt x="7934" y="20383"/>
                        <a:pt x="8002" y="20234"/>
                        <a:pt x="8002" y="20234"/>
                      </a:cubicBezTo>
                      <a:cubicBezTo>
                        <a:pt x="8002" y="20234"/>
                        <a:pt x="8139" y="20196"/>
                        <a:pt x="8071" y="20196"/>
                      </a:cubicBezTo>
                      <a:cubicBezTo>
                        <a:pt x="8071" y="20196"/>
                        <a:pt x="7934" y="20159"/>
                        <a:pt x="7934" y="20196"/>
                      </a:cubicBezTo>
                      <a:cubicBezTo>
                        <a:pt x="7866" y="20196"/>
                        <a:pt x="7934" y="20234"/>
                        <a:pt x="7934" y="20271"/>
                      </a:cubicBezTo>
                      <a:cubicBezTo>
                        <a:pt x="7934" y="20308"/>
                        <a:pt x="7934" y="20346"/>
                        <a:pt x="7866" y="20346"/>
                      </a:cubicBezTo>
                      <a:cubicBezTo>
                        <a:pt x="7798" y="20383"/>
                        <a:pt x="7525" y="20383"/>
                        <a:pt x="7525" y="20383"/>
                      </a:cubicBezTo>
                      <a:cubicBezTo>
                        <a:pt x="7525" y="20346"/>
                        <a:pt x="7457" y="20346"/>
                        <a:pt x="7525" y="20308"/>
                      </a:cubicBezTo>
                      <a:cubicBezTo>
                        <a:pt x="7525" y="20271"/>
                        <a:pt x="7525" y="20234"/>
                        <a:pt x="7525" y="20234"/>
                      </a:cubicBezTo>
                      <a:cubicBezTo>
                        <a:pt x="7525" y="20234"/>
                        <a:pt x="7457" y="20159"/>
                        <a:pt x="7457" y="20196"/>
                      </a:cubicBezTo>
                      <a:cubicBezTo>
                        <a:pt x="7389" y="20196"/>
                        <a:pt x="7321" y="20196"/>
                        <a:pt x="7321" y="20196"/>
                      </a:cubicBezTo>
                      <a:cubicBezTo>
                        <a:pt x="7321" y="20122"/>
                        <a:pt x="7321" y="20122"/>
                        <a:pt x="7321" y="20122"/>
                      </a:cubicBezTo>
                      <a:cubicBezTo>
                        <a:pt x="7185" y="20122"/>
                        <a:pt x="7185" y="20122"/>
                        <a:pt x="7185" y="20122"/>
                      </a:cubicBezTo>
                      <a:cubicBezTo>
                        <a:pt x="7117" y="20122"/>
                        <a:pt x="7117" y="20122"/>
                        <a:pt x="7117" y="20122"/>
                      </a:cubicBezTo>
                      <a:cubicBezTo>
                        <a:pt x="7117" y="20122"/>
                        <a:pt x="7048" y="20084"/>
                        <a:pt x="7048" y="20084"/>
                      </a:cubicBezTo>
                      <a:cubicBezTo>
                        <a:pt x="6980" y="20084"/>
                        <a:pt x="6980" y="20084"/>
                        <a:pt x="6980" y="20122"/>
                      </a:cubicBezTo>
                      <a:cubicBezTo>
                        <a:pt x="6912" y="20122"/>
                        <a:pt x="6708" y="20159"/>
                        <a:pt x="6708" y="20159"/>
                      </a:cubicBezTo>
                      <a:cubicBezTo>
                        <a:pt x="6708" y="20159"/>
                        <a:pt x="6708" y="20084"/>
                        <a:pt x="6640" y="20159"/>
                      </a:cubicBezTo>
                      <a:cubicBezTo>
                        <a:pt x="6640" y="20196"/>
                        <a:pt x="6299" y="20196"/>
                        <a:pt x="6299" y="20196"/>
                      </a:cubicBezTo>
                      <a:cubicBezTo>
                        <a:pt x="6299" y="20196"/>
                        <a:pt x="6231" y="20122"/>
                        <a:pt x="6231" y="20084"/>
                      </a:cubicBezTo>
                      <a:cubicBezTo>
                        <a:pt x="6231" y="20084"/>
                        <a:pt x="6299" y="19972"/>
                        <a:pt x="6299" y="19972"/>
                      </a:cubicBezTo>
                      <a:cubicBezTo>
                        <a:pt x="6367" y="19935"/>
                        <a:pt x="6367" y="19935"/>
                        <a:pt x="6367" y="19935"/>
                      </a:cubicBezTo>
                      <a:cubicBezTo>
                        <a:pt x="6299" y="19897"/>
                        <a:pt x="6299" y="19897"/>
                        <a:pt x="6299" y="19897"/>
                      </a:cubicBezTo>
                      <a:cubicBezTo>
                        <a:pt x="6299" y="19897"/>
                        <a:pt x="6094" y="19897"/>
                        <a:pt x="6163" y="19897"/>
                      </a:cubicBezTo>
                      <a:cubicBezTo>
                        <a:pt x="6163" y="19860"/>
                        <a:pt x="6299" y="19785"/>
                        <a:pt x="6299" y="19785"/>
                      </a:cubicBezTo>
                      <a:cubicBezTo>
                        <a:pt x="6299" y="19785"/>
                        <a:pt x="6367" y="19748"/>
                        <a:pt x="6367" y="19748"/>
                      </a:cubicBezTo>
                      <a:cubicBezTo>
                        <a:pt x="6435" y="19710"/>
                        <a:pt x="6571" y="19710"/>
                        <a:pt x="6503" y="19673"/>
                      </a:cubicBezTo>
                      <a:cubicBezTo>
                        <a:pt x="6435" y="19673"/>
                        <a:pt x="6367" y="19636"/>
                        <a:pt x="6367" y="19636"/>
                      </a:cubicBezTo>
                      <a:cubicBezTo>
                        <a:pt x="6367" y="19636"/>
                        <a:pt x="6299" y="19636"/>
                        <a:pt x="6299" y="19598"/>
                      </a:cubicBezTo>
                      <a:cubicBezTo>
                        <a:pt x="6299" y="19598"/>
                        <a:pt x="6367" y="19524"/>
                        <a:pt x="6367" y="19486"/>
                      </a:cubicBezTo>
                      <a:cubicBezTo>
                        <a:pt x="6367" y="19449"/>
                        <a:pt x="6299" y="19412"/>
                        <a:pt x="6299" y="19412"/>
                      </a:cubicBezTo>
                      <a:cubicBezTo>
                        <a:pt x="6231" y="19412"/>
                        <a:pt x="6299" y="19449"/>
                        <a:pt x="6163" y="19449"/>
                      </a:cubicBezTo>
                      <a:cubicBezTo>
                        <a:pt x="6094" y="19486"/>
                        <a:pt x="5890" y="19561"/>
                        <a:pt x="5890" y="19561"/>
                      </a:cubicBezTo>
                      <a:cubicBezTo>
                        <a:pt x="5890" y="19524"/>
                        <a:pt x="5890" y="19486"/>
                        <a:pt x="5890" y="19449"/>
                      </a:cubicBezTo>
                      <a:cubicBezTo>
                        <a:pt x="5958" y="19412"/>
                        <a:pt x="6163" y="19412"/>
                        <a:pt x="6231" y="19374"/>
                      </a:cubicBezTo>
                      <a:cubicBezTo>
                        <a:pt x="6231" y="19337"/>
                        <a:pt x="6094" y="19225"/>
                        <a:pt x="6094" y="19225"/>
                      </a:cubicBezTo>
                      <a:cubicBezTo>
                        <a:pt x="6094" y="19225"/>
                        <a:pt x="6231" y="19262"/>
                        <a:pt x="6163" y="19187"/>
                      </a:cubicBezTo>
                      <a:cubicBezTo>
                        <a:pt x="6026" y="19150"/>
                        <a:pt x="6026" y="19150"/>
                        <a:pt x="6026" y="19150"/>
                      </a:cubicBezTo>
                      <a:cubicBezTo>
                        <a:pt x="6026" y="19113"/>
                        <a:pt x="6026" y="19075"/>
                        <a:pt x="6094" y="19038"/>
                      </a:cubicBezTo>
                      <a:cubicBezTo>
                        <a:pt x="6163" y="18963"/>
                        <a:pt x="6231" y="18963"/>
                        <a:pt x="6231" y="18926"/>
                      </a:cubicBezTo>
                      <a:cubicBezTo>
                        <a:pt x="6231" y="18926"/>
                        <a:pt x="6026" y="18888"/>
                        <a:pt x="6026" y="18851"/>
                      </a:cubicBezTo>
                      <a:cubicBezTo>
                        <a:pt x="6026" y="18814"/>
                        <a:pt x="5890" y="18814"/>
                        <a:pt x="6026" y="18739"/>
                      </a:cubicBezTo>
                      <a:cubicBezTo>
                        <a:pt x="6094" y="18701"/>
                        <a:pt x="6163" y="18701"/>
                        <a:pt x="6163" y="18701"/>
                      </a:cubicBezTo>
                      <a:cubicBezTo>
                        <a:pt x="6163" y="18701"/>
                        <a:pt x="6163" y="18589"/>
                        <a:pt x="6163" y="18552"/>
                      </a:cubicBezTo>
                      <a:cubicBezTo>
                        <a:pt x="6163" y="18515"/>
                        <a:pt x="6231" y="18515"/>
                        <a:pt x="6231" y="18477"/>
                      </a:cubicBezTo>
                      <a:cubicBezTo>
                        <a:pt x="6163" y="18440"/>
                        <a:pt x="6094" y="18440"/>
                        <a:pt x="6026" y="18365"/>
                      </a:cubicBezTo>
                      <a:cubicBezTo>
                        <a:pt x="6026" y="18328"/>
                        <a:pt x="6026" y="18328"/>
                        <a:pt x="6026" y="18290"/>
                      </a:cubicBezTo>
                      <a:cubicBezTo>
                        <a:pt x="6094" y="18290"/>
                        <a:pt x="6163" y="18253"/>
                        <a:pt x="6094" y="18253"/>
                      </a:cubicBezTo>
                      <a:cubicBezTo>
                        <a:pt x="6094" y="18216"/>
                        <a:pt x="6094" y="18178"/>
                        <a:pt x="6094" y="18178"/>
                      </a:cubicBezTo>
                      <a:cubicBezTo>
                        <a:pt x="6094" y="18178"/>
                        <a:pt x="6094" y="18178"/>
                        <a:pt x="6026" y="18104"/>
                      </a:cubicBezTo>
                      <a:cubicBezTo>
                        <a:pt x="5958" y="18066"/>
                        <a:pt x="5958" y="17991"/>
                        <a:pt x="5958" y="17954"/>
                      </a:cubicBezTo>
                      <a:cubicBezTo>
                        <a:pt x="5958" y="17917"/>
                        <a:pt x="6026" y="17767"/>
                        <a:pt x="6026" y="17767"/>
                      </a:cubicBezTo>
                      <a:cubicBezTo>
                        <a:pt x="6026" y="17767"/>
                        <a:pt x="6026" y="17655"/>
                        <a:pt x="5890" y="17618"/>
                      </a:cubicBezTo>
                      <a:cubicBezTo>
                        <a:pt x="5822" y="17543"/>
                        <a:pt x="5686" y="17506"/>
                        <a:pt x="5686" y="17506"/>
                      </a:cubicBezTo>
                      <a:cubicBezTo>
                        <a:pt x="5686" y="17506"/>
                        <a:pt x="5686" y="17431"/>
                        <a:pt x="5686" y="17394"/>
                      </a:cubicBezTo>
                      <a:cubicBezTo>
                        <a:pt x="5686" y="17394"/>
                        <a:pt x="5549" y="17356"/>
                        <a:pt x="5549" y="17319"/>
                      </a:cubicBezTo>
                      <a:cubicBezTo>
                        <a:pt x="5549" y="17281"/>
                        <a:pt x="5481" y="17207"/>
                        <a:pt x="5481" y="17207"/>
                      </a:cubicBezTo>
                      <a:cubicBezTo>
                        <a:pt x="5481" y="17207"/>
                        <a:pt x="5413" y="17207"/>
                        <a:pt x="5481" y="17132"/>
                      </a:cubicBezTo>
                      <a:cubicBezTo>
                        <a:pt x="5481" y="17020"/>
                        <a:pt x="5481" y="16982"/>
                        <a:pt x="5481" y="16945"/>
                      </a:cubicBezTo>
                      <a:cubicBezTo>
                        <a:pt x="5413" y="16908"/>
                        <a:pt x="5345" y="16833"/>
                        <a:pt x="5345" y="16796"/>
                      </a:cubicBezTo>
                      <a:cubicBezTo>
                        <a:pt x="5345" y="16758"/>
                        <a:pt x="5345" y="16683"/>
                        <a:pt x="5345" y="16683"/>
                      </a:cubicBezTo>
                      <a:cubicBezTo>
                        <a:pt x="5345" y="16683"/>
                        <a:pt x="5345" y="16646"/>
                        <a:pt x="5277" y="16609"/>
                      </a:cubicBezTo>
                      <a:cubicBezTo>
                        <a:pt x="5209" y="16571"/>
                        <a:pt x="5004" y="16385"/>
                        <a:pt x="5004" y="16385"/>
                      </a:cubicBezTo>
                      <a:cubicBezTo>
                        <a:pt x="5004" y="16385"/>
                        <a:pt x="4936" y="16385"/>
                        <a:pt x="4936" y="16310"/>
                      </a:cubicBezTo>
                      <a:cubicBezTo>
                        <a:pt x="4868" y="16235"/>
                        <a:pt x="4868" y="16160"/>
                        <a:pt x="4868" y="16160"/>
                      </a:cubicBezTo>
                      <a:cubicBezTo>
                        <a:pt x="4868" y="16160"/>
                        <a:pt x="4868" y="16048"/>
                        <a:pt x="4868" y="16048"/>
                      </a:cubicBezTo>
                      <a:cubicBezTo>
                        <a:pt x="4664" y="15936"/>
                        <a:pt x="4664" y="15936"/>
                        <a:pt x="4664" y="15936"/>
                      </a:cubicBezTo>
                      <a:cubicBezTo>
                        <a:pt x="4732" y="15787"/>
                        <a:pt x="4732" y="15787"/>
                        <a:pt x="4732" y="15787"/>
                      </a:cubicBezTo>
                      <a:cubicBezTo>
                        <a:pt x="4732" y="15637"/>
                        <a:pt x="4732" y="15637"/>
                        <a:pt x="4732" y="15637"/>
                      </a:cubicBezTo>
                      <a:cubicBezTo>
                        <a:pt x="4732" y="15637"/>
                        <a:pt x="4732" y="15450"/>
                        <a:pt x="4800" y="15450"/>
                      </a:cubicBezTo>
                      <a:cubicBezTo>
                        <a:pt x="4868" y="15450"/>
                        <a:pt x="5004" y="15338"/>
                        <a:pt x="5004" y="15338"/>
                      </a:cubicBezTo>
                      <a:cubicBezTo>
                        <a:pt x="5004" y="15338"/>
                        <a:pt x="5141" y="15226"/>
                        <a:pt x="5072" y="15189"/>
                      </a:cubicBezTo>
                      <a:cubicBezTo>
                        <a:pt x="5072" y="15151"/>
                        <a:pt x="5004" y="15002"/>
                        <a:pt x="5004" y="15002"/>
                      </a:cubicBezTo>
                      <a:cubicBezTo>
                        <a:pt x="5004" y="15002"/>
                        <a:pt x="5141" y="14890"/>
                        <a:pt x="5072" y="14890"/>
                      </a:cubicBezTo>
                      <a:cubicBezTo>
                        <a:pt x="5072" y="14852"/>
                        <a:pt x="4936" y="14703"/>
                        <a:pt x="4936" y="14703"/>
                      </a:cubicBezTo>
                      <a:cubicBezTo>
                        <a:pt x="4732" y="14815"/>
                        <a:pt x="4732" y="14815"/>
                        <a:pt x="4732" y="14815"/>
                      </a:cubicBezTo>
                      <a:cubicBezTo>
                        <a:pt x="4595" y="14778"/>
                        <a:pt x="4595" y="14778"/>
                        <a:pt x="4595" y="14778"/>
                      </a:cubicBezTo>
                      <a:cubicBezTo>
                        <a:pt x="4664" y="14628"/>
                        <a:pt x="4664" y="14628"/>
                        <a:pt x="4664" y="14628"/>
                      </a:cubicBezTo>
                      <a:cubicBezTo>
                        <a:pt x="4664" y="14628"/>
                        <a:pt x="4527" y="14553"/>
                        <a:pt x="4527" y="14516"/>
                      </a:cubicBezTo>
                      <a:cubicBezTo>
                        <a:pt x="4527" y="14479"/>
                        <a:pt x="4664" y="14404"/>
                        <a:pt x="4664" y="14404"/>
                      </a:cubicBezTo>
                      <a:cubicBezTo>
                        <a:pt x="4664" y="14404"/>
                        <a:pt x="4800" y="14553"/>
                        <a:pt x="4800" y="14591"/>
                      </a:cubicBezTo>
                      <a:cubicBezTo>
                        <a:pt x="4800" y="14628"/>
                        <a:pt x="4936" y="14666"/>
                        <a:pt x="4936" y="14666"/>
                      </a:cubicBezTo>
                      <a:cubicBezTo>
                        <a:pt x="5004" y="14628"/>
                        <a:pt x="5004" y="14553"/>
                        <a:pt x="5072" y="14553"/>
                      </a:cubicBezTo>
                      <a:cubicBezTo>
                        <a:pt x="5141" y="14553"/>
                        <a:pt x="5209" y="14591"/>
                        <a:pt x="5209" y="14628"/>
                      </a:cubicBezTo>
                      <a:cubicBezTo>
                        <a:pt x="5209" y="14628"/>
                        <a:pt x="5481" y="14591"/>
                        <a:pt x="5481" y="14591"/>
                      </a:cubicBezTo>
                      <a:cubicBezTo>
                        <a:pt x="5481" y="14591"/>
                        <a:pt x="5413" y="14553"/>
                        <a:pt x="5618" y="14553"/>
                      </a:cubicBezTo>
                      <a:cubicBezTo>
                        <a:pt x="5822" y="14591"/>
                        <a:pt x="5822" y="14553"/>
                        <a:pt x="5822" y="14479"/>
                      </a:cubicBezTo>
                      <a:cubicBezTo>
                        <a:pt x="5822" y="14441"/>
                        <a:pt x="5618" y="14292"/>
                        <a:pt x="5754" y="14292"/>
                      </a:cubicBezTo>
                      <a:cubicBezTo>
                        <a:pt x="5958" y="14292"/>
                        <a:pt x="6026" y="14329"/>
                        <a:pt x="6026" y="14329"/>
                      </a:cubicBezTo>
                      <a:cubicBezTo>
                        <a:pt x="6026" y="14329"/>
                        <a:pt x="6026" y="14367"/>
                        <a:pt x="6026" y="14404"/>
                      </a:cubicBezTo>
                      <a:cubicBezTo>
                        <a:pt x="6026" y="14479"/>
                        <a:pt x="6231" y="14553"/>
                        <a:pt x="6231" y="14479"/>
                      </a:cubicBezTo>
                      <a:cubicBezTo>
                        <a:pt x="6299" y="14404"/>
                        <a:pt x="6299" y="14441"/>
                        <a:pt x="6299" y="14367"/>
                      </a:cubicBezTo>
                      <a:cubicBezTo>
                        <a:pt x="6299" y="14292"/>
                        <a:pt x="6163" y="14292"/>
                        <a:pt x="6094" y="14217"/>
                      </a:cubicBezTo>
                      <a:cubicBezTo>
                        <a:pt x="6094" y="14180"/>
                        <a:pt x="6026" y="14254"/>
                        <a:pt x="6026" y="14142"/>
                      </a:cubicBezTo>
                      <a:cubicBezTo>
                        <a:pt x="6094" y="14030"/>
                        <a:pt x="6094" y="13993"/>
                        <a:pt x="6163" y="13993"/>
                      </a:cubicBezTo>
                      <a:cubicBezTo>
                        <a:pt x="6299" y="13955"/>
                        <a:pt x="6163" y="13993"/>
                        <a:pt x="6299" y="13955"/>
                      </a:cubicBezTo>
                      <a:cubicBezTo>
                        <a:pt x="6435" y="13955"/>
                        <a:pt x="6503" y="13881"/>
                        <a:pt x="6435" y="13769"/>
                      </a:cubicBezTo>
                      <a:cubicBezTo>
                        <a:pt x="6435" y="13694"/>
                        <a:pt x="6367" y="13657"/>
                        <a:pt x="6435" y="13619"/>
                      </a:cubicBezTo>
                      <a:cubicBezTo>
                        <a:pt x="6571" y="13582"/>
                        <a:pt x="6503" y="13544"/>
                        <a:pt x="6640" y="13582"/>
                      </a:cubicBezTo>
                      <a:cubicBezTo>
                        <a:pt x="6776" y="13619"/>
                        <a:pt x="6708" y="13619"/>
                        <a:pt x="6844" y="13619"/>
                      </a:cubicBezTo>
                      <a:cubicBezTo>
                        <a:pt x="6912" y="13582"/>
                        <a:pt x="6912" y="13395"/>
                        <a:pt x="6912" y="13395"/>
                      </a:cubicBezTo>
                      <a:cubicBezTo>
                        <a:pt x="6844" y="13432"/>
                        <a:pt x="6708" y="13358"/>
                        <a:pt x="6708" y="13358"/>
                      </a:cubicBezTo>
                      <a:cubicBezTo>
                        <a:pt x="6640" y="13358"/>
                        <a:pt x="6640" y="13283"/>
                        <a:pt x="6708" y="13245"/>
                      </a:cubicBezTo>
                      <a:cubicBezTo>
                        <a:pt x="6708" y="13245"/>
                        <a:pt x="6708" y="13171"/>
                        <a:pt x="6776" y="13171"/>
                      </a:cubicBezTo>
                      <a:cubicBezTo>
                        <a:pt x="6912" y="13171"/>
                        <a:pt x="6912" y="13208"/>
                        <a:pt x="7048" y="13171"/>
                      </a:cubicBezTo>
                      <a:cubicBezTo>
                        <a:pt x="7117" y="13133"/>
                        <a:pt x="7117" y="13133"/>
                        <a:pt x="7185" y="13096"/>
                      </a:cubicBezTo>
                      <a:cubicBezTo>
                        <a:pt x="7253" y="13059"/>
                        <a:pt x="7321" y="13059"/>
                        <a:pt x="7389" y="12984"/>
                      </a:cubicBezTo>
                      <a:cubicBezTo>
                        <a:pt x="7389" y="12946"/>
                        <a:pt x="7457" y="12722"/>
                        <a:pt x="7457" y="12722"/>
                      </a:cubicBezTo>
                      <a:cubicBezTo>
                        <a:pt x="7389" y="12685"/>
                        <a:pt x="7525" y="12722"/>
                        <a:pt x="7662" y="12685"/>
                      </a:cubicBezTo>
                      <a:cubicBezTo>
                        <a:pt x="7730" y="12648"/>
                        <a:pt x="7798" y="12423"/>
                        <a:pt x="7866" y="12386"/>
                      </a:cubicBezTo>
                      <a:cubicBezTo>
                        <a:pt x="7934" y="12311"/>
                        <a:pt x="8139" y="12162"/>
                        <a:pt x="8139" y="12124"/>
                      </a:cubicBezTo>
                      <a:cubicBezTo>
                        <a:pt x="8139" y="12087"/>
                        <a:pt x="8343" y="11825"/>
                        <a:pt x="8343" y="11825"/>
                      </a:cubicBezTo>
                      <a:cubicBezTo>
                        <a:pt x="8616" y="11564"/>
                        <a:pt x="8616" y="11564"/>
                        <a:pt x="8616" y="11564"/>
                      </a:cubicBezTo>
                      <a:cubicBezTo>
                        <a:pt x="8616" y="11564"/>
                        <a:pt x="8616" y="11489"/>
                        <a:pt x="8547" y="11414"/>
                      </a:cubicBezTo>
                      <a:cubicBezTo>
                        <a:pt x="8547" y="11377"/>
                        <a:pt x="8479" y="11227"/>
                        <a:pt x="8547" y="11190"/>
                      </a:cubicBezTo>
                      <a:cubicBezTo>
                        <a:pt x="8616" y="11190"/>
                        <a:pt x="8684" y="11078"/>
                        <a:pt x="8684" y="11078"/>
                      </a:cubicBezTo>
                      <a:cubicBezTo>
                        <a:pt x="8684" y="10928"/>
                        <a:pt x="8684" y="10928"/>
                        <a:pt x="8684" y="10928"/>
                      </a:cubicBezTo>
                      <a:cubicBezTo>
                        <a:pt x="8684" y="10928"/>
                        <a:pt x="9024" y="10816"/>
                        <a:pt x="9024" y="10816"/>
                      </a:cubicBezTo>
                      <a:cubicBezTo>
                        <a:pt x="9433" y="10779"/>
                        <a:pt x="9161" y="10667"/>
                        <a:pt x="9638" y="10779"/>
                      </a:cubicBezTo>
                      <a:cubicBezTo>
                        <a:pt x="9638" y="10779"/>
                        <a:pt x="9910" y="10742"/>
                        <a:pt x="9842" y="10704"/>
                      </a:cubicBezTo>
                      <a:cubicBezTo>
                        <a:pt x="9842" y="10704"/>
                        <a:pt x="9570" y="10555"/>
                        <a:pt x="9570" y="10555"/>
                      </a:cubicBezTo>
                      <a:cubicBezTo>
                        <a:pt x="9706" y="10443"/>
                        <a:pt x="9706" y="10443"/>
                        <a:pt x="9706" y="10443"/>
                      </a:cubicBezTo>
                      <a:cubicBezTo>
                        <a:pt x="9706" y="10443"/>
                        <a:pt x="9910" y="10368"/>
                        <a:pt x="9706" y="10331"/>
                      </a:cubicBezTo>
                      <a:cubicBezTo>
                        <a:pt x="9570" y="10293"/>
                        <a:pt x="9433" y="10256"/>
                        <a:pt x="9433" y="10218"/>
                      </a:cubicBezTo>
                      <a:cubicBezTo>
                        <a:pt x="9433" y="10218"/>
                        <a:pt x="9365" y="10069"/>
                        <a:pt x="9365" y="10032"/>
                      </a:cubicBezTo>
                      <a:cubicBezTo>
                        <a:pt x="9365" y="9994"/>
                        <a:pt x="9297" y="9882"/>
                        <a:pt x="9297" y="9882"/>
                      </a:cubicBezTo>
                      <a:cubicBezTo>
                        <a:pt x="9297" y="9882"/>
                        <a:pt x="9297" y="9733"/>
                        <a:pt x="9297" y="9695"/>
                      </a:cubicBezTo>
                      <a:cubicBezTo>
                        <a:pt x="9297" y="9658"/>
                        <a:pt x="9229" y="9546"/>
                        <a:pt x="9161" y="9508"/>
                      </a:cubicBezTo>
                      <a:cubicBezTo>
                        <a:pt x="9093" y="9471"/>
                        <a:pt x="8820" y="9359"/>
                        <a:pt x="8820" y="9359"/>
                      </a:cubicBezTo>
                      <a:cubicBezTo>
                        <a:pt x="8343" y="9247"/>
                        <a:pt x="8343" y="9247"/>
                        <a:pt x="8343" y="9247"/>
                      </a:cubicBezTo>
                      <a:cubicBezTo>
                        <a:pt x="8207" y="9322"/>
                        <a:pt x="8207" y="9322"/>
                        <a:pt x="8207" y="9322"/>
                      </a:cubicBezTo>
                      <a:cubicBezTo>
                        <a:pt x="7866" y="9135"/>
                        <a:pt x="7866" y="9135"/>
                        <a:pt x="7866" y="9135"/>
                      </a:cubicBezTo>
                      <a:cubicBezTo>
                        <a:pt x="7594" y="9097"/>
                        <a:pt x="7594" y="9097"/>
                        <a:pt x="7594" y="9097"/>
                      </a:cubicBezTo>
                      <a:cubicBezTo>
                        <a:pt x="7321" y="9097"/>
                        <a:pt x="7321" y="9097"/>
                        <a:pt x="7321" y="9097"/>
                      </a:cubicBezTo>
                      <a:cubicBezTo>
                        <a:pt x="6844" y="8537"/>
                        <a:pt x="6844" y="8537"/>
                        <a:pt x="6844" y="8537"/>
                      </a:cubicBezTo>
                      <a:cubicBezTo>
                        <a:pt x="6435" y="8425"/>
                        <a:pt x="6435" y="8425"/>
                        <a:pt x="6435" y="8425"/>
                      </a:cubicBezTo>
                      <a:cubicBezTo>
                        <a:pt x="6163" y="8275"/>
                        <a:pt x="6163" y="8275"/>
                        <a:pt x="6163" y="8275"/>
                      </a:cubicBezTo>
                      <a:cubicBezTo>
                        <a:pt x="6163" y="8088"/>
                        <a:pt x="6163" y="8088"/>
                        <a:pt x="6163" y="8088"/>
                      </a:cubicBezTo>
                      <a:cubicBezTo>
                        <a:pt x="5958" y="7939"/>
                        <a:pt x="5958" y="7939"/>
                        <a:pt x="5958" y="7939"/>
                      </a:cubicBezTo>
                      <a:cubicBezTo>
                        <a:pt x="5958" y="7939"/>
                        <a:pt x="6026" y="7827"/>
                        <a:pt x="6026" y="7789"/>
                      </a:cubicBezTo>
                      <a:cubicBezTo>
                        <a:pt x="6094" y="7752"/>
                        <a:pt x="6231" y="7565"/>
                        <a:pt x="6231" y="7565"/>
                      </a:cubicBezTo>
                      <a:cubicBezTo>
                        <a:pt x="6231" y="7565"/>
                        <a:pt x="6163" y="7416"/>
                        <a:pt x="6163" y="7378"/>
                      </a:cubicBezTo>
                      <a:cubicBezTo>
                        <a:pt x="6163" y="7341"/>
                        <a:pt x="6231" y="7154"/>
                        <a:pt x="6231" y="7154"/>
                      </a:cubicBezTo>
                      <a:cubicBezTo>
                        <a:pt x="6163" y="6967"/>
                        <a:pt x="6163" y="6967"/>
                        <a:pt x="6163" y="6967"/>
                      </a:cubicBezTo>
                      <a:cubicBezTo>
                        <a:pt x="5345" y="6444"/>
                        <a:pt x="5345" y="6444"/>
                        <a:pt x="5345" y="6444"/>
                      </a:cubicBezTo>
                      <a:cubicBezTo>
                        <a:pt x="5413" y="6220"/>
                        <a:pt x="5413" y="6220"/>
                        <a:pt x="5413" y="6220"/>
                      </a:cubicBezTo>
                      <a:cubicBezTo>
                        <a:pt x="5345" y="6108"/>
                        <a:pt x="5345" y="6108"/>
                        <a:pt x="5345" y="6108"/>
                      </a:cubicBezTo>
                      <a:cubicBezTo>
                        <a:pt x="5277" y="5996"/>
                        <a:pt x="5277" y="5996"/>
                        <a:pt x="5345" y="5921"/>
                      </a:cubicBezTo>
                      <a:cubicBezTo>
                        <a:pt x="5345" y="5883"/>
                        <a:pt x="5345" y="5883"/>
                        <a:pt x="5345" y="5883"/>
                      </a:cubicBezTo>
                      <a:cubicBezTo>
                        <a:pt x="5072" y="5921"/>
                        <a:pt x="5072" y="5921"/>
                        <a:pt x="5072" y="5921"/>
                      </a:cubicBezTo>
                      <a:cubicBezTo>
                        <a:pt x="4868" y="5771"/>
                        <a:pt x="4868" y="5771"/>
                        <a:pt x="4868" y="5771"/>
                      </a:cubicBezTo>
                      <a:cubicBezTo>
                        <a:pt x="4936" y="5585"/>
                        <a:pt x="4936" y="5585"/>
                        <a:pt x="4936" y="5585"/>
                      </a:cubicBezTo>
                      <a:cubicBezTo>
                        <a:pt x="4800" y="5136"/>
                        <a:pt x="4800" y="5136"/>
                        <a:pt x="4800" y="5136"/>
                      </a:cubicBezTo>
                      <a:cubicBezTo>
                        <a:pt x="4936" y="4912"/>
                        <a:pt x="4936" y="4912"/>
                        <a:pt x="4936" y="4912"/>
                      </a:cubicBezTo>
                      <a:cubicBezTo>
                        <a:pt x="4527" y="4800"/>
                        <a:pt x="4527" y="4800"/>
                        <a:pt x="4527" y="4800"/>
                      </a:cubicBezTo>
                      <a:cubicBezTo>
                        <a:pt x="4255" y="4576"/>
                        <a:pt x="4255" y="4576"/>
                        <a:pt x="4255" y="4576"/>
                      </a:cubicBezTo>
                      <a:cubicBezTo>
                        <a:pt x="4255" y="4576"/>
                        <a:pt x="4187" y="4650"/>
                        <a:pt x="4118" y="4613"/>
                      </a:cubicBezTo>
                      <a:cubicBezTo>
                        <a:pt x="4050" y="4576"/>
                        <a:pt x="3710" y="4277"/>
                        <a:pt x="3710" y="4277"/>
                      </a:cubicBezTo>
                      <a:cubicBezTo>
                        <a:pt x="3096" y="4164"/>
                        <a:pt x="3096" y="4164"/>
                        <a:pt x="3096" y="4164"/>
                      </a:cubicBezTo>
                      <a:cubicBezTo>
                        <a:pt x="2824" y="4090"/>
                        <a:pt x="2824" y="4090"/>
                        <a:pt x="2824" y="4090"/>
                      </a:cubicBezTo>
                      <a:cubicBezTo>
                        <a:pt x="2483" y="4052"/>
                        <a:pt x="2483" y="4052"/>
                        <a:pt x="2483" y="4052"/>
                      </a:cubicBezTo>
                      <a:cubicBezTo>
                        <a:pt x="2483" y="4052"/>
                        <a:pt x="2415" y="4127"/>
                        <a:pt x="2347" y="4052"/>
                      </a:cubicBezTo>
                      <a:cubicBezTo>
                        <a:pt x="2279" y="3978"/>
                        <a:pt x="2142" y="3903"/>
                        <a:pt x="2142" y="3903"/>
                      </a:cubicBezTo>
                      <a:cubicBezTo>
                        <a:pt x="1870" y="3940"/>
                        <a:pt x="1870" y="3940"/>
                        <a:pt x="1870" y="3940"/>
                      </a:cubicBezTo>
                      <a:cubicBezTo>
                        <a:pt x="1665" y="3791"/>
                        <a:pt x="1665" y="3791"/>
                        <a:pt x="1665" y="3791"/>
                      </a:cubicBezTo>
                      <a:cubicBezTo>
                        <a:pt x="1665" y="3791"/>
                        <a:pt x="1597" y="3791"/>
                        <a:pt x="1529" y="3791"/>
                      </a:cubicBezTo>
                      <a:cubicBezTo>
                        <a:pt x="1461" y="3753"/>
                        <a:pt x="1325" y="3716"/>
                        <a:pt x="1325" y="3716"/>
                      </a:cubicBezTo>
                      <a:close/>
                      <a:moveTo>
                        <a:pt x="9638" y="21205"/>
                      </a:moveTo>
                      <a:cubicBezTo>
                        <a:pt x="9638" y="21205"/>
                        <a:pt x="9638" y="21205"/>
                        <a:pt x="9638" y="21205"/>
                      </a:cubicBezTo>
                      <a:cubicBezTo>
                        <a:pt x="9638" y="21205"/>
                        <a:pt x="9638" y="21243"/>
                        <a:pt x="9638" y="21280"/>
                      </a:cubicBezTo>
                      <a:cubicBezTo>
                        <a:pt x="9638" y="21280"/>
                        <a:pt x="9706" y="21317"/>
                        <a:pt x="9774" y="21317"/>
                      </a:cubicBezTo>
                      <a:cubicBezTo>
                        <a:pt x="9774" y="21317"/>
                        <a:pt x="9910" y="21280"/>
                        <a:pt x="9978" y="21243"/>
                      </a:cubicBezTo>
                      <a:cubicBezTo>
                        <a:pt x="10115" y="21205"/>
                        <a:pt x="9978" y="21243"/>
                        <a:pt x="9978" y="21243"/>
                      </a:cubicBezTo>
                      <a:cubicBezTo>
                        <a:pt x="9842" y="21168"/>
                        <a:pt x="9842" y="21168"/>
                        <a:pt x="9842" y="21168"/>
                      </a:cubicBezTo>
                      <a:cubicBezTo>
                        <a:pt x="9842" y="21168"/>
                        <a:pt x="9706" y="21205"/>
                        <a:pt x="9638" y="21205"/>
                      </a:cubicBezTo>
                      <a:close/>
                      <a:moveTo>
                        <a:pt x="8752" y="21205"/>
                      </a:moveTo>
                      <a:cubicBezTo>
                        <a:pt x="8752" y="21205"/>
                        <a:pt x="8752" y="21205"/>
                        <a:pt x="8752" y="21205"/>
                      </a:cubicBezTo>
                      <a:cubicBezTo>
                        <a:pt x="8752" y="21205"/>
                        <a:pt x="8752" y="21280"/>
                        <a:pt x="8752" y="21280"/>
                      </a:cubicBezTo>
                      <a:cubicBezTo>
                        <a:pt x="8752" y="21317"/>
                        <a:pt x="8820" y="21317"/>
                        <a:pt x="8888" y="21280"/>
                      </a:cubicBezTo>
                      <a:cubicBezTo>
                        <a:pt x="8888" y="21280"/>
                        <a:pt x="8956" y="21280"/>
                        <a:pt x="9024" y="21243"/>
                      </a:cubicBezTo>
                      <a:cubicBezTo>
                        <a:pt x="9093" y="21205"/>
                        <a:pt x="9024" y="21168"/>
                        <a:pt x="8956" y="21168"/>
                      </a:cubicBezTo>
                      <a:cubicBezTo>
                        <a:pt x="8956" y="21131"/>
                        <a:pt x="8888" y="21168"/>
                        <a:pt x="8888" y="21168"/>
                      </a:cubicBezTo>
                      <a:cubicBezTo>
                        <a:pt x="8820" y="21168"/>
                        <a:pt x="8752" y="21205"/>
                        <a:pt x="8752" y="21205"/>
                      </a:cubicBezTo>
                      <a:close/>
                      <a:moveTo>
                        <a:pt x="7117" y="20757"/>
                      </a:moveTo>
                      <a:cubicBezTo>
                        <a:pt x="7117" y="20757"/>
                        <a:pt x="7117" y="20757"/>
                        <a:pt x="7117" y="20757"/>
                      </a:cubicBezTo>
                      <a:cubicBezTo>
                        <a:pt x="7048" y="20794"/>
                        <a:pt x="7048" y="20794"/>
                        <a:pt x="7048" y="20794"/>
                      </a:cubicBezTo>
                      <a:cubicBezTo>
                        <a:pt x="7048" y="20794"/>
                        <a:pt x="6980" y="20832"/>
                        <a:pt x="7048" y="20869"/>
                      </a:cubicBezTo>
                      <a:cubicBezTo>
                        <a:pt x="7048" y="20944"/>
                        <a:pt x="7117" y="20944"/>
                        <a:pt x="7117" y="20944"/>
                      </a:cubicBezTo>
                      <a:cubicBezTo>
                        <a:pt x="7117" y="20944"/>
                        <a:pt x="7185" y="20906"/>
                        <a:pt x="7321" y="20906"/>
                      </a:cubicBezTo>
                      <a:cubicBezTo>
                        <a:pt x="7389" y="20906"/>
                        <a:pt x="7525" y="20832"/>
                        <a:pt x="7525" y="20794"/>
                      </a:cubicBezTo>
                      <a:cubicBezTo>
                        <a:pt x="7594" y="20794"/>
                        <a:pt x="7594" y="20719"/>
                        <a:pt x="7662" y="20719"/>
                      </a:cubicBezTo>
                      <a:cubicBezTo>
                        <a:pt x="7730" y="20719"/>
                        <a:pt x="7934" y="20757"/>
                        <a:pt x="8002" y="20757"/>
                      </a:cubicBezTo>
                      <a:cubicBezTo>
                        <a:pt x="8071" y="20757"/>
                        <a:pt x="7934" y="20645"/>
                        <a:pt x="7934" y="20645"/>
                      </a:cubicBezTo>
                      <a:cubicBezTo>
                        <a:pt x="7934" y="20607"/>
                        <a:pt x="7730" y="20645"/>
                        <a:pt x="7730" y="20645"/>
                      </a:cubicBezTo>
                      <a:cubicBezTo>
                        <a:pt x="7730" y="20645"/>
                        <a:pt x="7594" y="20645"/>
                        <a:pt x="7525" y="20607"/>
                      </a:cubicBezTo>
                      <a:cubicBezTo>
                        <a:pt x="7457" y="20607"/>
                        <a:pt x="7457" y="20607"/>
                        <a:pt x="7457" y="20607"/>
                      </a:cubicBezTo>
                      <a:cubicBezTo>
                        <a:pt x="7389" y="20645"/>
                        <a:pt x="7389" y="20682"/>
                        <a:pt x="7321" y="20719"/>
                      </a:cubicBezTo>
                      <a:cubicBezTo>
                        <a:pt x="7253" y="20757"/>
                        <a:pt x="7253" y="20719"/>
                        <a:pt x="7253" y="20682"/>
                      </a:cubicBezTo>
                      <a:cubicBezTo>
                        <a:pt x="7253" y="20682"/>
                        <a:pt x="7117" y="20645"/>
                        <a:pt x="7048" y="20682"/>
                      </a:cubicBezTo>
                      <a:cubicBezTo>
                        <a:pt x="7048" y="20682"/>
                        <a:pt x="7117" y="20719"/>
                        <a:pt x="7117" y="20757"/>
                      </a:cubicBezTo>
                      <a:close/>
                      <a:moveTo>
                        <a:pt x="6571" y="20757"/>
                      </a:moveTo>
                      <a:cubicBezTo>
                        <a:pt x="6571" y="20757"/>
                        <a:pt x="6571" y="20757"/>
                        <a:pt x="6571" y="20757"/>
                      </a:cubicBezTo>
                      <a:cubicBezTo>
                        <a:pt x="6571" y="20757"/>
                        <a:pt x="6708" y="20794"/>
                        <a:pt x="6844" y="20794"/>
                      </a:cubicBezTo>
                      <a:cubicBezTo>
                        <a:pt x="6912" y="20794"/>
                        <a:pt x="6844" y="20757"/>
                        <a:pt x="6912" y="20719"/>
                      </a:cubicBezTo>
                      <a:cubicBezTo>
                        <a:pt x="6912" y="20682"/>
                        <a:pt x="6844" y="20719"/>
                        <a:pt x="6776" y="20682"/>
                      </a:cubicBezTo>
                      <a:cubicBezTo>
                        <a:pt x="6708" y="20682"/>
                        <a:pt x="6708" y="20682"/>
                        <a:pt x="6640" y="20682"/>
                      </a:cubicBezTo>
                      <a:cubicBezTo>
                        <a:pt x="6503" y="20682"/>
                        <a:pt x="6571" y="20757"/>
                        <a:pt x="6571" y="20757"/>
                      </a:cubicBezTo>
                      <a:close/>
                      <a:moveTo>
                        <a:pt x="5958" y="20346"/>
                      </a:moveTo>
                      <a:cubicBezTo>
                        <a:pt x="5958" y="20346"/>
                        <a:pt x="5958" y="20346"/>
                        <a:pt x="5958" y="20346"/>
                      </a:cubicBezTo>
                      <a:cubicBezTo>
                        <a:pt x="5890" y="20533"/>
                        <a:pt x="6231" y="20421"/>
                        <a:pt x="6231" y="20308"/>
                      </a:cubicBezTo>
                      <a:cubicBezTo>
                        <a:pt x="6163" y="20234"/>
                        <a:pt x="6231" y="20234"/>
                        <a:pt x="6094" y="20159"/>
                      </a:cubicBezTo>
                      <a:cubicBezTo>
                        <a:pt x="6026" y="20047"/>
                        <a:pt x="6026" y="20159"/>
                        <a:pt x="5958" y="20196"/>
                      </a:cubicBezTo>
                      <a:cubicBezTo>
                        <a:pt x="5890" y="20271"/>
                        <a:pt x="6026" y="20271"/>
                        <a:pt x="6026" y="20308"/>
                      </a:cubicBezTo>
                      <a:cubicBezTo>
                        <a:pt x="6026" y="20346"/>
                        <a:pt x="5958" y="20308"/>
                        <a:pt x="5958" y="20346"/>
                      </a:cubicBezTo>
                      <a:close/>
                      <a:moveTo>
                        <a:pt x="5413" y="20794"/>
                      </a:moveTo>
                      <a:cubicBezTo>
                        <a:pt x="5413" y="20794"/>
                        <a:pt x="5413" y="20794"/>
                        <a:pt x="5413" y="20794"/>
                      </a:cubicBezTo>
                      <a:cubicBezTo>
                        <a:pt x="5413" y="20794"/>
                        <a:pt x="5345" y="20832"/>
                        <a:pt x="5413" y="20906"/>
                      </a:cubicBezTo>
                      <a:cubicBezTo>
                        <a:pt x="5413" y="20944"/>
                        <a:pt x="5413" y="20906"/>
                        <a:pt x="5618" y="20832"/>
                      </a:cubicBezTo>
                      <a:cubicBezTo>
                        <a:pt x="5754" y="20757"/>
                        <a:pt x="5549" y="20794"/>
                        <a:pt x="5549" y="20794"/>
                      </a:cubicBezTo>
                      <a:cubicBezTo>
                        <a:pt x="5549" y="20757"/>
                        <a:pt x="5481" y="20794"/>
                        <a:pt x="5413" y="20794"/>
                      </a:cubicBezTo>
                      <a:close/>
                      <a:moveTo>
                        <a:pt x="5413" y="21018"/>
                      </a:moveTo>
                      <a:cubicBezTo>
                        <a:pt x="5413" y="21018"/>
                        <a:pt x="5413" y="21018"/>
                        <a:pt x="5413" y="21018"/>
                      </a:cubicBezTo>
                      <a:cubicBezTo>
                        <a:pt x="5413" y="21018"/>
                        <a:pt x="5413" y="21093"/>
                        <a:pt x="5481" y="21093"/>
                      </a:cubicBezTo>
                      <a:cubicBezTo>
                        <a:pt x="5549" y="21093"/>
                        <a:pt x="5549" y="21056"/>
                        <a:pt x="5618" y="21018"/>
                      </a:cubicBezTo>
                      <a:cubicBezTo>
                        <a:pt x="5618" y="20981"/>
                        <a:pt x="5549" y="20981"/>
                        <a:pt x="5549" y="20944"/>
                      </a:cubicBezTo>
                      <a:cubicBezTo>
                        <a:pt x="5481" y="20944"/>
                        <a:pt x="5413" y="20981"/>
                        <a:pt x="5413" y="21018"/>
                      </a:cubicBezTo>
                      <a:close/>
                      <a:moveTo>
                        <a:pt x="5209" y="21205"/>
                      </a:moveTo>
                      <a:cubicBezTo>
                        <a:pt x="5209" y="21205"/>
                        <a:pt x="5209" y="21205"/>
                        <a:pt x="5209" y="21205"/>
                      </a:cubicBezTo>
                      <a:cubicBezTo>
                        <a:pt x="5072" y="21205"/>
                        <a:pt x="5072" y="21205"/>
                        <a:pt x="5072" y="21205"/>
                      </a:cubicBezTo>
                      <a:cubicBezTo>
                        <a:pt x="5072" y="21205"/>
                        <a:pt x="5072" y="21205"/>
                        <a:pt x="4868" y="21280"/>
                      </a:cubicBezTo>
                      <a:cubicBezTo>
                        <a:pt x="4664" y="21317"/>
                        <a:pt x="4800" y="21355"/>
                        <a:pt x="4800" y="21392"/>
                      </a:cubicBezTo>
                      <a:cubicBezTo>
                        <a:pt x="4800" y="21467"/>
                        <a:pt x="5004" y="21392"/>
                        <a:pt x="5141" y="21355"/>
                      </a:cubicBezTo>
                      <a:cubicBezTo>
                        <a:pt x="5209" y="21355"/>
                        <a:pt x="5141" y="21317"/>
                        <a:pt x="5209" y="21317"/>
                      </a:cubicBezTo>
                      <a:cubicBezTo>
                        <a:pt x="5209" y="21317"/>
                        <a:pt x="5209" y="21317"/>
                        <a:pt x="5345" y="21280"/>
                      </a:cubicBezTo>
                      <a:cubicBezTo>
                        <a:pt x="5481" y="21243"/>
                        <a:pt x="5413" y="21243"/>
                        <a:pt x="5413" y="21205"/>
                      </a:cubicBezTo>
                      <a:cubicBezTo>
                        <a:pt x="5413" y="21205"/>
                        <a:pt x="5277" y="21168"/>
                        <a:pt x="5209" y="21205"/>
                      </a:cubicBezTo>
                      <a:close/>
                      <a:moveTo>
                        <a:pt x="3437" y="21392"/>
                      </a:moveTo>
                      <a:cubicBezTo>
                        <a:pt x="3437" y="21392"/>
                        <a:pt x="3437" y="21392"/>
                        <a:pt x="3437" y="21392"/>
                      </a:cubicBezTo>
                      <a:cubicBezTo>
                        <a:pt x="3505" y="21392"/>
                        <a:pt x="3573" y="21355"/>
                        <a:pt x="3641" y="21392"/>
                      </a:cubicBezTo>
                      <a:cubicBezTo>
                        <a:pt x="3710" y="21430"/>
                        <a:pt x="3641" y="21504"/>
                        <a:pt x="3641" y="21504"/>
                      </a:cubicBezTo>
                      <a:cubicBezTo>
                        <a:pt x="3573" y="21542"/>
                        <a:pt x="3505" y="21579"/>
                        <a:pt x="3437" y="21579"/>
                      </a:cubicBezTo>
                      <a:cubicBezTo>
                        <a:pt x="3369" y="21579"/>
                        <a:pt x="3301" y="21579"/>
                        <a:pt x="3233" y="21542"/>
                      </a:cubicBezTo>
                      <a:cubicBezTo>
                        <a:pt x="3233" y="21504"/>
                        <a:pt x="3233" y="21392"/>
                        <a:pt x="3233" y="21392"/>
                      </a:cubicBezTo>
                      <a:cubicBezTo>
                        <a:pt x="3301" y="21392"/>
                        <a:pt x="3437" y="21392"/>
                        <a:pt x="3437" y="21392"/>
                      </a:cubicBezTo>
                      <a:close/>
                      <a:moveTo>
                        <a:pt x="3982" y="20832"/>
                      </a:moveTo>
                      <a:cubicBezTo>
                        <a:pt x="3982" y="20832"/>
                        <a:pt x="3982" y="20832"/>
                        <a:pt x="3982" y="20832"/>
                      </a:cubicBezTo>
                      <a:cubicBezTo>
                        <a:pt x="3982" y="20832"/>
                        <a:pt x="3982" y="20832"/>
                        <a:pt x="3982" y="20832"/>
                      </a:cubicBezTo>
                      <a:cubicBezTo>
                        <a:pt x="3982" y="20832"/>
                        <a:pt x="3982" y="20906"/>
                        <a:pt x="3914" y="20906"/>
                      </a:cubicBezTo>
                      <a:cubicBezTo>
                        <a:pt x="3778" y="20944"/>
                        <a:pt x="3846" y="20832"/>
                        <a:pt x="3846" y="20794"/>
                      </a:cubicBezTo>
                      <a:cubicBezTo>
                        <a:pt x="3846" y="20757"/>
                        <a:pt x="3573" y="20832"/>
                        <a:pt x="3573" y="20832"/>
                      </a:cubicBezTo>
                      <a:cubicBezTo>
                        <a:pt x="3573" y="20832"/>
                        <a:pt x="3573" y="20944"/>
                        <a:pt x="3505" y="20981"/>
                      </a:cubicBezTo>
                      <a:cubicBezTo>
                        <a:pt x="3437" y="20981"/>
                        <a:pt x="3437" y="20981"/>
                        <a:pt x="3369" y="21018"/>
                      </a:cubicBezTo>
                      <a:cubicBezTo>
                        <a:pt x="3301" y="21056"/>
                        <a:pt x="3301" y="21131"/>
                        <a:pt x="3301" y="21131"/>
                      </a:cubicBezTo>
                      <a:cubicBezTo>
                        <a:pt x="3369" y="21168"/>
                        <a:pt x="3505" y="21168"/>
                        <a:pt x="3505" y="21168"/>
                      </a:cubicBezTo>
                      <a:cubicBezTo>
                        <a:pt x="3573" y="21168"/>
                        <a:pt x="3573" y="21168"/>
                        <a:pt x="3778" y="21243"/>
                      </a:cubicBezTo>
                      <a:cubicBezTo>
                        <a:pt x="4050" y="21280"/>
                        <a:pt x="3846" y="21243"/>
                        <a:pt x="4050" y="21243"/>
                      </a:cubicBezTo>
                      <a:cubicBezTo>
                        <a:pt x="4187" y="21243"/>
                        <a:pt x="4118" y="21280"/>
                        <a:pt x="4187" y="21280"/>
                      </a:cubicBezTo>
                      <a:cubicBezTo>
                        <a:pt x="4255" y="21280"/>
                        <a:pt x="4323" y="21355"/>
                        <a:pt x="4391" y="21392"/>
                      </a:cubicBezTo>
                      <a:cubicBezTo>
                        <a:pt x="4527" y="21430"/>
                        <a:pt x="4595" y="21355"/>
                        <a:pt x="4664" y="21355"/>
                      </a:cubicBezTo>
                      <a:cubicBezTo>
                        <a:pt x="4664" y="21317"/>
                        <a:pt x="4800" y="21205"/>
                        <a:pt x="4800" y="21205"/>
                      </a:cubicBezTo>
                      <a:cubicBezTo>
                        <a:pt x="4800" y="21205"/>
                        <a:pt x="4391" y="21131"/>
                        <a:pt x="4391" y="21131"/>
                      </a:cubicBezTo>
                      <a:cubicBezTo>
                        <a:pt x="4323" y="21131"/>
                        <a:pt x="4255" y="21018"/>
                        <a:pt x="4391" y="21018"/>
                      </a:cubicBezTo>
                      <a:cubicBezTo>
                        <a:pt x="4459" y="21018"/>
                        <a:pt x="4459" y="21056"/>
                        <a:pt x="4527" y="21093"/>
                      </a:cubicBezTo>
                      <a:cubicBezTo>
                        <a:pt x="4527" y="21131"/>
                        <a:pt x="4595" y="21131"/>
                        <a:pt x="4664" y="21131"/>
                      </a:cubicBezTo>
                      <a:cubicBezTo>
                        <a:pt x="4732" y="21131"/>
                        <a:pt x="4800" y="21093"/>
                        <a:pt x="4800" y="21056"/>
                      </a:cubicBezTo>
                      <a:cubicBezTo>
                        <a:pt x="4800" y="21018"/>
                        <a:pt x="4732" y="21056"/>
                        <a:pt x="4595" y="20944"/>
                      </a:cubicBezTo>
                      <a:cubicBezTo>
                        <a:pt x="4391" y="20832"/>
                        <a:pt x="4595" y="20869"/>
                        <a:pt x="4664" y="20869"/>
                      </a:cubicBezTo>
                      <a:cubicBezTo>
                        <a:pt x="4664" y="20832"/>
                        <a:pt x="4800" y="20757"/>
                        <a:pt x="4800" y="20757"/>
                      </a:cubicBezTo>
                      <a:cubicBezTo>
                        <a:pt x="4868" y="20719"/>
                        <a:pt x="4664" y="20719"/>
                        <a:pt x="4595" y="20682"/>
                      </a:cubicBezTo>
                      <a:cubicBezTo>
                        <a:pt x="4527" y="20682"/>
                        <a:pt x="4527" y="20682"/>
                        <a:pt x="4527" y="20682"/>
                      </a:cubicBezTo>
                      <a:cubicBezTo>
                        <a:pt x="4527" y="20719"/>
                        <a:pt x="4323" y="20682"/>
                        <a:pt x="4255" y="20645"/>
                      </a:cubicBezTo>
                      <a:cubicBezTo>
                        <a:pt x="4255" y="20645"/>
                        <a:pt x="4255" y="20570"/>
                        <a:pt x="4187" y="20533"/>
                      </a:cubicBezTo>
                      <a:cubicBezTo>
                        <a:pt x="4187" y="20533"/>
                        <a:pt x="4050" y="20533"/>
                        <a:pt x="3914" y="20533"/>
                      </a:cubicBezTo>
                      <a:cubicBezTo>
                        <a:pt x="3778" y="20533"/>
                        <a:pt x="3846" y="20645"/>
                        <a:pt x="3846" y="20645"/>
                      </a:cubicBezTo>
                      <a:cubicBezTo>
                        <a:pt x="3846" y="20645"/>
                        <a:pt x="3914" y="20719"/>
                        <a:pt x="3982" y="20757"/>
                      </a:cubicBezTo>
                      <a:cubicBezTo>
                        <a:pt x="3982" y="20757"/>
                        <a:pt x="3982" y="20832"/>
                        <a:pt x="3982" y="2083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53" name="Shape">
                  <a:extLst>
                    <a:ext uri="{FF2B5EF4-FFF2-40B4-BE49-F238E27FC236}">
                      <a16:creationId xmlns:a16="http://schemas.microsoft.com/office/drawing/2014/main" id="{362C4F18-F360-4CBF-9B6F-F22B39C24322}"/>
                    </a:ext>
                  </a:extLst>
                </p:cNvPr>
                <p:cNvSpPr/>
                <p:nvPr/>
              </p:nvSpPr>
              <p:spPr>
                <a:xfrm>
                  <a:off x="7711850" y="2484149"/>
                  <a:ext cx="1785726" cy="219783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6358" y="14632"/>
                      </a:moveTo>
                      <a:cubicBezTo>
                        <a:pt x="7621" y="14002"/>
                        <a:pt x="7621" y="14002"/>
                        <a:pt x="7621" y="14002"/>
                      </a:cubicBezTo>
                      <a:cubicBezTo>
                        <a:pt x="9137" y="13106"/>
                        <a:pt x="9137" y="13106"/>
                        <a:pt x="9137" y="13106"/>
                      </a:cubicBezTo>
                      <a:cubicBezTo>
                        <a:pt x="10779" y="13040"/>
                        <a:pt x="10779" y="13040"/>
                        <a:pt x="10779" y="13040"/>
                      </a:cubicBezTo>
                      <a:cubicBezTo>
                        <a:pt x="11200" y="13106"/>
                        <a:pt x="11326" y="13338"/>
                        <a:pt x="12084" y="12874"/>
                      </a:cubicBezTo>
                      <a:cubicBezTo>
                        <a:pt x="12884" y="13305"/>
                        <a:pt x="12884" y="13305"/>
                        <a:pt x="12884" y="13305"/>
                      </a:cubicBezTo>
                      <a:cubicBezTo>
                        <a:pt x="13389" y="14101"/>
                        <a:pt x="13389" y="14101"/>
                        <a:pt x="13389" y="14101"/>
                      </a:cubicBezTo>
                      <a:cubicBezTo>
                        <a:pt x="13642" y="15263"/>
                        <a:pt x="13642" y="15263"/>
                        <a:pt x="13642" y="15263"/>
                      </a:cubicBezTo>
                      <a:cubicBezTo>
                        <a:pt x="14821" y="15263"/>
                        <a:pt x="14821" y="15263"/>
                        <a:pt x="14821" y="15263"/>
                      </a:cubicBezTo>
                      <a:cubicBezTo>
                        <a:pt x="15621" y="14997"/>
                        <a:pt x="15621" y="14997"/>
                        <a:pt x="15621" y="14997"/>
                      </a:cubicBezTo>
                      <a:cubicBezTo>
                        <a:pt x="16168" y="15362"/>
                        <a:pt x="16042" y="15229"/>
                        <a:pt x="16168" y="15528"/>
                      </a:cubicBezTo>
                      <a:cubicBezTo>
                        <a:pt x="15663" y="15860"/>
                        <a:pt x="15747" y="15794"/>
                        <a:pt x="15158" y="16059"/>
                      </a:cubicBezTo>
                      <a:cubicBezTo>
                        <a:pt x="14905" y="16855"/>
                        <a:pt x="14905" y="16855"/>
                        <a:pt x="14905" y="16855"/>
                      </a:cubicBezTo>
                      <a:cubicBezTo>
                        <a:pt x="14611" y="16888"/>
                        <a:pt x="14611" y="16888"/>
                        <a:pt x="14611" y="16888"/>
                      </a:cubicBezTo>
                      <a:cubicBezTo>
                        <a:pt x="14611" y="16092"/>
                        <a:pt x="14526" y="16391"/>
                        <a:pt x="14989" y="15661"/>
                      </a:cubicBezTo>
                      <a:cubicBezTo>
                        <a:pt x="14737" y="15561"/>
                        <a:pt x="14737" y="15561"/>
                        <a:pt x="14737" y="15561"/>
                      </a:cubicBezTo>
                      <a:cubicBezTo>
                        <a:pt x="13474" y="15561"/>
                        <a:pt x="13474" y="15561"/>
                        <a:pt x="13474" y="15561"/>
                      </a:cubicBezTo>
                      <a:cubicBezTo>
                        <a:pt x="12337" y="15561"/>
                        <a:pt x="12884" y="15495"/>
                        <a:pt x="11663" y="15727"/>
                      </a:cubicBezTo>
                      <a:cubicBezTo>
                        <a:pt x="11621" y="15827"/>
                        <a:pt x="11158" y="15694"/>
                        <a:pt x="11074" y="15794"/>
                      </a:cubicBezTo>
                      <a:cubicBezTo>
                        <a:pt x="10526" y="16490"/>
                        <a:pt x="10316" y="16656"/>
                        <a:pt x="11705" y="16988"/>
                      </a:cubicBezTo>
                      <a:cubicBezTo>
                        <a:pt x="11537" y="17353"/>
                        <a:pt x="11537" y="17353"/>
                        <a:pt x="11537" y="17353"/>
                      </a:cubicBezTo>
                      <a:cubicBezTo>
                        <a:pt x="10947" y="17088"/>
                        <a:pt x="11242" y="17154"/>
                        <a:pt x="10316" y="17187"/>
                      </a:cubicBezTo>
                      <a:cubicBezTo>
                        <a:pt x="9726" y="17220"/>
                        <a:pt x="9726" y="17220"/>
                        <a:pt x="9726" y="17220"/>
                      </a:cubicBezTo>
                      <a:cubicBezTo>
                        <a:pt x="9726" y="17618"/>
                        <a:pt x="9726" y="17618"/>
                        <a:pt x="9726" y="17618"/>
                      </a:cubicBezTo>
                      <a:cubicBezTo>
                        <a:pt x="10358" y="17585"/>
                        <a:pt x="10358" y="17585"/>
                        <a:pt x="10358" y="17585"/>
                      </a:cubicBezTo>
                      <a:cubicBezTo>
                        <a:pt x="10947" y="17851"/>
                        <a:pt x="10947" y="17851"/>
                        <a:pt x="10947" y="17851"/>
                      </a:cubicBezTo>
                      <a:cubicBezTo>
                        <a:pt x="11326" y="18182"/>
                        <a:pt x="11326" y="18182"/>
                        <a:pt x="11326" y="18182"/>
                      </a:cubicBezTo>
                      <a:cubicBezTo>
                        <a:pt x="12253" y="18846"/>
                        <a:pt x="12253" y="18846"/>
                        <a:pt x="12253" y="18846"/>
                      </a:cubicBezTo>
                      <a:cubicBezTo>
                        <a:pt x="12379" y="19443"/>
                        <a:pt x="12379" y="19443"/>
                        <a:pt x="12379" y="19443"/>
                      </a:cubicBezTo>
                      <a:cubicBezTo>
                        <a:pt x="12884" y="19377"/>
                        <a:pt x="12842" y="19344"/>
                        <a:pt x="13305" y="19510"/>
                      </a:cubicBezTo>
                      <a:cubicBezTo>
                        <a:pt x="14063" y="19775"/>
                        <a:pt x="14189" y="19676"/>
                        <a:pt x="15074" y="19543"/>
                      </a:cubicBezTo>
                      <a:cubicBezTo>
                        <a:pt x="15242" y="19841"/>
                        <a:pt x="15242" y="19841"/>
                        <a:pt x="15242" y="19841"/>
                      </a:cubicBezTo>
                      <a:cubicBezTo>
                        <a:pt x="15242" y="20505"/>
                        <a:pt x="15242" y="20505"/>
                        <a:pt x="15242" y="20505"/>
                      </a:cubicBezTo>
                      <a:cubicBezTo>
                        <a:pt x="15368" y="21102"/>
                        <a:pt x="15368" y="21102"/>
                        <a:pt x="15368" y="21102"/>
                      </a:cubicBezTo>
                      <a:cubicBezTo>
                        <a:pt x="16042" y="20771"/>
                        <a:pt x="16042" y="20771"/>
                        <a:pt x="16042" y="20771"/>
                      </a:cubicBezTo>
                      <a:cubicBezTo>
                        <a:pt x="16337" y="20406"/>
                        <a:pt x="16337" y="20406"/>
                        <a:pt x="16337" y="20406"/>
                      </a:cubicBezTo>
                      <a:cubicBezTo>
                        <a:pt x="17389" y="20140"/>
                        <a:pt x="17389" y="20140"/>
                        <a:pt x="17389" y="20140"/>
                      </a:cubicBezTo>
                      <a:cubicBezTo>
                        <a:pt x="18611" y="20206"/>
                        <a:pt x="18611" y="20206"/>
                        <a:pt x="18611" y="20206"/>
                      </a:cubicBezTo>
                      <a:cubicBezTo>
                        <a:pt x="18611" y="20240"/>
                        <a:pt x="20084" y="20970"/>
                        <a:pt x="20295" y="21135"/>
                      </a:cubicBezTo>
                      <a:cubicBezTo>
                        <a:pt x="20463" y="21301"/>
                        <a:pt x="20716" y="21600"/>
                        <a:pt x="20716" y="21600"/>
                      </a:cubicBezTo>
                      <a:cubicBezTo>
                        <a:pt x="21516" y="21434"/>
                        <a:pt x="21516" y="21434"/>
                        <a:pt x="21516" y="21434"/>
                      </a:cubicBezTo>
                      <a:cubicBezTo>
                        <a:pt x="21600" y="21368"/>
                        <a:pt x="21600" y="21368"/>
                        <a:pt x="21600" y="21368"/>
                      </a:cubicBezTo>
                      <a:cubicBezTo>
                        <a:pt x="21600" y="20505"/>
                        <a:pt x="21600" y="20505"/>
                        <a:pt x="21600" y="20505"/>
                      </a:cubicBezTo>
                      <a:cubicBezTo>
                        <a:pt x="18905" y="15429"/>
                        <a:pt x="18905" y="15429"/>
                        <a:pt x="18905" y="15429"/>
                      </a:cubicBezTo>
                      <a:cubicBezTo>
                        <a:pt x="21600" y="14466"/>
                        <a:pt x="21600" y="14466"/>
                        <a:pt x="21600" y="14466"/>
                      </a:cubicBezTo>
                      <a:cubicBezTo>
                        <a:pt x="21600" y="5408"/>
                        <a:pt x="21600" y="5408"/>
                        <a:pt x="21600" y="5408"/>
                      </a:cubicBezTo>
                      <a:cubicBezTo>
                        <a:pt x="21474" y="5408"/>
                        <a:pt x="21305" y="5441"/>
                        <a:pt x="21095" y="5441"/>
                      </a:cubicBezTo>
                      <a:cubicBezTo>
                        <a:pt x="20800" y="5840"/>
                        <a:pt x="20800" y="5840"/>
                        <a:pt x="20800" y="5840"/>
                      </a:cubicBezTo>
                      <a:cubicBezTo>
                        <a:pt x="18653" y="5541"/>
                        <a:pt x="18653" y="5541"/>
                        <a:pt x="18653" y="5541"/>
                      </a:cubicBezTo>
                      <a:cubicBezTo>
                        <a:pt x="17937" y="5209"/>
                        <a:pt x="17937" y="5209"/>
                        <a:pt x="17937" y="5209"/>
                      </a:cubicBezTo>
                      <a:cubicBezTo>
                        <a:pt x="17389" y="5508"/>
                        <a:pt x="17516" y="5375"/>
                        <a:pt x="17053" y="5773"/>
                      </a:cubicBezTo>
                      <a:cubicBezTo>
                        <a:pt x="15789" y="5508"/>
                        <a:pt x="15789" y="5508"/>
                        <a:pt x="15789" y="5508"/>
                      </a:cubicBezTo>
                      <a:cubicBezTo>
                        <a:pt x="14989" y="5806"/>
                        <a:pt x="14989" y="5806"/>
                        <a:pt x="14989" y="5806"/>
                      </a:cubicBezTo>
                      <a:cubicBezTo>
                        <a:pt x="14063" y="6536"/>
                        <a:pt x="14063" y="6536"/>
                        <a:pt x="14063" y="6536"/>
                      </a:cubicBezTo>
                      <a:cubicBezTo>
                        <a:pt x="12505" y="6470"/>
                        <a:pt x="12505" y="6470"/>
                        <a:pt x="12505" y="6470"/>
                      </a:cubicBezTo>
                      <a:cubicBezTo>
                        <a:pt x="12168" y="6105"/>
                        <a:pt x="12168" y="6105"/>
                        <a:pt x="12168" y="6105"/>
                      </a:cubicBezTo>
                      <a:cubicBezTo>
                        <a:pt x="12084" y="6437"/>
                        <a:pt x="12084" y="6437"/>
                        <a:pt x="12084" y="6437"/>
                      </a:cubicBezTo>
                      <a:cubicBezTo>
                        <a:pt x="12421" y="6769"/>
                        <a:pt x="12421" y="6769"/>
                        <a:pt x="12421" y="6769"/>
                      </a:cubicBezTo>
                      <a:cubicBezTo>
                        <a:pt x="11832" y="7001"/>
                        <a:pt x="11832" y="7001"/>
                        <a:pt x="11832" y="7001"/>
                      </a:cubicBezTo>
                      <a:cubicBezTo>
                        <a:pt x="11621" y="6536"/>
                        <a:pt x="11621" y="6536"/>
                        <a:pt x="11621" y="6536"/>
                      </a:cubicBezTo>
                      <a:cubicBezTo>
                        <a:pt x="11116" y="6039"/>
                        <a:pt x="11116" y="6039"/>
                        <a:pt x="11116" y="6039"/>
                      </a:cubicBezTo>
                      <a:cubicBezTo>
                        <a:pt x="10358" y="5906"/>
                        <a:pt x="10358" y="5906"/>
                        <a:pt x="10358" y="5906"/>
                      </a:cubicBezTo>
                      <a:cubicBezTo>
                        <a:pt x="9937" y="5674"/>
                        <a:pt x="9937" y="5674"/>
                        <a:pt x="9937" y="5674"/>
                      </a:cubicBezTo>
                      <a:cubicBezTo>
                        <a:pt x="9853" y="5641"/>
                        <a:pt x="8295" y="5773"/>
                        <a:pt x="8000" y="5806"/>
                      </a:cubicBezTo>
                      <a:cubicBezTo>
                        <a:pt x="7621" y="5607"/>
                        <a:pt x="7579" y="5607"/>
                        <a:pt x="7158" y="5441"/>
                      </a:cubicBezTo>
                      <a:cubicBezTo>
                        <a:pt x="6737" y="5707"/>
                        <a:pt x="6737" y="5707"/>
                        <a:pt x="6737" y="5707"/>
                      </a:cubicBezTo>
                      <a:cubicBezTo>
                        <a:pt x="6737" y="5707"/>
                        <a:pt x="6526" y="6006"/>
                        <a:pt x="6189" y="6006"/>
                      </a:cubicBezTo>
                      <a:cubicBezTo>
                        <a:pt x="5811" y="6006"/>
                        <a:pt x="5853" y="5607"/>
                        <a:pt x="5853" y="5607"/>
                      </a:cubicBezTo>
                      <a:cubicBezTo>
                        <a:pt x="5305" y="5674"/>
                        <a:pt x="5305" y="5674"/>
                        <a:pt x="5305" y="5674"/>
                      </a:cubicBezTo>
                      <a:cubicBezTo>
                        <a:pt x="4589" y="6470"/>
                        <a:pt x="4589" y="6470"/>
                        <a:pt x="4589" y="6470"/>
                      </a:cubicBezTo>
                      <a:cubicBezTo>
                        <a:pt x="3705" y="7067"/>
                        <a:pt x="3705" y="7067"/>
                        <a:pt x="3705" y="7067"/>
                      </a:cubicBezTo>
                      <a:cubicBezTo>
                        <a:pt x="3200" y="7665"/>
                        <a:pt x="3200" y="7665"/>
                        <a:pt x="3200" y="7665"/>
                      </a:cubicBezTo>
                      <a:cubicBezTo>
                        <a:pt x="2232" y="7963"/>
                        <a:pt x="2232" y="7963"/>
                        <a:pt x="2232" y="7963"/>
                      </a:cubicBezTo>
                      <a:cubicBezTo>
                        <a:pt x="2274" y="8229"/>
                        <a:pt x="2274" y="8229"/>
                        <a:pt x="2274" y="8229"/>
                      </a:cubicBezTo>
                      <a:cubicBezTo>
                        <a:pt x="3242" y="8892"/>
                        <a:pt x="3242" y="8892"/>
                        <a:pt x="3242" y="8892"/>
                      </a:cubicBezTo>
                      <a:cubicBezTo>
                        <a:pt x="2568" y="9257"/>
                        <a:pt x="2568" y="9257"/>
                        <a:pt x="2568" y="9257"/>
                      </a:cubicBezTo>
                      <a:cubicBezTo>
                        <a:pt x="1558" y="8428"/>
                        <a:pt x="1937" y="9058"/>
                        <a:pt x="674" y="8295"/>
                      </a:cubicBezTo>
                      <a:cubicBezTo>
                        <a:pt x="463" y="8892"/>
                        <a:pt x="421" y="8726"/>
                        <a:pt x="547" y="9224"/>
                      </a:cubicBezTo>
                      <a:cubicBezTo>
                        <a:pt x="0" y="9523"/>
                        <a:pt x="0" y="9523"/>
                        <a:pt x="0" y="9523"/>
                      </a:cubicBezTo>
                      <a:cubicBezTo>
                        <a:pt x="295" y="10418"/>
                        <a:pt x="84" y="10120"/>
                        <a:pt x="800" y="10717"/>
                      </a:cubicBezTo>
                      <a:cubicBezTo>
                        <a:pt x="379" y="11414"/>
                        <a:pt x="463" y="11115"/>
                        <a:pt x="505" y="11945"/>
                      </a:cubicBezTo>
                      <a:cubicBezTo>
                        <a:pt x="1474" y="12177"/>
                        <a:pt x="1474" y="12177"/>
                        <a:pt x="1474" y="12177"/>
                      </a:cubicBezTo>
                      <a:cubicBezTo>
                        <a:pt x="1726" y="12641"/>
                        <a:pt x="1726" y="12641"/>
                        <a:pt x="1726" y="12641"/>
                      </a:cubicBezTo>
                      <a:cubicBezTo>
                        <a:pt x="2358" y="12874"/>
                        <a:pt x="2358" y="12874"/>
                        <a:pt x="2358" y="12874"/>
                      </a:cubicBezTo>
                      <a:cubicBezTo>
                        <a:pt x="2989" y="12542"/>
                        <a:pt x="2989" y="12542"/>
                        <a:pt x="2989" y="12542"/>
                      </a:cubicBezTo>
                      <a:cubicBezTo>
                        <a:pt x="3916" y="12907"/>
                        <a:pt x="3916" y="12907"/>
                        <a:pt x="3916" y="12907"/>
                      </a:cubicBezTo>
                      <a:cubicBezTo>
                        <a:pt x="5137" y="13637"/>
                        <a:pt x="5137" y="13637"/>
                        <a:pt x="5137" y="13637"/>
                      </a:cubicBezTo>
                      <a:cubicBezTo>
                        <a:pt x="5853" y="14334"/>
                        <a:pt x="5853" y="14334"/>
                        <a:pt x="5853" y="14334"/>
                      </a:cubicBezTo>
                      <a:cubicBezTo>
                        <a:pt x="5432" y="14068"/>
                        <a:pt x="5432" y="14068"/>
                        <a:pt x="5432" y="14068"/>
                      </a:cubicBezTo>
                      <a:cubicBezTo>
                        <a:pt x="5179" y="14168"/>
                        <a:pt x="5179" y="14168"/>
                        <a:pt x="5179" y="14168"/>
                      </a:cubicBezTo>
                      <a:cubicBezTo>
                        <a:pt x="5347" y="14400"/>
                        <a:pt x="5347" y="14400"/>
                        <a:pt x="5347" y="14400"/>
                      </a:cubicBezTo>
                      <a:cubicBezTo>
                        <a:pt x="6358" y="14632"/>
                        <a:pt x="6358" y="14632"/>
                        <a:pt x="6358" y="14632"/>
                      </a:cubicBezTo>
                      <a:close/>
                      <a:moveTo>
                        <a:pt x="21600" y="0"/>
                      </a:moveTo>
                      <a:cubicBezTo>
                        <a:pt x="21600" y="0"/>
                        <a:pt x="21600" y="0"/>
                        <a:pt x="21600" y="0"/>
                      </a:cubicBezTo>
                      <a:cubicBezTo>
                        <a:pt x="21011" y="166"/>
                        <a:pt x="21011" y="166"/>
                        <a:pt x="21011" y="166"/>
                      </a:cubicBezTo>
                      <a:cubicBezTo>
                        <a:pt x="20926" y="166"/>
                        <a:pt x="19747" y="33"/>
                        <a:pt x="19789" y="332"/>
                      </a:cubicBezTo>
                      <a:cubicBezTo>
                        <a:pt x="19832" y="498"/>
                        <a:pt x="20042" y="531"/>
                        <a:pt x="20042" y="531"/>
                      </a:cubicBezTo>
                      <a:cubicBezTo>
                        <a:pt x="20589" y="929"/>
                        <a:pt x="20589" y="929"/>
                        <a:pt x="20589" y="929"/>
                      </a:cubicBezTo>
                      <a:cubicBezTo>
                        <a:pt x="20547" y="1161"/>
                        <a:pt x="20547" y="1161"/>
                        <a:pt x="20547" y="1161"/>
                      </a:cubicBezTo>
                      <a:cubicBezTo>
                        <a:pt x="20884" y="1228"/>
                        <a:pt x="20884" y="1228"/>
                        <a:pt x="20884" y="1228"/>
                      </a:cubicBezTo>
                      <a:cubicBezTo>
                        <a:pt x="21600" y="1228"/>
                        <a:pt x="21600" y="1228"/>
                        <a:pt x="21600" y="1228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close/>
                      <a:moveTo>
                        <a:pt x="21600" y="1626"/>
                      </a:moveTo>
                      <a:cubicBezTo>
                        <a:pt x="21600" y="1626"/>
                        <a:pt x="21600" y="1626"/>
                        <a:pt x="21600" y="1626"/>
                      </a:cubicBezTo>
                      <a:cubicBezTo>
                        <a:pt x="21179" y="1659"/>
                        <a:pt x="20716" y="1725"/>
                        <a:pt x="20632" y="1759"/>
                      </a:cubicBezTo>
                      <a:cubicBezTo>
                        <a:pt x="20168" y="2157"/>
                        <a:pt x="20168" y="2157"/>
                        <a:pt x="20168" y="2157"/>
                      </a:cubicBezTo>
                      <a:cubicBezTo>
                        <a:pt x="20716" y="2721"/>
                        <a:pt x="20716" y="2721"/>
                        <a:pt x="20716" y="2721"/>
                      </a:cubicBezTo>
                      <a:cubicBezTo>
                        <a:pt x="20674" y="3086"/>
                        <a:pt x="20674" y="3086"/>
                        <a:pt x="20674" y="3086"/>
                      </a:cubicBezTo>
                      <a:cubicBezTo>
                        <a:pt x="20211" y="3351"/>
                        <a:pt x="20211" y="3351"/>
                        <a:pt x="20211" y="3351"/>
                      </a:cubicBezTo>
                      <a:cubicBezTo>
                        <a:pt x="20589" y="3650"/>
                        <a:pt x="20589" y="3650"/>
                        <a:pt x="20589" y="3650"/>
                      </a:cubicBezTo>
                      <a:cubicBezTo>
                        <a:pt x="21263" y="3650"/>
                        <a:pt x="21263" y="3650"/>
                        <a:pt x="21263" y="3650"/>
                      </a:cubicBezTo>
                      <a:cubicBezTo>
                        <a:pt x="21600" y="3849"/>
                        <a:pt x="21600" y="3849"/>
                        <a:pt x="21600" y="3849"/>
                      </a:cubicBezTo>
                      <a:lnTo>
                        <a:pt x="21600" y="1626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</p:grpSp>
          <p:sp>
            <p:nvSpPr>
              <p:cNvPr id="654" name="TextBox 653">
                <a:extLst>
                  <a:ext uri="{FF2B5EF4-FFF2-40B4-BE49-F238E27FC236}">
                    <a16:creationId xmlns:a16="http://schemas.microsoft.com/office/drawing/2014/main" id="{2D1DB1DE-7F7B-4169-A511-B22069CD7C4B}"/>
                  </a:ext>
                </a:extLst>
              </p:cNvPr>
              <p:cNvSpPr txBox="1"/>
              <p:nvPr/>
            </p:nvSpPr>
            <p:spPr>
              <a:xfrm>
                <a:off x="3289545" y="4537700"/>
                <a:ext cx="72648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10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</a:lstStyle>
              <a:p>
                <a:r>
                  <a:rPr lang="en-US" dirty="0"/>
                  <a:t>EUROPE</a:t>
                </a:r>
              </a:p>
            </p:txBody>
          </p:sp>
        </p:grpSp>
        <p:grpSp>
          <p:nvGrpSpPr>
            <p:cNvPr id="715" name="Group 714">
              <a:extLst>
                <a:ext uri="{FF2B5EF4-FFF2-40B4-BE49-F238E27FC236}">
                  <a16:creationId xmlns:a16="http://schemas.microsoft.com/office/drawing/2014/main" id="{FCB9A491-4460-4BC3-B95B-8CDAFF1A5260}"/>
                </a:ext>
              </a:extLst>
            </p:cNvPr>
            <p:cNvGrpSpPr/>
            <p:nvPr/>
          </p:nvGrpSpPr>
          <p:grpSpPr>
            <a:xfrm>
              <a:off x="4931221" y="3147977"/>
              <a:ext cx="1525973" cy="1651333"/>
              <a:chOff x="4767610" y="3147977"/>
              <a:chExt cx="1525973" cy="1651333"/>
            </a:xfrm>
            <a:grpFill/>
          </p:grpSpPr>
          <p:grpSp>
            <p:nvGrpSpPr>
              <p:cNvPr id="664" name="Group">
                <a:extLst>
                  <a:ext uri="{FF2B5EF4-FFF2-40B4-BE49-F238E27FC236}">
                    <a16:creationId xmlns:a16="http://schemas.microsoft.com/office/drawing/2014/main" id="{A37ECF35-B0AB-4698-8BF1-11598A49360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767610" y="3147977"/>
                <a:ext cx="1525973" cy="1097280"/>
                <a:chOff x="0" y="0"/>
                <a:chExt cx="8814090" cy="6337942"/>
              </a:xfrm>
              <a:grpFill/>
            </p:grpSpPr>
            <p:sp>
              <p:nvSpPr>
                <p:cNvPr id="665" name="Shape">
                  <a:extLst>
                    <a:ext uri="{FF2B5EF4-FFF2-40B4-BE49-F238E27FC236}">
                      <a16:creationId xmlns:a16="http://schemas.microsoft.com/office/drawing/2014/main" id="{81B78E3D-56AA-4BAA-A7FF-56FC86396910}"/>
                    </a:ext>
                  </a:extLst>
                </p:cNvPr>
                <p:cNvSpPr/>
                <p:nvPr/>
              </p:nvSpPr>
              <p:spPr>
                <a:xfrm>
                  <a:off x="5639075" y="5976975"/>
                  <a:ext cx="466413" cy="36096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99" h="20773" extrusionOk="0">
                      <a:moveTo>
                        <a:pt x="17306" y="158"/>
                      </a:moveTo>
                      <a:cubicBezTo>
                        <a:pt x="17306" y="158"/>
                        <a:pt x="16888" y="1964"/>
                        <a:pt x="16246" y="1689"/>
                      </a:cubicBezTo>
                      <a:cubicBezTo>
                        <a:pt x="15605" y="1375"/>
                        <a:pt x="14834" y="943"/>
                        <a:pt x="14128" y="1022"/>
                      </a:cubicBezTo>
                      <a:cubicBezTo>
                        <a:pt x="13454" y="1100"/>
                        <a:pt x="13230" y="1454"/>
                        <a:pt x="12748" y="2043"/>
                      </a:cubicBezTo>
                      <a:cubicBezTo>
                        <a:pt x="12235" y="2632"/>
                        <a:pt x="11689" y="2985"/>
                        <a:pt x="11047" y="2710"/>
                      </a:cubicBezTo>
                      <a:cubicBezTo>
                        <a:pt x="10437" y="2396"/>
                        <a:pt x="10148" y="2985"/>
                        <a:pt x="9795" y="2396"/>
                      </a:cubicBezTo>
                      <a:cubicBezTo>
                        <a:pt x="9442" y="1807"/>
                        <a:pt x="9089" y="1022"/>
                        <a:pt x="8672" y="1532"/>
                      </a:cubicBezTo>
                      <a:cubicBezTo>
                        <a:pt x="8255" y="2043"/>
                        <a:pt x="7838" y="2318"/>
                        <a:pt x="7902" y="3142"/>
                      </a:cubicBezTo>
                      <a:cubicBezTo>
                        <a:pt x="7966" y="3928"/>
                        <a:pt x="7420" y="4320"/>
                        <a:pt x="7003" y="4006"/>
                      </a:cubicBezTo>
                      <a:cubicBezTo>
                        <a:pt x="6586" y="3731"/>
                        <a:pt x="4756" y="2907"/>
                        <a:pt x="4692" y="3653"/>
                      </a:cubicBezTo>
                      <a:cubicBezTo>
                        <a:pt x="4596" y="4360"/>
                        <a:pt x="5783" y="4949"/>
                        <a:pt x="5174" y="5459"/>
                      </a:cubicBezTo>
                      <a:cubicBezTo>
                        <a:pt x="4532" y="5970"/>
                        <a:pt x="4050" y="6638"/>
                        <a:pt x="3408" y="6912"/>
                      </a:cubicBezTo>
                      <a:cubicBezTo>
                        <a:pt x="2799" y="7227"/>
                        <a:pt x="1868" y="8680"/>
                        <a:pt x="1258" y="9308"/>
                      </a:cubicBezTo>
                      <a:cubicBezTo>
                        <a:pt x="616" y="9976"/>
                        <a:pt x="-443" y="9897"/>
                        <a:pt x="199" y="10643"/>
                      </a:cubicBezTo>
                      <a:cubicBezTo>
                        <a:pt x="809" y="11350"/>
                        <a:pt x="969" y="11272"/>
                        <a:pt x="616" y="12096"/>
                      </a:cubicBezTo>
                      <a:cubicBezTo>
                        <a:pt x="263" y="12882"/>
                        <a:pt x="680" y="14217"/>
                        <a:pt x="616" y="14846"/>
                      </a:cubicBezTo>
                      <a:cubicBezTo>
                        <a:pt x="552" y="15513"/>
                        <a:pt x="1098" y="15867"/>
                        <a:pt x="1322" y="16809"/>
                      </a:cubicBezTo>
                      <a:cubicBezTo>
                        <a:pt x="1515" y="17752"/>
                        <a:pt x="1162" y="17673"/>
                        <a:pt x="2157" y="18341"/>
                      </a:cubicBezTo>
                      <a:cubicBezTo>
                        <a:pt x="3152" y="19008"/>
                        <a:pt x="2863" y="18655"/>
                        <a:pt x="3986" y="19205"/>
                      </a:cubicBezTo>
                      <a:cubicBezTo>
                        <a:pt x="5109" y="19794"/>
                        <a:pt x="5880" y="18773"/>
                        <a:pt x="6586" y="19283"/>
                      </a:cubicBezTo>
                      <a:cubicBezTo>
                        <a:pt x="7260" y="19794"/>
                        <a:pt x="10213" y="21247"/>
                        <a:pt x="10501" y="20619"/>
                      </a:cubicBezTo>
                      <a:cubicBezTo>
                        <a:pt x="10790" y="19951"/>
                        <a:pt x="10501" y="18341"/>
                        <a:pt x="11561" y="18341"/>
                      </a:cubicBezTo>
                      <a:cubicBezTo>
                        <a:pt x="12588" y="18341"/>
                        <a:pt x="14064" y="16966"/>
                        <a:pt x="14289" y="16377"/>
                      </a:cubicBezTo>
                      <a:cubicBezTo>
                        <a:pt x="14481" y="15788"/>
                        <a:pt x="15252" y="15160"/>
                        <a:pt x="15829" y="15160"/>
                      </a:cubicBezTo>
                      <a:cubicBezTo>
                        <a:pt x="16375" y="15160"/>
                        <a:pt x="18429" y="14217"/>
                        <a:pt x="17787" y="13628"/>
                      </a:cubicBezTo>
                      <a:cubicBezTo>
                        <a:pt x="17145" y="13039"/>
                        <a:pt x="16599" y="11782"/>
                        <a:pt x="17241" y="11664"/>
                      </a:cubicBezTo>
                      <a:cubicBezTo>
                        <a:pt x="17851" y="11507"/>
                        <a:pt x="19103" y="10761"/>
                        <a:pt x="18557" y="10329"/>
                      </a:cubicBezTo>
                      <a:cubicBezTo>
                        <a:pt x="18012" y="9897"/>
                        <a:pt x="16599" y="10133"/>
                        <a:pt x="17915" y="8601"/>
                      </a:cubicBezTo>
                      <a:cubicBezTo>
                        <a:pt x="19263" y="7070"/>
                        <a:pt x="19103" y="5891"/>
                        <a:pt x="19873" y="5774"/>
                      </a:cubicBezTo>
                      <a:cubicBezTo>
                        <a:pt x="20676" y="5616"/>
                        <a:pt x="21157" y="5774"/>
                        <a:pt x="21093" y="4517"/>
                      </a:cubicBezTo>
                      <a:cubicBezTo>
                        <a:pt x="20997" y="3299"/>
                        <a:pt x="20997" y="1689"/>
                        <a:pt x="20387" y="1336"/>
                      </a:cubicBezTo>
                      <a:cubicBezTo>
                        <a:pt x="19745" y="943"/>
                        <a:pt x="18782" y="1257"/>
                        <a:pt x="18493" y="864"/>
                      </a:cubicBezTo>
                      <a:cubicBezTo>
                        <a:pt x="18204" y="511"/>
                        <a:pt x="17370" y="-353"/>
                        <a:pt x="17306" y="15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66" name="Shape">
                  <a:extLst>
                    <a:ext uri="{FF2B5EF4-FFF2-40B4-BE49-F238E27FC236}">
                      <a16:creationId xmlns:a16="http://schemas.microsoft.com/office/drawing/2014/main" id="{0F2781C5-062E-4ADF-AD18-57F1207FC1E8}"/>
                    </a:ext>
                  </a:extLst>
                </p:cNvPr>
                <p:cNvSpPr/>
                <p:nvPr/>
              </p:nvSpPr>
              <p:spPr>
                <a:xfrm>
                  <a:off x="-1" y="924620"/>
                  <a:ext cx="3513659" cy="23365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96" h="21525" extrusionOk="0">
                      <a:moveTo>
                        <a:pt x="18742" y="16071"/>
                      </a:moveTo>
                      <a:cubicBezTo>
                        <a:pt x="18838" y="15889"/>
                        <a:pt x="18760" y="15606"/>
                        <a:pt x="18742" y="15374"/>
                      </a:cubicBezTo>
                      <a:cubicBezTo>
                        <a:pt x="18725" y="15142"/>
                        <a:pt x="18630" y="14721"/>
                        <a:pt x="18630" y="14306"/>
                      </a:cubicBezTo>
                      <a:cubicBezTo>
                        <a:pt x="18630" y="13886"/>
                        <a:pt x="18950" y="13748"/>
                        <a:pt x="19120" y="13722"/>
                      </a:cubicBezTo>
                      <a:cubicBezTo>
                        <a:pt x="19293" y="13697"/>
                        <a:pt x="19423" y="13653"/>
                        <a:pt x="19480" y="13421"/>
                      </a:cubicBezTo>
                      <a:cubicBezTo>
                        <a:pt x="19536" y="13189"/>
                        <a:pt x="19822" y="13120"/>
                        <a:pt x="19952" y="12906"/>
                      </a:cubicBezTo>
                      <a:cubicBezTo>
                        <a:pt x="20087" y="12699"/>
                        <a:pt x="20295" y="12743"/>
                        <a:pt x="20486" y="12561"/>
                      </a:cubicBezTo>
                      <a:cubicBezTo>
                        <a:pt x="20672" y="12372"/>
                        <a:pt x="20902" y="12442"/>
                        <a:pt x="21205" y="12303"/>
                      </a:cubicBezTo>
                      <a:cubicBezTo>
                        <a:pt x="21509" y="12165"/>
                        <a:pt x="21301" y="11864"/>
                        <a:pt x="21357" y="11581"/>
                      </a:cubicBezTo>
                      <a:cubicBezTo>
                        <a:pt x="21379" y="11462"/>
                        <a:pt x="21440" y="11343"/>
                        <a:pt x="21496" y="11248"/>
                      </a:cubicBezTo>
                      <a:cubicBezTo>
                        <a:pt x="21470" y="11217"/>
                        <a:pt x="21505" y="11167"/>
                        <a:pt x="21487" y="11048"/>
                      </a:cubicBezTo>
                      <a:cubicBezTo>
                        <a:pt x="21461" y="10853"/>
                        <a:pt x="21362" y="10752"/>
                        <a:pt x="21288" y="10595"/>
                      </a:cubicBezTo>
                      <a:cubicBezTo>
                        <a:pt x="21218" y="10438"/>
                        <a:pt x="21119" y="10520"/>
                        <a:pt x="21093" y="10206"/>
                      </a:cubicBezTo>
                      <a:cubicBezTo>
                        <a:pt x="21062" y="9892"/>
                        <a:pt x="20950" y="9704"/>
                        <a:pt x="20919" y="9528"/>
                      </a:cubicBezTo>
                      <a:cubicBezTo>
                        <a:pt x="20893" y="9352"/>
                        <a:pt x="20950" y="9352"/>
                        <a:pt x="20776" y="9195"/>
                      </a:cubicBezTo>
                      <a:cubicBezTo>
                        <a:pt x="20607" y="9038"/>
                        <a:pt x="20737" y="9019"/>
                        <a:pt x="20707" y="8812"/>
                      </a:cubicBezTo>
                      <a:cubicBezTo>
                        <a:pt x="20681" y="8605"/>
                        <a:pt x="20538" y="8674"/>
                        <a:pt x="20382" y="8655"/>
                      </a:cubicBezTo>
                      <a:cubicBezTo>
                        <a:pt x="20225" y="8636"/>
                        <a:pt x="20182" y="8517"/>
                        <a:pt x="20013" y="8392"/>
                      </a:cubicBezTo>
                      <a:cubicBezTo>
                        <a:pt x="19839" y="8272"/>
                        <a:pt x="19983" y="8304"/>
                        <a:pt x="19839" y="8134"/>
                      </a:cubicBezTo>
                      <a:cubicBezTo>
                        <a:pt x="19696" y="7958"/>
                        <a:pt x="19683" y="7990"/>
                        <a:pt x="19527" y="7977"/>
                      </a:cubicBezTo>
                      <a:cubicBezTo>
                        <a:pt x="19371" y="7958"/>
                        <a:pt x="19401" y="7820"/>
                        <a:pt x="19371" y="7676"/>
                      </a:cubicBezTo>
                      <a:cubicBezTo>
                        <a:pt x="19345" y="7538"/>
                        <a:pt x="19215" y="7538"/>
                        <a:pt x="19059" y="7399"/>
                      </a:cubicBezTo>
                      <a:cubicBezTo>
                        <a:pt x="18903" y="7261"/>
                        <a:pt x="18348" y="7293"/>
                        <a:pt x="18166" y="7274"/>
                      </a:cubicBezTo>
                      <a:cubicBezTo>
                        <a:pt x="17979" y="7261"/>
                        <a:pt x="17892" y="7155"/>
                        <a:pt x="17611" y="7104"/>
                      </a:cubicBezTo>
                      <a:cubicBezTo>
                        <a:pt x="17324" y="7048"/>
                        <a:pt x="17498" y="6998"/>
                        <a:pt x="17068" y="6841"/>
                      </a:cubicBezTo>
                      <a:cubicBezTo>
                        <a:pt x="16643" y="6684"/>
                        <a:pt x="16756" y="6439"/>
                        <a:pt x="16730" y="6263"/>
                      </a:cubicBezTo>
                      <a:cubicBezTo>
                        <a:pt x="16700" y="6087"/>
                        <a:pt x="16774" y="5842"/>
                        <a:pt x="16956" y="5654"/>
                      </a:cubicBezTo>
                      <a:cubicBezTo>
                        <a:pt x="17142" y="5459"/>
                        <a:pt x="17142" y="5302"/>
                        <a:pt x="17029" y="5076"/>
                      </a:cubicBezTo>
                      <a:cubicBezTo>
                        <a:pt x="16912" y="4850"/>
                        <a:pt x="17029" y="4869"/>
                        <a:pt x="17155" y="4693"/>
                      </a:cubicBezTo>
                      <a:cubicBezTo>
                        <a:pt x="17285" y="4517"/>
                        <a:pt x="17212" y="4448"/>
                        <a:pt x="17186" y="4260"/>
                      </a:cubicBezTo>
                      <a:cubicBezTo>
                        <a:pt x="17155" y="4065"/>
                        <a:pt x="17099" y="3889"/>
                        <a:pt x="16943" y="3701"/>
                      </a:cubicBezTo>
                      <a:cubicBezTo>
                        <a:pt x="16787" y="3506"/>
                        <a:pt x="16756" y="2985"/>
                        <a:pt x="16713" y="2753"/>
                      </a:cubicBezTo>
                      <a:cubicBezTo>
                        <a:pt x="16674" y="2527"/>
                        <a:pt x="16518" y="2527"/>
                        <a:pt x="16331" y="2527"/>
                      </a:cubicBezTo>
                      <a:cubicBezTo>
                        <a:pt x="16145" y="2527"/>
                        <a:pt x="16175" y="2282"/>
                        <a:pt x="16088" y="2144"/>
                      </a:cubicBezTo>
                      <a:cubicBezTo>
                        <a:pt x="16006" y="2006"/>
                        <a:pt x="15906" y="2125"/>
                        <a:pt x="15750" y="2251"/>
                      </a:cubicBezTo>
                      <a:cubicBezTo>
                        <a:pt x="15594" y="2370"/>
                        <a:pt x="15633" y="2213"/>
                        <a:pt x="15551" y="1937"/>
                      </a:cubicBezTo>
                      <a:cubicBezTo>
                        <a:pt x="15464" y="1654"/>
                        <a:pt x="15421" y="1742"/>
                        <a:pt x="15364" y="1466"/>
                      </a:cubicBezTo>
                      <a:cubicBezTo>
                        <a:pt x="15308" y="1183"/>
                        <a:pt x="15082" y="1240"/>
                        <a:pt x="14952" y="1152"/>
                      </a:cubicBezTo>
                      <a:cubicBezTo>
                        <a:pt x="14826" y="1064"/>
                        <a:pt x="14870" y="1064"/>
                        <a:pt x="14983" y="850"/>
                      </a:cubicBezTo>
                      <a:cubicBezTo>
                        <a:pt x="15095" y="643"/>
                        <a:pt x="14870" y="643"/>
                        <a:pt x="14783" y="536"/>
                      </a:cubicBezTo>
                      <a:cubicBezTo>
                        <a:pt x="14696" y="436"/>
                        <a:pt x="14727" y="417"/>
                        <a:pt x="14883" y="279"/>
                      </a:cubicBezTo>
                      <a:cubicBezTo>
                        <a:pt x="14944" y="222"/>
                        <a:pt x="14961" y="116"/>
                        <a:pt x="14965" y="9"/>
                      </a:cubicBezTo>
                      <a:cubicBezTo>
                        <a:pt x="14944" y="22"/>
                        <a:pt x="14922" y="22"/>
                        <a:pt x="14809" y="34"/>
                      </a:cubicBezTo>
                      <a:cubicBezTo>
                        <a:pt x="14614" y="53"/>
                        <a:pt x="14441" y="122"/>
                        <a:pt x="14397" y="53"/>
                      </a:cubicBezTo>
                      <a:cubicBezTo>
                        <a:pt x="14358" y="-22"/>
                        <a:pt x="13929" y="-35"/>
                        <a:pt x="13929" y="135"/>
                      </a:cubicBezTo>
                      <a:cubicBezTo>
                        <a:pt x="13929" y="310"/>
                        <a:pt x="14029" y="329"/>
                        <a:pt x="13903" y="536"/>
                      </a:cubicBezTo>
                      <a:cubicBezTo>
                        <a:pt x="13773" y="750"/>
                        <a:pt x="13790" y="769"/>
                        <a:pt x="13660" y="838"/>
                      </a:cubicBezTo>
                      <a:cubicBezTo>
                        <a:pt x="13534" y="907"/>
                        <a:pt x="13460" y="957"/>
                        <a:pt x="13335" y="938"/>
                      </a:cubicBezTo>
                      <a:cubicBezTo>
                        <a:pt x="13205" y="926"/>
                        <a:pt x="13148" y="769"/>
                        <a:pt x="13036" y="957"/>
                      </a:cubicBezTo>
                      <a:cubicBezTo>
                        <a:pt x="12923" y="1152"/>
                        <a:pt x="12767" y="1447"/>
                        <a:pt x="12767" y="1623"/>
                      </a:cubicBezTo>
                      <a:cubicBezTo>
                        <a:pt x="12767" y="1798"/>
                        <a:pt x="12767" y="1880"/>
                        <a:pt x="12767" y="2056"/>
                      </a:cubicBezTo>
                      <a:cubicBezTo>
                        <a:pt x="12767" y="2232"/>
                        <a:pt x="12723" y="2269"/>
                        <a:pt x="12780" y="2426"/>
                      </a:cubicBezTo>
                      <a:cubicBezTo>
                        <a:pt x="12836" y="2583"/>
                        <a:pt x="12836" y="2596"/>
                        <a:pt x="12767" y="2740"/>
                      </a:cubicBezTo>
                      <a:cubicBezTo>
                        <a:pt x="12693" y="2878"/>
                        <a:pt x="12454" y="3067"/>
                        <a:pt x="12381" y="3086"/>
                      </a:cubicBezTo>
                      <a:cubicBezTo>
                        <a:pt x="12311" y="3105"/>
                        <a:pt x="12155" y="3067"/>
                        <a:pt x="12112" y="3174"/>
                      </a:cubicBezTo>
                      <a:cubicBezTo>
                        <a:pt x="12068" y="3280"/>
                        <a:pt x="11956" y="3211"/>
                        <a:pt x="11912" y="3155"/>
                      </a:cubicBezTo>
                      <a:cubicBezTo>
                        <a:pt x="11869" y="3105"/>
                        <a:pt x="11886" y="2966"/>
                        <a:pt x="11730" y="2966"/>
                      </a:cubicBezTo>
                      <a:cubicBezTo>
                        <a:pt x="11574" y="2966"/>
                        <a:pt x="11275" y="3035"/>
                        <a:pt x="11132" y="2828"/>
                      </a:cubicBezTo>
                      <a:cubicBezTo>
                        <a:pt x="10989" y="2615"/>
                        <a:pt x="10577" y="2037"/>
                        <a:pt x="10507" y="2477"/>
                      </a:cubicBezTo>
                      <a:cubicBezTo>
                        <a:pt x="10434" y="2910"/>
                        <a:pt x="10238" y="3123"/>
                        <a:pt x="10139" y="3331"/>
                      </a:cubicBezTo>
                      <a:cubicBezTo>
                        <a:pt x="10039" y="3544"/>
                        <a:pt x="9965" y="3663"/>
                        <a:pt x="9853" y="3927"/>
                      </a:cubicBezTo>
                      <a:cubicBezTo>
                        <a:pt x="9740" y="4185"/>
                        <a:pt x="9840" y="4291"/>
                        <a:pt x="9709" y="4429"/>
                      </a:cubicBezTo>
                      <a:cubicBezTo>
                        <a:pt x="9584" y="4574"/>
                        <a:pt x="9354" y="4731"/>
                        <a:pt x="9553" y="4869"/>
                      </a:cubicBezTo>
                      <a:cubicBezTo>
                        <a:pt x="9753" y="5007"/>
                        <a:pt x="9853" y="5133"/>
                        <a:pt x="9766" y="5271"/>
                      </a:cubicBezTo>
                      <a:cubicBezTo>
                        <a:pt x="9683" y="5409"/>
                        <a:pt x="9653" y="5723"/>
                        <a:pt x="9553" y="5516"/>
                      </a:cubicBezTo>
                      <a:cubicBezTo>
                        <a:pt x="9454" y="5302"/>
                        <a:pt x="9471" y="5252"/>
                        <a:pt x="9341" y="5302"/>
                      </a:cubicBezTo>
                      <a:cubicBezTo>
                        <a:pt x="9215" y="5359"/>
                        <a:pt x="9072" y="5359"/>
                        <a:pt x="9042" y="5214"/>
                      </a:cubicBezTo>
                      <a:cubicBezTo>
                        <a:pt x="9016" y="5076"/>
                        <a:pt x="9072" y="4888"/>
                        <a:pt x="8916" y="4969"/>
                      </a:cubicBezTo>
                      <a:cubicBezTo>
                        <a:pt x="8760" y="5057"/>
                        <a:pt x="8747" y="5045"/>
                        <a:pt x="8617" y="5045"/>
                      </a:cubicBezTo>
                      <a:cubicBezTo>
                        <a:pt x="8491" y="5045"/>
                        <a:pt x="8361" y="5214"/>
                        <a:pt x="8205" y="5095"/>
                      </a:cubicBezTo>
                      <a:cubicBezTo>
                        <a:pt x="8049" y="4969"/>
                        <a:pt x="7949" y="5164"/>
                        <a:pt x="7823" y="5164"/>
                      </a:cubicBezTo>
                      <a:cubicBezTo>
                        <a:pt x="7693" y="5164"/>
                        <a:pt x="7337" y="5076"/>
                        <a:pt x="7324" y="5214"/>
                      </a:cubicBezTo>
                      <a:cubicBezTo>
                        <a:pt x="7311" y="5359"/>
                        <a:pt x="7255" y="5497"/>
                        <a:pt x="7424" y="5528"/>
                      </a:cubicBezTo>
                      <a:cubicBezTo>
                        <a:pt x="7593" y="5566"/>
                        <a:pt x="7806" y="5585"/>
                        <a:pt x="7706" y="5773"/>
                      </a:cubicBezTo>
                      <a:cubicBezTo>
                        <a:pt x="7606" y="5968"/>
                        <a:pt x="7524" y="6075"/>
                        <a:pt x="7537" y="6351"/>
                      </a:cubicBezTo>
                      <a:cubicBezTo>
                        <a:pt x="7550" y="6633"/>
                        <a:pt x="7480" y="6803"/>
                        <a:pt x="7567" y="7155"/>
                      </a:cubicBezTo>
                      <a:cubicBezTo>
                        <a:pt x="7650" y="7506"/>
                        <a:pt x="7637" y="7556"/>
                        <a:pt x="7637" y="7732"/>
                      </a:cubicBezTo>
                      <a:cubicBezTo>
                        <a:pt x="7637" y="7908"/>
                        <a:pt x="7537" y="7852"/>
                        <a:pt x="7606" y="8065"/>
                      </a:cubicBezTo>
                      <a:cubicBezTo>
                        <a:pt x="7680" y="8272"/>
                        <a:pt x="7624" y="8360"/>
                        <a:pt x="7537" y="8272"/>
                      </a:cubicBezTo>
                      <a:cubicBezTo>
                        <a:pt x="7450" y="8184"/>
                        <a:pt x="7350" y="8165"/>
                        <a:pt x="7311" y="8304"/>
                      </a:cubicBezTo>
                      <a:cubicBezTo>
                        <a:pt x="7268" y="8448"/>
                        <a:pt x="7311" y="8605"/>
                        <a:pt x="7168" y="8618"/>
                      </a:cubicBezTo>
                      <a:cubicBezTo>
                        <a:pt x="7025" y="8636"/>
                        <a:pt x="6938" y="8693"/>
                        <a:pt x="6956" y="8938"/>
                      </a:cubicBezTo>
                      <a:cubicBezTo>
                        <a:pt x="6969" y="9176"/>
                        <a:pt x="7056" y="9333"/>
                        <a:pt x="6956" y="9528"/>
                      </a:cubicBezTo>
                      <a:cubicBezTo>
                        <a:pt x="6856" y="9723"/>
                        <a:pt x="6856" y="9792"/>
                        <a:pt x="6670" y="9773"/>
                      </a:cubicBezTo>
                      <a:cubicBezTo>
                        <a:pt x="6487" y="9754"/>
                        <a:pt x="6470" y="9949"/>
                        <a:pt x="6331" y="9968"/>
                      </a:cubicBezTo>
                      <a:cubicBezTo>
                        <a:pt x="6188" y="9980"/>
                        <a:pt x="5958" y="9892"/>
                        <a:pt x="5846" y="9980"/>
                      </a:cubicBezTo>
                      <a:cubicBezTo>
                        <a:pt x="5733" y="10068"/>
                        <a:pt x="5646" y="10156"/>
                        <a:pt x="5490" y="10156"/>
                      </a:cubicBezTo>
                      <a:cubicBezTo>
                        <a:pt x="5334" y="10156"/>
                        <a:pt x="5291" y="10175"/>
                        <a:pt x="5152" y="10282"/>
                      </a:cubicBezTo>
                      <a:cubicBezTo>
                        <a:pt x="5009" y="10382"/>
                        <a:pt x="4896" y="10489"/>
                        <a:pt x="4783" y="10646"/>
                      </a:cubicBezTo>
                      <a:cubicBezTo>
                        <a:pt x="4666" y="10803"/>
                        <a:pt x="4566" y="10853"/>
                        <a:pt x="4467" y="10734"/>
                      </a:cubicBezTo>
                      <a:cubicBezTo>
                        <a:pt x="4367" y="10608"/>
                        <a:pt x="3955" y="10840"/>
                        <a:pt x="3899" y="10665"/>
                      </a:cubicBezTo>
                      <a:cubicBezTo>
                        <a:pt x="3842" y="10489"/>
                        <a:pt x="3673" y="10263"/>
                        <a:pt x="3530" y="10489"/>
                      </a:cubicBezTo>
                      <a:cubicBezTo>
                        <a:pt x="3387" y="10715"/>
                        <a:pt x="3274" y="10872"/>
                        <a:pt x="3205" y="11066"/>
                      </a:cubicBezTo>
                      <a:cubicBezTo>
                        <a:pt x="3131" y="11255"/>
                        <a:pt x="2906" y="11518"/>
                        <a:pt x="2819" y="11343"/>
                      </a:cubicBezTo>
                      <a:cubicBezTo>
                        <a:pt x="2736" y="11167"/>
                        <a:pt x="2762" y="11154"/>
                        <a:pt x="2650" y="11186"/>
                      </a:cubicBezTo>
                      <a:cubicBezTo>
                        <a:pt x="2537" y="11223"/>
                        <a:pt x="2394" y="11431"/>
                        <a:pt x="2350" y="11186"/>
                      </a:cubicBezTo>
                      <a:cubicBezTo>
                        <a:pt x="2307" y="10941"/>
                        <a:pt x="2350" y="10696"/>
                        <a:pt x="2238" y="10677"/>
                      </a:cubicBezTo>
                      <a:cubicBezTo>
                        <a:pt x="2125" y="10665"/>
                        <a:pt x="1969" y="10997"/>
                        <a:pt x="1882" y="10853"/>
                      </a:cubicBezTo>
                      <a:cubicBezTo>
                        <a:pt x="1800" y="10715"/>
                        <a:pt x="1557" y="10627"/>
                        <a:pt x="1513" y="10784"/>
                      </a:cubicBezTo>
                      <a:cubicBezTo>
                        <a:pt x="1470" y="10941"/>
                        <a:pt x="1401" y="10978"/>
                        <a:pt x="1301" y="10978"/>
                      </a:cubicBezTo>
                      <a:cubicBezTo>
                        <a:pt x="1201" y="10978"/>
                        <a:pt x="1214" y="11167"/>
                        <a:pt x="1071" y="11154"/>
                      </a:cubicBezTo>
                      <a:cubicBezTo>
                        <a:pt x="932" y="11135"/>
                        <a:pt x="833" y="10909"/>
                        <a:pt x="690" y="11066"/>
                      </a:cubicBezTo>
                      <a:cubicBezTo>
                        <a:pt x="546" y="11223"/>
                        <a:pt x="464" y="11223"/>
                        <a:pt x="464" y="11500"/>
                      </a:cubicBezTo>
                      <a:cubicBezTo>
                        <a:pt x="464" y="11782"/>
                        <a:pt x="546" y="11832"/>
                        <a:pt x="347" y="11870"/>
                      </a:cubicBezTo>
                      <a:cubicBezTo>
                        <a:pt x="148" y="11902"/>
                        <a:pt x="78" y="11920"/>
                        <a:pt x="91" y="12109"/>
                      </a:cubicBezTo>
                      <a:cubicBezTo>
                        <a:pt x="108" y="12303"/>
                        <a:pt x="-91" y="12303"/>
                        <a:pt x="52" y="12442"/>
                      </a:cubicBezTo>
                      <a:cubicBezTo>
                        <a:pt x="191" y="12580"/>
                        <a:pt x="234" y="12617"/>
                        <a:pt x="121" y="12755"/>
                      </a:cubicBezTo>
                      <a:cubicBezTo>
                        <a:pt x="9" y="12900"/>
                        <a:pt x="-9" y="12950"/>
                        <a:pt x="9" y="13107"/>
                      </a:cubicBezTo>
                      <a:cubicBezTo>
                        <a:pt x="22" y="13264"/>
                        <a:pt x="121" y="13559"/>
                        <a:pt x="221" y="13440"/>
                      </a:cubicBezTo>
                      <a:cubicBezTo>
                        <a:pt x="321" y="13314"/>
                        <a:pt x="291" y="13245"/>
                        <a:pt x="520" y="13352"/>
                      </a:cubicBezTo>
                      <a:cubicBezTo>
                        <a:pt x="746" y="13452"/>
                        <a:pt x="859" y="13578"/>
                        <a:pt x="915" y="13773"/>
                      </a:cubicBezTo>
                      <a:cubicBezTo>
                        <a:pt x="971" y="13961"/>
                        <a:pt x="789" y="13942"/>
                        <a:pt x="802" y="14187"/>
                      </a:cubicBezTo>
                      <a:cubicBezTo>
                        <a:pt x="815" y="14432"/>
                        <a:pt x="958" y="14627"/>
                        <a:pt x="846" y="14765"/>
                      </a:cubicBezTo>
                      <a:cubicBezTo>
                        <a:pt x="733" y="14903"/>
                        <a:pt x="690" y="14903"/>
                        <a:pt x="733" y="15129"/>
                      </a:cubicBezTo>
                      <a:cubicBezTo>
                        <a:pt x="776" y="15355"/>
                        <a:pt x="902" y="15531"/>
                        <a:pt x="759" y="15638"/>
                      </a:cubicBezTo>
                      <a:cubicBezTo>
                        <a:pt x="620" y="15744"/>
                        <a:pt x="559" y="15832"/>
                        <a:pt x="464" y="15656"/>
                      </a:cubicBezTo>
                      <a:cubicBezTo>
                        <a:pt x="403" y="15550"/>
                        <a:pt x="399" y="15449"/>
                        <a:pt x="364" y="15374"/>
                      </a:cubicBezTo>
                      <a:cubicBezTo>
                        <a:pt x="308" y="15386"/>
                        <a:pt x="256" y="15386"/>
                        <a:pt x="226" y="15386"/>
                      </a:cubicBezTo>
                      <a:cubicBezTo>
                        <a:pt x="148" y="15386"/>
                        <a:pt x="182" y="15531"/>
                        <a:pt x="134" y="15650"/>
                      </a:cubicBezTo>
                      <a:cubicBezTo>
                        <a:pt x="113" y="15700"/>
                        <a:pt x="121" y="15801"/>
                        <a:pt x="139" y="15882"/>
                      </a:cubicBezTo>
                      <a:cubicBezTo>
                        <a:pt x="152" y="15889"/>
                        <a:pt x="165" y="15889"/>
                        <a:pt x="178" y="15889"/>
                      </a:cubicBezTo>
                      <a:cubicBezTo>
                        <a:pt x="312" y="15889"/>
                        <a:pt x="369" y="15958"/>
                        <a:pt x="520" y="16071"/>
                      </a:cubicBezTo>
                      <a:cubicBezTo>
                        <a:pt x="672" y="16190"/>
                        <a:pt x="672" y="16165"/>
                        <a:pt x="859" y="16259"/>
                      </a:cubicBezTo>
                      <a:cubicBezTo>
                        <a:pt x="1049" y="16353"/>
                        <a:pt x="971" y="16630"/>
                        <a:pt x="1089" y="16655"/>
                      </a:cubicBezTo>
                      <a:cubicBezTo>
                        <a:pt x="1201" y="16680"/>
                        <a:pt x="1240" y="16774"/>
                        <a:pt x="1353" y="17050"/>
                      </a:cubicBezTo>
                      <a:cubicBezTo>
                        <a:pt x="1466" y="17333"/>
                        <a:pt x="1331" y="17446"/>
                        <a:pt x="1240" y="17584"/>
                      </a:cubicBezTo>
                      <a:cubicBezTo>
                        <a:pt x="1145" y="17728"/>
                        <a:pt x="1219" y="17772"/>
                        <a:pt x="1297" y="17936"/>
                      </a:cubicBezTo>
                      <a:cubicBezTo>
                        <a:pt x="1370" y="18099"/>
                        <a:pt x="1370" y="18262"/>
                        <a:pt x="1544" y="18262"/>
                      </a:cubicBezTo>
                      <a:cubicBezTo>
                        <a:pt x="1713" y="18262"/>
                        <a:pt x="1674" y="18287"/>
                        <a:pt x="1826" y="18564"/>
                      </a:cubicBezTo>
                      <a:cubicBezTo>
                        <a:pt x="1978" y="18846"/>
                        <a:pt x="2242" y="18959"/>
                        <a:pt x="2433" y="19148"/>
                      </a:cubicBezTo>
                      <a:cubicBezTo>
                        <a:pt x="2624" y="19330"/>
                        <a:pt x="2810" y="19261"/>
                        <a:pt x="3040" y="19261"/>
                      </a:cubicBezTo>
                      <a:cubicBezTo>
                        <a:pt x="3265" y="19261"/>
                        <a:pt x="3001" y="19612"/>
                        <a:pt x="3018" y="19706"/>
                      </a:cubicBezTo>
                      <a:cubicBezTo>
                        <a:pt x="3040" y="19794"/>
                        <a:pt x="3075" y="20146"/>
                        <a:pt x="3057" y="20403"/>
                      </a:cubicBezTo>
                      <a:cubicBezTo>
                        <a:pt x="3040" y="20661"/>
                        <a:pt x="3170" y="20749"/>
                        <a:pt x="3265" y="20893"/>
                      </a:cubicBezTo>
                      <a:cubicBezTo>
                        <a:pt x="3361" y="21031"/>
                        <a:pt x="3474" y="21075"/>
                        <a:pt x="3643" y="21220"/>
                      </a:cubicBezTo>
                      <a:cubicBezTo>
                        <a:pt x="3682" y="21245"/>
                        <a:pt x="3699" y="21276"/>
                        <a:pt x="3703" y="21308"/>
                      </a:cubicBezTo>
                      <a:cubicBezTo>
                        <a:pt x="3816" y="21339"/>
                        <a:pt x="3938" y="21377"/>
                        <a:pt x="4024" y="21427"/>
                      </a:cubicBezTo>
                      <a:cubicBezTo>
                        <a:pt x="4211" y="21540"/>
                        <a:pt x="4363" y="21565"/>
                        <a:pt x="4480" y="21452"/>
                      </a:cubicBezTo>
                      <a:cubicBezTo>
                        <a:pt x="4592" y="21333"/>
                        <a:pt x="4571" y="21289"/>
                        <a:pt x="4610" y="21100"/>
                      </a:cubicBezTo>
                      <a:cubicBezTo>
                        <a:pt x="4649" y="20912"/>
                        <a:pt x="4874" y="20705"/>
                        <a:pt x="5026" y="20498"/>
                      </a:cubicBezTo>
                      <a:cubicBezTo>
                        <a:pt x="5178" y="20284"/>
                        <a:pt x="5104" y="19775"/>
                        <a:pt x="5291" y="20033"/>
                      </a:cubicBezTo>
                      <a:cubicBezTo>
                        <a:pt x="5481" y="20284"/>
                        <a:pt x="5503" y="20378"/>
                        <a:pt x="5650" y="20403"/>
                      </a:cubicBezTo>
                      <a:cubicBezTo>
                        <a:pt x="5802" y="20428"/>
                        <a:pt x="6145" y="20353"/>
                        <a:pt x="6240" y="20567"/>
                      </a:cubicBezTo>
                      <a:cubicBezTo>
                        <a:pt x="6336" y="20774"/>
                        <a:pt x="6431" y="21006"/>
                        <a:pt x="6618" y="20843"/>
                      </a:cubicBezTo>
                      <a:cubicBezTo>
                        <a:pt x="6808" y="20680"/>
                        <a:pt x="6865" y="20353"/>
                        <a:pt x="7056" y="20334"/>
                      </a:cubicBezTo>
                      <a:cubicBezTo>
                        <a:pt x="7242" y="20309"/>
                        <a:pt x="7242" y="20121"/>
                        <a:pt x="7337" y="20284"/>
                      </a:cubicBezTo>
                      <a:cubicBezTo>
                        <a:pt x="7433" y="20447"/>
                        <a:pt x="7359" y="20309"/>
                        <a:pt x="7624" y="20353"/>
                      </a:cubicBezTo>
                      <a:cubicBezTo>
                        <a:pt x="7888" y="20403"/>
                        <a:pt x="8040" y="20403"/>
                        <a:pt x="8153" y="20516"/>
                      </a:cubicBezTo>
                      <a:cubicBezTo>
                        <a:pt x="8265" y="20636"/>
                        <a:pt x="8248" y="20843"/>
                        <a:pt x="8474" y="20893"/>
                      </a:cubicBezTo>
                      <a:cubicBezTo>
                        <a:pt x="8703" y="20937"/>
                        <a:pt x="8760" y="20843"/>
                        <a:pt x="8855" y="20987"/>
                      </a:cubicBezTo>
                      <a:cubicBezTo>
                        <a:pt x="8951" y="21125"/>
                        <a:pt x="9063" y="21195"/>
                        <a:pt x="9232" y="21006"/>
                      </a:cubicBezTo>
                      <a:cubicBezTo>
                        <a:pt x="9402" y="20824"/>
                        <a:pt x="9458" y="20824"/>
                        <a:pt x="9688" y="20824"/>
                      </a:cubicBezTo>
                      <a:cubicBezTo>
                        <a:pt x="9913" y="20824"/>
                        <a:pt x="9952" y="20799"/>
                        <a:pt x="10121" y="20843"/>
                      </a:cubicBezTo>
                      <a:cubicBezTo>
                        <a:pt x="10295" y="20893"/>
                        <a:pt x="10369" y="20912"/>
                        <a:pt x="10577" y="20730"/>
                      </a:cubicBezTo>
                      <a:cubicBezTo>
                        <a:pt x="10785" y="20542"/>
                        <a:pt x="10937" y="20265"/>
                        <a:pt x="11201" y="20284"/>
                      </a:cubicBezTo>
                      <a:cubicBezTo>
                        <a:pt x="11466" y="20309"/>
                        <a:pt x="11977" y="20353"/>
                        <a:pt x="12151" y="20190"/>
                      </a:cubicBezTo>
                      <a:cubicBezTo>
                        <a:pt x="12320" y="20033"/>
                        <a:pt x="12320" y="19939"/>
                        <a:pt x="12624" y="20008"/>
                      </a:cubicBezTo>
                      <a:cubicBezTo>
                        <a:pt x="12927" y="20077"/>
                        <a:pt x="13552" y="20353"/>
                        <a:pt x="13760" y="20516"/>
                      </a:cubicBezTo>
                      <a:cubicBezTo>
                        <a:pt x="13968" y="20680"/>
                        <a:pt x="14024" y="20824"/>
                        <a:pt x="14232" y="20774"/>
                      </a:cubicBezTo>
                      <a:cubicBezTo>
                        <a:pt x="14441" y="20730"/>
                        <a:pt x="14553" y="20636"/>
                        <a:pt x="14783" y="20774"/>
                      </a:cubicBezTo>
                      <a:cubicBezTo>
                        <a:pt x="15009" y="20912"/>
                        <a:pt x="15048" y="21075"/>
                        <a:pt x="15447" y="20937"/>
                      </a:cubicBezTo>
                      <a:cubicBezTo>
                        <a:pt x="15846" y="20799"/>
                        <a:pt x="15598" y="20749"/>
                        <a:pt x="15768" y="20749"/>
                      </a:cubicBezTo>
                      <a:cubicBezTo>
                        <a:pt x="15937" y="20749"/>
                        <a:pt x="16054" y="20636"/>
                        <a:pt x="15785" y="20542"/>
                      </a:cubicBezTo>
                      <a:cubicBezTo>
                        <a:pt x="15520" y="20447"/>
                        <a:pt x="15408" y="20334"/>
                        <a:pt x="15559" y="20102"/>
                      </a:cubicBezTo>
                      <a:cubicBezTo>
                        <a:pt x="15711" y="19870"/>
                        <a:pt x="15694" y="19939"/>
                        <a:pt x="15880" y="19819"/>
                      </a:cubicBezTo>
                      <a:cubicBezTo>
                        <a:pt x="16071" y="19706"/>
                        <a:pt x="15976" y="19612"/>
                        <a:pt x="16032" y="19493"/>
                      </a:cubicBezTo>
                      <a:cubicBezTo>
                        <a:pt x="16088" y="19380"/>
                        <a:pt x="16240" y="19330"/>
                        <a:pt x="16127" y="19122"/>
                      </a:cubicBezTo>
                      <a:cubicBezTo>
                        <a:pt x="16015" y="18915"/>
                        <a:pt x="15728" y="18915"/>
                        <a:pt x="15694" y="18727"/>
                      </a:cubicBezTo>
                      <a:cubicBezTo>
                        <a:pt x="15655" y="18538"/>
                        <a:pt x="15295" y="18608"/>
                        <a:pt x="15295" y="18306"/>
                      </a:cubicBezTo>
                      <a:cubicBezTo>
                        <a:pt x="15295" y="18005"/>
                        <a:pt x="15182" y="17634"/>
                        <a:pt x="15390" y="17446"/>
                      </a:cubicBezTo>
                      <a:cubicBezTo>
                        <a:pt x="15598" y="17258"/>
                        <a:pt x="15655" y="17006"/>
                        <a:pt x="15958" y="17050"/>
                      </a:cubicBezTo>
                      <a:cubicBezTo>
                        <a:pt x="16262" y="17101"/>
                        <a:pt x="16318" y="17025"/>
                        <a:pt x="16678" y="17006"/>
                      </a:cubicBezTo>
                      <a:cubicBezTo>
                        <a:pt x="17038" y="16981"/>
                        <a:pt x="17038" y="16774"/>
                        <a:pt x="17303" y="16749"/>
                      </a:cubicBezTo>
                      <a:cubicBezTo>
                        <a:pt x="17567" y="16724"/>
                        <a:pt x="17606" y="16586"/>
                        <a:pt x="17814" y="16611"/>
                      </a:cubicBezTo>
                      <a:cubicBezTo>
                        <a:pt x="18022" y="16630"/>
                        <a:pt x="18192" y="16774"/>
                        <a:pt x="18287" y="16586"/>
                      </a:cubicBezTo>
                      <a:cubicBezTo>
                        <a:pt x="18382" y="16397"/>
                        <a:pt x="18382" y="16215"/>
                        <a:pt x="18534" y="16397"/>
                      </a:cubicBezTo>
                      <a:cubicBezTo>
                        <a:pt x="18621" y="16504"/>
                        <a:pt x="18755" y="16498"/>
                        <a:pt x="18903" y="16479"/>
                      </a:cubicBezTo>
                      <a:cubicBezTo>
                        <a:pt x="18777" y="16083"/>
                        <a:pt x="18664" y="16228"/>
                        <a:pt x="18742" y="1607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67" name="Shape">
                  <a:extLst>
                    <a:ext uri="{FF2B5EF4-FFF2-40B4-BE49-F238E27FC236}">
                      <a16:creationId xmlns:a16="http://schemas.microsoft.com/office/drawing/2014/main" id="{D53A8C34-935B-4936-BE67-DBEAC5EAFAE7}"/>
                    </a:ext>
                  </a:extLst>
                </p:cNvPr>
                <p:cNvSpPr/>
                <p:nvPr/>
              </p:nvSpPr>
              <p:spPr>
                <a:xfrm>
                  <a:off x="420822" y="3091472"/>
                  <a:ext cx="3422683" cy="15702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79" h="21006" extrusionOk="0">
                      <a:moveTo>
                        <a:pt x="19603" y="10201"/>
                      </a:moveTo>
                      <a:cubicBezTo>
                        <a:pt x="19456" y="10246"/>
                        <a:pt x="19532" y="10556"/>
                        <a:pt x="19589" y="10657"/>
                      </a:cubicBezTo>
                      <a:cubicBezTo>
                        <a:pt x="19647" y="10757"/>
                        <a:pt x="19603" y="10912"/>
                        <a:pt x="19545" y="11186"/>
                      </a:cubicBezTo>
                      <a:cubicBezTo>
                        <a:pt x="19487" y="11469"/>
                        <a:pt x="19487" y="11642"/>
                        <a:pt x="19371" y="11797"/>
                      </a:cubicBezTo>
                      <a:cubicBezTo>
                        <a:pt x="19251" y="11952"/>
                        <a:pt x="19269" y="11952"/>
                        <a:pt x="19091" y="12454"/>
                      </a:cubicBezTo>
                      <a:cubicBezTo>
                        <a:pt x="18918" y="12964"/>
                        <a:pt x="18829" y="12654"/>
                        <a:pt x="18731" y="12536"/>
                      </a:cubicBezTo>
                      <a:cubicBezTo>
                        <a:pt x="18629" y="12408"/>
                        <a:pt x="18629" y="12381"/>
                        <a:pt x="18482" y="12581"/>
                      </a:cubicBezTo>
                      <a:cubicBezTo>
                        <a:pt x="18335" y="12782"/>
                        <a:pt x="18309" y="12682"/>
                        <a:pt x="18206" y="12536"/>
                      </a:cubicBezTo>
                      <a:cubicBezTo>
                        <a:pt x="18104" y="12381"/>
                        <a:pt x="18046" y="12353"/>
                        <a:pt x="17886" y="12326"/>
                      </a:cubicBezTo>
                      <a:cubicBezTo>
                        <a:pt x="17722" y="12308"/>
                        <a:pt x="17797" y="12125"/>
                        <a:pt x="17753" y="11724"/>
                      </a:cubicBezTo>
                      <a:cubicBezTo>
                        <a:pt x="17708" y="11313"/>
                        <a:pt x="17490" y="11368"/>
                        <a:pt x="17388" y="11240"/>
                      </a:cubicBezTo>
                      <a:cubicBezTo>
                        <a:pt x="17286" y="11113"/>
                        <a:pt x="17215" y="10912"/>
                        <a:pt x="17023" y="10584"/>
                      </a:cubicBezTo>
                      <a:cubicBezTo>
                        <a:pt x="16837" y="10246"/>
                        <a:pt x="16587" y="10429"/>
                        <a:pt x="16414" y="10356"/>
                      </a:cubicBezTo>
                      <a:cubicBezTo>
                        <a:pt x="16236" y="10274"/>
                        <a:pt x="16178" y="10246"/>
                        <a:pt x="16005" y="10274"/>
                      </a:cubicBezTo>
                      <a:cubicBezTo>
                        <a:pt x="15831" y="10301"/>
                        <a:pt x="15685" y="10228"/>
                        <a:pt x="15449" y="10146"/>
                      </a:cubicBezTo>
                      <a:cubicBezTo>
                        <a:pt x="15218" y="10073"/>
                        <a:pt x="15231" y="10119"/>
                        <a:pt x="15044" y="9818"/>
                      </a:cubicBezTo>
                      <a:cubicBezTo>
                        <a:pt x="14853" y="9517"/>
                        <a:pt x="14826" y="9845"/>
                        <a:pt x="14635" y="9945"/>
                      </a:cubicBezTo>
                      <a:cubicBezTo>
                        <a:pt x="14444" y="10046"/>
                        <a:pt x="14444" y="9818"/>
                        <a:pt x="14359" y="9617"/>
                      </a:cubicBezTo>
                      <a:cubicBezTo>
                        <a:pt x="14271" y="9416"/>
                        <a:pt x="14155" y="9334"/>
                        <a:pt x="14066" y="9133"/>
                      </a:cubicBezTo>
                      <a:cubicBezTo>
                        <a:pt x="13981" y="8933"/>
                        <a:pt x="13790" y="9033"/>
                        <a:pt x="13643" y="8960"/>
                      </a:cubicBezTo>
                      <a:cubicBezTo>
                        <a:pt x="13497" y="8878"/>
                        <a:pt x="13368" y="8878"/>
                        <a:pt x="13279" y="8705"/>
                      </a:cubicBezTo>
                      <a:cubicBezTo>
                        <a:pt x="13194" y="8522"/>
                        <a:pt x="12914" y="8623"/>
                        <a:pt x="12683" y="8550"/>
                      </a:cubicBezTo>
                      <a:cubicBezTo>
                        <a:pt x="12452" y="8477"/>
                        <a:pt x="12492" y="8249"/>
                        <a:pt x="12478" y="7993"/>
                      </a:cubicBezTo>
                      <a:cubicBezTo>
                        <a:pt x="12465" y="7738"/>
                        <a:pt x="12434" y="7710"/>
                        <a:pt x="12349" y="7537"/>
                      </a:cubicBezTo>
                      <a:cubicBezTo>
                        <a:pt x="12260" y="7355"/>
                        <a:pt x="12203" y="7026"/>
                        <a:pt x="12171" y="6780"/>
                      </a:cubicBezTo>
                      <a:cubicBezTo>
                        <a:pt x="12145" y="6525"/>
                        <a:pt x="12011" y="6196"/>
                        <a:pt x="11865" y="5968"/>
                      </a:cubicBezTo>
                      <a:cubicBezTo>
                        <a:pt x="11722" y="5740"/>
                        <a:pt x="11793" y="5612"/>
                        <a:pt x="11807" y="5384"/>
                      </a:cubicBezTo>
                      <a:cubicBezTo>
                        <a:pt x="11825" y="5156"/>
                        <a:pt x="11767" y="4874"/>
                        <a:pt x="11767" y="4673"/>
                      </a:cubicBezTo>
                      <a:cubicBezTo>
                        <a:pt x="11767" y="4472"/>
                        <a:pt x="11896" y="4518"/>
                        <a:pt x="11998" y="4591"/>
                      </a:cubicBezTo>
                      <a:cubicBezTo>
                        <a:pt x="12100" y="4673"/>
                        <a:pt x="12127" y="4573"/>
                        <a:pt x="12127" y="4418"/>
                      </a:cubicBezTo>
                      <a:cubicBezTo>
                        <a:pt x="12127" y="4262"/>
                        <a:pt x="12114" y="4117"/>
                        <a:pt x="12056" y="3888"/>
                      </a:cubicBezTo>
                      <a:cubicBezTo>
                        <a:pt x="11998" y="3660"/>
                        <a:pt x="12114" y="3560"/>
                        <a:pt x="12189" y="3277"/>
                      </a:cubicBezTo>
                      <a:cubicBezTo>
                        <a:pt x="12260" y="2995"/>
                        <a:pt x="12145" y="2995"/>
                        <a:pt x="12247" y="2821"/>
                      </a:cubicBezTo>
                      <a:cubicBezTo>
                        <a:pt x="12349" y="2639"/>
                        <a:pt x="12376" y="2493"/>
                        <a:pt x="12376" y="2310"/>
                      </a:cubicBezTo>
                      <a:cubicBezTo>
                        <a:pt x="12376" y="2137"/>
                        <a:pt x="12332" y="2064"/>
                        <a:pt x="12229" y="1982"/>
                      </a:cubicBezTo>
                      <a:cubicBezTo>
                        <a:pt x="12127" y="1909"/>
                        <a:pt x="12087" y="1982"/>
                        <a:pt x="12042" y="1781"/>
                      </a:cubicBezTo>
                      <a:cubicBezTo>
                        <a:pt x="11998" y="1581"/>
                        <a:pt x="12260" y="1681"/>
                        <a:pt x="12349" y="1426"/>
                      </a:cubicBezTo>
                      <a:cubicBezTo>
                        <a:pt x="12380" y="1334"/>
                        <a:pt x="12380" y="1207"/>
                        <a:pt x="12372" y="1088"/>
                      </a:cubicBezTo>
                      <a:cubicBezTo>
                        <a:pt x="12229" y="1043"/>
                        <a:pt x="12123" y="1134"/>
                        <a:pt x="11958" y="1179"/>
                      </a:cubicBezTo>
                      <a:cubicBezTo>
                        <a:pt x="11744" y="1252"/>
                        <a:pt x="11687" y="1043"/>
                        <a:pt x="11473" y="805"/>
                      </a:cubicBezTo>
                      <a:cubicBezTo>
                        <a:pt x="11260" y="568"/>
                        <a:pt x="10619" y="167"/>
                        <a:pt x="10308" y="67"/>
                      </a:cubicBezTo>
                      <a:cubicBezTo>
                        <a:pt x="9997" y="-34"/>
                        <a:pt x="9997" y="103"/>
                        <a:pt x="9823" y="331"/>
                      </a:cubicBezTo>
                      <a:cubicBezTo>
                        <a:pt x="9645" y="568"/>
                        <a:pt x="9121" y="504"/>
                        <a:pt x="8849" y="468"/>
                      </a:cubicBezTo>
                      <a:cubicBezTo>
                        <a:pt x="8578" y="440"/>
                        <a:pt x="8422" y="842"/>
                        <a:pt x="8209" y="1115"/>
                      </a:cubicBezTo>
                      <a:cubicBezTo>
                        <a:pt x="7996" y="1380"/>
                        <a:pt x="7920" y="1353"/>
                        <a:pt x="7742" y="1280"/>
                      </a:cubicBezTo>
                      <a:cubicBezTo>
                        <a:pt x="7569" y="1216"/>
                        <a:pt x="7529" y="1252"/>
                        <a:pt x="7297" y="1252"/>
                      </a:cubicBezTo>
                      <a:cubicBezTo>
                        <a:pt x="7062" y="1252"/>
                        <a:pt x="7004" y="1252"/>
                        <a:pt x="6830" y="1517"/>
                      </a:cubicBezTo>
                      <a:cubicBezTo>
                        <a:pt x="6657" y="1790"/>
                        <a:pt x="6541" y="1690"/>
                        <a:pt x="6443" y="1489"/>
                      </a:cubicBezTo>
                      <a:cubicBezTo>
                        <a:pt x="6346" y="1280"/>
                        <a:pt x="6288" y="1417"/>
                        <a:pt x="6052" y="1353"/>
                      </a:cubicBezTo>
                      <a:cubicBezTo>
                        <a:pt x="5821" y="1280"/>
                        <a:pt x="5839" y="979"/>
                        <a:pt x="5723" y="805"/>
                      </a:cubicBezTo>
                      <a:cubicBezTo>
                        <a:pt x="5607" y="641"/>
                        <a:pt x="5452" y="641"/>
                        <a:pt x="5180" y="568"/>
                      </a:cubicBezTo>
                      <a:cubicBezTo>
                        <a:pt x="4909" y="504"/>
                        <a:pt x="4985" y="705"/>
                        <a:pt x="4887" y="468"/>
                      </a:cubicBezTo>
                      <a:cubicBezTo>
                        <a:pt x="4789" y="231"/>
                        <a:pt x="4789" y="504"/>
                        <a:pt x="4598" y="541"/>
                      </a:cubicBezTo>
                      <a:cubicBezTo>
                        <a:pt x="4402" y="568"/>
                        <a:pt x="4344" y="1043"/>
                        <a:pt x="4149" y="1280"/>
                      </a:cubicBezTo>
                      <a:cubicBezTo>
                        <a:pt x="3957" y="1517"/>
                        <a:pt x="3860" y="1179"/>
                        <a:pt x="3762" y="878"/>
                      </a:cubicBezTo>
                      <a:cubicBezTo>
                        <a:pt x="3664" y="568"/>
                        <a:pt x="3313" y="678"/>
                        <a:pt x="3157" y="641"/>
                      </a:cubicBezTo>
                      <a:cubicBezTo>
                        <a:pt x="3006" y="605"/>
                        <a:pt x="2984" y="468"/>
                        <a:pt x="2788" y="103"/>
                      </a:cubicBezTo>
                      <a:cubicBezTo>
                        <a:pt x="2597" y="-271"/>
                        <a:pt x="2672" y="468"/>
                        <a:pt x="2517" y="778"/>
                      </a:cubicBezTo>
                      <a:cubicBezTo>
                        <a:pt x="2361" y="1079"/>
                        <a:pt x="2130" y="1380"/>
                        <a:pt x="2090" y="1654"/>
                      </a:cubicBezTo>
                      <a:cubicBezTo>
                        <a:pt x="2050" y="1927"/>
                        <a:pt x="2072" y="1991"/>
                        <a:pt x="1956" y="2164"/>
                      </a:cubicBezTo>
                      <a:cubicBezTo>
                        <a:pt x="1836" y="2329"/>
                        <a:pt x="1681" y="2292"/>
                        <a:pt x="1489" y="2128"/>
                      </a:cubicBezTo>
                      <a:cubicBezTo>
                        <a:pt x="1400" y="2055"/>
                        <a:pt x="1276" y="2000"/>
                        <a:pt x="1160" y="1955"/>
                      </a:cubicBezTo>
                      <a:cubicBezTo>
                        <a:pt x="1182" y="2128"/>
                        <a:pt x="1013" y="2310"/>
                        <a:pt x="849" y="2502"/>
                      </a:cubicBezTo>
                      <a:cubicBezTo>
                        <a:pt x="635" y="2739"/>
                        <a:pt x="907" y="2940"/>
                        <a:pt x="1005" y="3140"/>
                      </a:cubicBezTo>
                      <a:cubicBezTo>
                        <a:pt x="1098" y="3341"/>
                        <a:pt x="1005" y="3478"/>
                        <a:pt x="849" y="3578"/>
                      </a:cubicBezTo>
                      <a:cubicBezTo>
                        <a:pt x="693" y="3679"/>
                        <a:pt x="711" y="3989"/>
                        <a:pt x="867" y="4226"/>
                      </a:cubicBezTo>
                      <a:cubicBezTo>
                        <a:pt x="1022" y="4463"/>
                        <a:pt x="982" y="4563"/>
                        <a:pt x="1120" y="4700"/>
                      </a:cubicBezTo>
                      <a:cubicBezTo>
                        <a:pt x="1254" y="4828"/>
                        <a:pt x="1218" y="5001"/>
                        <a:pt x="1120" y="5175"/>
                      </a:cubicBezTo>
                      <a:cubicBezTo>
                        <a:pt x="1022" y="5339"/>
                        <a:pt x="1178" y="5576"/>
                        <a:pt x="1178" y="6014"/>
                      </a:cubicBezTo>
                      <a:cubicBezTo>
                        <a:pt x="1178" y="6452"/>
                        <a:pt x="965" y="6251"/>
                        <a:pt x="867" y="6187"/>
                      </a:cubicBezTo>
                      <a:cubicBezTo>
                        <a:pt x="769" y="6114"/>
                        <a:pt x="729" y="6324"/>
                        <a:pt x="595" y="6388"/>
                      </a:cubicBezTo>
                      <a:cubicBezTo>
                        <a:pt x="458" y="6452"/>
                        <a:pt x="422" y="6187"/>
                        <a:pt x="382" y="5913"/>
                      </a:cubicBezTo>
                      <a:cubicBezTo>
                        <a:pt x="342" y="5640"/>
                        <a:pt x="146" y="5676"/>
                        <a:pt x="53" y="5850"/>
                      </a:cubicBezTo>
                      <a:cubicBezTo>
                        <a:pt x="-45" y="6014"/>
                        <a:pt x="13" y="6388"/>
                        <a:pt x="71" y="6625"/>
                      </a:cubicBezTo>
                      <a:cubicBezTo>
                        <a:pt x="128" y="6862"/>
                        <a:pt x="244" y="7127"/>
                        <a:pt x="186" y="7364"/>
                      </a:cubicBezTo>
                      <a:cubicBezTo>
                        <a:pt x="128" y="7601"/>
                        <a:pt x="88" y="7637"/>
                        <a:pt x="186" y="7938"/>
                      </a:cubicBezTo>
                      <a:cubicBezTo>
                        <a:pt x="284" y="8249"/>
                        <a:pt x="111" y="8285"/>
                        <a:pt x="128" y="8486"/>
                      </a:cubicBezTo>
                      <a:cubicBezTo>
                        <a:pt x="146" y="8686"/>
                        <a:pt x="266" y="8750"/>
                        <a:pt x="302" y="8623"/>
                      </a:cubicBezTo>
                      <a:cubicBezTo>
                        <a:pt x="342" y="8486"/>
                        <a:pt x="440" y="8550"/>
                        <a:pt x="498" y="8650"/>
                      </a:cubicBezTo>
                      <a:cubicBezTo>
                        <a:pt x="555" y="8750"/>
                        <a:pt x="613" y="9298"/>
                        <a:pt x="635" y="9498"/>
                      </a:cubicBezTo>
                      <a:cubicBezTo>
                        <a:pt x="653" y="9699"/>
                        <a:pt x="791" y="9872"/>
                        <a:pt x="867" y="9735"/>
                      </a:cubicBezTo>
                      <a:cubicBezTo>
                        <a:pt x="942" y="9599"/>
                        <a:pt x="1040" y="9872"/>
                        <a:pt x="1138" y="10109"/>
                      </a:cubicBezTo>
                      <a:cubicBezTo>
                        <a:pt x="1236" y="10347"/>
                        <a:pt x="1409" y="10684"/>
                        <a:pt x="1467" y="10949"/>
                      </a:cubicBezTo>
                      <a:cubicBezTo>
                        <a:pt x="1529" y="11222"/>
                        <a:pt x="1761" y="11259"/>
                        <a:pt x="1761" y="11359"/>
                      </a:cubicBezTo>
                      <a:cubicBezTo>
                        <a:pt x="1761" y="11459"/>
                        <a:pt x="1934" y="11624"/>
                        <a:pt x="2032" y="11833"/>
                      </a:cubicBezTo>
                      <a:cubicBezTo>
                        <a:pt x="2130" y="12034"/>
                        <a:pt x="2147" y="11970"/>
                        <a:pt x="2147" y="12408"/>
                      </a:cubicBezTo>
                      <a:cubicBezTo>
                        <a:pt x="2147" y="12846"/>
                        <a:pt x="2361" y="12472"/>
                        <a:pt x="2401" y="12308"/>
                      </a:cubicBezTo>
                      <a:cubicBezTo>
                        <a:pt x="2441" y="12134"/>
                        <a:pt x="2672" y="11998"/>
                        <a:pt x="2788" y="11760"/>
                      </a:cubicBezTo>
                      <a:cubicBezTo>
                        <a:pt x="2908" y="11523"/>
                        <a:pt x="2944" y="12098"/>
                        <a:pt x="3041" y="12408"/>
                      </a:cubicBezTo>
                      <a:cubicBezTo>
                        <a:pt x="3139" y="12709"/>
                        <a:pt x="3197" y="12472"/>
                        <a:pt x="3370" y="12910"/>
                      </a:cubicBezTo>
                      <a:cubicBezTo>
                        <a:pt x="3548" y="13348"/>
                        <a:pt x="3566" y="13083"/>
                        <a:pt x="3762" y="13457"/>
                      </a:cubicBezTo>
                      <a:cubicBezTo>
                        <a:pt x="3957" y="13822"/>
                        <a:pt x="4131" y="13995"/>
                        <a:pt x="4287" y="14159"/>
                      </a:cubicBezTo>
                      <a:cubicBezTo>
                        <a:pt x="4442" y="14333"/>
                        <a:pt x="4478" y="15181"/>
                        <a:pt x="4576" y="15519"/>
                      </a:cubicBezTo>
                      <a:cubicBezTo>
                        <a:pt x="4673" y="15856"/>
                        <a:pt x="4887" y="15446"/>
                        <a:pt x="5003" y="15145"/>
                      </a:cubicBezTo>
                      <a:cubicBezTo>
                        <a:pt x="5123" y="14844"/>
                        <a:pt x="5158" y="15345"/>
                        <a:pt x="5158" y="15446"/>
                      </a:cubicBezTo>
                      <a:cubicBezTo>
                        <a:pt x="5158" y="15546"/>
                        <a:pt x="5180" y="15993"/>
                        <a:pt x="5180" y="16230"/>
                      </a:cubicBezTo>
                      <a:cubicBezTo>
                        <a:pt x="5180" y="16458"/>
                        <a:pt x="5452" y="16595"/>
                        <a:pt x="5607" y="16695"/>
                      </a:cubicBezTo>
                      <a:cubicBezTo>
                        <a:pt x="5763" y="16805"/>
                        <a:pt x="5781" y="17106"/>
                        <a:pt x="5994" y="17069"/>
                      </a:cubicBezTo>
                      <a:cubicBezTo>
                        <a:pt x="6208" y="17033"/>
                        <a:pt x="6132" y="17170"/>
                        <a:pt x="6092" y="17270"/>
                      </a:cubicBezTo>
                      <a:cubicBezTo>
                        <a:pt x="6052" y="17379"/>
                        <a:pt x="6172" y="17580"/>
                        <a:pt x="6172" y="17717"/>
                      </a:cubicBezTo>
                      <a:cubicBezTo>
                        <a:pt x="6172" y="17845"/>
                        <a:pt x="6363" y="17981"/>
                        <a:pt x="6443" y="17881"/>
                      </a:cubicBezTo>
                      <a:cubicBezTo>
                        <a:pt x="6519" y="17781"/>
                        <a:pt x="6599" y="17954"/>
                        <a:pt x="6675" y="18082"/>
                      </a:cubicBezTo>
                      <a:cubicBezTo>
                        <a:pt x="6755" y="18219"/>
                        <a:pt x="6888" y="18182"/>
                        <a:pt x="6870" y="18529"/>
                      </a:cubicBezTo>
                      <a:cubicBezTo>
                        <a:pt x="7044" y="19268"/>
                        <a:pt x="7062" y="18830"/>
                        <a:pt x="7124" y="18629"/>
                      </a:cubicBezTo>
                      <a:cubicBezTo>
                        <a:pt x="7182" y="18419"/>
                        <a:pt x="7217" y="18656"/>
                        <a:pt x="7297" y="18930"/>
                      </a:cubicBezTo>
                      <a:cubicBezTo>
                        <a:pt x="7373" y="19204"/>
                        <a:pt x="7626" y="18830"/>
                        <a:pt x="7724" y="18693"/>
                      </a:cubicBezTo>
                      <a:cubicBezTo>
                        <a:pt x="7822" y="18556"/>
                        <a:pt x="7880" y="18894"/>
                        <a:pt x="7898" y="19030"/>
                      </a:cubicBezTo>
                      <a:cubicBezTo>
                        <a:pt x="7920" y="19167"/>
                        <a:pt x="8151" y="19268"/>
                        <a:pt x="8209" y="19468"/>
                      </a:cubicBezTo>
                      <a:cubicBezTo>
                        <a:pt x="8267" y="19678"/>
                        <a:pt x="8382" y="19678"/>
                        <a:pt x="8618" y="19541"/>
                      </a:cubicBezTo>
                      <a:cubicBezTo>
                        <a:pt x="8849" y="19404"/>
                        <a:pt x="8814" y="19705"/>
                        <a:pt x="9027" y="19742"/>
                      </a:cubicBezTo>
                      <a:cubicBezTo>
                        <a:pt x="9241" y="19778"/>
                        <a:pt x="9201" y="19541"/>
                        <a:pt x="9432" y="19541"/>
                      </a:cubicBezTo>
                      <a:cubicBezTo>
                        <a:pt x="9668" y="19541"/>
                        <a:pt x="9645" y="19541"/>
                        <a:pt x="9801" y="19304"/>
                      </a:cubicBezTo>
                      <a:cubicBezTo>
                        <a:pt x="9957" y="19067"/>
                        <a:pt x="10037" y="19505"/>
                        <a:pt x="10112" y="19842"/>
                      </a:cubicBezTo>
                      <a:cubicBezTo>
                        <a:pt x="10192" y="20180"/>
                        <a:pt x="9921" y="20380"/>
                        <a:pt x="9939" y="20855"/>
                      </a:cubicBezTo>
                      <a:cubicBezTo>
                        <a:pt x="9957" y="21329"/>
                        <a:pt x="10348" y="20554"/>
                        <a:pt x="10406" y="20380"/>
                      </a:cubicBezTo>
                      <a:cubicBezTo>
                        <a:pt x="10464" y="20216"/>
                        <a:pt x="10717" y="19742"/>
                        <a:pt x="10833" y="19468"/>
                      </a:cubicBezTo>
                      <a:cubicBezTo>
                        <a:pt x="10948" y="19204"/>
                        <a:pt x="11260" y="19268"/>
                        <a:pt x="11455" y="19131"/>
                      </a:cubicBezTo>
                      <a:cubicBezTo>
                        <a:pt x="11647" y="18994"/>
                        <a:pt x="11727" y="19368"/>
                        <a:pt x="11785" y="19569"/>
                      </a:cubicBezTo>
                      <a:cubicBezTo>
                        <a:pt x="11842" y="19778"/>
                        <a:pt x="11802" y="19778"/>
                        <a:pt x="11980" y="19778"/>
                      </a:cubicBezTo>
                      <a:cubicBezTo>
                        <a:pt x="12154" y="19778"/>
                        <a:pt x="12287" y="19842"/>
                        <a:pt x="12385" y="20043"/>
                      </a:cubicBezTo>
                      <a:cubicBezTo>
                        <a:pt x="12483" y="20253"/>
                        <a:pt x="12678" y="20216"/>
                        <a:pt x="12736" y="20015"/>
                      </a:cubicBezTo>
                      <a:cubicBezTo>
                        <a:pt x="12794" y="19806"/>
                        <a:pt x="12950" y="20043"/>
                        <a:pt x="13145" y="20280"/>
                      </a:cubicBezTo>
                      <a:cubicBezTo>
                        <a:pt x="13337" y="20517"/>
                        <a:pt x="13181" y="20590"/>
                        <a:pt x="13221" y="20791"/>
                      </a:cubicBezTo>
                      <a:cubicBezTo>
                        <a:pt x="13261" y="20991"/>
                        <a:pt x="13550" y="21064"/>
                        <a:pt x="13612" y="20855"/>
                      </a:cubicBezTo>
                      <a:cubicBezTo>
                        <a:pt x="13670" y="20654"/>
                        <a:pt x="13804" y="20754"/>
                        <a:pt x="13919" y="20891"/>
                      </a:cubicBezTo>
                      <a:cubicBezTo>
                        <a:pt x="14039" y="21028"/>
                        <a:pt x="14288" y="20754"/>
                        <a:pt x="14368" y="20417"/>
                      </a:cubicBezTo>
                      <a:cubicBezTo>
                        <a:pt x="14444" y="20079"/>
                        <a:pt x="14351" y="20043"/>
                        <a:pt x="14564" y="19979"/>
                      </a:cubicBezTo>
                      <a:cubicBezTo>
                        <a:pt x="14777" y="19915"/>
                        <a:pt x="14813" y="19605"/>
                        <a:pt x="14969" y="19231"/>
                      </a:cubicBezTo>
                      <a:cubicBezTo>
                        <a:pt x="15124" y="18866"/>
                        <a:pt x="15436" y="18994"/>
                        <a:pt x="15689" y="18894"/>
                      </a:cubicBezTo>
                      <a:cubicBezTo>
                        <a:pt x="15943" y="18793"/>
                        <a:pt x="16098" y="18319"/>
                        <a:pt x="16410" y="17881"/>
                      </a:cubicBezTo>
                      <a:cubicBezTo>
                        <a:pt x="16716" y="17443"/>
                        <a:pt x="16837" y="18018"/>
                        <a:pt x="16912" y="18118"/>
                      </a:cubicBezTo>
                      <a:cubicBezTo>
                        <a:pt x="16992" y="18219"/>
                        <a:pt x="17241" y="18255"/>
                        <a:pt x="17361" y="18492"/>
                      </a:cubicBezTo>
                      <a:cubicBezTo>
                        <a:pt x="17477" y="18729"/>
                        <a:pt x="17517" y="18292"/>
                        <a:pt x="17633" y="18054"/>
                      </a:cubicBezTo>
                      <a:cubicBezTo>
                        <a:pt x="17748" y="17817"/>
                        <a:pt x="17846" y="17744"/>
                        <a:pt x="18002" y="17607"/>
                      </a:cubicBezTo>
                      <a:cubicBezTo>
                        <a:pt x="18157" y="17480"/>
                        <a:pt x="18331" y="17744"/>
                        <a:pt x="18429" y="17981"/>
                      </a:cubicBezTo>
                      <a:cubicBezTo>
                        <a:pt x="18526" y="18219"/>
                        <a:pt x="18331" y="18219"/>
                        <a:pt x="18273" y="18529"/>
                      </a:cubicBezTo>
                      <a:cubicBezTo>
                        <a:pt x="18215" y="18830"/>
                        <a:pt x="18429" y="18757"/>
                        <a:pt x="18486" y="18556"/>
                      </a:cubicBezTo>
                      <a:cubicBezTo>
                        <a:pt x="18544" y="18355"/>
                        <a:pt x="18642" y="18556"/>
                        <a:pt x="18682" y="18830"/>
                      </a:cubicBezTo>
                      <a:cubicBezTo>
                        <a:pt x="18718" y="19103"/>
                        <a:pt x="18758" y="19131"/>
                        <a:pt x="18660" y="19340"/>
                      </a:cubicBezTo>
                      <a:cubicBezTo>
                        <a:pt x="18562" y="19541"/>
                        <a:pt x="18486" y="19505"/>
                        <a:pt x="18446" y="19842"/>
                      </a:cubicBezTo>
                      <a:cubicBezTo>
                        <a:pt x="18406" y="20180"/>
                        <a:pt x="18758" y="19842"/>
                        <a:pt x="18838" y="19979"/>
                      </a:cubicBezTo>
                      <a:cubicBezTo>
                        <a:pt x="18913" y="20116"/>
                        <a:pt x="19011" y="20280"/>
                        <a:pt x="19167" y="20253"/>
                      </a:cubicBezTo>
                      <a:cubicBezTo>
                        <a:pt x="19323" y="20216"/>
                        <a:pt x="19282" y="20180"/>
                        <a:pt x="19456" y="20417"/>
                      </a:cubicBezTo>
                      <a:cubicBezTo>
                        <a:pt x="19634" y="20654"/>
                        <a:pt x="19634" y="20216"/>
                        <a:pt x="19732" y="19979"/>
                      </a:cubicBezTo>
                      <a:cubicBezTo>
                        <a:pt x="19825" y="19742"/>
                        <a:pt x="19945" y="19879"/>
                        <a:pt x="20003" y="20116"/>
                      </a:cubicBezTo>
                      <a:cubicBezTo>
                        <a:pt x="20061" y="20353"/>
                        <a:pt x="20101" y="20253"/>
                        <a:pt x="20252" y="20453"/>
                      </a:cubicBezTo>
                      <a:cubicBezTo>
                        <a:pt x="20345" y="20572"/>
                        <a:pt x="20368" y="20672"/>
                        <a:pt x="20385" y="20846"/>
                      </a:cubicBezTo>
                      <a:cubicBezTo>
                        <a:pt x="20408" y="20791"/>
                        <a:pt x="20434" y="20727"/>
                        <a:pt x="20470" y="20654"/>
                      </a:cubicBezTo>
                      <a:cubicBezTo>
                        <a:pt x="20661" y="20216"/>
                        <a:pt x="20586" y="20618"/>
                        <a:pt x="20741" y="20754"/>
                      </a:cubicBezTo>
                      <a:cubicBezTo>
                        <a:pt x="20897" y="20891"/>
                        <a:pt x="20932" y="20718"/>
                        <a:pt x="20955" y="20417"/>
                      </a:cubicBezTo>
                      <a:cubicBezTo>
                        <a:pt x="20972" y="20116"/>
                        <a:pt x="20915" y="19641"/>
                        <a:pt x="20915" y="19268"/>
                      </a:cubicBezTo>
                      <a:cubicBezTo>
                        <a:pt x="20915" y="18894"/>
                        <a:pt x="20972" y="19103"/>
                        <a:pt x="21168" y="18994"/>
                      </a:cubicBezTo>
                      <a:cubicBezTo>
                        <a:pt x="21359" y="18894"/>
                        <a:pt x="21168" y="18994"/>
                        <a:pt x="21168" y="18629"/>
                      </a:cubicBezTo>
                      <a:cubicBezTo>
                        <a:pt x="21168" y="18255"/>
                        <a:pt x="21284" y="18456"/>
                        <a:pt x="21422" y="18292"/>
                      </a:cubicBezTo>
                      <a:cubicBezTo>
                        <a:pt x="21555" y="18118"/>
                        <a:pt x="21422" y="17981"/>
                        <a:pt x="21382" y="17680"/>
                      </a:cubicBezTo>
                      <a:cubicBezTo>
                        <a:pt x="21342" y="17379"/>
                        <a:pt x="21422" y="16668"/>
                        <a:pt x="21399" y="16330"/>
                      </a:cubicBezTo>
                      <a:cubicBezTo>
                        <a:pt x="21382" y="15993"/>
                        <a:pt x="21399" y="15883"/>
                        <a:pt x="21382" y="15519"/>
                      </a:cubicBezTo>
                      <a:cubicBezTo>
                        <a:pt x="21359" y="15145"/>
                        <a:pt x="21284" y="14871"/>
                        <a:pt x="21266" y="14606"/>
                      </a:cubicBezTo>
                      <a:cubicBezTo>
                        <a:pt x="21244" y="14333"/>
                        <a:pt x="21088" y="14269"/>
                        <a:pt x="20990" y="13995"/>
                      </a:cubicBezTo>
                      <a:cubicBezTo>
                        <a:pt x="20897" y="13722"/>
                        <a:pt x="21052" y="13795"/>
                        <a:pt x="21266" y="13694"/>
                      </a:cubicBezTo>
                      <a:cubicBezTo>
                        <a:pt x="21479" y="13585"/>
                        <a:pt x="21186" y="13183"/>
                        <a:pt x="21052" y="12946"/>
                      </a:cubicBezTo>
                      <a:cubicBezTo>
                        <a:pt x="20915" y="12709"/>
                        <a:pt x="20897" y="12572"/>
                        <a:pt x="20875" y="12198"/>
                      </a:cubicBezTo>
                      <a:cubicBezTo>
                        <a:pt x="20857" y="11833"/>
                        <a:pt x="20661" y="11697"/>
                        <a:pt x="20621" y="11259"/>
                      </a:cubicBezTo>
                      <a:cubicBezTo>
                        <a:pt x="20586" y="10812"/>
                        <a:pt x="20448" y="10949"/>
                        <a:pt x="20332" y="10921"/>
                      </a:cubicBezTo>
                      <a:cubicBezTo>
                        <a:pt x="20216" y="10885"/>
                        <a:pt x="20039" y="10611"/>
                        <a:pt x="19883" y="10547"/>
                      </a:cubicBezTo>
                      <a:cubicBezTo>
                        <a:pt x="19763" y="10493"/>
                        <a:pt x="19798" y="10383"/>
                        <a:pt x="19870" y="10283"/>
                      </a:cubicBezTo>
                      <a:cubicBezTo>
                        <a:pt x="19789" y="10219"/>
                        <a:pt x="19701" y="10164"/>
                        <a:pt x="19603" y="1020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68" name="Shape">
                  <a:extLst>
                    <a:ext uri="{FF2B5EF4-FFF2-40B4-BE49-F238E27FC236}">
                      <a16:creationId xmlns:a16="http://schemas.microsoft.com/office/drawing/2014/main" id="{112F67CD-4958-4F06-9804-42395EAC4F2F}"/>
                    </a:ext>
                  </a:extLst>
                </p:cNvPr>
                <p:cNvSpPr/>
                <p:nvPr/>
              </p:nvSpPr>
              <p:spPr>
                <a:xfrm>
                  <a:off x="2295475" y="2697192"/>
                  <a:ext cx="2211022" cy="134622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47" h="21152" extrusionOk="0">
                      <a:moveTo>
                        <a:pt x="21139" y="8627"/>
                      </a:moveTo>
                      <a:cubicBezTo>
                        <a:pt x="20926" y="8349"/>
                        <a:pt x="20926" y="8263"/>
                        <a:pt x="20926" y="8071"/>
                      </a:cubicBezTo>
                      <a:cubicBezTo>
                        <a:pt x="20926" y="7867"/>
                        <a:pt x="20988" y="7589"/>
                        <a:pt x="20775" y="7396"/>
                      </a:cubicBezTo>
                      <a:cubicBezTo>
                        <a:pt x="20294" y="7118"/>
                        <a:pt x="20390" y="7075"/>
                        <a:pt x="20507" y="6840"/>
                      </a:cubicBezTo>
                      <a:cubicBezTo>
                        <a:pt x="20630" y="6593"/>
                        <a:pt x="20417" y="6283"/>
                        <a:pt x="20355" y="5962"/>
                      </a:cubicBezTo>
                      <a:cubicBezTo>
                        <a:pt x="20294" y="5651"/>
                        <a:pt x="19874" y="5491"/>
                        <a:pt x="19695" y="4934"/>
                      </a:cubicBezTo>
                      <a:cubicBezTo>
                        <a:pt x="19517" y="4378"/>
                        <a:pt x="19152" y="5052"/>
                        <a:pt x="18919" y="5127"/>
                      </a:cubicBezTo>
                      <a:cubicBezTo>
                        <a:pt x="18678" y="5213"/>
                        <a:pt x="18348" y="4378"/>
                        <a:pt x="18162" y="4057"/>
                      </a:cubicBezTo>
                      <a:cubicBezTo>
                        <a:pt x="17984" y="3746"/>
                        <a:pt x="17441" y="3543"/>
                        <a:pt x="17111" y="3350"/>
                      </a:cubicBezTo>
                      <a:cubicBezTo>
                        <a:pt x="16781" y="3147"/>
                        <a:pt x="16870" y="2430"/>
                        <a:pt x="16843" y="2002"/>
                      </a:cubicBezTo>
                      <a:cubicBezTo>
                        <a:pt x="16815" y="1563"/>
                        <a:pt x="16451" y="2034"/>
                        <a:pt x="16155" y="2237"/>
                      </a:cubicBezTo>
                      <a:cubicBezTo>
                        <a:pt x="15853" y="2430"/>
                        <a:pt x="15763" y="2269"/>
                        <a:pt x="15729" y="1959"/>
                      </a:cubicBezTo>
                      <a:cubicBezTo>
                        <a:pt x="15701" y="1638"/>
                        <a:pt x="15220" y="1638"/>
                        <a:pt x="14650" y="1167"/>
                      </a:cubicBezTo>
                      <a:cubicBezTo>
                        <a:pt x="14079" y="685"/>
                        <a:pt x="14024" y="1124"/>
                        <a:pt x="13838" y="1445"/>
                      </a:cubicBezTo>
                      <a:cubicBezTo>
                        <a:pt x="13660" y="1755"/>
                        <a:pt x="13061" y="1359"/>
                        <a:pt x="12608" y="1242"/>
                      </a:cubicBezTo>
                      <a:cubicBezTo>
                        <a:pt x="12161" y="1124"/>
                        <a:pt x="12099" y="1520"/>
                        <a:pt x="11618" y="1798"/>
                      </a:cubicBezTo>
                      <a:cubicBezTo>
                        <a:pt x="11137" y="2076"/>
                        <a:pt x="11198" y="2119"/>
                        <a:pt x="10896" y="2034"/>
                      </a:cubicBezTo>
                      <a:cubicBezTo>
                        <a:pt x="10600" y="1959"/>
                        <a:pt x="10360" y="1595"/>
                        <a:pt x="10119" y="1081"/>
                      </a:cubicBezTo>
                      <a:cubicBezTo>
                        <a:pt x="9879" y="567"/>
                        <a:pt x="9693" y="846"/>
                        <a:pt x="9335" y="803"/>
                      </a:cubicBezTo>
                      <a:cubicBezTo>
                        <a:pt x="8978" y="771"/>
                        <a:pt x="8614" y="332"/>
                        <a:pt x="8222" y="246"/>
                      </a:cubicBezTo>
                      <a:cubicBezTo>
                        <a:pt x="7837" y="171"/>
                        <a:pt x="7356" y="450"/>
                        <a:pt x="7115" y="128"/>
                      </a:cubicBezTo>
                      <a:cubicBezTo>
                        <a:pt x="6874" y="-182"/>
                        <a:pt x="6874" y="128"/>
                        <a:pt x="6723" y="450"/>
                      </a:cubicBezTo>
                      <a:cubicBezTo>
                        <a:pt x="6572" y="771"/>
                        <a:pt x="6304" y="524"/>
                        <a:pt x="5974" y="492"/>
                      </a:cubicBezTo>
                      <a:cubicBezTo>
                        <a:pt x="5644" y="450"/>
                        <a:pt x="5582" y="685"/>
                        <a:pt x="5163" y="728"/>
                      </a:cubicBezTo>
                      <a:cubicBezTo>
                        <a:pt x="4743" y="771"/>
                        <a:pt x="4743" y="1124"/>
                        <a:pt x="4173" y="1167"/>
                      </a:cubicBezTo>
                      <a:cubicBezTo>
                        <a:pt x="3602" y="1199"/>
                        <a:pt x="3513" y="1327"/>
                        <a:pt x="3031" y="1242"/>
                      </a:cubicBezTo>
                      <a:cubicBezTo>
                        <a:pt x="2550" y="1167"/>
                        <a:pt x="2461" y="1595"/>
                        <a:pt x="2131" y="1916"/>
                      </a:cubicBezTo>
                      <a:cubicBezTo>
                        <a:pt x="1801" y="2237"/>
                        <a:pt x="1980" y="2869"/>
                        <a:pt x="1980" y="3382"/>
                      </a:cubicBezTo>
                      <a:cubicBezTo>
                        <a:pt x="1980" y="3896"/>
                        <a:pt x="2550" y="3778"/>
                        <a:pt x="2612" y="4099"/>
                      </a:cubicBezTo>
                      <a:cubicBezTo>
                        <a:pt x="2667" y="4421"/>
                        <a:pt x="3121" y="4421"/>
                        <a:pt x="3300" y="4774"/>
                      </a:cubicBezTo>
                      <a:cubicBezTo>
                        <a:pt x="3478" y="5127"/>
                        <a:pt x="3238" y="5213"/>
                        <a:pt x="3148" y="5405"/>
                      </a:cubicBezTo>
                      <a:cubicBezTo>
                        <a:pt x="3059" y="5609"/>
                        <a:pt x="3210" y="5769"/>
                        <a:pt x="2908" y="5962"/>
                      </a:cubicBezTo>
                      <a:cubicBezTo>
                        <a:pt x="2612" y="6165"/>
                        <a:pt x="2640" y="6048"/>
                        <a:pt x="2399" y="6444"/>
                      </a:cubicBezTo>
                      <a:cubicBezTo>
                        <a:pt x="2158" y="6840"/>
                        <a:pt x="2337" y="7032"/>
                        <a:pt x="2756" y="7193"/>
                      </a:cubicBezTo>
                      <a:cubicBezTo>
                        <a:pt x="3183" y="7353"/>
                        <a:pt x="2997" y="7546"/>
                        <a:pt x="2729" y="7546"/>
                      </a:cubicBezTo>
                      <a:cubicBezTo>
                        <a:pt x="2461" y="7546"/>
                        <a:pt x="2853" y="7632"/>
                        <a:pt x="2220" y="7867"/>
                      </a:cubicBezTo>
                      <a:cubicBezTo>
                        <a:pt x="1588" y="8103"/>
                        <a:pt x="1526" y="7824"/>
                        <a:pt x="1168" y="7589"/>
                      </a:cubicBezTo>
                      <a:cubicBezTo>
                        <a:pt x="1079" y="7535"/>
                        <a:pt x="1003" y="7503"/>
                        <a:pt x="935" y="7482"/>
                      </a:cubicBezTo>
                      <a:cubicBezTo>
                        <a:pt x="948" y="7621"/>
                        <a:pt x="948" y="7771"/>
                        <a:pt x="900" y="7878"/>
                      </a:cubicBezTo>
                      <a:cubicBezTo>
                        <a:pt x="763" y="8178"/>
                        <a:pt x="357" y="8060"/>
                        <a:pt x="426" y="8295"/>
                      </a:cubicBezTo>
                      <a:cubicBezTo>
                        <a:pt x="495" y="8531"/>
                        <a:pt x="557" y="8445"/>
                        <a:pt x="715" y="8531"/>
                      </a:cubicBezTo>
                      <a:cubicBezTo>
                        <a:pt x="873" y="8627"/>
                        <a:pt x="942" y="8713"/>
                        <a:pt x="942" y="8916"/>
                      </a:cubicBezTo>
                      <a:cubicBezTo>
                        <a:pt x="942" y="9130"/>
                        <a:pt x="900" y="9301"/>
                        <a:pt x="742" y="9516"/>
                      </a:cubicBezTo>
                      <a:cubicBezTo>
                        <a:pt x="584" y="9719"/>
                        <a:pt x="763" y="9719"/>
                        <a:pt x="653" y="10051"/>
                      </a:cubicBezTo>
                      <a:cubicBezTo>
                        <a:pt x="536" y="10383"/>
                        <a:pt x="357" y="10500"/>
                        <a:pt x="447" y="10768"/>
                      </a:cubicBezTo>
                      <a:cubicBezTo>
                        <a:pt x="536" y="11035"/>
                        <a:pt x="557" y="11207"/>
                        <a:pt x="557" y="11389"/>
                      </a:cubicBezTo>
                      <a:cubicBezTo>
                        <a:pt x="557" y="11571"/>
                        <a:pt x="515" y="11688"/>
                        <a:pt x="357" y="11592"/>
                      </a:cubicBezTo>
                      <a:cubicBezTo>
                        <a:pt x="199" y="11506"/>
                        <a:pt x="0" y="11453"/>
                        <a:pt x="0" y="11688"/>
                      </a:cubicBezTo>
                      <a:cubicBezTo>
                        <a:pt x="0" y="11924"/>
                        <a:pt x="89" y="12256"/>
                        <a:pt x="62" y="12523"/>
                      </a:cubicBezTo>
                      <a:cubicBezTo>
                        <a:pt x="41" y="12791"/>
                        <a:pt x="-69" y="12941"/>
                        <a:pt x="151" y="13208"/>
                      </a:cubicBezTo>
                      <a:cubicBezTo>
                        <a:pt x="378" y="13476"/>
                        <a:pt x="584" y="13861"/>
                        <a:pt x="625" y="14161"/>
                      </a:cubicBezTo>
                      <a:cubicBezTo>
                        <a:pt x="673" y="14450"/>
                        <a:pt x="763" y="14835"/>
                        <a:pt x="900" y="15049"/>
                      </a:cubicBezTo>
                      <a:cubicBezTo>
                        <a:pt x="1031" y="15253"/>
                        <a:pt x="1079" y="15285"/>
                        <a:pt x="1100" y="15585"/>
                      </a:cubicBezTo>
                      <a:cubicBezTo>
                        <a:pt x="1120" y="15884"/>
                        <a:pt x="1058" y="16152"/>
                        <a:pt x="1416" y="16237"/>
                      </a:cubicBezTo>
                      <a:cubicBezTo>
                        <a:pt x="1773" y="16323"/>
                        <a:pt x="2206" y="16205"/>
                        <a:pt x="2337" y="16419"/>
                      </a:cubicBezTo>
                      <a:cubicBezTo>
                        <a:pt x="2475" y="16623"/>
                        <a:pt x="2674" y="16623"/>
                        <a:pt x="2901" y="16719"/>
                      </a:cubicBezTo>
                      <a:cubicBezTo>
                        <a:pt x="3128" y="16805"/>
                        <a:pt x="3423" y="16687"/>
                        <a:pt x="3554" y="16922"/>
                      </a:cubicBezTo>
                      <a:cubicBezTo>
                        <a:pt x="3691" y="17158"/>
                        <a:pt x="3870" y="17254"/>
                        <a:pt x="4008" y="17490"/>
                      </a:cubicBezTo>
                      <a:cubicBezTo>
                        <a:pt x="4138" y="17725"/>
                        <a:pt x="4138" y="17993"/>
                        <a:pt x="4434" y="17875"/>
                      </a:cubicBezTo>
                      <a:cubicBezTo>
                        <a:pt x="4729" y="17757"/>
                        <a:pt x="4771" y="17372"/>
                        <a:pt x="5066" y="17725"/>
                      </a:cubicBezTo>
                      <a:cubicBezTo>
                        <a:pt x="5355" y="18078"/>
                        <a:pt x="5334" y="18025"/>
                        <a:pt x="5692" y="18111"/>
                      </a:cubicBezTo>
                      <a:cubicBezTo>
                        <a:pt x="6056" y="18207"/>
                        <a:pt x="6283" y="18293"/>
                        <a:pt x="6551" y="18260"/>
                      </a:cubicBezTo>
                      <a:cubicBezTo>
                        <a:pt x="6819" y="18228"/>
                        <a:pt x="6909" y="18260"/>
                        <a:pt x="7184" y="18357"/>
                      </a:cubicBezTo>
                      <a:cubicBezTo>
                        <a:pt x="7452" y="18442"/>
                        <a:pt x="7837" y="18228"/>
                        <a:pt x="8126" y="18624"/>
                      </a:cubicBezTo>
                      <a:cubicBezTo>
                        <a:pt x="8421" y="19010"/>
                        <a:pt x="8531" y="19245"/>
                        <a:pt x="8689" y="19395"/>
                      </a:cubicBezTo>
                      <a:cubicBezTo>
                        <a:pt x="8847" y="19545"/>
                        <a:pt x="9184" y="19481"/>
                        <a:pt x="9253" y="19962"/>
                      </a:cubicBezTo>
                      <a:cubicBezTo>
                        <a:pt x="9322" y="20433"/>
                        <a:pt x="9205" y="20647"/>
                        <a:pt x="9459" y="20669"/>
                      </a:cubicBezTo>
                      <a:cubicBezTo>
                        <a:pt x="9707" y="20701"/>
                        <a:pt x="9796" y="20733"/>
                        <a:pt x="9954" y="20915"/>
                      </a:cubicBezTo>
                      <a:cubicBezTo>
                        <a:pt x="10112" y="21086"/>
                        <a:pt x="10154" y="21204"/>
                        <a:pt x="10380" y="20968"/>
                      </a:cubicBezTo>
                      <a:cubicBezTo>
                        <a:pt x="10607" y="20733"/>
                        <a:pt x="10607" y="20765"/>
                        <a:pt x="10765" y="20915"/>
                      </a:cubicBezTo>
                      <a:cubicBezTo>
                        <a:pt x="10917" y="21054"/>
                        <a:pt x="11054" y="21418"/>
                        <a:pt x="11322" y="20819"/>
                      </a:cubicBezTo>
                      <a:cubicBezTo>
                        <a:pt x="11597" y="20230"/>
                        <a:pt x="11570" y="20230"/>
                        <a:pt x="11755" y="20048"/>
                      </a:cubicBezTo>
                      <a:cubicBezTo>
                        <a:pt x="11934" y="19866"/>
                        <a:pt x="11934" y="19663"/>
                        <a:pt x="12023" y="19331"/>
                      </a:cubicBezTo>
                      <a:cubicBezTo>
                        <a:pt x="12113" y="19010"/>
                        <a:pt x="12182" y="18828"/>
                        <a:pt x="12092" y="18710"/>
                      </a:cubicBezTo>
                      <a:cubicBezTo>
                        <a:pt x="12003" y="18592"/>
                        <a:pt x="11886" y="18228"/>
                        <a:pt x="12113" y="18175"/>
                      </a:cubicBezTo>
                      <a:cubicBezTo>
                        <a:pt x="12264" y="18132"/>
                        <a:pt x="12402" y="18196"/>
                        <a:pt x="12525" y="18271"/>
                      </a:cubicBezTo>
                      <a:cubicBezTo>
                        <a:pt x="12560" y="18239"/>
                        <a:pt x="12601" y="18207"/>
                        <a:pt x="12642" y="18185"/>
                      </a:cubicBezTo>
                      <a:cubicBezTo>
                        <a:pt x="12821" y="18068"/>
                        <a:pt x="12580" y="17426"/>
                        <a:pt x="12670" y="17276"/>
                      </a:cubicBezTo>
                      <a:cubicBezTo>
                        <a:pt x="12759" y="17115"/>
                        <a:pt x="12848" y="16997"/>
                        <a:pt x="13116" y="16794"/>
                      </a:cubicBezTo>
                      <a:cubicBezTo>
                        <a:pt x="13391" y="16601"/>
                        <a:pt x="13783" y="16794"/>
                        <a:pt x="13928" y="16794"/>
                      </a:cubicBezTo>
                      <a:cubicBezTo>
                        <a:pt x="14079" y="16794"/>
                        <a:pt x="14381" y="16837"/>
                        <a:pt x="14533" y="16633"/>
                      </a:cubicBezTo>
                      <a:cubicBezTo>
                        <a:pt x="14684" y="16441"/>
                        <a:pt x="14801" y="16633"/>
                        <a:pt x="14980" y="16912"/>
                      </a:cubicBezTo>
                      <a:cubicBezTo>
                        <a:pt x="15158" y="17190"/>
                        <a:pt x="15282" y="16997"/>
                        <a:pt x="15495" y="17276"/>
                      </a:cubicBezTo>
                      <a:cubicBezTo>
                        <a:pt x="15701" y="17543"/>
                        <a:pt x="15853" y="17115"/>
                        <a:pt x="16066" y="16912"/>
                      </a:cubicBezTo>
                      <a:cubicBezTo>
                        <a:pt x="16272" y="16719"/>
                        <a:pt x="16423" y="17029"/>
                        <a:pt x="16513" y="17351"/>
                      </a:cubicBezTo>
                      <a:cubicBezTo>
                        <a:pt x="16602" y="17672"/>
                        <a:pt x="16904" y="18068"/>
                        <a:pt x="17111" y="18421"/>
                      </a:cubicBezTo>
                      <a:cubicBezTo>
                        <a:pt x="17324" y="18774"/>
                        <a:pt x="17626" y="18742"/>
                        <a:pt x="17984" y="18742"/>
                      </a:cubicBezTo>
                      <a:cubicBezTo>
                        <a:pt x="18348" y="18742"/>
                        <a:pt x="18224" y="18185"/>
                        <a:pt x="18224" y="17864"/>
                      </a:cubicBezTo>
                      <a:cubicBezTo>
                        <a:pt x="18224" y="17543"/>
                        <a:pt x="18527" y="17276"/>
                        <a:pt x="18733" y="17029"/>
                      </a:cubicBezTo>
                      <a:cubicBezTo>
                        <a:pt x="18946" y="16794"/>
                        <a:pt x="19036" y="17115"/>
                        <a:pt x="19214" y="17468"/>
                      </a:cubicBezTo>
                      <a:cubicBezTo>
                        <a:pt x="19393" y="17822"/>
                        <a:pt x="19606" y="17543"/>
                        <a:pt x="19785" y="17233"/>
                      </a:cubicBezTo>
                      <a:cubicBezTo>
                        <a:pt x="19964" y="16912"/>
                        <a:pt x="20087" y="17276"/>
                        <a:pt x="20204" y="17543"/>
                      </a:cubicBezTo>
                      <a:cubicBezTo>
                        <a:pt x="20328" y="17822"/>
                        <a:pt x="20534" y="17468"/>
                        <a:pt x="20534" y="17147"/>
                      </a:cubicBezTo>
                      <a:cubicBezTo>
                        <a:pt x="20534" y="16837"/>
                        <a:pt x="20658" y="16676"/>
                        <a:pt x="20630" y="16195"/>
                      </a:cubicBezTo>
                      <a:cubicBezTo>
                        <a:pt x="20596" y="15724"/>
                        <a:pt x="20355" y="15916"/>
                        <a:pt x="20060" y="15884"/>
                      </a:cubicBezTo>
                      <a:cubicBezTo>
                        <a:pt x="19757" y="15841"/>
                        <a:pt x="19544" y="15606"/>
                        <a:pt x="19393" y="15242"/>
                      </a:cubicBezTo>
                      <a:cubicBezTo>
                        <a:pt x="19249" y="14889"/>
                        <a:pt x="18857" y="15049"/>
                        <a:pt x="18465" y="14974"/>
                      </a:cubicBezTo>
                      <a:cubicBezTo>
                        <a:pt x="18073" y="14889"/>
                        <a:pt x="18107" y="14450"/>
                        <a:pt x="18224" y="13979"/>
                      </a:cubicBezTo>
                      <a:cubicBezTo>
                        <a:pt x="18348" y="13497"/>
                        <a:pt x="18437" y="13936"/>
                        <a:pt x="18644" y="14300"/>
                      </a:cubicBezTo>
                      <a:cubicBezTo>
                        <a:pt x="18857" y="14653"/>
                        <a:pt x="19036" y="14493"/>
                        <a:pt x="19304" y="14610"/>
                      </a:cubicBezTo>
                      <a:cubicBezTo>
                        <a:pt x="19579" y="14728"/>
                        <a:pt x="19634" y="14536"/>
                        <a:pt x="19695" y="14172"/>
                      </a:cubicBezTo>
                      <a:cubicBezTo>
                        <a:pt x="19757" y="13818"/>
                        <a:pt x="19785" y="13540"/>
                        <a:pt x="19757" y="13026"/>
                      </a:cubicBezTo>
                      <a:cubicBezTo>
                        <a:pt x="19723" y="12513"/>
                        <a:pt x="20087" y="12748"/>
                        <a:pt x="20266" y="12470"/>
                      </a:cubicBezTo>
                      <a:cubicBezTo>
                        <a:pt x="20445" y="12191"/>
                        <a:pt x="20534" y="11956"/>
                        <a:pt x="20390" y="11753"/>
                      </a:cubicBezTo>
                      <a:cubicBezTo>
                        <a:pt x="20239" y="11560"/>
                        <a:pt x="20390" y="11196"/>
                        <a:pt x="20507" y="11239"/>
                      </a:cubicBezTo>
                      <a:cubicBezTo>
                        <a:pt x="20630" y="11282"/>
                        <a:pt x="20720" y="11164"/>
                        <a:pt x="20775" y="10800"/>
                      </a:cubicBezTo>
                      <a:cubicBezTo>
                        <a:pt x="20837" y="10447"/>
                        <a:pt x="20775" y="10800"/>
                        <a:pt x="20960" y="11003"/>
                      </a:cubicBezTo>
                      <a:cubicBezTo>
                        <a:pt x="21139" y="11196"/>
                        <a:pt x="21167" y="10650"/>
                        <a:pt x="21167" y="10490"/>
                      </a:cubicBezTo>
                      <a:cubicBezTo>
                        <a:pt x="21167" y="10329"/>
                        <a:pt x="21290" y="10168"/>
                        <a:pt x="21407" y="9730"/>
                      </a:cubicBezTo>
                      <a:cubicBezTo>
                        <a:pt x="21531" y="9301"/>
                        <a:pt x="21345" y="8895"/>
                        <a:pt x="21139" y="862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69" name="Shape">
                  <a:extLst>
                    <a:ext uri="{FF2B5EF4-FFF2-40B4-BE49-F238E27FC236}">
                      <a16:creationId xmlns:a16="http://schemas.microsoft.com/office/drawing/2014/main" id="{47959AA4-F91D-496A-A69B-316796F2A3E4}"/>
                    </a:ext>
                  </a:extLst>
                </p:cNvPr>
                <p:cNvSpPr/>
                <p:nvPr/>
              </p:nvSpPr>
              <p:spPr>
                <a:xfrm>
                  <a:off x="6784245" y="0"/>
                  <a:ext cx="2029846" cy="156074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32" h="21526" extrusionOk="0">
                      <a:moveTo>
                        <a:pt x="21079" y="8952"/>
                      </a:moveTo>
                      <a:cubicBezTo>
                        <a:pt x="20833" y="8764"/>
                        <a:pt x="20692" y="8792"/>
                        <a:pt x="20721" y="8454"/>
                      </a:cubicBezTo>
                      <a:cubicBezTo>
                        <a:pt x="20759" y="8116"/>
                        <a:pt x="20885" y="7683"/>
                        <a:pt x="20699" y="7683"/>
                      </a:cubicBezTo>
                      <a:cubicBezTo>
                        <a:pt x="20520" y="7683"/>
                        <a:pt x="20237" y="7843"/>
                        <a:pt x="20044" y="8022"/>
                      </a:cubicBezTo>
                      <a:cubicBezTo>
                        <a:pt x="19843" y="8210"/>
                        <a:pt x="19575" y="8360"/>
                        <a:pt x="19441" y="8585"/>
                      </a:cubicBezTo>
                      <a:cubicBezTo>
                        <a:pt x="19307" y="8801"/>
                        <a:pt x="19270" y="9027"/>
                        <a:pt x="19054" y="9027"/>
                      </a:cubicBezTo>
                      <a:cubicBezTo>
                        <a:pt x="18838" y="9027"/>
                        <a:pt x="18629" y="9121"/>
                        <a:pt x="18532" y="9328"/>
                      </a:cubicBezTo>
                      <a:cubicBezTo>
                        <a:pt x="18428" y="9534"/>
                        <a:pt x="18160" y="9873"/>
                        <a:pt x="18190" y="10070"/>
                      </a:cubicBezTo>
                      <a:cubicBezTo>
                        <a:pt x="18212" y="10267"/>
                        <a:pt x="18235" y="10201"/>
                        <a:pt x="18041" y="10295"/>
                      </a:cubicBezTo>
                      <a:cubicBezTo>
                        <a:pt x="17847" y="10389"/>
                        <a:pt x="17430" y="10540"/>
                        <a:pt x="17237" y="10662"/>
                      </a:cubicBezTo>
                      <a:cubicBezTo>
                        <a:pt x="17043" y="10774"/>
                        <a:pt x="16544" y="10643"/>
                        <a:pt x="16395" y="10878"/>
                      </a:cubicBezTo>
                      <a:cubicBezTo>
                        <a:pt x="16247" y="11122"/>
                        <a:pt x="16068" y="11225"/>
                        <a:pt x="15904" y="10991"/>
                      </a:cubicBezTo>
                      <a:cubicBezTo>
                        <a:pt x="15748" y="10756"/>
                        <a:pt x="15666" y="10493"/>
                        <a:pt x="15465" y="10370"/>
                      </a:cubicBezTo>
                      <a:cubicBezTo>
                        <a:pt x="15271" y="10258"/>
                        <a:pt x="15189" y="10267"/>
                        <a:pt x="15294" y="10098"/>
                      </a:cubicBezTo>
                      <a:cubicBezTo>
                        <a:pt x="15405" y="9929"/>
                        <a:pt x="15465" y="9788"/>
                        <a:pt x="15331" y="9628"/>
                      </a:cubicBezTo>
                      <a:cubicBezTo>
                        <a:pt x="15197" y="9469"/>
                        <a:pt x="14884" y="9365"/>
                        <a:pt x="14884" y="9130"/>
                      </a:cubicBezTo>
                      <a:cubicBezTo>
                        <a:pt x="14884" y="8895"/>
                        <a:pt x="14891" y="8651"/>
                        <a:pt x="14787" y="8557"/>
                      </a:cubicBezTo>
                      <a:cubicBezTo>
                        <a:pt x="14676" y="8463"/>
                        <a:pt x="14467" y="8360"/>
                        <a:pt x="14407" y="8548"/>
                      </a:cubicBezTo>
                      <a:cubicBezTo>
                        <a:pt x="14348" y="8726"/>
                        <a:pt x="14355" y="8726"/>
                        <a:pt x="14087" y="8585"/>
                      </a:cubicBezTo>
                      <a:cubicBezTo>
                        <a:pt x="13819" y="8444"/>
                        <a:pt x="13685" y="8388"/>
                        <a:pt x="13603" y="8294"/>
                      </a:cubicBezTo>
                      <a:cubicBezTo>
                        <a:pt x="13514" y="8210"/>
                        <a:pt x="13343" y="8078"/>
                        <a:pt x="13306" y="7984"/>
                      </a:cubicBezTo>
                      <a:cubicBezTo>
                        <a:pt x="13276" y="7890"/>
                        <a:pt x="13030" y="7580"/>
                        <a:pt x="12859" y="7740"/>
                      </a:cubicBezTo>
                      <a:cubicBezTo>
                        <a:pt x="12688" y="7890"/>
                        <a:pt x="12501" y="8059"/>
                        <a:pt x="12271" y="7946"/>
                      </a:cubicBezTo>
                      <a:cubicBezTo>
                        <a:pt x="12040" y="7824"/>
                        <a:pt x="11734" y="7486"/>
                        <a:pt x="11563" y="7627"/>
                      </a:cubicBezTo>
                      <a:cubicBezTo>
                        <a:pt x="11392" y="7777"/>
                        <a:pt x="10744" y="8153"/>
                        <a:pt x="10543" y="7956"/>
                      </a:cubicBezTo>
                      <a:cubicBezTo>
                        <a:pt x="10335" y="7759"/>
                        <a:pt x="9873" y="7777"/>
                        <a:pt x="9873" y="7392"/>
                      </a:cubicBezTo>
                      <a:cubicBezTo>
                        <a:pt x="9873" y="7016"/>
                        <a:pt x="9992" y="6838"/>
                        <a:pt x="9739" y="6650"/>
                      </a:cubicBezTo>
                      <a:cubicBezTo>
                        <a:pt x="9478" y="6471"/>
                        <a:pt x="9359" y="6312"/>
                        <a:pt x="9344" y="6105"/>
                      </a:cubicBezTo>
                      <a:cubicBezTo>
                        <a:pt x="9330" y="5898"/>
                        <a:pt x="9233" y="5551"/>
                        <a:pt x="9099" y="5438"/>
                      </a:cubicBezTo>
                      <a:cubicBezTo>
                        <a:pt x="8965" y="5316"/>
                        <a:pt x="8287" y="4714"/>
                        <a:pt x="8324" y="4564"/>
                      </a:cubicBezTo>
                      <a:cubicBezTo>
                        <a:pt x="8354" y="4404"/>
                        <a:pt x="8488" y="4292"/>
                        <a:pt x="8309" y="4123"/>
                      </a:cubicBezTo>
                      <a:cubicBezTo>
                        <a:pt x="8123" y="3944"/>
                        <a:pt x="7870" y="3869"/>
                        <a:pt x="7870" y="3700"/>
                      </a:cubicBezTo>
                      <a:cubicBezTo>
                        <a:pt x="7870" y="3531"/>
                        <a:pt x="7945" y="3390"/>
                        <a:pt x="7721" y="3258"/>
                      </a:cubicBezTo>
                      <a:cubicBezTo>
                        <a:pt x="7505" y="3127"/>
                        <a:pt x="7394" y="3033"/>
                        <a:pt x="7394" y="2751"/>
                      </a:cubicBezTo>
                      <a:cubicBezTo>
                        <a:pt x="7394" y="2460"/>
                        <a:pt x="7207" y="2356"/>
                        <a:pt x="7111" y="2253"/>
                      </a:cubicBezTo>
                      <a:cubicBezTo>
                        <a:pt x="7014" y="2150"/>
                        <a:pt x="7066" y="1868"/>
                        <a:pt x="6835" y="1717"/>
                      </a:cubicBezTo>
                      <a:cubicBezTo>
                        <a:pt x="6604" y="1558"/>
                        <a:pt x="6403" y="1652"/>
                        <a:pt x="6403" y="1445"/>
                      </a:cubicBezTo>
                      <a:cubicBezTo>
                        <a:pt x="6403" y="1229"/>
                        <a:pt x="6433" y="1088"/>
                        <a:pt x="6210" y="994"/>
                      </a:cubicBezTo>
                      <a:cubicBezTo>
                        <a:pt x="5994" y="909"/>
                        <a:pt x="5882" y="862"/>
                        <a:pt x="5793" y="721"/>
                      </a:cubicBezTo>
                      <a:cubicBezTo>
                        <a:pt x="5711" y="580"/>
                        <a:pt x="5488" y="477"/>
                        <a:pt x="5383" y="411"/>
                      </a:cubicBezTo>
                      <a:cubicBezTo>
                        <a:pt x="5272" y="346"/>
                        <a:pt x="5123" y="252"/>
                        <a:pt x="5026" y="317"/>
                      </a:cubicBezTo>
                      <a:cubicBezTo>
                        <a:pt x="4929" y="383"/>
                        <a:pt x="4713" y="627"/>
                        <a:pt x="4505" y="656"/>
                      </a:cubicBezTo>
                      <a:cubicBezTo>
                        <a:pt x="4296" y="684"/>
                        <a:pt x="3969" y="477"/>
                        <a:pt x="3745" y="346"/>
                      </a:cubicBezTo>
                      <a:cubicBezTo>
                        <a:pt x="3529" y="214"/>
                        <a:pt x="3060" y="-49"/>
                        <a:pt x="2904" y="7"/>
                      </a:cubicBezTo>
                      <a:cubicBezTo>
                        <a:pt x="2748" y="54"/>
                        <a:pt x="2293" y="111"/>
                        <a:pt x="2189" y="252"/>
                      </a:cubicBezTo>
                      <a:cubicBezTo>
                        <a:pt x="2077" y="393"/>
                        <a:pt x="1854" y="580"/>
                        <a:pt x="1564" y="590"/>
                      </a:cubicBezTo>
                      <a:cubicBezTo>
                        <a:pt x="1273" y="609"/>
                        <a:pt x="953" y="590"/>
                        <a:pt x="760" y="778"/>
                      </a:cubicBezTo>
                      <a:cubicBezTo>
                        <a:pt x="566" y="956"/>
                        <a:pt x="454" y="1078"/>
                        <a:pt x="209" y="1182"/>
                      </a:cubicBezTo>
                      <a:cubicBezTo>
                        <a:pt x="149" y="1210"/>
                        <a:pt x="75" y="1229"/>
                        <a:pt x="0" y="1238"/>
                      </a:cubicBezTo>
                      <a:cubicBezTo>
                        <a:pt x="67" y="1360"/>
                        <a:pt x="142" y="1473"/>
                        <a:pt x="223" y="1548"/>
                      </a:cubicBezTo>
                      <a:cubicBezTo>
                        <a:pt x="514" y="1811"/>
                        <a:pt x="707" y="1915"/>
                        <a:pt x="469" y="2281"/>
                      </a:cubicBezTo>
                      <a:cubicBezTo>
                        <a:pt x="223" y="2638"/>
                        <a:pt x="-268" y="3164"/>
                        <a:pt x="223" y="3268"/>
                      </a:cubicBezTo>
                      <a:cubicBezTo>
                        <a:pt x="707" y="3371"/>
                        <a:pt x="760" y="3268"/>
                        <a:pt x="953" y="3587"/>
                      </a:cubicBezTo>
                      <a:cubicBezTo>
                        <a:pt x="1147" y="3897"/>
                        <a:pt x="1296" y="3737"/>
                        <a:pt x="1296" y="3427"/>
                      </a:cubicBezTo>
                      <a:cubicBezTo>
                        <a:pt x="1296" y="3108"/>
                        <a:pt x="1489" y="2854"/>
                        <a:pt x="1638" y="3108"/>
                      </a:cubicBezTo>
                      <a:cubicBezTo>
                        <a:pt x="1780" y="3371"/>
                        <a:pt x="1832" y="3474"/>
                        <a:pt x="2025" y="3474"/>
                      </a:cubicBezTo>
                      <a:cubicBezTo>
                        <a:pt x="2219" y="3474"/>
                        <a:pt x="2323" y="3268"/>
                        <a:pt x="2323" y="3737"/>
                      </a:cubicBezTo>
                      <a:cubicBezTo>
                        <a:pt x="2323" y="4207"/>
                        <a:pt x="2420" y="4574"/>
                        <a:pt x="2465" y="4893"/>
                      </a:cubicBezTo>
                      <a:cubicBezTo>
                        <a:pt x="2517" y="5203"/>
                        <a:pt x="2710" y="5569"/>
                        <a:pt x="3097" y="5616"/>
                      </a:cubicBezTo>
                      <a:cubicBezTo>
                        <a:pt x="3492" y="5673"/>
                        <a:pt x="3976" y="5466"/>
                        <a:pt x="4371" y="5363"/>
                      </a:cubicBezTo>
                      <a:cubicBezTo>
                        <a:pt x="4758" y="5250"/>
                        <a:pt x="4951" y="5410"/>
                        <a:pt x="5249" y="5043"/>
                      </a:cubicBezTo>
                      <a:cubicBezTo>
                        <a:pt x="5540" y="4677"/>
                        <a:pt x="5488" y="4160"/>
                        <a:pt x="5979" y="4207"/>
                      </a:cubicBezTo>
                      <a:cubicBezTo>
                        <a:pt x="6470" y="4263"/>
                        <a:pt x="6269" y="4404"/>
                        <a:pt x="6582" y="4696"/>
                      </a:cubicBezTo>
                      <a:cubicBezTo>
                        <a:pt x="6887" y="4996"/>
                        <a:pt x="7230" y="5081"/>
                        <a:pt x="7245" y="5344"/>
                      </a:cubicBezTo>
                      <a:cubicBezTo>
                        <a:pt x="7267" y="5607"/>
                        <a:pt x="6902" y="5776"/>
                        <a:pt x="7036" y="6039"/>
                      </a:cubicBezTo>
                      <a:cubicBezTo>
                        <a:pt x="7163" y="6302"/>
                        <a:pt x="7051" y="6575"/>
                        <a:pt x="6954" y="6753"/>
                      </a:cubicBezTo>
                      <a:cubicBezTo>
                        <a:pt x="6858" y="6922"/>
                        <a:pt x="6679" y="7364"/>
                        <a:pt x="6709" y="7759"/>
                      </a:cubicBezTo>
                      <a:cubicBezTo>
                        <a:pt x="6746" y="8163"/>
                        <a:pt x="6664" y="8595"/>
                        <a:pt x="6843" y="8858"/>
                      </a:cubicBezTo>
                      <a:cubicBezTo>
                        <a:pt x="7021" y="9121"/>
                        <a:pt x="7103" y="9816"/>
                        <a:pt x="6887" y="9995"/>
                      </a:cubicBezTo>
                      <a:cubicBezTo>
                        <a:pt x="6679" y="10164"/>
                        <a:pt x="6515" y="10230"/>
                        <a:pt x="6515" y="10464"/>
                      </a:cubicBezTo>
                      <a:cubicBezTo>
                        <a:pt x="6515" y="10690"/>
                        <a:pt x="6366" y="10981"/>
                        <a:pt x="6403" y="11263"/>
                      </a:cubicBezTo>
                      <a:cubicBezTo>
                        <a:pt x="6433" y="11536"/>
                        <a:pt x="6403" y="11874"/>
                        <a:pt x="6515" y="12062"/>
                      </a:cubicBezTo>
                      <a:cubicBezTo>
                        <a:pt x="6627" y="12250"/>
                        <a:pt x="6679" y="12794"/>
                        <a:pt x="6515" y="12691"/>
                      </a:cubicBezTo>
                      <a:cubicBezTo>
                        <a:pt x="6351" y="12588"/>
                        <a:pt x="6187" y="12494"/>
                        <a:pt x="6143" y="12250"/>
                      </a:cubicBezTo>
                      <a:cubicBezTo>
                        <a:pt x="6091" y="12005"/>
                        <a:pt x="6143" y="11592"/>
                        <a:pt x="5949" y="11874"/>
                      </a:cubicBezTo>
                      <a:cubicBezTo>
                        <a:pt x="5748" y="12146"/>
                        <a:pt x="5733" y="12409"/>
                        <a:pt x="5473" y="12776"/>
                      </a:cubicBezTo>
                      <a:cubicBezTo>
                        <a:pt x="5212" y="13142"/>
                        <a:pt x="4840" y="13593"/>
                        <a:pt x="4691" y="13894"/>
                      </a:cubicBezTo>
                      <a:cubicBezTo>
                        <a:pt x="4549" y="14185"/>
                        <a:pt x="4415" y="14467"/>
                        <a:pt x="4237" y="14636"/>
                      </a:cubicBezTo>
                      <a:cubicBezTo>
                        <a:pt x="4058" y="14815"/>
                        <a:pt x="3916" y="15209"/>
                        <a:pt x="4043" y="15406"/>
                      </a:cubicBezTo>
                      <a:cubicBezTo>
                        <a:pt x="4177" y="15594"/>
                        <a:pt x="4497" y="15773"/>
                        <a:pt x="4631" y="15914"/>
                      </a:cubicBezTo>
                      <a:cubicBezTo>
                        <a:pt x="4758" y="16045"/>
                        <a:pt x="4743" y="16120"/>
                        <a:pt x="5100" y="16205"/>
                      </a:cubicBezTo>
                      <a:cubicBezTo>
                        <a:pt x="5458" y="16290"/>
                        <a:pt x="5510" y="16393"/>
                        <a:pt x="5733" y="16224"/>
                      </a:cubicBezTo>
                      <a:cubicBezTo>
                        <a:pt x="5964" y="16045"/>
                        <a:pt x="6009" y="16036"/>
                        <a:pt x="6009" y="16186"/>
                      </a:cubicBezTo>
                      <a:cubicBezTo>
                        <a:pt x="6009" y="16346"/>
                        <a:pt x="5949" y="16553"/>
                        <a:pt x="5785" y="16628"/>
                      </a:cubicBezTo>
                      <a:cubicBezTo>
                        <a:pt x="5622" y="16694"/>
                        <a:pt x="5212" y="16637"/>
                        <a:pt x="5167" y="16853"/>
                      </a:cubicBezTo>
                      <a:cubicBezTo>
                        <a:pt x="5115" y="17060"/>
                        <a:pt x="5033" y="17323"/>
                        <a:pt x="5152" y="17464"/>
                      </a:cubicBezTo>
                      <a:cubicBezTo>
                        <a:pt x="5234" y="17567"/>
                        <a:pt x="5413" y="17596"/>
                        <a:pt x="5435" y="17699"/>
                      </a:cubicBezTo>
                      <a:cubicBezTo>
                        <a:pt x="5510" y="17680"/>
                        <a:pt x="5607" y="17643"/>
                        <a:pt x="5733" y="17605"/>
                      </a:cubicBezTo>
                      <a:cubicBezTo>
                        <a:pt x="6076" y="17502"/>
                        <a:pt x="6053" y="17370"/>
                        <a:pt x="6269" y="17370"/>
                      </a:cubicBezTo>
                      <a:cubicBezTo>
                        <a:pt x="6493" y="17370"/>
                        <a:pt x="6567" y="17220"/>
                        <a:pt x="6686" y="17473"/>
                      </a:cubicBezTo>
                      <a:cubicBezTo>
                        <a:pt x="6805" y="17736"/>
                        <a:pt x="6709" y="18103"/>
                        <a:pt x="6954" y="18263"/>
                      </a:cubicBezTo>
                      <a:cubicBezTo>
                        <a:pt x="7200" y="18413"/>
                        <a:pt x="7178" y="18544"/>
                        <a:pt x="7468" y="18808"/>
                      </a:cubicBezTo>
                      <a:cubicBezTo>
                        <a:pt x="7758" y="19071"/>
                        <a:pt x="7811" y="19127"/>
                        <a:pt x="8027" y="18995"/>
                      </a:cubicBezTo>
                      <a:cubicBezTo>
                        <a:pt x="8250" y="18864"/>
                        <a:pt x="8250" y="18629"/>
                        <a:pt x="8488" y="18732"/>
                      </a:cubicBezTo>
                      <a:cubicBezTo>
                        <a:pt x="8734" y="18836"/>
                        <a:pt x="8756" y="18939"/>
                        <a:pt x="8980" y="18779"/>
                      </a:cubicBezTo>
                      <a:cubicBezTo>
                        <a:pt x="9195" y="18629"/>
                        <a:pt x="9441" y="18291"/>
                        <a:pt x="9635" y="18573"/>
                      </a:cubicBezTo>
                      <a:cubicBezTo>
                        <a:pt x="9836" y="18864"/>
                        <a:pt x="9665" y="18939"/>
                        <a:pt x="10029" y="18967"/>
                      </a:cubicBezTo>
                      <a:cubicBezTo>
                        <a:pt x="10394" y="18995"/>
                        <a:pt x="10417" y="19099"/>
                        <a:pt x="10566" y="18911"/>
                      </a:cubicBezTo>
                      <a:cubicBezTo>
                        <a:pt x="10714" y="18732"/>
                        <a:pt x="10714" y="18601"/>
                        <a:pt x="11049" y="18648"/>
                      </a:cubicBezTo>
                      <a:cubicBezTo>
                        <a:pt x="11392" y="18704"/>
                        <a:pt x="11712" y="18864"/>
                        <a:pt x="11831" y="18995"/>
                      </a:cubicBezTo>
                      <a:cubicBezTo>
                        <a:pt x="11958" y="19127"/>
                        <a:pt x="11883" y="19249"/>
                        <a:pt x="11787" y="19465"/>
                      </a:cubicBezTo>
                      <a:cubicBezTo>
                        <a:pt x="11690" y="19672"/>
                        <a:pt x="11787" y="19832"/>
                        <a:pt x="12025" y="19850"/>
                      </a:cubicBezTo>
                      <a:cubicBezTo>
                        <a:pt x="12271" y="19879"/>
                        <a:pt x="12665" y="19465"/>
                        <a:pt x="12732" y="19747"/>
                      </a:cubicBezTo>
                      <a:cubicBezTo>
                        <a:pt x="12807" y="20038"/>
                        <a:pt x="12881" y="20301"/>
                        <a:pt x="13104" y="20508"/>
                      </a:cubicBezTo>
                      <a:cubicBezTo>
                        <a:pt x="13320" y="20715"/>
                        <a:pt x="13514" y="20715"/>
                        <a:pt x="13641" y="20715"/>
                      </a:cubicBezTo>
                      <a:cubicBezTo>
                        <a:pt x="13760" y="20715"/>
                        <a:pt x="13931" y="20611"/>
                        <a:pt x="13812" y="20433"/>
                      </a:cubicBezTo>
                      <a:cubicBezTo>
                        <a:pt x="13685" y="20245"/>
                        <a:pt x="13514" y="20142"/>
                        <a:pt x="13544" y="19850"/>
                      </a:cubicBezTo>
                      <a:cubicBezTo>
                        <a:pt x="13566" y="19569"/>
                        <a:pt x="13685" y="19381"/>
                        <a:pt x="13983" y="19409"/>
                      </a:cubicBezTo>
                      <a:cubicBezTo>
                        <a:pt x="14273" y="19437"/>
                        <a:pt x="14199" y="19512"/>
                        <a:pt x="14199" y="19747"/>
                      </a:cubicBezTo>
                      <a:cubicBezTo>
                        <a:pt x="14199" y="19982"/>
                        <a:pt x="14050" y="20142"/>
                        <a:pt x="14221" y="20301"/>
                      </a:cubicBezTo>
                      <a:cubicBezTo>
                        <a:pt x="14393" y="20452"/>
                        <a:pt x="14445" y="20480"/>
                        <a:pt x="14445" y="20668"/>
                      </a:cubicBezTo>
                      <a:cubicBezTo>
                        <a:pt x="14445" y="20846"/>
                        <a:pt x="14929" y="20818"/>
                        <a:pt x="15025" y="21109"/>
                      </a:cubicBezTo>
                      <a:cubicBezTo>
                        <a:pt x="15130" y="21391"/>
                        <a:pt x="15227" y="21551"/>
                        <a:pt x="15442" y="21523"/>
                      </a:cubicBezTo>
                      <a:cubicBezTo>
                        <a:pt x="15666" y="21495"/>
                        <a:pt x="15807" y="21448"/>
                        <a:pt x="15785" y="21138"/>
                      </a:cubicBezTo>
                      <a:cubicBezTo>
                        <a:pt x="15763" y="20818"/>
                        <a:pt x="15636" y="20687"/>
                        <a:pt x="15882" y="20611"/>
                      </a:cubicBezTo>
                      <a:cubicBezTo>
                        <a:pt x="16127" y="20536"/>
                        <a:pt x="16321" y="20583"/>
                        <a:pt x="16418" y="20320"/>
                      </a:cubicBezTo>
                      <a:cubicBezTo>
                        <a:pt x="16515" y="20067"/>
                        <a:pt x="16664" y="19775"/>
                        <a:pt x="16738" y="20038"/>
                      </a:cubicBezTo>
                      <a:cubicBezTo>
                        <a:pt x="16812" y="20301"/>
                        <a:pt x="16835" y="20405"/>
                        <a:pt x="17080" y="20170"/>
                      </a:cubicBezTo>
                      <a:cubicBezTo>
                        <a:pt x="17319" y="19935"/>
                        <a:pt x="17125" y="19644"/>
                        <a:pt x="17423" y="20170"/>
                      </a:cubicBezTo>
                      <a:cubicBezTo>
                        <a:pt x="17713" y="20687"/>
                        <a:pt x="17564" y="20640"/>
                        <a:pt x="17833" y="20668"/>
                      </a:cubicBezTo>
                      <a:cubicBezTo>
                        <a:pt x="18048" y="20687"/>
                        <a:pt x="18473" y="20752"/>
                        <a:pt x="18994" y="20668"/>
                      </a:cubicBezTo>
                      <a:cubicBezTo>
                        <a:pt x="18920" y="20377"/>
                        <a:pt x="18733" y="20226"/>
                        <a:pt x="18733" y="19944"/>
                      </a:cubicBezTo>
                      <a:cubicBezTo>
                        <a:pt x="18733" y="19634"/>
                        <a:pt x="18637" y="18911"/>
                        <a:pt x="18398" y="18629"/>
                      </a:cubicBezTo>
                      <a:cubicBezTo>
                        <a:pt x="18153" y="18338"/>
                        <a:pt x="18026" y="18056"/>
                        <a:pt x="17885" y="17877"/>
                      </a:cubicBezTo>
                      <a:cubicBezTo>
                        <a:pt x="17736" y="17708"/>
                        <a:pt x="17639" y="17455"/>
                        <a:pt x="17870" y="17370"/>
                      </a:cubicBezTo>
                      <a:cubicBezTo>
                        <a:pt x="18101" y="17295"/>
                        <a:pt x="18421" y="17192"/>
                        <a:pt x="18458" y="16938"/>
                      </a:cubicBezTo>
                      <a:cubicBezTo>
                        <a:pt x="18495" y="16694"/>
                        <a:pt x="18592" y="16064"/>
                        <a:pt x="18786" y="16092"/>
                      </a:cubicBezTo>
                      <a:cubicBezTo>
                        <a:pt x="18979" y="16120"/>
                        <a:pt x="19247" y="16261"/>
                        <a:pt x="19545" y="16252"/>
                      </a:cubicBezTo>
                      <a:cubicBezTo>
                        <a:pt x="19835" y="16233"/>
                        <a:pt x="19969" y="16280"/>
                        <a:pt x="20081" y="16186"/>
                      </a:cubicBezTo>
                      <a:cubicBezTo>
                        <a:pt x="20185" y="16092"/>
                        <a:pt x="20215" y="16130"/>
                        <a:pt x="20282" y="16167"/>
                      </a:cubicBezTo>
                      <a:cubicBezTo>
                        <a:pt x="20357" y="16214"/>
                        <a:pt x="20625" y="16252"/>
                        <a:pt x="20654" y="16130"/>
                      </a:cubicBezTo>
                      <a:cubicBezTo>
                        <a:pt x="20677" y="16017"/>
                        <a:pt x="20662" y="15660"/>
                        <a:pt x="20580" y="15519"/>
                      </a:cubicBezTo>
                      <a:cubicBezTo>
                        <a:pt x="20491" y="15378"/>
                        <a:pt x="20394" y="15143"/>
                        <a:pt x="20543" y="15012"/>
                      </a:cubicBezTo>
                      <a:cubicBezTo>
                        <a:pt x="20692" y="14880"/>
                        <a:pt x="20930" y="14608"/>
                        <a:pt x="20811" y="14439"/>
                      </a:cubicBezTo>
                      <a:cubicBezTo>
                        <a:pt x="20692" y="14260"/>
                        <a:pt x="20617" y="14157"/>
                        <a:pt x="20759" y="14053"/>
                      </a:cubicBezTo>
                      <a:cubicBezTo>
                        <a:pt x="20908" y="13950"/>
                        <a:pt x="21004" y="13875"/>
                        <a:pt x="20960" y="13715"/>
                      </a:cubicBezTo>
                      <a:cubicBezTo>
                        <a:pt x="20908" y="13556"/>
                        <a:pt x="20677" y="13386"/>
                        <a:pt x="20870" y="13245"/>
                      </a:cubicBezTo>
                      <a:cubicBezTo>
                        <a:pt x="21064" y="13105"/>
                        <a:pt x="21153" y="12917"/>
                        <a:pt x="21004" y="12701"/>
                      </a:cubicBezTo>
                      <a:cubicBezTo>
                        <a:pt x="20855" y="12475"/>
                        <a:pt x="20662" y="12409"/>
                        <a:pt x="20848" y="12240"/>
                      </a:cubicBezTo>
                      <a:cubicBezTo>
                        <a:pt x="21027" y="12071"/>
                        <a:pt x="20960" y="11846"/>
                        <a:pt x="20848" y="11667"/>
                      </a:cubicBezTo>
                      <a:cubicBezTo>
                        <a:pt x="20736" y="11479"/>
                        <a:pt x="20774" y="11329"/>
                        <a:pt x="20833" y="11160"/>
                      </a:cubicBezTo>
                      <a:cubicBezTo>
                        <a:pt x="20893" y="10991"/>
                        <a:pt x="21019" y="10878"/>
                        <a:pt x="20885" y="10737"/>
                      </a:cubicBezTo>
                      <a:cubicBezTo>
                        <a:pt x="20751" y="10596"/>
                        <a:pt x="20654" y="10324"/>
                        <a:pt x="20788" y="10173"/>
                      </a:cubicBezTo>
                      <a:cubicBezTo>
                        <a:pt x="20922" y="10032"/>
                        <a:pt x="20982" y="9957"/>
                        <a:pt x="21101" y="9938"/>
                      </a:cubicBezTo>
                      <a:cubicBezTo>
                        <a:pt x="21228" y="9929"/>
                        <a:pt x="21332" y="9685"/>
                        <a:pt x="21332" y="9469"/>
                      </a:cubicBezTo>
                      <a:cubicBezTo>
                        <a:pt x="21332" y="9262"/>
                        <a:pt x="21325" y="9130"/>
                        <a:pt x="21079" y="895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70" name="Shape">
                  <a:extLst>
                    <a:ext uri="{FF2B5EF4-FFF2-40B4-BE49-F238E27FC236}">
                      <a16:creationId xmlns:a16="http://schemas.microsoft.com/office/drawing/2014/main" id="{808EB903-333A-4BEE-8409-F68ABC199B75}"/>
                    </a:ext>
                  </a:extLst>
                </p:cNvPr>
                <p:cNvSpPr/>
                <p:nvPr/>
              </p:nvSpPr>
              <p:spPr>
                <a:xfrm>
                  <a:off x="6884399" y="1724387"/>
                  <a:ext cx="1023684" cy="87619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41" h="21218" extrusionOk="0">
                      <a:moveTo>
                        <a:pt x="20573" y="7343"/>
                      </a:moveTo>
                      <a:cubicBezTo>
                        <a:pt x="20041" y="6881"/>
                        <a:pt x="19258" y="6156"/>
                        <a:pt x="19258" y="5232"/>
                      </a:cubicBezTo>
                      <a:cubicBezTo>
                        <a:pt x="19258" y="4325"/>
                        <a:pt x="19302" y="4358"/>
                        <a:pt x="18770" y="3814"/>
                      </a:cubicBezTo>
                      <a:cubicBezTo>
                        <a:pt x="18238" y="3270"/>
                        <a:pt x="17662" y="3039"/>
                        <a:pt x="17278" y="2264"/>
                      </a:cubicBezTo>
                      <a:cubicBezTo>
                        <a:pt x="16894" y="1473"/>
                        <a:pt x="16643" y="1110"/>
                        <a:pt x="16362" y="1110"/>
                      </a:cubicBezTo>
                      <a:cubicBezTo>
                        <a:pt x="16067" y="1110"/>
                        <a:pt x="15963" y="2677"/>
                        <a:pt x="15343" y="1753"/>
                      </a:cubicBezTo>
                      <a:cubicBezTo>
                        <a:pt x="14707" y="830"/>
                        <a:pt x="15343" y="929"/>
                        <a:pt x="14707" y="830"/>
                      </a:cubicBezTo>
                      <a:cubicBezTo>
                        <a:pt x="14087" y="747"/>
                        <a:pt x="13880" y="599"/>
                        <a:pt x="13555" y="335"/>
                      </a:cubicBezTo>
                      <a:cubicBezTo>
                        <a:pt x="13215" y="55"/>
                        <a:pt x="13156" y="-176"/>
                        <a:pt x="12964" y="187"/>
                      </a:cubicBezTo>
                      <a:cubicBezTo>
                        <a:pt x="12890" y="335"/>
                        <a:pt x="12861" y="484"/>
                        <a:pt x="12831" y="599"/>
                      </a:cubicBezTo>
                      <a:cubicBezTo>
                        <a:pt x="12861" y="632"/>
                        <a:pt x="12890" y="681"/>
                        <a:pt x="12905" y="764"/>
                      </a:cubicBezTo>
                      <a:cubicBezTo>
                        <a:pt x="12964" y="1160"/>
                        <a:pt x="13156" y="1555"/>
                        <a:pt x="12639" y="1918"/>
                      </a:cubicBezTo>
                      <a:cubicBezTo>
                        <a:pt x="12122" y="2281"/>
                        <a:pt x="11812" y="2132"/>
                        <a:pt x="11812" y="2660"/>
                      </a:cubicBezTo>
                      <a:cubicBezTo>
                        <a:pt x="11812" y="3171"/>
                        <a:pt x="11516" y="3484"/>
                        <a:pt x="11191" y="3567"/>
                      </a:cubicBezTo>
                      <a:cubicBezTo>
                        <a:pt x="10866" y="3666"/>
                        <a:pt x="10585" y="3880"/>
                        <a:pt x="10349" y="3715"/>
                      </a:cubicBezTo>
                      <a:cubicBezTo>
                        <a:pt x="10127" y="3567"/>
                        <a:pt x="9714" y="3303"/>
                        <a:pt x="9610" y="3567"/>
                      </a:cubicBezTo>
                      <a:cubicBezTo>
                        <a:pt x="9522" y="3847"/>
                        <a:pt x="9802" y="5282"/>
                        <a:pt x="9197" y="5216"/>
                      </a:cubicBezTo>
                      <a:cubicBezTo>
                        <a:pt x="8576" y="5166"/>
                        <a:pt x="8251" y="4523"/>
                        <a:pt x="7970" y="5034"/>
                      </a:cubicBezTo>
                      <a:cubicBezTo>
                        <a:pt x="7675" y="5562"/>
                        <a:pt x="7320" y="5397"/>
                        <a:pt x="7025" y="5397"/>
                      </a:cubicBezTo>
                      <a:cubicBezTo>
                        <a:pt x="6744" y="5397"/>
                        <a:pt x="6508" y="5282"/>
                        <a:pt x="6449" y="5677"/>
                      </a:cubicBezTo>
                      <a:cubicBezTo>
                        <a:pt x="6389" y="6073"/>
                        <a:pt x="6256" y="6436"/>
                        <a:pt x="5843" y="6650"/>
                      </a:cubicBezTo>
                      <a:cubicBezTo>
                        <a:pt x="5414" y="6865"/>
                        <a:pt x="5252" y="6815"/>
                        <a:pt x="5001" y="7145"/>
                      </a:cubicBezTo>
                      <a:cubicBezTo>
                        <a:pt x="4735" y="7475"/>
                        <a:pt x="4129" y="7969"/>
                        <a:pt x="4026" y="8398"/>
                      </a:cubicBezTo>
                      <a:cubicBezTo>
                        <a:pt x="3937" y="8827"/>
                        <a:pt x="3582" y="10047"/>
                        <a:pt x="3183" y="9437"/>
                      </a:cubicBezTo>
                      <a:cubicBezTo>
                        <a:pt x="2799" y="8827"/>
                        <a:pt x="2829" y="8645"/>
                        <a:pt x="2386" y="8151"/>
                      </a:cubicBezTo>
                      <a:cubicBezTo>
                        <a:pt x="1928" y="7673"/>
                        <a:pt x="1573" y="7854"/>
                        <a:pt x="1322" y="7425"/>
                      </a:cubicBezTo>
                      <a:cubicBezTo>
                        <a:pt x="1056" y="6997"/>
                        <a:pt x="805" y="7293"/>
                        <a:pt x="701" y="7541"/>
                      </a:cubicBezTo>
                      <a:cubicBezTo>
                        <a:pt x="613" y="7788"/>
                        <a:pt x="258" y="8118"/>
                        <a:pt x="642" y="8332"/>
                      </a:cubicBezTo>
                      <a:cubicBezTo>
                        <a:pt x="1026" y="8546"/>
                        <a:pt x="893" y="8711"/>
                        <a:pt x="893" y="8975"/>
                      </a:cubicBezTo>
                      <a:cubicBezTo>
                        <a:pt x="893" y="9255"/>
                        <a:pt x="775" y="9717"/>
                        <a:pt x="1130" y="10261"/>
                      </a:cubicBezTo>
                      <a:cubicBezTo>
                        <a:pt x="1484" y="10805"/>
                        <a:pt x="1647" y="11053"/>
                        <a:pt x="1322" y="11448"/>
                      </a:cubicBezTo>
                      <a:cubicBezTo>
                        <a:pt x="997" y="11844"/>
                        <a:pt x="613" y="12405"/>
                        <a:pt x="539" y="12866"/>
                      </a:cubicBezTo>
                      <a:cubicBezTo>
                        <a:pt x="480" y="13312"/>
                        <a:pt x="-259" y="13312"/>
                        <a:pt x="96" y="13905"/>
                      </a:cubicBezTo>
                      <a:cubicBezTo>
                        <a:pt x="450" y="14482"/>
                        <a:pt x="672" y="14515"/>
                        <a:pt x="1130" y="14565"/>
                      </a:cubicBezTo>
                      <a:cubicBezTo>
                        <a:pt x="1573" y="14631"/>
                        <a:pt x="2548" y="14779"/>
                        <a:pt x="2666" y="15158"/>
                      </a:cubicBezTo>
                      <a:cubicBezTo>
                        <a:pt x="2785" y="15472"/>
                        <a:pt x="3641" y="16461"/>
                        <a:pt x="4099" y="17170"/>
                      </a:cubicBezTo>
                      <a:cubicBezTo>
                        <a:pt x="4617" y="16758"/>
                        <a:pt x="5193" y="16164"/>
                        <a:pt x="5872" y="15125"/>
                      </a:cubicBezTo>
                      <a:cubicBezTo>
                        <a:pt x="6907" y="13526"/>
                        <a:pt x="6316" y="12256"/>
                        <a:pt x="7867" y="12306"/>
                      </a:cubicBezTo>
                      <a:cubicBezTo>
                        <a:pt x="9418" y="12372"/>
                        <a:pt x="9994" y="12372"/>
                        <a:pt x="10319" y="12866"/>
                      </a:cubicBezTo>
                      <a:cubicBezTo>
                        <a:pt x="10644" y="13345"/>
                        <a:pt x="11679" y="13295"/>
                        <a:pt x="11029" y="14202"/>
                      </a:cubicBezTo>
                      <a:cubicBezTo>
                        <a:pt x="10378" y="15125"/>
                        <a:pt x="9994" y="15851"/>
                        <a:pt x="9669" y="16164"/>
                      </a:cubicBezTo>
                      <a:cubicBezTo>
                        <a:pt x="9359" y="16461"/>
                        <a:pt x="8517" y="17384"/>
                        <a:pt x="9093" y="17813"/>
                      </a:cubicBezTo>
                      <a:cubicBezTo>
                        <a:pt x="9669" y="18242"/>
                        <a:pt x="9418" y="18539"/>
                        <a:pt x="10068" y="18604"/>
                      </a:cubicBezTo>
                      <a:cubicBezTo>
                        <a:pt x="10704" y="18670"/>
                        <a:pt x="10644" y="18242"/>
                        <a:pt x="10452" y="18967"/>
                      </a:cubicBezTo>
                      <a:cubicBezTo>
                        <a:pt x="10260" y="19709"/>
                        <a:pt x="10378" y="19825"/>
                        <a:pt x="9551" y="20072"/>
                      </a:cubicBezTo>
                      <a:cubicBezTo>
                        <a:pt x="8709" y="20319"/>
                        <a:pt x="8842" y="20567"/>
                        <a:pt x="8901" y="20995"/>
                      </a:cubicBezTo>
                      <a:cubicBezTo>
                        <a:pt x="8960" y="21424"/>
                        <a:pt x="9610" y="21177"/>
                        <a:pt x="10260" y="20748"/>
                      </a:cubicBezTo>
                      <a:cubicBezTo>
                        <a:pt x="10896" y="20319"/>
                        <a:pt x="11605" y="19709"/>
                        <a:pt x="12004" y="18967"/>
                      </a:cubicBezTo>
                      <a:cubicBezTo>
                        <a:pt x="12388" y="18242"/>
                        <a:pt x="12964" y="17252"/>
                        <a:pt x="13865" y="16774"/>
                      </a:cubicBezTo>
                      <a:cubicBezTo>
                        <a:pt x="14781" y="16280"/>
                        <a:pt x="14648" y="16098"/>
                        <a:pt x="15417" y="15735"/>
                      </a:cubicBezTo>
                      <a:cubicBezTo>
                        <a:pt x="16200" y="15373"/>
                        <a:pt x="16392" y="15241"/>
                        <a:pt x="17027" y="14993"/>
                      </a:cubicBezTo>
                      <a:cubicBezTo>
                        <a:pt x="17500" y="14812"/>
                        <a:pt x="17707" y="14416"/>
                        <a:pt x="18046" y="14400"/>
                      </a:cubicBezTo>
                      <a:cubicBezTo>
                        <a:pt x="18061" y="13872"/>
                        <a:pt x="18135" y="13213"/>
                        <a:pt x="18386" y="13048"/>
                      </a:cubicBezTo>
                      <a:cubicBezTo>
                        <a:pt x="18844" y="12735"/>
                        <a:pt x="19804" y="11086"/>
                        <a:pt x="20588" y="10657"/>
                      </a:cubicBezTo>
                      <a:cubicBezTo>
                        <a:pt x="20794" y="10542"/>
                        <a:pt x="21060" y="10377"/>
                        <a:pt x="21311" y="10212"/>
                      </a:cubicBezTo>
                      <a:cubicBezTo>
                        <a:pt x="21326" y="9585"/>
                        <a:pt x="21341" y="8777"/>
                        <a:pt x="21341" y="8530"/>
                      </a:cubicBezTo>
                      <a:cubicBezTo>
                        <a:pt x="21341" y="8118"/>
                        <a:pt x="21105" y="7804"/>
                        <a:pt x="20573" y="734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71" name="Shape">
                  <a:extLst>
                    <a:ext uri="{FF2B5EF4-FFF2-40B4-BE49-F238E27FC236}">
                      <a16:creationId xmlns:a16="http://schemas.microsoft.com/office/drawing/2014/main" id="{F930691A-9C6D-4623-91E9-EE5D5E39FC2C}"/>
                    </a:ext>
                  </a:extLst>
                </p:cNvPr>
                <p:cNvSpPr/>
                <p:nvPr/>
              </p:nvSpPr>
              <p:spPr>
                <a:xfrm>
                  <a:off x="7112065" y="1256740"/>
                  <a:ext cx="1490828" cy="88868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62" h="21415" extrusionOk="0">
                      <a:moveTo>
                        <a:pt x="21230" y="5986"/>
                      </a:moveTo>
                      <a:cubicBezTo>
                        <a:pt x="21220" y="5937"/>
                        <a:pt x="21210" y="5888"/>
                        <a:pt x="21200" y="5839"/>
                      </a:cubicBezTo>
                      <a:cubicBezTo>
                        <a:pt x="20489" y="5986"/>
                        <a:pt x="19910" y="5872"/>
                        <a:pt x="19615" y="5839"/>
                      </a:cubicBezTo>
                      <a:cubicBezTo>
                        <a:pt x="19250" y="5789"/>
                        <a:pt x="19453" y="5872"/>
                        <a:pt x="19057" y="4969"/>
                      </a:cubicBezTo>
                      <a:cubicBezTo>
                        <a:pt x="18651" y="4050"/>
                        <a:pt x="18915" y="4558"/>
                        <a:pt x="18590" y="4969"/>
                      </a:cubicBezTo>
                      <a:cubicBezTo>
                        <a:pt x="18255" y="5379"/>
                        <a:pt x="18224" y="5199"/>
                        <a:pt x="18123" y="4739"/>
                      </a:cubicBezTo>
                      <a:cubicBezTo>
                        <a:pt x="18021" y="4279"/>
                        <a:pt x="17818" y="4788"/>
                        <a:pt x="17686" y="5231"/>
                      </a:cubicBezTo>
                      <a:cubicBezTo>
                        <a:pt x="17554" y="5691"/>
                        <a:pt x="17290" y="5609"/>
                        <a:pt x="16955" y="5740"/>
                      </a:cubicBezTo>
                      <a:cubicBezTo>
                        <a:pt x="16620" y="5872"/>
                        <a:pt x="16792" y="6101"/>
                        <a:pt x="16823" y="6659"/>
                      </a:cubicBezTo>
                      <a:cubicBezTo>
                        <a:pt x="16853" y="7201"/>
                        <a:pt x="16660" y="7283"/>
                        <a:pt x="16356" y="7332"/>
                      </a:cubicBezTo>
                      <a:cubicBezTo>
                        <a:pt x="16061" y="7382"/>
                        <a:pt x="15929" y="7103"/>
                        <a:pt x="15787" y="6610"/>
                      </a:cubicBezTo>
                      <a:cubicBezTo>
                        <a:pt x="15655" y="6101"/>
                        <a:pt x="14995" y="6151"/>
                        <a:pt x="14995" y="5839"/>
                      </a:cubicBezTo>
                      <a:cubicBezTo>
                        <a:pt x="14995" y="5510"/>
                        <a:pt x="14924" y="5461"/>
                        <a:pt x="14690" y="5199"/>
                      </a:cubicBezTo>
                      <a:cubicBezTo>
                        <a:pt x="14456" y="4920"/>
                        <a:pt x="14660" y="4641"/>
                        <a:pt x="14660" y="4230"/>
                      </a:cubicBezTo>
                      <a:cubicBezTo>
                        <a:pt x="14660" y="3820"/>
                        <a:pt x="14761" y="3689"/>
                        <a:pt x="14365" y="3639"/>
                      </a:cubicBezTo>
                      <a:cubicBezTo>
                        <a:pt x="13959" y="3590"/>
                        <a:pt x="13796" y="3918"/>
                        <a:pt x="13766" y="4411"/>
                      </a:cubicBezTo>
                      <a:cubicBezTo>
                        <a:pt x="13725" y="4920"/>
                        <a:pt x="13959" y="5100"/>
                        <a:pt x="14132" y="5428"/>
                      </a:cubicBezTo>
                      <a:cubicBezTo>
                        <a:pt x="14294" y="5740"/>
                        <a:pt x="14060" y="5921"/>
                        <a:pt x="13898" y="5921"/>
                      </a:cubicBezTo>
                      <a:cubicBezTo>
                        <a:pt x="13725" y="5921"/>
                        <a:pt x="13461" y="5921"/>
                        <a:pt x="13167" y="5560"/>
                      </a:cubicBezTo>
                      <a:cubicBezTo>
                        <a:pt x="12862" y="5199"/>
                        <a:pt x="12761" y="4739"/>
                        <a:pt x="12659" y="4230"/>
                      </a:cubicBezTo>
                      <a:cubicBezTo>
                        <a:pt x="12568" y="3738"/>
                        <a:pt x="12029" y="4460"/>
                        <a:pt x="11694" y="4411"/>
                      </a:cubicBezTo>
                      <a:cubicBezTo>
                        <a:pt x="11369" y="4378"/>
                        <a:pt x="11237" y="4099"/>
                        <a:pt x="11369" y="3738"/>
                      </a:cubicBezTo>
                      <a:cubicBezTo>
                        <a:pt x="11501" y="3360"/>
                        <a:pt x="11603" y="3147"/>
                        <a:pt x="11430" y="2917"/>
                      </a:cubicBezTo>
                      <a:cubicBezTo>
                        <a:pt x="11268" y="2687"/>
                        <a:pt x="10831" y="2408"/>
                        <a:pt x="10364" y="2310"/>
                      </a:cubicBezTo>
                      <a:cubicBezTo>
                        <a:pt x="9907" y="2228"/>
                        <a:pt x="9907" y="2458"/>
                        <a:pt x="9704" y="2769"/>
                      </a:cubicBezTo>
                      <a:cubicBezTo>
                        <a:pt x="9501" y="3098"/>
                        <a:pt x="9470" y="2917"/>
                        <a:pt x="8973" y="2868"/>
                      </a:cubicBezTo>
                      <a:cubicBezTo>
                        <a:pt x="8475" y="2819"/>
                        <a:pt x="8709" y="2687"/>
                        <a:pt x="8434" y="2179"/>
                      </a:cubicBezTo>
                      <a:cubicBezTo>
                        <a:pt x="8170" y="1686"/>
                        <a:pt x="7835" y="2277"/>
                        <a:pt x="7541" y="2540"/>
                      </a:cubicBezTo>
                      <a:cubicBezTo>
                        <a:pt x="7236" y="2819"/>
                        <a:pt x="7206" y="2638"/>
                        <a:pt x="6871" y="2458"/>
                      </a:cubicBezTo>
                      <a:cubicBezTo>
                        <a:pt x="6546" y="2277"/>
                        <a:pt x="6546" y="2687"/>
                        <a:pt x="6241" y="2917"/>
                      </a:cubicBezTo>
                      <a:cubicBezTo>
                        <a:pt x="5946" y="3147"/>
                        <a:pt x="5875" y="3048"/>
                        <a:pt x="5479" y="2589"/>
                      </a:cubicBezTo>
                      <a:cubicBezTo>
                        <a:pt x="5083" y="2129"/>
                        <a:pt x="5114" y="1899"/>
                        <a:pt x="4779" y="1637"/>
                      </a:cubicBezTo>
                      <a:cubicBezTo>
                        <a:pt x="4444" y="1358"/>
                        <a:pt x="4576" y="718"/>
                        <a:pt x="4413" y="258"/>
                      </a:cubicBezTo>
                      <a:cubicBezTo>
                        <a:pt x="4251" y="-185"/>
                        <a:pt x="4149" y="78"/>
                        <a:pt x="3844" y="78"/>
                      </a:cubicBezTo>
                      <a:cubicBezTo>
                        <a:pt x="3550" y="78"/>
                        <a:pt x="3580" y="307"/>
                        <a:pt x="3113" y="488"/>
                      </a:cubicBezTo>
                      <a:cubicBezTo>
                        <a:pt x="2941" y="554"/>
                        <a:pt x="2809" y="619"/>
                        <a:pt x="2707" y="652"/>
                      </a:cubicBezTo>
                      <a:cubicBezTo>
                        <a:pt x="2717" y="718"/>
                        <a:pt x="2707" y="783"/>
                        <a:pt x="2677" y="865"/>
                      </a:cubicBezTo>
                      <a:cubicBezTo>
                        <a:pt x="2514" y="1276"/>
                        <a:pt x="2230" y="1144"/>
                        <a:pt x="2250" y="1686"/>
                      </a:cubicBezTo>
                      <a:cubicBezTo>
                        <a:pt x="2270" y="2244"/>
                        <a:pt x="2453" y="3311"/>
                        <a:pt x="2006" y="2917"/>
                      </a:cubicBezTo>
                      <a:cubicBezTo>
                        <a:pt x="1559" y="2523"/>
                        <a:pt x="1590" y="2096"/>
                        <a:pt x="1387" y="2392"/>
                      </a:cubicBezTo>
                      <a:cubicBezTo>
                        <a:pt x="1184" y="2704"/>
                        <a:pt x="1204" y="2819"/>
                        <a:pt x="940" y="2605"/>
                      </a:cubicBezTo>
                      <a:cubicBezTo>
                        <a:pt x="676" y="2392"/>
                        <a:pt x="503" y="1965"/>
                        <a:pt x="412" y="2211"/>
                      </a:cubicBezTo>
                      <a:cubicBezTo>
                        <a:pt x="321" y="2458"/>
                        <a:pt x="-238" y="3344"/>
                        <a:pt x="117" y="3524"/>
                      </a:cubicBezTo>
                      <a:cubicBezTo>
                        <a:pt x="473" y="3705"/>
                        <a:pt x="767" y="3278"/>
                        <a:pt x="808" y="3738"/>
                      </a:cubicBezTo>
                      <a:cubicBezTo>
                        <a:pt x="849" y="4181"/>
                        <a:pt x="879" y="4181"/>
                        <a:pt x="1123" y="4378"/>
                      </a:cubicBezTo>
                      <a:cubicBezTo>
                        <a:pt x="1367" y="4558"/>
                        <a:pt x="1590" y="4608"/>
                        <a:pt x="1559" y="5002"/>
                      </a:cubicBezTo>
                      <a:cubicBezTo>
                        <a:pt x="1539" y="5412"/>
                        <a:pt x="1143" y="6249"/>
                        <a:pt x="1255" y="6709"/>
                      </a:cubicBezTo>
                      <a:cubicBezTo>
                        <a:pt x="1367" y="7168"/>
                        <a:pt x="1478" y="7316"/>
                        <a:pt x="1590" y="7661"/>
                      </a:cubicBezTo>
                      <a:cubicBezTo>
                        <a:pt x="1691" y="7989"/>
                        <a:pt x="1986" y="8055"/>
                        <a:pt x="2047" y="8596"/>
                      </a:cubicBezTo>
                      <a:cubicBezTo>
                        <a:pt x="2118" y="9154"/>
                        <a:pt x="2159" y="9548"/>
                        <a:pt x="2514" y="9154"/>
                      </a:cubicBezTo>
                      <a:cubicBezTo>
                        <a:pt x="2869" y="8744"/>
                        <a:pt x="3225" y="8629"/>
                        <a:pt x="3337" y="8268"/>
                      </a:cubicBezTo>
                      <a:cubicBezTo>
                        <a:pt x="3448" y="7907"/>
                        <a:pt x="3804" y="7414"/>
                        <a:pt x="3865" y="7907"/>
                      </a:cubicBezTo>
                      <a:cubicBezTo>
                        <a:pt x="3936" y="8383"/>
                        <a:pt x="4464" y="8531"/>
                        <a:pt x="4515" y="9121"/>
                      </a:cubicBezTo>
                      <a:cubicBezTo>
                        <a:pt x="4555" y="9696"/>
                        <a:pt x="4819" y="9778"/>
                        <a:pt x="4961" y="10270"/>
                      </a:cubicBezTo>
                      <a:cubicBezTo>
                        <a:pt x="5093" y="10763"/>
                        <a:pt x="4870" y="11649"/>
                        <a:pt x="5063" y="11797"/>
                      </a:cubicBezTo>
                      <a:cubicBezTo>
                        <a:pt x="5225" y="11912"/>
                        <a:pt x="5449" y="11731"/>
                        <a:pt x="5550" y="11846"/>
                      </a:cubicBezTo>
                      <a:cubicBezTo>
                        <a:pt x="5571" y="11731"/>
                        <a:pt x="5591" y="11583"/>
                        <a:pt x="5642" y="11436"/>
                      </a:cubicBezTo>
                      <a:cubicBezTo>
                        <a:pt x="5774" y="11075"/>
                        <a:pt x="5814" y="11304"/>
                        <a:pt x="6048" y="11583"/>
                      </a:cubicBezTo>
                      <a:cubicBezTo>
                        <a:pt x="6271" y="11846"/>
                        <a:pt x="6414" y="11994"/>
                        <a:pt x="6840" y="12076"/>
                      </a:cubicBezTo>
                      <a:cubicBezTo>
                        <a:pt x="7277" y="12174"/>
                        <a:pt x="6840" y="12076"/>
                        <a:pt x="7277" y="12995"/>
                      </a:cubicBezTo>
                      <a:cubicBezTo>
                        <a:pt x="7703" y="13914"/>
                        <a:pt x="7774" y="12355"/>
                        <a:pt x="7978" y="12355"/>
                      </a:cubicBezTo>
                      <a:cubicBezTo>
                        <a:pt x="8170" y="12355"/>
                        <a:pt x="8343" y="12716"/>
                        <a:pt x="8607" y="13504"/>
                      </a:cubicBezTo>
                      <a:cubicBezTo>
                        <a:pt x="8871" y="14275"/>
                        <a:pt x="9267" y="14505"/>
                        <a:pt x="9633" y="15047"/>
                      </a:cubicBezTo>
                      <a:cubicBezTo>
                        <a:pt x="9998" y="15588"/>
                        <a:pt x="9968" y="15555"/>
                        <a:pt x="9968" y="16458"/>
                      </a:cubicBezTo>
                      <a:cubicBezTo>
                        <a:pt x="9968" y="17377"/>
                        <a:pt x="10506" y="18099"/>
                        <a:pt x="10872" y="18559"/>
                      </a:cubicBezTo>
                      <a:cubicBezTo>
                        <a:pt x="11237" y="19019"/>
                        <a:pt x="11400" y="19331"/>
                        <a:pt x="11400" y="19741"/>
                      </a:cubicBezTo>
                      <a:cubicBezTo>
                        <a:pt x="11400" y="19987"/>
                        <a:pt x="11390" y="20791"/>
                        <a:pt x="11379" y="21415"/>
                      </a:cubicBezTo>
                      <a:cubicBezTo>
                        <a:pt x="11826" y="20972"/>
                        <a:pt x="12293" y="20414"/>
                        <a:pt x="12385" y="19971"/>
                      </a:cubicBezTo>
                      <a:cubicBezTo>
                        <a:pt x="12517" y="19363"/>
                        <a:pt x="12923" y="18510"/>
                        <a:pt x="12964" y="17968"/>
                      </a:cubicBezTo>
                      <a:cubicBezTo>
                        <a:pt x="13004" y="17427"/>
                        <a:pt x="13096" y="16146"/>
                        <a:pt x="13360" y="16146"/>
                      </a:cubicBezTo>
                      <a:cubicBezTo>
                        <a:pt x="13624" y="16146"/>
                        <a:pt x="13898" y="16261"/>
                        <a:pt x="14071" y="16573"/>
                      </a:cubicBezTo>
                      <a:cubicBezTo>
                        <a:pt x="14253" y="16868"/>
                        <a:pt x="14385" y="16934"/>
                        <a:pt x="14690" y="16868"/>
                      </a:cubicBezTo>
                      <a:cubicBezTo>
                        <a:pt x="15005" y="16819"/>
                        <a:pt x="14913" y="16622"/>
                        <a:pt x="15147" y="16868"/>
                      </a:cubicBezTo>
                      <a:cubicBezTo>
                        <a:pt x="15370" y="17131"/>
                        <a:pt x="15442" y="17016"/>
                        <a:pt x="15523" y="16868"/>
                      </a:cubicBezTo>
                      <a:cubicBezTo>
                        <a:pt x="15604" y="16737"/>
                        <a:pt x="15807" y="16393"/>
                        <a:pt x="15959" y="16573"/>
                      </a:cubicBezTo>
                      <a:cubicBezTo>
                        <a:pt x="16112" y="16754"/>
                        <a:pt x="16406" y="16934"/>
                        <a:pt x="16488" y="16507"/>
                      </a:cubicBezTo>
                      <a:cubicBezTo>
                        <a:pt x="16569" y="16081"/>
                        <a:pt x="16741" y="15818"/>
                        <a:pt x="16508" y="15572"/>
                      </a:cubicBezTo>
                      <a:cubicBezTo>
                        <a:pt x="16274" y="15326"/>
                        <a:pt x="15878" y="15178"/>
                        <a:pt x="15878" y="14768"/>
                      </a:cubicBezTo>
                      <a:cubicBezTo>
                        <a:pt x="15878" y="14357"/>
                        <a:pt x="15858" y="13816"/>
                        <a:pt x="16142" y="13832"/>
                      </a:cubicBezTo>
                      <a:cubicBezTo>
                        <a:pt x="16427" y="13865"/>
                        <a:pt x="16589" y="13980"/>
                        <a:pt x="16955" y="13701"/>
                      </a:cubicBezTo>
                      <a:cubicBezTo>
                        <a:pt x="17320" y="13422"/>
                        <a:pt x="17554" y="13635"/>
                        <a:pt x="17767" y="12979"/>
                      </a:cubicBezTo>
                      <a:cubicBezTo>
                        <a:pt x="17990" y="12306"/>
                        <a:pt x="17808" y="11665"/>
                        <a:pt x="18153" y="11534"/>
                      </a:cubicBezTo>
                      <a:cubicBezTo>
                        <a:pt x="18498" y="11403"/>
                        <a:pt x="18955" y="11189"/>
                        <a:pt x="18864" y="10763"/>
                      </a:cubicBezTo>
                      <a:cubicBezTo>
                        <a:pt x="18783" y="10320"/>
                        <a:pt x="18640" y="9729"/>
                        <a:pt x="18671" y="9466"/>
                      </a:cubicBezTo>
                      <a:cubicBezTo>
                        <a:pt x="18701" y="9187"/>
                        <a:pt x="18884" y="8383"/>
                        <a:pt x="19280" y="8777"/>
                      </a:cubicBezTo>
                      <a:cubicBezTo>
                        <a:pt x="19686" y="9154"/>
                        <a:pt x="19433" y="9433"/>
                        <a:pt x="19849" y="9597"/>
                      </a:cubicBezTo>
                      <a:cubicBezTo>
                        <a:pt x="20265" y="9762"/>
                        <a:pt x="20052" y="9203"/>
                        <a:pt x="20418" y="8892"/>
                      </a:cubicBezTo>
                      <a:cubicBezTo>
                        <a:pt x="20783" y="8563"/>
                        <a:pt x="21362" y="8448"/>
                        <a:pt x="21362" y="7841"/>
                      </a:cubicBezTo>
                      <a:cubicBezTo>
                        <a:pt x="21362" y="7217"/>
                        <a:pt x="21311" y="6610"/>
                        <a:pt x="21230" y="598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72" name="Shape">
                  <a:extLst>
                    <a:ext uri="{FF2B5EF4-FFF2-40B4-BE49-F238E27FC236}">
                      <a16:creationId xmlns:a16="http://schemas.microsoft.com/office/drawing/2014/main" id="{927FBA43-BC19-4AC0-B93D-213718BD6367}"/>
                    </a:ext>
                  </a:extLst>
                </p:cNvPr>
                <p:cNvSpPr/>
                <p:nvPr/>
              </p:nvSpPr>
              <p:spPr>
                <a:xfrm>
                  <a:off x="3642829" y="89206"/>
                  <a:ext cx="3863920" cy="298386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04" h="21571" extrusionOk="0">
                      <a:moveTo>
                        <a:pt x="52" y="16119"/>
                      </a:moveTo>
                      <a:cubicBezTo>
                        <a:pt x="-51" y="16267"/>
                        <a:pt x="32" y="16375"/>
                        <a:pt x="32" y="16543"/>
                      </a:cubicBezTo>
                      <a:cubicBezTo>
                        <a:pt x="32" y="16705"/>
                        <a:pt x="190" y="16868"/>
                        <a:pt x="257" y="17050"/>
                      </a:cubicBezTo>
                      <a:cubicBezTo>
                        <a:pt x="328" y="17233"/>
                        <a:pt x="481" y="17346"/>
                        <a:pt x="686" y="17597"/>
                      </a:cubicBezTo>
                      <a:cubicBezTo>
                        <a:pt x="896" y="17854"/>
                        <a:pt x="1101" y="17617"/>
                        <a:pt x="1203" y="17454"/>
                      </a:cubicBezTo>
                      <a:cubicBezTo>
                        <a:pt x="1310" y="17287"/>
                        <a:pt x="1325" y="17252"/>
                        <a:pt x="1428" y="17218"/>
                      </a:cubicBezTo>
                      <a:cubicBezTo>
                        <a:pt x="1530" y="17178"/>
                        <a:pt x="2102" y="17178"/>
                        <a:pt x="2343" y="17287"/>
                      </a:cubicBezTo>
                      <a:cubicBezTo>
                        <a:pt x="2583" y="17400"/>
                        <a:pt x="2548" y="17583"/>
                        <a:pt x="2532" y="17785"/>
                      </a:cubicBezTo>
                      <a:cubicBezTo>
                        <a:pt x="2512" y="17982"/>
                        <a:pt x="2343" y="18021"/>
                        <a:pt x="2205" y="18076"/>
                      </a:cubicBezTo>
                      <a:cubicBezTo>
                        <a:pt x="2067" y="18130"/>
                        <a:pt x="1929" y="18440"/>
                        <a:pt x="1913" y="18534"/>
                      </a:cubicBezTo>
                      <a:cubicBezTo>
                        <a:pt x="1893" y="18623"/>
                        <a:pt x="2240" y="18677"/>
                        <a:pt x="2378" y="18859"/>
                      </a:cubicBezTo>
                      <a:cubicBezTo>
                        <a:pt x="2512" y="19042"/>
                        <a:pt x="2599" y="18968"/>
                        <a:pt x="2789" y="18968"/>
                      </a:cubicBezTo>
                      <a:cubicBezTo>
                        <a:pt x="2978" y="18968"/>
                        <a:pt x="2840" y="19352"/>
                        <a:pt x="2962" y="19535"/>
                      </a:cubicBezTo>
                      <a:cubicBezTo>
                        <a:pt x="3084" y="19717"/>
                        <a:pt x="3222" y="19628"/>
                        <a:pt x="3463" y="19776"/>
                      </a:cubicBezTo>
                      <a:cubicBezTo>
                        <a:pt x="3703" y="19919"/>
                        <a:pt x="3995" y="19791"/>
                        <a:pt x="4271" y="19717"/>
                      </a:cubicBezTo>
                      <a:cubicBezTo>
                        <a:pt x="4547" y="19648"/>
                        <a:pt x="4804" y="19244"/>
                        <a:pt x="4962" y="19081"/>
                      </a:cubicBezTo>
                      <a:cubicBezTo>
                        <a:pt x="5115" y="18914"/>
                        <a:pt x="5443" y="19096"/>
                        <a:pt x="5616" y="19244"/>
                      </a:cubicBezTo>
                      <a:cubicBezTo>
                        <a:pt x="5786" y="19392"/>
                        <a:pt x="5786" y="19589"/>
                        <a:pt x="5770" y="19885"/>
                      </a:cubicBezTo>
                      <a:cubicBezTo>
                        <a:pt x="5754" y="20175"/>
                        <a:pt x="5581" y="20304"/>
                        <a:pt x="5391" y="20378"/>
                      </a:cubicBezTo>
                      <a:cubicBezTo>
                        <a:pt x="5202" y="20451"/>
                        <a:pt x="5320" y="20708"/>
                        <a:pt x="5269" y="20925"/>
                      </a:cubicBezTo>
                      <a:cubicBezTo>
                        <a:pt x="5218" y="21147"/>
                        <a:pt x="5391" y="21161"/>
                        <a:pt x="5545" y="21309"/>
                      </a:cubicBezTo>
                      <a:cubicBezTo>
                        <a:pt x="5703" y="21457"/>
                        <a:pt x="5703" y="21600"/>
                        <a:pt x="5873" y="21565"/>
                      </a:cubicBezTo>
                      <a:cubicBezTo>
                        <a:pt x="6046" y="21526"/>
                        <a:pt x="5975" y="21344"/>
                        <a:pt x="6184" y="21418"/>
                      </a:cubicBezTo>
                      <a:cubicBezTo>
                        <a:pt x="6389" y="21492"/>
                        <a:pt x="6614" y="21270"/>
                        <a:pt x="6685" y="21107"/>
                      </a:cubicBezTo>
                      <a:cubicBezTo>
                        <a:pt x="6752" y="20944"/>
                        <a:pt x="6906" y="21107"/>
                        <a:pt x="7115" y="21087"/>
                      </a:cubicBezTo>
                      <a:cubicBezTo>
                        <a:pt x="7320" y="21073"/>
                        <a:pt x="7253" y="20742"/>
                        <a:pt x="7166" y="20688"/>
                      </a:cubicBezTo>
                      <a:cubicBezTo>
                        <a:pt x="7079" y="20634"/>
                        <a:pt x="7166" y="20397"/>
                        <a:pt x="7269" y="20269"/>
                      </a:cubicBezTo>
                      <a:cubicBezTo>
                        <a:pt x="7371" y="20141"/>
                        <a:pt x="7284" y="19899"/>
                        <a:pt x="7269" y="19737"/>
                      </a:cubicBezTo>
                      <a:cubicBezTo>
                        <a:pt x="7253" y="19574"/>
                        <a:pt x="7391" y="19520"/>
                        <a:pt x="7493" y="19337"/>
                      </a:cubicBezTo>
                      <a:cubicBezTo>
                        <a:pt x="7596" y="19155"/>
                        <a:pt x="7734" y="19170"/>
                        <a:pt x="7837" y="19081"/>
                      </a:cubicBezTo>
                      <a:cubicBezTo>
                        <a:pt x="7939" y="18987"/>
                        <a:pt x="8010" y="19170"/>
                        <a:pt x="8077" y="19244"/>
                      </a:cubicBezTo>
                      <a:cubicBezTo>
                        <a:pt x="8148" y="19318"/>
                        <a:pt x="8235" y="19466"/>
                        <a:pt x="8184" y="19609"/>
                      </a:cubicBezTo>
                      <a:cubicBezTo>
                        <a:pt x="8132" y="19756"/>
                        <a:pt x="8026" y="19830"/>
                        <a:pt x="7923" y="19959"/>
                      </a:cubicBezTo>
                      <a:cubicBezTo>
                        <a:pt x="7821" y="20087"/>
                        <a:pt x="7837" y="20378"/>
                        <a:pt x="7994" y="20506"/>
                      </a:cubicBezTo>
                      <a:cubicBezTo>
                        <a:pt x="8148" y="20634"/>
                        <a:pt x="8199" y="20506"/>
                        <a:pt x="8491" y="20614"/>
                      </a:cubicBezTo>
                      <a:cubicBezTo>
                        <a:pt x="8783" y="20723"/>
                        <a:pt x="8716" y="20959"/>
                        <a:pt x="8819" y="20959"/>
                      </a:cubicBezTo>
                      <a:cubicBezTo>
                        <a:pt x="8921" y="20959"/>
                        <a:pt x="9110" y="21018"/>
                        <a:pt x="9181" y="20905"/>
                      </a:cubicBezTo>
                      <a:cubicBezTo>
                        <a:pt x="9248" y="20797"/>
                        <a:pt x="9371" y="20959"/>
                        <a:pt x="9473" y="21087"/>
                      </a:cubicBezTo>
                      <a:cubicBezTo>
                        <a:pt x="9576" y="21216"/>
                        <a:pt x="9662" y="20979"/>
                        <a:pt x="9785" y="20979"/>
                      </a:cubicBezTo>
                      <a:cubicBezTo>
                        <a:pt x="9903" y="20979"/>
                        <a:pt x="9872" y="20905"/>
                        <a:pt x="9872" y="20723"/>
                      </a:cubicBezTo>
                      <a:cubicBezTo>
                        <a:pt x="9872" y="20540"/>
                        <a:pt x="9990" y="20486"/>
                        <a:pt x="10061" y="20358"/>
                      </a:cubicBezTo>
                      <a:cubicBezTo>
                        <a:pt x="10128" y="20230"/>
                        <a:pt x="10266" y="20121"/>
                        <a:pt x="10317" y="19973"/>
                      </a:cubicBezTo>
                      <a:cubicBezTo>
                        <a:pt x="10368" y="19830"/>
                        <a:pt x="10317" y="19830"/>
                        <a:pt x="10593" y="19791"/>
                      </a:cubicBezTo>
                      <a:cubicBezTo>
                        <a:pt x="10869" y="19756"/>
                        <a:pt x="10644" y="19520"/>
                        <a:pt x="10629" y="19337"/>
                      </a:cubicBezTo>
                      <a:cubicBezTo>
                        <a:pt x="10613" y="19155"/>
                        <a:pt x="10747" y="19135"/>
                        <a:pt x="10854" y="19027"/>
                      </a:cubicBezTo>
                      <a:cubicBezTo>
                        <a:pt x="10956" y="18914"/>
                        <a:pt x="10921" y="18845"/>
                        <a:pt x="10921" y="18716"/>
                      </a:cubicBezTo>
                      <a:cubicBezTo>
                        <a:pt x="10921" y="18588"/>
                        <a:pt x="11145" y="18785"/>
                        <a:pt x="11232" y="18859"/>
                      </a:cubicBezTo>
                      <a:cubicBezTo>
                        <a:pt x="11319" y="18933"/>
                        <a:pt x="11402" y="18879"/>
                        <a:pt x="11540" y="18603"/>
                      </a:cubicBezTo>
                      <a:cubicBezTo>
                        <a:pt x="11678" y="18332"/>
                        <a:pt x="11678" y="18603"/>
                        <a:pt x="11851" y="18697"/>
                      </a:cubicBezTo>
                      <a:cubicBezTo>
                        <a:pt x="12025" y="18785"/>
                        <a:pt x="12005" y="18603"/>
                        <a:pt x="12005" y="18421"/>
                      </a:cubicBezTo>
                      <a:cubicBezTo>
                        <a:pt x="12005" y="18238"/>
                        <a:pt x="12163" y="18366"/>
                        <a:pt x="12214" y="18406"/>
                      </a:cubicBezTo>
                      <a:cubicBezTo>
                        <a:pt x="12265" y="18440"/>
                        <a:pt x="12384" y="18347"/>
                        <a:pt x="12419" y="18223"/>
                      </a:cubicBezTo>
                      <a:cubicBezTo>
                        <a:pt x="12455" y="18095"/>
                        <a:pt x="12557" y="17691"/>
                        <a:pt x="12628" y="17563"/>
                      </a:cubicBezTo>
                      <a:cubicBezTo>
                        <a:pt x="12695" y="17435"/>
                        <a:pt x="12900" y="17489"/>
                        <a:pt x="13038" y="17563"/>
                      </a:cubicBezTo>
                      <a:cubicBezTo>
                        <a:pt x="13176" y="17637"/>
                        <a:pt x="13247" y="17400"/>
                        <a:pt x="13299" y="17272"/>
                      </a:cubicBezTo>
                      <a:cubicBezTo>
                        <a:pt x="13350" y="17144"/>
                        <a:pt x="13437" y="17252"/>
                        <a:pt x="13523" y="17346"/>
                      </a:cubicBezTo>
                      <a:cubicBezTo>
                        <a:pt x="13610" y="17435"/>
                        <a:pt x="13748" y="17326"/>
                        <a:pt x="13764" y="17198"/>
                      </a:cubicBezTo>
                      <a:cubicBezTo>
                        <a:pt x="13780" y="17070"/>
                        <a:pt x="13918" y="17144"/>
                        <a:pt x="14056" y="17105"/>
                      </a:cubicBezTo>
                      <a:cubicBezTo>
                        <a:pt x="14194" y="17070"/>
                        <a:pt x="14107" y="16814"/>
                        <a:pt x="14127" y="16740"/>
                      </a:cubicBezTo>
                      <a:cubicBezTo>
                        <a:pt x="14143" y="16666"/>
                        <a:pt x="14005" y="16666"/>
                        <a:pt x="13938" y="16523"/>
                      </a:cubicBezTo>
                      <a:cubicBezTo>
                        <a:pt x="13867" y="16375"/>
                        <a:pt x="13815" y="16321"/>
                        <a:pt x="13902" y="16267"/>
                      </a:cubicBezTo>
                      <a:cubicBezTo>
                        <a:pt x="13989" y="16212"/>
                        <a:pt x="13882" y="16119"/>
                        <a:pt x="13902" y="15936"/>
                      </a:cubicBezTo>
                      <a:cubicBezTo>
                        <a:pt x="13918" y="15754"/>
                        <a:pt x="13902" y="15719"/>
                        <a:pt x="13969" y="15700"/>
                      </a:cubicBezTo>
                      <a:cubicBezTo>
                        <a:pt x="14040" y="15680"/>
                        <a:pt x="14107" y="15572"/>
                        <a:pt x="14107" y="15424"/>
                      </a:cubicBezTo>
                      <a:cubicBezTo>
                        <a:pt x="14107" y="15281"/>
                        <a:pt x="14127" y="15226"/>
                        <a:pt x="14245" y="15079"/>
                      </a:cubicBezTo>
                      <a:cubicBezTo>
                        <a:pt x="14367" y="14931"/>
                        <a:pt x="14454" y="14916"/>
                        <a:pt x="14572" y="15024"/>
                      </a:cubicBezTo>
                      <a:cubicBezTo>
                        <a:pt x="14695" y="15133"/>
                        <a:pt x="14537" y="15424"/>
                        <a:pt x="14695" y="15606"/>
                      </a:cubicBezTo>
                      <a:cubicBezTo>
                        <a:pt x="14849" y="15793"/>
                        <a:pt x="15038" y="15369"/>
                        <a:pt x="15160" y="15207"/>
                      </a:cubicBezTo>
                      <a:cubicBezTo>
                        <a:pt x="15278" y="15044"/>
                        <a:pt x="15365" y="15024"/>
                        <a:pt x="15468" y="15133"/>
                      </a:cubicBezTo>
                      <a:cubicBezTo>
                        <a:pt x="15574" y="15241"/>
                        <a:pt x="15641" y="15113"/>
                        <a:pt x="15744" y="14931"/>
                      </a:cubicBezTo>
                      <a:cubicBezTo>
                        <a:pt x="15846" y="14748"/>
                        <a:pt x="15953" y="14876"/>
                        <a:pt x="16055" y="14950"/>
                      </a:cubicBezTo>
                      <a:cubicBezTo>
                        <a:pt x="16158" y="15024"/>
                        <a:pt x="16209" y="14876"/>
                        <a:pt x="16193" y="14768"/>
                      </a:cubicBezTo>
                      <a:cubicBezTo>
                        <a:pt x="16174" y="14660"/>
                        <a:pt x="16107" y="14586"/>
                        <a:pt x="16091" y="14438"/>
                      </a:cubicBezTo>
                      <a:cubicBezTo>
                        <a:pt x="16071" y="14295"/>
                        <a:pt x="16193" y="14221"/>
                        <a:pt x="16450" y="14147"/>
                      </a:cubicBezTo>
                      <a:cubicBezTo>
                        <a:pt x="16710" y="14073"/>
                        <a:pt x="16450" y="14147"/>
                        <a:pt x="16659" y="13984"/>
                      </a:cubicBezTo>
                      <a:cubicBezTo>
                        <a:pt x="16864" y="13817"/>
                        <a:pt x="16951" y="14073"/>
                        <a:pt x="16951" y="14073"/>
                      </a:cubicBezTo>
                      <a:cubicBezTo>
                        <a:pt x="16951" y="14073"/>
                        <a:pt x="17104" y="14364"/>
                        <a:pt x="17211" y="14438"/>
                      </a:cubicBezTo>
                      <a:cubicBezTo>
                        <a:pt x="17313" y="14512"/>
                        <a:pt x="17278" y="14586"/>
                        <a:pt x="17278" y="14748"/>
                      </a:cubicBezTo>
                      <a:cubicBezTo>
                        <a:pt x="17278" y="14916"/>
                        <a:pt x="17278" y="14970"/>
                        <a:pt x="17400" y="15044"/>
                      </a:cubicBezTo>
                      <a:cubicBezTo>
                        <a:pt x="17518" y="15113"/>
                        <a:pt x="17467" y="15295"/>
                        <a:pt x="17605" y="15424"/>
                      </a:cubicBezTo>
                      <a:cubicBezTo>
                        <a:pt x="17743" y="15552"/>
                        <a:pt x="17866" y="15424"/>
                        <a:pt x="18019" y="15424"/>
                      </a:cubicBezTo>
                      <a:cubicBezTo>
                        <a:pt x="18086" y="15424"/>
                        <a:pt x="18197" y="15409"/>
                        <a:pt x="18295" y="15389"/>
                      </a:cubicBezTo>
                      <a:cubicBezTo>
                        <a:pt x="18323" y="15335"/>
                        <a:pt x="18358" y="15286"/>
                        <a:pt x="18390" y="15241"/>
                      </a:cubicBezTo>
                      <a:cubicBezTo>
                        <a:pt x="18477" y="15123"/>
                        <a:pt x="18433" y="15049"/>
                        <a:pt x="18339" y="14886"/>
                      </a:cubicBezTo>
                      <a:cubicBezTo>
                        <a:pt x="18244" y="14724"/>
                        <a:pt x="18276" y="14586"/>
                        <a:pt x="18276" y="14502"/>
                      </a:cubicBezTo>
                      <a:cubicBezTo>
                        <a:pt x="18276" y="14423"/>
                        <a:pt x="18311" y="14374"/>
                        <a:pt x="18209" y="14310"/>
                      </a:cubicBezTo>
                      <a:cubicBezTo>
                        <a:pt x="18106" y="14246"/>
                        <a:pt x="18201" y="14147"/>
                        <a:pt x="18224" y="14073"/>
                      </a:cubicBezTo>
                      <a:cubicBezTo>
                        <a:pt x="18252" y="13999"/>
                        <a:pt x="18319" y="13910"/>
                        <a:pt x="18390" y="14039"/>
                      </a:cubicBezTo>
                      <a:cubicBezTo>
                        <a:pt x="18457" y="14167"/>
                        <a:pt x="18552" y="14112"/>
                        <a:pt x="18674" y="14255"/>
                      </a:cubicBezTo>
                      <a:cubicBezTo>
                        <a:pt x="18792" y="14403"/>
                        <a:pt x="18784" y="14458"/>
                        <a:pt x="18887" y="14640"/>
                      </a:cubicBezTo>
                      <a:cubicBezTo>
                        <a:pt x="18993" y="14822"/>
                        <a:pt x="19088" y="14458"/>
                        <a:pt x="19112" y="14329"/>
                      </a:cubicBezTo>
                      <a:cubicBezTo>
                        <a:pt x="19139" y="14201"/>
                        <a:pt x="19301" y="14053"/>
                        <a:pt x="19372" y="13955"/>
                      </a:cubicBezTo>
                      <a:cubicBezTo>
                        <a:pt x="19439" y="13856"/>
                        <a:pt x="19482" y="13871"/>
                        <a:pt x="19597" y="13807"/>
                      </a:cubicBezTo>
                      <a:cubicBezTo>
                        <a:pt x="19707" y="13743"/>
                        <a:pt x="19743" y="13634"/>
                        <a:pt x="19759" y="13516"/>
                      </a:cubicBezTo>
                      <a:cubicBezTo>
                        <a:pt x="19774" y="13398"/>
                        <a:pt x="19837" y="13432"/>
                        <a:pt x="19912" y="13432"/>
                      </a:cubicBezTo>
                      <a:cubicBezTo>
                        <a:pt x="19991" y="13432"/>
                        <a:pt x="20086" y="13482"/>
                        <a:pt x="20165" y="13324"/>
                      </a:cubicBezTo>
                      <a:cubicBezTo>
                        <a:pt x="20240" y="13171"/>
                        <a:pt x="20326" y="13363"/>
                        <a:pt x="20492" y="13378"/>
                      </a:cubicBezTo>
                      <a:cubicBezTo>
                        <a:pt x="20654" y="13398"/>
                        <a:pt x="20579" y="12969"/>
                        <a:pt x="20602" y="12885"/>
                      </a:cubicBezTo>
                      <a:cubicBezTo>
                        <a:pt x="20630" y="12806"/>
                        <a:pt x="20741" y="12885"/>
                        <a:pt x="20800" y="12929"/>
                      </a:cubicBezTo>
                      <a:cubicBezTo>
                        <a:pt x="20863" y="12979"/>
                        <a:pt x="20938" y="12915"/>
                        <a:pt x="21024" y="12885"/>
                      </a:cubicBezTo>
                      <a:cubicBezTo>
                        <a:pt x="21111" y="12860"/>
                        <a:pt x="21190" y="12767"/>
                        <a:pt x="21190" y="12614"/>
                      </a:cubicBezTo>
                      <a:cubicBezTo>
                        <a:pt x="21190" y="12456"/>
                        <a:pt x="21273" y="12501"/>
                        <a:pt x="21411" y="12392"/>
                      </a:cubicBezTo>
                      <a:cubicBezTo>
                        <a:pt x="21549" y="12284"/>
                        <a:pt x="21498" y="12165"/>
                        <a:pt x="21482" y="12047"/>
                      </a:cubicBezTo>
                      <a:cubicBezTo>
                        <a:pt x="21462" y="11929"/>
                        <a:pt x="21352" y="12027"/>
                        <a:pt x="21273" y="11983"/>
                      </a:cubicBezTo>
                      <a:cubicBezTo>
                        <a:pt x="21198" y="11939"/>
                        <a:pt x="21285" y="11672"/>
                        <a:pt x="21233" y="11525"/>
                      </a:cubicBezTo>
                      <a:cubicBezTo>
                        <a:pt x="21178" y="11377"/>
                        <a:pt x="21076" y="11352"/>
                        <a:pt x="21060" y="11180"/>
                      </a:cubicBezTo>
                      <a:cubicBezTo>
                        <a:pt x="21040" y="11002"/>
                        <a:pt x="20835" y="10958"/>
                        <a:pt x="20808" y="10815"/>
                      </a:cubicBezTo>
                      <a:cubicBezTo>
                        <a:pt x="20784" y="10667"/>
                        <a:pt x="20646" y="10815"/>
                        <a:pt x="20602" y="10923"/>
                      </a:cubicBezTo>
                      <a:cubicBezTo>
                        <a:pt x="20559" y="11032"/>
                        <a:pt x="20421" y="11066"/>
                        <a:pt x="20283" y="11189"/>
                      </a:cubicBezTo>
                      <a:cubicBezTo>
                        <a:pt x="20145" y="11308"/>
                        <a:pt x="20129" y="11189"/>
                        <a:pt x="20102" y="11022"/>
                      </a:cubicBezTo>
                      <a:cubicBezTo>
                        <a:pt x="20078" y="10859"/>
                        <a:pt x="19964" y="10839"/>
                        <a:pt x="19924" y="10741"/>
                      </a:cubicBezTo>
                      <a:cubicBezTo>
                        <a:pt x="19881" y="10637"/>
                        <a:pt x="19837" y="10593"/>
                        <a:pt x="19794" y="10455"/>
                      </a:cubicBezTo>
                      <a:cubicBezTo>
                        <a:pt x="19751" y="10317"/>
                        <a:pt x="19904" y="10066"/>
                        <a:pt x="19912" y="9942"/>
                      </a:cubicBezTo>
                      <a:cubicBezTo>
                        <a:pt x="19924" y="9824"/>
                        <a:pt x="19837" y="9809"/>
                        <a:pt x="19743" y="9755"/>
                      </a:cubicBezTo>
                      <a:cubicBezTo>
                        <a:pt x="19648" y="9696"/>
                        <a:pt x="19636" y="9696"/>
                        <a:pt x="19620" y="9563"/>
                      </a:cubicBezTo>
                      <a:cubicBezTo>
                        <a:pt x="19605" y="9425"/>
                        <a:pt x="19490" y="9553"/>
                        <a:pt x="19352" y="9499"/>
                      </a:cubicBezTo>
                      <a:cubicBezTo>
                        <a:pt x="19214" y="9444"/>
                        <a:pt x="19431" y="9178"/>
                        <a:pt x="19467" y="9104"/>
                      </a:cubicBezTo>
                      <a:cubicBezTo>
                        <a:pt x="19502" y="9030"/>
                        <a:pt x="19569" y="9159"/>
                        <a:pt x="19672" y="9223"/>
                      </a:cubicBezTo>
                      <a:cubicBezTo>
                        <a:pt x="19774" y="9287"/>
                        <a:pt x="19766" y="9252"/>
                        <a:pt x="19845" y="9159"/>
                      </a:cubicBezTo>
                      <a:cubicBezTo>
                        <a:pt x="19924" y="9070"/>
                        <a:pt x="19912" y="9198"/>
                        <a:pt x="20086" y="9316"/>
                      </a:cubicBezTo>
                      <a:cubicBezTo>
                        <a:pt x="20259" y="9435"/>
                        <a:pt x="20188" y="9114"/>
                        <a:pt x="20181" y="8947"/>
                      </a:cubicBezTo>
                      <a:cubicBezTo>
                        <a:pt x="20173" y="8784"/>
                        <a:pt x="20283" y="8823"/>
                        <a:pt x="20346" y="8700"/>
                      </a:cubicBezTo>
                      <a:cubicBezTo>
                        <a:pt x="20405" y="8582"/>
                        <a:pt x="20267" y="8582"/>
                        <a:pt x="20208" y="8513"/>
                      </a:cubicBezTo>
                      <a:cubicBezTo>
                        <a:pt x="20145" y="8439"/>
                        <a:pt x="20188" y="8301"/>
                        <a:pt x="20216" y="8192"/>
                      </a:cubicBezTo>
                      <a:cubicBezTo>
                        <a:pt x="20240" y="8079"/>
                        <a:pt x="20457" y="8109"/>
                        <a:pt x="20543" y="8074"/>
                      </a:cubicBezTo>
                      <a:cubicBezTo>
                        <a:pt x="20630" y="8035"/>
                        <a:pt x="20662" y="7926"/>
                        <a:pt x="20662" y="7842"/>
                      </a:cubicBezTo>
                      <a:cubicBezTo>
                        <a:pt x="20662" y="7764"/>
                        <a:pt x="20638" y="7769"/>
                        <a:pt x="20516" y="7862"/>
                      </a:cubicBezTo>
                      <a:cubicBezTo>
                        <a:pt x="20397" y="7951"/>
                        <a:pt x="20370" y="7897"/>
                        <a:pt x="20181" y="7852"/>
                      </a:cubicBezTo>
                      <a:cubicBezTo>
                        <a:pt x="19991" y="7808"/>
                        <a:pt x="19999" y="7769"/>
                        <a:pt x="19932" y="7699"/>
                      </a:cubicBezTo>
                      <a:cubicBezTo>
                        <a:pt x="19861" y="7626"/>
                        <a:pt x="19691" y="7532"/>
                        <a:pt x="19620" y="7433"/>
                      </a:cubicBezTo>
                      <a:cubicBezTo>
                        <a:pt x="19553" y="7330"/>
                        <a:pt x="19628" y="7123"/>
                        <a:pt x="19723" y="7029"/>
                      </a:cubicBezTo>
                      <a:cubicBezTo>
                        <a:pt x="19818" y="6940"/>
                        <a:pt x="19889" y="6793"/>
                        <a:pt x="19964" y="6640"/>
                      </a:cubicBezTo>
                      <a:cubicBezTo>
                        <a:pt x="20042" y="6482"/>
                        <a:pt x="20240" y="6245"/>
                        <a:pt x="20378" y="6053"/>
                      </a:cubicBezTo>
                      <a:cubicBezTo>
                        <a:pt x="20516" y="5861"/>
                        <a:pt x="20524" y="5723"/>
                        <a:pt x="20630" y="5580"/>
                      </a:cubicBezTo>
                      <a:cubicBezTo>
                        <a:pt x="20733" y="5432"/>
                        <a:pt x="20705" y="5649"/>
                        <a:pt x="20733" y="5777"/>
                      </a:cubicBezTo>
                      <a:cubicBezTo>
                        <a:pt x="20756" y="5905"/>
                        <a:pt x="20843" y="5955"/>
                        <a:pt x="20930" y="6009"/>
                      </a:cubicBezTo>
                      <a:cubicBezTo>
                        <a:pt x="21017" y="6063"/>
                        <a:pt x="20989" y="5777"/>
                        <a:pt x="20930" y="5679"/>
                      </a:cubicBezTo>
                      <a:cubicBezTo>
                        <a:pt x="20871" y="5580"/>
                        <a:pt x="20886" y="5402"/>
                        <a:pt x="20871" y="5260"/>
                      </a:cubicBezTo>
                      <a:cubicBezTo>
                        <a:pt x="20851" y="5112"/>
                        <a:pt x="20930" y="4959"/>
                        <a:pt x="20930" y="4841"/>
                      </a:cubicBezTo>
                      <a:cubicBezTo>
                        <a:pt x="20930" y="4717"/>
                        <a:pt x="21017" y="4683"/>
                        <a:pt x="21127" y="4594"/>
                      </a:cubicBezTo>
                      <a:cubicBezTo>
                        <a:pt x="21241" y="4500"/>
                        <a:pt x="21198" y="4136"/>
                        <a:pt x="21103" y="3998"/>
                      </a:cubicBezTo>
                      <a:cubicBezTo>
                        <a:pt x="21009" y="3860"/>
                        <a:pt x="21052" y="3633"/>
                        <a:pt x="21032" y="3421"/>
                      </a:cubicBezTo>
                      <a:cubicBezTo>
                        <a:pt x="21017" y="3214"/>
                        <a:pt x="21111" y="2982"/>
                        <a:pt x="21163" y="2893"/>
                      </a:cubicBezTo>
                      <a:cubicBezTo>
                        <a:pt x="21214" y="2800"/>
                        <a:pt x="21273" y="2657"/>
                        <a:pt x="21206" y="2519"/>
                      </a:cubicBezTo>
                      <a:cubicBezTo>
                        <a:pt x="21135" y="2381"/>
                        <a:pt x="21328" y="2292"/>
                        <a:pt x="21316" y="2154"/>
                      </a:cubicBezTo>
                      <a:cubicBezTo>
                        <a:pt x="21308" y="2016"/>
                        <a:pt x="21127" y="1972"/>
                        <a:pt x="20965" y="1814"/>
                      </a:cubicBezTo>
                      <a:cubicBezTo>
                        <a:pt x="20800" y="1661"/>
                        <a:pt x="20906" y="1587"/>
                        <a:pt x="20646" y="1558"/>
                      </a:cubicBezTo>
                      <a:cubicBezTo>
                        <a:pt x="20386" y="1533"/>
                        <a:pt x="20413" y="1804"/>
                        <a:pt x="20259" y="1996"/>
                      </a:cubicBezTo>
                      <a:cubicBezTo>
                        <a:pt x="20102" y="2189"/>
                        <a:pt x="19999" y="2105"/>
                        <a:pt x="19794" y="2164"/>
                      </a:cubicBezTo>
                      <a:cubicBezTo>
                        <a:pt x="19585" y="2218"/>
                        <a:pt x="19329" y="2327"/>
                        <a:pt x="19120" y="2297"/>
                      </a:cubicBezTo>
                      <a:cubicBezTo>
                        <a:pt x="18915" y="2272"/>
                        <a:pt x="18812" y="2080"/>
                        <a:pt x="18784" y="1917"/>
                      </a:cubicBezTo>
                      <a:cubicBezTo>
                        <a:pt x="18761" y="1750"/>
                        <a:pt x="18709" y="1558"/>
                        <a:pt x="18709" y="1311"/>
                      </a:cubicBezTo>
                      <a:cubicBezTo>
                        <a:pt x="18709" y="1065"/>
                        <a:pt x="18654" y="1173"/>
                        <a:pt x="18552" y="1173"/>
                      </a:cubicBezTo>
                      <a:cubicBezTo>
                        <a:pt x="18449" y="1173"/>
                        <a:pt x="18422" y="1119"/>
                        <a:pt x="18347" y="981"/>
                      </a:cubicBezTo>
                      <a:cubicBezTo>
                        <a:pt x="18268" y="848"/>
                        <a:pt x="18165" y="981"/>
                        <a:pt x="18165" y="1149"/>
                      </a:cubicBezTo>
                      <a:cubicBezTo>
                        <a:pt x="18165" y="1311"/>
                        <a:pt x="18086" y="1395"/>
                        <a:pt x="17984" y="1232"/>
                      </a:cubicBezTo>
                      <a:cubicBezTo>
                        <a:pt x="17881" y="1065"/>
                        <a:pt x="17854" y="1119"/>
                        <a:pt x="17597" y="1065"/>
                      </a:cubicBezTo>
                      <a:cubicBezTo>
                        <a:pt x="17337" y="1010"/>
                        <a:pt x="17597" y="734"/>
                        <a:pt x="17727" y="547"/>
                      </a:cubicBezTo>
                      <a:cubicBezTo>
                        <a:pt x="17854" y="355"/>
                        <a:pt x="17751" y="301"/>
                        <a:pt x="17597" y="163"/>
                      </a:cubicBezTo>
                      <a:cubicBezTo>
                        <a:pt x="17554" y="123"/>
                        <a:pt x="17515" y="64"/>
                        <a:pt x="17479" y="0"/>
                      </a:cubicBezTo>
                      <a:cubicBezTo>
                        <a:pt x="17373" y="20"/>
                        <a:pt x="17258" y="25"/>
                        <a:pt x="17203" y="108"/>
                      </a:cubicBezTo>
                      <a:cubicBezTo>
                        <a:pt x="17124" y="217"/>
                        <a:pt x="16911" y="621"/>
                        <a:pt x="16828" y="725"/>
                      </a:cubicBezTo>
                      <a:cubicBezTo>
                        <a:pt x="16745" y="828"/>
                        <a:pt x="16635" y="882"/>
                        <a:pt x="16678" y="991"/>
                      </a:cubicBezTo>
                      <a:cubicBezTo>
                        <a:pt x="16726" y="1099"/>
                        <a:pt x="16789" y="1188"/>
                        <a:pt x="16872" y="1114"/>
                      </a:cubicBezTo>
                      <a:cubicBezTo>
                        <a:pt x="16958" y="1040"/>
                        <a:pt x="17144" y="976"/>
                        <a:pt x="17183" y="1114"/>
                      </a:cubicBezTo>
                      <a:cubicBezTo>
                        <a:pt x="17223" y="1252"/>
                        <a:pt x="17183" y="1222"/>
                        <a:pt x="17191" y="1326"/>
                      </a:cubicBezTo>
                      <a:cubicBezTo>
                        <a:pt x="17195" y="1429"/>
                        <a:pt x="17298" y="1434"/>
                        <a:pt x="17333" y="1553"/>
                      </a:cubicBezTo>
                      <a:cubicBezTo>
                        <a:pt x="17365" y="1666"/>
                        <a:pt x="17337" y="1853"/>
                        <a:pt x="17286" y="1937"/>
                      </a:cubicBezTo>
                      <a:cubicBezTo>
                        <a:pt x="17235" y="2016"/>
                        <a:pt x="17033" y="2154"/>
                        <a:pt x="16982" y="2292"/>
                      </a:cubicBezTo>
                      <a:cubicBezTo>
                        <a:pt x="16931" y="2430"/>
                        <a:pt x="16911" y="2603"/>
                        <a:pt x="16919" y="2667"/>
                      </a:cubicBezTo>
                      <a:cubicBezTo>
                        <a:pt x="16923" y="2736"/>
                        <a:pt x="16919" y="2785"/>
                        <a:pt x="16860" y="2824"/>
                      </a:cubicBezTo>
                      <a:cubicBezTo>
                        <a:pt x="16801" y="2869"/>
                        <a:pt x="16789" y="2928"/>
                        <a:pt x="16816" y="3031"/>
                      </a:cubicBezTo>
                      <a:cubicBezTo>
                        <a:pt x="16840" y="3135"/>
                        <a:pt x="16816" y="3174"/>
                        <a:pt x="16765" y="3229"/>
                      </a:cubicBezTo>
                      <a:cubicBezTo>
                        <a:pt x="16710" y="3288"/>
                        <a:pt x="16706" y="3317"/>
                        <a:pt x="16726" y="3431"/>
                      </a:cubicBezTo>
                      <a:cubicBezTo>
                        <a:pt x="16745" y="3539"/>
                        <a:pt x="16726" y="3598"/>
                        <a:pt x="16667" y="3682"/>
                      </a:cubicBezTo>
                      <a:cubicBezTo>
                        <a:pt x="16607" y="3766"/>
                        <a:pt x="16548" y="3845"/>
                        <a:pt x="16556" y="3938"/>
                      </a:cubicBezTo>
                      <a:cubicBezTo>
                        <a:pt x="16564" y="4027"/>
                        <a:pt x="16533" y="4072"/>
                        <a:pt x="16584" y="4126"/>
                      </a:cubicBezTo>
                      <a:cubicBezTo>
                        <a:pt x="16635" y="4185"/>
                        <a:pt x="16706" y="4141"/>
                        <a:pt x="16718" y="4274"/>
                      </a:cubicBezTo>
                      <a:cubicBezTo>
                        <a:pt x="16730" y="4402"/>
                        <a:pt x="16698" y="4525"/>
                        <a:pt x="16604" y="4574"/>
                      </a:cubicBezTo>
                      <a:cubicBezTo>
                        <a:pt x="16505" y="4624"/>
                        <a:pt x="16363" y="4624"/>
                        <a:pt x="16292" y="4717"/>
                      </a:cubicBezTo>
                      <a:cubicBezTo>
                        <a:pt x="16221" y="4811"/>
                        <a:pt x="15996" y="5048"/>
                        <a:pt x="15909" y="5161"/>
                      </a:cubicBezTo>
                      <a:cubicBezTo>
                        <a:pt x="15827" y="5279"/>
                        <a:pt x="15767" y="5476"/>
                        <a:pt x="15554" y="5373"/>
                      </a:cubicBezTo>
                      <a:cubicBezTo>
                        <a:pt x="15342" y="5274"/>
                        <a:pt x="15480" y="5205"/>
                        <a:pt x="15282" y="5215"/>
                      </a:cubicBezTo>
                      <a:cubicBezTo>
                        <a:pt x="15132" y="5230"/>
                        <a:pt x="14959" y="5191"/>
                        <a:pt x="14845" y="5107"/>
                      </a:cubicBezTo>
                      <a:cubicBezTo>
                        <a:pt x="14821" y="5230"/>
                        <a:pt x="14797" y="5353"/>
                        <a:pt x="14793" y="5422"/>
                      </a:cubicBezTo>
                      <a:cubicBezTo>
                        <a:pt x="14781" y="5590"/>
                        <a:pt x="14691" y="5821"/>
                        <a:pt x="14640" y="6038"/>
                      </a:cubicBezTo>
                      <a:cubicBezTo>
                        <a:pt x="14584" y="6260"/>
                        <a:pt x="14561" y="6398"/>
                        <a:pt x="14521" y="6600"/>
                      </a:cubicBezTo>
                      <a:cubicBezTo>
                        <a:pt x="14482" y="6807"/>
                        <a:pt x="14442" y="6822"/>
                        <a:pt x="14442" y="7014"/>
                      </a:cubicBezTo>
                      <a:cubicBezTo>
                        <a:pt x="14442" y="7207"/>
                        <a:pt x="14407" y="7207"/>
                        <a:pt x="14289" y="7192"/>
                      </a:cubicBezTo>
                      <a:cubicBezTo>
                        <a:pt x="14174" y="7177"/>
                        <a:pt x="14237" y="7330"/>
                        <a:pt x="14265" y="7423"/>
                      </a:cubicBezTo>
                      <a:cubicBezTo>
                        <a:pt x="14289" y="7517"/>
                        <a:pt x="14340" y="7640"/>
                        <a:pt x="14470" y="7793"/>
                      </a:cubicBezTo>
                      <a:cubicBezTo>
                        <a:pt x="14600" y="7946"/>
                        <a:pt x="14640" y="7808"/>
                        <a:pt x="14742" y="7685"/>
                      </a:cubicBezTo>
                      <a:cubicBezTo>
                        <a:pt x="14845" y="7561"/>
                        <a:pt x="14884" y="7576"/>
                        <a:pt x="14975" y="7616"/>
                      </a:cubicBezTo>
                      <a:cubicBezTo>
                        <a:pt x="15065" y="7655"/>
                        <a:pt x="15219" y="7507"/>
                        <a:pt x="15298" y="7492"/>
                      </a:cubicBezTo>
                      <a:cubicBezTo>
                        <a:pt x="15373" y="7478"/>
                        <a:pt x="15531" y="7616"/>
                        <a:pt x="15606" y="7709"/>
                      </a:cubicBezTo>
                      <a:cubicBezTo>
                        <a:pt x="15685" y="7808"/>
                        <a:pt x="15787" y="7709"/>
                        <a:pt x="15787" y="7655"/>
                      </a:cubicBezTo>
                      <a:cubicBezTo>
                        <a:pt x="15787" y="7601"/>
                        <a:pt x="15890" y="7354"/>
                        <a:pt x="15941" y="7231"/>
                      </a:cubicBezTo>
                      <a:cubicBezTo>
                        <a:pt x="15996" y="7108"/>
                        <a:pt x="16122" y="7162"/>
                        <a:pt x="16253" y="7123"/>
                      </a:cubicBezTo>
                      <a:cubicBezTo>
                        <a:pt x="16383" y="7083"/>
                        <a:pt x="16564" y="7147"/>
                        <a:pt x="16604" y="7231"/>
                      </a:cubicBezTo>
                      <a:cubicBezTo>
                        <a:pt x="16639" y="7315"/>
                        <a:pt x="16872" y="7394"/>
                        <a:pt x="16962" y="7384"/>
                      </a:cubicBezTo>
                      <a:cubicBezTo>
                        <a:pt x="17053" y="7369"/>
                        <a:pt x="17081" y="7507"/>
                        <a:pt x="17081" y="7601"/>
                      </a:cubicBezTo>
                      <a:cubicBezTo>
                        <a:pt x="17081" y="7699"/>
                        <a:pt x="17298" y="7709"/>
                        <a:pt x="17455" y="7847"/>
                      </a:cubicBezTo>
                      <a:cubicBezTo>
                        <a:pt x="17609" y="7985"/>
                        <a:pt x="17621" y="8069"/>
                        <a:pt x="17739" y="8178"/>
                      </a:cubicBezTo>
                      <a:cubicBezTo>
                        <a:pt x="17854" y="8286"/>
                        <a:pt x="17869" y="8464"/>
                        <a:pt x="17802" y="8616"/>
                      </a:cubicBezTo>
                      <a:cubicBezTo>
                        <a:pt x="17739" y="8764"/>
                        <a:pt x="17660" y="8764"/>
                        <a:pt x="17416" y="8764"/>
                      </a:cubicBezTo>
                      <a:cubicBezTo>
                        <a:pt x="17171" y="8764"/>
                        <a:pt x="17195" y="8764"/>
                        <a:pt x="17144" y="8685"/>
                      </a:cubicBezTo>
                      <a:cubicBezTo>
                        <a:pt x="17093" y="8602"/>
                        <a:pt x="16951" y="8740"/>
                        <a:pt x="16951" y="8740"/>
                      </a:cubicBezTo>
                      <a:cubicBezTo>
                        <a:pt x="16951" y="8740"/>
                        <a:pt x="16836" y="8754"/>
                        <a:pt x="16627" y="8710"/>
                      </a:cubicBezTo>
                      <a:cubicBezTo>
                        <a:pt x="16422" y="8671"/>
                        <a:pt x="16446" y="8848"/>
                        <a:pt x="16304" y="9001"/>
                      </a:cubicBezTo>
                      <a:cubicBezTo>
                        <a:pt x="16162" y="9149"/>
                        <a:pt x="16174" y="9134"/>
                        <a:pt x="16150" y="9025"/>
                      </a:cubicBezTo>
                      <a:cubicBezTo>
                        <a:pt x="16122" y="8917"/>
                        <a:pt x="15941" y="9070"/>
                        <a:pt x="15929" y="9262"/>
                      </a:cubicBezTo>
                      <a:cubicBezTo>
                        <a:pt x="15917" y="9449"/>
                        <a:pt x="15866" y="9356"/>
                        <a:pt x="15645" y="9356"/>
                      </a:cubicBezTo>
                      <a:cubicBezTo>
                        <a:pt x="15424" y="9356"/>
                        <a:pt x="15633" y="9464"/>
                        <a:pt x="15401" y="9632"/>
                      </a:cubicBezTo>
                      <a:cubicBezTo>
                        <a:pt x="15168" y="9794"/>
                        <a:pt x="15140" y="9972"/>
                        <a:pt x="15192" y="10110"/>
                      </a:cubicBezTo>
                      <a:cubicBezTo>
                        <a:pt x="15247" y="10248"/>
                        <a:pt x="15271" y="10258"/>
                        <a:pt x="15105" y="10342"/>
                      </a:cubicBezTo>
                      <a:cubicBezTo>
                        <a:pt x="14935" y="10425"/>
                        <a:pt x="14987" y="10563"/>
                        <a:pt x="14730" y="10741"/>
                      </a:cubicBezTo>
                      <a:cubicBezTo>
                        <a:pt x="14470" y="10918"/>
                        <a:pt x="14328" y="10849"/>
                        <a:pt x="14123" y="10835"/>
                      </a:cubicBezTo>
                      <a:cubicBezTo>
                        <a:pt x="13914" y="10820"/>
                        <a:pt x="13953" y="11012"/>
                        <a:pt x="13823" y="11180"/>
                      </a:cubicBezTo>
                      <a:cubicBezTo>
                        <a:pt x="13693" y="11342"/>
                        <a:pt x="13772" y="11411"/>
                        <a:pt x="13567" y="11495"/>
                      </a:cubicBezTo>
                      <a:cubicBezTo>
                        <a:pt x="13358" y="11574"/>
                        <a:pt x="13397" y="11672"/>
                        <a:pt x="13204" y="11766"/>
                      </a:cubicBezTo>
                      <a:cubicBezTo>
                        <a:pt x="13011" y="11865"/>
                        <a:pt x="12829" y="11820"/>
                        <a:pt x="12676" y="11796"/>
                      </a:cubicBezTo>
                      <a:cubicBezTo>
                        <a:pt x="12518" y="11766"/>
                        <a:pt x="12467" y="11766"/>
                        <a:pt x="12364" y="11618"/>
                      </a:cubicBezTo>
                      <a:cubicBezTo>
                        <a:pt x="12261" y="11465"/>
                        <a:pt x="12194" y="11549"/>
                        <a:pt x="12017" y="11549"/>
                      </a:cubicBezTo>
                      <a:cubicBezTo>
                        <a:pt x="11836" y="11549"/>
                        <a:pt x="11745" y="11697"/>
                        <a:pt x="11705" y="11835"/>
                      </a:cubicBezTo>
                      <a:cubicBezTo>
                        <a:pt x="11666" y="11973"/>
                        <a:pt x="11642" y="12111"/>
                        <a:pt x="11563" y="12313"/>
                      </a:cubicBezTo>
                      <a:cubicBezTo>
                        <a:pt x="11485" y="12520"/>
                        <a:pt x="11563" y="12466"/>
                        <a:pt x="11626" y="12673"/>
                      </a:cubicBezTo>
                      <a:cubicBezTo>
                        <a:pt x="11694" y="12875"/>
                        <a:pt x="11796" y="12821"/>
                        <a:pt x="11926" y="12929"/>
                      </a:cubicBezTo>
                      <a:cubicBezTo>
                        <a:pt x="12052" y="13043"/>
                        <a:pt x="12068" y="13082"/>
                        <a:pt x="12029" y="13220"/>
                      </a:cubicBezTo>
                      <a:cubicBezTo>
                        <a:pt x="11989" y="13358"/>
                        <a:pt x="11808" y="13452"/>
                        <a:pt x="11678" y="13551"/>
                      </a:cubicBezTo>
                      <a:cubicBezTo>
                        <a:pt x="11552" y="13644"/>
                        <a:pt x="11445" y="13728"/>
                        <a:pt x="11319" y="13836"/>
                      </a:cubicBezTo>
                      <a:cubicBezTo>
                        <a:pt x="11189" y="13945"/>
                        <a:pt x="11189" y="14122"/>
                        <a:pt x="11007" y="14398"/>
                      </a:cubicBezTo>
                      <a:cubicBezTo>
                        <a:pt x="10826" y="14674"/>
                        <a:pt x="10826" y="14699"/>
                        <a:pt x="10605" y="14753"/>
                      </a:cubicBezTo>
                      <a:cubicBezTo>
                        <a:pt x="10388" y="14807"/>
                        <a:pt x="10428" y="14822"/>
                        <a:pt x="10258" y="14975"/>
                      </a:cubicBezTo>
                      <a:cubicBezTo>
                        <a:pt x="10088" y="15123"/>
                        <a:pt x="9923" y="15029"/>
                        <a:pt x="9741" y="15123"/>
                      </a:cubicBezTo>
                      <a:cubicBezTo>
                        <a:pt x="9560" y="15222"/>
                        <a:pt x="9469" y="15177"/>
                        <a:pt x="9339" y="15123"/>
                      </a:cubicBezTo>
                      <a:cubicBezTo>
                        <a:pt x="9213" y="15069"/>
                        <a:pt x="9146" y="15138"/>
                        <a:pt x="9043" y="15177"/>
                      </a:cubicBezTo>
                      <a:cubicBezTo>
                        <a:pt x="8941" y="15222"/>
                        <a:pt x="8759" y="15236"/>
                        <a:pt x="8539" y="15177"/>
                      </a:cubicBezTo>
                      <a:cubicBezTo>
                        <a:pt x="8322" y="15123"/>
                        <a:pt x="8424" y="15192"/>
                        <a:pt x="8294" y="15300"/>
                      </a:cubicBezTo>
                      <a:cubicBezTo>
                        <a:pt x="8164" y="15414"/>
                        <a:pt x="8113" y="15399"/>
                        <a:pt x="7805" y="15453"/>
                      </a:cubicBezTo>
                      <a:cubicBezTo>
                        <a:pt x="7493" y="15507"/>
                        <a:pt x="7142" y="15838"/>
                        <a:pt x="6874" y="15976"/>
                      </a:cubicBezTo>
                      <a:cubicBezTo>
                        <a:pt x="6602" y="16109"/>
                        <a:pt x="6705" y="16168"/>
                        <a:pt x="6500" y="16400"/>
                      </a:cubicBezTo>
                      <a:cubicBezTo>
                        <a:pt x="6291" y="16631"/>
                        <a:pt x="6227" y="16424"/>
                        <a:pt x="6074" y="16385"/>
                      </a:cubicBezTo>
                      <a:cubicBezTo>
                        <a:pt x="5916" y="16345"/>
                        <a:pt x="6034" y="16262"/>
                        <a:pt x="6007" y="16069"/>
                      </a:cubicBezTo>
                      <a:cubicBezTo>
                        <a:pt x="5983" y="15877"/>
                        <a:pt x="5841" y="16055"/>
                        <a:pt x="5735" y="16124"/>
                      </a:cubicBezTo>
                      <a:cubicBezTo>
                        <a:pt x="5632" y="16193"/>
                        <a:pt x="5490" y="16168"/>
                        <a:pt x="5360" y="16168"/>
                      </a:cubicBezTo>
                      <a:cubicBezTo>
                        <a:pt x="5234" y="16168"/>
                        <a:pt x="4859" y="15986"/>
                        <a:pt x="4741" y="15917"/>
                      </a:cubicBezTo>
                      <a:cubicBezTo>
                        <a:pt x="4626" y="15852"/>
                        <a:pt x="4378" y="15823"/>
                        <a:pt x="4094" y="15729"/>
                      </a:cubicBezTo>
                      <a:cubicBezTo>
                        <a:pt x="3810" y="15631"/>
                        <a:pt x="3991" y="15537"/>
                        <a:pt x="3849" y="15369"/>
                      </a:cubicBezTo>
                      <a:cubicBezTo>
                        <a:pt x="3707" y="15207"/>
                        <a:pt x="3526" y="15261"/>
                        <a:pt x="3345" y="15246"/>
                      </a:cubicBezTo>
                      <a:cubicBezTo>
                        <a:pt x="3163" y="15236"/>
                        <a:pt x="3100" y="15236"/>
                        <a:pt x="2919" y="15207"/>
                      </a:cubicBezTo>
                      <a:cubicBezTo>
                        <a:pt x="2737" y="15177"/>
                        <a:pt x="2737" y="15153"/>
                        <a:pt x="2505" y="15069"/>
                      </a:cubicBezTo>
                      <a:cubicBezTo>
                        <a:pt x="2272" y="14985"/>
                        <a:pt x="2090" y="15138"/>
                        <a:pt x="1885" y="15222"/>
                      </a:cubicBezTo>
                      <a:cubicBezTo>
                        <a:pt x="1680" y="15300"/>
                        <a:pt x="1665" y="15207"/>
                        <a:pt x="1448" y="15192"/>
                      </a:cubicBezTo>
                      <a:cubicBezTo>
                        <a:pt x="1227" y="15177"/>
                        <a:pt x="1108" y="15167"/>
                        <a:pt x="915" y="15138"/>
                      </a:cubicBezTo>
                      <a:cubicBezTo>
                        <a:pt x="722" y="15108"/>
                        <a:pt x="631" y="15138"/>
                        <a:pt x="489" y="15000"/>
                      </a:cubicBezTo>
                      <a:cubicBezTo>
                        <a:pt x="347" y="14862"/>
                        <a:pt x="272" y="15029"/>
                        <a:pt x="182" y="15054"/>
                      </a:cubicBezTo>
                      <a:cubicBezTo>
                        <a:pt x="126" y="15074"/>
                        <a:pt x="83" y="15069"/>
                        <a:pt x="20" y="15034"/>
                      </a:cubicBezTo>
                      <a:cubicBezTo>
                        <a:pt x="24" y="15281"/>
                        <a:pt x="83" y="15596"/>
                        <a:pt x="119" y="15719"/>
                      </a:cubicBezTo>
                      <a:cubicBezTo>
                        <a:pt x="170" y="15882"/>
                        <a:pt x="154" y="15976"/>
                        <a:pt x="52" y="1611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73" name="Shape">
                  <a:extLst>
                    <a:ext uri="{FF2B5EF4-FFF2-40B4-BE49-F238E27FC236}">
                      <a16:creationId xmlns:a16="http://schemas.microsoft.com/office/drawing/2014/main" id="{10544FA9-365B-4DEF-ABDD-DFAAB1801921}"/>
                    </a:ext>
                  </a:extLst>
                </p:cNvPr>
                <p:cNvSpPr/>
                <p:nvPr/>
              </p:nvSpPr>
              <p:spPr>
                <a:xfrm>
                  <a:off x="5812602" y="5005859"/>
                  <a:ext cx="1334863" cy="95608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31" h="21291" extrusionOk="0">
                      <a:moveTo>
                        <a:pt x="20959" y="4007"/>
                      </a:moveTo>
                      <a:cubicBezTo>
                        <a:pt x="21016" y="3157"/>
                        <a:pt x="20365" y="2717"/>
                        <a:pt x="20262" y="2261"/>
                      </a:cubicBezTo>
                      <a:cubicBezTo>
                        <a:pt x="20170" y="1821"/>
                        <a:pt x="20113" y="1472"/>
                        <a:pt x="19862" y="1760"/>
                      </a:cubicBezTo>
                      <a:cubicBezTo>
                        <a:pt x="19621" y="2034"/>
                        <a:pt x="19221" y="1988"/>
                        <a:pt x="19061" y="1700"/>
                      </a:cubicBezTo>
                      <a:cubicBezTo>
                        <a:pt x="18912" y="1426"/>
                        <a:pt x="18672" y="1138"/>
                        <a:pt x="18421" y="1199"/>
                      </a:cubicBezTo>
                      <a:cubicBezTo>
                        <a:pt x="18169" y="1244"/>
                        <a:pt x="17323" y="743"/>
                        <a:pt x="17163" y="1199"/>
                      </a:cubicBezTo>
                      <a:cubicBezTo>
                        <a:pt x="17014" y="1639"/>
                        <a:pt x="17323" y="2823"/>
                        <a:pt x="16923" y="2595"/>
                      </a:cubicBezTo>
                      <a:cubicBezTo>
                        <a:pt x="16523" y="2383"/>
                        <a:pt x="16168" y="1533"/>
                        <a:pt x="15768" y="1988"/>
                      </a:cubicBezTo>
                      <a:cubicBezTo>
                        <a:pt x="15368" y="2428"/>
                        <a:pt x="14773" y="2261"/>
                        <a:pt x="14270" y="2777"/>
                      </a:cubicBezTo>
                      <a:cubicBezTo>
                        <a:pt x="13767" y="3278"/>
                        <a:pt x="13218" y="3673"/>
                        <a:pt x="12818" y="3218"/>
                      </a:cubicBezTo>
                      <a:cubicBezTo>
                        <a:pt x="12429" y="2777"/>
                        <a:pt x="12326" y="2261"/>
                        <a:pt x="12875" y="1867"/>
                      </a:cubicBezTo>
                      <a:cubicBezTo>
                        <a:pt x="13424" y="1472"/>
                        <a:pt x="13721" y="1199"/>
                        <a:pt x="13767" y="850"/>
                      </a:cubicBezTo>
                      <a:cubicBezTo>
                        <a:pt x="13824" y="516"/>
                        <a:pt x="13721" y="288"/>
                        <a:pt x="13527" y="121"/>
                      </a:cubicBezTo>
                      <a:cubicBezTo>
                        <a:pt x="13321" y="-46"/>
                        <a:pt x="13275" y="-46"/>
                        <a:pt x="12818" y="288"/>
                      </a:cubicBezTo>
                      <a:cubicBezTo>
                        <a:pt x="12372" y="637"/>
                        <a:pt x="11869" y="743"/>
                        <a:pt x="11720" y="409"/>
                      </a:cubicBezTo>
                      <a:cubicBezTo>
                        <a:pt x="11663" y="288"/>
                        <a:pt x="11583" y="151"/>
                        <a:pt x="11503" y="0"/>
                      </a:cubicBezTo>
                      <a:cubicBezTo>
                        <a:pt x="11171" y="318"/>
                        <a:pt x="10885" y="470"/>
                        <a:pt x="10554" y="637"/>
                      </a:cubicBezTo>
                      <a:cubicBezTo>
                        <a:pt x="10131" y="834"/>
                        <a:pt x="10074" y="576"/>
                        <a:pt x="9776" y="379"/>
                      </a:cubicBezTo>
                      <a:cubicBezTo>
                        <a:pt x="9479" y="182"/>
                        <a:pt x="9525" y="45"/>
                        <a:pt x="9296" y="75"/>
                      </a:cubicBezTo>
                      <a:cubicBezTo>
                        <a:pt x="9079" y="91"/>
                        <a:pt x="8976" y="576"/>
                        <a:pt x="8598" y="804"/>
                      </a:cubicBezTo>
                      <a:cubicBezTo>
                        <a:pt x="8233" y="1032"/>
                        <a:pt x="8850" y="1168"/>
                        <a:pt x="8678" y="1958"/>
                      </a:cubicBezTo>
                      <a:cubicBezTo>
                        <a:pt x="8507" y="2747"/>
                        <a:pt x="8404" y="2261"/>
                        <a:pt x="7775" y="1867"/>
                      </a:cubicBezTo>
                      <a:cubicBezTo>
                        <a:pt x="7158" y="1472"/>
                        <a:pt x="6906" y="1760"/>
                        <a:pt x="6506" y="1958"/>
                      </a:cubicBezTo>
                      <a:cubicBezTo>
                        <a:pt x="6106" y="2155"/>
                        <a:pt x="6334" y="2428"/>
                        <a:pt x="6449" y="2884"/>
                      </a:cubicBezTo>
                      <a:cubicBezTo>
                        <a:pt x="6575" y="3339"/>
                        <a:pt x="6483" y="3309"/>
                        <a:pt x="6254" y="3339"/>
                      </a:cubicBezTo>
                      <a:cubicBezTo>
                        <a:pt x="5683" y="3384"/>
                        <a:pt x="5980" y="3506"/>
                        <a:pt x="5877" y="3946"/>
                      </a:cubicBezTo>
                      <a:cubicBezTo>
                        <a:pt x="5786" y="4402"/>
                        <a:pt x="6083" y="4341"/>
                        <a:pt x="6209" y="4705"/>
                      </a:cubicBezTo>
                      <a:cubicBezTo>
                        <a:pt x="6334" y="5069"/>
                        <a:pt x="6300" y="5160"/>
                        <a:pt x="6060" y="5358"/>
                      </a:cubicBezTo>
                      <a:cubicBezTo>
                        <a:pt x="5808" y="5555"/>
                        <a:pt x="5900" y="5889"/>
                        <a:pt x="5877" y="6511"/>
                      </a:cubicBezTo>
                      <a:cubicBezTo>
                        <a:pt x="5854" y="7134"/>
                        <a:pt x="5625" y="6967"/>
                        <a:pt x="5008" y="7756"/>
                      </a:cubicBezTo>
                      <a:cubicBezTo>
                        <a:pt x="4379" y="8530"/>
                        <a:pt x="4631" y="9608"/>
                        <a:pt x="4756" y="10109"/>
                      </a:cubicBezTo>
                      <a:cubicBezTo>
                        <a:pt x="4882" y="10625"/>
                        <a:pt x="4585" y="10792"/>
                        <a:pt x="4310" y="11232"/>
                      </a:cubicBezTo>
                      <a:cubicBezTo>
                        <a:pt x="4036" y="11688"/>
                        <a:pt x="3327" y="12052"/>
                        <a:pt x="3087" y="12158"/>
                      </a:cubicBezTo>
                      <a:cubicBezTo>
                        <a:pt x="2835" y="12280"/>
                        <a:pt x="2813" y="12553"/>
                        <a:pt x="2984" y="12902"/>
                      </a:cubicBezTo>
                      <a:cubicBezTo>
                        <a:pt x="3156" y="13236"/>
                        <a:pt x="2984" y="13236"/>
                        <a:pt x="2858" y="13600"/>
                      </a:cubicBezTo>
                      <a:cubicBezTo>
                        <a:pt x="2732" y="13964"/>
                        <a:pt x="2481" y="14055"/>
                        <a:pt x="2104" y="13797"/>
                      </a:cubicBezTo>
                      <a:cubicBezTo>
                        <a:pt x="1738" y="13539"/>
                        <a:pt x="1909" y="13995"/>
                        <a:pt x="1909" y="14647"/>
                      </a:cubicBezTo>
                      <a:cubicBezTo>
                        <a:pt x="1909" y="15285"/>
                        <a:pt x="1235" y="15088"/>
                        <a:pt x="880" y="15088"/>
                      </a:cubicBezTo>
                      <a:cubicBezTo>
                        <a:pt x="537" y="15088"/>
                        <a:pt x="709" y="15224"/>
                        <a:pt x="709" y="15543"/>
                      </a:cubicBezTo>
                      <a:cubicBezTo>
                        <a:pt x="709" y="15847"/>
                        <a:pt x="514" y="15968"/>
                        <a:pt x="263" y="16105"/>
                      </a:cubicBezTo>
                      <a:cubicBezTo>
                        <a:pt x="148" y="16165"/>
                        <a:pt x="68" y="16348"/>
                        <a:pt x="0" y="16530"/>
                      </a:cubicBezTo>
                      <a:cubicBezTo>
                        <a:pt x="57" y="16894"/>
                        <a:pt x="171" y="16894"/>
                        <a:pt x="434" y="16894"/>
                      </a:cubicBezTo>
                      <a:cubicBezTo>
                        <a:pt x="731" y="16894"/>
                        <a:pt x="983" y="16773"/>
                        <a:pt x="583" y="17334"/>
                      </a:cubicBezTo>
                      <a:cubicBezTo>
                        <a:pt x="183" y="17911"/>
                        <a:pt x="137" y="18017"/>
                        <a:pt x="183" y="18518"/>
                      </a:cubicBezTo>
                      <a:cubicBezTo>
                        <a:pt x="240" y="19034"/>
                        <a:pt x="-69" y="19368"/>
                        <a:pt x="434" y="19702"/>
                      </a:cubicBezTo>
                      <a:cubicBezTo>
                        <a:pt x="937" y="20036"/>
                        <a:pt x="434" y="19824"/>
                        <a:pt x="731" y="20491"/>
                      </a:cubicBezTo>
                      <a:cubicBezTo>
                        <a:pt x="1040" y="21175"/>
                        <a:pt x="388" y="21114"/>
                        <a:pt x="1337" y="21175"/>
                      </a:cubicBezTo>
                      <a:cubicBezTo>
                        <a:pt x="2287" y="21220"/>
                        <a:pt x="2687" y="21554"/>
                        <a:pt x="2835" y="20825"/>
                      </a:cubicBezTo>
                      <a:cubicBezTo>
                        <a:pt x="2984" y="20097"/>
                        <a:pt x="2184" y="19763"/>
                        <a:pt x="2332" y="19474"/>
                      </a:cubicBezTo>
                      <a:cubicBezTo>
                        <a:pt x="2481" y="19201"/>
                        <a:pt x="2732" y="18867"/>
                        <a:pt x="2229" y="18913"/>
                      </a:cubicBezTo>
                      <a:cubicBezTo>
                        <a:pt x="1738" y="18974"/>
                        <a:pt x="1440" y="18807"/>
                        <a:pt x="1783" y="18412"/>
                      </a:cubicBezTo>
                      <a:cubicBezTo>
                        <a:pt x="2138" y="18017"/>
                        <a:pt x="2138" y="17456"/>
                        <a:pt x="2584" y="17516"/>
                      </a:cubicBezTo>
                      <a:cubicBezTo>
                        <a:pt x="3030" y="17562"/>
                        <a:pt x="2984" y="17456"/>
                        <a:pt x="3178" y="17122"/>
                      </a:cubicBezTo>
                      <a:cubicBezTo>
                        <a:pt x="3384" y="16773"/>
                        <a:pt x="3533" y="16606"/>
                        <a:pt x="3887" y="16606"/>
                      </a:cubicBezTo>
                      <a:cubicBezTo>
                        <a:pt x="4230" y="16606"/>
                        <a:pt x="5077" y="16044"/>
                        <a:pt x="5431" y="15998"/>
                      </a:cubicBezTo>
                      <a:cubicBezTo>
                        <a:pt x="5786" y="15938"/>
                        <a:pt x="6231" y="16044"/>
                        <a:pt x="6380" y="15422"/>
                      </a:cubicBezTo>
                      <a:cubicBezTo>
                        <a:pt x="6529" y="14814"/>
                        <a:pt x="7078" y="14359"/>
                        <a:pt x="7375" y="14587"/>
                      </a:cubicBezTo>
                      <a:cubicBezTo>
                        <a:pt x="7684" y="14814"/>
                        <a:pt x="8324" y="15255"/>
                        <a:pt x="8427" y="14693"/>
                      </a:cubicBezTo>
                      <a:cubicBezTo>
                        <a:pt x="8530" y="14131"/>
                        <a:pt x="8930" y="14693"/>
                        <a:pt x="9330" y="14253"/>
                      </a:cubicBezTo>
                      <a:cubicBezTo>
                        <a:pt x="9730" y="13797"/>
                        <a:pt x="9971" y="14192"/>
                        <a:pt x="10028" y="13570"/>
                      </a:cubicBezTo>
                      <a:cubicBezTo>
                        <a:pt x="10074" y="12947"/>
                        <a:pt x="10474" y="12902"/>
                        <a:pt x="10622" y="13069"/>
                      </a:cubicBezTo>
                      <a:cubicBezTo>
                        <a:pt x="10771" y="13236"/>
                        <a:pt x="11274" y="12841"/>
                        <a:pt x="11526" y="12507"/>
                      </a:cubicBezTo>
                      <a:cubicBezTo>
                        <a:pt x="11777" y="12158"/>
                        <a:pt x="12269" y="12158"/>
                        <a:pt x="11823" y="11551"/>
                      </a:cubicBezTo>
                      <a:cubicBezTo>
                        <a:pt x="11377" y="10929"/>
                        <a:pt x="11320" y="11035"/>
                        <a:pt x="11125" y="10473"/>
                      </a:cubicBezTo>
                      <a:cubicBezTo>
                        <a:pt x="10920" y="9912"/>
                        <a:pt x="10680" y="9289"/>
                        <a:pt x="11320" y="9684"/>
                      </a:cubicBezTo>
                      <a:cubicBezTo>
                        <a:pt x="11972" y="10079"/>
                        <a:pt x="12223" y="10595"/>
                        <a:pt x="12372" y="11035"/>
                      </a:cubicBezTo>
                      <a:cubicBezTo>
                        <a:pt x="12521" y="11490"/>
                        <a:pt x="13367" y="11946"/>
                        <a:pt x="13721" y="11551"/>
                      </a:cubicBezTo>
                      <a:cubicBezTo>
                        <a:pt x="14076" y="11156"/>
                        <a:pt x="13618" y="11323"/>
                        <a:pt x="14076" y="11156"/>
                      </a:cubicBezTo>
                      <a:cubicBezTo>
                        <a:pt x="14522" y="10989"/>
                        <a:pt x="14624" y="10822"/>
                        <a:pt x="14670" y="10367"/>
                      </a:cubicBezTo>
                      <a:cubicBezTo>
                        <a:pt x="14716" y="9912"/>
                        <a:pt x="14773" y="10079"/>
                        <a:pt x="15116" y="10367"/>
                      </a:cubicBezTo>
                      <a:cubicBezTo>
                        <a:pt x="15471" y="10640"/>
                        <a:pt x="15516" y="10367"/>
                        <a:pt x="15768" y="10033"/>
                      </a:cubicBezTo>
                      <a:cubicBezTo>
                        <a:pt x="16020" y="9684"/>
                        <a:pt x="16717" y="9289"/>
                        <a:pt x="16774" y="9578"/>
                      </a:cubicBezTo>
                      <a:cubicBezTo>
                        <a:pt x="16820" y="9866"/>
                        <a:pt x="17769" y="9972"/>
                        <a:pt x="17517" y="9684"/>
                      </a:cubicBezTo>
                      <a:cubicBezTo>
                        <a:pt x="17266" y="9411"/>
                        <a:pt x="17163" y="8788"/>
                        <a:pt x="17517" y="9016"/>
                      </a:cubicBezTo>
                      <a:cubicBezTo>
                        <a:pt x="17872" y="9244"/>
                        <a:pt x="18066" y="9638"/>
                        <a:pt x="18764" y="9122"/>
                      </a:cubicBezTo>
                      <a:cubicBezTo>
                        <a:pt x="19461" y="8621"/>
                        <a:pt x="19770" y="8394"/>
                        <a:pt x="19919" y="8394"/>
                      </a:cubicBezTo>
                      <a:cubicBezTo>
                        <a:pt x="20067" y="8394"/>
                        <a:pt x="20262" y="7938"/>
                        <a:pt x="20262" y="7604"/>
                      </a:cubicBezTo>
                      <a:cubicBezTo>
                        <a:pt x="20262" y="7270"/>
                        <a:pt x="20811" y="6936"/>
                        <a:pt x="20914" y="6375"/>
                      </a:cubicBezTo>
                      <a:cubicBezTo>
                        <a:pt x="20982" y="5995"/>
                        <a:pt x="21211" y="5646"/>
                        <a:pt x="21531" y="5327"/>
                      </a:cubicBezTo>
                      <a:cubicBezTo>
                        <a:pt x="21245" y="4978"/>
                        <a:pt x="20936" y="4477"/>
                        <a:pt x="20959" y="400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74" name="Shape">
                  <a:extLst>
                    <a:ext uri="{FF2B5EF4-FFF2-40B4-BE49-F238E27FC236}">
                      <a16:creationId xmlns:a16="http://schemas.microsoft.com/office/drawing/2014/main" id="{FCF61940-1036-44A7-A011-E0D20D8170F7}"/>
                    </a:ext>
                  </a:extLst>
                </p:cNvPr>
                <p:cNvSpPr/>
                <p:nvPr/>
              </p:nvSpPr>
              <p:spPr>
                <a:xfrm>
                  <a:off x="5561829" y="4261986"/>
                  <a:ext cx="995398" cy="92686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26" h="21220" extrusionOk="0">
                      <a:moveTo>
                        <a:pt x="20887" y="13812"/>
                      </a:moveTo>
                      <a:cubicBezTo>
                        <a:pt x="20496" y="13469"/>
                        <a:pt x="20556" y="13125"/>
                        <a:pt x="20226" y="12782"/>
                      </a:cubicBezTo>
                      <a:cubicBezTo>
                        <a:pt x="19910" y="12423"/>
                        <a:pt x="19249" y="12376"/>
                        <a:pt x="19249" y="11799"/>
                      </a:cubicBezTo>
                      <a:cubicBezTo>
                        <a:pt x="19249" y="11221"/>
                        <a:pt x="19053" y="11097"/>
                        <a:pt x="19053" y="10582"/>
                      </a:cubicBezTo>
                      <a:cubicBezTo>
                        <a:pt x="19053" y="10051"/>
                        <a:pt x="18783" y="10238"/>
                        <a:pt x="18332" y="9598"/>
                      </a:cubicBezTo>
                      <a:cubicBezTo>
                        <a:pt x="17866" y="8958"/>
                        <a:pt x="17610" y="8272"/>
                        <a:pt x="18257" y="7679"/>
                      </a:cubicBezTo>
                      <a:cubicBezTo>
                        <a:pt x="18918" y="7101"/>
                        <a:pt x="19700" y="6695"/>
                        <a:pt x="19775" y="5946"/>
                      </a:cubicBezTo>
                      <a:cubicBezTo>
                        <a:pt x="19835" y="5197"/>
                        <a:pt x="19189" y="4620"/>
                        <a:pt x="19309" y="4323"/>
                      </a:cubicBezTo>
                      <a:cubicBezTo>
                        <a:pt x="19444" y="4042"/>
                        <a:pt x="19249" y="3574"/>
                        <a:pt x="18858" y="3231"/>
                      </a:cubicBezTo>
                      <a:cubicBezTo>
                        <a:pt x="18452" y="2887"/>
                        <a:pt x="17340" y="3168"/>
                        <a:pt x="17340" y="2310"/>
                      </a:cubicBezTo>
                      <a:cubicBezTo>
                        <a:pt x="17340" y="1436"/>
                        <a:pt x="17806" y="1030"/>
                        <a:pt x="17205" y="687"/>
                      </a:cubicBezTo>
                      <a:cubicBezTo>
                        <a:pt x="16618" y="343"/>
                        <a:pt x="16558" y="218"/>
                        <a:pt x="16092" y="749"/>
                      </a:cubicBezTo>
                      <a:cubicBezTo>
                        <a:pt x="15641" y="1264"/>
                        <a:pt x="15837" y="2076"/>
                        <a:pt x="15175" y="1732"/>
                      </a:cubicBezTo>
                      <a:cubicBezTo>
                        <a:pt x="14514" y="1373"/>
                        <a:pt x="14319" y="1092"/>
                        <a:pt x="14589" y="921"/>
                      </a:cubicBezTo>
                      <a:cubicBezTo>
                        <a:pt x="14845" y="749"/>
                        <a:pt x="14709" y="218"/>
                        <a:pt x="14258" y="390"/>
                      </a:cubicBezTo>
                      <a:cubicBezTo>
                        <a:pt x="13792" y="577"/>
                        <a:pt x="13928" y="921"/>
                        <a:pt x="13206" y="1202"/>
                      </a:cubicBezTo>
                      <a:cubicBezTo>
                        <a:pt x="12485" y="1498"/>
                        <a:pt x="12019" y="1732"/>
                        <a:pt x="11568" y="1264"/>
                      </a:cubicBezTo>
                      <a:cubicBezTo>
                        <a:pt x="11102" y="796"/>
                        <a:pt x="11372" y="281"/>
                        <a:pt x="10320" y="453"/>
                      </a:cubicBezTo>
                      <a:cubicBezTo>
                        <a:pt x="9268" y="624"/>
                        <a:pt x="8742" y="577"/>
                        <a:pt x="8351" y="343"/>
                      </a:cubicBezTo>
                      <a:cubicBezTo>
                        <a:pt x="7960" y="109"/>
                        <a:pt x="7359" y="0"/>
                        <a:pt x="6773" y="0"/>
                      </a:cubicBezTo>
                      <a:cubicBezTo>
                        <a:pt x="6187" y="0"/>
                        <a:pt x="4939" y="172"/>
                        <a:pt x="5390" y="624"/>
                      </a:cubicBezTo>
                      <a:cubicBezTo>
                        <a:pt x="5856" y="1092"/>
                        <a:pt x="6382" y="2138"/>
                        <a:pt x="5660" y="2076"/>
                      </a:cubicBezTo>
                      <a:cubicBezTo>
                        <a:pt x="4939" y="2013"/>
                        <a:pt x="4744" y="1670"/>
                        <a:pt x="4413" y="1966"/>
                      </a:cubicBezTo>
                      <a:cubicBezTo>
                        <a:pt x="4082" y="2247"/>
                        <a:pt x="3812" y="1264"/>
                        <a:pt x="3225" y="1561"/>
                      </a:cubicBezTo>
                      <a:cubicBezTo>
                        <a:pt x="2639" y="1842"/>
                        <a:pt x="1843" y="2138"/>
                        <a:pt x="1587" y="2716"/>
                      </a:cubicBezTo>
                      <a:cubicBezTo>
                        <a:pt x="1316" y="3293"/>
                        <a:pt x="1121" y="3574"/>
                        <a:pt x="1121" y="4386"/>
                      </a:cubicBezTo>
                      <a:cubicBezTo>
                        <a:pt x="1121" y="5197"/>
                        <a:pt x="1256" y="6009"/>
                        <a:pt x="1512" y="6414"/>
                      </a:cubicBezTo>
                      <a:cubicBezTo>
                        <a:pt x="1782" y="6820"/>
                        <a:pt x="1061" y="6883"/>
                        <a:pt x="1452" y="7335"/>
                      </a:cubicBezTo>
                      <a:cubicBezTo>
                        <a:pt x="1843" y="7803"/>
                        <a:pt x="1978" y="7741"/>
                        <a:pt x="1782" y="8318"/>
                      </a:cubicBezTo>
                      <a:cubicBezTo>
                        <a:pt x="1587" y="8896"/>
                        <a:pt x="1647" y="9068"/>
                        <a:pt x="1978" y="9598"/>
                      </a:cubicBezTo>
                      <a:cubicBezTo>
                        <a:pt x="2308" y="10113"/>
                        <a:pt x="2699" y="10628"/>
                        <a:pt x="2173" y="10753"/>
                      </a:cubicBezTo>
                      <a:cubicBezTo>
                        <a:pt x="1647" y="10862"/>
                        <a:pt x="865" y="11393"/>
                        <a:pt x="535" y="11799"/>
                      </a:cubicBezTo>
                      <a:cubicBezTo>
                        <a:pt x="204" y="12205"/>
                        <a:pt x="-322" y="12314"/>
                        <a:pt x="264" y="12548"/>
                      </a:cubicBezTo>
                      <a:cubicBezTo>
                        <a:pt x="865" y="12782"/>
                        <a:pt x="670" y="12080"/>
                        <a:pt x="1316" y="12205"/>
                      </a:cubicBezTo>
                      <a:cubicBezTo>
                        <a:pt x="1978" y="12314"/>
                        <a:pt x="2639" y="11736"/>
                        <a:pt x="2699" y="12423"/>
                      </a:cubicBezTo>
                      <a:cubicBezTo>
                        <a:pt x="2759" y="13125"/>
                        <a:pt x="2835" y="13297"/>
                        <a:pt x="2504" y="13469"/>
                      </a:cubicBezTo>
                      <a:cubicBezTo>
                        <a:pt x="2173" y="13640"/>
                        <a:pt x="2444" y="13875"/>
                        <a:pt x="2639" y="14171"/>
                      </a:cubicBezTo>
                      <a:cubicBezTo>
                        <a:pt x="2835" y="14452"/>
                        <a:pt x="2699" y="14343"/>
                        <a:pt x="2444" y="14686"/>
                      </a:cubicBezTo>
                      <a:cubicBezTo>
                        <a:pt x="2173" y="15029"/>
                        <a:pt x="2564" y="15669"/>
                        <a:pt x="2699" y="15841"/>
                      </a:cubicBezTo>
                      <a:cubicBezTo>
                        <a:pt x="2759" y="15919"/>
                        <a:pt x="2850" y="16075"/>
                        <a:pt x="2895" y="16262"/>
                      </a:cubicBezTo>
                      <a:cubicBezTo>
                        <a:pt x="3255" y="16278"/>
                        <a:pt x="3616" y="16325"/>
                        <a:pt x="3721" y="16528"/>
                      </a:cubicBezTo>
                      <a:cubicBezTo>
                        <a:pt x="3917" y="16918"/>
                        <a:pt x="4413" y="16699"/>
                        <a:pt x="4458" y="16262"/>
                      </a:cubicBezTo>
                      <a:cubicBezTo>
                        <a:pt x="4503" y="15825"/>
                        <a:pt x="4894" y="14749"/>
                        <a:pt x="5345" y="15482"/>
                      </a:cubicBezTo>
                      <a:cubicBezTo>
                        <a:pt x="5781" y="16216"/>
                        <a:pt x="5044" y="16387"/>
                        <a:pt x="6322" y="16169"/>
                      </a:cubicBezTo>
                      <a:cubicBezTo>
                        <a:pt x="6863" y="15560"/>
                        <a:pt x="6923" y="15779"/>
                        <a:pt x="7013" y="15357"/>
                      </a:cubicBezTo>
                      <a:cubicBezTo>
                        <a:pt x="7119" y="14920"/>
                        <a:pt x="7269" y="14873"/>
                        <a:pt x="7660" y="14967"/>
                      </a:cubicBezTo>
                      <a:cubicBezTo>
                        <a:pt x="8050" y="15045"/>
                        <a:pt x="8201" y="15092"/>
                        <a:pt x="8396" y="14920"/>
                      </a:cubicBezTo>
                      <a:cubicBezTo>
                        <a:pt x="8592" y="14749"/>
                        <a:pt x="8637" y="14390"/>
                        <a:pt x="9133" y="14577"/>
                      </a:cubicBezTo>
                      <a:cubicBezTo>
                        <a:pt x="9629" y="14749"/>
                        <a:pt x="10020" y="14702"/>
                        <a:pt x="9779" y="15170"/>
                      </a:cubicBezTo>
                      <a:cubicBezTo>
                        <a:pt x="9524" y="15654"/>
                        <a:pt x="9238" y="16216"/>
                        <a:pt x="9719" y="16216"/>
                      </a:cubicBezTo>
                      <a:cubicBezTo>
                        <a:pt x="10215" y="16216"/>
                        <a:pt x="10410" y="16138"/>
                        <a:pt x="10365" y="16653"/>
                      </a:cubicBezTo>
                      <a:cubicBezTo>
                        <a:pt x="10320" y="17168"/>
                        <a:pt x="10666" y="17870"/>
                        <a:pt x="9779" y="18557"/>
                      </a:cubicBezTo>
                      <a:cubicBezTo>
                        <a:pt x="8892" y="19259"/>
                        <a:pt x="8892" y="19555"/>
                        <a:pt x="9584" y="19555"/>
                      </a:cubicBezTo>
                      <a:cubicBezTo>
                        <a:pt x="10275" y="19555"/>
                        <a:pt x="10756" y="19306"/>
                        <a:pt x="10906" y="19774"/>
                      </a:cubicBezTo>
                      <a:cubicBezTo>
                        <a:pt x="11057" y="20258"/>
                        <a:pt x="11012" y="21600"/>
                        <a:pt x="11598" y="21116"/>
                      </a:cubicBezTo>
                      <a:cubicBezTo>
                        <a:pt x="12184" y="20648"/>
                        <a:pt x="12034" y="20508"/>
                        <a:pt x="12440" y="20601"/>
                      </a:cubicBezTo>
                      <a:cubicBezTo>
                        <a:pt x="12725" y="20664"/>
                        <a:pt x="12695" y="20492"/>
                        <a:pt x="13086" y="20632"/>
                      </a:cubicBezTo>
                      <a:cubicBezTo>
                        <a:pt x="13101" y="20539"/>
                        <a:pt x="13206" y="20492"/>
                        <a:pt x="13567" y="20476"/>
                      </a:cubicBezTo>
                      <a:cubicBezTo>
                        <a:pt x="13868" y="20445"/>
                        <a:pt x="13988" y="20476"/>
                        <a:pt x="13822" y="20008"/>
                      </a:cubicBezTo>
                      <a:cubicBezTo>
                        <a:pt x="13672" y="19540"/>
                        <a:pt x="13372" y="19259"/>
                        <a:pt x="13898" y="19056"/>
                      </a:cubicBezTo>
                      <a:cubicBezTo>
                        <a:pt x="14424" y="18853"/>
                        <a:pt x="14754" y="18557"/>
                        <a:pt x="15566" y="18962"/>
                      </a:cubicBezTo>
                      <a:cubicBezTo>
                        <a:pt x="16393" y="19368"/>
                        <a:pt x="16528" y="19868"/>
                        <a:pt x="16754" y="19056"/>
                      </a:cubicBezTo>
                      <a:cubicBezTo>
                        <a:pt x="16979" y="18245"/>
                        <a:pt x="16167" y="18104"/>
                        <a:pt x="16648" y="17870"/>
                      </a:cubicBezTo>
                      <a:cubicBezTo>
                        <a:pt x="17144" y="17636"/>
                        <a:pt x="17280" y="17136"/>
                        <a:pt x="17565" y="17121"/>
                      </a:cubicBezTo>
                      <a:cubicBezTo>
                        <a:pt x="17866" y="17090"/>
                        <a:pt x="17806" y="17230"/>
                        <a:pt x="18197" y="17433"/>
                      </a:cubicBezTo>
                      <a:cubicBezTo>
                        <a:pt x="18587" y="17636"/>
                        <a:pt x="18663" y="17901"/>
                        <a:pt x="19219" y="17698"/>
                      </a:cubicBezTo>
                      <a:cubicBezTo>
                        <a:pt x="19655" y="17527"/>
                        <a:pt x="20030" y="17371"/>
                        <a:pt x="20466" y="17043"/>
                      </a:cubicBezTo>
                      <a:cubicBezTo>
                        <a:pt x="20286" y="16777"/>
                        <a:pt x="20121" y="16465"/>
                        <a:pt x="20166" y="16075"/>
                      </a:cubicBezTo>
                      <a:cubicBezTo>
                        <a:pt x="20226" y="15435"/>
                        <a:pt x="19775" y="15154"/>
                        <a:pt x="20496" y="14624"/>
                      </a:cubicBezTo>
                      <a:cubicBezTo>
                        <a:pt x="21218" y="14109"/>
                        <a:pt x="21278" y="14171"/>
                        <a:pt x="20887" y="1381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75" name="Shape">
                  <a:extLst>
                    <a:ext uri="{FF2B5EF4-FFF2-40B4-BE49-F238E27FC236}">
                      <a16:creationId xmlns:a16="http://schemas.microsoft.com/office/drawing/2014/main" id="{D7535431-16DD-435E-9B84-57DA8D302A5A}"/>
                    </a:ext>
                  </a:extLst>
                </p:cNvPr>
                <p:cNvSpPr/>
                <p:nvPr/>
              </p:nvSpPr>
              <p:spPr>
                <a:xfrm>
                  <a:off x="3531822" y="4454802"/>
                  <a:ext cx="1593719" cy="14111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43" h="21416" extrusionOk="0">
                      <a:moveTo>
                        <a:pt x="21219" y="15031"/>
                      </a:moveTo>
                      <a:cubicBezTo>
                        <a:pt x="21467" y="14917"/>
                        <a:pt x="21448" y="14690"/>
                        <a:pt x="21438" y="14359"/>
                      </a:cubicBezTo>
                      <a:cubicBezTo>
                        <a:pt x="21419" y="14028"/>
                        <a:pt x="21324" y="13883"/>
                        <a:pt x="21105" y="13583"/>
                      </a:cubicBezTo>
                      <a:cubicBezTo>
                        <a:pt x="20886" y="13272"/>
                        <a:pt x="20762" y="13603"/>
                        <a:pt x="20495" y="13666"/>
                      </a:cubicBezTo>
                      <a:cubicBezTo>
                        <a:pt x="20228" y="13717"/>
                        <a:pt x="20180" y="13593"/>
                        <a:pt x="20028" y="13407"/>
                      </a:cubicBezTo>
                      <a:cubicBezTo>
                        <a:pt x="19875" y="13221"/>
                        <a:pt x="19856" y="13314"/>
                        <a:pt x="19627" y="13562"/>
                      </a:cubicBezTo>
                      <a:cubicBezTo>
                        <a:pt x="19389" y="13810"/>
                        <a:pt x="18970" y="13407"/>
                        <a:pt x="18893" y="13272"/>
                      </a:cubicBezTo>
                      <a:cubicBezTo>
                        <a:pt x="18808" y="13148"/>
                        <a:pt x="18760" y="13045"/>
                        <a:pt x="18703" y="12776"/>
                      </a:cubicBezTo>
                      <a:cubicBezTo>
                        <a:pt x="18636" y="12497"/>
                        <a:pt x="18121" y="12610"/>
                        <a:pt x="17892" y="12600"/>
                      </a:cubicBezTo>
                      <a:cubicBezTo>
                        <a:pt x="17654" y="12590"/>
                        <a:pt x="17721" y="12600"/>
                        <a:pt x="17654" y="12817"/>
                      </a:cubicBezTo>
                      <a:cubicBezTo>
                        <a:pt x="17597" y="13034"/>
                        <a:pt x="17387" y="12931"/>
                        <a:pt x="17206" y="12466"/>
                      </a:cubicBezTo>
                      <a:cubicBezTo>
                        <a:pt x="17120" y="12269"/>
                        <a:pt x="17187" y="12083"/>
                        <a:pt x="17292" y="11938"/>
                      </a:cubicBezTo>
                      <a:cubicBezTo>
                        <a:pt x="17149" y="11845"/>
                        <a:pt x="17111" y="11700"/>
                        <a:pt x="17320" y="11514"/>
                      </a:cubicBezTo>
                      <a:cubicBezTo>
                        <a:pt x="17692" y="11162"/>
                        <a:pt x="17816" y="10707"/>
                        <a:pt x="17568" y="10479"/>
                      </a:cubicBezTo>
                      <a:cubicBezTo>
                        <a:pt x="17320" y="10252"/>
                        <a:pt x="16777" y="9983"/>
                        <a:pt x="16777" y="9714"/>
                      </a:cubicBezTo>
                      <a:cubicBezTo>
                        <a:pt x="16777" y="9445"/>
                        <a:pt x="16444" y="9176"/>
                        <a:pt x="16777" y="8710"/>
                      </a:cubicBezTo>
                      <a:cubicBezTo>
                        <a:pt x="17111" y="8255"/>
                        <a:pt x="17149" y="8255"/>
                        <a:pt x="17320" y="8028"/>
                      </a:cubicBezTo>
                      <a:cubicBezTo>
                        <a:pt x="17483" y="7790"/>
                        <a:pt x="17483" y="7490"/>
                        <a:pt x="17320" y="7334"/>
                      </a:cubicBezTo>
                      <a:cubicBezTo>
                        <a:pt x="17149" y="7179"/>
                        <a:pt x="17111" y="6910"/>
                        <a:pt x="16863" y="6869"/>
                      </a:cubicBezTo>
                      <a:cubicBezTo>
                        <a:pt x="16606" y="6838"/>
                        <a:pt x="16444" y="7221"/>
                        <a:pt x="16320" y="7107"/>
                      </a:cubicBezTo>
                      <a:cubicBezTo>
                        <a:pt x="16196" y="6983"/>
                        <a:pt x="15938" y="6910"/>
                        <a:pt x="15938" y="7138"/>
                      </a:cubicBezTo>
                      <a:cubicBezTo>
                        <a:pt x="15938" y="7376"/>
                        <a:pt x="15614" y="7334"/>
                        <a:pt x="15357" y="7138"/>
                      </a:cubicBezTo>
                      <a:cubicBezTo>
                        <a:pt x="15109" y="6952"/>
                        <a:pt x="14947" y="6486"/>
                        <a:pt x="15147" y="6372"/>
                      </a:cubicBezTo>
                      <a:cubicBezTo>
                        <a:pt x="15357" y="6259"/>
                        <a:pt x="15443" y="6217"/>
                        <a:pt x="15195" y="5990"/>
                      </a:cubicBezTo>
                      <a:cubicBezTo>
                        <a:pt x="14947" y="5762"/>
                        <a:pt x="14861" y="5990"/>
                        <a:pt x="15195" y="5534"/>
                      </a:cubicBezTo>
                      <a:cubicBezTo>
                        <a:pt x="15528" y="5069"/>
                        <a:pt x="15614" y="4614"/>
                        <a:pt x="15776" y="4955"/>
                      </a:cubicBezTo>
                      <a:cubicBezTo>
                        <a:pt x="15938" y="5297"/>
                        <a:pt x="15938" y="5566"/>
                        <a:pt x="16234" y="5266"/>
                      </a:cubicBezTo>
                      <a:cubicBezTo>
                        <a:pt x="16529" y="4955"/>
                        <a:pt x="15900" y="4800"/>
                        <a:pt x="16529" y="4955"/>
                      </a:cubicBezTo>
                      <a:cubicBezTo>
                        <a:pt x="17149" y="5110"/>
                        <a:pt x="17197" y="5152"/>
                        <a:pt x="17654" y="5069"/>
                      </a:cubicBezTo>
                      <a:cubicBezTo>
                        <a:pt x="18112" y="4997"/>
                        <a:pt x="18274" y="4955"/>
                        <a:pt x="18522" y="4914"/>
                      </a:cubicBezTo>
                      <a:cubicBezTo>
                        <a:pt x="18779" y="4883"/>
                        <a:pt x="18817" y="4231"/>
                        <a:pt x="18855" y="3921"/>
                      </a:cubicBezTo>
                      <a:cubicBezTo>
                        <a:pt x="18903" y="3610"/>
                        <a:pt x="18779" y="3310"/>
                        <a:pt x="18607" y="3228"/>
                      </a:cubicBezTo>
                      <a:cubicBezTo>
                        <a:pt x="18445" y="3155"/>
                        <a:pt x="18188" y="3000"/>
                        <a:pt x="18064" y="3228"/>
                      </a:cubicBezTo>
                      <a:cubicBezTo>
                        <a:pt x="17940" y="3455"/>
                        <a:pt x="17568" y="3807"/>
                        <a:pt x="17197" y="3724"/>
                      </a:cubicBezTo>
                      <a:cubicBezTo>
                        <a:pt x="16815" y="3652"/>
                        <a:pt x="16405" y="3455"/>
                        <a:pt x="16606" y="3269"/>
                      </a:cubicBezTo>
                      <a:cubicBezTo>
                        <a:pt x="16815" y="3072"/>
                        <a:pt x="16691" y="2772"/>
                        <a:pt x="16482" y="2576"/>
                      </a:cubicBezTo>
                      <a:cubicBezTo>
                        <a:pt x="16272" y="2390"/>
                        <a:pt x="16272" y="2193"/>
                        <a:pt x="16358" y="2079"/>
                      </a:cubicBezTo>
                      <a:cubicBezTo>
                        <a:pt x="16444" y="1966"/>
                        <a:pt x="16653" y="1655"/>
                        <a:pt x="16234" y="1697"/>
                      </a:cubicBezTo>
                      <a:cubicBezTo>
                        <a:pt x="15814" y="1738"/>
                        <a:pt x="14899" y="1852"/>
                        <a:pt x="15281" y="2121"/>
                      </a:cubicBezTo>
                      <a:cubicBezTo>
                        <a:pt x="15652" y="2390"/>
                        <a:pt x="15528" y="2659"/>
                        <a:pt x="15195" y="2731"/>
                      </a:cubicBezTo>
                      <a:cubicBezTo>
                        <a:pt x="14861" y="2803"/>
                        <a:pt x="14194" y="3000"/>
                        <a:pt x="14404" y="3269"/>
                      </a:cubicBezTo>
                      <a:cubicBezTo>
                        <a:pt x="14613" y="3538"/>
                        <a:pt x="14566" y="3921"/>
                        <a:pt x="14318" y="4190"/>
                      </a:cubicBezTo>
                      <a:cubicBezTo>
                        <a:pt x="14070" y="4459"/>
                        <a:pt x="13946" y="5028"/>
                        <a:pt x="13565" y="5069"/>
                      </a:cubicBezTo>
                      <a:cubicBezTo>
                        <a:pt x="13193" y="5110"/>
                        <a:pt x="13107" y="5338"/>
                        <a:pt x="13155" y="5679"/>
                      </a:cubicBezTo>
                      <a:cubicBezTo>
                        <a:pt x="13193" y="6031"/>
                        <a:pt x="13069" y="6145"/>
                        <a:pt x="13317" y="6569"/>
                      </a:cubicBezTo>
                      <a:cubicBezTo>
                        <a:pt x="13565" y="6983"/>
                        <a:pt x="13612" y="7521"/>
                        <a:pt x="13317" y="7790"/>
                      </a:cubicBezTo>
                      <a:cubicBezTo>
                        <a:pt x="13031" y="8059"/>
                        <a:pt x="12612" y="8141"/>
                        <a:pt x="12573" y="8028"/>
                      </a:cubicBezTo>
                      <a:cubicBezTo>
                        <a:pt x="12526" y="7903"/>
                        <a:pt x="12402" y="7448"/>
                        <a:pt x="12068" y="7831"/>
                      </a:cubicBezTo>
                      <a:cubicBezTo>
                        <a:pt x="11735" y="8214"/>
                        <a:pt x="11277" y="8555"/>
                        <a:pt x="10905" y="8524"/>
                      </a:cubicBezTo>
                      <a:cubicBezTo>
                        <a:pt x="10534" y="8483"/>
                        <a:pt x="10076" y="8172"/>
                        <a:pt x="10028" y="8059"/>
                      </a:cubicBezTo>
                      <a:cubicBezTo>
                        <a:pt x="9990" y="7945"/>
                        <a:pt x="10114" y="7562"/>
                        <a:pt x="9742" y="7334"/>
                      </a:cubicBezTo>
                      <a:cubicBezTo>
                        <a:pt x="9361" y="7107"/>
                        <a:pt x="9781" y="6641"/>
                        <a:pt x="9361" y="6331"/>
                      </a:cubicBezTo>
                      <a:cubicBezTo>
                        <a:pt x="8951" y="6031"/>
                        <a:pt x="9027" y="5876"/>
                        <a:pt x="8904" y="5452"/>
                      </a:cubicBezTo>
                      <a:cubicBezTo>
                        <a:pt x="8780" y="5028"/>
                        <a:pt x="8236" y="4417"/>
                        <a:pt x="7950" y="4107"/>
                      </a:cubicBezTo>
                      <a:cubicBezTo>
                        <a:pt x="7655" y="3807"/>
                        <a:pt x="6826" y="3879"/>
                        <a:pt x="6578" y="3424"/>
                      </a:cubicBezTo>
                      <a:cubicBezTo>
                        <a:pt x="6320" y="2959"/>
                        <a:pt x="6158" y="2772"/>
                        <a:pt x="6406" y="2503"/>
                      </a:cubicBezTo>
                      <a:cubicBezTo>
                        <a:pt x="6654" y="2234"/>
                        <a:pt x="6530" y="2079"/>
                        <a:pt x="6282" y="1966"/>
                      </a:cubicBezTo>
                      <a:cubicBezTo>
                        <a:pt x="6034" y="1852"/>
                        <a:pt x="5739" y="2079"/>
                        <a:pt x="5663" y="2307"/>
                      </a:cubicBezTo>
                      <a:cubicBezTo>
                        <a:pt x="5577" y="2545"/>
                        <a:pt x="5281" y="2659"/>
                        <a:pt x="5033" y="2772"/>
                      </a:cubicBezTo>
                      <a:cubicBezTo>
                        <a:pt x="4786" y="2886"/>
                        <a:pt x="4452" y="3072"/>
                        <a:pt x="4366" y="2307"/>
                      </a:cubicBezTo>
                      <a:cubicBezTo>
                        <a:pt x="4280" y="1541"/>
                        <a:pt x="4328" y="1086"/>
                        <a:pt x="4328" y="703"/>
                      </a:cubicBezTo>
                      <a:cubicBezTo>
                        <a:pt x="4328" y="445"/>
                        <a:pt x="4328" y="238"/>
                        <a:pt x="4137" y="0"/>
                      </a:cubicBezTo>
                      <a:cubicBezTo>
                        <a:pt x="4118" y="21"/>
                        <a:pt x="4099" y="31"/>
                        <a:pt x="4080" y="52"/>
                      </a:cubicBezTo>
                      <a:cubicBezTo>
                        <a:pt x="3785" y="238"/>
                        <a:pt x="3537" y="10"/>
                        <a:pt x="3537" y="434"/>
                      </a:cubicBezTo>
                      <a:cubicBezTo>
                        <a:pt x="3537" y="848"/>
                        <a:pt x="3947" y="734"/>
                        <a:pt x="3537" y="848"/>
                      </a:cubicBezTo>
                      <a:cubicBezTo>
                        <a:pt x="3117" y="972"/>
                        <a:pt x="2994" y="734"/>
                        <a:pt x="2994" y="1159"/>
                      </a:cubicBezTo>
                      <a:cubicBezTo>
                        <a:pt x="2994" y="1583"/>
                        <a:pt x="3117" y="2121"/>
                        <a:pt x="3079" y="2462"/>
                      </a:cubicBezTo>
                      <a:cubicBezTo>
                        <a:pt x="3032" y="2803"/>
                        <a:pt x="2955" y="3000"/>
                        <a:pt x="2622" y="2845"/>
                      </a:cubicBezTo>
                      <a:cubicBezTo>
                        <a:pt x="2288" y="2690"/>
                        <a:pt x="2450" y="2234"/>
                        <a:pt x="2040" y="2731"/>
                      </a:cubicBezTo>
                      <a:cubicBezTo>
                        <a:pt x="1964" y="2814"/>
                        <a:pt x="1907" y="2886"/>
                        <a:pt x="1859" y="2948"/>
                      </a:cubicBezTo>
                      <a:cubicBezTo>
                        <a:pt x="1888" y="3083"/>
                        <a:pt x="1897" y="3259"/>
                        <a:pt x="1955" y="3497"/>
                      </a:cubicBezTo>
                      <a:cubicBezTo>
                        <a:pt x="2078" y="4076"/>
                        <a:pt x="2078" y="3962"/>
                        <a:pt x="2164" y="4231"/>
                      </a:cubicBezTo>
                      <a:cubicBezTo>
                        <a:pt x="2241" y="4500"/>
                        <a:pt x="2288" y="4459"/>
                        <a:pt x="2660" y="4107"/>
                      </a:cubicBezTo>
                      <a:cubicBezTo>
                        <a:pt x="3032" y="3766"/>
                        <a:pt x="2832" y="4303"/>
                        <a:pt x="3117" y="4531"/>
                      </a:cubicBezTo>
                      <a:cubicBezTo>
                        <a:pt x="3413" y="4769"/>
                        <a:pt x="3156" y="5152"/>
                        <a:pt x="3241" y="5648"/>
                      </a:cubicBezTo>
                      <a:cubicBezTo>
                        <a:pt x="3327" y="6145"/>
                        <a:pt x="3365" y="6300"/>
                        <a:pt x="3327" y="6724"/>
                      </a:cubicBezTo>
                      <a:cubicBezTo>
                        <a:pt x="3289" y="7138"/>
                        <a:pt x="3079" y="7759"/>
                        <a:pt x="3079" y="8141"/>
                      </a:cubicBezTo>
                      <a:cubicBezTo>
                        <a:pt x="3079" y="8524"/>
                        <a:pt x="2832" y="8524"/>
                        <a:pt x="3079" y="8907"/>
                      </a:cubicBezTo>
                      <a:cubicBezTo>
                        <a:pt x="3327" y="9290"/>
                        <a:pt x="2450" y="9021"/>
                        <a:pt x="2412" y="9290"/>
                      </a:cubicBezTo>
                      <a:cubicBezTo>
                        <a:pt x="2364" y="9559"/>
                        <a:pt x="2241" y="9672"/>
                        <a:pt x="1869" y="9631"/>
                      </a:cubicBezTo>
                      <a:cubicBezTo>
                        <a:pt x="1497" y="9600"/>
                        <a:pt x="1621" y="10210"/>
                        <a:pt x="1373" y="10397"/>
                      </a:cubicBezTo>
                      <a:cubicBezTo>
                        <a:pt x="1116" y="10593"/>
                        <a:pt x="620" y="10779"/>
                        <a:pt x="620" y="11245"/>
                      </a:cubicBezTo>
                      <a:cubicBezTo>
                        <a:pt x="620" y="11700"/>
                        <a:pt x="372" y="11700"/>
                        <a:pt x="124" y="11855"/>
                      </a:cubicBezTo>
                      <a:cubicBezTo>
                        <a:pt x="-133" y="12010"/>
                        <a:pt x="77" y="12321"/>
                        <a:pt x="162" y="12548"/>
                      </a:cubicBezTo>
                      <a:cubicBezTo>
                        <a:pt x="248" y="12776"/>
                        <a:pt x="582" y="12972"/>
                        <a:pt x="534" y="13241"/>
                      </a:cubicBezTo>
                      <a:cubicBezTo>
                        <a:pt x="496" y="13510"/>
                        <a:pt x="77" y="13428"/>
                        <a:pt x="124" y="13893"/>
                      </a:cubicBezTo>
                      <a:cubicBezTo>
                        <a:pt x="162" y="14348"/>
                        <a:pt x="868" y="13738"/>
                        <a:pt x="1163" y="13469"/>
                      </a:cubicBezTo>
                      <a:cubicBezTo>
                        <a:pt x="1449" y="13200"/>
                        <a:pt x="1783" y="13386"/>
                        <a:pt x="2117" y="13469"/>
                      </a:cubicBezTo>
                      <a:cubicBezTo>
                        <a:pt x="2450" y="13541"/>
                        <a:pt x="2832" y="13510"/>
                        <a:pt x="3117" y="13314"/>
                      </a:cubicBezTo>
                      <a:cubicBezTo>
                        <a:pt x="3413" y="13117"/>
                        <a:pt x="3241" y="13655"/>
                        <a:pt x="3032" y="13893"/>
                      </a:cubicBezTo>
                      <a:cubicBezTo>
                        <a:pt x="2832" y="14121"/>
                        <a:pt x="2994" y="14348"/>
                        <a:pt x="3203" y="14617"/>
                      </a:cubicBezTo>
                      <a:cubicBezTo>
                        <a:pt x="3413" y="14886"/>
                        <a:pt x="3117" y="15155"/>
                        <a:pt x="3413" y="15310"/>
                      </a:cubicBezTo>
                      <a:cubicBezTo>
                        <a:pt x="3699" y="15466"/>
                        <a:pt x="3327" y="15693"/>
                        <a:pt x="3451" y="15879"/>
                      </a:cubicBezTo>
                      <a:cubicBezTo>
                        <a:pt x="3575" y="16076"/>
                        <a:pt x="3909" y="16190"/>
                        <a:pt x="4080" y="16117"/>
                      </a:cubicBezTo>
                      <a:cubicBezTo>
                        <a:pt x="4242" y="16034"/>
                        <a:pt x="4538" y="15993"/>
                        <a:pt x="4824" y="16262"/>
                      </a:cubicBezTo>
                      <a:cubicBezTo>
                        <a:pt x="5119" y="16531"/>
                        <a:pt x="4910" y="16686"/>
                        <a:pt x="4662" y="16914"/>
                      </a:cubicBezTo>
                      <a:cubicBezTo>
                        <a:pt x="4404" y="17152"/>
                        <a:pt x="4452" y="17266"/>
                        <a:pt x="4490" y="17566"/>
                      </a:cubicBezTo>
                      <a:cubicBezTo>
                        <a:pt x="4538" y="17876"/>
                        <a:pt x="4080" y="18414"/>
                        <a:pt x="4033" y="18683"/>
                      </a:cubicBezTo>
                      <a:cubicBezTo>
                        <a:pt x="3994" y="18952"/>
                        <a:pt x="4700" y="18683"/>
                        <a:pt x="4948" y="18838"/>
                      </a:cubicBezTo>
                      <a:cubicBezTo>
                        <a:pt x="5196" y="18993"/>
                        <a:pt x="5491" y="19024"/>
                        <a:pt x="5787" y="19024"/>
                      </a:cubicBezTo>
                      <a:cubicBezTo>
                        <a:pt x="6072" y="19024"/>
                        <a:pt x="6034" y="19334"/>
                        <a:pt x="5863" y="19603"/>
                      </a:cubicBezTo>
                      <a:cubicBezTo>
                        <a:pt x="5701" y="19872"/>
                        <a:pt x="5863" y="19945"/>
                        <a:pt x="6158" y="19986"/>
                      </a:cubicBezTo>
                      <a:cubicBezTo>
                        <a:pt x="6454" y="20028"/>
                        <a:pt x="6454" y="20214"/>
                        <a:pt x="6454" y="20441"/>
                      </a:cubicBezTo>
                      <a:cubicBezTo>
                        <a:pt x="6454" y="20679"/>
                        <a:pt x="6702" y="20679"/>
                        <a:pt x="6826" y="20410"/>
                      </a:cubicBezTo>
                      <a:cubicBezTo>
                        <a:pt x="6949" y="20141"/>
                        <a:pt x="7073" y="20369"/>
                        <a:pt x="7369" y="20597"/>
                      </a:cubicBezTo>
                      <a:cubicBezTo>
                        <a:pt x="7655" y="20824"/>
                        <a:pt x="8036" y="20255"/>
                        <a:pt x="8408" y="19986"/>
                      </a:cubicBezTo>
                      <a:cubicBezTo>
                        <a:pt x="8780" y="19717"/>
                        <a:pt x="8989" y="19945"/>
                        <a:pt x="8951" y="20059"/>
                      </a:cubicBezTo>
                      <a:cubicBezTo>
                        <a:pt x="8904" y="20172"/>
                        <a:pt x="9075" y="20752"/>
                        <a:pt x="9285" y="21176"/>
                      </a:cubicBezTo>
                      <a:cubicBezTo>
                        <a:pt x="9485" y="21600"/>
                        <a:pt x="9571" y="21362"/>
                        <a:pt x="9819" y="21217"/>
                      </a:cubicBezTo>
                      <a:cubicBezTo>
                        <a:pt x="10076" y="21062"/>
                        <a:pt x="10238" y="21362"/>
                        <a:pt x="10572" y="21331"/>
                      </a:cubicBezTo>
                      <a:cubicBezTo>
                        <a:pt x="10905" y="21290"/>
                        <a:pt x="10657" y="21021"/>
                        <a:pt x="10486" y="20638"/>
                      </a:cubicBezTo>
                      <a:cubicBezTo>
                        <a:pt x="10324" y="20255"/>
                        <a:pt x="10534" y="20328"/>
                        <a:pt x="10572" y="20059"/>
                      </a:cubicBezTo>
                      <a:cubicBezTo>
                        <a:pt x="10610" y="19790"/>
                        <a:pt x="10152" y="19179"/>
                        <a:pt x="10076" y="18952"/>
                      </a:cubicBezTo>
                      <a:cubicBezTo>
                        <a:pt x="9990" y="18724"/>
                        <a:pt x="9904" y="18341"/>
                        <a:pt x="10114" y="18031"/>
                      </a:cubicBezTo>
                      <a:cubicBezTo>
                        <a:pt x="10324" y="17721"/>
                        <a:pt x="10486" y="17762"/>
                        <a:pt x="10572" y="17917"/>
                      </a:cubicBezTo>
                      <a:cubicBezTo>
                        <a:pt x="10657" y="18072"/>
                        <a:pt x="10657" y="18145"/>
                        <a:pt x="10781" y="18031"/>
                      </a:cubicBezTo>
                      <a:cubicBezTo>
                        <a:pt x="10905" y="17917"/>
                        <a:pt x="10991" y="17990"/>
                        <a:pt x="11363" y="18103"/>
                      </a:cubicBezTo>
                      <a:cubicBezTo>
                        <a:pt x="11735" y="18217"/>
                        <a:pt x="11573" y="17990"/>
                        <a:pt x="11944" y="17534"/>
                      </a:cubicBezTo>
                      <a:cubicBezTo>
                        <a:pt x="12316" y="17069"/>
                        <a:pt x="12488" y="17152"/>
                        <a:pt x="12735" y="17266"/>
                      </a:cubicBezTo>
                      <a:cubicBezTo>
                        <a:pt x="12983" y="17379"/>
                        <a:pt x="13241" y="17690"/>
                        <a:pt x="13527" y="17876"/>
                      </a:cubicBezTo>
                      <a:cubicBezTo>
                        <a:pt x="13822" y="18072"/>
                        <a:pt x="14108" y="17648"/>
                        <a:pt x="14280" y="17224"/>
                      </a:cubicBezTo>
                      <a:cubicBezTo>
                        <a:pt x="14442" y="16800"/>
                        <a:pt x="14613" y="17183"/>
                        <a:pt x="14737" y="17379"/>
                      </a:cubicBezTo>
                      <a:cubicBezTo>
                        <a:pt x="14861" y="17566"/>
                        <a:pt x="15071" y="17421"/>
                        <a:pt x="15147" y="17069"/>
                      </a:cubicBezTo>
                      <a:cubicBezTo>
                        <a:pt x="15233" y="16728"/>
                        <a:pt x="15652" y="17452"/>
                        <a:pt x="15938" y="17648"/>
                      </a:cubicBezTo>
                      <a:cubicBezTo>
                        <a:pt x="16234" y="17834"/>
                        <a:pt x="16148" y="17183"/>
                        <a:pt x="16272" y="16997"/>
                      </a:cubicBezTo>
                      <a:cubicBezTo>
                        <a:pt x="16405" y="16800"/>
                        <a:pt x="16729" y="17038"/>
                        <a:pt x="16863" y="17152"/>
                      </a:cubicBezTo>
                      <a:cubicBezTo>
                        <a:pt x="16987" y="17266"/>
                        <a:pt x="17235" y="17183"/>
                        <a:pt x="17397" y="16997"/>
                      </a:cubicBezTo>
                      <a:cubicBezTo>
                        <a:pt x="17568" y="16800"/>
                        <a:pt x="17778" y="16800"/>
                        <a:pt x="18064" y="16645"/>
                      </a:cubicBezTo>
                      <a:cubicBezTo>
                        <a:pt x="18359" y="16500"/>
                        <a:pt x="18150" y="16417"/>
                        <a:pt x="18150" y="16117"/>
                      </a:cubicBezTo>
                      <a:cubicBezTo>
                        <a:pt x="18150" y="15807"/>
                        <a:pt x="18359" y="15807"/>
                        <a:pt x="18693" y="15807"/>
                      </a:cubicBezTo>
                      <a:cubicBezTo>
                        <a:pt x="19027" y="15807"/>
                        <a:pt x="19027" y="15693"/>
                        <a:pt x="19275" y="15424"/>
                      </a:cubicBezTo>
                      <a:cubicBezTo>
                        <a:pt x="19522" y="15155"/>
                        <a:pt x="19570" y="15610"/>
                        <a:pt x="19818" y="15807"/>
                      </a:cubicBezTo>
                      <a:cubicBezTo>
                        <a:pt x="19818" y="15807"/>
                        <a:pt x="19827" y="15817"/>
                        <a:pt x="19827" y="15817"/>
                      </a:cubicBezTo>
                      <a:cubicBezTo>
                        <a:pt x="20037" y="15559"/>
                        <a:pt x="20314" y="15341"/>
                        <a:pt x="20399" y="15134"/>
                      </a:cubicBezTo>
                      <a:cubicBezTo>
                        <a:pt x="20533" y="14845"/>
                        <a:pt x="20962" y="15145"/>
                        <a:pt x="21219" y="1503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76" name="Shape">
                  <a:extLst>
                    <a:ext uri="{FF2B5EF4-FFF2-40B4-BE49-F238E27FC236}">
                      <a16:creationId xmlns:a16="http://schemas.microsoft.com/office/drawing/2014/main" id="{8A449AE2-12D9-46BA-B147-2CC31E648090}"/>
                    </a:ext>
                  </a:extLst>
                </p:cNvPr>
                <p:cNvSpPr/>
                <p:nvPr/>
              </p:nvSpPr>
              <p:spPr>
                <a:xfrm>
                  <a:off x="4807855" y="4896356"/>
                  <a:ext cx="1395043" cy="87636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95" h="21399" extrusionOk="0">
                      <a:moveTo>
                        <a:pt x="21427" y="7844"/>
                      </a:moveTo>
                      <a:cubicBezTo>
                        <a:pt x="21307" y="7444"/>
                        <a:pt x="21023" y="7511"/>
                        <a:pt x="21110" y="7012"/>
                      </a:cubicBezTo>
                      <a:cubicBezTo>
                        <a:pt x="21165" y="6762"/>
                        <a:pt x="21110" y="6612"/>
                        <a:pt x="21121" y="6512"/>
                      </a:cubicBezTo>
                      <a:cubicBezTo>
                        <a:pt x="20837" y="6363"/>
                        <a:pt x="20859" y="6546"/>
                        <a:pt x="20652" y="6479"/>
                      </a:cubicBezTo>
                      <a:cubicBezTo>
                        <a:pt x="20357" y="6379"/>
                        <a:pt x="20466" y="6529"/>
                        <a:pt x="20040" y="7028"/>
                      </a:cubicBezTo>
                      <a:cubicBezTo>
                        <a:pt x="19614" y="7544"/>
                        <a:pt x="19647" y="6113"/>
                        <a:pt x="19538" y="5597"/>
                      </a:cubicBezTo>
                      <a:cubicBezTo>
                        <a:pt x="19428" y="5098"/>
                        <a:pt x="19079" y="5364"/>
                        <a:pt x="18577" y="5364"/>
                      </a:cubicBezTo>
                      <a:cubicBezTo>
                        <a:pt x="18074" y="5364"/>
                        <a:pt x="18074" y="5048"/>
                        <a:pt x="18719" y="4299"/>
                      </a:cubicBezTo>
                      <a:cubicBezTo>
                        <a:pt x="19363" y="3567"/>
                        <a:pt x="19112" y="2818"/>
                        <a:pt x="19145" y="2269"/>
                      </a:cubicBezTo>
                      <a:cubicBezTo>
                        <a:pt x="19177" y="1720"/>
                        <a:pt x="19035" y="1803"/>
                        <a:pt x="18675" y="1803"/>
                      </a:cubicBezTo>
                      <a:cubicBezTo>
                        <a:pt x="18326" y="1803"/>
                        <a:pt x="18533" y="1204"/>
                        <a:pt x="18719" y="688"/>
                      </a:cubicBezTo>
                      <a:cubicBezTo>
                        <a:pt x="18893" y="189"/>
                        <a:pt x="18609" y="239"/>
                        <a:pt x="18249" y="56"/>
                      </a:cubicBezTo>
                      <a:cubicBezTo>
                        <a:pt x="17889" y="-144"/>
                        <a:pt x="17856" y="239"/>
                        <a:pt x="17714" y="422"/>
                      </a:cubicBezTo>
                      <a:cubicBezTo>
                        <a:pt x="17572" y="605"/>
                        <a:pt x="17463" y="555"/>
                        <a:pt x="17179" y="472"/>
                      </a:cubicBezTo>
                      <a:cubicBezTo>
                        <a:pt x="16895" y="372"/>
                        <a:pt x="16786" y="422"/>
                        <a:pt x="16709" y="888"/>
                      </a:cubicBezTo>
                      <a:cubicBezTo>
                        <a:pt x="16644" y="1337"/>
                        <a:pt x="16600" y="1104"/>
                        <a:pt x="16207" y="1753"/>
                      </a:cubicBezTo>
                      <a:cubicBezTo>
                        <a:pt x="15279" y="1986"/>
                        <a:pt x="15814" y="1803"/>
                        <a:pt x="15497" y="1021"/>
                      </a:cubicBezTo>
                      <a:cubicBezTo>
                        <a:pt x="15170" y="239"/>
                        <a:pt x="14886" y="1387"/>
                        <a:pt x="14853" y="1853"/>
                      </a:cubicBezTo>
                      <a:cubicBezTo>
                        <a:pt x="14820" y="2319"/>
                        <a:pt x="14460" y="2552"/>
                        <a:pt x="14318" y="2136"/>
                      </a:cubicBezTo>
                      <a:cubicBezTo>
                        <a:pt x="14241" y="1919"/>
                        <a:pt x="13979" y="1870"/>
                        <a:pt x="13717" y="1853"/>
                      </a:cubicBezTo>
                      <a:cubicBezTo>
                        <a:pt x="13761" y="2086"/>
                        <a:pt x="13750" y="2352"/>
                        <a:pt x="13619" y="2635"/>
                      </a:cubicBezTo>
                      <a:cubicBezTo>
                        <a:pt x="13390" y="3201"/>
                        <a:pt x="13248" y="3384"/>
                        <a:pt x="13051" y="3134"/>
                      </a:cubicBezTo>
                      <a:cubicBezTo>
                        <a:pt x="12866" y="2885"/>
                        <a:pt x="12341" y="2818"/>
                        <a:pt x="12341" y="3317"/>
                      </a:cubicBezTo>
                      <a:cubicBezTo>
                        <a:pt x="12341" y="3817"/>
                        <a:pt x="12811" y="4249"/>
                        <a:pt x="12341" y="4249"/>
                      </a:cubicBezTo>
                      <a:cubicBezTo>
                        <a:pt x="11861" y="4249"/>
                        <a:pt x="11664" y="4000"/>
                        <a:pt x="11577" y="4432"/>
                      </a:cubicBezTo>
                      <a:cubicBezTo>
                        <a:pt x="11479" y="4865"/>
                        <a:pt x="11337" y="4981"/>
                        <a:pt x="10998" y="4682"/>
                      </a:cubicBezTo>
                      <a:cubicBezTo>
                        <a:pt x="10671" y="4366"/>
                        <a:pt x="10234" y="4482"/>
                        <a:pt x="10146" y="4915"/>
                      </a:cubicBezTo>
                      <a:cubicBezTo>
                        <a:pt x="10048" y="5348"/>
                        <a:pt x="10190" y="5730"/>
                        <a:pt x="9852" y="5847"/>
                      </a:cubicBezTo>
                      <a:cubicBezTo>
                        <a:pt x="9524" y="5963"/>
                        <a:pt x="9524" y="6579"/>
                        <a:pt x="9240" y="6146"/>
                      </a:cubicBezTo>
                      <a:cubicBezTo>
                        <a:pt x="8945" y="5730"/>
                        <a:pt x="8858" y="5481"/>
                        <a:pt x="8661" y="5664"/>
                      </a:cubicBezTo>
                      <a:cubicBezTo>
                        <a:pt x="8476" y="5847"/>
                        <a:pt x="8137" y="5847"/>
                        <a:pt x="7951" y="5298"/>
                      </a:cubicBezTo>
                      <a:cubicBezTo>
                        <a:pt x="7755" y="4732"/>
                        <a:pt x="7853" y="4249"/>
                        <a:pt x="7427" y="4865"/>
                      </a:cubicBezTo>
                      <a:cubicBezTo>
                        <a:pt x="6990" y="5481"/>
                        <a:pt x="7132" y="5963"/>
                        <a:pt x="6608" y="6030"/>
                      </a:cubicBezTo>
                      <a:cubicBezTo>
                        <a:pt x="6084" y="6096"/>
                        <a:pt x="5898" y="6346"/>
                        <a:pt x="5658" y="6712"/>
                      </a:cubicBezTo>
                      <a:cubicBezTo>
                        <a:pt x="5418" y="7078"/>
                        <a:pt x="4708" y="6895"/>
                        <a:pt x="4708" y="7511"/>
                      </a:cubicBezTo>
                      <a:cubicBezTo>
                        <a:pt x="4708" y="8127"/>
                        <a:pt x="4468" y="8809"/>
                        <a:pt x="4086" y="8443"/>
                      </a:cubicBezTo>
                      <a:cubicBezTo>
                        <a:pt x="3704" y="8060"/>
                        <a:pt x="3365" y="7827"/>
                        <a:pt x="3081" y="7877"/>
                      </a:cubicBezTo>
                      <a:cubicBezTo>
                        <a:pt x="2797" y="7944"/>
                        <a:pt x="2459" y="7195"/>
                        <a:pt x="2076" y="7261"/>
                      </a:cubicBezTo>
                      <a:cubicBezTo>
                        <a:pt x="1694" y="7328"/>
                        <a:pt x="1651" y="7577"/>
                        <a:pt x="1465" y="7944"/>
                      </a:cubicBezTo>
                      <a:cubicBezTo>
                        <a:pt x="1268" y="8310"/>
                        <a:pt x="1170" y="8626"/>
                        <a:pt x="700" y="8626"/>
                      </a:cubicBezTo>
                      <a:cubicBezTo>
                        <a:pt x="482" y="8626"/>
                        <a:pt x="275" y="8559"/>
                        <a:pt x="144" y="8443"/>
                      </a:cubicBezTo>
                      <a:cubicBezTo>
                        <a:pt x="23" y="8676"/>
                        <a:pt x="-53" y="8975"/>
                        <a:pt x="45" y="9291"/>
                      </a:cubicBezTo>
                      <a:cubicBezTo>
                        <a:pt x="253" y="10040"/>
                        <a:pt x="493" y="10207"/>
                        <a:pt x="559" y="9857"/>
                      </a:cubicBezTo>
                      <a:cubicBezTo>
                        <a:pt x="635" y="9508"/>
                        <a:pt x="559" y="9491"/>
                        <a:pt x="832" y="9508"/>
                      </a:cubicBezTo>
                      <a:cubicBezTo>
                        <a:pt x="1094" y="9524"/>
                        <a:pt x="1683" y="9341"/>
                        <a:pt x="1760" y="9791"/>
                      </a:cubicBezTo>
                      <a:cubicBezTo>
                        <a:pt x="1825" y="10223"/>
                        <a:pt x="1880" y="10390"/>
                        <a:pt x="1978" y="10589"/>
                      </a:cubicBezTo>
                      <a:cubicBezTo>
                        <a:pt x="2066" y="10806"/>
                        <a:pt x="2546" y="11455"/>
                        <a:pt x="2819" y="11055"/>
                      </a:cubicBezTo>
                      <a:cubicBezTo>
                        <a:pt x="3081" y="10656"/>
                        <a:pt x="3103" y="10506"/>
                        <a:pt x="3278" y="10806"/>
                      </a:cubicBezTo>
                      <a:cubicBezTo>
                        <a:pt x="3452" y="11105"/>
                        <a:pt x="3507" y="11305"/>
                        <a:pt x="3813" y="11222"/>
                      </a:cubicBezTo>
                      <a:cubicBezTo>
                        <a:pt x="4118" y="11122"/>
                        <a:pt x="4260" y="10589"/>
                        <a:pt x="4512" y="11089"/>
                      </a:cubicBezTo>
                      <a:cubicBezTo>
                        <a:pt x="4763" y="11571"/>
                        <a:pt x="4872" y="11804"/>
                        <a:pt x="4894" y="12337"/>
                      </a:cubicBezTo>
                      <a:cubicBezTo>
                        <a:pt x="4905" y="12869"/>
                        <a:pt x="4927" y="13235"/>
                        <a:pt x="4643" y="13418"/>
                      </a:cubicBezTo>
                      <a:cubicBezTo>
                        <a:pt x="4348" y="13601"/>
                        <a:pt x="3856" y="13119"/>
                        <a:pt x="3704" y="13585"/>
                      </a:cubicBezTo>
                      <a:cubicBezTo>
                        <a:pt x="3605" y="13918"/>
                        <a:pt x="3289" y="14267"/>
                        <a:pt x="3048" y="14683"/>
                      </a:cubicBezTo>
                      <a:cubicBezTo>
                        <a:pt x="3332" y="14966"/>
                        <a:pt x="3562" y="14866"/>
                        <a:pt x="3889" y="15465"/>
                      </a:cubicBezTo>
                      <a:cubicBezTo>
                        <a:pt x="4228" y="16081"/>
                        <a:pt x="4370" y="15648"/>
                        <a:pt x="4610" y="15349"/>
                      </a:cubicBezTo>
                      <a:cubicBezTo>
                        <a:pt x="4850" y="15033"/>
                        <a:pt x="5036" y="15465"/>
                        <a:pt x="5276" y="15781"/>
                      </a:cubicBezTo>
                      <a:cubicBezTo>
                        <a:pt x="5516" y="16081"/>
                        <a:pt x="5702" y="16081"/>
                        <a:pt x="5898" y="15781"/>
                      </a:cubicBezTo>
                      <a:cubicBezTo>
                        <a:pt x="6084" y="15465"/>
                        <a:pt x="6423" y="15715"/>
                        <a:pt x="6707" y="15898"/>
                      </a:cubicBezTo>
                      <a:cubicBezTo>
                        <a:pt x="6990" y="16081"/>
                        <a:pt x="6707" y="16763"/>
                        <a:pt x="6423" y="17129"/>
                      </a:cubicBezTo>
                      <a:cubicBezTo>
                        <a:pt x="6139" y="17495"/>
                        <a:pt x="6182" y="17745"/>
                        <a:pt x="6368" y="17995"/>
                      </a:cubicBezTo>
                      <a:cubicBezTo>
                        <a:pt x="6565" y="18244"/>
                        <a:pt x="6608" y="18744"/>
                        <a:pt x="6750" y="19043"/>
                      </a:cubicBezTo>
                      <a:cubicBezTo>
                        <a:pt x="6903" y="19359"/>
                        <a:pt x="6849" y="19659"/>
                        <a:pt x="7089" y="19592"/>
                      </a:cubicBezTo>
                      <a:cubicBezTo>
                        <a:pt x="7329" y="19542"/>
                        <a:pt x="7569" y="19725"/>
                        <a:pt x="7809" y="20158"/>
                      </a:cubicBezTo>
                      <a:cubicBezTo>
                        <a:pt x="8039" y="20591"/>
                        <a:pt x="8803" y="20774"/>
                        <a:pt x="9142" y="21073"/>
                      </a:cubicBezTo>
                      <a:cubicBezTo>
                        <a:pt x="9469" y="21389"/>
                        <a:pt x="9852" y="20591"/>
                        <a:pt x="10092" y="20707"/>
                      </a:cubicBezTo>
                      <a:cubicBezTo>
                        <a:pt x="10201" y="20757"/>
                        <a:pt x="10408" y="21040"/>
                        <a:pt x="10605" y="21323"/>
                      </a:cubicBezTo>
                      <a:cubicBezTo>
                        <a:pt x="10823" y="20857"/>
                        <a:pt x="11009" y="20890"/>
                        <a:pt x="11577" y="20890"/>
                      </a:cubicBezTo>
                      <a:cubicBezTo>
                        <a:pt x="12243" y="20890"/>
                        <a:pt x="12385" y="21073"/>
                        <a:pt x="12243" y="20458"/>
                      </a:cubicBezTo>
                      <a:cubicBezTo>
                        <a:pt x="12101" y="19842"/>
                        <a:pt x="12188" y="19293"/>
                        <a:pt x="12625" y="20158"/>
                      </a:cubicBezTo>
                      <a:cubicBezTo>
                        <a:pt x="13051" y="21023"/>
                        <a:pt x="12483" y="20641"/>
                        <a:pt x="13193" y="20707"/>
                      </a:cubicBezTo>
                      <a:cubicBezTo>
                        <a:pt x="13914" y="20774"/>
                        <a:pt x="13390" y="21323"/>
                        <a:pt x="14099" y="21389"/>
                      </a:cubicBezTo>
                      <a:cubicBezTo>
                        <a:pt x="14820" y="21456"/>
                        <a:pt x="15148" y="21140"/>
                        <a:pt x="15148" y="20890"/>
                      </a:cubicBezTo>
                      <a:cubicBezTo>
                        <a:pt x="15148" y="20641"/>
                        <a:pt x="15432" y="20091"/>
                        <a:pt x="15486" y="20641"/>
                      </a:cubicBezTo>
                      <a:cubicBezTo>
                        <a:pt x="15486" y="20707"/>
                        <a:pt x="15497" y="20757"/>
                        <a:pt x="15497" y="20807"/>
                      </a:cubicBezTo>
                      <a:cubicBezTo>
                        <a:pt x="15563" y="20607"/>
                        <a:pt x="15639" y="20408"/>
                        <a:pt x="15748" y="20341"/>
                      </a:cubicBezTo>
                      <a:cubicBezTo>
                        <a:pt x="15989" y="20191"/>
                        <a:pt x="16174" y="20058"/>
                        <a:pt x="16174" y="19725"/>
                      </a:cubicBezTo>
                      <a:cubicBezTo>
                        <a:pt x="16174" y="19376"/>
                        <a:pt x="16010" y="19226"/>
                        <a:pt x="16338" y="19226"/>
                      </a:cubicBezTo>
                      <a:cubicBezTo>
                        <a:pt x="16677" y="19226"/>
                        <a:pt x="17321" y="19442"/>
                        <a:pt x="17321" y="18744"/>
                      </a:cubicBezTo>
                      <a:cubicBezTo>
                        <a:pt x="17321" y="18028"/>
                        <a:pt x="17157" y="17529"/>
                        <a:pt x="17507" y="17812"/>
                      </a:cubicBezTo>
                      <a:cubicBezTo>
                        <a:pt x="17867" y="18095"/>
                        <a:pt x="18107" y="17995"/>
                        <a:pt x="18227" y="17595"/>
                      </a:cubicBezTo>
                      <a:cubicBezTo>
                        <a:pt x="18347" y="17196"/>
                        <a:pt x="18511" y="17196"/>
                        <a:pt x="18347" y="16830"/>
                      </a:cubicBezTo>
                      <a:cubicBezTo>
                        <a:pt x="18184" y="16447"/>
                        <a:pt x="18205" y="16148"/>
                        <a:pt x="18446" y="16014"/>
                      </a:cubicBezTo>
                      <a:cubicBezTo>
                        <a:pt x="18675" y="15898"/>
                        <a:pt x="19352" y="15499"/>
                        <a:pt x="19614" y="14999"/>
                      </a:cubicBezTo>
                      <a:cubicBezTo>
                        <a:pt x="19876" y="14517"/>
                        <a:pt x="20160" y="14334"/>
                        <a:pt x="20040" y="13768"/>
                      </a:cubicBezTo>
                      <a:cubicBezTo>
                        <a:pt x="19920" y="13219"/>
                        <a:pt x="19680" y="12037"/>
                        <a:pt x="20280" y="11189"/>
                      </a:cubicBezTo>
                      <a:cubicBezTo>
                        <a:pt x="20870" y="10323"/>
                        <a:pt x="21088" y="10506"/>
                        <a:pt x="21110" y="9824"/>
                      </a:cubicBezTo>
                      <a:cubicBezTo>
                        <a:pt x="21132" y="9142"/>
                        <a:pt x="21045" y="8776"/>
                        <a:pt x="21285" y="8559"/>
                      </a:cubicBezTo>
                      <a:cubicBezTo>
                        <a:pt x="21514" y="8343"/>
                        <a:pt x="21547" y="8243"/>
                        <a:pt x="21427" y="7844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77" name="Shape">
                  <a:extLst>
                    <a:ext uri="{FF2B5EF4-FFF2-40B4-BE49-F238E27FC236}">
                      <a16:creationId xmlns:a16="http://schemas.microsoft.com/office/drawing/2014/main" id="{16127160-3237-486F-8193-C41403D2A39E}"/>
                    </a:ext>
                  </a:extLst>
                </p:cNvPr>
                <p:cNvSpPr/>
                <p:nvPr/>
              </p:nvSpPr>
              <p:spPr>
                <a:xfrm>
                  <a:off x="4965881" y="2645862"/>
                  <a:ext cx="884028" cy="134853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47" h="21464" extrusionOk="0">
                      <a:moveTo>
                        <a:pt x="21037" y="16558"/>
                      </a:moveTo>
                      <a:cubicBezTo>
                        <a:pt x="20731" y="16254"/>
                        <a:pt x="19476" y="15712"/>
                        <a:pt x="19221" y="15235"/>
                      </a:cubicBezTo>
                      <a:cubicBezTo>
                        <a:pt x="18950" y="14747"/>
                        <a:pt x="18695" y="14552"/>
                        <a:pt x="18254" y="14248"/>
                      </a:cubicBezTo>
                      <a:cubicBezTo>
                        <a:pt x="17813" y="13945"/>
                        <a:pt x="17626" y="13630"/>
                        <a:pt x="17592" y="13023"/>
                      </a:cubicBezTo>
                      <a:cubicBezTo>
                        <a:pt x="17541" y="12427"/>
                        <a:pt x="17813" y="12036"/>
                        <a:pt x="18067" y="11657"/>
                      </a:cubicBezTo>
                      <a:cubicBezTo>
                        <a:pt x="18322" y="11277"/>
                        <a:pt x="18916" y="11017"/>
                        <a:pt x="18474" y="10377"/>
                      </a:cubicBezTo>
                      <a:cubicBezTo>
                        <a:pt x="18033" y="9727"/>
                        <a:pt x="17762" y="9629"/>
                        <a:pt x="17762" y="9249"/>
                      </a:cubicBezTo>
                      <a:cubicBezTo>
                        <a:pt x="17762" y="8870"/>
                        <a:pt x="17881" y="8165"/>
                        <a:pt x="17439" y="7883"/>
                      </a:cubicBezTo>
                      <a:cubicBezTo>
                        <a:pt x="16998" y="7601"/>
                        <a:pt x="17253" y="7200"/>
                        <a:pt x="17507" y="6918"/>
                      </a:cubicBezTo>
                      <a:cubicBezTo>
                        <a:pt x="17762" y="6636"/>
                        <a:pt x="18508" y="6690"/>
                        <a:pt x="18186" y="6398"/>
                      </a:cubicBezTo>
                      <a:cubicBezTo>
                        <a:pt x="17847" y="6094"/>
                        <a:pt x="17813" y="6029"/>
                        <a:pt x="18135" y="5855"/>
                      </a:cubicBezTo>
                      <a:cubicBezTo>
                        <a:pt x="18474" y="5671"/>
                        <a:pt x="18440" y="5465"/>
                        <a:pt x="18186" y="5270"/>
                      </a:cubicBezTo>
                      <a:cubicBezTo>
                        <a:pt x="17914" y="5064"/>
                        <a:pt x="16506" y="4283"/>
                        <a:pt x="17185" y="3904"/>
                      </a:cubicBezTo>
                      <a:cubicBezTo>
                        <a:pt x="17847" y="3524"/>
                        <a:pt x="18254" y="3557"/>
                        <a:pt x="18288" y="3036"/>
                      </a:cubicBezTo>
                      <a:cubicBezTo>
                        <a:pt x="18322" y="2516"/>
                        <a:pt x="18407" y="2559"/>
                        <a:pt x="18508" y="2158"/>
                      </a:cubicBezTo>
                      <a:cubicBezTo>
                        <a:pt x="18627" y="1746"/>
                        <a:pt x="18661" y="1605"/>
                        <a:pt x="18916" y="1431"/>
                      </a:cubicBezTo>
                      <a:cubicBezTo>
                        <a:pt x="19170" y="1247"/>
                        <a:pt x="19323" y="911"/>
                        <a:pt x="19068" y="705"/>
                      </a:cubicBezTo>
                      <a:cubicBezTo>
                        <a:pt x="18865" y="553"/>
                        <a:pt x="18508" y="271"/>
                        <a:pt x="18356" y="0"/>
                      </a:cubicBezTo>
                      <a:cubicBezTo>
                        <a:pt x="18254" y="11"/>
                        <a:pt x="18135" y="87"/>
                        <a:pt x="17948" y="260"/>
                      </a:cubicBezTo>
                      <a:cubicBezTo>
                        <a:pt x="17355" y="867"/>
                        <a:pt x="16998" y="987"/>
                        <a:pt x="16625" y="824"/>
                      </a:cubicBezTo>
                      <a:cubicBezTo>
                        <a:pt x="16252" y="661"/>
                        <a:pt x="15284" y="228"/>
                        <a:pt x="15284" y="510"/>
                      </a:cubicBezTo>
                      <a:cubicBezTo>
                        <a:pt x="15284" y="792"/>
                        <a:pt x="15437" y="943"/>
                        <a:pt x="14996" y="1193"/>
                      </a:cubicBezTo>
                      <a:cubicBezTo>
                        <a:pt x="14538" y="1431"/>
                        <a:pt x="13961" y="1475"/>
                        <a:pt x="14029" y="1876"/>
                      </a:cubicBezTo>
                      <a:cubicBezTo>
                        <a:pt x="14097" y="2277"/>
                        <a:pt x="15064" y="2798"/>
                        <a:pt x="13876" y="2873"/>
                      </a:cubicBezTo>
                      <a:cubicBezTo>
                        <a:pt x="12688" y="2960"/>
                        <a:pt x="12909" y="2960"/>
                        <a:pt x="12688" y="3275"/>
                      </a:cubicBezTo>
                      <a:cubicBezTo>
                        <a:pt x="12468" y="3600"/>
                        <a:pt x="11874" y="3839"/>
                        <a:pt x="11585" y="4120"/>
                      </a:cubicBezTo>
                      <a:cubicBezTo>
                        <a:pt x="11280" y="4402"/>
                        <a:pt x="10771" y="4522"/>
                        <a:pt x="10771" y="4923"/>
                      </a:cubicBezTo>
                      <a:cubicBezTo>
                        <a:pt x="10771" y="5324"/>
                        <a:pt x="10907" y="5487"/>
                        <a:pt x="10398" y="5487"/>
                      </a:cubicBezTo>
                      <a:cubicBezTo>
                        <a:pt x="9872" y="5487"/>
                        <a:pt x="9498" y="6007"/>
                        <a:pt x="9057" y="5725"/>
                      </a:cubicBezTo>
                      <a:cubicBezTo>
                        <a:pt x="8616" y="5443"/>
                        <a:pt x="8090" y="5086"/>
                        <a:pt x="7802" y="5324"/>
                      </a:cubicBezTo>
                      <a:cubicBezTo>
                        <a:pt x="7496" y="5573"/>
                        <a:pt x="6682" y="5443"/>
                        <a:pt x="6241" y="5443"/>
                      </a:cubicBezTo>
                      <a:cubicBezTo>
                        <a:pt x="6190" y="5443"/>
                        <a:pt x="6156" y="5443"/>
                        <a:pt x="6122" y="5433"/>
                      </a:cubicBezTo>
                      <a:cubicBezTo>
                        <a:pt x="5901" y="5628"/>
                        <a:pt x="5698" y="5769"/>
                        <a:pt x="5392" y="5910"/>
                      </a:cubicBezTo>
                      <a:cubicBezTo>
                        <a:pt x="4985" y="6094"/>
                        <a:pt x="5206" y="6213"/>
                        <a:pt x="5053" y="6452"/>
                      </a:cubicBezTo>
                      <a:cubicBezTo>
                        <a:pt x="4917" y="6690"/>
                        <a:pt x="4917" y="6755"/>
                        <a:pt x="5206" y="6994"/>
                      </a:cubicBezTo>
                      <a:cubicBezTo>
                        <a:pt x="5511" y="7233"/>
                        <a:pt x="5138" y="7363"/>
                        <a:pt x="5273" y="7634"/>
                      </a:cubicBezTo>
                      <a:cubicBezTo>
                        <a:pt x="5426" y="7916"/>
                        <a:pt x="6359" y="8024"/>
                        <a:pt x="7021" y="8100"/>
                      </a:cubicBezTo>
                      <a:cubicBezTo>
                        <a:pt x="7683" y="8176"/>
                        <a:pt x="7734" y="8241"/>
                        <a:pt x="8209" y="8501"/>
                      </a:cubicBezTo>
                      <a:cubicBezTo>
                        <a:pt x="8684" y="8761"/>
                        <a:pt x="9770" y="8827"/>
                        <a:pt x="10432" y="8946"/>
                      </a:cubicBezTo>
                      <a:cubicBezTo>
                        <a:pt x="11093" y="9065"/>
                        <a:pt x="10720" y="9412"/>
                        <a:pt x="10992" y="9770"/>
                      </a:cubicBezTo>
                      <a:cubicBezTo>
                        <a:pt x="11246" y="10128"/>
                        <a:pt x="10686" y="10171"/>
                        <a:pt x="10313" y="10475"/>
                      </a:cubicBezTo>
                      <a:cubicBezTo>
                        <a:pt x="9957" y="10778"/>
                        <a:pt x="10279" y="11017"/>
                        <a:pt x="10618" y="11255"/>
                      </a:cubicBezTo>
                      <a:cubicBezTo>
                        <a:pt x="10958" y="11494"/>
                        <a:pt x="11059" y="11602"/>
                        <a:pt x="10958" y="11873"/>
                      </a:cubicBezTo>
                      <a:cubicBezTo>
                        <a:pt x="10839" y="12155"/>
                        <a:pt x="9736" y="12177"/>
                        <a:pt x="9278" y="12145"/>
                      </a:cubicBezTo>
                      <a:cubicBezTo>
                        <a:pt x="8837" y="12101"/>
                        <a:pt x="8955" y="12080"/>
                        <a:pt x="8837" y="12220"/>
                      </a:cubicBezTo>
                      <a:cubicBezTo>
                        <a:pt x="8735" y="12361"/>
                        <a:pt x="8650" y="12340"/>
                        <a:pt x="8362" y="12220"/>
                      </a:cubicBezTo>
                      <a:cubicBezTo>
                        <a:pt x="8056" y="12101"/>
                        <a:pt x="8022" y="12242"/>
                        <a:pt x="7547" y="12318"/>
                      </a:cubicBezTo>
                      <a:cubicBezTo>
                        <a:pt x="7055" y="12405"/>
                        <a:pt x="7734" y="12600"/>
                        <a:pt x="7734" y="12969"/>
                      </a:cubicBezTo>
                      <a:cubicBezTo>
                        <a:pt x="7734" y="13327"/>
                        <a:pt x="7276" y="13110"/>
                        <a:pt x="6835" y="13110"/>
                      </a:cubicBezTo>
                      <a:cubicBezTo>
                        <a:pt x="6393" y="13110"/>
                        <a:pt x="6325" y="13251"/>
                        <a:pt x="5766" y="13283"/>
                      </a:cubicBezTo>
                      <a:cubicBezTo>
                        <a:pt x="5206" y="13327"/>
                        <a:pt x="4764" y="13088"/>
                        <a:pt x="4612" y="12882"/>
                      </a:cubicBezTo>
                      <a:cubicBezTo>
                        <a:pt x="4459" y="12687"/>
                        <a:pt x="3950" y="12784"/>
                        <a:pt x="3203" y="12828"/>
                      </a:cubicBezTo>
                      <a:cubicBezTo>
                        <a:pt x="2457" y="12860"/>
                        <a:pt x="2643" y="13251"/>
                        <a:pt x="2830" y="13424"/>
                      </a:cubicBezTo>
                      <a:cubicBezTo>
                        <a:pt x="3017" y="13608"/>
                        <a:pt x="2983" y="13771"/>
                        <a:pt x="2694" y="13847"/>
                      </a:cubicBezTo>
                      <a:cubicBezTo>
                        <a:pt x="2389" y="13934"/>
                        <a:pt x="2168" y="14151"/>
                        <a:pt x="2134" y="14313"/>
                      </a:cubicBezTo>
                      <a:cubicBezTo>
                        <a:pt x="2100" y="14476"/>
                        <a:pt x="2423" y="14476"/>
                        <a:pt x="2762" y="14433"/>
                      </a:cubicBezTo>
                      <a:cubicBezTo>
                        <a:pt x="3102" y="14389"/>
                        <a:pt x="3237" y="14617"/>
                        <a:pt x="3509" y="14769"/>
                      </a:cubicBezTo>
                      <a:cubicBezTo>
                        <a:pt x="3763" y="14931"/>
                        <a:pt x="3288" y="15116"/>
                        <a:pt x="3322" y="15354"/>
                      </a:cubicBezTo>
                      <a:cubicBezTo>
                        <a:pt x="3356" y="15593"/>
                        <a:pt x="3102" y="15593"/>
                        <a:pt x="2915" y="15777"/>
                      </a:cubicBezTo>
                      <a:cubicBezTo>
                        <a:pt x="2728" y="15961"/>
                        <a:pt x="2576" y="15983"/>
                        <a:pt x="2762" y="16059"/>
                      </a:cubicBezTo>
                      <a:cubicBezTo>
                        <a:pt x="2949" y="16135"/>
                        <a:pt x="3102" y="16243"/>
                        <a:pt x="2796" y="16417"/>
                      </a:cubicBezTo>
                      <a:cubicBezTo>
                        <a:pt x="2508" y="16601"/>
                        <a:pt x="2796" y="16536"/>
                        <a:pt x="3136" y="16699"/>
                      </a:cubicBezTo>
                      <a:cubicBezTo>
                        <a:pt x="3458" y="16861"/>
                        <a:pt x="3356" y="17024"/>
                        <a:pt x="2864" y="17046"/>
                      </a:cubicBezTo>
                      <a:cubicBezTo>
                        <a:pt x="2389" y="17067"/>
                        <a:pt x="2457" y="16937"/>
                        <a:pt x="2236" y="16818"/>
                      </a:cubicBezTo>
                      <a:cubicBezTo>
                        <a:pt x="2016" y="16699"/>
                        <a:pt x="1914" y="16861"/>
                        <a:pt x="1829" y="17002"/>
                      </a:cubicBezTo>
                      <a:cubicBezTo>
                        <a:pt x="1761" y="17143"/>
                        <a:pt x="1286" y="17002"/>
                        <a:pt x="1015" y="16959"/>
                      </a:cubicBezTo>
                      <a:cubicBezTo>
                        <a:pt x="760" y="16927"/>
                        <a:pt x="539" y="17122"/>
                        <a:pt x="132" y="17263"/>
                      </a:cubicBezTo>
                      <a:cubicBezTo>
                        <a:pt x="-275" y="17404"/>
                        <a:pt x="353" y="17523"/>
                        <a:pt x="760" y="17610"/>
                      </a:cubicBezTo>
                      <a:cubicBezTo>
                        <a:pt x="1167" y="17686"/>
                        <a:pt x="1133" y="17761"/>
                        <a:pt x="879" y="17946"/>
                      </a:cubicBezTo>
                      <a:cubicBezTo>
                        <a:pt x="607" y="18130"/>
                        <a:pt x="1133" y="18271"/>
                        <a:pt x="760" y="18412"/>
                      </a:cubicBezTo>
                      <a:cubicBezTo>
                        <a:pt x="556" y="18488"/>
                        <a:pt x="302" y="18661"/>
                        <a:pt x="132" y="18802"/>
                      </a:cubicBezTo>
                      <a:cubicBezTo>
                        <a:pt x="268" y="18802"/>
                        <a:pt x="387" y="18813"/>
                        <a:pt x="506" y="18813"/>
                      </a:cubicBezTo>
                      <a:cubicBezTo>
                        <a:pt x="1048" y="18813"/>
                        <a:pt x="1099" y="19171"/>
                        <a:pt x="1574" y="19518"/>
                      </a:cubicBezTo>
                      <a:cubicBezTo>
                        <a:pt x="2050" y="19854"/>
                        <a:pt x="2762" y="19594"/>
                        <a:pt x="3356" y="19399"/>
                      </a:cubicBezTo>
                      <a:cubicBezTo>
                        <a:pt x="3950" y="19193"/>
                        <a:pt x="4323" y="19280"/>
                        <a:pt x="5036" y="19258"/>
                      </a:cubicBezTo>
                      <a:cubicBezTo>
                        <a:pt x="5766" y="19225"/>
                        <a:pt x="5375" y="19551"/>
                        <a:pt x="5647" y="19767"/>
                      </a:cubicBezTo>
                      <a:cubicBezTo>
                        <a:pt x="5935" y="19973"/>
                        <a:pt x="6207" y="19854"/>
                        <a:pt x="6546" y="19767"/>
                      </a:cubicBezTo>
                      <a:cubicBezTo>
                        <a:pt x="6868" y="19681"/>
                        <a:pt x="6987" y="19702"/>
                        <a:pt x="7157" y="19887"/>
                      </a:cubicBezTo>
                      <a:cubicBezTo>
                        <a:pt x="7327" y="20071"/>
                        <a:pt x="7479" y="20071"/>
                        <a:pt x="7768" y="20006"/>
                      </a:cubicBezTo>
                      <a:cubicBezTo>
                        <a:pt x="8039" y="19952"/>
                        <a:pt x="8379" y="20245"/>
                        <a:pt x="8820" y="20494"/>
                      </a:cubicBezTo>
                      <a:cubicBezTo>
                        <a:pt x="9261" y="20733"/>
                        <a:pt x="9651" y="20548"/>
                        <a:pt x="10092" y="20342"/>
                      </a:cubicBezTo>
                      <a:cubicBezTo>
                        <a:pt x="10550" y="20125"/>
                        <a:pt x="10822" y="20342"/>
                        <a:pt x="11212" y="20342"/>
                      </a:cubicBezTo>
                      <a:cubicBezTo>
                        <a:pt x="11602" y="20342"/>
                        <a:pt x="11993" y="20548"/>
                        <a:pt x="12264" y="20733"/>
                      </a:cubicBezTo>
                      <a:cubicBezTo>
                        <a:pt x="12553" y="20917"/>
                        <a:pt x="12773" y="20939"/>
                        <a:pt x="13384" y="20917"/>
                      </a:cubicBezTo>
                      <a:cubicBezTo>
                        <a:pt x="13995" y="20884"/>
                        <a:pt x="13774" y="21004"/>
                        <a:pt x="14266" y="21307"/>
                      </a:cubicBezTo>
                      <a:cubicBezTo>
                        <a:pt x="14775" y="21600"/>
                        <a:pt x="15047" y="21427"/>
                        <a:pt x="15658" y="21242"/>
                      </a:cubicBezTo>
                      <a:cubicBezTo>
                        <a:pt x="15794" y="21199"/>
                        <a:pt x="15929" y="21188"/>
                        <a:pt x="16065" y="21166"/>
                      </a:cubicBezTo>
                      <a:cubicBezTo>
                        <a:pt x="16150" y="20993"/>
                        <a:pt x="16235" y="20798"/>
                        <a:pt x="16184" y="20700"/>
                      </a:cubicBezTo>
                      <a:cubicBezTo>
                        <a:pt x="16065" y="20505"/>
                        <a:pt x="15810" y="20320"/>
                        <a:pt x="15471" y="20158"/>
                      </a:cubicBezTo>
                      <a:cubicBezTo>
                        <a:pt x="15132" y="19995"/>
                        <a:pt x="15251" y="19919"/>
                        <a:pt x="15505" y="19692"/>
                      </a:cubicBezTo>
                      <a:cubicBezTo>
                        <a:pt x="15777" y="19475"/>
                        <a:pt x="15726" y="19171"/>
                        <a:pt x="16320" y="19193"/>
                      </a:cubicBezTo>
                      <a:cubicBezTo>
                        <a:pt x="16913" y="19214"/>
                        <a:pt x="17660" y="19236"/>
                        <a:pt x="17694" y="18998"/>
                      </a:cubicBezTo>
                      <a:cubicBezTo>
                        <a:pt x="17728" y="18748"/>
                        <a:pt x="17948" y="18390"/>
                        <a:pt x="17439" y="18369"/>
                      </a:cubicBezTo>
                      <a:cubicBezTo>
                        <a:pt x="16913" y="18347"/>
                        <a:pt x="16218" y="18412"/>
                        <a:pt x="16252" y="18206"/>
                      </a:cubicBezTo>
                      <a:cubicBezTo>
                        <a:pt x="16286" y="18011"/>
                        <a:pt x="16320" y="17827"/>
                        <a:pt x="15878" y="17827"/>
                      </a:cubicBezTo>
                      <a:cubicBezTo>
                        <a:pt x="15437" y="17827"/>
                        <a:pt x="15217" y="17751"/>
                        <a:pt x="15217" y="17631"/>
                      </a:cubicBezTo>
                      <a:cubicBezTo>
                        <a:pt x="15217" y="17501"/>
                        <a:pt x="15064" y="17263"/>
                        <a:pt x="16099" y="17349"/>
                      </a:cubicBezTo>
                      <a:cubicBezTo>
                        <a:pt x="17134" y="17425"/>
                        <a:pt x="17405" y="17208"/>
                        <a:pt x="17507" y="17382"/>
                      </a:cubicBezTo>
                      <a:cubicBezTo>
                        <a:pt x="17626" y="17566"/>
                        <a:pt x="17694" y="17566"/>
                        <a:pt x="18254" y="17566"/>
                      </a:cubicBezTo>
                      <a:cubicBezTo>
                        <a:pt x="18814" y="17566"/>
                        <a:pt x="18848" y="17219"/>
                        <a:pt x="19543" y="17425"/>
                      </a:cubicBezTo>
                      <a:cubicBezTo>
                        <a:pt x="20256" y="17631"/>
                        <a:pt x="20256" y="17501"/>
                        <a:pt x="20629" y="17263"/>
                      </a:cubicBezTo>
                      <a:cubicBezTo>
                        <a:pt x="21003" y="17024"/>
                        <a:pt x="21325" y="16861"/>
                        <a:pt x="21037" y="1655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78" name="Shape">
                  <a:extLst>
                    <a:ext uri="{FF2B5EF4-FFF2-40B4-BE49-F238E27FC236}">
                      <a16:creationId xmlns:a16="http://schemas.microsoft.com/office/drawing/2014/main" id="{D6272960-EBC6-4F47-A5EC-C74DC18D487D}"/>
                    </a:ext>
                  </a:extLst>
                </p:cNvPr>
                <p:cNvSpPr/>
                <p:nvPr/>
              </p:nvSpPr>
              <p:spPr>
                <a:xfrm>
                  <a:off x="4644558" y="4449421"/>
                  <a:ext cx="1054836" cy="800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68" h="21308" extrusionOk="0">
                      <a:moveTo>
                        <a:pt x="18054" y="3883"/>
                      </a:moveTo>
                      <a:cubicBezTo>
                        <a:pt x="17468" y="3575"/>
                        <a:pt x="17554" y="3212"/>
                        <a:pt x="17368" y="2776"/>
                      </a:cubicBezTo>
                      <a:cubicBezTo>
                        <a:pt x="17182" y="2340"/>
                        <a:pt x="16911" y="2304"/>
                        <a:pt x="16568" y="2231"/>
                      </a:cubicBezTo>
                      <a:cubicBezTo>
                        <a:pt x="16225" y="2159"/>
                        <a:pt x="16439" y="2104"/>
                        <a:pt x="16596" y="1796"/>
                      </a:cubicBezTo>
                      <a:cubicBezTo>
                        <a:pt x="16753" y="1487"/>
                        <a:pt x="16410" y="1360"/>
                        <a:pt x="16410" y="1088"/>
                      </a:cubicBezTo>
                      <a:cubicBezTo>
                        <a:pt x="16410" y="816"/>
                        <a:pt x="16282" y="507"/>
                        <a:pt x="15881" y="489"/>
                      </a:cubicBezTo>
                      <a:cubicBezTo>
                        <a:pt x="15467" y="453"/>
                        <a:pt x="15310" y="507"/>
                        <a:pt x="15067" y="888"/>
                      </a:cubicBezTo>
                      <a:cubicBezTo>
                        <a:pt x="14809" y="1251"/>
                        <a:pt x="14538" y="888"/>
                        <a:pt x="14466" y="543"/>
                      </a:cubicBezTo>
                      <a:cubicBezTo>
                        <a:pt x="14409" y="217"/>
                        <a:pt x="13995" y="108"/>
                        <a:pt x="13623" y="17"/>
                      </a:cubicBezTo>
                      <a:cubicBezTo>
                        <a:pt x="13251" y="-92"/>
                        <a:pt x="13037" y="344"/>
                        <a:pt x="13308" y="689"/>
                      </a:cubicBezTo>
                      <a:cubicBezTo>
                        <a:pt x="13594" y="1015"/>
                        <a:pt x="13466" y="1287"/>
                        <a:pt x="13280" y="1632"/>
                      </a:cubicBezTo>
                      <a:cubicBezTo>
                        <a:pt x="13094" y="1959"/>
                        <a:pt x="12879" y="1995"/>
                        <a:pt x="12408" y="1523"/>
                      </a:cubicBezTo>
                      <a:cubicBezTo>
                        <a:pt x="11936" y="1052"/>
                        <a:pt x="11593" y="1959"/>
                        <a:pt x="11035" y="2068"/>
                      </a:cubicBezTo>
                      <a:cubicBezTo>
                        <a:pt x="10478" y="2159"/>
                        <a:pt x="11035" y="2740"/>
                        <a:pt x="10635" y="3175"/>
                      </a:cubicBezTo>
                      <a:cubicBezTo>
                        <a:pt x="10221" y="3611"/>
                        <a:pt x="9663" y="3375"/>
                        <a:pt x="9220" y="3302"/>
                      </a:cubicBezTo>
                      <a:cubicBezTo>
                        <a:pt x="8791" y="3248"/>
                        <a:pt x="8691" y="2830"/>
                        <a:pt x="8291" y="2431"/>
                      </a:cubicBezTo>
                      <a:cubicBezTo>
                        <a:pt x="7876" y="2032"/>
                        <a:pt x="7976" y="2558"/>
                        <a:pt x="7762" y="2867"/>
                      </a:cubicBezTo>
                      <a:cubicBezTo>
                        <a:pt x="7533" y="3175"/>
                        <a:pt x="7233" y="3103"/>
                        <a:pt x="6976" y="3375"/>
                      </a:cubicBezTo>
                      <a:cubicBezTo>
                        <a:pt x="6733" y="3647"/>
                        <a:pt x="7033" y="4174"/>
                        <a:pt x="7419" y="4518"/>
                      </a:cubicBezTo>
                      <a:cubicBezTo>
                        <a:pt x="7790" y="4845"/>
                        <a:pt x="8105" y="5117"/>
                        <a:pt x="8691" y="5117"/>
                      </a:cubicBezTo>
                      <a:cubicBezTo>
                        <a:pt x="9291" y="5117"/>
                        <a:pt x="9005" y="5353"/>
                        <a:pt x="9034" y="5662"/>
                      </a:cubicBezTo>
                      <a:cubicBezTo>
                        <a:pt x="9063" y="5971"/>
                        <a:pt x="9263" y="6098"/>
                        <a:pt x="9477" y="6461"/>
                      </a:cubicBezTo>
                      <a:cubicBezTo>
                        <a:pt x="9692" y="6842"/>
                        <a:pt x="9291" y="6878"/>
                        <a:pt x="8905" y="6842"/>
                      </a:cubicBezTo>
                      <a:cubicBezTo>
                        <a:pt x="8534" y="6805"/>
                        <a:pt x="8348" y="6969"/>
                        <a:pt x="8005" y="6969"/>
                      </a:cubicBezTo>
                      <a:cubicBezTo>
                        <a:pt x="7662" y="6969"/>
                        <a:pt x="7662" y="7150"/>
                        <a:pt x="7290" y="7350"/>
                      </a:cubicBezTo>
                      <a:cubicBezTo>
                        <a:pt x="6918" y="7550"/>
                        <a:pt x="6733" y="7314"/>
                        <a:pt x="6532" y="7041"/>
                      </a:cubicBezTo>
                      <a:cubicBezTo>
                        <a:pt x="6347" y="6769"/>
                        <a:pt x="6261" y="6933"/>
                        <a:pt x="6075" y="7150"/>
                      </a:cubicBezTo>
                      <a:cubicBezTo>
                        <a:pt x="6018" y="7205"/>
                        <a:pt x="5918" y="7187"/>
                        <a:pt x="5818" y="7132"/>
                      </a:cubicBezTo>
                      <a:cubicBezTo>
                        <a:pt x="5746" y="7713"/>
                        <a:pt x="5675" y="8730"/>
                        <a:pt x="5317" y="8784"/>
                      </a:cubicBezTo>
                      <a:cubicBezTo>
                        <a:pt x="4946" y="8857"/>
                        <a:pt x="4703" y="8929"/>
                        <a:pt x="4016" y="9056"/>
                      </a:cubicBezTo>
                      <a:cubicBezTo>
                        <a:pt x="3330" y="9201"/>
                        <a:pt x="3259" y="9129"/>
                        <a:pt x="2330" y="8857"/>
                      </a:cubicBezTo>
                      <a:cubicBezTo>
                        <a:pt x="1386" y="8584"/>
                        <a:pt x="2330" y="8857"/>
                        <a:pt x="1887" y="9401"/>
                      </a:cubicBezTo>
                      <a:cubicBezTo>
                        <a:pt x="1443" y="9927"/>
                        <a:pt x="1443" y="9456"/>
                        <a:pt x="1200" y="8857"/>
                      </a:cubicBezTo>
                      <a:cubicBezTo>
                        <a:pt x="957" y="8258"/>
                        <a:pt x="829" y="9056"/>
                        <a:pt x="328" y="9873"/>
                      </a:cubicBezTo>
                      <a:cubicBezTo>
                        <a:pt x="-172" y="10672"/>
                        <a:pt x="-43" y="10272"/>
                        <a:pt x="328" y="10672"/>
                      </a:cubicBezTo>
                      <a:cubicBezTo>
                        <a:pt x="700" y="11071"/>
                        <a:pt x="571" y="11144"/>
                        <a:pt x="257" y="11343"/>
                      </a:cubicBezTo>
                      <a:cubicBezTo>
                        <a:pt x="-43" y="11543"/>
                        <a:pt x="200" y="12360"/>
                        <a:pt x="571" y="12686"/>
                      </a:cubicBezTo>
                      <a:cubicBezTo>
                        <a:pt x="957" y="13031"/>
                        <a:pt x="1443" y="13104"/>
                        <a:pt x="1443" y="12686"/>
                      </a:cubicBezTo>
                      <a:cubicBezTo>
                        <a:pt x="1443" y="12287"/>
                        <a:pt x="1829" y="12414"/>
                        <a:pt x="2015" y="12632"/>
                      </a:cubicBezTo>
                      <a:cubicBezTo>
                        <a:pt x="2201" y="12832"/>
                        <a:pt x="2444" y="12160"/>
                        <a:pt x="2830" y="12215"/>
                      </a:cubicBezTo>
                      <a:cubicBezTo>
                        <a:pt x="3202" y="12287"/>
                        <a:pt x="3259" y="12759"/>
                        <a:pt x="3516" y="13031"/>
                      </a:cubicBezTo>
                      <a:cubicBezTo>
                        <a:pt x="3759" y="13304"/>
                        <a:pt x="3759" y="13830"/>
                        <a:pt x="3516" y="14247"/>
                      </a:cubicBezTo>
                      <a:cubicBezTo>
                        <a:pt x="3259" y="14647"/>
                        <a:pt x="3202" y="14647"/>
                        <a:pt x="2701" y="15445"/>
                      </a:cubicBezTo>
                      <a:cubicBezTo>
                        <a:pt x="2201" y="16262"/>
                        <a:pt x="2701" y="16734"/>
                        <a:pt x="2701" y="17206"/>
                      </a:cubicBezTo>
                      <a:cubicBezTo>
                        <a:pt x="2701" y="17678"/>
                        <a:pt x="3516" y="18150"/>
                        <a:pt x="3888" y="18549"/>
                      </a:cubicBezTo>
                      <a:cubicBezTo>
                        <a:pt x="4260" y="18949"/>
                        <a:pt x="4074" y="19747"/>
                        <a:pt x="3516" y="20364"/>
                      </a:cubicBezTo>
                      <a:cubicBezTo>
                        <a:pt x="2944" y="20963"/>
                        <a:pt x="3573" y="21308"/>
                        <a:pt x="4202" y="21308"/>
                      </a:cubicBezTo>
                      <a:cubicBezTo>
                        <a:pt x="4817" y="21308"/>
                        <a:pt x="4946" y="20963"/>
                        <a:pt x="5203" y="20564"/>
                      </a:cubicBezTo>
                      <a:cubicBezTo>
                        <a:pt x="5446" y="20165"/>
                        <a:pt x="5503" y="19893"/>
                        <a:pt x="6004" y="19820"/>
                      </a:cubicBezTo>
                      <a:cubicBezTo>
                        <a:pt x="6504" y="19747"/>
                        <a:pt x="6947" y="20564"/>
                        <a:pt x="7319" y="20492"/>
                      </a:cubicBezTo>
                      <a:cubicBezTo>
                        <a:pt x="7690" y="20437"/>
                        <a:pt x="8133" y="20691"/>
                        <a:pt x="8634" y="21109"/>
                      </a:cubicBezTo>
                      <a:cubicBezTo>
                        <a:pt x="9134" y="21508"/>
                        <a:pt x="9449" y="20764"/>
                        <a:pt x="9449" y="20092"/>
                      </a:cubicBezTo>
                      <a:cubicBezTo>
                        <a:pt x="9449" y="19421"/>
                        <a:pt x="10378" y="19620"/>
                        <a:pt x="10692" y="19221"/>
                      </a:cubicBezTo>
                      <a:cubicBezTo>
                        <a:pt x="11007" y="18822"/>
                        <a:pt x="11250" y="18549"/>
                        <a:pt x="11936" y="18477"/>
                      </a:cubicBezTo>
                      <a:cubicBezTo>
                        <a:pt x="12622" y="18404"/>
                        <a:pt x="12436" y="17878"/>
                        <a:pt x="13008" y="17206"/>
                      </a:cubicBezTo>
                      <a:cubicBezTo>
                        <a:pt x="13566" y="16535"/>
                        <a:pt x="13437" y="17061"/>
                        <a:pt x="13694" y="17678"/>
                      </a:cubicBezTo>
                      <a:cubicBezTo>
                        <a:pt x="13937" y="18277"/>
                        <a:pt x="14380" y="18277"/>
                        <a:pt x="14623" y="18077"/>
                      </a:cubicBezTo>
                      <a:cubicBezTo>
                        <a:pt x="14881" y="17878"/>
                        <a:pt x="14995" y="18150"/>
                        <a:pt x="15381" y="18604"/>
                      </a:cubicBezTo>
                      <a:cubicBezTo>
                        <a:pt x="15753" y="19076"/>
                        <a:pt x="15753" y="18404"/>
                        <a:pt x="16182" y="18277"/>
                      </a:cubicBezTo>
                      <a:cubicBezTo>
                        <a:pt x="16625" y="18150"/>
                        <a:pt x="16439" y="17733"/>
                        <a:pt x="16568" y="17261"/>
                      </a:cubicBezTo>
                      <a:cubicBezTo>
                        <a:pt x="16682" y="16789"/>
                        <a:pt x="17254" y="16662"/>
                        <a:pt x="17683" y="17006"/>
                      </a:cubicBezTo>
                      <a:cubicBezTo>
                        <a:pt x="18126" y="17333"/>
                        <a:pt x="18312" y="17206"/>
                        <a:pt x="18440" y="16734"/>
                      </a:cubicBezTo>
                      <a:cubicBezTo>
                        <a:pt x="18555" y="16262"/>
                        <a:pt x="18812" y="16535"/>
                        <a:pt x="19441" y="16535"/>
                      </a:cubicBezTo>
                      <a:cubicBezTo>
                        <a:pt x="20056" y="16535"/>
                        <a:pt x="19441" y="16063"/>
                        <a:pt x="19441" y="15518"/>
                      </a:cubicBezTo>
                      <a:cubicBezTo>
                        <a:pt x="19441" y="14974"/>
                        <a:pt x="20127" y="15046"/>
                        <a:pt x="20370" y="15318"/>
                      </a:cubicBezTo>
                      <a:cubicBezTo>
                        <a:pt x="20627" y="15591"/>
                        <a:pt x="20813" y="15391"/>
                        <a:pt x="21114" y="14774"/>
                      </a:cubicBezTo>
                      <a:cubicBezTo>
                        <a:pt x="21428" y="14175"/>
                        <a:pt x="21185" y="13630"/>
                        <a:pt x="21056" y="13431"/>
                      </a:cubicBezTo>
                      <a:cubicBezTo>
                        <a:pt x="20928" y="13231"/>
                        <a:pt x="20556" y="12487"/>
                        <a:pt x="20813" y="12087"/>
                      </a:cubicBezTo>
                      <a:cubicBezTo>
                        <a:pt x="21056" y="11688"/>
                        <a:pt x="21185" y="11815"/>
                        <a:pt x="20999" y="11489"/>
                      </a:cubicBezTo>
                      <a:cubicBezTo>
                        <a:pt x="20813" y="11144"/>
                        <a:pt x="20556" y="10871"/>
                        <a:pt x="20870" y="10672"/>
                      </a:cubicBezTo>
                      <a:cubicBezTo>
                        <a:pt x="21185" y="10472"/>
                        <a:pt x="21114" y="10272"/>
                        <a:pt x="21056" y="9456"/>
                      </a:cubicBezTo>
                      <a:cubicBezTo>
                        <a:pt x="20999" y="8657"/>
                        <a:pt x="20370" y="9329"/>
                        <a:pt x="19741" y="9201"/>
                      </a:cubicBezTo>
                      <a:cubicBezTo>
                        <a:pt x="19126" y="9056"/>
                        <a:pt x="19312" y="9873"/>
                        <a:pt x="18741" y="9601"/>
                      </a:cubicBezTo>
                      <a:cubicBezTo>
                        <a:pt x="18183" y="9329"/>
                        <a:pt x="18683" y="9201"/>
                        <a:pt x="18998" y="8730"/>
                      </a:cubicBezTo>
                      <a:cubicBezTo>
                        <a:pt x="19312" y="8258"/>
                        <a:pt x="20056" y="7640"/>
                        <a:pt x="20556" y="7513"/>
                      </a:cubicBezTo>
                      <a:cubicBezTo>
                        <a:pt x="21056" y="7368"/>
                        <a:pt x="20685" y="6769"/>
                        <a:pt x="20370" y="6170"/>
                      </a:cubicBezTo>
                      <a:cubicBezTo>
                        <a:pt x="20056" y="5553"/>
                        <a:pt x="19998" y="5353"/>
                        <a:pt x="20184" y="4682"/>
                      </a:cubicBezTo>
                      <a:cubicBezTo>
                        <a:pt x="20370" y="4010"/>
                        <a:pt x="20241" y="4083"/>
                        <a:pt x="19870" y="3538"/>
                      </a:cubicBezTo>
                      <a:cubicBezTo>
                        <a:pt x="19856" y="3520"/>
                        <a:pt x="19856" y="3520"/>
                        <a:pt x="19841" y="3502"/>
                      </a:cubicBezTo>
                      <a:cubicBezTo>
                        <a:pt x="19613" y="3683"/>
                        <a:pt x="19455" y="3847"/>
                        <a:pt x="19155" y="3938"/>
                      </a:cubicBezTo>
                      <a:cubicBezTo>
                        <a:pt x="18683" y="4119"/>
                        <a:pt x="18655" y="4174"/>
                        <a:pt x="18054" y="388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79" name="Shape">
                  <a:extLst>
                    <a:ext uri="{FF2B5EF4-FFF2-40B4-BE49-F238E27FC236}">
                      <a16:creationId xmlns:a16="http://schemas.microsoft.com/office/drawing/2014/main" id="{89AD1F41-F61C-429D-BF45-AC99F8B8DA63}"/>
                    </a:ext>
                  </a:extLst>
                </p:cNvPr>
                <p:cNvSpPr/>
                <p:nvPr/>
              </p:nvSpPr>
              <p:spPr>
                <a:xfrm>
                  <a:off x="3576359" y="3619725"/>
                  <a:ext cx="2167713" cy="139689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5" h="21488" extrusionOk="0">
                      <a:moveTo>
                        <a:pt x="21366" y="6659"/>
                      </a:moveTo>
                      <a:cubicBezTo>
                        <a:pt x="21253" y="6334"/>
                        <a:pt x="21021" y="6250"/>
                        <a:pt x="21042" y="6040"/>
                      </a:cubicBezTo>
                      <a:cubicBezTo>
                        <a:pt x="21070" y="5841"/>
                        <a:pt x="21232" y="5495"/>
                        <a:pt x="21021" y="5516"/>
                      </a:cubicBezTo>
                      <a:cubicBezTo>
                        <a:pt x="20817" y="5548"/>
                        <a:pt x="20515" y="5369"/>
                        <a:pt x="20262" y="5548"/>
                      </a:cubicBezTo>
                      <a:cubicBezTo>
                        <a:pt x="20009" y="5726"/>
                        <a:pt x="19897" y="5894"/>
                        <a:pt x="19686" y="5611"/>
                      </a:cubicBezTo>
                      <a:cubicBezTo>
                        <a:pt x="19482" y="5317"/>
                        <a:pt x="19574" y="5202"/>
                        <a:pt x="19321" y="5233"/>
                      </a:cubicBezTo>
                      <a:cubicBezTo>
                        <a:pt x="19068" y="5254"/>
                        <a:pt x="18976" y="5233"/>
                        <a:pt x="18857" y="5055"/>
                      </a:cubicBezTo>
                      <a:cubicBezTo>
                        <a:pt x="18745" y="4877"/>
                        <a:pt x="18583" y="4677"/>
                        <a:pt x="18421" y="4677"/>
                      </a:cubicBezTo>
                      <a:cubicBezTo>
                        <a:pt x="18260" y="4677"/>
                        <a:pt x="18147" y="4468"/>
                        <a:pt x="17958" y="4677"/>
                      </a:cubicBezTo>
                      <a:cubicBezTo>
                        <a:pt x="17775" y="4877"/>
                        <a:pt x="17613" y="5055"/>
                        <a:pt x="17431" y="4824"/>
                      </a:cubicBezTo>
                      <a:cubicBezTo>
                        <a:pt x="17248" y="4583"/>
                        <a:pt x="17107" y="4300"/>
                        <a:pt x="16995" y="4352"/>
                      </a:cubicBezTo>
                      <a:cubicBezTo>
                        <a:pt x="16876" y="4415"/>
                        <a:pt x="16812" y="4415"/>
                        <a:pt x="16742" y="4237"/>
                      </a:cubicBezTo>
                      <a:cubicBezTo>
                        <a:pt x="16672" y="4059"/>
                        <a:pt x="16623" y="4038"/>
                        <a:pt x="16489" y="4122"/>
                      </a:cubicBezTo>
                      <a:cubicBezTo>
                        <a:pt x="16349" y="4206"/>
                        <a:pt x="16236" y="4321"/>
                        <a:pt x="16117" y="4122"/>
                      </a:cubicBezTo>
                      <a:cubicBezTo>
                        <a:pt x="16004" y="3912"/>
                        <a:pt x="16166" y="3597"/>
                        <a:pt x="15864" y="3629"/>
                      </a:cubicBezTo>
                      <a:cubicBezTo>
                        <a:pt x="15569" y="3650"/>
                        <a:pt x="15414" y="3566"/>
                        <a:pt x="15168" y="3765"/>
                      </a:cubicBezTo>
                      <a:cubicBezTo>
                        <a:pt x="14922" y="3954"/>
                        <a:pt x="14627" y="4206"/>
                        <a:pt x="14430" y="3880"/>
                      </a:cubicBezTo>
                      <a:cubicBezTo>
                        <a:pt x="14233" y="3545"/>
                        <a:pt x="14212" y="3199"/>
                        <a:pt x="13988" y="3199"/>
                      </a:cubicBezTo>
                      <a:cubicBezTo>
                        <a:pt x="13756" y="3199"/>
                        <a:pt x="13355" y="3105"/>
                        <a:pt x="13341" y="3272"/>
                      </a:cubicBezTo>
                      <a:cubicBezTo>
                        <a:pt x="13327" y="3451"/>
                        <a:pt x="13482" y="3860"/>
                        <a:pt x="13123" y="4038"/>
                      </a:cubicBezTo>
                      <a:cubicBezTo>
                        <a:pt x="12772" y="4206"/>
                        <a:pt x="12849" y="4321"/>
                        <a:pt x="12512" y="4132"/>
                      </a:cubicBezTo>
                      <a:cubicBezTo>
                        <a:pt x="12175" y="3933"/>
                        <a:pt x="12161" y="4132"/>
                        <a:pt x="11978" y="3954"/>
                      </a:cubicBezTo>
                      <a:cubicBezTo>
                        <a:pt x="11788" y="3776"/>
                        <a:pt x="11641" y="3744"/>
                        <a:pt x="11620" y="3524"/>
                      </a:cubicBezTo>
                      <a:cubicBezTo>
                        <a:pt x="11605" y="3314"/>
                        <a:pt x="11641" y="3021"/>
                        <a:pt x="11451" y="2811"/>
                      </a:cubicBezTo>
                      <a:cubicBezTo>
                        <a:pt x="11268" y="2591"/>
                        <a:pt x="11500" y="2454"/>
                        <a:pt x="11331" y="2308"/>
                      </a:cubicBezTo>
                      <a:cubicBezTo>
                        <a:pt x="11163" y="2150"/>
                        <a:pt x="11036" y="2245"/>
                        <a:pt x="10945" y="2423"/>
                      </a:cubicBezTo>
                      <a:cubicBezTo>
                        <a:pt x="10854" y="2591"/>
                        <a:pt x="10713" y="2654"/>
                        <a:pt x="10594" y="2517"/>
                      </a:cubicBezTo>
                      <a:cubicBezTo>
                        <a:pt x="10474" y="2381"/>
                        <a:pt x="10397" y="2203"/>
                        <a:pt x="10242" y="2035"/>
                      </a:cubicBezTo>
                      <a:cubicBezTo>
                        <a:pt x="10088" y="1857"/>
                        <a:pt x="9996" y="1878"/>
                        <a:pt x="9982" y="1720"/>
                      </a:cubicBezTo>
                      <a:cubicBezTo>
                        <a:pt x="9961" y="1563"/>
                        <a:pt x="10060" y="1312"/>
                        <a:pt x="9814" y="1270"/>
                      </a:cubicBezTo>
                      <a:cubicBezTo>
                        <a:pt x="9568" y="1238"/>
                        <a:pt x="9490" y="1259"/>
                        <a:pt x="9490" y="1018"/>
                      </a:cubicBezTo>
                      <a:cubicBezTo>
                        <a:pt x="9490" y="787"/>
                        <a:pt x="9568" y="127"/>
                        <a:pt x="9336" y="64"/>
                      </a:cubicBezTo>
                      <a:cubicBezTo>
                        <a:pt x="9104" y="11"/>
                        <a:pt x="9118" y="-83"/>
                        <a:pt x="8767" y="148"/>
                      </a:cubicBezTo>
                      <a:cubicBezTo>
                        <a:pt x="8415" y="378"/>
                        <a:pt x="8415" y="441"/>
                        <a:pt x="8275" y="441"/>
                      </a:cubicBezTo>
                      <a:cubicBezTo>
                        <a:pt x="8141" y="441"/>
                        <a:pt x="7909" y="536"/>
                        <a:pt x="7938" y="745"/>
                      </a:cubicBezTo>
                      <a:cubicBezTo>
                        <a:pt x="7959" y="913"/>
                        <a:pt x="8120" y="1123"/>
                        <a:pt x="8169" y="1343"/>
                      </a:cubicBezTo>
                      <a:cubicBezTo>
                        <a:pt x="8289" y="1354"/>
                        <a:pt x="8366" y="1406"/>
                        <a:pt x="8387" y="1658"/>
                      </a:cubicBezTo>
                      <a:cubicBezTo>
                        <a:pt x="8415" y="2129"/>
                        <a:pt x="8289" y="2287"/>
                        <a:pt x="8289" y="2591"/>
                      </a:cubicBezTo>
                      <a:cubicBezTo>
                        <a:pt x="8289" y="2905"/>
                        <a:pt x="8078" y="3251"/>
                        <a:pt x="7952" y="2979"/>
                      </a:cubicBezTo>
                      <a:cubicBezTo>
                        <a:pt x="7832" y="2717"/>
                        <a:pt x="7706" y="2360"/>
                        <a:pt x="7523" y="2675"/>
                      </a:cubicBezTo>
                      <a:cubicBezTo>
                        <a:pt x="7340" y="2979"/>
                        <a:pt x="7122" y="3251"/>
                        <a:pt x="6940" y="2905"/>
                      </a:cubicBezTo>
                      <a:cubicBezTo>
                        <a:pt x="6757" y="2559"/>
                        <a:pt x="6666" y="2245"/>
                        <a:pt x="6448" y="2475"/>
                      </a:cubicBezTo>
                      <a:cubicBezTo>
                        <a:pt x="6237" y="2717"/>
                        <a:pt x="5928" y="2979"/>
                        <a:pt x="5928" y="3293"/>
                      </a:cubicBezTo>
                      <a:cubicBezTo>
                        <a:pt x="5928" y="3608"/>
                        <a:pt x="6054" y="4153"/>
                        <a:pt x="5682" y="4153"/>
                      </a:cubicBezTo>
                      <a:cubicBezTo>
                        <a:pt x="5317" y="4153"/>
                        <a:pt x="5007" y="4185"/>
                        <a:pt x="4790" y="3839"/>
                      </a:cubicBezTo>
                      <a:cubicBezTo>
                        <a:pt x="4579" y="3493"/>
                        <a:pt x="4270" y="3105"/>
                        <a:pt x="4178" y="2790"/>
                      </a:cubicBezTo>
                      <a:cubicBezTo>
                        <a:pt x="4087" y="2475"/>
                        <a:pt x="3932" y="2171"/>
                        <a:pt x="3722" y="2360"/>
                      </a:cubicBezTo>
                      <a:cubicBezTo>
                        <a:pt x="3504" y="2559"/>
                        <a:pt x="3349" y="2979"/>
                        <a:pt x="3138" y="2717"/>
                      </a:cubicBezTo>
                      <a:cubicBezTo>
                        <a:pt x="2921" y="2444"/>
                        <a:pt x="2794" y="2633"/>
                        <a:pt x="2611" y="2360"/>
                      </a:cubicBezTo>
                      <a:cubicBezTo>
                        <a:pt x="2429" y="2087"/>
                        <a:pt x="2309" y="1899"/>
                        <a:pt x="2155" y="2087"/>
                      </a:cubicBezTo>
                      <a:cubicBezTo>
                        <a:pt x="2000" y="2287"/>
                        <a:pt x="1691" y="2245"/>
                        <a:pt x="1536" y="2245"/>
                      </a:cubicBezTo>
                      <a:cubicBezTo>
                        <a:pt x="1389" y="2245"/>
                        <a:pt x="988" y="2056"/>
                        <a:pt x="707" y="2245"/>
                      </a:cubicBezTo>
                      <a:cubicBezTo>
                        <a:pt x="433" y="2444"/>
                        <a:pt x="342" y="2559"/>
                        <a:pt x="250" y="2717"/>
                      </a:cubicBezTo>
                      <a:cubicBezTo>
                        <a:pt x="159" y="2863"/>
                        <a:pt x="405" y="3493"/>
                        <a:pt x="222" y="3608"/>
                      </a:cubicBezTo>
                      <a:cubicBezTo>
                        <a:pt x="33" y="3723"/>
                        <a:pt x="-115" y="3912"/>
                        <a:pt x="124" y="3996"/>
                      </a:cubicBezTo>
                      <a:cubicBezTo>
                        <a:pt x="370" y="4069"/>
                        <a:pt x="651" y="4384"/>
                        <a:pt x="834" y="4426"/>
                      </a:cubicBezTo>
                      <a:cubicBezTo>
                        <a:pt x="1016" y="4457"/>
                        <a:pt x="1234" y="4300"/>
                        <a:pt x="1290" y="4814"/>
                      </a:cubicBezTo>
                      <a:cubicBezTo>
                        <a:pt x="1354" y="5317"/>
                        <a:pt x="1663" y="5474"/>
                        <a:pt x="1691" y="5894"/>
                      </a:cubicBezTo>
                      <a:cubicBezTo>
                        <a:pt x="1726" y="6324"/>
                        <a:pt x="1754" y="6481"/>
                        <a:pt x="1972" y="6754"/>
                      </a:cubicBezTo>
                      <a:cubicBezTo>
                        <a:pt x="2183" y="7026"/>
                        <a:pt x="2646" y="7487"/>
                        <a:pt x="2309" y="7613"/>
                      </a:cubicBezTo>
                      <a:cubicBezTo>
                        <a:pt x="1972" y="7729"/>
                        <a:pt x="1726" y="7645"/>
                        <a:pt x="1874" y="7959"/>
                      </a:cubicBezTo>
                      <a:cubicBezTo>
                        <a:pt x="2028" y="8274"/>
                        <a:pt x="2274" y="8347"/>
                        <a:pt x="2309" y="8662"/>
                      </a:cubicBezTo>
                      <a:cubicBezTo>
                        <a:pt x="2337" y="8966"/>
                        <a:pt x="2457" y="9280"/>
                        <a:pt x="2492" y="9710"/>
                      </a:cubicBezTo>
                      <a:cubicBezTo>
                        <a:pt x="2520" y="10130"/>
                        <a:pt x="2492" y="10256"/>
                        <a:pt x="2520" y="10644"/>
                      </a:cubicBezTo>
                      <a:cubicBezTo>
                        <a:pt x="2555" y="11032"/>
                        <a:pt x="2429" y="11849"/>
                        <a:pt x="2492" y="12195"/>
                      </a:cubicBezTo>
                      <a:cubicBezTo>
                        <a:pt x="2548" y="12510"/>
                        <a:pt x="2731" y="12667"/>
                        <a:pt x="2597" y="12846"/>
                      </a:cubicBezTo>
                      <a:cubicBezTo>
                        <a:pt x="2738" y="13087"/>
                        <a:pt x="2738" y="13296"/>
                        <a:pt x="2738" y="13559"/>
                      </a:cubicBezTo>
                      <a:cubicBezTo>
                        <a:pt x="2738" y="13947"/>
                        <a:pt x="2703" y="14408"/>
                        <a:pt x="2766" y="15184"/>
                      </a:cubicBezTo>
                      <a:cubicBezTo>
                        <a:pt x="2829" y="15960"/>
                        <a:pt x="3075" y="15771"/>
                        <a:pt x="3258" y="15656"/>
                      </a:cubicBezTo>
                      <a:cubicBezTo>
                        <a:pt x="3440" y="15540"/>
                        <a:pt x="3658" y="15425"/>
                        <a:pt x="3722" y="15184"/>
                      </a:cubicBezTo>
                      <a:cubicBezTo>
                        <a:pt x="3778" y="14953"/>
                        <a:pt x="3996" y="14722"/>
                        <a:pt x="4178" y="14838"/>
                      </a:cubicBezTo>
                      <a:cubicBezTo>
                        <a:pt x="4361" y="14953"/>
                        <a:pt x="4452" y="15110"/>
                        <a:pt x="4270" y="15383"/>
                      </a:cubicBezTo>
                      <a:cubicBezTo>
                        <a:pt x="4087" y="15656"/>
                        <a:pt x="4206" y="15844"/>
                        <a:pt x="4396" y="16316"/>
                      </a:cubicBezTo>
                      <a:cubicBezTo>
                        <a:pt x="4579" y="16778"/>
                        <a:pt x="5190" y="16704"/>
                        <a:pt x="5408" y="17008"/>
                      </a:cubicBezTo>
                      <a:cubicBezTo>
                        <a:pt x="5619" y="17323"/>
                        <a:pt x="6019" y="17941"/>
                        <a:pt x="6111" y="18371"/>
                      </a:cubicBezTo>
                      <a:cubicBezTo>
                        <a:pt x="6202" y="18801"/>
                        <a:pt x="6146" y="18959"/>
                        <a:pt x="6448" y="19263"/>
                      </a:cubicBezTo>
                      <a:cubicBezTo>
                        <a:pt x="6757" y="19577"/>
                        <a:pt x="6448" y="20049"/>
                        <a:pt x="6729" y="20280"/>
                      </a:cubicBezTo>
                      <a:cubicBezTo>
                        <a:pt x="7003" y="20510"/>
                        <a:pt x="6912" y="20898"/>
                        <a:pt x="6940" y="21014"/>
                      </a:cubicBezTo>
                      <a:cubicBezTo>
                        <a:pt x="6975" y="21129"/>
                        <a:pt x="7312" y="21444"/>
                        <a:pt x="7586" y="21486"/>
                      </a:cubicBezTo>
                      <a:cubicBezTo>
                        <a:pt x="7860" y="21517"/>
                        <a:pt x="8198" y="21171"/>
                        <a:pt x="8443" y="20783"/>
                      </a:cubicBezTo>
                      <a:cubicBezTo>
                        <a:pt x="8689" y="20395"/>
                        <a:pt x="8781" y="20856"/>
                        <a:pt x="8816" y="20982"/>
                      </a:cubicBezTo>
                      <a:cubicBezTo>
                        <a:pt x="8844" y="21098"/>
                        <a:pt x="9153" y="21014"/>
                        <a:pt x="9364" y="20741"/>
                      </a:cubicBezTo>
                      <a:cubicBezTo>
                        <a:pt x="9582" y="20468"/>
                        <a:pt x="9547" y="19923"/>
                        <a:pt x="9364" y="19504"/>
                      </a:cubicBezTo>
                      <a:cubicBezTo>
                        <a:pt x="9181" y="19074"/>
                        <a:pt x="9273" y="18959"/>
                        <a:pt x="9245" y="18602"/>
                      </a:cubicBezTo>
                      <a:cubicBezTo>
                        <a:pt x="9209" y="18256"/>
                        <a:pt x="9273" y="18025"/>
                        <a:pt x="9547" y="17983"/>
                      </a:cubicBezTo>
                      <a:cubicBezTo>
                        <a:pt x="9828" y="17941"/>
                        <a:pt x="9919" y="17365"/>
                        <a:pt x="10102" y="17092"/>
                      </a:cubicBezTo>
                      <a:cubicBezTo>
                        <a:pt x="10284" y="16820"/>
                        <a:pt x="10320" y="16432"/>
                        <a:pt x="10165" y="16159"/>
                      </a:cubicBezTo>
                      <a:cubicBezTo>
                        <a:pt x="10010" y="15886"/>
                        <a:pt x="10502" y="15687"/>
                        <a:pt x="10748" y="15614"/>
                      </a:cubicBezTo>
                      <a:cubicBezTo>
                        <a:pt x="10994" y="15540"/>
                        <a:pt x="11086" y="15268"/>
                        <a:pt x="10811" y="14995"/>
                      </a:cubicBezTo>
                      <a:cubicBezTo>
                        <a:pt x="10530" y="14722"/>
                        <a:pt x="11205" y="14607"/>
                        <a:pt x="11514" y="14565"/>
                      </a:cubicBezTo>
                      <a:cubicBezTo>
                        <a:pt x="11823" y="14523"/>
                        <a:pt x="11669" y="14838"/>
                        <a:pt x="11605" y="14953"/>
                      </a:cubicBezTo>
                      <a:cubicBezTo>
                        <a:pt x="11542" y="15068"/>
                        <a:pt x="11542" y="15268"/>
                        <a:pt x="11697" y="15456"/>
                      </a:cubicBezTo>
                      <a:cubicBezTo>
                        <a:pt x="11851" y="15656"/>
                        <a:pt x="11943" y="15960"/>
                        <a:pt x="11788" y="16159"/>
                      </a:cubicBezTo>
                      <a:cubicBezTo>
                        <a:pt x="11641" y="16348"/>
                        <a:pt x="11943" y="16547"/>
                        <a:pt x="12224" y="16620"/>
                      </a:cubicBezTo>
                      <a:cubicBezTo>
                        <a:pt x="12498" y="16704"/>
                        <a:pt x="12772" y="16348"/>
                        <a:pt x="12863" y="16117"/>
                      </a:cubicBezTo>
                      <a:cubicBezTo>
                        <a:pt x="12955" y="15886"/>
                        <a:pt x="13144" y="16044"/>
                        <a:pt x="13264" y="16117"/>
                      </a:cubicBezTo>
                      <a:cubicBezTo>
                        <a:pt x="13390" y="16201"/>
                        <a:pt x="13482" y="16505"/>
                        <a:pt x="13446" y="16820"/>
                      </a:cubicBezTo>
                      <a:cubicBezTo>
                        <a:pt x="13446" y="16840"/>
                        <a:pt x="13446" y="16851"/>
                        <a:pt x="13446" y="16872"/>
                      </a:cubicBezTo>
                      <a:cubicBezTo>
                        <a:pt x="13496" y="16903"/>
                        <a:pt x="13545" y="16914"/>
                        <a:pt x="13573" y="16882"/>
                      </a:cubicBezTo>
                      <a:cubicBezTo>
                        <a:pt x="13664" y="16757"/>
                        <a:pt x="13706" y="16662"/>
                        <a:pt x="13798" y="16820"/>
                      </a:cubicBezTo>
                      <a:cubicBezTo>
                        <a:pt x="13896" y="16977"/>
                        <a:pt x="13988" y="17113"/>
                        <a:pt x="14170" y="16998"/>
                      </a:cubicBezTo>
                      <a:cubicBezTo>
                        <a:pt x="14353" y="16882"/>
                        <a:pt x="14353" y="16778"/>
                        <a:pt x="14522" y="16778"/>
                      </a:cubicBezTo>
                      <a:cubicBezTo>
                        <a:pt x="14690" y="16778"/>
                        <a:pt x="14782" y="16683"/>
                        <a:pt x="14964" y="16704"/>
                      </a:cubicBezTo>
                      <a:cubicBezTo>
                        <a:pt x="15154" y="16725"/>
                        <a:pt x="15351" y="16704"/>
                        <a:pt x="15245" y="16484"/>
                      </a:cubicBezTo>
                      <a:cubicBezTo>
                        <a:pt x="15140" y="16274"/>
                        <a:pt x="15042" y="16201"/>
                        <a:pt x="15027" y="16023"/>
                      </a:cubicBezTo>
                      <a:cubicBezTo>
                        <a:pt x="15013" y="15844"/>
                        <a:pt x="15154" y="15708"/>
                        <a:pt x="14859" y="15708"/>
                      </a:cubicBezTo>
                      <a:cubicBezTo>
                        <a:pt x="14571" y="15708"/>
                        <a:pt x="14416" y="15551"/>
                        <a:pt x="14233" y="15362"/>
                      </a:cubicBezTo>
                      <a:cubicBezTo>
                        <a:pt x="14044" y="15163"/>
                        <a:pt x="13896" y="14859"/>
                        <a:pt x="14016" y="14701"/>
                      </a:cubicBezTo>
                      <a:cubicBezTo>
                        <a:pt x="14142" y="14544"/>
                        <a:pt x="14290" y="14586"/>
                        <a:pt x="14402" y="14408"/>
                      </a:cubicBezTo>
                      <a:cubicBezTo>
                        <a:pt x="14508" y="14230"/>
                        <a:pt x="14458" y="13926"/>
                        <a:pt x="14662" y="14156"/>
                      </a:cubicBezTo>
                      <a:cubicBezTo>
                        <a:pt x="14859" y="14387"/>
                        <a:pt x="14908" y="14628"/>
                        <a:pt x="15119" y="14660"/>
                      </a:cubicBezTo>
                      <a:cubicBezTo>
                        <a:pt x="15337" y="14701"/>
                        <a:pt x="15611" y="14838"/>
                        <a:pt x="15814" y="14586"/>
                      </a:cubicBezTo>
                      <a:cubicBezTo>
                        <a:pt x="16011" y="14334"/>
                        <a:pt x="15737" y="13999"/>
                        <a:pt x="16011" y="13947"/>
                      </a:cubicBezTo>
                      <a:cubicBezTo>
                        <a:pt x="16285" y="13884"/>
                        <a:pt x="16454" y="13359"/>
                        <a:pt x="16686" y="13632"/>
                      </a:cubicBezTo>
                      <a:cubicBezTo>
                        <a:pt x="16918" y="13905"/>
                        <a:pt x="17023" y="13884"/>
                        <a:pt x="17114" y="13695"/>
                      </a:cubicBezTo>
                      <a:cubicBezTo>
                        <a:pt x="17206" y="13496"/>
                        <a:pt x="17269" y="13338"/>
                        <a:pt x="17128" y="13150"/>
                      </a:cubicBezTo>
                      <a:cubicBezTo>
                        <a:pt x="16995" y="12950"/>
                        <a:pt x="17100" y="12699"/>
                        <a:pt x="17283" y="12762"/>
                      </a:cubicBezTo>
                      <a:cubicBezTo>
                        <a:pt x="17466" y="12814"/>
                        <a:pt x="17670" y="12877"/>
                        <a:pt x="17698" y="13066"/>
                      </a:cubicBezTo>
                      <a:cubicBezTo>
                        <a:pt x="17733" y="13265"/>
                        <a:pt x="17866" y="13475"/>
                        <a:pt x="17993" y="13265"/>
                      </a:cubicBezTo>
                      <a:cubicBezTo>
                        <a:pt x="18112" y="13045"/>
                        <a:pt x="18189" y="13013"/>
                        <a:pt x="18393" y="13034"/>
                      </a:cubicBezTo>
                      <a:cubicBezTo>
                        <a:pt x="18590" y="13045"/>
                        <a:pt x="18653" y="13223"/>
                        <a:pt x="18653" y="13380"/>
                      </a:cubicBezTo>
                      <a:cubicBezTo>
                        <a:pt x="18653" y="13538"/>
                        <a:pt x="18822" y="13611"/>
                        <a:pt x="18745" y="13789"/>
                      </a:cubicBezTo>
                      <a:cubicBezTo>
                        <a:pt x="18667" y="13967"/>
                        <a:pt x="18562" y="13999"/>
                        <a:pt x="18731" y="14041"/>
                      </a:cubicBezTo>
                      <a:cubicBezTo>
                        <a:pt x="18899" y="14083"/>
                        <a:pt x="19033" y="14104"/>
                        <a:pt x="19124" y="14355"/>
                      </a:cubicBezTo>
                      <a:cubicBezTo>
                        <a:pt x="19215" y="14607"/>
                        <a:pt x="19173" y="14817"/>
                        <a:pt x="19461" y="14995"/>
                      </a:cubicBezTo>
                      <a:cubicBezTo>
                        <a:pt x="19756" y="15163"/>
                        <a:pt x="19770" y="15131"/>
                        <a:pt x="20002" y="15027"/>
                      </a:cubicBezTo>
                      <a:cubicBezTo>
                        <a:pt x="20150" y="14974"/>
                        <a:pt x="20227" y="14880"/>
                        <a:pt x="20340" y="14775"/>
                      </a:cubicBezTo>
                      <a:cubicBezTo>
                        <a:pt x="20192" y="14481"/>
                        <a:pt x="20501" y="14439"/>
                        <a:pt x="20382" y="14177"/>
                      </a:cubicBezTo>
                      <a:cubicBezTo>
                        <a:pt x="20262" y="13905"/>
                        <a:pt x="20199" y="13359"/>
                        <a:pt x="20199" y="12814"/>
                      </a:cubicBezTo>
                      <a:cubicBezTo>
                        <a:pt x="20199" y="12772"/>
                        <a:pt x="20199" y="12720"/>
                        <a:pt x="20206" y="12678"/>
                      </a:cubicBezTo>
                      <a:cubicBezTo>
                        <a:pt x="19827" y="12342"/>
                        <a:pt x="19827" y="12342"/>
                        <a:pt x="19827" y="12342"/>
                      </a:cubicBezTo>
                      <a:cubicBezTo>
                        <a:pt x="19827" y="12342"/>
                        <a:pt x="19433" y="12049"/>
                        <a:pt x="19454" y="11724"/>
                      </a:cubicBezTo>
                      <a:cubicBezTo>
                        <a:pt x="19482" y="11409"/>
                        <a:pt x="19574" y="11587"/>
                        <a:pt x="19321" y="11378"/>
                      </a:cubicBezTo>
                      <a:cubicBezTo>
                        <a:pt x="19068" y="11178"/>
                        <a:pt x="19068" y="11115"/>
                        <a:pt x="18948" y="10916"/>
                      </a:cubicBezTo>
                      <a:cubicBezTo>
                        <a:pt x="18836" y="10707"/>
                        <a:pt x="18815" y="10444"/>
                        <a:pt x="18836" y="10214"/>
                      </a:cubicBezTo>
                      <a:cubicBezTo>
                        <a:pt x="18857" y="9983"/>
                        <a:pt x="19019" y="9857"/>
                        <a:pt x="18836" y="9773"/>
                      </a:cubicBezTo>
                      <a:cubicBezTo>
                        <a:pt x="18653" y="9689"/>
                        <a:pt x="18372" y="9574"/>
                        <a:pt x="18625" y="9333"/>
                      </a:cubicBezTo>
                      <a:cubicBezTo>
                        <a:pt x="18878" y="9102"/>
                        <a:pt x="18998" y="9071"/>
                        <a:pt x="18998" y="9071"/>
                      </a:cubicBezTo>
                      <a:cubicBezTo>
                        <a:pt x="18998" y="9071"/>
                        <a:pt x="19110" y="9050"/>
                        <a:pt x="19342" y="8955"/>
                      </a:cubicBezTo>
                      <a:cubicBezTo>
                        <a:pt x="19574" y="8872"/>
                        <a:pt x="19799" y="8872"/>
                        <a:pt x="19960" y="8872"/>
                      </a:cubicBezTo>
                      <a:cubicBezTo>
                        <a:pt x="20122" y="8872"/>
                        <a:pt x="20466" y="8725"/>
                        <a:pt x="20586" y="8526"/>
                      </a:cubicBezTo>
                      <a:cubicBezTo>
                        <a:pt x="20698" y="8316"/>
                        <a:pt x="21000" y="7875"/>
                        <a:pt x="21113" y="8001"/>
                      </a:cubicBezTo>
                      <a:cubicBezTo>
                        <a:pt x="21232" y="8117"/>
                        <a:pt x="21485" y="8085"/>
                        <a:pt x="21485" y="7708"/>
                      </a:cubicBezTo>
                      <a:cubicBezTo>
                        <a:pt x="21485" y="7330"/>
                        <a:pt x="21485" y="6974"/>
                        <a:pt x="21366" y="665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80" name="Shape">
                  <a:extLst>
                    <a:ext uri="{FF2B5EF4-FFF2-40B4-BE49-F238E27FC236}">
                      <a16:creationId xmlns:a16="http://schemas.microsoft.com/office/drawing/2014/main" id="{60D0379B-D9D8-4F8F-BED1-B6237D7E9B9D}"/>
                    </a:ext>
                  </a:extLst>
                </p:cNvPr>
                <p:cNvSpPr/>
                <p:nvPr/>
              </p:nvSpPr>
              <p:spPr>
                <a:xfrm>
                  <a:off x="3044415" y="2141688"/>
                  <a:ext cx="2384090" cy="17537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8" h="21376" extrusionOk="0">
                      <a:moveTo>
                        <a:pt x="21248" y="14168"/>
                      </a:moveTo>
                      <a:cubicBezTo>
                        <a:pt x="21389" y="13935"/>
                        <a:pt x="21600" y="13902"/>
                        <a:pt x="21504" y="13627"/>
                      </a:cubicBezTo>
                      <a:cubicBezTo>
                        <a:pt x="21402" y="13353"/>
                        <a:pt x="21542" y="13087"/>
                        <a:pt x="21293" y="12996"/>
                      </a:cubicBezTo>
                      <a:cubicBezTo>
                        <a:pt x="21043" y="12904"/>
                        <a:pt x="20633" y="12855"/>
                        <a:pt x="20454" y="12655"/>
                      </a:cubicBezTo>
                      <a:cubicBezTo>
                        <a:pt x="20275" y="12456"/>
                        <a:pt x="20256" y="12406"/>
                        <a:pt x="20006" y="12348"/>
                      </a:cubicBezTo>
                      <a:cubicBezTo>
                        <a:pt x="19756" y="12289"/>
                        <a:pt x="19404" y="12206"/>
                        <a:pt x="19347" y="11990"/>
                      </a:cubicBezTo>
                      <a:cubicBezTo>
                        <a:pt x="19315" y="11874"/>
                        <a:pt x="19353" y="11791"/>
                        <a:pt x="19359" y="11699"/>
                      </a:cubicBezTo>
                      <a:cubicBezTo>
                        <a:pt x="19263" y="11716"/>
                        <a:pt x="19142" y="11733"/>
                        <a:pt x="19026" y="11733"/>
                      </a:cubicBezTo>
                      <a:cubicBezTo>
                        <a:pt x="18719" y="11733"/>
                        <a:pt x="18681" y="11791"/>
                        <a:pt x="18598" y="11674"/>
                      </a:cubicBezTo>
                      <a:cubicBezTo>
                        <a:pt x="18508" y="11550"/>
                        <a:pt x="18469" y="11625"/>
                        <a:pt x="18399" y="11749"/>
                      </a:cubicBezTo>
                      <a:cubicBezTo>
                        <a:pt x="18329" y="11874"/>
                        <a:pt x="18373" y="12181"/>
                        <a:pt x="18399" y="12422"/>
                      </a:cubicBezTo>
                      <a:cubicBezTo>
                        <a:pt x="18425" y="12672"/>
                        <a:pt x="18354" y="12672"/>
                        <a:pt x="18245" y="12780"/>
                      </a:cubicBezTo>
                      <a:cubicBezTo>
                        <a:pt x="18130" y="12888"/>
                        <a:pt x="18233" y="12996"/>
                        <a:pt x="18220" y="13378"/>
                      </a:cubicBezTo>
                      <a:cubicBezTo>
                        <a:pt x="18201" y="13769"/>
                        <a:pt x="18482" y="13594"/>
                        <a:pt x="18694" y="13686"/>
                      </a:cubicBezTo>
                      <a:cubicBezTo>
                        <a:pt x="18905" y="13777"/>
                        <a:pt x="18969" y="13935"/>
                        <a:pt x="18930" y="14093"/>
                      </a:cubicBezTo>
                      <a:cubicBezTo>
                        <a:pt x="18886" y="14242"/>
                        <a:pt x="18956" y="14384"/>
                        <a:pt x="18873" y="14625"/>
                      </a:cubicBezTo>
                      <a:cubicBezTo>
                        <a:pt x="18790" y="14874"/>
                        <a:pt x="18578" y="14749"/>
                        <a:pt x="18373" y="14641"/>
                      </a:cubicBezTo>
                      <a:cubicBezTo>
                        <a:pt x="18162" y="14533"/>
                        <a:pt x="18341" y="14874"/>
                        <a:pt x="18329" y="14949"/>
                      </a:cubicBezTo>
                      <a:cubicBezTo>
                        <a:pt x="18316" y="15032"/>
                        <a:pt x="18175" y="15107"/>
                        <a:pt x="18316" y="15215"/>
                      </a:cubicBezTo>
                      <a:cubicBezTo>
                        <a:pt x="18457" y="15323"/>
                        <a:pt x="18354" y="15323"/>
                        <a:pt x="18201" y="15448"/>
                      </a:cubicBezTo>
                      <a:cubicBezTo>
                        <a:pt x="18047" y="15564"/>
                        <a:pt x="17996" y="15597"/>
                        <a:pt x="17951" y="15489"/>
                      </a:cubicBezTo>
                      <a:cubicBezTo>
                        <a:pt x="17906" y="15381"/>
                        <a:pt x="17810" y="15323"/>
                        <a:pt x="17688" y="15323"/>
                      </a:cubicBezTo>
                      <a:cubicBezTo>
                        <a:pt x="17362" y="15364"/>
                        <a:pt x="17349" y="15231"/>
                        <a:pt x="17311" y="14966"/>
                      </a:cubicBezTo>
                      <a:cubicBezTo>
                        <a:pt x="17266" y="14708"/>
                        <a:pt x="17125" y="14749"/>
                        <a:pt x="16971" y="14749"/>
                      </a:cubicBezTo>
                      <a:cubicBezTo>
                        <a:pt x="16818" y="14749"/>
                        <a:pt x="16831" y="14675"/>
                        <a:pt x="16626" y="14475"/>
                      </a:cubicBezTo>
                      <a:cubicBezTo>
                        <a:pt x="16414" y="14276"/>
                        <a:pt x="16594" y="14292"/>
                        <a:pt x="16690" y="13902"/>
                      </a:cubicBezTo>
                      <a:cubicBezTo>
                        <a:pt x="16792" y="13519"/>
                        <a:pt x="16607" y="13337"/>
                        <a:pt x="16472" y="13087"/>
                      </a:cubicBezTo>
                      <a:cubicBezTo>
                        <a:pt x="16331" y="12838"/>
                        <a:pt x="16318" y="12580"/>
                        <a:pt x="16274" y="12273"/>
                      </a:cubicBezTo>
                      <a:cubicBezTo>
                        <a:pt x="16229" y="11965"/>
                        <a:pt x="15941" y="12040"/>
                        <a:pt x="15909" y="11932"/>
                      </a:cubicBezTo>
                      <a:cubicBezTo>
                        <a:pt x="15883" y="11824"/>
                        <a:pt x="15870" y="11782"/>
                        <a:pt x="15672" y="11683"/>
                      </a:cubicBezTo>
                      <a:cubicBezTo>
                        <a:pt x="15473" y="11591"/>
                        <a:pt x="15531" y="11575"/>
                        <a:pt x="15518" y="11317"/>
                      </a:cubicBezTo>
                      <a:cubicBezTo>
                        <a:pt x="15512" y="11242"/>
                        <a:pt x="15499" y="11167"/>
                        <a:pt x="15480" y="11101"/>
                      </a:cubicBezTo>
                      <a:cubicBezTo>
                        <a:pt x="15461" y="11093"/>
                        <a:pt x="15448" y="11093"/>
                        <a:pt x="15435" y="11084"/>
                      </a:cubicBezTo>
                      <a:cubicBezTo>
                        <a:pt x="15096" y="10960"/>
                        <a:pt x="15211" y="11267"/>
                        <a:pt x="14929" y="11334"/>
                      </a:cubicBezTo>
                      <a:cubicBezTo>
                        <a:pt x="14654" y="11392"/>
                        <a:pt x="14654" y="11151"/>
                        <a:pt x="14398" y="10901"/>
                      </a:cubicBezTo>
                      <a:cubicBezTo>
                        <a:pt x="14148" y="10652"/>
                        <a:pt x="13867" y="10627"/>
                        <a:pt x="13950" y="10253"/>
                      </a:cubicBezTo>
                      <a:cubicBezTo>
                        <a:pt x="14033" y="9888"/>
                        <a:pt x="13841" y="9455"/>
                        <a:pt x="14148" y="9331"/>
                      </a:cubicBezTo>
                      <a:cubicBezTo>
                        <a:pt x="14455" y="9206"/>
                        <a:pt x="14737" y="8990"/>
                        <a:pt x="14763" y="8500"/>
                      </a:cubicBezTo>
                      <a:cubicBezTo>
                        <a:pt x="14788" y="8001"/>
                        <a:pt x="14788" y="7669"/>
                        <a:pt x="14513" y="7419"/>
                      </a:cubicBezTo>
                      <a:cubicBezTo>
                        <a:pt x="14231" y="7170"/>
                        <a:pt x="13700" y="6862"/>
                        <a:pt x="13450" y="7145"/>
                      </a:cubicBezTo>
                      <a:cubicBezTo>
                        <a:pt x="13194" y="7419"/>
                        <a:pt x="12778" y="8101"/>
                        <a:pt x="12330" y="8217"/>
                      </a:cubicBezTo>
                      <a:cubicBezTo>
                        <a:pt x="11882" y="8342"/>
                        <a:pt x="11408" y="8558"/>
                        <a:pt x="11018" y="8317"/>
                      </a:cubicBezTo>
                      <a:cubicBezTo>
                        <a:pt x="10627" y="8067"/>
                        <a:pt x="10403" y="8217"/>
                        <a:pt x="10205" y="7910"/>
                      </a:cubicBezTo>
                      <a:cubicBezTo>
                        <a:pt x="10006" y="7602"/>
                        <a:pt x="10230" y="6954"/>
                        <a:pt x="9923" y="6954"/>
                      </a:cubicBezTo>
                      <a:cubicBezTo>
                        <a:pt x="9616" y="6954"/>
                        <a:pt x="9475" y="7078"/>
                        <a:pt x="9257" y="6771"/>
                      </a:cubicBezTo>
                      <a:cubicBezTo>
                        <a:pt x="9033" y="6463"/>
                        <a:pt x="8470" y="6372"/>
                        <a:pt x="8502" y="6222"/>
                      </a:cubicBezTo>
                      <a:cubicBezTo>
                        <a:pt x="8527" y="6065"/>
                        <a:pt x="8751" y="5541"/>
                        <a:pt x="8975" y="5450"/>
                      </a:cubicBezTo>
                      <a:cubicBezTo>
                        <a:pt x="9200" y="5358"/>
                        <a:pt x="9475" y="5292"/>
                        <a:pt x="9507" y="4959"/>
                      </a:cubicBezTo>
                      <a:cubicBezTo>
                        <a:pt x="9532" y="4618"/>
                        <a:pt x="9590" y="4311"/>
                        <a:pt x="9200" y="4120"/>
                      </a:cubicBezTo>
                      <a:cubicBezTo>
                        <a:pt x="8809" y="3937"/>
                        <a:pt x="7881" y="3937"/>
                        <a:pt x="7714" y="4003"/>
                      </a:cubicBezTo>
                      <a:cubicBezTo>
                        <a:pt x="7548" y="4062"/>
                        <a:pt x="7522" y="4120"/>
                        <a:pt x="7349" y="4402"/>
                      </a:cubicBezTo>
                      <a:cubicBezTo>
                        <a:pt x="7183" y="4677"/>
                        <a:pt x="6850" y="5076"/>
                        <a:pt x="6511" y="4643"/>
                      </a:cubicBezTo>
                      <a:cubicBezTo>
                        <a:pt x="6178" y="4220"/>
                        <a:pt x="5928" y="4028"/>
                        <a:pt x="5813" y="3721"/>
                      </a:cubicBezTo>
                      <a:cubicBezTo>
                        <a:pt x="5704" y="3413"/>
                        <a:pt x="5448" y="3139"/>
                        <a:pt x="5448" y="2865"/>
                      </a:cubicBezTo>
                      <a:cubicBezTo>
                        <a:pt x="5448" y="2582"/>
                        <a:pt x="5314" y="2399"/>
                        <a:pt x="5480" y="2150"/>
                      </a:cubicBezTo>
                      <a:cubicBezTo>
                        <a:pt x="5646" y="1909"/>
                        <a:pt x="5672" y="1751"/>
                        <a:pt x="5589" y="1477"/>
                      </a:cubicBezTo>
                      <a:cubicBezTo>
                        <a:pt x="5531" y="1269"/>
                        <a:pt x="5435" y="737"/>
                        <a:pt x="5429" y="322"/>
                      </a:cubicBezTo>
                      <a:cubicBezTo>
                        <a:pt x="5352" y="280"/>
                        <a:pt x="5256" y="214"/>
                        <a:pt x="5122" y="106"/>
                      </a:cubicBezTo>
                      <a:cubicBezTo>
                        <a:pt x="4808" y="-152"/>
                        <a:pt x="4763" y="147"/>
                        <a:pt x="4430" y="106"/>
                      </a:cubicBezTo>
                      <a:cubicBezTo>
                        <a:pt x="4308" y="89"/>
                        <a:pt x="4251" y="72"/>
                        <a:pt x="4232" y="47"/>
                      </a:cubicBezTo>
                      <a:cubicBezTo>
                        <a:pt x="4148" y="172"/>
                        <a:pt x="4059" y="330"/>
                        <a:pt x="4027" y="488"/>
                      </a:cubicBezTo>
                      <a:cubicBezTo>
                        <a:pt x="3944" y="862"/>
                        <a:pt x="4251" y="1261"/>
                        <a:pt x="3803" y="1444"/>
                      </a:cubicBezTo>
                      <a:cubicBezTo>
                        <a:pt x="3355" y="1627"/>
                        <a:pt x="3015" y="1535"/>
                        <a:pt x="2740" y="1784"/>
                      </a:cubicBezTo>
                      <a:cubicBezTo>
                        <a:pt x="2458" y="2025"/>
                        <a:pt x="2151" y="1967"/>
                        <a:pt x="1953" y="2242"/>
                      </a:cubicBezTo>
                      <a:cubicBezTo>
                        <a:pt x="1761" y="2524"/>
                        <a:pt x="1338" y="2616"/>
                        <a:pt x="1255" y="2923"/>
                      </a:cubicBezTo>
                      <a:cubicBezTo>
                        <a:pt x="1172" y="3231"/>
                        <a:pt x="979" y="3289"/>
                        <a:pt x="723" y="3322"/>
                      </a:cubicBezTo>
                      <a:cubicBezTo>
                        <a:pt x="474" y="3355"/>
                        <a:pt x="0" y="3538"/>
                        <a:pt x="0" y="4095"/>
                      </a:cubicBezTo>
                      <a:cubicBezTo>
                        <a:pt x="0" y="4643"/>
                        <a:pt x="141" y="5200"/>
                        <a:pt x="166" y="5508"/>
                      </a:cubicBezTo>
                      <a:cubicBezTo>
                        <a:pt x="192" y="5815"/>
                        <a:pt x="307" y="6189"/>
                        <a:pt x="166" y="6430"/>
                      </a:cubicBezTo>
                      <a:cubicBezTo>
                        <a:pt x="51" y="6638"/>
                        <a:pt x="218" y="6447"/>
                        <a:pt x="403" y="6970"/>
                      </a:cubicBezTo>
                      <a:cubicBezTo>
                        <a:pt x="563" y="6954"/>
                        <a:pt x="736" y="6929"/>
                        <a:pt x="890" y="6954"/>
                      </a:cubicBezTo>
                      <a:cubicBezTo>
                        <a:pt x="1255" y="7020"/>
                        <a:pt x="1594" y="7361"/>
                        <a:pt x="1927" y="7386"/>
                      </a:cubicBezTo>
                      <a:cubicBezTo>
                        <a:pt x="2260" y="7419"/>
                        <a:pt x="2433" y="7203"/>
                        <a:pt x="2657" y="7602"/>
                      </a:cubicBezTo>
                      <a:cubicBezTo>
                        <a:pt x="2881" y="8001"/>
                        <a:pt x="3105" y="8284"/>
                        <a:pt x="3380" y="8342"/>
                      </a:cubicBezTo>
                      <a:cubicBezTo>
                        <a:pt x="3662" y="8408"/>
                        <a:pt x="3604" y="8375"/>
                        <a:pt x="4052" y="8159"/>
                      </a:cubicBezTo>
                      <a:cubicBezTo>
                        <a:pt x="4501" y="7943"/>
                        <a:pt x="4558" y="7635"/>
                        <a:pt x="4974" y="7727"/>
                      </a:cubicBezTo>
                      <a:cubicBezTo>
                        <a:pt x="5397" y="7818"/>
                        <a:pt x="5954" y="8126"/>
                        <a:pt x="6120" y="7885"/>
                      </a:cubicBezTo>
                      <a:cubicBezTo>
                        <a:pt x="6293" y="7635"/>
                        <a:pt x="6344" y="7295"/>
                        <a:pt x="6876" y="7669"/>
                      </a:cubicBezTo>
                      <a:cubicBezTo>
                        <a:pt x="7407" y="8034"/>
                        <a:pt x="7855" y="8034"/>
                        <a:pt x="7881" y="8284"/>
                      </a:cubicBezTo>
                      <a:cubicBezTo>
                        <a:pt x="7913" y="8525"/>
                        <a:pt x="7996" y="8649"/>
                        <a:pt x="8278" y="8500"/>
                      </a:cubicBezTo>
                      <a:cubicBezTo>
                        <a:pt x="8553" y="8342"/>
                        <a:pt x="8892" y="7976"/>
                        <a:pt x="8918" y="8317"/>
                      </a:cubicBezTo>
                      <a:cubicBezTo>
                        <a:pt x="8943" y="8649"/>
                        <a:pt x="8860" y="9206"/>
                        <a:pt x="9168" y="9364"/>
                      </a:cubicBezTo>
                      <a:cubicBezTo>
                        <a:pt x="9475" y="9514"/>
                        <a:pt x="9981" y="9671"/>
                        <a:pt x="10147" y="9912"/>
                      </a:cubicBezTo>
                      <a:cubicBezTo>
                        <a:pt x="10320" y="10162"/>
                        <a:pt x="10627" y="10810"/>
                        <a:pt x="10851" y="10744"/>
                      </a:cubicBezTo>
                      <a:cubicBezTo>
                        <a:pt x="11069" y="10685"/>
                        <a:pt x="11408" y="10162"/>
                        <a:pt x="11575" y="10594"/>
                      </a:cubicBezTo>
                      <a:cubicBezTo>
                        <a:pt x="11741" y="11026"/>
                        <a:pt x="12132" y="11151"/>
                        <a:pt x="12189" y="11392"/>
                      </a:cubicBezTo>
                      <a:cubicBezTo>
                        <a:pt x="12247" y="11641"/>
                        <a:pt x="12445" y="11882"/>
                        <a:pt x="12330" y="12073"/>
                      </a:cubicBezTo>
                      <a:cubicBezTo>
                        <a:pt x="12221" y="12256"/>
                        <a:pt x="12132" y="12289"/>
                        <a:pt x="12580" y="12505"/>
                      </a:cubicBezTo>
                      <a:cubicBezTo>
                        <a:pt x="12778" y="12655"/>
                        <a:pt x="12721" y="12871"/>
                        <a:pt x="12721" y="13029"/>
                      </a:cubicBezTo>
                      <a:cubicBezTo>
                        <a:pt x="12721" y="13179"/>
                        <a:pt x="12721" y="13245"/>
                        <a:pt x="12919" y="13461"/>
                      </a:cubicBezTo>
                      <a:cubicBezTo>
                        <a:pt x="13111" y="13669"/>
                        <a:pt x="13284" y="13985"/>
                        <a:pt x="13169" y="14317"/>
                      </a:cubicBezTo>
                      <a:cubicBezTo>
                        <a:pt x="13060" y="14658"/>
                        <a:pt x="12945" y="14783"/>
                        <a:pt x="12945" y="14907"/>
                      </a:cubicBezTo>
                      <a:cubicBezTo>
                        <a:pt x="12945" y="15032"/>
                        <a:pt x="12919" y="15456"/>
                        <a:pt x="12753" y="15306"/>
                      </a:cubicBezTo>
                      <a:cubicBezTo>
                        <a:pt x="12580" y="15148"/>
                        <a:pt x="12637" y="14874"/>
                        <a:pt x="12580" y="15148"/>
                      </a:cubicBezTo>
                      <a:cubicBezTo>
                        <a:pt x="12529" y="15431"/>
                        <a:pt x="12445" y="15522"/>
                        <a:pt x="12330" y="15489"/>
                      </a:cubicBezTo>
                      <a:cubicBezTo>
                        <a:pt x="12221" y="15456"/>
                        <a:pt x="12080" y="15738"/>
                        <a:pt x="12221" y="15888"/>
                      </a:cubicBezTo>
                      <a:cubicBezTo>
                        <a:pt x="12356" y="16046"/>
                        <a:pt x="12272" y="16229"/>
                        <a:pt x="12106" y="16445"/>
                      </a:cubicBezTo>
                      <a:cubicBezTo>
                        <a:pt x="11940" y="16661"/>
                        <a:pt x="11600" y="16478"/>
                        <a:pt x="11632" y="16877"/>
                      </a:cubicBezTo>
                      <a:cubicBezTo>
                        <a:pt x="11658" y="17276"/>
                        <a:pt x="11632" y="17492"/>
                        <a:pt x="11575" y="17766"/>
                      </a:cubicBezTo>
                      <a:cubicBezTo>
                        <a:pt x="11517" y="18049"/>
                        <a:pt x="11466" y="18198"/>
                        <a:pt x="11210" y="18107"/>
                      </a:cubicBezTo>
                      <a:cubicBezTo>
                        <a:pt x="10960" y="18016"/>
                        <a:pt x="10794" y="18140"/>
                        <a:pt x="10595" y="17866"/>
                      </a:cubicBezTo>
                      <a:cubicBezTo>
                        <a:pt x="10403" y="17583"/>
                        <a:pt x="10320" y="17243"/>
                        <a:pt x="10205" y="17617"/>
                      </a:cubicBezTo>
                      <a:cubicBezTo>
                        <a:pt x="10096" y="17982"/>
                        <a:pt x="10064" y="18323"/>
                        <a:pt x="10429" y="18390"/>
                      </a:cubicBezTo>
                      <a:cubicBezTo>
                        <a:pt x="10794" y="18448"/>
                        <a:pt x="11159" y="18323"/>
                        <a:pt x="11293" y="18597"/>
                      </a:cubicBezTo>
                      <a:cubicBezTo>
                        <a:pt x="11434" y="18880"/>
                        <a:pt x="11632" y="19063"/>
                        <a:pt x="11914" y="19096"/>
                      </a:cubicBezTo>
                      <a:cubicBezTo>
                        <a:pt x="12042" y="19104"/>
                        <a:pt x="12157" y="19088"/>
                        <a:pt x="12247" y="19088"/>
                      </a:cubicBezTo>
                      <a:cubicBezTo>
                        <a:pt x="12202" y="18913"/>
                        <a:pt x="12055" y="18747"/>
                        <a:pt x="12036" y="18614"/>
                      </a:cubicBezTo>
                      <a:cubicBezTo>
                        <a:pt x="12010" y="18448"/>
                        <a:pt x="12221" y="18373"/>
                        <a:pt x="12343" y="18373"/>
                      </a:cubicBezTo>
                      <a:cubicBezTo>
                        <a:pt x="12471" y="18373"/>
                        <a:pt x="12471" y="18323"/>
                        <a:pt x="12791" y="18140"/>
                      </a:cubicBezTo>
                      <a:cubicBezTo>
                        <a:pt x="13111" y="17957"/>
                        <a:pt x="13098" y="18032"/>
                        <a:pt x="13310" y="18074"/>
                      </a:cubicBezTo>
                      <a:cubicBezTo>
                        <a:pt x="13521" y="18124"/>
                        <a:pt x="13450" y="18647"/>
                        <a:pt x="13450" y="18830"/>
                      </a:cubicBezTo>
                      <a:cubicBezTo>
                        <a:pt x="13450" y="19021"/>
                        <a:pt x="13521" y="19005"/>
                        <a:pt x="13745" y="19030"/>
                      </a:cubicBezTo>
                      <a:cubicBezTo>
                        <a:pt x="13969" y="19063"/>
                        <a:pt x="13879" y="19262"/>
                        <a:pt x="13899" y="19387"/>
                      </a:cubicBezTo>
                      <a:cubicBezTo>
                        <a:pt x="13911" y="19512"/>
                        <a:pt x="13995" y="19495"/>
                        <a:pt x="14135" y="19636"/>
                      </a:cubicBezTo>
                      <a:cubicBezTo>
                        <a:pt x="14276" y="19769"/>
                        <a:pt x="14347" y="19910"/>
                        <a:pt x="14455" y="20019"/>
                      </a:cubicBezTo>
                      <a:cubicBezTo>
                        <a:pt x="14564" y="20127"/>
                        <a:pt x="14692" y="20077"/>
                        <a:pt x="14776" y="19944"/>
                      </a:cubicBezTo>
                      <a:cubicBezTo>
                        <a:pt x="14859" y="19802"/>
                        <a:pt x="14974" y="19728"/>
                        <a:pt x="15128" y="19852"/>
                      </a:cubicBezTo>
                      <a:cubicBezTo>
                        <a:pt x="15281" y="19969"/>
                        <a:pt x="15070" y="20077"/>
                        <a:pt x="15237" y="20251"/>
                      </a:cubicBezTo>
                      <a:cubicBezTo>
                        <a:pt x="15409" y="20417"/>
                        <a:pt x="15377" y="20650"/>
                        <a:pt x="15390" y="20816"/>
                      </a:cubicBezTo>
                      <a:cubicBezTo>
                        <a:pt x="15409" y="20991"/>
                        <a:pt x="15544" y="21016"/>
                        <a:pt x="15717" y="21157"/>
                      </a:cubicBezTo>
                      <a:cubicBezTo>
                        <a:pt x="15883" y="21298"/>
                        <a:pt x="15896" y="21140"/>
                        <a:pt x="16203" y="21298"/>
                      </a:cubicBezTo>
                      <a:cubicBezTo>
                        <a:pt x="16510" y="21448"/>
                        <a:pt x="16440" y="21357"/>
                        <a:pt x="16760" y="21224"/>
                      </a:cubicBezTo>
                      <a:cubicBezTo>
                        <a:pt x="17087" y="21082"/>
                        <a:pt x="16946" y="20758"/>
                        <a:pt x="16959" y="20617"/>
                      </a:cubicBezTo>
                      <a:cubicBezTo>
                        <a:pt x="16971" y="20509"/>
                        <a:pt x="17202" y="20534"/>
                        <a:pt x="17407" y="20550"/>
                      </a:cubicBezTo>
                      <a:cubicBezTo>
                        <a:pt x="17471" y="20442"/>
                        <a:pt x="17567" y="20309"/>
                        <a:pt x="17644" y="20251"/>
                      </a:cubicBezTo>
                      <a:cubicBezTo>
                        <a:pt x="17784" y="20143"/>
                        <a:pt x="17586" y="20035"/>
                        <a:pt x="17688" y="19894"/>
                      </a:cubicBezTo>
                      <a:cubicBezTo>
                        <a:pt x="17784" y="19753"/>
                        <a:pt x="17797" y="19694"/>
                        <a:pt x="17644" y="19636"/>
                      </a:cubicBezTo>
                      <a:cubicBezTo>
                        <a:pt x="17490" y="19570"/>
                        <a:pt x="17253" y="19478"/>
                        <a:pt x="17407" y="19370"/>
                      </a:cubicBezTo>
                      <a:cubicBezTo>
                        <a:pt x="17560" y="19262"/>
                        <a:pt x="17644" y="19113"/>
                        <a:pt x="17740" y="19138"/>
                      </a:cubicBezTo>
                      <a:cubicBezTo>
                        <a:pt x="17842" y="19171"/>
                        <a:pt x="18021" y="19279"/>
                        <a:pt x="18047" y="19171"/>
                      </a:cubicBezTo>
                      <a:cubicBezTo>
                        <a:pt x="18079" y="19063"/>
                        <a:pt x="18117" y="18938"/>
                        <a:pt x="18201" y="19030"/>
                      </a:cubicBezTo>
                      <a:cubicBezTo>
                        <a:pt x="18284" y="19121"/>
                        <a:pt x="18258" y="19221"/>
                        <a:pt x="18437" y="19204"/>
                      </a:cubicBezTo>
                      <a:cubicBezTo>
                        <a:pt x="18623" y="19187"/>
                        <a:pt x="18662" y="19063"/>
                        <a:pt x="18540" y="18938"/>
                      </a:cubicBezTo>
                      <a:cubicBezTo>
                        <a:pt x="18412" y="18813"/>
                        <a:pt x="18303" y="18863"/>
                        <a:pt x="18412" y="18722"/>
                      </a:cubicBezTo>
                      <a:cubicBezTo>
                        <a:pt x="18527" y="18589"/>
                        <a:pt x="18469" y="18506"/>
                        <a:pt x="18399" y="18448"/>
                      </a:cubicBezTo>
                      <a:cubicBezTo>
                        <a:pt x="18329" y="18390"/>
                        <a:pt x="18386" y="18373"/>
                        <a:pt x="18457" y="18232"/>
                      </a:cubicBezTo>
                      <a:cubicBezTo>
                        <a:pt x="18527" y="18090"/>
                        <a:pt x="18623" y="18090"/>
                        <a:pt x="18610" y="17908"/>
                      </a:cubicBezTo>
                      <a:cubicBezTo>
                        <a:pt x="18598" y="17725"/>
                        <a:pt x="18777" y="17583"/>
                        <a:pt x="18681" y="17459"/>
                      </a:cubicBezTo>
                      <a:cubicBezTo>
                        <a:pt x="18578" y="17342"/>
                        <a:pt x="18527" y="17168"/>
                        <a:pt x="18399" y="17201"/>
                      </a:cubicBezTo>
                      <a:cubicBezTo>
                        <a:pt x="18271" y="17234"/>
                        <a:pt x="18149" y="17234"/>
                        <a:pt x="18162" y="17110"/>
                      </a:cubicBezTo>
                      <a:cubicBezTo>
                        <a:pt x="18175" y="16985"/>
                        <a:pt x="18258" y="16819"/>
                        <a:pt x="18373" y="16752"/>
                      </a:cubicBezTo>
                      <a:cubicBezTo>
                        <a:pt x="18482" y="16694"/>
                        <a:pt x="18495" y="16570"/>
                        <a:pt x="18425" y="16428"/>
                      </a:cubicBezTo>
                      <a:cubicBezTo>
                        <a:pt x="18354" y="16295"/>
                        <a:pt x="18284" y="15996"/>
                        <a:pt x="18566" y="15971"/>
                      </a:cubicBezTo>
                      <a:cubicBezTo>
                        <a:pt x="18847" y="15938"/>
                        <a:pt x="19039" y="15863"/>
                        <a:pt x="19097" y="16013"/>
                      </a:cubicBezTo>
                      <a:cubicBezTo>
                        <a:pt x="19154" y="16171"/>
                        <a:pt x="19321" y="16353"/>
                        <a:pt x="19532" y="16320"/>
                      </a:cubicBezTo>
                      <a:cubicBezTo>
                        <a:pt x="19743" y="16295"/>
                        <a:pt x="19769" y="16187"/>
                        <a:pt x="19936" y="16187"/>
                      </a:cubicBezTo>
                      <a:cubicBezTo>
                        <a:pt x="20102" y="16187"/>
                        <a:pt x="20275" y="16353"/>
                        <a:pt x="20275" y="16079"/>
                      </a:cubicBezTo>
                      <a:cubicBezTo>
                        <a:pt x="20275" y="15797"/>
                        <a:pt x="20019" y="15647"/>
                        <a:pt x="20204" y="15581"/>
                      </a:cubicBezTo>
                      <a:cubicBezTo>
                        <a:pt x="20384" y="15522"/>
                        <a:pt x="20396" y="15414"/>
                        <a:pt x="20512" y="15506"/>
                      </a:cubicBezTo>
                      <a:cubicBezTo>
                        <a:pt x="20621" y="15597"/>
                        <a:pt x="20653" y="15614"/>
                        <a:pt x="20691" y="15506"/>
                      </a:cubicBezTo>
                      <a:cubicBezTo>
                        <a:pt x="20736" y="15398"/>
                        <a:pt x="20691" y="15414"/>
                        <a:pt x="20857" y="15448"/>
                      </a:cubicBezTo>
                      <a:cubicBezTo>
                        <a:pt x="21030" y="15472"/>
                        <a:pt x="21446" y="15456"/>
                        <a:pt x="21491" y="15240"/>
                      </a:cubicBezTo>
                      <a:cubicBezTo>
                        <a:pt x="21530" y="15032"/>
                        <a:pt x="21491" y="14949"/>
                        <a:pt x="21363" y="14766"/>
                      </a:cubicBezTo>
                      <a:cubicBezTo>
                        <a:pt x="21235" y="14583"/>
                        <a:pt x="21113" y="14400"/>
                        <a:pt x="21248" y="1416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81" name="Shape">
                  <a:extLst>
                    <a:ext uri="{FF2B5EF4-FFF2-40B4-BE49-F238E27FC236}">
                      <a16:creationId xmlns:a16="http://schemas.microsoft.com/office/drawing/2014/main" id="{DCCABBD4-6769-4C92-879C-31727BB0255F}"/>
                    </a:ext>
                  </a:extLst>
                </p:cNvPr>
                <p:cNvSpPr/>
                <p:nvPr/>
              </p:nvSpPr>
              <p:spPr>
                <a:xfrm>
                  <a:off x="4759190" y="2724379"/>
                  <a:ext cx="463010" cy="6936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67" h="21208" extrusionOk="0">
                      <a:moveTo>
                        <a:pt x="989" y="11494"/>
                      </a:moveTo>
                      <a:cubicBezTo>
                        <a:pt x="2012" y="11744"/>
                        <a:pt x="2078" y="11848"/>
                        <a:pt x="2209" y="12119"/>
                      </a:cubicBezTo>
                      <a:cubicBezTo>
                        <a:pt x="2374" y="12390"/>
                        <a:pt x="3858" y="12203"/>
                        <a:pt x="4089" y="12974"/>
                      </a:cubicBezTo>
                      <a:cubicBezTo>
                        <a:pt x="4320" y="13746"/>
                        <a:pt x="4386" y="14392"/>
                        <a:pt x="5111" y="15017"/>
                      </a:cubicBezTo>
                      <a:cubicBezTo>
                        <a:pt x="5804" y="15643"/>
                        <a:pt x="6760" y="16102"/>
                        <a:pt x="6233" y="17061"/>
                      </a:cubicBezTo>
                      <a:cubicBezTo>
                        <a:pt x="5738" y="18041"/>
                        <a:pt x="4815" y="17999"/>
                        <a:pt x="5903" y="18499"/>
                      </a:cubicBezTo>
                      <a:cubicBezTo>
                        <a:pt x="6958" y="19000"/>
                        <a:pt x="6892" y="19187"/>
                        <a:pt x="7684" y="19187"/>
                      </a:cubicBezTo>
                      <a:cubicBezTo>
                        <a:pt x="8475" y="19187"/>
                        <a:pt x="9201" y="19083"/>
                        <a:pt x="9431" y="19729"/>
                      </a:cubicBezTo>
                      <a:cubicBezTo>
                        <a:pt x="9629" y="20397"/>
                        <a:pt x="9695" y="20730"/>
                        <a:pt x="11377" y="20626"/>
                      </a:cubicBezTo>
                      <a:cubicBezTo>
                        <a:pt x="12004" y="20626"/>
                        <a:pt x="12498" y="20772"/>
                        <a:pt x="12729" y="21043"/>
                      </a:cubicBezTo>
                      <a:cubicBezTo>
                        <a:pt x="12960" y="21314"/>
                        <a:pt x="13224" y="21231"/>
                        <a:pt x="14015" y="20939"/>
                      </a:cubicBezTo>
                      <a:cubicBezTo>
                        <a:pt x="14807" y="20626"/>
                        <a:pt x="15334" y="20626"/>
                        <a:pt x="14609" y="20355"/>
                      </a:cubicBezTo>
                      <a:cubicBezTo>
                        <a:pt x="13883" y="20084"/>
                        <a:pt x="14609" y="19896"/>
                        <a:pt x="14675" y="19688"/>
                      </a:cubicBezTo>
                      <a:cubicBezTo>
                        <a:pt x="14741" y="19500"/>
                        <a:pt x="13817" y="18645"/>
                        <a:pt x="14906" y="18916"/>
                      </a:cubicBezTo>
                      <a:cubicBezTo>
                        <a:pt x="15961" y="19187"/>
                        <a:pt x="17049" y="19500"/>
                        <a:pt x="17478" y="18875"/>
                      </a:cubicBezTo>
                      <a:cubicBezTo>
                        <a:pt x="17907" y="18270"/>
                        <a:pt x="17544" y="17916"/>
                        <a:pt x="17775" y="17540"/>
                      </a:cubicBezTo>
                      <a:cubicBezTo>
                        <a:pt x="17972" y="17144"/>
                        <a:pt x="17643" y="16748"/>
                        <a:pt x="16554" y="16519"/>
                      </a:cubicBezTo>
                      <a:cubicBezTo>
                        <a:pt x="15466" y="16289"/>
                        <a:pt x="14015" y="16727"/>
                        <a:pt x="14114" y="15747"/>
                      </a:cubicBezTo>
                      <a:cubicBezTo>
                        <a:pt x="14180" y="14788"/>
                        <a:pt x="13652" y="14517"/>
                        <a:pt x="14246" y="14246"/>
                      </a:cubicBezTo>
                      <a:cubicBezTo>
                        <a:pt x="14807" y="13975"/>
                        <a:pt x="15169" y="13975"/>
                        <a:pt x="15038" y="13350"/>
                      </a:cubicBezTo>
                      <a:cubicBezTo>
                        <a:pt x="14906" y="12745"/>
                        <a:pt x="14675" y="11973"/>
                        <a:pt x="15038" y="11661"/>
                      </a:cubicBezTo>
                      <a:cubicBezTo>
                        <a:pt x="15400" y="11348"/>
                        <a:pt x="15598" y="11160"/>
                        <a:pt x="16060" y="11473"/>
                      </a:cubicBezTo>
                      <a:cubicBezTo>
                        <a:pt x="16489" y="11765"/>
                        <a:pt x="16686" y="11619"/>
                        <a:pt x="18269" y="11619"/>
                      </a:cubicBezTo>
                      <a:cubicBezTo>
                        <a:pt x="18863" y="11619"/>
                        <a:pt x="19489" y="11577"/>
                        <a:pt x="19984" y="11536"/>
                      </a:cubicBezTo>
                      <a:cubicBezTo>
                        <a:pt x="20050" y="11390"/>
                        <a:pt x="20017" y="11244"/>
                        <a:pt x="19786" y="11035"/>
                      </a:cubicBezTo>
                      <a:cubicBezTo>
                        <a:pt x="19226" y="10577"/>
                        <a:pt x="19226" y="10451"/>
                        <a:pt x="19489" y="9993"/>
                      </a:cubicBezTo>
                      <a:cubicBezTo>
                        <a:pt x="19786" y="9534"/>
                        <a:pt x="19358" y="9305"/>
                        <a:pt x="20149" y="8950"/>
                      </a:cubicBezTo>
                      <a:cubicBezTo>
                        <a:pt x="20743" y="8679"/>
                        <a:pt x="21138" y="8408"/>
                        <a:pt x="21567" y="8033"/>
                      </a:cubicBezTo>
                      <a:cubicBezTo>
                        <a:pt x="21039" y="7845"/>
                        <a:pt x="21237" y="7011"/>
                        <a:pt x="19061" y="6594"/>
                      </a:cubicBezTo>
                      <a:cubicBezTo>
                        <a:pt x="16620" y="6136"/>
                        <a:pt x="16192" y="6678"/>
                        <a:pt x="14906" y="6136"/>
                      </a:cubicBezTo>
                      <a:cubicBezTo>
                        <a:pt x="13587" y="5594"/>
                        <a:pt x="13455" y="4363"/>
                        <a:pt x="14312" y="3821"/>
                      </a:cubicBezTo>
                      <a:cubicBezTo>
                        <a:pt x="15169" y="3279"/>
                        <a:pt x="16060" y="2967"/>
                        <a:pt x="16489" y="2341"/>
                      </a:cubicBezTo>
                      <a:cubicBezTo>
                        <a:pt x="16917" y="1736"/>
                        <a:pt x="16192" y="1111"/>
                        <a:pt x="15598" y="798"/>
                      </a:cubicBezTo>
                      <a:cubicBezTo>
                        <a:pt x="15038" y="485"/>
                        <a:pt x="14444" y="-286"/>
                        <a:pt x="13587" y="110"/>
                      </a:cubicBezTo>
                      <a:cubicBezTo>
                        <a:pt x="12729" y="485"/>
                        <a:pt x="11575" y="423"/>
                        <a:pt x="10718" y="1194"/>
                      </a:cubicBezTo>
                      <a:cubicBezTo>
                        <a:pt x="9860" y="1966"/>
                        <a:pt x="8706" y="2195"/>
                        <a:pt x="8838" y="2883"/>
                      </a:cubicBezTo>
                      <a:cubicBezTo>
                        <a:pt x="8970" y="3571"/>
                        <a:pt x="9695" y="4593"/>
                        <a:pt x="8838" y="5135"/>
                      </a:cubicBezTo>
                      <a:cubicBezTo>
                        <a:pt x="7980" y="5677"/>
                        <a:pt x="7255" y="6678"/>
                        <a:pt x="7980" y="6907"/>
                      </a:cubicBezTo>
                      <a:cubicBezTo>
                        <a:pt x="8706" y="7136"/>
                        <a:pt x="9267" y="8533"/>
                        <a:pt x="7552" y="8596"/>
                      </a:cubicBezTo>
                      <a:cubicBezTo>
                        <a:pt x="5804" y="8679"/>
                        <a:pt x="4518" y="7991"/>
                        <a:pt x="3957" y="8679"/>
                      </a:cubicBezTo>
                      <a:cubicBezTo>
                        <a:pt x="3397" y="9346"/>
                        <a:pt x="1649" y="10222"/>
                        <a:pt x="0" y="10034"/>
                      </a:cubicBezTo>
                      <a:cubicBezTo>
                        <a:pt x="99" y="10201"/>
                        <a:pt x="165" y="10389"/>
                        <a:pt x="198" y="10577"/>
                      </a:cubicBezTo>
                      <a:cubicBezTo>
                        <a:pt x="264" y="11223"/>
                        <a:pt x="-33" y="11265"/>
                        <a:pt x="989" y="11494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82" name="Shape">
                  <a:extLst>
                    <a:ext uri="{FF2B5EF4-FFF2-40B4-BE49-F238E27FC236}">
                      <a16:creationId xmlns:a16="http://schemas.microsoft.com/office/drawing/2014/main" id="{A5A7C7DF-3863-4BF8-8155-7ECAABB63D8F}"/>
                    </a:ext>
                  </a:extLst>
                </p:cNvPr>
                <p:cNvSpPr/>
                <p:nvPr/>
              </p:nvSpPr>
              <p:spPr>
                <a:xfrm>
                  <a:off x="6403591" y="4163832"/>
                  <a:ext cx="846159" cy="9963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26" h="21190" extrusionOk="0">
                      <a:moveTo>
                        <a:pt x="20840" y="4850"/>
                      </a:moveTo>
                      <a:cubicBezTo>
                        <a:pt x="20383" y="4371"/>
                        <a:pt x="20523" y="3748"/>
                        <a:pt x="19678" y="3429"/>
                      </a:cubicBezTo>
                      <a:cubicBezTo>
                        <a:pt x="18833" y="3110"/>
                        <a:pt x="18076" y="2980"/>
                        <a:pt x="18182" y="2632"/>
                      </a:cubicBezTo>
                      <a:cubicBezTo>
                        <a:pt x="18305" y="2269"/>
                        <a:pt x="19344" y="1791"/>
                        <a:pt x="18798" y="1545"/>
                      </a:cubicBezTo>
                      <a:cubicBezTo>
                        <a:pt x="18270" y="1313"/>
                        <a:pt x="18341" y="1066"/>
                        <a:pt x="17795" y="1168"/>
                      </a:cubicBezTo>
                      <a:cubicBezTo>
                        <a:pt x="17267" y="1284"/>
                        <a:pt x="16422" y="1472"/>
                        <a:pt x="15876" y="1197"/>
                      </a:cubicBezTo>
                      <a:cubicBezTo>
                        <a:pt x="15348" y="936"/>
                        <a:pt x="15154" y="124"/>
                        <a:pt x="14450" y="530"/>
                      </a:cubicBezTo>
                      <a:cubicBezTo>
                        <a:pt x="13764" y="936"/>
                        <a:pt x="13887" y="994"/>
                        <a:pt x="13499" y="1313"/>
                      </a:cubicBezTo>
                      <a:cubicBezTo>
                        <a:pt x="13112" y="1632"/>
                        <a:pt x="12795" y="2066"/>
                        <a:pt x="12338" y="1719"/>
                      </a:cubicBezTo>
                      <a:cubicBezTo>
                        <a:pt x="11880" y="1356"/>
                        <a:pt x="12144" y="1284"/>
                        <a:pt x="12426" y="1124"/>
                      </a:cubicBezTo>
                      <a:cubicBezTo>
                        <a:pt x="12690" y="965"/>
                        <a:pt x="13042" y="747"/>
                        <a:pt x="12848" y="472"/>
                      </a:cubicBezTo>
                      <a:cubicBezTo>
                        <a:pt x="12654" y="211"/>
                        <a:pt x="12267" y="-166"/>
                        <a:pt x="11950" y="80"/>
                      </a:cubicBezTo>
                      <a:cubicBezTo>
                        <a:pt x="11651" y="312"/>
                        <a:pt x="11457" y="718"/>
                        <a:pt x="11035" y="878"/>
                      </a:cubicBezTo>
                      <a:cubicBezTo>
                        <a:pt x="10630" y="1037"/>
                        <a:pt x="10208" y="1400"/>
                        <a:pt x="9873" y="1168"/>
                      </a:cubicBezTo>
                      <a:cubicBezTo>
                        <a:pt x="9750" y="1284"/>
                        <a:pt x="9609" y="1371"/>
                        <a:pt x="9451" y="1472"/>
                      </a:cubicBezTo>
                      <a:cubicBezTo>
                        <a:pt x="9151" y="1690"/>
                        <a:pt x="8764" y="1791"/>
                        <a:pt x="8570" y="1574"/>
                      </a:cubicBezTo>
                      <a:cubicBezTo>
                        <a:pt x="8377" y="1356"/>
                        <a:pt x="8183" y="1313"/>
                        <a:pt x="7567" y="1313"/>
                      </a:cubicBezTo>
                      <a:cubicBezTo>
                        <a:pt x="6951" y="1313"/>
                        <a:pt x="6916" y="1356"/>
                        <a:pt x="6880" y="1661"/>
                      </a:cubicBezTo>
                      <a:cubicBezTo>
                        <a:pt x="6845" y="1951"/>
                        <a:pt x="6616" y="2110"/>
                        <a:pt x="5930" y="2110"/>
                      </a:cubicBezTo>
                      <a:cubicBezTo>
                        <a:pt x="5226" y="2110"/>
                        <a:pt x="5542" y="2226"/>
                        <a:pt x="5314" y="2458"/>
                      </a:cubicBezTo>
                      <a:cubicBezTo>
                        <a:pt x="5067" y="2704"/>
                        <a:pt x="4733" y="3009"/>
                        <a:pt x="3993" y="3328"/>
                      </a:cubicBezTo>
                      <a:cubicBezTo>
                        <a:pt x="3272" y="3647"/>
                        <a:pt x="3043" y="3589"/>
                        <a:pt x="2532" y="3560"/>
                      </a:cubicBezTo>
                      <a:cubicBezTo>
                        <a:pt x="2039" y="3545"/>
                        <a:pt x="2075" y="3734"/>
                        <a:pt x="2004" y="3893"/>
                      </a:cubicBezTo>
                      <a:cubicBezTo>
                        <a:pt x="1916" y="4053"/>
                        <a:pt x="1846" y="4183"/>
                        <a:pt x="1230" y="4284"/>
                      </a:cubicBezTo>
                      <a:cubicBezTo>
                        <a:pt x="877" y="4357"/>
                        <a:pt x="649" y="4661"/>
                        <a:pt x="508" y="4908"/>
                      </a:cubicBezTo>
                      <a:cubicBezTo>
                        <a:pt x="754" y="4951"/>
                        <a:pt x="1001" y="4995"/>
                        <a:pt x="1159" y="5096"/>
                      </a:cubicBezTo>
                      <a:cubicBezTo>
                        <a:pt x="1617" y="5415"/>
                        <a:pt x="1846" y="5850"/>
                        <a:pt x="1687" y="6111"/>
                      </a:cubicBezTo>
                      <a:cubicBezTo>
                        <a:pt x="1546" y="6386"/>
                        <a:pt x="2303" y="6923"/>
                        <a:pt x="2233" y="7619"/>
                      </a:cubicBezTo>
                      <a:cubicBezTo>
                        <a:pt x="2145" y="8315"/>
                        <a:pt x="1230" y="8691"/>
                        <a:pt x="455" y="9228"/>
                      </a:cubicBezTo>
                      <a:cubicBezTo>
                        <a:pt x="-302" y="9779"/>
                        <a:pt x="-3" y="10417"/>
                        <a:pt x="543" y="11011"/>
                      </a:cubicBezTo>
                      <a:cubicBezTo>
                        <a:pt x="1071" y="11605"/>
                        <a:pt x="1388" y="11431"/>
                        <a:pt x="1388" y="11924"/>
                      </a:cubicBezTo>
                      <a:cubicBezTo>
                        <a:pt x="1388" y="12403"/>
                        <a:pt x="1617" y="12519"/>
                        <a:pt x="1617" y="13055"/>
                      </a:cubicBezTo>
                      <a:cubicBezTo>
                        <a:pt x="1617" y="13591"/>
                        <a:pt x="2391" y="13635"/>
                        <a:pt x="2761" y="13968"/>
                      </a:cubicBezTo>
                      <a:cubicBezTo>
                        <a:pt x="3148" y="14287"/>
                        <a:pt x="3078" y="14606"/>
                        <a:pt x="3536" y="14925"/>
                      </a:cubicBezTo>
                      <a:cubicBezTo>
                        <a:pt x="3993" y="15258"/>
                        <a:pt x="3923" y="15200"/>
                        <a:pt x="3078" y="15679"/>
                      </a:cubicBezTo>
                      <a:cubicBezTo>
                        <a:pt x="2233" y="16172"/>
                        <a:pt x="2761" y="16433"/>
                        <a:pt x="2691" y="17027"/>
                      </a:cubicBezTo>
                      <a:cubicBezTo>
                        <a:pt x="2620" y="17621"/>
                        <a:pt x="3148" y="17998"/>
                        <a:pt x="3377" y="18317"/>
                      </a:cubicBezTo>
                      <a:cubicBezTo>
                        <a:pt x="3606" y="18636"/>
                        <a:pt x="4381" y="18535"/>
                        <a:pt x="5067" y="18201"/>
                      </a:cubicBezTo>
                      <a:cubicBezTo>
                        <a:pt x="5771" y="17882"/>
                        <a:pt x="5842" y="17882"/>
                        <a:pt x="6159" y="18042"/>
                      </a:cubicBezTo>
                      <a:cubicBezTo>
                        <a:pt x="6458" y="18201"/>
                        <a:pt x="6616" y="18419"/>
                        <a:pt x="6528" y="18738"/>
                      </a:cubicBezTo>
                      <a:cubicBezTo>
                        <a:pt x="6458" y="19071"/>
                        <a:pt x="6000" y="19332"/>
                        <a:pt x="5155" y="19709"/>
                      </a:cubicBezTo>
                      <a:cubicBezTo>
                        <a:pt x="4310" y="20086"/>
                        <a:pt x="4469" y="20579"/>
                        <a:pt x="5067" y="20999"/>
                      </a:cubicBezTo>
                      <a:cubicBezTo>
                        <a:pt x="5683" y="21434"/>
                        <a:pt x="6528" y="21057"/>
                        <a:pt x="7303" y="20579"/>
                      </a:cubicBezTo>
                      <a:cubicBezTo>
                        <a:pt x="8077" y="20086"/>
                        <a:pt x="8993" y="20245"/>
                        <a:pt x="9609" y="19825"/>
                      </a:cubicBezTo>
                      <a:cubicBezTo>
                        <a:pt x="10225" y="19390"/>
                        <a:pt x="10771" y="20202"/>
                        <a:pt x="11387" y="20405"/>
                      </a:cubicBezTo>
                      <a:cubicBezTo>
                        <a:pt x="12003" y="20622"/>
                        <a:pt x="11528" y="19491"/>
                        <a:pt x="11757" y="19071"/>
                      </a:cubicBezTo>
                      <a:cubicBezTo>
                        <a:pt x="11809" y="18999"/>
                        <a:pt x="11880" y="18955"/>
                        <a:pt x="11968" y="18926"/>
                      </a:cubicBezTo>
                      <a:cubicBezTo>
                        <a:pt x="11792" y="18694"/>
                        <a:pt x="11598" y="18404"/>
                        <a:pt x="11686" y="18230"/>
                      </a:cubicBezTo>
                      <a:cubicBezTo>
                        <a:pt x="11845" y="17940"/>
                        <a:pt x="12074" y="17752"/>
                        <a:pt x="12109" y="17404"/>
                      </a:cubicBezTo>
                      <a:cubicBezTo>
                        <a:pt x="12144" y="17056"/>
                        <a:pt x="12003" y="16520"/>
                        <a:pt x="12302" y="16215"/>
                      </a:cubicBezTo>
                      <a:cubicBezTo>
                        <a:pt x="12619" y="15925"/>
                        <a:pt x="12619" y="15737"/>
                        <a:pt x="12760" y="15519"/>
                      </a:cubicBezTo>
                      <a:cubicBezTo>
                        <a:pt x="12919" y="15302"/>
                        <a:pt x="13147" y="15229"/>
                        <a:pt x="13411" y="14983"/>
                      </a:cubicBezTo>
                      <a:cubicBezTo>
                        <a:pt x="13693" y="14737"/>
                        <a:pt x="13658" y="14766"/>
                        <a:pt x="13535" y="14418"/>
                      </a:cubicBezTo>
                      <a:cubicBezTo>
                        <a:pt x="13411" y="14070"/>
                        <a:pt x="13077" y="13852"/>
                        <a:pt x="13464" y="13620"/>
                      </a:cubicBezTo>
                      <a:cubicBezTo>
                        <a:pt x="13834" y="13374"/>
                        <a:pt x="14380" y="13185"/>
                        <a:pt x="13799" y="12751"/>
                      </a:cubicBezTo>
                      <a:cubicBezTo>
                        <a:pt x="13218" y="12330"/>
                        <a:pt x="13218" y="11547"/>
                        <a:pt x="13658" y="11359"/>
                      </a:cubicBezTo>
                      <a:cubicBezTo>
                        <a:pt x="14080" y="11170"/>
                        <a:pt x="15031" y="11272"/>
                        <a:pt x="15418" y="10605"/>
                      </a:cubicBezTo>
                      <a:cubicBezTo>
                        <a:pt x="15806" y="9938"/>
                        <a:pt x="15911" y="9663"/>
                        <a:pt x="15718" y="9039"/>
                      </a:cubicBezTo>
                      <a:cubicBezTo>
                        <a:pt x="15542" y="8431"/>
                        <a:pt x="15383" y="8083"/>
                        <a:pt x="15770" y="7778"/>
                      </a:cubicBezTo>
                      <a:cubicBezTo>
                        <a:pt x="16140" y="7488"/>
                        <a:pt x="16034" y="7430"/>
                        <a:pt x="16915" y="7488"/>
                      </a:cubicBezTo>
                      <a:cubicBezTo>
                        <a:pt x="17795" y="7546"/>
                        <a:pt x="17231" y="7619"/>
                        <a:pt x="17795" y="7546"/>
                      </a:cubicBezTo>
                      <a:cubicBezTo>
                        <a:pt x="18376" y="7459"/>
                        <a:pt x="18499" y="7401"/>
                        <a:pt x="18569" y="7140"/>
                      </a:cubicBezTo>
                      <a:cubicBezTo>
                        <a:pt x="18640" y="6865"/>
                        <a:pt x="18569" y="6850"/>
                        <a:pt x="19062" y="6821"/>
                      </a:cubicBezTo>
                      <a:cubicBezTo>
                        <a:pt x="19573" y="6792"/>
                        <a:pt x="20189" y="6575"/>
                        <a:pt x="20418" y="6328"/>
                      </a:cubicBezTo>
                      <a:cubicBezTo>
                        <a:pt x="20647" y="6097"/>
                        <a:pt x="20682" y="5937"/>
                        <a:pt x="20717" y="5691"/>
                      </a:cubicBezTo>
                      <a:cubicBezTo>
                        <a:pt x="20770" y="5444"/>
                        <a:pt x="21298" y="5343"/>
                        <a:pt x="20840" y="485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83" name="Shape">
                  <a:extLst>
                    <a:ext uri="{FF2B5EF4-FFF2-40B4-BE49-F238E27FC236}">
                      <a16:creationId xmlns:a16="http://schemas.microsoft.com/office/drawing/2014/main" id="{2D84D1C1-2DFF-4F25-B613-C5EF6FDDBF1C}"/>
                    </a:ext>
                  </a:extLst>
                </p:cNvPr>
                <p:cNvSpPr/>
                <p:nvPr/>
              </p:nvSpPr>
              <p:spPr>
                <a:xfrm>
                  <a:off x="5445683" y="3717391"/>
                  <a:ext cx="1355908" cy="7271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58" h="21600" extrusionOk="0">
                      <a:moveTo>
                        <a:pt x="15877" y="19229"/>
                      </a:moveTo>
                      <a:cubicBezTo>
                        <a:pt x="16268" y="19087"/>
                        <a:pt x="16312" y="18905"/>
                        <a:pt x="16368" y="18682"/>
                      </a:cubicBezTo>
                      <a:cubicBezTo>
                        <a:pt x="16413" y="18459"/>
                        <a:pt x="16391" y="18196"/>
                        <a:pt x="16703" y="18216"/>
                      </a:cubicBezTo>
                      <a:cubicBezTo>
                        <a:pt x="17027" y="18257"/>
                        <a:pt x="17172" y="18338"/>
                        <a:pt x="17630" y="17892"/>
                      </a:cubicBezTo>
                      <a:cubicBezTo>
                        <a:pt x="18098" y="17446"/>
                        <a:pt x="18311" y="17021"/>
                        <a:pt x="18467" y="16676"/>
                      </a:cubicBezTo>
                      <a:cubicBezTo>
                        <a:pt x="18612" y="16352"/>
                        <a:pt x="18411" y="16190"/>
                        <a:pt x="18858" y="16190"/>
                      </a:cubicBezTo>
                      <a:cubicBezTo>
                        <a:pt x="19293" y="16190"/>
                        <a:pt x="19438" y="15967"/>
                        <a:pt x="19460" y="15562"/>
                      </a:cubicBezTo>
                      <a:cubicBezTo>
                        <a:pt x="19483" y="15136"/>
                        <a:pt x="19505" y="15075"/>
                        <a:pt x="19896" y="15075"/>
                      </a:cubicBezTo>
                      <a:cubicBezTo>
                        <a:pt x="20286" y="15075"/>
                        <a:pt x="20409" y="15136"/>
                        <a:pt x="20532" y="15440"/>
                      </a:cubicBezTo>
                      <a:cubicBezTo>
                        <a:pt x="20655" y="15744"/>
                        <a:pt x="20900" y="15602"/>
                        <a:pt x="21090" y="15298"/>
                      </a:cubicBezTo>
                      <a:cubicBezTo>
                        <a:pt x="21191" y="15156"/>
                        <a:pt x="21280" y="15035"/>
                        <a:pt x="21358" y="14873"/>
                      </a:cubicBezTo>
                      <a:cubicBezTo>
                        <a:pt x="21347" y="14853"/>
                        <a:pt x="21325" y="14832"/>
                        <a:pt x="21313" y="14812"/>
                      </a:cubicBezTo>
                      <a:cubicBezTo>
                        <a:pt x="21090" y="14366"/>
                        <a:pt x="21168" y="13981"/>
                        <a:pt x="20923" y="13373"/>
                      </a:cubicBezTo>
                      <a:cubicBezTo>
                        <a:pt x="20677" y="12786"/>
                        <a:pt x="20320" y="12563"/>
                        <a:pt x="20365" y="11651"/>
                      </a:cubicBezTo>
                      <a:cubicBezTo>
                        <a:pt x="20409" y="10759"/>
                        <a:pt x="19896" y="10374"/>
                        <a:pt x="20164" y="9929"/>
                      </a:cubicBezTo>
                      <a:cubicBezTo>
                        <a:pt x="20431" y="9483"/>
                        <a:pt x="20632" y="9179"/>
                        <a:pt x="20242" y="8733"/>
                      </a:cubicBezTo>
                      <a:cubicBezTo>
                        <a:pt x="19851" y="8267"/>
                        <a:pt x="19996" y="8510"/>
                        <a:pt x="19706" y="8267"/>
                      </a:cubicBezTo>
                      <a:cubicBezTo>
                        <a:pt x="19416" y="8024"/>
                        <a:pt x="19505" y="8004"/>
                        <a:pt x="19326" y="8146"/>
                      </a:cubicBezTo>
                      <a:cubicBezTo>
                        <a:pt x="19148" y="8267"/>
                        <a:pt x="19058" y="8409"/>
                        <a:pt x="18891" y="8065"/>
                      </a:cubicBezTo>
                      <a:cubicBezTo>
                        <a:pt x="18712" y="7720"/>
                        <a:pt x="18567" y="7254"/>
                        <a:pt x="18411" y="7295"/>
                      </a:cubicBezTo>
                      <a:cubicBezTo>
                        <a:pt x="18255" y="7335"/>
                        <a:pt x="18177" y="7173"/>
                        <a:pt x="18110" y="6991"/>
                      </a:cubicBezTo>
                      <a:cubicBezTo>
                        <a:pt x="18031" y="6829"/>
                        <a:pt x="17909" y="6403"/>
                        <a:pt x="17719" y="6849"/>
                      </a:cubicBezTo>
                      <a:cubicBezTo>
                        <a:pt x="17518" y="7295"/>
                        <a:pt x="17384" y="7274"/>
                        <a:pt x="17194" y="7315"/>
                      </a:cubicBezTo>
                      <a:cubicBezTo>
                        <a:pt x="17005" y="7355"/>
                        <a:pt x="16636" y="7254"/>
                        <a:pt x="16480" y="6991"/>
                      </a:cubicBezTo>
                      <a:cubicBezTo>
                        <a:pt x="16312" y="6727"/>
                        <a:pt x="15911" y="5694"/>
                        <a:pt x="15620" y="5613"/>
                      </a:cubicBezTo>
                      <a:cubicBezTo>
                        <a:pt x="15330" y="5511"/>
                        <a:pt x="15364" y="5775"/>
                        <a:pt x="15096" y="5998"/>
                      </a:cubicBezTo>
                      <a:cubicBezTo>
                        <a:pt x="14828" y="6221"/>
                        <a:pt x="14671" y="6241"/>
                        <a:pt x="14471" y="5937"/>
                      </a:cubicBezTo>
                      <a:cubicBezTo>
                        <a:pt x="14281" y="5653"/>
                        <a:pt x="13968" y="5329"/>
                        <a:pt x="14002" y="4904"/>
                      </a:cubicBezTo>
                      <a:cubicBezTo>
                        <a:pt x="14035" y="4458"/>
                        <a:pt x="14102" y="4296"/>
                        <a:pt x="14046" y="3951"/>
                      </a:cubicBezTo>
                      <a:cubicBezTo>
                        <a:pt x="14002" y="3627"/>
                        <a:pt x="13868" y="2958"/>
                        <a:pt x="13645" y="3161"/>
                      </a:cubicBezTo>
                      <a:cubicBezTo>
                        <a:pt x="13432" y="3364"/>
                        <a:pt x="13466" y="3992"/>
                        <a:pt x="13109" y="4134"/>
                      </a:cubicBezTo>
                      <a:cubicBezTo>
                        <a:pt x="12751" y="4255"/>
                        <a:pt x="12751" y="3850"/>
                        <a:pt x="12606" y="3668"/>
                      </a:cubicBezTo>
                      <a:cubicBezTo>
                        <a:pt x="12461" y="3505"/>
                        <a:pt x="12327" y="3424"/>
                        <a:pt x="12048" y="3485"/>
                      </a:cubicBezTo>
                      <a:cubicBezTo>
                        <a:pt x="11769" y="3546"/>
                        <a:pt x="11646" y="3688"/>
                        <a:pt x="11378" y="3890"/>
                      </a:cubicBezTo>
                      <a:cubicBezTo>
                        <a:pt x="11111" y="4113"/>
                        <a:pt x="10586" y="4255"/>
                        <a:pt x="10173" y="4154"/>
                      </a:cubicBezTo>
                      <a:cubicBezTo>
                        <a:pt x="9760" y="4073"/>
                        <a:pt x="9726" y="4113"/>
                        <a:pt x="9168" y="3789"/>
                      </a:cubicBezTo>
                      <a:cubicBezTo>
                        <a:pt x="8621" y="3465"/>
                        <a:pt x="8588" y="3222"/>
                        <a:pt x="8331" y="3181"/>
                      </a:cubicBezTo>
                      <a:cubicBezTo>
                        <a:pt x="8074" y="3141"/>
                        <a:pt x="7494" y="2573"/>
                        <a:pt x="7293" y="2087"/>
                      </a:cubicBezTo>
                      <a:cubicBezTo>
                        <a:pt x="7125" y="1702"/>
                        <a:pt x="6668" y="547"/>
                        <a:pt x="6232" y="0"/>
                      </a:cubicBezTo>
                      <a:cubicBezTo>
                        <a:pt x="6177" y="122"/>
                        <a:pt x="6098" y="243"/>
                        <a:pt x="6031" y="385"/>
                      </a:cubicBezTo>
                      <a:cubicBezTo>
                        <a:pt x="5786" y="831"/>
                        <a:pt x="5786" y="1074"/>
                        <a:pt x="5317" y="689"/>
                      </a:cubicBezTo>
                      <a:cubicBezTo>
                        <a:pt x="4859" y="304"/>
                        <a:pt x="4837" y="952"/>
                        <a:pt x="4469" y="952"/>
                      </a:cubicBezTo>
                      <a:cubicBezTo>
                        <a:pt x="4100" y="952"/>
                        <a:pt x="4056" y="952"/>
                        <a:pt x="3978" y="608"/>
                      </a:cubicBezTo>
                      <a:cubicBezTo>
                        <a:pt x="3911" y="284"/>
                        <a:pt x="3732" y="689"/>
                        <a:pt x="3051" y="547"/>
                      </a:cubicBezTo>
                      <a:cubicBezTo>
                        <a:pt x="2370" y="385"/>
                        <a:pt x="2471" y="831"/>
                        <a:pt x="2471" y="1074"/>
                      </a:cubicBezTo>
                      <a:cubicBezTo>
                        <a:pt x="2471" y="1297"/>
                        <a:pt x="2616" y="1439"/>
                        <a:pt x="2906" y="1439"/>
                      </a:cubicBezTo>
                      <a:cubicBezTo>
                        <a:pt x="3196" y="1439"/>
                        <a:pt x="3174" y="1783"/>
                        <a:pt x="3151" y="2148"/>
                      </a:cubicBezTo>
                      <a:cubicBezTo>
                        <a:pt x="3129" y="2533"/>
                        <a:pt x="3587" y="2411"/>
                        <a:pt x="3933" y="2452"/>
                      </a:cubicBezTo>
                      <a:cubicBezTo>
                        <a:pt x="4268" y="2492"/>
                        <a:pt x="4123" y="3161"/>
                        <a:pt x="4100" y="3627"/>
                      </a:cubicBezTo>
                      <a:cubicBezTo>
                        <a:pt x="4078" y="4073"/>
                        <a:pt x="3587" y="4032"/>
                        <a:pt x="3196" y="3992"/>
                      </a:cubicBezTo>
                      <a:cubicBezTo>
                        <a:pt x="2805" y="3951"/>
                        <a:pt x="2839" y="4519"/>
                        <a:pt x="2660" y="4924"/>
                      </a:cubicBezTo>
                      <a:cubicBezTo>
                        <a:pt x="2493" y="5349"/>
                        <a:pt x="2415" y="5491"/>
                        <a:pt x="2638" y="5795"/>
                      </a:cubicBezTo>
                      <a:cubicBezTo>
                        <a:pt x="2861" y="6099"/>
                        <a:pt x="3029" y="6444"/>
                        <a:pt x="3107" y="6808"/>
                      </a:cubicBezTo>
                      <a:cubicBezTo>
                        <a:pt x="3140" y="6991"/>
                        <a:pt x="3085" y="7355"/>
                        <a:pt x="3029" y="7680"/>
                      </a:cubicBezTo>
                      <a:cubicBezTo>
                        <a:pt x="3364" y="7619"/>
                        <a:pt x="3710" y="7801"/>
                        <a:pt x="3966" y="7761"/>
                      </a:cubicBezTo>
                      <a:cubicBezTo>
                        <a:pt x="4301" y="7720"/>
                        <a:pt x="4045" y="8389"/>
                        <a:pt x="4000" y="8774"/>
                      </a:cubicBezTo>
                      <a:cubicBezTo>
                        <a:pt x="3966" y="9179"/>
                        <a:pt x="4335" y="9341"/>
                        <a:pt x="4513" y="9969"/>
                      </a:cubicBezTo>
                      <a:cubicBezTo>
                        <a:pt x="4703" y="10577"/>
                        <a:pt x="4703" y="11266"/>
                        <a:pt x="4703" y="11995"/>
                      </a:cubicBezTo>
                      <a:cubicBezTo>
                        <a:pt x="4703" y="12725"/>
                        <a:pt x="4301" y="12786"/>
                        <a:pt x="4111" y="12563"/>
                      </a:cubicBezTo>
                      <a:cubicBezTo>
                        <a:pt x="3933" y="12320"/>
                        <a:pt x="3453" y="13171"/>
                        <a:pt x="3274" y="13576"/>
                      </a:cubicBezTo>
                      <a:cubicBezTo>
                        <a:pt x="3085" y="13961"/>
                        <a:pt x="2538" y="14245"/>
                        <a:pt x="2281" y="14245"/>
                      </a:cubicBezTo>
                      <a:cubicBezTo>
                        <a:pt x="2024" y="14245"/>
                        <a:pt x="1667" y="14245"/>
                        <a:pt x="1298" y="14407"/>
                      </a:cubicBezTo>
                      <a:cubicBezTo>
                        <a:pt x="930" y="14589"/>
                        <a:pt x="751" y="14630"/>
                        <a:pt x="751" y="14630"/>
                      </a:cubicBezTo>
                      <a:cubicBezTo>
                        <a:pt x="751" y="14630"/>
                        <a:pt x="562" y="14690"/>
                        <a:pt x="160" y="15136"/>
                      </a:cubicBezTo>
                      <a:cubicBezTo>
                        <a:pt x="-242" y="15602"/>
                        <a:pt x="205" y="15825"/>
                        <a:pt x="495" y="15987"/>
                      </a:cubicBezTo>
                      <a:cubicBezTo>
                        <a:pt x="785" y="16149"/>
                        <a:pt x="528" y="16392"/>
                        <a:pt x="495" y="16838"/>
                      </a:cubicBezTo>
                      <a:cubicBezTo>
                        <a:pt x="461" y="17284"/>
                        <a:pt x="495" y="17791"/>
                        <a:pt x="673" y="18196"/>
                      </a:cubicBezTo>
                      <a:cubicBezTo>
                        <a:pt x="863" y="18581"/>
                        <a:pt x="863" y="18702"/>
                        <a:pt x="1265" y="19087"/>
                      </a:cubicBezTo>
                      <a:cubicBezTo>
                        <a:pt x="1667" y="19493"/>
                        <a:pt x="1522" y="19148"/>
                        <a:pt x="1477" y="19756"/>
                      </a:cubicBezTo>
                      <a:cubicBezTo>
                        <a:pt x="1444" y="20384"/>
                        <a:pt x="2069" y="20952"/>
                        <a:pt x="2069" y="20952"/>
                      </a:cubicBezTo>
                      <a:cubicBezTo>
                        <a:pt x="2671" y="21600"/>
                        <a:pt x="2671" y="21600"/>
                        <a:pt x="2671" y="21600"/>
                      </a:cubicBezTo>
                      <a:cubicBezTo>
                        <a:pt x="2694" y="20749"/>
                        <a:pt x="2828" y="20364"/>
                        <a:pt x="3006" y="19695"/>
                      </a:cubicBezTo>
                      <a:cubicBezTo>
                        <a:pt x="3196" y="18946"/>
                        <a:pt x="3788" y="18561"/>
                        <a:pt x="4223" y="18196"/>
                      </a:cubicBezTo>
                      <a:cubicBezTo>
                        <a:pt x="4658" y="17811"/>
                        <a:pt x="4859" y="19087"/>
                        <a:pt x="5105" y="18723"/>
                      </a:cubicBezTo>
                      <a:cubicBezTo>
                        <a:pt x="5351" y="18338"/>
                        <a:pt x="5496" y="18783"/>
                        <a:pt x="6031" y="18865"/>
                      </a:cubicBezTo>
                      <a:cubicBezTo>
                        <a:pt x="6567" y="18946"/>
                        <a:pt x="6177" y="17588"/>
                        <a:pt x="5831" y="16980"/>
                      </a:cubicBezTo>
                      <a:cubicBezTo>
                        <a:pt x="5496" y="16392"/>
                        <a:pt x="6422" y="16170"/>
                        <a:pt x="6858" y="16170"/>
                      </a:cubicBezTo>
                      <a:cubicBezTo>
                        <a:pt x="7293" y="16170"/>
                        <a:pt x="7739" y="16311"/>
                        <a:pt x="8030" y="16615"/>
                      </a:cubicBezTo>
                      <a:cubicBezTo>
                        <a:pt x="8320" y="16919"/>
                        <a:pt x="8711" y="16980"/>
                        <a:pt x="9492" y="16757"/>
                      </a:cubicBezTo>
                      <a:cubicBezTo>
                        <a:pt x="10273" y="16534"/>
                        <a:pt x="10072" y="17203"/>
                        <a:pt x="10418" y="17811"/>
                      </a:cubicBezTo>
                      <a:cubicBezTo>
                        <a:pt x="10753" y="18419"/>
                        <a:pt x="11099" y="18115"/>
                        <a:pt x="11635" y="17730"/>
                      </a:cubicBezTo>
                      <a:cubicBezTo>
                        <a:pt x="12171" y="17365"/>
                        <a:pt x="12071" y="16919"/>
                        <a:pt x="12417" y="16676"/>
                      </a:cubicBezTo>
                      <a:cubicBezTo>
                        <a:pt x="12751" y="16453"/>
                        <a:pt x="12852" y="17142"/>
                        <a:pt x="12662" y="17365"/>
                      </a:cubicBezTo>
                      <a:cubicBezTo>
                        <a:pt x="12461" y="17588"/>
                        <a:pt x="12606" y="17953"/>
                        <a:pt x="13098" y="18419"/>
                      </a:cubicBezTo>
                      <a:cubicBezTo>
                        <a:pt x="13589" y="18865"/>
                        <a:pt x="13444" y="17811"/>
                        <a:pt x="13778" y="17142"/>
                      </a:cubicBezTo>
                      <a:cubicBezTo>
                        <a:pt x="14125" y="16453"/>
                        <a:pt x="14169" y="16615"/>
                        <a:pt x="14605" y="17061"/>
                      </a:cubicBezTo>
                      <a:cubicBezTo>
                        <a:pt x="15051" y="17507"/>
                        <a:pt x="14705" y="18034"/>
                        <a:pt x="14705" y="19168"/>
                      </a:cubicBezTo>
                      <a:cubicBezTo>
                        <a:pt x="14705" y="19918"/>
                        <a:pt x="15085" y="19999"/>
                        <a:pt x="15419" y="20101"/>
                      </a:cubicBezTo>
                      <a:cubicBezTo>
                        <a:pt x="15509" y="19756"/>
                        <a:pt x="15654" y="19331"/>
                        <a:pt x="15877" y="1922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84" name="Shape">
                  <a:extLst>
                    <a:ext uri="{FF2B5EF4-FFF2-40B4-BE49-F238E27FC236}">
                      <a16:creationId xmlns:a16="http://schemas.microsoft.com/office/drawing/2014/main" id="{85162586-F31B-4C2E-B38A-8140581E13D9}"/>
                    </a:ext>
                  </a:extLst>
                </p:cNvPr>
                <p:cNvSpPr/>
                <p:nvPr/>
              </p:nvSpPr>
              <p:spPr>
                <a:xfrm>
                  <a:off x="6873120" y="4410911"/>
                  <a:ext cx="768671" cy="83429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5" h="21330" extrusionOk="0">
                      <a:moveTo>
                        <a:pt x="20453" y="3042"/>
                      </a:moveTo>
                      <a:cubicBezTo>
                        <a:pt x="20254" y="2659"/>
                        <a:pt x="19480" y="3077"/>
                        <a:pt x="18944" y="3269"/>
                      </a:cubicBezTo>
                      <a:cubicBezTo>
                        <a:pt x="18428" y="3461"/>
                        <a:pt x="18428" y="3548"/>
                        <a:pt x="17812" y="3478"/>
                      </a:cubicBezTo>
                      <a:cubicBezTo>
                        <a:pt x="17197" y="3408"/>
                        <a:pt x="17296" y="3234"/>
                        <a:pt x="16879" y="2641"/>
                      </a:cubicBezTo>
                      <a:cubicBezTo>
                        <a:pt x="16443" y="2031"/>
                        <a:pt x="16125" y="2467"/>
                        <a:pt x="15926" y="2798"/>
                      </a:cubicBezTo>
                      <a:cubicBezTo>
                        <a:pt x="15728" y="3147"/>
                        <a:pt x="15450" y="3217"/>
                        <a:pt x="15113" y="3426"/>
                      </a:cubicBezTo>
                      <a:cubicBezTo>
                        <a:pt x="14795" y="3653"/>
                        <a:pt x="14199" y="3513"/>
                        <a:pt x="13782" y="3339"/>
                      </a:cubicBezTo>
                      <a:cubicBezTo>
                        <a:pt x="13365" y="3164"/>
                        <a:pt x="13167" y="2851"/>
                        <a:pt x="13068" y="2484"/>
                      </a:cubicBezTo>
                      <a:cubicBezTo>
                        <a:pt x="12968" y="2118"/>
                        <a:pt x="12611" y="1770"/>
                        <a:pt x="12214" y="1491"/>
                      </a:cubicBezTo>
                      <a:cubicBezTo>
                        <a:pt x="11837" y="1229"/>
                        <a:pt x="12095" y="933"/>
                        <a:pt x="12115" y="340"/>
                      </a:cubicBezTo>
                      <a:cubicBezTo>
                        <a:pt x="12154" y="-270"/>
                        <a:pt x="11400" y="96"/>
                        <a:pt x="11043" y="253"/>
                      </a:cubicBezTo>
                      <a:cubicBezTo>
                        <a:pt x="10884" y="340"/>
                        <a:pt x="10586" y="340"/>
                        <a:pt x="10328" y="305"/>
                      </a:cubicBezTo>
                      <a:cubicBezTo>
                        <a:pt x="10268" y="358"/>
                        <a:pt x="10229" y="427"/>
                        <a:pt x="10209" y="497"/>
                      </a:cubicBezTo>
                      <a:cubicBezTo>
                        <a:pt x="10169" y="793"/>
                        <a:pt x="10129" y="985"/>
                        <a:pt x="9871" y="1264"/>
                      </a:cubicBezTo>
                      <a:cubicBezTo>
                        <a:pt x="9613" y="1561"/>
                        <a:pt x="8918" y="1822"/>
                        <a:pt x="8343" y="1857"/>
                      </a:cubicBezTo>
                      <a:cubicBezTo>
                        <a:pt x="7787" y="1892"/>
                        <a:pt x="7866" y="1909"/>
                        <a:pt x="7787" y="2240"/>
                      </a:cubicBezTo>
                      <a:cubicBezTo>
                        <a:pt x="7707" y="2554"/>
                        <a:pt x="7568" y="2624"/>
                        <a:pt x="6913" y="2729"/>
                      </a:cubicBezTo>
                      <a:cubicBezTo>
                        <a:pt x="6278" y="2816"/>
                        <a:pt x="6913" y="2729"/>
                        <a:pt x="5921" y="2659"/>
                      </a:cubicBezTo>
                      <a:cubicBezTo>
                        <a:pt x="4928" y="2589"/>
                        <a:pt x="5047" y="2659"/>
                        <a:pt x="4630" y="3007"/>
                      </a:cubicBezTo>
                      <a:cubicBezTo>
                        <a:pt x="4193" y="3374"/>
                        <a:pt x="4372" y="3792"/>
                        <a:pt x="4571" y="4524"/>
                      </a:cubicBezTo>
                      <a:cubicBezTo>
                        <a:pt x="4789" y="5274"/>
                        <a:pt x="4670" y="5605"/>
                        <a:pt x="4233" y="6407"/>
                      </a:cubicBezTo>
                      <a:cubicBezTo>
                        <a:pt x="3796" y="7209"/>
                        <a:pt x="2724" y="7087"/>
                        <a:pt x="2248" y="7314"/>
                      </a:cubicBezTo>
                      <a:cubicBezTo>
                        <a:pt x="1751" y="7540"/>
                        <a:pt x="1751" y="8482"/>
                        <a:pt x="2407" y="8987"/>
                      </a:cubicBezTo>
                      <a:cubicBezTo>
                        <a:pt x="3062" y="9510"/>
                        <a:pt x="2446" y="9737"/>
                        <a:pt x="2029" y="10033"/>
                      </a:cubicBezTo>
                      <a:cubicBezTo>
                        <a:pt x="1593" y="10312"/>
                        <a:pt x="1970" y="10574"/>
                        <a:pt x="2109" y="10992"/>
                      </a:cubicBezTo>
                      <a:cubicBezTo>
                        <a:pt x="2248" y="11410"/>
                        <a:pt x="2288" y="11376"/>
                        <a:pt x="1970" y="11672"/>
                      </a:cubicBezTo>
                      <a:cubicBezTo>
                        <a:pt x="1672" y="11968"/>
                        <a:pt x="1414" y="12055"/>
                        <a:pt x="1235" y="12317"/>
                      </a:cubicBezTo>
                      <a:cubicBezTo>
                        <a:pt x="1076" y="12578"/>
                        <a:pt x="1076" y="12805"/>
                        <a:pt x="719" y="13154"/>
                      </a:cubicBezTo>
                      <a:cubicBezTo>
                        <a:pt x="382" y="13520"/>
                        <a:pt x="540" y="14165"/>
                        <a:pt x="501" y="14583"/>
                      </a:cubicBezTo>
                      <a:cubicBezTo>
                        <a:pt x="461" y="15002"/>
                        <a:pt x="203" y="15228"/>
                        <a:pt x="24" y="15577"/>
                      </a:cubicBezTo>
                      <a:cubicBezTo>
                        <a:pt x="-75" y="15786"/>
                        <a:pt x="143" y="16135"/>
                        <a:pt x="342" y="16414"/>
                      </a:cubicBezTo>
                      <a:cubicBezTo>
                        <a:pt x="858" y="16257"/>
                        <a:pt x="1930" y="16640"/>
                        <a:pt x="2288" y="16588"/>
                      </a:cubicBezTo>
                      <a:cubicBezTo>
                        <a:pt x="2724" y="16518"/>
                        <a:pt x="3141" y="16850"/>
                        <a:pt x="3399" y="17163"/>
                      </a:cubicBezTo>
                      <a:cubicBezTo>
                        <a:pt x="3677" y="17495"/>
                        <a:pt x="4372" y="17547"/>
                        <a:pt x="4789" y="17233"/>
                      </a:cubicBezTo>
                      <a:cubicBezTo>
                        <a:pt x="5226" y="16902"/>
                        <a:pt x="5325" y="17303"/>
                        <a:pt x="5484" y="17808"/>
                      </a:cubicBezTo>
                      <a:cubicBezTo>
                        <a:pt x="5663" y="18331"/>
                        <a:pt x="6794" y="18837"/>
                        <a:pt x="6695" y="19813"/>
                      </a:cubicBezTo>
                      <a:cubicBezTo>
                        <a:pt x="6655" y="20354"/>
                        <a:pt x="7191" y="20929"/>
                        <a:pt x="7688" y="21330"/>
                      </a:cubicBezTo>
                      <a:cubicBezTo>
                        <a:pt x="7965" y="21156"/>
                        <a:pt x="8263" y="20999"/>
                        <a:pt x="8621" y="20842"/>
                      </a:cubicBezTo>
                      <a:cubicBezTo>
                        <a:pt x="9653" y="20389"/>
                        <a:pt x="9653" y="20458"/>
                        <a:pt x="10606" y="19691"/>
                      </a:cubicBezTo>
                      <a:cubicBezTo>
                        <a:pt x="11559" y="18907"/>
                        <a:pt x="11996" y="18593"/>
                        <a:pt x="12174" y="17739"/>
                      </a:cubicBezTo>
                      <a:cubicBezTo>
                        <a:pt x="12333" y="16902"/>
                        <a:pt x="11479" y="16780"/>
                        <a:pt x="12869" y="16588"/>
                      </a:cubicBezTo>
                      <a:cubicBezTo>
                        <a:pt x="14239" y="16396"/>
                        <a:pt x="14934" y="16449"/>
                        <a:pt x="14854" y="15751"/>
                      </a:cubicBezTo>
                      <a:cubicBezTo>
                        <a:pt x="14775" y="15037"/>
                        <a:pt x="16065" y="15228"/>
                        <a:pt x="16065" y="14705"/>
                      </a:cubicBezTo>
                      <a:cubicBezTo>
                        <a:pt x="16065" y="14200"/>
                        <a:pt x="15212" y="13555"/>
                        <a:pt x="16065" y="13345"/>
                      </a:cubicBezTo>
                      <a:cubicBezTo>
                        <a:pt x="16939" y="13154"/>
                        <a:pt x="17118" y="13154"/>
                        <a:pt x="17018" y="12456"/>
                      </a:cubicBezTo>
                      <a:cubicBezTo>
                        <a:pt x="16939" y="11742"/>
                        <a:pt x="17276" y="11602"/>
                        <a:pt x="17892" y="11550"/>
                      </a:cubicBezTo>
                      <a:cubicBezTo>
                        <a:pt x="18507" y="11480"/>
                        <a:pt x="18666" y="10835"/>
                        <a:pt x="18666" y="10190"/>
                      </a:cubicBezTo>
                      <a:cubicBezTo>
                        <a:pt x="18666" y="9545"/>
                        <a:pt x="17118" y="9545"/>
                        <a:pt x="18229" y="8708"/>
                      </a:cubicBezTo>
                      <a:cubicBezTo>
                        <a:pt x="19361" y="7854"/>
                        <a:pt x="19024" y="7993"/>
                        <a:pt x="18507" y="7540"/>
                      </a:cubicBezTo>
                      <a:cubicBezTo>
                        <a:pt x="17971" y="7087"/>
                        <a:pt x="16939" y="6302"/>
                        <a:pt x="18071" y="6302"/>
                      </a:cubicBezTo>
                      <a:cubicBezTo>
                        <a:pt x="19182" y="6302"/>
                        <a:pt x="19182" y="6703"/>
                        <a:pt x="19718" y="5849"/>
                      </a:cubicBezTo>
                      <a:cubicBezTo>
                        <a:pt x="20235" y="5012"/>
                        <a:pt x="20751" y="4699"/>
                        <a:pt x="21009" y="4245"/>
                      </a:cubicBezTo>
                      <a:cubicBezTo>
                        <a:pt x="21128" y="4036"/>
                        <a:pt x="21326" y="3862"/>
                        <a:pt x="21525" y="3653"/>
                      </a:cubicBezTo>
                      <a:cubicBezTo>
                        <a:pt x="21485" y="3635"/>
                        <a:pt x="21446" y="3635"/>
                        <a:pt x="21386" y="3635"/>
                      </a:cubicBezTo>
                      <a:cubicBezTo>
                        <a:pt x="21009" y="3583"/>
                        <a:pt x="20651" y="3426"/>
                        <a:pt x="20453" y="304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85" name="Shape">
                  <a:extLst>
                    <a:ext uri="{FF2B5EF4-FFF2-40B4-BE49-F238E27FC236}">
                      <a16:creationId xmlns:a16="http://schemas.microsoft.com/office/drawing/2014/main" id="{3543C404-AF36-45FD-95B9-BD7A08ED4C89}"/>
                    </a:ext>
                  </a:extLst>
                </p:cNvPr>
                <p:cNvSpPr/>
                <p:nvPr/>
              </p:nvSpPr>
              <p:spPr>
                <a:xfrm>
                  <a:off x="5676022" y="2410361"/>
                  <a:ext cx="598359" cy="10957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98" h="21585" extrusionOk="0">
                      <a:moveTo>
                        <a:pt x="2753" y="21560"/>
                      </a:moveTo>
                      <a:cubicBezTo>
                        <a:pt x="3558" y="21519"/>
                        <a:pt x="3607" y="21439"/>
                        <a:pt x="4412" y="21144"/>
                      </a:cubicBezTo>
                      <a:cubicBezTo>
                        <a:pt x="5218" y="20848"/>
                        <a:pt x="5755" y="20445"/>
                        <a:pt x="6755" y="20499"/>
                      </a:cubicBezTo>
                      <a:cubicBezTo>
                        <a:pt x="7756" y="20539"/>
                        <a:pt x="8025" y="20392"/>
                        <a:pt x="8293" y="20190"/>
                      </a:cubicBezTo>
                      <a:cubicBezTo>
                        <a:pt x="8562" y="20002"/>
                        <a:pt x="8732" y="19600"/>
                        <a:pt x="9367" y="19600"/>
                      </a:cubicBezTo>
                      <a:cubicBezTo>
                        <a:pt x="10002" y="19600"/>
                        <a:pt x="10587" y="19721"/>
                        <a:pt x="10709" y="19479"/>
                      </a:cubicBezTo>
                      <a:cubicBezTo>
                        <a:pt x="10807" y="19224"/>
                        <a:pt x="10490" y="18902"/>
                        <a:pt x="11344" y="18929"/>
                      </a:cubicBezTo>
                      <a:cubicBezTo>
                        <a:pt x="12198" y="18955"/>
                        <a:pt x="12784" y="18848"/>
                        <a:pt x="13248" y="18754"/>
                      </a:cubicBezTo>
                      <a:cubicBezTo>
                        <a:pt x="13736" y="18660"/>
                        <a:pt x="14224" y="18351"/>
                        <a:pt x="14492" y="18526"/>
                      </a:cubicBezTo>
                      <a:cubicBezTo>
                        <a:pt x="14761" y="18700"/>
                        <a:pt x="15347" y="18781"/>
                        <a:pt x="15664" y="18553"/>
                      </a:cubicBezTo>
                      <a:cubicBezTo>
                        <a:pt x="15981" y="18338"/>
                        <a:pt x="15932" y="18136"/>
                        <a:pt x="16787" y="18110"/>
                      </a:cubicBezTo>
                      <a:cubicBezTo>
                        <a:pt x="17641" y="18083"/>
                        <a:pt x="18056" y="17734"/>
                        <a:pt x="18471" y="17412"/>
                      </a:cubicBezTo>
                      <a:cubicBezTo>
                        <a:pt x="18910" y="17089"/>
                        <a:pt x="19008" y="16713"/>
                        <a:pt x="18690" y="16593"/>
                      </a:cubicBezTo>
                      <a:cubicBezTo>
                        <a:pt x="18373" y="16472"/>
                        <a:pt x="19227" y="15921"/>
                        <a:pt x="18861" y="15546"/>
                      </a:cubicBezTo>
                      <a:cubicBezTo>
                        <a:pt x="18471" y="15170"/>
                        <a:pt x="19447" y="14901"/>
                        <a:pt x="18422" y="14525"/>
                      </a:cubicBezTo>
                      <a:cubicBezTo>
                        <a:pt x="17421" y="14149"/>
                        <a:pt x="16933" y="13706"/>
                        <a:pt x="17641" y="13424"/>
                      </a:cubicBezTo>
                      <a:cubicBezTo>
                        <a:pt x="18324" y="13156"/>
                        <a:pt x="18739" y="13156"/>
                        <a:pt x="18642" y="12606"/>
                      </a:cubicBezTo>
                      <a:cubicBezTo>
                        <a:pt x="18544" y="12069"/>
                        <a:pt x="18422" y="12082"/>
                        <a:pt x="19008" y="11666"/>
                      </a:cubicBezTo>
                      <a:cubicBezTo>
                        <a:pt x="19593" y="11236"/>
                        <a:pt x="19813" y="11048"/>
                        <a:pt x="19862" y="10713"/>
                      </a:cubicBezTo>
                      <a:cubicBezTo>
                        <a:pt x="19911" y="10391"/>
                        <a:pt x="19862" y="10149"/>
                        <a:pt x="19325" y="9894"/>
                      </a:cubicBezTo>
                      <a:cubicBezTo>
                        <a:pt x="18812" y="9652"/>
                        <a:pt x="18422" y="9478"/>
                        <a:pt x="18422" y="9223"/>
                      </a:cubicBezTo>
                      <a:cubicBezTo>
                        <a:pt x="18422" y="8981"/>
                        <a:pt x="18373" y="8806"/>
                        <a:pt x="17470" y="8659"/>
                      </a:cubicBezTo>
                      <a:cubicBezTo>
                        <a:pt x="16567" y="8498"/>
                        <a:pt x="15981" y="8176"/>
                        <a:pt x="16250" y="7652"/>
                      </a:cubicBezTo>
                      <a:cubicBezTo>
                        <a:pt x="16518" y="7142"/>
                        <a:pt x="17202" y="7289"/>
                        <a:pt x="17202" y="6833"/>
                      </a:cubicBezTo>
                      <a:cubicBezTo>
                        <a:pt x="17202" y="6390"/>
                        <a:pt x="17202" y="6444"/>
                        <a:pt x="17202" y="6216"/>
                      </a:cubicBezTo>
                      <a:cubicBezTo>
                        <a:pt x="17202" y="5987"/>
                        <a:pt x="16835" y="5343"/>
                        <a:pt x="17568" y="5491"/>
                      </a:cubicBezTo>
                      <a:cubicBezTo>
                        <a:pt x="18324" y="5638"/>
                        <a:pt x="18959" y="5813"/>
                        <a:pt x="19447" y="5464"/>
                      </a:cubicBezTo>
                      <a:cubicBezTo>
                        <a:pt x="19911" y="5115"/>
                        <a:pt x="20179" y="4967"/>
                        <a:pt x="20301" y="4752"/>
                      </a:cubicBezTo>
                      <a:cubicBezTo>
                        <a:pt x="20399" y="4524"/>
                        <a:pt x="20887" y="4202"/>
                        <a:pt x="20350" y="3853"/>
                      </a:cubicBezTo>
                      <a:cubicBezTo>
                        <a:pt x="19813" y="3504"/>
                        <a:pt x="19813" y="3450"/>
                        <a:pt x="19813" y="3235"/>
                      </a:cubicBezTo>
                      <a:cubicBezTo>
                        <a:pt x="19813" y="3007"/>
                        <a:pt x="19984" y="2752"/>
                        <a:pt x="19227" y="2752"/>
                      </a:cubicBezTo>
                      <a:cubicBezTo>
                        <a:pt x="18471" y="2752"/>
                        <a:pt x="16567" y="2658"/>
                        <a:pt x="17421" y="2215"/>
                      </a:cubicBezTo>
                      <a:cubicBezTo>
                        <a:pt x="18275" y="1759"/>
                        <a:pt x="17519" y="1866"/>
                        <a:pt x="18275" y="1759"/>
                      </a:cubicBezTo>
                      <a:cubicBezTo>
                        <a:pt x="19008" y="1665"/>
                        <a:pt x="19813" y="1665"/>
                        <a:pt x="19447" y="1289"/>
                      </a:cubicBezTo>
                      <a:cubicBezTo>
                        <a:pt x="19081" y="913"/>
                        <a:pt x="18422" y="1195"/>
                        <a:pt x="18324" y="873"/>
                      </a:cubicBezTo>
                      <a:cubicBezTo>
                        <a:pt x="18227" y="577"/>
                        <a:pt x="18227" y="188"/>
                        <a:pt x="17348" y="0"/>
                      </a:cubicBezTo>
                      <a:cubicBezTo>
                        <a:pt x="17372" y="282"/>
                        <a:pt x="17665" y="805"/>
                        <a:pt x="16933" y="886"/>
                      </a:cubicBezTo>
                      <a:cubicBezTo>
                        <a:pt x="16079" y="993"/>
                        <a:pt x="15225" y="792"/>
                        <a:pt x="15127" y="1141"/>
                      </a:cubicBezTo>
                      <a:cubicBezTo>
                        <a:pt x="15029" y="1490"/>
                        <a:pt x="14175" y="1785"/>
                        <a:pt x="13638" y="1544"/>
                      </a:cubicBezTo>
                      <a:cubicBezTo>
                        <a:pt x="13101" y="1289"/>
                        <a:pt x="12564" y="993"/>
                        <a:pt x="12247" y="1342"/>
                      </a:cubicBezTo>
                      <a:cubicBezTo>
                        <a:pt x="11930" y="1691"/>
                        <a:pt x="11490" y="2336"/>
                        <a:pt x="10636" y="2134"/>
                      </a:cubicBezTo>
                      <a:cubicBezTo>
                        <a:pt x="9782" y="1933"/>
                        <a:pt x="8513" y="1785"/>
                        <a:pt x="8098" y="2134"/>
                      </a:cubicBezTo>
                      <a:cubicBezTo>
                        <a:pt x="7659" y="2484"/>
                        <a:pt x="7024" y="3584"/>
                        <a:pt x="6804" y="3933"/>
                      </a:cubicBezTo>
                      <a:cubicBezTo>
                        <a:pt x="6585" y="4269"/>
                        <a:pt x="5852" y="4524"/>
                        <a:pt x="5535" y="4430"/>
                      </a:cubicBezTo>
                      <a:cubicBezTo>
                        <a:pt x="5218" y="4323"/>
                        <a:pt x="4242" y="3974"/>
                        <a:pt x="4242" y="4470"/>
                      </a:cubicBezTo>
                      <a:cubicBezTo>
                        <a:pt x="4242" y="4967"/>
                        <a:pt x="4364" y="5464"/>
                        <a:pt x="3290" y="5222"/>
                      </a:cubicBezTo>
                      <a:cubicBezTo>
                        <a:pt x="2533" y="5048"/>
                        <a:pt x="2313" y="4618"/>
                        <a:pt x="1947" y="4645"/>
                      </a:cubicBezTo>
                      <a:cubicBezTo>
                        <a:pt x="2167" y="4980"/>
                        <a:pt x="2680" y="5330"/>
                        <a:pt x="2972" y="5517"/>
                      </a:cubicBezTo>
                      <a:cubicBezTo>
                        <a:pt x="3339" y="5773"/>
                        <a:pt x="3119" y="6189"/>
                        <a:pt x="2753" y="6417"/>
                      </a:cubicBezTo>
                      <a:cubicBezTo>
                        <a:pt x="2387" y="6632"/>
                        <a:pt x="2338" y="6806"/>
                        <a:pt x="2167" y="7316"/>
                      </a:cubicBezTo>
                      <a:cubicBezTo>
                        <a:pt x="2021" y="7813"/>
                        <a:pt x="1899" y="7759"/>
                        <a:pt x="1850" y="8404"/>
                      </a:cubicBezTo>
                      <a:cubicBezTo>
                        <a:pt x="1801" y="9048"/>
                        <a:pt x="1215" y="9008"/>
                        <a:pt x="263" y="9478"/>
                      </a:cubicBezTo>
                      <a:cubicBezTo>
                        <a:pt x="-713" y="9948"/>
                        <a:pt x="1313" y="10914"/>
                        <a:pt x="1703" y="11169"/>
                      </a:cubicBezTo>
                      <a:cubicBezTo>
                        <a:pt x="2069" y="11411"/>
                        <a:pt x="2118" y="11666"/>
                        <a:pt x="1630" y="11894"/>
                      </a:cubicBezTo>
                      <a:cubicBezTo>
                        <a:pt x="1166" y="12109"/>
                        <a:pt x="1215" y="12189"/>
                        <a:pt x="1703" y="12565"/>
                      </a:cubicBezTo>
                      <a:cubicBezTo>
                        <a:pt x="2167" y="12928"/>
                        <a:pt x="1093" y="12861"/>
                        <a:pt x="727" y="13210"/>
                      </a:cubicBezTo>
                      <a:cubicBezTo>
                        <a:pt x="361" y="13559"/>
                        <a:pt x="-5" y="14055"/>
                        <a:pt x="629" y="14404"/>
                      </a:cubicBezTo>
                      <a:cubicBezTo>
                        <a:pt x="1264" y="14754"/>
                        <a:pt x="1093" y="15626"/>
                        <a:pt x="1093" y="16096"/>
                      </a:cubicBezTo>
                      <a:cubicBezTo>
                        <a:pt x="1093" y="16566"/>
                        <a:pt x="1484" y="16687"/>
                        <a:pt x="2118" y="17492"/>
                      </a:cubicBezTo>
                      <a:cubicBezTo>
                        <a:pt x="2753" y="18284"/>
                        <a:pt x="1899" y="18606"/>
                        <a:pt x="1532" y="19076"/>
                      </a:cubicBezTo>
                      <a:cubicBezTo>
                        <a:pt x="1166" y="19546"/>
                        <a:pt x="776" y="20029"/>
                        <a:pt x="849" y="20768"/>
                      </a:cubicBezTo>
                      <a:cubicBezTo>
                        <a:pt x="873" y="21090"/>
                        <a:pt x="922" y="21345"/>
                        <a:pt x="1044" y="21560"/>
                      </a:cubicBezTo>
                      <a:cubicBezTo>
                        <a:pt x="1581" y="21587"/>
                        <a:pt x="2289" y="21600"/>
                        <a:pt x="2753" y="2156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86" name="Shape">
                  <a:extLst>
                    <a:ext uri="{FF2B5EF4-FFF2-40B4-BE49-F238E27FC236}">
                      <a16:creationId xmlns:a16="http://schemas.microsoft.com/office/drawing/2014/main" id="{1C945FFE-C71B-44FD-B019-975072035B7F}"/>
                    </a:ext>
                  </a:extLst>
                </p:cNvPr>
                <p:cNvSpPr/>
                <p:nvPr/>
              </p:nvSpPr>
              <p:spPr>
                <a:xfrm>
                  <a:off x="5707341" y="3155724"/>
                  <a:ext cx="1060473" cy="8104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12" h="21124" extrusionOk="0">
                      <a:moveTo>
                        <a:pt x="18882" y="19527"/>
                      </a:moveTo>
                      <a:cubicBezTo>
                        <a:pt x="19340" y="19367"/>
                        <a:pt x="19340" y="19136"/>
                        <a:pt x="19712" y="18994"/>
                      </a:cubicBezTo>
                      <a:cubicBezTo>
                        <a:pt x="20098" y="18870"/>
                        <a:pt x="20127" y="18905"/>
                        <a:pt x="20098" y="18373"/>
                      </a:cubicBezTo>
                      <a:cubicBezTo>
                        <a:pt x="20055" y="17841"/>
                        <a:pt x="20127" y="17486"/>
                        <a:pt x="19869" y="17024"/>
                      </a:cubicBezTo>
                      <a:cubicBezTo>
                        <a:pt x="19626" y="16563"/>
                        <a:pt x="19626" y="16438"/>
                        <a:pt x="19626" y="16243"/>
                      </a:cubicBezTo>
                      <a:cubicBezTo>
                        <a:pt x="19626" y="16030"/>
                        <a:pt x="19683" y="15356"/>
                        <a:pt x="19225" y="16137"/>
                      </a:cubicBezTo>
                      <a:cubicBezTo>
                        <a:pt x="18753" y="16918"/>
                        <a:pt x="18567" y="16669"/>
                        <a:pt x="18381" y="16474"/>
                      </a:cubicBezTo>
                      <a:cubicBezTo>
                        <a:pt x="18181" y="16261"/>
                        <a:pt x="18038" y="15870"/>
                        <a:pt x="17752" y="15977"/>
                      </a:cubicBezTo>
                      <a:cubicBezTo>
                        <a:pt x="17466" y="16066"/>
                        <a:pt x="17194" y="15941"/>
                        <a:pt x="17194" y="15586"/>
                      </a:cubicBezTo>
                      <a:cubicBezTo>
                        <a:pt x="17194" y="15214"/>
                        <a:pt x="17337" y="14788"/>
                        <a:pt x="16808" y="14681"/>
                      </a:cubicBezTo>
                      <a:cubicBezTo>
                        <a:pt x="16279" y="14593"/>
                        <a:pt x="16035" y="14593"/>
                        <a:pt x="16007" y="14131"/>
                      </a:cubicBezTo>
                      <a:cubicBezTo>
                        <a:pt x="15964" y="13670"/>
                        <a:pt x="16193" y="13829"/>
                        <a:pt x="16536" y="13865"/>
                      </a:cubicBezTo>
                      <a:cubicBezTo>
                        <a:pt x="16879" y="13900"/>
                        <a:pt x="17309" y="13829"/>
                        <a:pt x="17380" y="13279"/>
                      </a:cubicBezTo>
                      <a:cubicBezTo>
                        <a:pt x="17437" y="12711"/>
                        <a:pt x="16908" y="11664"/>
                        <a:pt x="17409" y="11629"/>
                      </a:cubicBezTo>
                      <a:cubicBezTo>
                        <a:pt x="17909" y="11593"/>
                        <a:pt x="18381" y="11700"/>
                        <a:pt x="18124" y="11274"/>
                      </a:cubicBezTo>
                      <a:cubicBezTo>
                        <a:pt x="17881" y="10848"/>
                        <a:pt x="18181" y="10706"/>
                        <a:pt x="17967" y="10351"/>
                      </a:cubicBezTo>
                      <a:cubicBezTo>
                        <a:pt x="17752" y="9978"/>
                        <a:pt x="17623" y="9658"/>
                        <a:pt x="17909" y="9552"/>
                      </a:cubicBezTo>
                      <a:cubicBezTo>
                        <a:pt x="18181" y="9463"/>
                        <a:pt x="18467" y="9037"/>
                        <a:pt x="18811" y="9428"/>
                      </a:cubicBezTo>
                      <a:cubicBezTo>
                        <a:pt x="19154" y="9818"/>
                        <a:pt x="19411" y="9729"/>
                        <a:pt x="19469" y="10049"/>
                      </a:cubicBezTo>
                      <a:cubicBezTo>
                        <a:pt x="19526" y="10386"/>
                        <a:pt x="20184" y="10617"/>
                        <a:pt x="20370" y="10439"/>
                      </a:cubicBezTo>
                      <a:cubicBezTo>
                        <a:pt x="20556" y="10280"/>
                        <a:pt x="20341" y="10013"/>
                        <a:pt x="20785" y="9818"/>
                      </a:cubicBezTo>
                      <a:cubicBezTo>
                        <a:pt x="21214" y="9623"/>
                        <a:pt x="21600" y="9428"/>
                        <a:pt x="21314" y="9073"/>
                      </a:cubicBezTo>
                      <a:cubicBezTo>
                        <a:pt x="21028" y="8700"/>
                        <a:pt x="20942" y="8611"/>
                        <a:pt x="20942" y="8310"/>
                      </a:cubicBezTo>
                      <a:cubicBezTo>
                        <a:pt x="20942" y="8008"/>
                        <a:pt x="20842" y="7777"/>
                        <a:pt x="20370" y="7777"/>
                      </a:cubicBezTo>
                      <a:cubicBezTo>
                        <a:pt x="19912" y="7777"/>
                        <a:pt x="19712" y="7653"/>
                        <a:pt x="19569" y="7387"/>
                      </a:cubicBezTo>
                      <a:cubicBezTo>
                        <a:pt x="19411" y="7120"/>
                        <a:pt x="19497" y="6499"/>
                        <a:pt x="19025" y="6570"/>
                      </a:cubicBezTo>
                      <a:cubicBezTo>
                        <a:pt x="18567" y="6623"/>
                        <a:pt x="18339" y="7191"/>
                        <a:pt x="17781" y="7032"/>
                      </a:cubicBezTo>
                      <a:cubicBezTo>
                        <a:pt x="17223" y="6854"/>
                        <a:pt x="17037" y="6836"/>
                        <a:pt x="16908" y="6570"/>
                      </a:cubicBezTo>
                      <a:cubicBezTo>
                        <a:pt x="16779" y="6304"/>
                        <a:pt x="16779" y="6073"/>
                        <a:pt x="16250" y="5842"/>
                      </a:cubicBezTo>
                      <a:cubicBezTo>
                        <a:pt x="15721" y="5612"/>
                        <a:pt x="15435" y="5647"/>
                        <a:pt x="15063" y="5381"/>
                      </a:cubicBezTo>
                      <a:cubicBezTo>
                        <a:pt x="14691" y="5115"/>
                        <a:pt x="14748" y="4991"/>
                        <a:pt x="14963" y="4565"/>
                      </a:cubicBezTo>
                      <a:cubicBezTo>
                        <a:pt x="15192" y="4139"/>
                        <a:pt x="15120" y="4103"/>
                        <a:pt x="15592" y="3766"/>
                      </a:cubicBezTo>
                      <a:cubicBezTo>
                        <a:pt x="16064" y="3446"/>
                        <a:pt x="16193" y="2843"/>
                        <a:pt x="16508" y="2488"/>
                      </a:cubicBezTo>
                      <a:cubicBezTo>
                        <a:pt x="16808" y="2133"/>
                        <a:pt x="17251" y="1263"/>
                        <a:pt x="17595" y="1015"/>
                      </a:cubicBezTo>
                      <a:cubicBezTo>
                        <a:pt x="17938" y="749"/>
                        <a:pt x="18596" y="-476"/>
                        <a:pt x="17194" y="944"/>
                      </a:cubicBezTo>
                      <a:cubicBezTo>
                        <a:pt x="16694" y="1139"/>
                        <a:pt x="15749" y="2293"/>
                        <a:pt x="15935" y="1334"/>
                      </a:cubicBezTo>
                      <a:cubicBezTo>
                        <a:pt x="16121" y="376"/>
                        <a:pt x="16379" y="376"/>
                        <a:pt x="15878" y="376"/>
                      </a:cubicBezTo>
                      <a:cubicBezTo>
                        <a:pt x="15377" y="376"/>
                        <a:pt x="15377" y="-405"/>
                        <a:pt x="14820" y="411"/>
                      </a:cubicBezTo>
                      <a:cubicBezTo>
                        <a:pt x="14691" y="749"/>
                        <a:pt x="14534" y="802"/>
                        <a:pt x="14219" y="642"/>
                      </a:cubicBezTo>
                      <a:cubicBezTo>
                        <a:pt x="13904" y="482"/>
                        <a:pt x="13976" y="411"/>
                        <a:pt x="13589" y="518"/>
                      </a:cubicBezTo>
                      <a:cubicBezTo>
                        <a:pt x="13217" y="607"/>
                        <a:pt x="13160" y="571"/>
                        <a:pt x="12688" y="482"/>
                      </a:cubicBezTo>
                      <a:cubicBezTo>
                        <a:pt x="12216" y="376"/>
                        <a:pt x="11944" y="181"/>
                        <a:pt x="11601" y="110"/>
                      </a:cubicBezTo>
                      <a:cubicBezTo>
                        <a:pt x="11358" y="74"/>
                        <a:pt x="10872" y="-68"/>
                        <a:pt x="10399" y="39"/>
                      </a:cubicBezTo>
                      <a:cubicBezTo>
                        <a:pt x="10600" y="411"/>
                        <a:pt x="10256" y="731"/>
                        <a:pt x="10442" y="1139"/>
                      </a:cubicBezTo>
                      <a:cubicBezTo>
                        <a:pt x="10657" y="1636"/>
                        <a:pt x="10156" y="2364"/>
                        <a:pt x="10342" y="2524"/>
                      </a:cubicBezTo>
                      <a:cubicBezTo>
                        <a:pt x="10528" y="2683"/>
                        <a:pt x="10471" y="3180"/>
                        <a:pt x="10214" y="3606"/>
                      </a:cubicBezTo>
                      <a:cubicBezTo>
                        <a:pt x="9970" y="4032"/>
                        <a:pt x="9727" y="4494"/>
                        <a:pt x="9226" y="4529"/>
                      </a:cubicBezTo>
                      <a:cubicBezTo>
                        <a:pt x="8726" y="4565"/>
                        <a:pt x="8754" y="4831"/>
                        <a:pt x="8568" y="5115"/>
                      </a:cubicBezTo>
                      <a:cubicBezTo>
                        <a:pt x="8383" y="5417"/>
                        <a:pt x="8039" y="5310"/>
                        <a:pt x="7882" y="5079"/>
                      </a:cubicBezTo>
                      <a:cubicBezTo>
                        <a:pt x="7725" y="4849"/>
                        <a:pt x="7438" y="5257"/>
                        <a:pt x="7152" y="5381"/>
                      </a:cubicBezTo>
                      <a:cubicBezTo>
                        <a:pt x="6881" y="5505"/>
                        <a:pt x="6537" y="5647"/>
                        <a:pt x="6037" y="5612"/>
                      </a:cubicBezTo>
                      <a:cubicBezTo>
                        <a:pt x="5536" y="5576"/>
                        <a:pt x="5722" y="6002"/>
                        <a:pt x="5665" y="6339"/>
                      </a:cubicBezTo>
                      <a:cubicBezTo>
                        <a:pt x="5593" y="6659"/>
                        <a:pt x="5250" y="6499"/>
                        <a:pt x="4878" y="6499"/>
                      </a:cubicBezTo>
                      <a:cubicBezTo>
                        <a:pt x="4506" y="6499"/>
                        <a:pt x="4406" y="7032"/>
                        <a:pt x="4248" y="7280"/>
                      </a:cubicBezTo>
                      <a:cubicBezTo>
                        <a:pt x="4091" y="7546"/>
                        <a:pt x="3934" y="7742"/>
                        <a:pt x="3347" y="7688"/>
                      </a:cubicBezTo>
                      <a:cubicBezTo>
                        <a:pt x="2761" y="7617"/>
                        <a:pt x="2446" y="8150"/>
                        <a:pt x="1974" y="8540"/>
                      </a:cubicBezTo>
                      <a:cubicBezTo>
                        <a:pt x="1502" y="8931"/>
                        <a:pt x="1473" y="9037"/>
                        <a:pt x="1001" y="9090"/>
                      </a:cubicBezTo>
                      <a:cubicBezTo>
                        <a:pt x="730" y="9144"/>
                        <a:pt x="315" y="9126"/>
                        <a:pt x="0" y="9090"/>
                      </a:cubicBezTo>
                      <a:cubicBezTo>
                        <a:pt x="86" y="9481"/>
                        <a:pt x="229" y="9765"/>
                        <a:pt x="443" y="10049"/>
                      </a:cubicBezTo>
                      <a:cubicBezTo>
                        <a:pt x="815" y="10546"/>
                        <a:pt x="1030" y="10865"/>
                        <a:pt x="1259" y="11664"/>
                      </a:cubicBezTo>
                      <a:cubicBezTo>
                        <a:pt x="1473" y="12445"/>
                        <a:pt x="2532" y="13332"/>
                        <a:pt x="2789" y="13829"/>
                      </a:cubicBezTo>
                      <a:cubicBezTo>
                        <a:pt x="2961" y="14167"/>
                        <a:pt x="2875" y="14415"/>
                        <a:pt x="2704" y="14646"/>
                      </a:cubicBezTo>
                      <a:cubicBezTo>
                        <a:pt x="3261" y="15125"/>
                        <a:pt x="3848" y="16137"/>
                        <a:pt x="4063" y="16474"/>
                      </a:cubicBezTo>
                      <a:cubicBezTo>
                        <a:pt x="4320" y="16900"/>
                        <a:pt x="5064" y="17397"/>
                        <a:pt x="5393" y="17432"/>
                      </a:cubicBezTo>
                      <a:cubicBezTo>
                        <a:pt x="5722" y="17468"/>
                        <a:pt x="5765" y="17681"/>
                        <a:pt x="6466" y="17965"/>
                      </a:cubicBezTo>
                      <a:cubicBezTo>
                        <a:pt x="7181" y="18249"/>
                        <a:pt x="7224" y="18213"/>
                        <a:pt x="7753" y="18284"/>
                      </a:cubicBezTo>
                      <a:cubicBezTo>
                        <a:pt x="8282" y="18373"/>
                        <a:pt x="8955" y="18249"/>
                        <a:pt x="9298" y="18053"/>
                      </a:cubicBezTo>
                      <a:cubicBezTo>
                        <a:pt x="9641" y="17876"/>
                        <a:pt x="9799" y="17752"/>
                        <a:pt x="10156" y="17699"/>
                      </a:cubicBezTo>
                      <a:cubicBezTo>
                        <a:pt x="10514" y="17645"/>
                        <a:pt x="10686" y="17716"/>
                        <a:pt x="10872" y="17858"/>
                      </a:cubicBezTo>
                      <a:cubicBezTo>
                        <a:pt x="11057" y="18018"/>
                        <a:pt x="11057" y="18373"/>
                        <a:pt x="11515" y="18266"/>
                      </a:cubicBezTo>
                      <a:cubicBezTo>
                        <a:pt x="11973" y="18142"/>
                        <a:pt x="11930" y="17592"/>
                        <a:pt x="12202" y="17415"/>
                      </a:cubicBezTo>
                      <a:cubicBezTo>
                        <a:pt x="12488" y="17237"/>
                        <a:pt x="12660" y="17823"/>
                        <a:pt x="12717" y="18107"/>
                      </a:cubicBezTo>
                      <a:cubicBezTo>
                        <a:pt x="12788" y="18408"/>
                        <a:pt x="12703" y="18550"/>
                        <a:pt x="12660" y="18941"/>
                      </a:cubicBezTo>
                      <a:cubicBezTo>
                        <a:pt x="12617" y="19314"/>
                        <a:pt x="13017" y="19598"/>
                        <a:pt x="13260" y="19846"/>
                      </a:cubicBezTo>
                      <a:cubicBezTo>
                        <a:pt x="13518" y="20112"/>
                        <a:pt x="13718" y="20095"/>
                        <a:pt x="14061" y="19899"/>
                      </a:cubicBezTo>
                      <a:cubicBezTo>
                        <a:pt x="14405" y="19704"/>
                        <a:pt x="14362" y="19473"/>
                        <a:pt x="14734" y="19562"/>
                      </a:cubicBezTo>
                      <a:cubicBezTo>
                        <a:pt x="15106" y="19633"/>
                        <a:pt x="15621" y="20538"/>
                        <a:pt x="15835" y="20769"/>
                      </a:cubicBezTo>
                      <a:cubicBezTo>
                        <a:pt x="16035" y="21000"/>
                        <a:pt x="16508" y="21089"/>
                        <a:pt x="16751" y="21053"/>
                      </a:cubicBezTo>
                      <a:cubicBezTo>
                        <a:pt x="16994" y="21018"/>
                        <a:pt x="17166" y="21035"/>
                        <a:pt x="17423" y="20645"/>
                      </a:cubicBezTo>
                      <a:cubicBezTo>
                        <a:pt x="17666" y="20254"/>
                        <a:pt x="17824" y="20627"/>
                        <a:pt x="17924" y="20769"/>
                      </a:cubicBezTo>
                      <a:cubicBezTo>
                        <a:pt x="18010" y="20929"/>
                        <a:pt x="18110" y="21071"/>
                        <a:pt x="18310" y="21035"/>
                      </a:cubicBezTo>
                      <a:cubicBezTo>
                        <a:pt x="18367" y="21035"/>
                        <a:pt x="18439" y="21053"/>
                        <a:pt x="18496" y="21124"/>
                      </a:cubicBezTo>
                      <a:cubicBezTo>
                        <a:pt x="18553" y="20929"/>
                        <a:pt x="18610" y="20663"/>
                        <a:pt x="18625" y="20414"/>
                      </a:cubicBezTo>
                      <a:cubicBezTo>
                        <a:pt x="18653" y="19882"/>
                        <a:pt x="18410" y="19686"/>
                        <a:pt x="18882" y="1952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87" name="Shape">
                  <a:extLst>
                    <a:ext uri="{FF2B5EF4-FFF2-40B4-BE49-F238E27FC236}">
                      <a16:creationId xmlns:a16="http://schemas.microsoft.com/office/drawing/2014/main" id="{12632557-96A5-4DAC-9AF0-76A30F569F62}"/>
                    </a:ext>
                  </a:extLst>
                </p:cNvPr>
                <p:cNvSpPr/>
                <p:nvPr/>
              </p:nvSpPr>
              <p:spPr>
                <a:xfrm>
                  <a:off x="6500436" y="3393577"/>
                  <a:ext cx="850458" cy="8566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20" h="21343" extrusionOk="0">
                      <a:moveTo>
                        <a:pt x="4497" y="442"/>
                      </a:moveTo>
                      <a:cubicBezTo>
                        <a:pt x="4426" y="476"/>
                        <a:pt x="4319" y="527"/>
                        <a:pt x="4213" y="561"/>
                      </a:cubicBezTo>
                      <a:cubicBezTo>
                        <a:pt x="4301" y="748"/>
                        <a:pt x="4319" y="986"/>
                        <a:pt x="4426" y="1122"/>
                      </a:cubicBezTo>
                      <a:cubicBezTo>
                        <a:pt x="4603" y="1377"/>
                        <a:pt x="4852" y="1496"/>
                        <a:pt x="5420" y="1496"/>
                      </a:cubicBezTo>
                      <a:cubicBezTo>
                        <a:pt x="6005" y="1496"/>
                        <a:pt x="6129" y="1716"/>
                        <a:pt x="6129" y="2005"/>
                      </a:cubicBezTo>
                      <a:cubicBezTo>
                        <a:pt x="6129" y="2294"/>
                        <a:pt x="6236" y="2379"/>
                        <a:pt x="6591" y="2736"/>
                      </a:cubicBezTo>
                      <a:cubicBezTo>
                        <a:pt x="6946" y="3076"/>
                        <a:pt x="6467" y="3263"/>
                        <a:pt x="5934" y="3450"/>
                      </a:cubicBezTo>
                      <a:cubicBezTo>
                        <a:pt x="5384" y="3637"/>
                        <a:pt x="5650" y="3892"/>
                        <a:pt x="5420" y="4045"/>
                      </a:cubicBezTo>
                      <a:cubicBezTo>
                        <a:pt x="5189" y="4215"/>
                        <a:pt x="4372" y="3994"/>
                        <a:pt x="4301" y="3671"/>
                      </a:cubicBezTo>
                      <a:cubicBezTo>
                        <a:pt x="4230" y="3365"/>
                        <a:pt x="3911" y="3450"/>
                        <a:pt x="3485" y="3076"/>
                      </a:cubicBezTo>
                      <a:cubicBezTo>
                        <a:pt x="3059" y="2702"/>
                        <a:pt x="2704" y="3110"/>
                        <a:pt x="2367" y="3195"/>
                      </a:cubicBezTo>
                      <a:cubicBezTo>
                        <a:pt x="2012" y="3297"/>
                        <a:pt x="2172" y="3603"/>
                        <a:pt x="2438" y="3960"/>
                      </a:cubicBezTo>
                      <a:cubicBezTo>
                        <a:pt x="2704" y="4300"/>
                        <a:pt x="2331" y="4436"/>
                        <a:pt x="2633" y="4843"/>
                      </a:cubicBezTo>
                      <a:cubicBezTo>
                        <a:pt x="2953" y="5251"/>
                        <a:pt x="2367" y="5149"/>
                        <a:pt x="1746" y="5183"/>
                      </a:cubicBezTo>
                      <a:cubicBezTo>
                        <a:pt x="1124" y="5217"/>
                        <a:pt x="1781" y="6220"/>
                        <a:pt x="1710" y="6764"/>
                      </a:cubicBezTo>
                      <a:cubicBezTo>
                        <a:pt x="1621" y="7291"/>
                        <a:pt x="1089" y="7359"/>
                        <a:pt x="663" y="7325"/>
                      </a:cubicBezTo>
                      <a:cubicBezTo>
                        <a:pt x="237" y="7291"/>
                        <a:pt x="-47" y="7138"/>
                        <a:pt x="6" y="7580"/>
                      </a:cubicBezTo>
                      <a:cubicBezTo>
                        <a:pt x="42" y="8021"/>
                        <a:pt x="343" y="8021"/>
                        <a:pt x="1000" y="8106"/>
                      </a:cubicBezTo>
                      <a:cubicBezTo>
                        <a:pt x="1657" y="8208"/>
                        <a:pt x="1479" y="8616"/>
                        <a:pt x="1479" y="8973"/>
                      </a:cubicBezTo>
                      <a:cubicBezTo>
                        <a:pt x="1479" y="9313"/>
                        <a:pt x="1817" y="9432"/>
                        <a:pt x="2172" y="9347"/>
                      </a:cubicBezTo>
                      <a:cubicBezTo>
                        <a:pt x="2527" y="9245"/>
                        <a:pt x="2704" y="9619"/>
                        <a:pt x="2953" y="9823"/>
                      </a:cubicBezTo>
                      <a:cubicBezTo>
                        <a:pt x="3183" y="10010"/>
                        <a:pt x="3414" y="10248"/>
                        <a:pt x="4000" y="9500"/>
                      </a:cubicBezTo>
                      <a:cubicBezTo>
                        <a:pt x="4568" y="8752"/>
                        <a:pt x="4497" y="9398"/>
                        <a:pt x="4497" y="9602"/>
                      </a:cubicBezTo>
                      <a:cubicBezTo>
                        <a:pt x="4497" y="9789"/>
                        <a:pt x="4497" y="9908"/>
                        <a:pt x="4798" y="10350"/>
                      </a:cubicBezTo>
                      <a:cubicBezTo>
                        <a:pt x="5118" y="10792"/>
                        <a:pt x="5029" y="11131"/>
                        <a:pt x="5082" y="11641"/>
                      </a:cubicBezTo>
                      <a:cubicBezTo>
                        <a:pt x="5118" y="12151"/>
                        <a:pt x="5082" y="12117"/>
                        <a:pt x="4603" y="12236"/>
                      </a:cubicBezTo>
                      <a:cubicBezTo>
                        <a:pt x="4142" y="12372"/>
                        <a:pt x="4142" y="12593"/>
                        <a:pt x="3574" y="12746"/>
                      </a:cubicBezTo>
                      <a:cubicBezTo>
                        <a:pt x="2988" y="12899"/>
                        <a:pt x="3290" y="13086"/>
                        <a:pt x="3254" y="13596"/>
                      </a:cubicBezTo>
                      <a:cubicBezTo>
                        <a:pt x="3236" y="13834"/>
                        <a:pt x="3165" y="14088"/>
                        <a:pt x="3094" y="14275"/>
                      </a:cubicBezTo>
                      <a:cubicBezTo>
                        <a:pt x="3272" y="14394"/>
                        <a:pt x="3432" y="14632"/>
                        <a:pt x="3627" y="14836"/>
                      </a:cubicBezTo>
                      <a:cubicBezTo>
                        <a:pt x="3893" y="15125"/>
                        <a:pt x="4035" y="15006"/>
                        <a:pt x="4319" y="14904"/>
                      </a:cubicBezTo>
                      <a:cubicBezTo>
                        <a:pt x="4603" y="14785"/>
                        <a:pt x="4461" y="14802"/>
                        <a:pt x="4923" y="15006"/>
                      </a:cubicBezTo>
                      <a:cubicBezTo>
                        <a:pt x="5384" y="15210"/>
                        <a:pt x="5153" y="15006"/>
                        <a:pt x="5775" y="15397"/>
                      </a:cubicBezTo>
                      <a:cubicBezTo>
                        <a:pt x="6396" y="15771"/>
                        <a:pt x="6076" y="16026"/>
                        <a:pt x="5650" y="16400"/>
                      </a:cubicBezTo>
                      <a:cubicBezTo>
                        <a:pt x="5224" y="16774"/>
                        <a:pt x="6041" y="17096"/>
                        <a:pt x="5970" y="17844"/>
                      </a:cubicBezTo>
                      <a:cubicBezTo>
                        <a:pt x="5899" y="18609"/>
                        <a:pt x="6467" y="18796"/>
                        <a:pt x="6857" y="19289"/>
                      </a:cubicBezTo>
                      <a:cubicBezTo>
                        <a:pt x="7248" y="19799"/>
                        <a:pt x="7123" y="20121"/>
                        <a:pt x="7478" y="20495"/>
                      </a:cubicBezTo>
                      <a:cubicBezTo>
                        <a:pt x="7833" y="20869"/>
                        <a:pt x="8295" y="20393"/>
                        <a:pt x="8721" y="20206"/>
                      </a:cubicBezTo>
                      <a:cubicBezTo>
                        <a:pt x="9147" y="20020"/>
                        <a:pt x="9342" y="19544"/>
                        <a:pt x="9644" y="19272"/>
                      </a:cubicBezTo>
                      <a:cubicBezTo>
                        <a:pt x="9963" y="18983"/>
                        <a:pt x="10354" y="19425"/>
                        <a:pt x="10549" y="19731"/>
                      </a:cubicBezTo>
                      <a:cubicBezTo>
                        <a:pt x="10744" y="20054"/>
                        <a:pt x="10389" y="20308"/>
                        <a:pt x="10123" y="20495"/>
                      </a:cubicBezTo>
                      <a:cubicBezTo>
                        <a:pt x="9839" y="20682"/>
                        <a:pt x="9573" y="20767"/>
                        <a:pt x="10034" y="21192"/>
                      </a:cubicBezTo>
                      <a:cubicBezTo>
                        <a:pt x="10496" y="21600"/>
                        <a:pt x="10815" y="21090"/>
                        <a:pt x="11206" y="20716"/>
                      </a:cubicBezTo>
                      <a:cubicBezTo>
                        <a:pt x="11596" y="20342"/>
                        <a:pt x="11472" y="20274"/>
                        <a:pt x="12164" y="19799"/>
                      </a:cubicBezTo>
                      <a:cubicBezTo>
                        <a:pt x="12874" y="19323"/>
                        <a:pt x="13069" y="20274"/>
                        <a:pt x="13602" y="20580"/>
                      </a:cubicBezTo>
                      <a:cubicBezTo>
                        <a:pt x="14152" y="20903"/>
                        <a:pt x="15004" y="20682"/>
                        <a:pt x="15536" y="20546"/>
                      </a:cubicBezTo>
                      <a:cubicBezTo>
                        <a:pt x="16086" y="20427"/>
                        <a:pt x="16015" y="20716"/>
                        <a:pt x="16548" y="20988"/>
                      </a:cubicBezTo>
                      <a:cubicBezTo>
                        <a:pt x="16619" y="21022"/>
                        <a:pt x="16654" y="21056"/>
                        <a:pt x="16672" y="21090"/>
                      </a:cubicBezTo>
                      <a:cubicBezTo>
                        <a:pt x="16921" y="21039"/>
                        <a:pt x="17151" y="20937"/>
                        <a:pt x="17222" y="20767"/>
                      </a:cubicBezTo>
                      <a:cubicBezTo>
                        <a:pt x="17400" y="20393"/>
                        <a:pt x="17613" y="20257"/>
                        <a:pt x="17861" y="20070"/>
                      </a:cubicBezTo>
                      <a:cubicBezTo>
                        <a:pt x="18128" y="19884"/>
                        <a:pt x="18571" y="19697"/>
                        <a:pt x="18624" y="19306"/>
                      </a:cubicBezTo>
                      <a:cubicBezTo>
                        <a:pt x="18678" y="18932"/>
                        <a:pt x="18713" y="18575"/>
                        <a:pt x="18944" y="18337"/>
                      </a:cubicBezTo>
                      <a:cubicBezTo>
                        <a:pt x="19175" y="18099"/>
                        <a:pt x="19405" y="17946"/>
                        <a:pt x="19175" y="17674"/>
                      </a:cubicBezTo>
                      <a:cubicBezTo>
                        <a:pt x="18944" y="17419"/>
                        <a:pt x="18216" y="16994"/>
                        <a:pt x="18855" y="16859"/>
                      </a:cubicBezTo>
                      <a:cubicBezTo>
                        <a:pt x="19494" y="16706"/>
                        <a:pt x="19707" y="16689"/>
                        <a:pt x="20044" y="16570"/>
                      </a:cubicBezTo>
                      <a:cubicBezTo>
                        <a:pt x="20399" y="16451"/>
                        <a:pt x="21074" y="16434"/>
                        <a:pt x="20808" y="16094"/>
                      </a:cubicBezTo>
                      <a:cubicBezTo>
                        <a:pt x="20541" y="15771"/>
                        <a:pt x="20044" y="15550"/>
                        <a:pt x="20488" y="15193"/>
                      </a:cubicBezTo>
                      <a:cubicBezTo>
                        <a:pt x="20914" y="14853"/>
                        <a:pt x="21553" y="14156"/>
                        <a:pt x="21234" y="13647"/>
                      </a:cubicBezTo>
                      <a:cubicBezTo>
                        <a:pt x="20914" y="13120"/>
                        <a:pt x="21074" y="12916"/>
                        <a:pt x="20577" y="12882"/>
                      </a:cubicBezTo>
                      <a:cubicBezTo>
                        <a:pt x="20080" y="12865"/>
                        <a:pt x="19796" y="12151"/>
                        <a:pt x="19139" y="12644"/>
                      </a:cubicBezTo>
                      <a:cubicBezTo>
                        <a:pt x="18500" y="13154"/>
                        <a:pt x="17897" y="13188"/>
                        <a:pt x="17666" y="12984"/>
                      </a:cubicBezTo>
                      <a:cubicBezTo>
                        <a:pt x="17435" y="12763"/>
                        <a:pt x="17453" y="12610"/>
                        <a:pt x="17542" y="12185"/>
                      </a:cubicBezTo>
                      <a:cubicBezTo>
                        <a:pt x="17631" y="11760"/>
                        <a:pt x="17897" y="11607"/>
                        <a:pt x="17311" y="11403"/>
                      </a:cubicBezTo>
                      <a:cubicBezTo>
                        <a:pt x="16743" y="11182"/>
                        <a:pt x="16388" y="11233"/>
                        <a:pt x="16033" y="10927"/>
                      </a:cubicBezTo>
                      <a:cubicBezTo>
                        <a:pt x="15696" y="10622"/>
                        <a:pt x="15430" y="10673"/>
                        <a:pt x="15376" y="10333"/>
                      </a:cubicBezTo>
                      <a:cubicBezTo>
                        <a:pt x="15306" y="10010"/>
                        <a:pt x="14897" y="9840"/>
                        <a:pt x="15430" y="9551"/>
                      </a:cubicBezTo>
                      <a:cubicBezTo>
                        <a:pt x="15944" y="9279"/>
                        <a:pt x="16264" y="9109"/>
                        <a:pt x="16264" y="8633"/>
                      </a:cubicBezTo>
                      <a:cubicBezTo>
                        <a:pt x="16264" y="8157"/>
                        <a:pt x="15767" y="7919"/>
                        <a:pt x="15714" y="7732"/>
                      </a:cubicBezTo>
                      <a:cubicBezTo>
                        <a:pt x="15660" y="7546"/>
                        <a:pt x="16211" y="6985"/>
                        <a:pt x="16672" y="7291"/>
                      </a:cubicBezTo>
                      <a:cubicBezTo>
                        <a:pt x="17134" y="7597"/>
                        <a:pt x="17542" y="7732"/>
                        <a:pt x="17897" y="7546"/>
                      </a:cubicBezTo>
                      <a:cubicBezTo>
                        <a:pt x="18252" y="7359"/>
                        <a:pt x="18181" y="7053"/>
                        <a:pt x="17932" y="6611"/>
                      </a:cubicBezTo>
                      <a:cubicBezTo>
                        <a:pt x="17666" y="6152"/>
                        <a:pt x="17347" y="5744"/>
                        <a:pt x="16903" y="5744"/>
                      </a:cubicBezTo>
                      <a:cubicBezTo>
                        <a:pt x="16477" y="5744"/>
                        <a:pt x="16122" y="5846"/>
                        <a:pt x="16157" y="6220"/>
                      </a:cubicBezTo>
                      <a:cubicBezTo>
                        <a:pt x="16175" y="6611"/>
                        <a:pt x="16246" y="6798"/>
                        <a:pt x="15891" y="6832"/>
                      </a:cubicBezTo>
                      <a:cubicBezTo>
                        <a:pt x="15536" y="6883"/>
                        <a:pt x="14738" y="7223"/>
                        <a:pt x="14329" y="6832"/>
                      </a:cubicBezTo>
                      <a:cubicBezTo>
                        <a:pt x="13921" y="6458"/>
                        <a:pt x="13974" y="5353"/>
                        <a:pt x="13566" y="5353"/>
                      </a:cubicBezTo>
                      <a:cubicBezTo>
                        <a:pt x="13158" y="5353"/>
                        <a:pt x="12395" y="5353"/>
                        <a:pt x="12466" y="5047"/>
                      </a:cubicBezTo>
                      <a:cubicBezTo>
                        <a:pt x="12519" y="4741"/>
                        <a:pt x="12377" y="4402"/>
                        <a:pt x="12838" y="4130"/>
                      </a:cubicBezTo>
                      <a:cubicBezTo>
                        <a:pt x="13300" y="3841"/>
                        <a:pt x="13247" y="3535"/>
                        <a:pt x="12927" y="3246"/>
                      </a:cubicBezTo>
                      <a:cubicBezTo>
                        <a:pt x="12608" y="2957"/>
                        <a:pt x="12288" y="2753"/>
                        <a:pt x="12058" y="3059"/>
                      </a:cubicBezTo>
                      <a:cubicBezTo>
                        <a:pt x="11827" y="3365"/>
                        <a:pt x="11614" y="3535"/>
                        <a:pt x="11383" y="3178"/>
                      </a:cubicBezTo>
                      <a:cubicBezTo>
                        <a:pt x="11152" y="2821"/>
                        <a:pt x="11028" y="2617"/>
                        <a:pt x="10691" y="2345"/>
                      </a:cubicBezTo>
                      <a:cubicBezTo>
                        <a:pt x="10336" y="2090"/>
                        <a:pt x="10336" y="1971"/>
                        <a:pt x="9555" y="1988"/>
                      </a:cubicBezTo>
                      <a:cubicBezTo>
                        <a:pt x="8774" y="2022"/>
                        <a:pt x="8881" y="1886"/>
                        <a:pt x="8792" y="1665"/>
                      </a:cubicBezTo>
                      <a:cubicBezTo>
                        <a:pt x="8703" y="1462"/>
                        <a:pt x="8685" y="1360"/>
                        <a:pt x="8366" y="1377"/>
                      </a:cubicBezTo>
                      <a:cubicBezTo>
                        <a:pt x="8046" y="1411"/>
                        <a:pt x="7691" y="1530"/>
                        <a:pt x="7407" y="1224"/>
                      </a:cubicBezTo>
                      <a:cubicBezTo>
                        <a:pt x="7106" y="918"/>
                        <a:pt x="6538" y="799"/>
                        <a:pt x="6094" y="578"/>
                      </a:cubicBezTo>
                      <a:cubicBezTo>
                        <a:pt x="5650" y="374"/>
                        <a:pt x="5136" y="323"/>
                        <a:pt x="5082" y="85"/>
                      </a:cubicBezTo>
                      <a:cubicBezTo>
                        <a:pt x="5065" y="68"/>
                        <a:pt x="5065" y="34"/>
                        <a:pt x="5065" y="0"/>
                      </a:cubicBezTo>
                      <a:cubicBezTo>
                        <a:pt x="4798" y="119"/>
                        <a:pt x="4639" y="374"/>
                        <a:pt x="4497" y="44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88" name="Shape">
                  <a:extLst>
                    <a:ext uri="{FF2B5EF4-FFF2-40B4-BE49-F238E27FC236}">
                      <a16:creationId xmlns:a16="http://schemas.microsoft.com/office/drawing/2014/main" id="{670E3BA0-0989-474A-8667-91B3DED0993C}"/>
                    </a:ext>
                  </a:extLst>
                </p:cNvPr>
                <p:cNvSpPr/>
                <p:nvPr/>
              </p:nvSpPr>
              <p:spPr>
                <a:xfrm>
                  <a:off x="6700198" y="3258176"/>
                  <a:ext cx="1020935" cy="6812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74" h="21315" extrusionOk="0">
                      <a:moveTo>
                        <a:pt x="13685" y="20395"/>
                      </a:moveTo>
                      <a:cubicBezTo>
                        <a:pt x="13730" y="20118"/>
                        <a:pt x="14162" y="20246"/>
                        <a:pt x="14341" y="20032"/>
                      </a:cubicBezTo>
                      <a:cubicBezTo>
                        <a:pt x="14505" y="19819"/>
                        <a:pt x="14774" y="20224"/>
                        <a:pt x="14848" y="20480"/>
                      </a:cubicBezTo>
                      <a:cubicBezTo>
                        <a:pt x="14923" y="20757"/>
                        <a:pt x="15072" y="20843"/>
                        <a:pt x="15370" y="20992"/>
                      </a:cubicBezTo>
                      <a:cubicBezTo>
                        <a:pt x="15654" y="21141"/>
                        <a:pt x="15654" y="21290"/>
                        <a:pt x="15982" y="21099"/>
                      </a:cubicBezTo>
                      <a:cubicBezTo>
                        <a:pt x="16295" y="20928"/>
                        <a:pt x="16415" y="20565"/>
                        <a:pt x="16668" y="21013"/>
                      </a:cubicBezTo>
                      <a:cubicBezTo>
                        <a:pt x="16907" y="21461"/>
                        <a:pt x="16982" y="21312"/>
                        <a:pt x="17280" y="21184"/>
                      </a:cubicBezTo>
                      <a:cubicBezTo>
                        <a:pt x="17563" y="21077"/>
                        <a:pt x="17742" y="21035"/>
                        <a:pt x="17742" y="20693"/>
                      </a:cubicBezTo>
                      <a:cubicBezTo>
                        <a:pt x="17742" y="20331"/>
                        <a:pt x="17817" y="20331"/>
                        <a:pt x="18011" y="20182"/>
                      </a:cubicBezTo>
                      <a:cubicBezTo>
                        <a:pt x="18205" y="20032"/>
                        <a:pt x="18279" y="20096"/>
                        <a:pt x="18354" y="19627"/>
                      </a:cubicBezTo>
                      <a:cubicBezTo>
                        <a:pt x="18428" y="19137"/>
                        <a:pt x="18697" y="19265"/>
                        <a:pt x="18742" y="18796"/>
                      </a:cubicBezTo>
                      <a:cubicBezTo>
                        <a:pt x="18786" y="18327"/>
                        <a:pt x="18294" y="17985"/>
                        <a:pt x="18637" y="17836"/>
                      </a:cubicBezTo>
                      <a:cubicBezTo>
                        <a:pt x="18980" y="17687"/>
                        <a:pt x="19279" y="17730"/>
                        <a:pt x="19130" y="17346"/>
                      </a:cubicBezTo>
                      <a:cubicBezTo>
                        <a:pt x="18980" y="16962"/>
                        <a:pt x="18831" y="16834"/>
                        <a:pt x="18563" y="16535"/>
                      </a:cubicBezTo>
                      <a:cubicBezTo>
                        <a:pt x="18294" y="16237"/>
                        <a:pt x="18220" y="15832"/>
                        <a:pt x="18473" y="15746"/>
                      </a:cubicBezTo>
                      <a:cubicBezTo>
                        <a:pt x="18652" y="15661"/>
                        <a:pt x="18652" y="15491"/>
                        <a:pt x="18980" y="15683"/>
                      </a:cubicBezTo>
                      <a:cubicBezTo>
                        <a:pt x="19010" y="15555"/>
                        <a:pt x="19145" y="15512"/>
                        <a:pt x="19428" y="15661"/>
                      </a:cubicBezTo>
                      <a:cubicBezTo>
                        <a:pt x="20338" y="16130"/>
                        <a:pt x="21322" y="17154"/>
                        <a:pt x="21457" y="16599"/>
                      </a:cubicBezTo>
                      <a:cubicBezTo>
                        <a:pt x="21576" y="16045"/>
                        <a:pt x="21054" y="15427"/>
                        <a:pt x="21054" y="14787"/>
                      </a:cubicBezTo>
                      <a:cubicBezTo>
                        <a:pt x="21054" y="14147"/>
                        <a:pt x="20860" y="13849"/>
                        <a:pt x="20412" y="13849"/>
                      </a:cubicBezTo>
                      <a:cubicBezTo>
                        <a:pt x="19950" y="13849"/>
                        <a:pt x="19428" y="13913"/>
                        <a:pt x="19234" y="13294"/>
                      </a:cubicBezTo>
                      <a:cubicBezTo>
                        <a:pt x="19040" y="12655"/>
                        <a:pt x="18906" y="11951"/>
                        <a:pt x="18190" y="11951"/>
                      </a:cubicBezTo>
                      <a:cubicBezTo>
                        <a:pt x="17474" y="11951"/>
                        <a:pt x="17086" y="11631"/>
                        <a:pt x="17086" y="11162"/>
                      </a:cubicBezTo>
                      <a:cubicBezTo>
                        <a:pt x="17086" y="10672"/>
                        <a:pt x="17802" y="10608"/>
                        <a:pt x="17220" y="9968"/>
                      </a:cubicBezTo>
                      <a:cubicBezTo>
                        <a:pt x="16624" y="9328"/>
                        <a:pt x="15520" y="7836"/>
                        <a:pt x="15266" y="7132"/>
                      </a:cubicBezTo>
                      <a:cubicBezTo>
                        <a:pt x="14998" y="6407"/>
                        <a:pt x="15072" y="6087"/>
                        <a:pt x="14416" y="5533"/>
                      </a:cubicBezTo>
                      <a:cubicBezTo>
                        <a:pt x="13759" y="5000"/>
                        <a:pt x="13759" y="5064"/>
                        <a:pt x="13834" y="4445"/>
                      </a:cubicBezTo>
                      <a:cubicBezTo>
                        <a:pt x="13894" y="3806"/>
                        <a:pt x="13506" y="3251"/>
                        <a:pt x="12909" y="3017"/>
                      </a:cubicBezTo>
                      <a:cubicBezTo>
                        <a:pt x="12327" y="2782"/>
                        <a:pt x="11611" y="2846"/>
                        <a:pt x="11149" y="2377"/>
                      </a:cubicBezTo>
                      <a:cubicBezTo>
                        <a:pt x="10701" y="1908"/>
                        <a:pt x="9717" y="1759"/>
                        <a:pt x="9657" y="970"/>
                      </a:cubicBezTo>
                      <a:cubicBezTo>
                        <a:pt x="9612" y="479"/>
                        <a:pt x="9657" y="351"/>
                        <a:pt x="9791" y="74"/>
                      </a:cubicBezTo>
                      <a:cubicBezTo>
                        <a:pt x="8867" y="-139"/>
                        <a:pt x="8926" y="138"/>
                        <a:pt x="8494" y="479"/>
                      </a:cubicBezTo>
                      <a:cubicBezTo>
                        <a:pt x="8016" y="863"/>
                        <a:pt x="8166" y="1247"/>
                        <a:pt x="8091" y="1929"/>
                      </a:cubicBezTo>
                      <a:cubicBezTo>
                        <a:pt x="8016" y="2612"/>
                        <a:pt x="7569" y="2633"/>
                        <a:pt x="7106" y="2697"/>
                      </a:cubicBezTo>
                      <a:cubicBezTo>
                        <a:pt x="6644" y="2761"/>
                        <a:pt x="6808" y="3358"/>
                        <a:pt x="6674" y="3763"/>
                      </a:cubicBezTo>
                      <a:cubicBezTo>
                        <a:pt x="6525" y="4190"/>
                        <a:pt x="6152" y="3998"/>
                        <a:pt x="6077" y="3934"/>
                      </a:cubicBezTo>
                      <a:cubicBezTo>
                        <a:pt x="6003" y="3891"/>
                        <a:pt x="5958" y="3465"/>
                        <a:pt x="5659" y="3145"/>
                      </a:cubicBezTo>
                      <a:cubicBezTo>
                        <a:pt x="4914" y="2846"/>
                        <a:pt x="4884" y="3251"/>
                        <a:pt x="4914" y="3614"/>
                      </a:cubicBezTo>
                      <a:cubicBezTo>
                        <a:pt x="4928" y="3976"/>
                        <a:pt x="4735" y="3891"/>
                        <a:pt x="4421" y="4211"/>
                      </a:cubicBezTo>
                      <a:cubicBezTo>
                        <a:pt x="4108" y="4531"/>
                        <a:pt x="4078" y="4957"/>
                        <a:pt x="3705" y="4360"/>
                      </a:cubicBezTo>
                      <a:cubicBezTo>
                        <a:pt x="3347" y="3763"/>
                        <a:pt x="2900" y="4445"/>
                        <a:pt x="2691" y="4211"/>
                      </a:cubicBezTo>
                      <a:cubicBezTo>
                        <a:pt x="2467" y="3976"/>
                        <a:pt x="2079" y="3230"/>
                        <a:pt x="1706" y="2718"/>
                      </a:cubicBezTo>
                      <a:cubicBezTo>
                        <a:pt x="1333" y="2228"/>
                        <a:pt x="1065" y="2377"/>
                        <a:pt x="603" y="2676"/>
                      </a:cubicBezTo>
                      <a:cubicBezTo>
                        <a:pt x="140" y="2974"/>
                        <a:pt x="125" y="2782"/>
                        <a:pt x="51" y="3081"/>
                      </a:cubicBezTo>
                      <a:cubicBezTo>
                        <a:pt x="-24" y="3379"/>
                        <a:pt x="-9" y="4062"/>
                        <a:pt x="51" y="4360"/>
                      </a:cubicBezTo>
                      <a:cubicBezTo>
                        <a:pt x="95" y="4659"/>
                        <a:pt x="528" y="4723"/>
                        <a:pt x="901" y="4978"/>
                      </a:cubicBezTo>
                      <a:cubicBezTo>
                        <a:pt x="1274" y="5256"/>
                        <a:pt x="1751" y="5405"/>
                        <a:pt x="2005" y="5789"/>
                      </a:cubicBezTo>
                      <a:cubicBezTo>
                        <a:pt x="2243" y="6173"/>
                        <a:pt x="2542" y="6023"/>
                        <a:pt x="2810" y="5981"/>
                      </a:cubicBezTo>
                      <a:cubicBezTo>
                        <a:pt x="3079" y="5959"/>
                        <a:pt x="3094" y="6087"/>
                        <a:pt x="3168" y="6343"/>
                      </a:cubicBezTo>
                      <a:cubicBezTo>
                        <a:pt x="3243" y="6620"/>
                        <a:pt x="3153" y="6791"/>
                        <a:pt x="3810" y="6748"/>
                      </a:cubicBezTo>
                      <a:cubicBezTo>
                        <a:pt x="4466" y="6727"/>
                        <a:pt x="4466" y="6876"/>
                        <a:pt x="4764" y="7196"/>
                      </a:cubicBezTo>
                      <a:cubicBezTo>
                        <a:pt x="5048" y="7537"/>
                        <a:pt x="5152" y="7793"/>
                        <a:pt x="5346" y="8241"/>
                      </a:cubicBezTo>
                      <a:cubicBezTo>
                        <a:pt x="5540" y="8689"/>
                        <a:pt x="5719" y="8475"/>
                        <a:pt x="5913" y="8092"/>
                      </a:cubicBezTo>
                      <a:cubicBezTo>
                        <a:pt x="6107" y="7708"/>
                        <a:pt x="6375" y="7964"/>
                        <a:pt x="6644" y="8326"/>
                      </a:cubicBezTo>
                      <a:cubicBezTo>
                        <a:pt x="6912" y="8689"/>
                        <a:pt x="6957" y="9072"/>
                        <a:pt x="6569" y="9435"/>
                      </a:cubicBezTo>
                      <a:cubicBezTo>
                        <a:pt x="6182" y="9776"/>
                        <a:pt x="6301" y="10203"/>
                        <a:pt x="6256" y="10586"/>
                      </a:cubicBezTo>
                      <a:cubicBezTo>
                        <a:pt x="6196" y="10970"/>
                        <a:pt x="6838" y="10970"/>
                        <a:pt x="7181" y="10970"/>
                      </a:cubicBezTo>
                      <a:cubicBezTo>
                        <a:pt x="7524" y="10970"/>
                        <a:pt x="7479" y="12356"/>
                        <a:pt x="7822" y="12825"/>
                      </a:cubicBezTo>
                      <a:cubicBezTo>
                        <a:pt x="8166" y="13316"/>
                        <a:pt x="8837" y="12889"/>
                        <a:pt x="9135" y="12825"/>
                      </a:cubicBezTo>
                      <a:cubicBezTo>
                        <a:pt x="9433" y="12783"/>
                        <a:pt x="9374" y="12548"/>
                        <a:pt x="9359" y="12058"/>
                      </a:cubicBezTo>
                      <a:cubicBezTo>
                        <a:pt x="9329" y="11589"/>
                        <a:pt x="9627" y="11461"/>
                        <a:pt x="9985" y="11461"/>
                      </a:cubicBezTo>
                      <a:cubicBezTo>
                        <a:pt x="10358" y="11461"/>
                        <a:pt x="10627" y="11972"/>
                        <a:pt x="10851" y="12548"/>
                      </a:cubicBezTo>
                      <a:cubicBezTo>
                        <a:pt x="11059" y="13102"/>
                        <a:pt x="11119" y="13486"/>
                        <a:pt x="10821" y="13721"/>
                      </a:cubicBezTo>
                      <a:cubicBezTo>
                        <a:pt x="10522" y="13955"/>
                        <a:pt x="10179" y="13785"/>
                        <a:pt x="9791" y="13401"/>
                      </a:cubicBezTo>
                      <a:cubicBezTo>
                        <a:pt x="9404" y="13017"/>
                        <a:pt x="8941" y="13721"/>
                        <a:pt x="8986" y="13955"/>
                      </a:cubicBezTo>
                      <a:cubicBezTo>
                        <a:pt x="9031" y="14190"/>
                        <a:pt x="9448" y="14488"/>
                        <a:pt x="9448" y="15085"/>
                      </a:cubicBezTo>
                      <a:cubicBezTo>
                        <a:pt x="9448" y="15683"/>
                        <a:pt x="9180" y="15896"/>
                        <a:pt x="8747" y="16237"/>
                      </a:cubicBezTo>
                      <a:cubicBezTo>
                        <a:pt x="8300" y="16599"/>
                        <a:pt x="8643" y="16813"/>
                        <a:pt x="8703" y="17218"/>
                      </a:cubicBezTo>
                      <a:cubicBezTo>
                        <a:pt x="8747" y="17644"/>
                        <a:pt x="8971" y="17580"/>
                        <a:pt x="9254" y="17964"/>
                      </a:cubicBezTo>
                      <a:cubicBezTo>
                        <a:pt x="9553" y="18348"/>
                        <a:pt x="9851" y="18284"/>
                        <a:pt x="10328" y="18561"/>
                      </a:cubicBezTo>
                      <a:cubicBezTo>
                        <a:pt x="10821" y="18817"/>
                        <a:pt x="10597" y="19009"/>
                        <a:pt x="10522" y="19542"/>
                      </a:cubicBezTo>
                      <a:cubicBezTo>
                        <a:pt x="10448" y="20075"/>
                        <a:pt x="10433" y="20267"/>
                        <a:pt x="10627" y="20544"/>
                      </a:cubicBezTo>
                      <a:cubicBezTo>
                        <a:pt x="10821" y="20800"/>
                        <a:pt x="11328" y="20757"/>
                        <a:pt x="11865" y="20118"/>
                      </a:cubicBezTo>
                      <a:cubicBezTo>
                        <a:pt x="12417" y="19499"/>
                        <a:pt x="12656" y="20395"/>
                        <a:pt x="13073" y="20416"/>
                      </a:cubicBezTo>
                      <a:cubicBezTo>
                        <a:pt x="13282" y="20438"/>
                        <a:pt x="13357" y="20523"/>
                        <a:pt x="13416" y="20672"/>
                      </a:cubicBezTo>
                      <a:cubicBezTo>
                        <a:pt x="13536" y="20608"/>
                        <a:pt x="13655" y="20523"/>
                        <a:pt x="13685" y="2039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89" name="Shape">
                  <a:extLst>
                    <a:ext uri="{FF2B5EF4-FFF2-40B4-BE49-F238E27FC236}">
                      <a16:creationId xmlns:a16="http://schemas.microsoft.com/office/drawing/2014/main" id="{73B0C99F-B6D5-4351-8313-416E7B14E68F}"/>
                    </a:ext>
                  </a:extLst>
                </p:cNvPr>
                <p:cNvSpPr/>
                <p:nvPr/>
              </p:nvSpPr>
              <p:spPr>
                <a:xfrm>
                  <a:off x="7136013" y="3895984"/>
                  <a:ext cx="683198" cy="65890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92" h="21440" extrusionOk="0">
                      <a:moveTo>
                        <a:pt x="19942" y="9084"/>
                      </a:moveTo>
                      <a:cubicBezTo>
                        <a:pt x="20711" y="9084"/>
                        <a:pt x="21480" y="9018"/>
                        <a:pt x="21084" y="8262"/>
                      </a:cubicBezTo>
                      <a:cubicBezTo>
                        <a:pt x="20711" y="7529"/>
                        <a:pt x="19832" y="7196"/>
                        <a:pt x="20228" y="6462"/>
                      </a:cubicBezTo>
                      <a:cubicBezTo>
                        <a:pt x="20601" y="5729"/>
                        <a:pt x="21480" y="5307"/>
                        <a:pt x="20711" y="4884"/>
                      </a:cubicBezTo>
                      <a:cubicBezTo>
                        <a:pt x="19942" y="4484"/>
                        <a:pt x="18689" y="5218"/>
                        <a:pt x="18118" y="4396"/>
                      </a:cubicBezTo>
                      <a:cubicBezTo>
                        <a:pt x="17525" y="3573"/>
                        <a:pt x="15811" y="3240"/>
                        <a:pt x="15415" y="3818"/>
                      </a:cubicBezTo>
                      <a:cubicBezTo>
                        <a:pt x="15042" y="4396"/>
                        <a:pt x="13591" y="6040"/>
                        <a:pt x="13218" y="5462"/>
                      </a:cubicBezTo>
                      <a:cubicBezTo>
                        <a:pt x="12822" y="4884"/>
                        <a:pt x="13020" y="4640"/>
                        <a:pt x="12449" y="4640"/>
                      </a:cubicBezTo>
                      <a:cubicBezTo>
                        <a:pt x="11878" y="4640"/>
                        <a:pt x="11284" y="3329"/>
                        <a:pt x="12163" y="3573"/>
                      </a:cubicBezTo>
                      <a:cubicBezTo>
                        <a:pt x="13020" y="3818"/>
                        <a:pt x="14273" y="4151"/>
                        <a:pt x="14558" y="3484"/>
                      </a:cubicBezTo>
                      <a:cubicBezTo>
                        <a:pt x="14800" y="2951"/>
                        <a:pt x="14976" y="2196"/>
                        <a:pt x="15393" y="1729"/>
                      </a:cubicBezTo>
                      <a:cubicBezTo>
                        <a:pt x="15196" y="1529"/>
                        <a:pt x="15042" y="1307"/>
                        <a:pt x="14756" y="1240"/>
                      </a:cubicBezTo>
                      <a:cubicBezTo>
                        <a:pt x="14295" y="1151"/>
                        <a:pt x="14339" y="862"/>
                        <a:pt x="13504" y="529"/>
                      </a:cubicBezTo>
                      <a:cubicBezTo>
                        <a:pt x="13284" y="440"/>
                        <a:pt x="13152" y="329"/>
                        <a:pt x="13086" y="196"/>
                      </a:cubicBezTo>
                      <a:cubicBezTo>
                        <a:pt x="13064" y="196"/>
                        <a:pt x="13064" y="218"/>
                        <a:pt x="13042" y="218"/>
                      </a:cubicBezTo>
                      <a:cubicBezTo>
                        <a:pt x="12757" y="373"/>
                        <a:pt x="12647" y="373"/>
                        <a:pt x="12647" y="751"/>
                      </a:cubicBezTo>
                      <a:cubicBezTo>
                        <a:pt x="12647" y="1107"/>
                        <a:pt x="12383" y="1151"/>
                        <a:pt x="11965" y="1262"/>
                      </a:cubicBezTo>
                      <a:cubicBezTo>
                        <a:pt x="11526" y="1396"/>
                        <a:pt x="11416" y="1551"/>
                        <a:pt x="11065" y="1084"/>
                      </a:cubicBezTo>
                      <a:cubicBezTo>
                        <a:pt x="10691" y="618"/>
                        <a:pt x="10515" y="996"/>
                        <a:pt x="10054" y="1173"/>
                      </a:cubicBezTo>
                      <a:cubicBezTo>
                        <a:pt x="9570" y="1373"/>
                        <a:pt x="9570" y="1218"/>
                        <a:pt x="9153" y="1062"/>
                      </a:cubicBezTo>
                      <a:cubicBezTo>
                        <a:pt x="8713" y="907"/>
                        <a:pt x="8494" y="818"/>
                        <a:pt x="8384" y="529"/>
                      </a:cubicBezTo>
                      <a:cubicBezTo>
                        <a:pt x="8274" y="262"/>
                        <a:pt x="7878" y="-160"/>
                        <a:pt x="7637" y="62"/>
                      </a:cubicBezTo>
                      <a:cubicBezTo>
                        <a:pt x="7373" y="284"/>
                        <a:pt x="6736" y="151"/>
                        <a:pt x="6670" y="440"/>
                      </a:cubicBezTo>
                      <a:cubicBezTo>
                        <a:pt x="6626" y="573"/>
                        <a:pt x="6450" y="662"/>
                        <a:pt x="6274" y="729"/>
                      </a:cubicBezTo>
                      <a:cubicBezTo>
                        <a:pt x="6340" y="907"/>
                        <a:pt x="6406" y="1129"/>
                        <a:pt x="6582" y="1462"/>
                      </a:cubicBezTo>
                      <a:cubicBezTo>
                        <a:pt x="6977" y="2129"/>
                        <a:pt x="6186" y="3040"/>
                        <a:pt x="5659" y="3484"/>
                      </a:cubicBezTo>
                      <a:cubicBezTo>
                        <a:pt x="5110" y="3951"/>
                        <a:pt x="5725" y="4240"/>
                        <a:pt x="6055" y="4662"/>
                      </a:cubicBezTo>
                      <a:cubicBezTo>
                        <a:pt x="6384" y="5107"/>
                        <a:pt x="5549" y="5129"/>
                        <a:pt x="5110" y="5284"/>
                      </a:cubicBezTo>
                      <a:cubicBezTo>
                        <a:pt x="4692" y="5440"/>
                        <a:pt x="4429" y="5462"/>
                        <a:pt x="3637" y="5662"/>
                      </a:cubicBezTo>
                      <a:cubicBezTo>
                        <a:pt x="2846" y="5840"/>
                        <a:pt x="3747" y="6396"/>
                        <a:pt x="4033" y="6729"/>
                      </a:cubicBezTo>
                      <a:cubicBezTo>
                        <a:pt x="4319" y="7084"/>
                        <a:pt x="4033" y="7284"/>
                        <a:pt x="3747" y="7596"/>
                      </a:cubicBezTo>
                      <a:cubicBezTo>
                        <a:pt x="3462" y="7907"/>
                        <a:pt x="3418" y="8373"/>
                        <a:pt x="3352" y="8862"/>
                      </a:cubicBezTo>
                      <a:cubicBezTo>
                        <a:pt x="3286" y="9373"/>
                        <a:pt x="2737" y="9618"/>
                        <a:pt x="2407" y="9862"/>
                      </a:cubicBezTo>
                      <a:cubicBezTo>
                        <a:pt x="2099" y="10107"/>
                        <a:pt x="1836" y="10284"/>
                        <a:pt x="1616" y="10773"/>
                      </a:cubicBezTo>
                      <a:cubicBezTo>
                        <a:pt x="1528" y="10996"/>
                        <a:pt x="1242" y="11129"/>
                        <a:pt x="935" y="11196"/>
                      </a:cubicBezTo>
                      <a:cubicBezTo>
                        <a:pt x="1176" y="11596"/>
                        <a:pt x="144" y="12240"/>
                        <a:pt x="12" y="12729"/>
                      </a:cubicBezTo>
                      <a:cubicBezTo>
                        <a:pt x="-120" y="13262"/>
                        <a:pt x="825" y="13462"/>
                        <a:pt x="1880" y="13951"/>
                      </a:cubicBezTo>
                      <a:cubicBezTo>
                        <a:pt x="2934" y="14440"/>
                        <a:pt x="2759" y="15396"/>
                        <a:pt x="3330" y="16129"/>
                      </a:cubicBezTo>
                      <a:cubicBezTo>
                        <a:pt x="3769" y="16707"/>
                        <a:pt x="3484" y="16929"/>
                        <a:pt x="3308" y="17173"/>
                      </a:cubicBezTo>
                      <a:cubicBezTo>
                        <a:pt x="3594" y="17218"/>
                        <a:pt x="3923" y="17218"/>
                        <a:pt x="4099" y="17107"/>
                      </a:cubicBezTo>
                      <a:cubicBezTo>
                        <a:pt x="4494" y="16907"/>
                        <a:pt x="5329" y="16440"/>
                        <a:pt x="5285" y="17218"/>
                      </a:cubicBezTo>
                      <a:cubicBezTo>
                        <a:pt x="5264" y="17973"/>
                        <a:pt x="4978" y="18351"/>
                        <a:pt x="5395" y="18684"/>
                      </a:cubicBezTo>
                      <a:cubicBezTo>
                        <a:pt x="5835" y="19040"/>
                        <a:pt x="6230" y="19484"/>
                        <a:pt x="6340" y="19951"/>
                      </a:cubicBezTo>
                      <a:cubicBezTo>
                        <a:pt x="6450" y="20418"/>
                        <a:pt x="6670" y="20818"/>
                        <a:pt x="7131" y="21040"/>
                      </a:cubicBezTo>
                      <a:cubicBezTo>
                        <a:pt x="7593" y="21262"/>
                        <a:pt x="8252" y="21440"/>
                        <a:pt x="8603" y="21151"/>
                      </a:cubicBezTo>
                      <a:cubicBezTo>
                        <a:pt x="8977" y="20884"/>
                        <a:pt x="9285" y="20796"/>
                        <a:pt x="9504" y="20351"/>
                      </a:cubicBezTo>
                      <a:cubicBezTo>
                        <a:pt x="9724" y="19929"/>
                        <a:pt x="10076" y="19373"/>
                        <a:pt x="10559" y="20151"/>
                      </a:cubicBezTo>
                      <a:cubicBezTo>
                        <a:pt x="11021" y="20907"/>
                        <a:pt x="10911" y="21129"/>
                        <a:pt x="11592" y="21218"/>
                      </a:cubicBezTo>
                      <a:cubicBezTo>
                        <a:pt x="12273" y="21307"/>
                        <a:pt x="12273" y="21196"/>
                        <a:pt x="12844" y="20951"/>
                      </a:cubicBezTo>
                      <a:cubicBezTo>
                        <a:pt x="13438" y="20707"/>
                        <a:pt x="14295" y="20173"/>
                        <a:pt x="14514" y="20662"/>
                      </a:cubicBezTo>
                      <a:cubicBezTo>
                        <a:pt x="14734" y="21151"/>
                        <a:pt x="15130" y="21351"/>
                        <a:pt x="15547" y="21418"/>
                      </a:cubicBezTo>
                      <a:cubicBezTo>
                        <a:pt x="15613" y="21418"/>
                        <a:pt x="15657" y="21418"/>
                        <a:pt x="15701" y="21440"/>
                      </a:cubicBezTo>
                      <a:cubicBezTo>
                        <a:pt x="15965" y="21084"/>
                        <a:pt x="16228" y="20662"/>
                        <a:pt x="16294" y="19973"/>
                      </a:cubicBezTo>
                      <a:cubicBezTo>
                        <a:pt x="16382" y="18729"/>
                        <a:pt x="16294" y="17907"/>
                        <a:pt x="16756" y="17418"/>
                      </a:cubicBezTo>
                      <a:cubicBezTo>
                        <a:pt x="17239" y="16929"/>
                        <a:pt x="17635" y="16018"/>
                        <a:pt x="17723" y="15529"/>
                      </a:cubicBezTo>
                      <a:cubicBezTo>
                        <a:pt x="17832" y="15018"/>
                        <a:pt x="18008" y="14040"/>
                        <a:pt x="18579" y="14618"/>
                      </a:cubicBezTo>
                      <a:cubicBezTo>
                        <a:pt x="19173" y="15196"/>
                        <a:pt x="19173" y="15440"/>
                        <a:pt x="19656" y="14951"/>
                      </a:cubicBezTo>
                      <a:cubicBezTo>
                        <a:pt x="20118" y="14440"/>
                        <a:pt x="21282" y="15018"/>
                        <a:pt x="20711" y="13951"/>
                      </a:cubicBezTo>
                      <a:cubicBezTo>
                        <a:pt x="20118" y="12884"/>
                        <a:pt x="19261" y="12396"/>
                        <a:pt x="19942" y="11729"/>
                      </a:cubicBezTo>
                      <a:cubicBezTo>
                        <a:pt x="20601" y="11062"/>
                        <a:pt x="20118" y="10907"/>
                        <a:pt x="19656" y="10329"/>
                      </a:cubicBezTo>
                      <a:cubicBezTo>
                        <a:pt x="19173" y="9751"/>
                        <a:pt x="19173" y="9084"/>
                        <a:pt x="19942" y="9084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90" name="Shape">
                  <a:extLst>
                    <a:ext uri="{FF2B5EF4-FFF2-40B4-BE49-F238E27FC236}">
                      <a16:creationId xmlns:a16="http://schemas.microsoft.com/office/drawing/2014/main" id="{CA5BB0FA-AD36-4816-A8FA-61FEEA3D5F36}"/>
                    </a:ext>
                  </a:extLst>
                </p:cNvPr>
                <p:cNvSpPr/>
                <p:nvPr/>
              </p:nvSpPr>
              <p:spPr>
                <a:xfrm>
                  <a:off x="7557616" y="3756064"/>
                  <a:ext cx="187359" cy="1938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659" h="21233" extrusionOk="0">
                      <a:moveTo>
                        <a:pt x="1482" y="17183"/>
                      </a:moveTo>
                      <a:cubicBezTo>
                        <a:pt x="4445" y="18308"/>
                        <a:pt x="4289" y="19283"/>
                        <a:pt x="5926" y="19583"/>
                      </a:cubicBezTo>
                      <a:cubicBezTo>
                        <a:pt x="6940" y="19808"/>
                        <a:pt x="7486" y="20558"/>
                        <a:pt x="8188" y="21233"/>
                      </a:cubicBezTo>
                      <a:cubicBezTo>
                        <a:pt x="8500" y="20858"/>
                        <a:pt x="8890" y="20483"/>
                        <a:pt x="9279" y="20258"/>
                      </a:cubicBezTo>
                      <a:cubicBezTo>
                        <a:pt x="11697" y="18833"/>
                        <a:pt x="21600" y="16658"/>
                        <a:pt x="20586" y="14408"/>
                      </a:cubicBezTo>
                      <a:cubicBezTo>
                        <a:pt x="19495" y="12158"/>
                        <a:pt x="18169" y="9383"/>
                        <a:pt x="16142" y="8033"/>
                      </a:cubicBezTo>
                      <a:cubicBezTo>
                        <a:pt x="14114" y="6608"/>
                        <a:pt x="9981" y="5258"/>
                        <a:pt x="7954" y="4433"/>
                      </a:cubicBezTo>
                      <a:cubicBezTo>
                        <a:pt x="6550" y="3833"/>
                        <a:pt x="4523" y="1283"/>
                        <a:pt x="4913" y="308"/>
                      </a:cubicBezTo>
                      <a:cubicBezTo>
                        <a:pt x="3197" y="-367"/>
                        <a:pt x="3197" y="233"/>
                        <a:pt x="2261" y="533"/>
                      </a:cubicBezTo>
                      <a:cubicBezTo>
                        <a:pt x="936" y="833"/>
                        <a:pt x="1326" y="2258"/>
                        <a:pt x="2729" y="3308"/>
                      </a:cubicBezTo>
                      <a:cubicBezTo>
                        <a:pt x="4133" y="4358"/>
                        <a:pt x="4913" y="4808"/>
                        <a:pt x="5692" y="6158"/>
                      </a:cubicBezTo>
                      <a:cubicBezTo>
                        <a:pt x="6472" y="7508"/>
                        <a:pt x="4913" y="7358"/>
                        <a:pt x="3119" y="7883"/>
                      </a:cubicBezTo>
                      <a:cubicBezTo>
                        <a:pt x="1326" y="8408"/>
                        <a:pt x="3899" y="9608"/>
                        <a:pt x="3665" y="11258"/>
                      </a:cubicBezTo>
                      <a:cubicBezTo>
                        <a:pt x="3431" y="12908"/>
                        <a:pt x="2027" y="12458"/>
                        <a:pt x="1638" y="14183"/>
                      </a:cubicBezTo>
                      <a:cubicBezTo>
                        <a:pt x="1248" y="15683"/>
                        <a:pt x="858" y="15683"/>
                        <a:pt x="0" y="16058"/>
                      </a:cubicBezTo>
                      <a:cubicBezTo>
                        <a:pt x="234" y="16508"/>
                        <a:pt x="702" y="16883"/>
                        <a:pt x="1482" y="1718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91" name="Shape">
                  <a:extLst>
                    <a:ext uri="{FF2B5EF4-FFF2-40B4-BE49-F238E27FC236}">
                      <a16:creationId xmlns:a16="http://schemas.microsoft.com/office/drawing/2014/main" id="{D9572FBA-A860-476A-B7F9-2B7D6686F469}"/>
                    </a:ext>
                  </a:extLst>
                </p:cNvPr>
                <p:cNvSpPr/>
                <p:nvPr/>
              </p:nvSpPr>
              <p:spPr>
                <a:xfrm>
                  <a:off x="6439326" y="2752884"/>
                  <a:ext cx="1172385" cy="6739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87" h="20820" extrusionOk="0">
                      <a:moveTo>
                        <a:pt x="20894" y="873"/>
                      </a:moveTo>
                      <a:cubicBezTo>
                        <a:pt x="20279" y="705"/>
                        <a:pt x="20113" y="1168"/>
                        <a:pt x="19831" y="705"/>
                      </a:cubicBezTo>
                      <a:cubicBezTo>
                        <a:pt x="19549" y="241"/>
                        <a:pt x="19331" y="620"/>
                        <a:pt x="18934" y="1105"/>
                      </a:cubicBezTo>
                      <a:cubicBezTo>
                        <a:pt x="18537" y="1569"/>
                        <a:pt x="18268" y="1948"/>
                        <a:pt x="17755" y="1484"/>
                      </a:cubicBezTo>
                      <a:cubicBezTo>
                        <a:pt x="17256" y="1021"/>
                        <a:pt x="17371" y="936"/>
                        <a:pt x="16974" y="1021"/>
                      </a:cubicBezTo>
                      <a:cubicBezTo>
                        <a:pt x="16589" y="1105"/>
                        <a:pt x="16244" y="389"/>
                        <a:pt x="16077" y="389"/>
                      </a:cubicBezTo>
                      <a:cubicBezTo>
                        <a:pt x="15910" y="389"/>
                        <a:pt x="15462" y="-623"/>
                        <a:pt x="14796" y="620"/>
                      </a:cubicBezTo>
                      <a:cubicBezTo>
                        <a:pt x="14117" y="1885"/>
                        <a:pt x="14514" y="936"/>
                        <a:pt x="14117" y="1885"/>
                      </a:cubicBezTo>
                      <a:cubicBezTo>
                        <a:pt x="13732" y="2812"/>
                        <a:pt x="13451" y="3360"/>
                        <a:pt x="13335" y="3992"/>
                      </a:cubicBezTo>
                      <a:cubicBezTo>
                        <a:pt x="13220" y="4603"/>
                        <a:pt x="13220" y="4772"/>
                        <a:pt x="12554" y="4856"/>
                      </a:cubicBezTo>
                      <a:cubicBezTo>
                        <a:pt x="11888" y="4919"/>
                        <a:pt x="11375" y="5088"/>
                        <a:pt x="11042" y="4603"/>
                      </a:cubicBezTo>
                      <a:cubicBezTo>
                        <a:pt x="10709" y="4140"/>
                        <a:pt x="10594" y="4076"/>
                        <a:pt x="10760" y="3276"/>
                      </a:cubicBezTo>
                      <a:cubicBezTo>
                        <a:pt x="10927" y="2496"/>
                        <a:pt x="11324" y="2348"/>
                        <a:pt x="10876" y="1885"/>
                      </a:cubicBezTo>
                      <a:cubicBezTo>
                        <a:pt x="10427" y="1400"/>
                        <a:pt x="10427" y="72"/>
                        <a:pt x="9928" y="241"/>
                      </a:cubicBezTo>
                      <a:cubicBezTo>
                        <a:pt x="9415" y="389"/>
                        <a:pt x="7519" y="936"/>
                        <a:pt x="7019" y="241"/>
                      </a:cubicBezTo>
                      <a:cubicBezTo>
                        <a:pt x="6981" y="199"/>
                        <a:pt x="6955" y="157"/>
                        <a:pt x="6930" y="115"/>
                      </a:cubicBezTo>
                      <a:cubicBezTo>
                        <a:pt x="6814" y="431"/>
                        <a:pt x="6712" y="641"/>
                        <a:pt x="6635" y="1000"/>
                      </a:cubicBezTo>
                      <a:cubicBezTo>
                        <a:pt x="6507" y="1590"/>
                        <a:pt x="6174" y="1695"/>
                        <a:pt x="5918" y="2412"/>
                      </a:cubicBezTo>
                      <a:cubicBezTo>
                        <a:pt x="5674" y="3107"/>
                        <a:pt x="5162" y="2812"/>
                        <a:pt x="4457" y="2875"/>
                      </a:cubicBezTo>
                      <a:cubicBezTo>
                        <a:pt x="3740" y="2938"/>
                        <a:pt x="3868" y="4224"/>
                        <a:pt x="3701" y="4392"/>
                      </a:cubicBezTo>
                      <a:cubicBezTo>
                        <a:pt x="3535" y="4582"/>
                        <a:pt x="3317" y="4392"/>
                        <a:pt x="3073" y="5046"/>
                      </a:cubicBezTo>
                      <a:cubicBezTo>
                        <a:pt x="2817" y="5678"/>
                        <a:pt x="2984" y="5931"/>
                        <a:pt x="2433" y="5973"/>
                      </a:cubicBezTo>
                      <a:cubicBezTo>
                        <a:pt x="1895" y="6036"/>
                        <a:pt x="2023" y="7027"/>
                        <a:pt x="1767" y="7848"/>
                      </a:cubicBezTo>
                      <a:cubicBezTo>
                        <a:pt x="1510" y="8670"/>
                        <a:pt x="1562" y="9092"/>
                        <a:pt x="1216" y="9260"/>
                      </a:cubicBezTo>
                      <a:cubicBezTo>
                        <a:pt x="883" y="9429"/>
                        <a:pt x="883" y="9724"/>
                        <a:pt x="588" y="10377"/>
                      </a:cubicBezTo>
                      <a:cubicBezTo>
                        <a:pt x="293" y="11009"/>
                        <a:pt x="716" y="11304"/>
                        <a:pt x="1177" y="12021"/>
                      </a:cubicBezTo>
                      <a:cubicBezTo>
                        <a:pt x="1421" y="12379"/>
                        <a:pt x="1318" y="12674"/>
                        <a:pt x="1177" y="12906"/>
                      </a:cubicBezTo>
                      <a:cubicBezTo>
                        <a:pt x="1318" y="12948"/>
                        <a:pt x="1152" y="13138"/>
                        <a:pt x="1024" y="14023"/>
                      </a:cubicBezTo>
                      <a:cubicBezTo>
                        <a:pt x="857" y="15161"/>
                        <a:pt x="1703" y="13791"/>
                        <a:pt x="2151" y="13559"/>
                      </a:cubicBezTo>
                      <a:cubicBezTo>
                        <a:pt x="3407" y="11873"/>
                        <a:pt x="2817" y="13327"/>
                        <a:pt x="2510" y="13644"/>
                      </a:cubicBezTo>
                      <a:cubicBezTo>
                        <a:pt x="2202" y="13939"/>
                        <a:pt x="1805" y="14971"/>
                        <a:pt x="1536" y="15393"/>
                      </a:cubicBezTo>
                      <a:cubicBezTo>
                        <a:pt x="1254" y="15814"/>
                        <a:pt x="1139" y="16531"/>
                        <a:pt x="716" y="16910"/>
                      </a:cubicBezTo>
                      <a:cubicBezTo>
                        <a:pt x="293" y="17310"/>
                        <a:pt x="357" y="17352"/>
                        <a:pt x="152" y="17858"/>
                      </a:cubicBezTo>
                      <a:cubicBezTo>
                        <a:pt x="-40" y="18364"/>
                        <a:pt x="-91" y="18511"/>
                        <a:pt x="242" y="18828"/>
                      </a:cubicBezTo>
                      <a:cubicBezTo>
                        <a:pt x="575" y="19144"/>
                        <a:pt x="831" y="19101"/>
                        <a:pt x="1305" y="19375"/>
                      </a:cubicBezTo>
                      <a:cubicBezTo>
                        <a:pt x="1779" y="19649"/>
                        <a:pt x="1779" y="19923"/>
                        <a:pt x="1895" y="20239"/>
                      </a:cubicBezTo>
                      <a:cubicBezTo>
                        <a:pt x="2010" y="20556"/>
                        <a:pt x="2177" y="20577"/>
                        <a:pt x="2676" y="20787"/>
                      </a:cubicBezTo>
                      <a:cubicBezTo>
                        <a:pt x="3176" y="20977"/>
                        <a:pt x="3381" y="20303"/>
                        <a:pt x="3791" y="20239"/>
                      </a:cubicBezTo>
                      <a:cubicBezTo>
                        <a:pt x="3983" y="20197"/>
                        <a:pt x="4073" y="20345"/>
                        <a:pt x="4124" y="20513"/>
                      </a:cubicBezTo>
                      <a:cubicBezTo>
                        <a:pt x="4201" y="20471"/>
                        <a:pt x="4278" y="20408"/>
                        <a:pt x="4329" y="20366"/>
                      </a:cubicBezTo>
                      <a:cubicBezTo>
                        <a:pt x="4431" y="20282"/>
                        <a:pt x="4547" y="19965"/>
                        <a:pt x="4739" y="19818"/>
                      </a:cubicBezTo>
                      <a:cubicBezTo>
                        <a:pt x="4700" y="19502"/>
                        <a:pt x="4688" y="18933"/>
                        <a:pt x="4752" y="18659"/>
                      </a:cubicBezTo>
                      <a:cubicBezTo>
                        <a:pt x="4816" y="18364"/>
                        <a:pt x="4829" y="18554"/>
                        <a:pt x="5226" y="18259"/>
                      </a:cubicBezTo>
                      <a:cubicBezTo>
                        <a:pt x="5623" y="17964"/>
                        <a:pt x="5853" y="17816"/>
                        <a:pt x="6174" y="18301"/>
                      </a:cubicBezTo>
                      <a:cubicBezTo>
                        <a:pt x="6494" y="18806"/>
                        <a:pt x="6827" y="19544"/>
                        <a:pt x="7019" y="19776"/>
                      </a:cubicBezTo>
                      <a:cubicBezTo>
                        <a:pt x="7199" y="20008"/>
                        <a:pt x="7583" y="19333"/>
                        <a:pt x="7890" y="19923"/>
                      </a:cubicBezTo>
                      <a:cubicBezTo>
                        <a:pt x="8211" y="20513"/>
                        <a:pt x="8236" y="20092"/>
                        <a:pt x="8505" y="19776"/>
                      </a:cubicBezTo>
                      <a:cubicBezTo>
                        <a:pt x="8774" y="19460"/>
                        <a:pt x="8941" y="19544"/>
                        <a:pt x="8928" y="19186"/>
                      </a:cubicBezTo>
                      <a:cubicBezTo>
                        <a:pt x="8903" y="18828"/>
                        <a:pt x="8928" y="18427"/>
                        <a:pt x="9569" y="18722"/>
                      </a:cubicBezTo>
                      <a:cubicBezTo>
                        <a:pt x="9825" y="19038"/>
                        <a:pt x="9863" y="19460"/>
                        <a:pt x="9928" y="19502"/>
                      </a:cubicBezTo>
                      <a:cubicBezTo>
                        <a:pt x="9992" y="19565"/>
                        <a:pt x="10312" y="19755"/>
                        <a:pt x="10440" y="19333"/>
                      </a:cubicBezTo>
                      <a:cubicBezTo>
                        <a:pt x="10555" y="18933"/>
                        <a:pt x="10414" y="18343"/>
                        <a:pt x="10811" y="18280"/>
                      </a:cubicBezTo>
                      <a:cubicBezTo>
                        <a:pt x="11209" y="18216"/>
                        <a:pt x="11593" y="18195"/>
                        <a:pt x="11657" y="17521"/>
                      </a:cubicBezTo>
                      <a:cubicBezTo>
                        <a:pt x="11721" y="16847"/>
                        <a:pt x="11593" y="16467"/>
                        <a:pt x="12003" y="16088"/>
                      </a:cubicBezTo>
                      <a:cubicBezTo>
                        <a:pt x="12374" y="15751"/>
                        <a:pt x="12323" y="15477"/>
                        <a:pt x="13118" y="15688"/>
                      </a:cubicBezTo>
                      <a:cubicBezTo>
                        <a:pt x="13194" y="15498"/>
                        <a:pt x="13297" y="15266"/>
                        <a:pt x="13451" y="14845"/>
                      </a:cubicBezTo>
                      <a:cubicBezTo>
                        <a:pt x="13848" y="13749"/>
                        <a:pt x="13899" y="13053"/>
                        <a:pt x="14463" y="12569"/>
                      </a:cubicBezTo>
                      <a:cubicBezTo>
                        <a:pt x="15014" y="12105"/>
                        <a:pt x="15129" y="11726"/>
                        <a:pt x="15129" y="11094"/>
                      </a:cubicBezTo>
                      <a:cubicBezTo>
                        <a:pt x="15129" y="10461"/>
                        <a:pt x="14463" y="10546"/>
                        <a:pt x="15295" y="9998"/>
                      </a:cubicBezTo>
                      <a:cubicBezTo>
                        <a:pt x="16141" y="9450"/>
                        <a:pt x="16474" y="10082"/>
                        <a:pt x="16525" y="8902"/>
                      </a:cubicBezTo>
                      <a:cubicBezTo>
                        <a:pt x="16589" y="7743"/>
                        <a:pt x="16359" y="6963"/>
                        <a:pt x="17025" y="6479"/>
                      </a:cubicBezTo>
                      <a:cubicBezTo>
                        <a:pt x="17704" y="6015"/>
                        <a:pt x="18268" y="5151"/>
                        <a:pt x="18934" y="4603"/>
                      </a:cubicBezTo>
                      <a:cubicBezTo>
                        <a:pt x="19600" y="4076"/>
                        <a:pt x="19382" y="2981"/>
                        <a:pt x="20049" y="3760"/>
                      </a:cubicBezTo>
                      <a:cubicBezTo>
                        <a:pt x="20728" y="4540"/>
                        <a:pt x="21176" y="4076"/>
                        <a:pt x="21061" y="3128"/>
                      </a:cubicBezTo>
                      <a:cubicBezTo>
                        <a:pt x="20945" y="2201"/>
                        <a:pt x="21509" y="1021"/>
                        <a:pt x="20894" y="87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92" name="Shape">
                  <a:extLst>
                    <a:ext uri="{FF2B5EF4-FFF2-40B4-BE49-F238E27FC236}">
                      <a16:creationId xmlns:a16="http://schemas.microsoft.com/office/drawing/2014/main" id="{714D5BF3-5611-4178-B897-C87499A9D044}"/>
                    </a:ext>
                  </a:extLst>
                </p:cNvPr>
                <p:cNvSpPr/>
                <p:nvPr/>
              </p:nvSpPr>
              <p:spPr>
                <a:xfrm>
                  <a:off x="6132537" y="2015025"/>
                  <a:ext cx="947590" cy="11682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33" h="21270" extrusionOk="0">
                      <a:moveTo>
                        <a:pt x="19879" y="6102"/>
                      </a:moveTo>
                      <a:cubicBezTo>
                        <a:pt x="19751" y="5816"/>
                        <a:pt x="18693" y="5704"/>
                        <a:pt x="18212" y="5655"/>
                      </a:cubicBezTo>
                      <a:cubicBezTo>
                        <a:pt x="17715" y="5618"/>
                        <a:pt x="17475" y="5593"/>
                        <a:pt x="17091" y="5158"/>
                      </a:cubicBezTo>
                      <a:cubicBezTo>
                        <a:pt x="16706" y="4711"/>
                        <a:pt x="17507" y="4711"/>
                        <a:pt x="17571" y="4376"/>
                      </a:cubicBezTo>
                      <a:cubicBezTo>
                        <a:pt x="17619" y="4153"/>
                        <a:pt x="17812" y="3904"/>
                        <a:pt x="18036" y="3681"/>
                      </a:cubicBezTo>
                      <a:cubicBezTo>
                        <a:pt x="17635" y="3731"/>
                        <a:pt x="17187" y="3768"/>
                        <a:pt x="16914" y="3768"/>
                      </a:cubicBezTo>
                      <a:cubicBezTo>
                        <a:pt x="16289" y="3768"/>
                        <a:pt x="15793" y="4091"/>
                        <a:pt x="15232" y="3768"/>
                      </a:cubicBezTo>
                      <a:cubicBezTo>
                        <a:pt x="14671" y="3445"/>
                        <a:pt x="14879" y="2986"/>
                        <a:pt x="14399" y="2812"/>
                      </a:cubicBezTo>
                      <a:cubicBezTo>
                        <a:pt x="13902" y="2626"/>
                        <a:pt x="13902" y="2489"/>
                        <a:pt x="13902" y="2067"/>
                      </a:cubicBezTo>
                      <a:cubicBezTo>
                        <a:pt x="13902" y="1658"/>
                        <a:pt x="14046" y="1471"/>
                        <a:pt x="13629" y="1285"/>
                      </a:cubicBezTo>
                      <a:cubicBezTo>
                        <a:pt x="13197" y="1099"/>
                        <a:pt x="12572" y="367"/>
                        <a:pt x="12572" y="367"/>
                      </a:cubicBezTo>
                      <a:cubicBezTo>
                        <a:pt x="12572" y="367"/>
                        <a:pt x="12219" y="-279"/>
                        <a:pt x="11386" y="143"/>
                      </a:cubicBezTo>
                      <a:cubicBezTo>
                        <a:pt x="10537" y="553"/>
                        <a:pt x="11594" y="367"/>
                        <a:pt x="10537" y="553"/>
                      </a:cubicBezTo>
                      <a:cubicBezTo>
                        <a:pt x="9495" y="739"/>
                        <a:pt x="8999" y="925"/>
                        <a:pt x="9079" y="1285"/>
                      </a:cubicBezTo>
                      <a:cubicBezTo>
                        <a:pt x="9143" y="1658"/>
                        <a:pt x="9415" y="1844"/>
                        <a:pt x="9495" y="2117"/>
                      </a:cubicBezTo>
                      <a:cubicBezTo>
                        <a:pt x="9559" y="2390"/>
                        <a:pt x="9351" y="2762"/>
                        <a:pt x="8934" y="2576"/>
                      </a:cubicBezTo>
                      <a:cubicBezTo>
                        <a:pt x="8518" y="2390"/>
                        <a:pt x="8085" y="2067"/>
                        <a:pt x="7669" y="2527"/>
                      </a:cubicBezTo>
                      <a:cubicBezTo>
                        <a:pt x="7252" y="2986"/>
                        <a:pt x="6980" y="3309"/>
                        <a:pt x="6547" y="3035"/>
                      </a:cubicBezTo>
                      <a:cubicBezTo>
                        <a:pt x="6130" y="2762"/>
                        <a:pt x="5778" y="2812"/>
                        <a:pt x="5297" y="3222"/>
                      </a:cubicBezTo>
                      <a:cubicBezTo>
                        <a:pt x="4800" y="3631"/>
                        <a:pt x="4031" y="4699"/>
                        <a:pt x="3406" y="4227"/>
                      </a:cubicBezTo>
                      <a:cubicBezTo>
                        <a:pt x="2765" y="3768"/>
                        <a:pt x="3406" y="3035"/>
                        <a:pt x="2910" y="2762"/>
                      </a:cubicBezTo>
                      <a:cubicBezTo>
                        <a:pt x="2429" y="2489"/>
                        <a:pt x="2076" y="2527"/>
                        <a:pt x="1580" y="2899"/>
                      </a:cubicBezTo>
                      <a:cubicBezTo>
                        <a:pt x="1099" y="3271"/>
                        <a:pt x="1019" y="3408"/>
                        <a:pt x="1019" y="3768"/>
                      </a:cubicBezTo>
                      <a:cubicBezTo>
                        <a:pt x="1019" y="4140"/>
                        <a:pt x="746" y="4413"/>
                        <a:pt x="458" y="4463"/>
                      </a:cubicBezTo>
                      <a:cubicBezTo>
                        <a:pt x="186" y="4513"/>
                        <a:pt x="250" y="4600"/>
                        <a:pt x="186" y="5059"/>
                      </a:cubicBezTo>
                      <a:cubicBezTo>
                        <a:pt x="105" y="5518"/>
                        <a:pt x="538" y="5754"/>
                        <a:pt x="186" y="5891"/>
                      </a:cubicBezTo>
                      <a:cubicBezTo>
                        <a:pt x="-167" y="6027"/>
                        <a:pt x="41" y="6164"/>
                        <a:pt x="330" y="6536"/>
                      </a:cubicBezTo>
                      <a:cubicBezTo>
                        <a:pt x="602" y="6896"/>
                        <a:pt x="1163" y="6896"/>
                        <a:pt x="1099" y="7082"/>
                      </a:cubicBezTo>
                      <a:cubicBezTo>
                        <a:pt x="1083" y="7107"/>
                        <a:pt x="1083" y="7144"/>
                        <a:pt x="1083" y="7182"/>
                      </a:cubicBezTo>
                      <a:cubicBezTo>
                        <a:pt x="1660" y="7355"/>
                        <a:pt x="1660" y="7715"/>
                        <a:pt x="1724" y="7989"/>
                      </a:cubicBezTo>
                      <a:cubicBezTo>
                        <a:pt x="1788" y="8287"/>
                        <a:pt x="2221" y="8026"/>
                        <a:pt x="2461" y="8373"/>
                      </a:cubicBezTo>
                      <a:cubicBezTo>
                        <a:pt x="2701" y="8721"/>
                        <a:pt x="2172" y="8721"/>
                        <a:pt x="1692" y="8808"/>
                      </a:cubicBezTo>
                      <a:cubicBezTo>
                        <a:pt x="1195" y="8907"/>
                        <a:pt x="1692" y="8808"/>
                        <a:pt x="1131" y="9230"/>
                      </a:cubicBezTo>
                      <a:cubicBezTo>
                        <a:pt x="570" y="9640"/>
                        <a:pt x="1820" y="9727"/>
                        <a:pt x="2317" y="9727"/>
                      </a:cubicBezTo>
                      <a:cubicBezTo>
                        <a:pt x="2813" y="9727"/>
                        <a:pt x="2701" y="9962"/>
                        <a:pt x="2701" y="10173"/>
                      </a:cubicBezTo>
                      <a:cubicBezTo>
                        <a:pt x="2701" y="10372"/>
                        <a:pt x="2701" y="10422"/>
                        <a:pt x="3054" y="10744"/>
                      </a:cubicBezTo>
                      <a:cubicBezTo>
                        <a:pt x="3406" y="11067"/>
                        <a:pt x="3086" y="11365"/>
                        <a:pt x="3022" y="11576"/>
                      </a:cubicBezTo>
                      <a:cubicBezTo>
                        <a:pt x="2942" y="11775"/>
                        <a:pt x="2765" y="11911"/>
                        <a:pt x="2461" y="12234"/>
                      </a:cubicBezTo>
                      <a:cubicBezTo>
                        <a:pt x="2140" y="12557"/>
                        <a:pt x="1724" y="12395"/>
                        <a:pt x="1227" y="12259"/>
                      </a:cubicBezTo>
                      <a:cubicBezTo>
                        <a:pt x="746" y="12122"/>
                        <a:pt x="987" y="12718"/>
                        <a:pt x="987" y="12929"/>
                      </a:cubicBezTo>
                      <a:cubicBezTo>
                        <a:pt x="987" y="13140"/>
                        <a:pt x="987" y="13091"/>
                        <a:pt x="987" y="13500"/>
                      </a:cubicBezTo>
                      <a:cubicBezTo>
                        <a:pt x="987" y="13922"/>
                        <a:pt x="538" y="13786"/>
                        <a:pt x="362" y="14258"/>
                      </a:cubicBezTo>
                      <a:cubicBezTo>
                        <a:pt x="186" y="14742"/>
                        <a:pt x="570" y="15040"/>
                        <a:pt x="1163" y="15189"/>
                      </a:cubicBezTo>
                      <a:cubicBezTo>
                        <a:pt x="1756" y="15325"/>
                        <a:pt x="1788" y="15487"/>
                        <a:pt x="1788" y="15710"/>
                      </a:cubicBezTo>
                      <a:cubicBezTo>
                        <a:pt x="1788" y="15946"/>
                        <a:pt x="2044" y="16107"/>
                        <a:pt x="2381" y="16331"/>
                      </a:cubicBezTo>
                      <a:cubicBezTo>
                        <a:pt x="2733" y="16567"/>
                        <a:pt x="2765" y="16790"/>
                        <a:pt x="2733" y="17088"/>
                      </a:cubicBezTo>
                      <a:cubicBezTo>
                        <a:pt x="2701" y="17398"/>
                        <a:pt x="2557" y="17572"/>
                        <a:pt x="2172" y="17969"/>
                      </a:cubicBezTo>
                      <a:cubicBezTo>
                        <a:pt x="1788" y="18354"/>
                        <a:pt x="1868" y="18342"/>
                        <a:pt x="1932" y="18838"/>
                      </a:cubicBezTo>
                      <a:cubicBezTo>
                        <a:pt x="1996" y="19347"/>
                        <a:pt x="1724" y="19347"/>
                        <a:pt x="1275" y="19595"/>
                      </a:cubicBezTo>
                      <a:cubicBezTo>
                        <a:pt x="810" y="19856"/>
                        <a:pt x="1131" y="20266"/>
                        <a:pt x="1788" y="20613"/>
                      </a:cubicBezTo>
                      <a:cubicBezTo>
                        <a:pt x="1916" y="20675"/>
                        <a:pt x="1980" y="20738"/>
                        <a:pt x="2028" y="20787"/>
                      </a:cubicBezTo>
                      <a:cubicBezTo>
                        <a:pt x="2557" y="20713"/>
                        <a:pt x="3102" y="20812"/>
                        <a:pt x="3374" y="20837"/>
                      </a:cubicBezTo>
                      <a:cubicBezTo>
                        <a:pt x="3759" y="20887"/>
                        <a:pt x="4063" y="21023"/>
                        <a:pt x="4592" y="21098"/>
                      </a:cubicBezTo>
                      <a:cubicBezTo>
                        <a:pt x="5121" y="21160"/>
                        <a:pt x="5185" y="21184"/>
                        <a:pt x="5602" y="21122"/>
                      </a:cubicBezTo>
                      <a:cubicBezTo>
                        <a:pt x="6034" y="21048"/>
                        <a:pt x="5954" y="21098"/>
                        <a:pt x="6307" y="21209"/>
                      </a:cubicBezTo>
                      <a:cubicBezTo>
                        <a:pt x="6659" y="21321"/>
                        <a:pt x="6835" y="21284"/>
                        <a:pt x="6980" y="21048"/>
                      </a:cubicBezTo>
                      <a:cubicBezTo>
                        <a:pt x="7605" y="20477"/>
                        <a:pt x="7605" y="21023"/>
                        <a:pt x="8165" y="21023"/>
                      </a:cubicBezTo>
                      <a:cubicBezTo>
                        <a:pt x="8294" y="21023"/>
                        <a:pt x="8374" y="21023"/>
                        <a:pt x="8422" y="21035"/>
                      </a:cubicBezTo>
                      <a:cubicBezTo>
                        <a:pt x="8598" y="20899"/>
                        <a:pt x="8726" y="20725"/>
                        <a:pt x="8422" y="20514"/>
                      </a:cubicBezTo>
                      <a:cubicBezTo>
                        <a:pt x="7845" y="20092"/>
                        <a:pt x="7316" y="19918"/>
                        <a:pt x="7685" y="19546"/>
                      </a:cubicBezTo>
                      <a:cubicBezTo>
                        <a:pt x="8053" y="19161"/>
                        <a:pt x="8053" y="18987"/>
                        <a:pt x="8470" y="18888"/>
                      </a:cubicBezTo>
                      <a:cubicBezTo>
                        <a:pt x="8902" y="18789"/>
                        <a:pt x="8838" y="18540"/>
                        <a:pt x="9159" y="18056"/>
                      </a:cubicBezTo>
                      <a:cubicBezTo>
                        <a:pt x="9479" y="17572"/>
                        <a:pt x="9319" y="16989"/>
                        <a:pt x="9992" y="16951"/>
                      </a:cubicBezTo>
                      <a:cubicBezTo>
                        <a:pt x="10681" y="16927"/>
                        <a:pt x="10473" y="16778"/>
                        <a:pt x="10793" y="16405"/>
                      </a:cubicBezTo>
                      <a:cubicBezTo>
                        <a:pt x="11098" y="16020"/>
                        <a:pt x="11370" y="16132"/>
                        <a:pt x="11578" y="16020"/>
                      </a:cubicBezTo>
                      <a:cubicBezTo>
                        <a:pt x="11787" y="15921"/>
                        <a:pt x="11626" y="15164"/>
                        <a:pt x="12524" y="15127"/>
                      </a:cubicBezTo>
                      <a:cubicBezTo>
                        <a:pt x="13405" y="15089"/>
                        <a:pt x="14046" y="15263"/>
                        <a:pt x="14351" y="14853"/>
                      </a:cubicBezTo>
                      <a:cubicBezTo>
                        <a:pt x="14671" y="14431"/>
                        <a:pt x="15088" y="14369"/>
                        <a:pt x="15248" y="14022"/>
                      </a:cubicBezTo>
                      <a:cubicBezTo>
                        <a:pt x="15344" y="13811"/>
                        <a:pt x="15472" y="13687"/>
                        <a:pt x="15616" y="13500"/>
                      </a:cubicBezTo>
                      <a:cubicBezTo>
                        <a:pt x="15104" y="13153"/>
                        <a:pt x="14607" y="12743"/>
                        <a:pt x="14639" y="12358"/>
                      </a:cubicBezTo>
                      <a:cubicBezTo>
                        <a:pt x="14463" y="12408"/>
                        <a:pt x="14286" y="12482"/>
                        <a:pt x="14206" y="12569"/>
                      </a:cubicBezTo>
                      <a:cubicBezTo>
                        <a:pt x="13982" y="12780"/>
                        <a:pt x="13838" y="12954"/>
                        <a:pt x="13309" y="12743"/>
                      </a:cubicBezTo>
                      <a:cubicBezTo>
                        <a:pt x="12780" y="12532"/>
                        <a:pt x="12684" y="12122"/>
                        <a:pt x="12364" y="12433"/>
                      </a:cubicBezTo>
                      <a:cubicBezTo>
                        <a:pt x="12043" y="12743"/>
                        <a:pt x="11787" y="12681"/>
                        <a:pt x="11418" y="12395"/>
                      </a:cubicBezTo>
                      <a:cubicBezTo>
                        <a:pt x="11050" y="12122"/>
                        <a:pt x="10889" y="11750"/>
                        <a:pt x="11162" y="11601"/>
                      </a:cubicBezTo>
                      <a:cubicBezTo>
                        <a:pt x="11418" y="11464"/>
                        <a:pt x="11626" y="11191"/>
                        <a:pt x="11418" y="10980"/>
                      </a:cubicBezTo>
                      <a:cubicBezTo>
                        <a:pt x="11210" y="10782"/>
                        <a:pt x="11210" y="10471"/>
                        <a:pt x="11210" y="10186"/>
                      </a:cubicBezTo>
                      <a:cubicBezTo>
                        <a:pt x="11210" y="9913"/>
                        <a:pt x="11162" y="9640"/>
                        <a:pt x="10729" y="9714"/>
                      </a:cubicBezTo>
                      <a:cubicBezTo>
                        <a:pt x="10313" y="9776"/>
                        <a:pt x="9944" y="9875"/>
                        <a:pt x="9944" y="10124"/>
                      </a:cubicBezTo>
                      <a:cubicBezTo>
                        <a:pt x="9944" y="10360"/>
                        <a:pt x="9784" y="10608"/>
                        <a:pt x="9479" y="10397"/>
                      </a:cubicBezTo>
                      <a:cubicBezTo>
                        <a:pt x="9159" y="10186"/>
                        <a:pt x="8999" y="10087"/>
                        <a:pt x="8422" y="10223"/>
                      </a:cubicBezTo>
                      <a:cubicBezTo>
                        <a:pt x="7845" y="10360"/>
                        <a:pt x="7316" y="10434"/>
                        <a:pt x="6948" y="10186"/>
                      </a:cubicBezTo>
                      <a:cubicBezTo>
                        <a:pt x="6595" y="9950"/>
                        <a:pt x="6162" y="9739"/>
                        <a:pt x="6162" y="9429"/>
                      </a:cubicBezTo>
                      <a:cubicBezTo>
                        <a:pt x="6162" y="9118"/>
                        <a:pt x="6066" y="8845"/>
                        <a:pt x="6435" y="8671"/>
                      </a:cubicBezTo>
                      <a:cubicBezTo>
                        <a:pt x="6803" y="8498"/>
                        <a:pt x="6851" y="8361"/>
                        <a:pt x="7172" y="8324"/>
                      </a:cubicBezTo>
                      <a:cubicBezTo>
                        <a:pt x="7476" y="8299"/>
                        <a:pt x="7749" y="8125"/>
                        <a:pt x="7588" y="7951"/>
                      </a:cubicBezTo>
                      <a:cubicBezTo>
                        <a:pt x="7428" y="7778"/>
                        <a:pt x="7060" y="7219"/>
                        <a:pt x="7540" y="6983"/>
                      </a:cubicBezTo>
                      <a:cubicBezTo>
                        <a:pt x="8005" y="6735"/>
                        <a:pt x="8534" y="6809"/>
                        <a:pt x="8582" y="6424"/>
                      </a:cubicBezTo>
                      <a:cubicBezTo>
                        <a:pt x="8630" y="6052"/>
                        <a:pt x="8534" y="6015"/>
                        <a:pt x="8999" y="5742"/>
                      </a:cubicBezTo>
                      <a:cubicBezTo>
                        <a:pt x="9479" y="5469"/>
                        <a:pt x="9575" y="5431"/>
                        <a:pt x="9992" y="5704"/>
                      </a:cubicBezTo>
                      <a:cubicBezTo>
                        <a:pt x="10425" y="5978"/>
                        <a:pt x="10937" y="6400"/>
                        <a:pt x="11578" y="6325"/>
                      </a:cubicBezTo>
                      <a:cubicBezTo>
                        <a:pt x="12203" y="6263"/>
                        <a:pt x="13149" y="6263"/>
                        <a:pt x="12620" y="6573"/>
                      </a:cubicBezTo>
                      <a:cubicBezTo>
                        <a:pt x="12107" y="6884"/>
                        <a:pt x="12043" y="7219"/>
                        <a:pt x="12315" y="7368"/>
                      </a:cubicBezTo>
                      <a:cubicBezTo>
                        <a:pt x="12572" y="7504"/>
                        <a:pt x="12684" y="7740"/>
                        <a:pt x="13261" y="7778"/>
                      </a:cubicBezTo>
                      <a:cubicBezTo>
                        <a:pt x="13838" y="7815"/>
                        <a:pt x="14142" y="8013"/>
                        <a:pt x="13774" y="8324"/>
                      </a:cubicBezTo>
                      <a:cubicBezTo>
                        <a:pt x="13405" y="8634"/>
                        <a:pt x="13517" y="8944"/>
                        <a:pt x="13726" y="9118"/>
                      </a:cubicBezTo>
                      <a:cubicBezTo>
                        <a:pt x="13934" y="9292"/>
                        <a:pt x="14623" y="9503"/>
                        <a:pt x="14783" y="9714"/>
                      </a:cubicBezTo>
                      <a:cubicBezTo>
                        <a:pt x="14927" y="9913"/>
                        <a:pt x="15040" y="9875"/>
                        <a:pt x="15248" y="9950"/>
                      </a:cubicBezTo>
                      <a:cubicBezTo>
                        <a:pt x="15456" y="10024"/>
                        <a:pt x="15568" y="10298"/>
                        <a:pt x="15568" y="10471"/>
                      </a:cubicBezTo>
                      <a:cubicBezTo>
                        <a:pt x="15568" y="10595"/>
                        <a:pt x="15697" y="10658"/>
                        <a:pt x="15793" y="10831"/>
                      </a:cubicBezTo>
                      <a:cubicBezTo>
                        <a:pt x="15969" y="10856"/>
                        <a:pt x="16193" y="10931"/>
                        <a:pt x="16418" y="10993"/>
                      </a:cubicBezTo>
                      <a:cubicBezTo>
                        <a:pt x="16914" y="11129"/>
                        <a:pt x="17123" y="10720"/>
                        <a:pt x="17828" y="10583"/>
                      </a:cubicBezTo>
                      <a:cubicBezTo>
                        <a:pt x="18517" y="10447"/>
                        <a:pt x="19430" y="10310"/>
                        <a:pt x="19574" y="9938"/>
                      </a:cubicBezTo>
                      <a:cubicBezTo>
                        <a:pt x="19718" y="9565"/>
                        <a:pt x="19718" y="8324"/>
                        <a:pt x="20552" y="8001"/>
                      </a:cubicBezTo>
                      <a:cubicBezTo>
                        <a:pt x="20840" y="7902"/>
                        <a:pt x="21129" y="7778"/>
                        <a:pt x="21433" y="7616"/>
                      </a:cubicBezTo>
                      <a:cubicBezTo>
                        <a:pt x="20936" y="7082"/>
                        <a:pt x="20007" y="6338"/>
                        <a:pt x="19879" y="610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93" name="Shape">
                  <a:extLst>
                    <a:ext uri="{FF2B5EF4-FFF2-40B4-BE49-F238E27FC236}">
                      <a16:creationId xmlns:a16="http://schemas.microsoft.com/office/drawing/2014/main" id="{CF79B6F4-9DE8-4032-AD48-55CB289000DF}"/>
                    </a:ext>
                  </a:extLst>
                </p:cNvPr>
                <p:cNvSpPr/>
                <p:nvPr/>
              </p:nvSpPr>
              <p:spPr>
                <a:xfrm>
                  <a:off x="6404379" y="2317934"/>
                  <a:ext cx="297202" cy="27215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462" h="20694" extrusionOk="0">
                      <a:moveTo>
                        <a:pt x="16698" y="16320"/>
                      </a:moveTo>
                      <a:cubicBezTo>
                        <a:pt x="18458" y="16476"/>
                        <a:pt x="19582" y="15750"/>
                        <a:pt x="19240" y="14455"/>
                      </a:cubicBezTo>
                      <a:cubicBezTo>
                        <a:pt x="18946" y="13160"/>
                        <a:pt x="17676" y="12435"/>
                        <a:pt x="18946" y="10985"/>
                      </a:cubicBezTo>
                      <a:cubicBezTo>
                        <a:pt x="19679" y="10208"/>
                        <a:pt x="20070" y="9690"/>
                        <a:pt x="20461" y="9120"/>
                      </a:cubicBezTo>
                      <a:cubicBezTo>
                        <a:pt x="19679" y="8758"/>
                        <a:pt x="19337" y="8084"/>
                        <a:pt x="18800" y="7722"/>
                      </a:cubicBezTo>
                      <a:cubicBezTo>
                        <a:pt x="17969" y="7100"/>
                        <a:pt x="18165" y="5701"/>
                        <a:pt x="19728" y="4406"/>
                      </a:cubicBezTo>
                      <a:cubicBezTo>
                        <a:pt x="21341" y="3112"/>
                        <a:pt x="18458" y="3112"/>
                        <a:pt x="16552" y="3370"/>
                      </a:cubicBezTo>
                      <a:cubicBezTo>
                        <a:pt x="14597" y="3681"/>
                        <a:pt x="13033" y="1920"/>
                        <a:pt x="11714" y="781"/>
                      </a:cubicBezTo>
                      <a:cubicBezTo>
                        <a:pt x="10443" y="-359"/>
                        <a:pt x="10150" y="-204"/>
                        <a:pt x="8684" y="936"/>
                      </a:cubicBezTo>
                      <a:cubicBezTo>
                        <a:pt x="7267" y="2076"/>
                        <a:pt x="7560" y="2231"/>
                        <a:pt x="7413" y="3785"/>
                      </a:cubicBezTo>
                      <a:cubicBezTo>
                        <a:pt x="7267" y="5391"/>
                        <a:pt x="5654" y="5080"/>
                        <a:pt x="4237" y="6116"/>
                      </a:cubicBezTo>
                      <a:cubicBezTo>
                        <a:pt x="2771" y="7100"/>
                        <a:pt x="3895" y="9431"/>
                        <a:pt x="4384" y="10156"/>
                      </a:cubicBezTo>
                      <a:cubicBezTo>
                        <a:pt x="4872" y="10881"/>
                        <a:pt x="4041" y="11606"/>
                        <a:pt x="3113" y="11710"/>
                      </a:cubicBezTo>
                      <a:cubicBezTo>
                        <a:pt x="2136" y="11865"/>
                        <a:pt x="1989" y="12435"/>
                        <a:pt x="865" y="13160"/>
                      </a:cubicBezTo>
                      <a:cubicBezTo>
                        <a:pt x="-259" y="13886"/>
                        <a:pt x="34" y="15025"/>
                        <a:pt x="34" y="16320"/>
                      </a:cubicBezTo>
                      <a:cubicBezTo>
                        <a:pt x="34" y="17615"/>
                        <a:pt x="1354" y="18496"/>
                        <a:pt x="2429" y="19480"/>
                      </a:cubicBezTo>
                      <a:cubicBezTo>
                        <a:pt x="3553" y="20516"/>
                        <a:pt x="5165" y="20205"/>
                        <a:pt x="6925" y="19635"/>
                      </a:cubicBezTo>
                      <a:cubicBezTo>
                        <a:pt x="8684" y="19065"/>
                        <a:pt x="9173" y="19480"/>
                        <a:pt x="10150" y="20360"/>
                      </a:cubicBezTo>
                      <a:cubicBezTo>
                        <a:pt x="11079" y="21241"/>
                        <a:pt x="11567" y="20205"/>
                        <a:pt x="11567" y="19221"/>
                      </a:cubicBezTo>
                      <a:cubicBezTo>
                        <a:pt x="11567" y="18185"/>
                        <a:pt x="12691" y="17770"/>
                        <a:pt x="13962" y="17512"/>
                      </a:cubicBezTo>
                      <a:cubicBezTo>
                        <a:pt x="14255" y="17408"/>
                        <a:pt x="14499" y="17460"/>
                        <a:pt x="14695" y="17512"/>
                      </a:cubicBezTo>
                      <a:cubicBezTo>
                        <a:pt x="15281" y="16838"/>
                        <a:pt x="16014" y="16268"/>
                        <a:pt x="16698" y="1632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94" name="Shape">
                  <a:extLst>
                    <a:ext uri="{FF2B5EF4-FFF2-40B4-BE49-F238E27FC236}">
                      <a16:creationId xmlns:a16="http://schemas.microsoft.com/office/drawing/2014/main" id="{940CFD1F-BFD3-4904-A2F2-A243BAEDFCC7}"/>
                    </a:ext>
                  </a:extLst>
                </p:cNvPr>
                <p:cNvSpPr/>
                <p:nvPr/>
              </p:nvSpPr>
              <p:spPr>
                <a:xfrm>
                  <a:off x="6618405" y="2438327"/>
                  <a:ext cx="212264" cy="28215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47" h="21126" extrusionOk="0">
                      <a:moveTo>
                        <a:pt x="20259" y="11387"/>
                      </a:moveTo>
                      <a:cubicBezTo>
                        <a:pt x="20259" y="10672"/>
                        <a:pt x="19765" y="9549"/>
                        <a:pt x="18847" y="9243"/>
                      </a:cubicBezTo>
                      <a:cubicBezTo>
                        <a:pt x="17929" y="8936"/>
                        <a:pt x="17435" y="9089"/>
                        <a:pt x="16800" y="8272"/>
                      </a:cubicBezTo>
                      <a:cubicBezTo>
                        <a:pt x="16094" y="7404"/>
                        <a:pt x="13059" y="6536"/>
                        <a:pt x="12141" y="5821"/>
                      </a:cubicBezTo>
                      <a:cubicBezTo>
                        <a:pt x="11223" y="5106"/>
                        <a:pt x="10729" y="3830"/>
                        <a:pt x="12353" y="2553"/>
                      </a:cubicBezTo>
                      <a:cubicBezTo>
                        <a:pt x="13976" y="1277"/>
                        <a:pt x="12635" y="460"/>
                        <a:pt x="10094" y="306"/>
                      </a:cubicBezTo>
                      <a:cubicBezTo>
                        <a:pt x="9318" y="255"/>
                        <a:pt x="8823" y="153"/>
                        <a:pt x="8329" y="0"/>
                      </a:cubicBezTo>
                      <a:cubicBezTo>
                        <a:pt x="7765" y="562"/>
                        <a:pt x="7200" y="1072"/>
                        <a:pt x="6141" y="1838"/>
                      </a:cubicBezTo>
                      <a:cubicBezTo>
                        <a:pt x="4306" y="3268"/>
                        <a:pt x="6141" y="3983"/>
                        <a:pt x="6565" y="5260"/>
                      </a:cubicBezTo>
                      <a:cubicBezTo>
                        <a:pt x="7059" y="6536"/>
                        <a:pt x="5435" y="7251"/>
                        <a:pt x="2894" y="7098"/>
                      </a:cubicBezTo>
                      <a:cubicBezTo>
                        <a:pt x="1906" y="7047"/>
                        <a:pt x="847" y="7609"/>
                        <a:pt x="0" y="8272"/>
                      </a:cubicBezTo>
                      <a:cubicBezTo>
                        <a:pt x="918" y="8477"/>
                        <a:pt x="1059" y="9345"/>
                        <a:pt x="1059" y="10213"/>
                      </a:cubicBezTo>
                      <a:cubicBezTo>
                        <a:pt x="1059" y="11387"/>
                        <a:pt x="1059" y="12664"/>
                        <a:pt x="1976" y="13481"/>
                      </a:cubicBezTo>
                      <a:cubicBezTo>
                        <a:pt x="2894" y="14349"/>
                        <a:pt x="1976" y="15472"/>
                        <a:pt x="847" y="16034"/>
                      </a:cubicBezTo>
                      <a:cubicBezTo>
                        <a:pt x="-353" y="16647"/>
                        <a:pt x="353" y="18179"/>
                        <a:pt x="1976" y="19302"/>
                      </a:cubicBezTo>
                      <a:cubicBezTo>
                        <a:pt x="3600" y="20477"/>
                        <a:pt x="4729" y="20732"/>
                        <a:pt x="6141" y="19455"/>
                      </a:cubicBezTo>
                      <a:cubicBezTo>
                        <a:pt x="7553" y="18179"/>
                        <a:pt x="7976" y="19864"/>
                        <a:pt x="10306" y="20732"/>
                      </a:cubicBezTo>
                      <a:cubicBezTo>
                        <a:pt x="12635" y="21600"/>
                        <a:pt x="13271" y="20885"/>
                        <a:pt x="14259" y="20017"/>
                      </a:cubicBezTo>
                      <a:cubicBezTo>
                        <a:pt x="14612" y="19660"/>
                        <a:pt x="15388" y="19353"/>
                        <a:pt x="16165" y="19149"/>
                      </a:cubicBezTo>
                      <a:cubicBezTo>
                        <a:pt x="16165" y="18894"/>
                        <a:pt x="16235" y="18689"/>
                        <a:pt x="16306" y="18485"/>
                      </a:cubicBezTo>
                      <a:cubicBezTo>
                        <a:pt x="17223" y="16596"/>
                        <a:pt x="18776" y="15268"/>
                        <a:pt x="19412" y="13736"/>
                      </a:cubicBezTo>
                      <a:cubicBezTo>
                        <a:pt x="19694" y="12919"/>
                        <a:pt x="20400" y="12766"/>
                        <a:pt x="21247" y="12868"/>
                      </a:cubicBezTo>
                      <a:cubicBezTo>
                        <a:pt x="20823" y="12153"/>
                        <a:pt x="20259" y="11898"/>
                        <a:pt x="20259" y="1138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95" name="Shape">
                  <a:extLst>
                    <a:ext uri="{FF2B5EF4-FFF2-40B4-BE49-F238E27FC236}">
                      <a16:creationId xmlns:a16="http://schemas.microsoft.com/office/drawing/2014/main" id="{FF46A9BF-BD57-436C-999B-1B11EA98FFB0}"/>
                    </a:ext>
                  </a:extLst>
                </p:cNvPr>
                <p:cNvSpPr/>
                <p:nvPr/>
              </p:nvSpPr>
              <p:spPr>
                <a:xfrm>
                  <a:off x="7694871" y="4845406"/>
                  <a:ext cx="297560" cy="59879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894" h="21328" extrusionOk="0">
                      <a:moveTo>
                        <a:pt x="7949" y="3072"/>
                      </a:moveTo>
                      <a:cubicBezTo>
                        <a:pt x="7949" y="3072"/>
                        <a:pt x="7651" y="4819"/>
                        <a:pt x="6207" y="4916"/>
                      </a:cubicBezTo>
                      <a:cubicBezTo>
                        <a:pt x="4814" y="4989"/>
                        <a:pt x="4913" y="5232"/>
                        <a:pt x="4465" y="5814"/>
                      </a:cubicBezTo>
                      <a:cubicBezTo>
                        <a:pt x="4018" y="6397"/>
                        <a:pt x="4018" y="7464"/>
                        <a:pt x="3271" y="7926"/>
                      </a:cubicBezTo>
                      <a:cubicBezTo>
                        <a:pt x="2524" y="8362"/>
                        <a:pt x="1778" y="9260"/>
                        <a:pt x="1877" y="9624"/>
                      </a:cubicBezTo>
                      <a:cubicBezTo>
                        <a:pt x="1977" y="9989"/>
                        <a:pt x="2176" y="10304"/>
                        <a:pt x="1529" y="10571"/>
                      </a:cubicBezTo>
                      <a:cubicBezTo>
                        <a:pt x="882" y="10838"/>
                        <a:pt x="-213" y="11518"/>
                        <a:pt x="36" y="12051"/>
                      </a:cubicBezTo>
                      <a:cubicBezTo>
                        <a:pt x="235" y="12610"/>
                        <a:pt x="982" y="12294"/>
                        <a:pt x="982" y="12998"/>
                      </a:cubicBezTo>
                      <a:cubicBezTo>
                        <a:pt x="982" y="13726"/>
                        <a:pt x="-611" y="14211"/>
                        <a:pt x="783" y="14940"/>
                      </a:cubicBezTo>
                      <a:cubicBezTo>
                        <a:pt x="2176" y="15668"/>
                        <a:pt x="2724" y="15522"/>
                        <a:pt x="2972" y="15983"/>
                      </a:cubicBezTo>
                      <a:cubicBezTo>
                        <a:pt x="3171" y="16420"/>
                        <a:pt x="3520" y="17002"/>
                        <a:pt x="4913" y="17585"/>
                      </a:cubicBezTo>
                      <a:cubicBezTo>
                        <a:pt x="6307" y="18167"/>
                        <a:pt x="7651" y="17900"/>
                        <a:pt x="8596" y="18531"/>
                      </a:cubicBezTo>
                      <a:cubicBezTo>
                        <a:pt x="9592" y="19162"/>
                        <a:pt x="11334" y="19381"/>
                        <a:pt x="11533" y="20012"/>
                      </a:cubicBezTo>
                      <a:cubicBezTo>
                        <a:pt x="11782" y="20643"/>
                        <a:pt x="12628" y="21274"/>
                        <a:pt x="13524" y="21322"/>
                      </a:cubicBezTo>
                      <a:cubicBezTo>
                        <a:pt x="14370" y="21371"/>
                        <a:pt x="15564" y="21153"/>
                        <a:pt x="14917" y="20522"/>
                      </a:cubicBezTo>
                      <a:cubicBezTo>
                        <a:pt x="14270" y="19891"/>
                        <a:pt x="14718" y="19575"/>
                        <a:pt x="14370" y="18895"/>
                      </a:cubicBezTo>
                      <a:cubicBezTo>
                        <a:pt x="14021" y="18216"/>
                        <a:pt x="14021" y="17415"/>
                        <a:pt x="15216" y="16881"/>
                      </a:cubicBezTo>
                      <a:cubicBezTo>
                        <a:pt x="16410" y="16323"/>
                        <a:pt x="17406" y="15425"/>
                        <a:pt x="17505" y="14794"/>
                      </a:cubicBezTo>
                      <a:cubicBezTo>
                        <a:pt x="17605" y="14163"/>
                        <a:pt x="17207" y="14163"/>
                        <a:pt x="18152" y="13847"/>
                      </a:cubicBezTo>
                      <a:cubicBezTo>
                        <a:pt x="19148" y="13556"/>
                        <a:pt x="17854" y="12197"/>
                        <a:pt x="18700" y="11712"/>
                      </a:cubicBezTo>
                      <a:cubicBezTo>
                        <a:pt x="19595" y="11202"/>
                        <a:pt x="20043" y="10717"/>
                        <a:pt x="19347" y="10401"/>
                      </a:cubicBezTo>
                      <a:cubicBezTo>
                        <a:pt x="18700" y="10086"/>
                        <a:pt x="18301" y="9358"/>
                        <a:pt x="19148" y="9139"/>
                      </a:cubicBezTo>
                      <a:cubicBezTo>
                        <a:pt x="20043" y="8921"/>
                        <a:pt x="20889" y="8411"/>
                        <a:pt x="20242" y="7926"/>
                      </a:cubicBezTo>
                      <a:cubicBezTo>
                        <a:pt x="19595" y="7416"/>
                        <a:pt x="19148" y="7198"/>
                        <a:pt x="19496" y="6518"/>
                      </a:cubicBezTo>
                      <a:cubicBezTo>
                        <a:pt x="19795" y="5863"/>
                        <a:pt x="20790" y="5571"/>
                        <a:pt x="20889" y="4771"/>
                      </a:cubicBezTo>
                      <a:cubicBezTo>
                        <a:pt x="20989" y="3970"/>
                        <a:pt x="19347" y="3387"/>
                        <a:pt x="19595" y="2562"/>
                      </a:cubicBezTo>
                      <a:cubicBezTo>
                        <a:pt x="19795" y="1761"/>
                        <a:pt x="20442" y="1179"/>
                        <a:pt x="19595" y="863"/>
                      </a:cubicBezTo>
                      <a:cubicBezTo>
                        <a:pt x="18700" y="548"/>
                        <a:pt x="16311" y="766"/>
                        <a:pt x="15763" y="499"/>
                      </a:cubicBezTo>
                      <a:cubicBezTo>
                        <a:pt x="15216" y="232"/>
                        <a:pt x="14917" y="-229"/>
                        <a:pt x="14021" y="135"/>
                      </a:cubicBezTo>
                      <a:cubicBezTo>
                        <a:pt x="13175" y="499"/>
                        <a:pt x="12279" y="1130"/>
                        <a:pt x="11234" y="1276"/>
                      </a:cubicBezTo>
                      <a:cubicBezTo>
                        <a:pt x="10139" y="1397"/>
                        <a:pt x="9243" y="1664"/>
                        <a:pt x="8497" y="2028"/>
                      </a:cubicBezTo>
                      <a:cubicBezTo>
                        <a:pt x="7750" y="2392"/>
                        <a:pt x="7949" y="2513"/>
                        <a:pt x="7949" y="307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96" name="Shape">
                  <a:extLst>
                    <a:ext uri="{FF2B5EF4-FFF2-40B4-BE49-F238E27FC236}">
                      <a16:creationId xmlns:a16="http://schemas.microsoft.com/office/drawing/2014/main" id="{2AD62B1C-B100-4295-BFFB-663632B70074}"/>
                    </a:ext>
                  </a:extLst>
                </p:cNvPr>
                <p:cNvSpPr/>
                <p:nvPr/>
              </p:nvSpPr>
              <p:spPr>
                <a:xfrm>
                  <a:off x="8324646" y="4919753"/>
                  <a:ext cx="43710" cy="2918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6234" h="19464" extrusionOk="0">
                      <a:moveTo>
                        <a:pt x="12888" y="27"/>
                      </a:moveTo>
                      <a:cubicBezTo>
                        <a:pt x="12888" y="27"/>
                        <a:pt x="-1245" y="-873"/>
                        <a:pt x="88" y="7677"/>
                      </a:cubicBezTo>
                      <a:cubicBezTo>
                        <a:pt x="1155" y="15777"/>
                        <a:pt x="88" y="17577"/>
                        <a:pt x="7022" y="19377"/>
                      </a:cubicBezTo>
                      <a:cubicBezTo>
                        <a:pt x="13955" y="20727"/>
                        <a:pt x="20355" y="5877"/>
                        <a:pt x="12888" y="2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97" name="Shape">
                  <a:extLst>
                    <a:ext uri="{FF2B5EF4-FFF2-40B4-BE49-F238E27FC236}">
                      <a16:creationId xmlns:a16="http://schemas.microsoft.com/office/drawing/2014/main" id="{104C4826-02C0-49BB-A998-AE776C226BED}"/>
                    </a:ext>
                  </a:extLst>
                </p:cNvPr>
                <p:cNvSpPr/>
                <p:nvPr/>
              </p:nvSpPr>
              <p:spPr>
                <a:xfrm>
                  <a:off x="8401298" y="4883120"/>
                  <a:ext cx="29108" cy="398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6432" h="18261" extrusionOk="0">
                      <a:moveTo>
                        <a:pt x="11858" y="0"/>
                      </a:moveTo>
                      <a:cubicBezTo>
                        <a:pt x="11858" y="0"/>
                        <a:pt x="-1102" y="4696"/>
                        <a:pt x="76" y="10643"/>
                      </a:cubicBezTo>
                      <a:cubicBezTo>
                        <a:pt x="862" y="16278"/>
                        <a:pt x="11073" y="21600"/>
                        <a:pt x="12643" y="15652"/>
                      </a:cubicBezTo>
                      <a:cubicBezTo>
                        <a:pt x="14607" y="10017"/>
                        <a:pt x="20498" y="1252"/>
                        <a:pt x="11858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  <p:sp>
              <p:nvSpPr>
                <p:cNvPr id="698" name="Shape">
                  <a:extLst>
                    <a:ext uri="{FF2B5EF4-FFF2-40B4-BE49-F238E27FC236}">
                      <a16:creationId xmlns:a16="http://schemas.microsoft.com/office/drawing/2014/main" id="{26995F88-9AAB-4986-BFC9-69FC2D2ED881}"/>
                    </a:ext>
                  </a:extLst>
                </p:cNvPr>
                <p:cNvSpPr/>
                <p:nvPr/>
              </p:nvSpPr>
              <p:spPr>
                <a:xfrm>
                  <a:off x="8578242" y="4797185"/>
                  <a:ext cx="42955" cy="317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6840" h="17911" extrusionOk="0">
                      <a:moveTo>
                        <a:pt x="11926" y="1362"/>
                      </a:moveTo>
                      <a:cubicBezTo>
                        <a:pt x="11926" y="1362"/>
                        <a:pt x="-536" y="-2173"/>
                        <a:pt x="18" y="2147"/>
                      </a:cubicBezTo>
                      <a:cubicBezTo>
                        <a:pt x="572" y="6467"/>
                        <a:pt x="3618" y="8823"/>
                        <a:pt x="4726" y="13536"/>
                      </a:cubicBezTo>
                      <a:cubicBezTo>
                        <a:pt x="6110" y="18642"/>
                        <a:pt x="11372" y="19427"/>
                        <a:pt x="13310" y="15107"/>
                      </a:cubicBezTo>
                      <a:cubicBezTo>
                        <a:pt x="14972" y="10787"/>
                        <a:pt x="21064" y="1362"/>
                        <a:pt x="11926" y="136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defRPr sz="3200" cap="none" spc="0">
                      <a:solidFill>
                        <a:srgbClr val="FFFFFF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1600"/>
                </a:p>
              </p:txBody>
            </p:sp>
          </p:grpSp>
          <p:sp>
            <p:nvSpPr>
              <p:cNvPr id="699" name="TextBox 698">
                <a:extLst>
                  <a:ext uri="{FF2B5EF4-FFF2-40B4-BE49-F238E27FC236}">
                    <a16:creationId xmlns:a16="http://schemas.microsoft.com/office/drawing/2014/main" id="{8A2FDD94-9836-4674-BCAD-E54008170495}"/>
                  </a:ext>
                </a:extLst>
              </p:cNvPr>
              <p:cNvSpPr txBox="1"/>
              <p:nvPr/>
            </p:nvSpPr>
            <p:spPr>
              <a:xfrm>
                <a:off x="5218067" y="4537700"/>
                <a:ext cx="61427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10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</a:lstStyle>
              <a:p>
                <a:r>
                  <a:rPr lang="en-JM" altLang="en-US" dirty="0"/>
                  <a:t>CHINA</a:t>
                </a:r>
                <a:endParaRPr lang="id-ID" dirty="0"/>
              </a:p>
            </p:txBody>
          </p:sp>
        </p:grpSp>
        <p:grpSp>
          <p:nvGrpSpPr>
            <p:cNvPr id="714" name="Group 713">
              <a:extLst>
                <a:ext uri="{FF2B5EF4-FFF2-40B4-BE49-F238E27FC236}">
                  <a16:creationId xmlns:a16="http://schemas.microsoft.com/office/drawing/2014/main" id="{D13C19FA-8E26-4E37-B127-7B47448A4068}"/>
                </a:ext>
              </a:extLst>
            </p:cNvPr>
            <p:cNvGrpSpPr/>
            <p:nvPr/>
          </p:nvGrpSpPr>
          <p:grpSpPr>
            <a:xfrm>
              <a:off x="6620676" y="3147977"/>
              <a:ext cx="1575032" cy="1651333"/>
              <a:chOff x="6746801" y="3147977"/>
              <a:chExt cx="1575032" cy="1651333"/>
            </a:xfrm>
            <a:grpFill/>
          </p:grpSpPr>
          <p:sp>
            <p:nvSpPr>
              <p:cNvPr id="700" name="Freeform 5">
                <a:extLst>
                  <a:ext uri="{FF2B5EF4-FFF2-40B4-BE49-F238E27FC236}">
                    <a16:creationId xmlns:a16="http://schemas.microsoft.com/office/drawing/2014/main" id="{333267BA-52A0-4D4E-9B73-93D9069D53E2}"/>
                  </a:ext>
                </a:extLst>
              </p:cNvPr>
              <p:cNvSpPr/>
              <p:nvPr/>
            </p:nvSpPr>
            <p:spPr>
              <a:xfrm>
                <a:off x="6746801" y="3147977"/>
                <a:ext cx="1575032" cy="10972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736" y="3643"/>
                    </a:moveTo>
                    <a:cubicBezTo>
                      <a:pt x="19872" y="3643"/>
                      <a:pt x="19872" y="3643"/>
                      <a:pt x="19872" y="3643"/>
                    </a:cubicBezTo>
                    <a:cubicBezTo>
                      <a:pt x="19224" y="3383"/>
                      <a:pt x="19224" y="3383"/>
                      <a:pt x="19224" y="3383"/>
                    </a:cubicBezTo>
                    <a:cubicBezTo>
                      <a:pt x="18792" y="3383"/>
                      <a:pt x="18792" y="3383"/>
                      <a:pt x="18792" y="3383"/>
                    </a:cubicBezTo>
                    <a:cubicBezTo>
                      <a:pt x="18360" y="3123"/>
                      <a:pt x="18360" y="3123"/>
                      <a:pt x="18360" y="3123"/>
                    </a:cubicBezTo>
                    <a:cubicBezTo>
                      <a:pt x="17496" y="3123"/>
                      <a:pt x="17496" y="3123"/>
                      <a:pt x="17496" y="3123"/>
                    </a:cubicBezTo>
                    <a:cubicBezTo>
                      <a:pt x="17280" y="3643"/>
                      <a:pt x="17280" y="3643"/>
                      <a:pt x="17280" y="3643"/>
                    </a:cubicBezTo>
                    <a:cubicBezTo>
                      <a:pt x="17064" y="3383"/>
                      <a:pt x="17064" y="3383"/>
                      <a:pt x="17064" y="3383"/>
                    </a:cubicBezTo>
                    <a:cubicBezTo>
                      <a:pt x="16416" y="3383"/>
                      <a:pt x="16416" y="3383"/>
                      <a:pt x="16416" y="3383"/>
                    </a:cubicBezTo>
                    <a:cubicBezTo>
                      <a:pt x="15984" y="2863"/>
                      <a:pt x="15984" y="2863"/>
                      <a:pt x="15984" y="2863"/>
                    </a:cubicBezTo>
                    <a:cubicBezTo>
                      <a:pt x="15768" y="3123"/>
                      <a:pt x="15768" y="3123"/>
                      <a:pt x="15768" y="3123"/>
                    </a:cubicBezTo>
                    <a:cubicBezTo>
                      <a:pt x="15336" y="2602"/>
                      <a:pt x="15336" y="2602"/>
                      <a:pt x="15336" y="2602"/>
                    </a:cubicBezTo>
                    <a:cubicBezTo>
                      <a:pt x="14472" y="2342"/>
                      <a:pt x="14472" y="2342"/>
                      <a:pt x="14472" y="2342"/>
                    </a:cubicBezTo>
                    <a:cubicBezTo>
                      <a:pt x="14040" y="2342"/>
                      <a:pt x="14040" y="2342"/>
                      <a:pt x="14040" y="2342"/>
                    </a:cubicBezTo>
                    <a:cubicBezTo>
                      <a:pt x="14040" y="2082"/>
                      <a:pt x="14040" y="2082"/>
                      <a:pt x="14040" y="2082"/>
                    </a:cubicBezTo>
                    <a:cubicBezTo>
                      <a:pt x="14040" y="1561"/>
                      <a:pt x="14040" y="1561"/>
                      <a:pt x="14040" y="1561"/>
                    </a:cubicBezTo>
                    <a:cubicBezTo>
                      <a:pt x="13824" y="1561"/>
                      <a:pt x="13824" y="1561"/>
                      <a:pt x="13824" y="1561"/>
                    </a:cubicBezTo>
                    <a:cubicBezTo>
                      <a:pt x="13824" y="1301"/>
                      <a:pt x="13824" y="1301"/>
                      <a:pt x="13824" y="1301"/>
                    </a:cubicBezTo>
                    <a:cubicBezTo>
                      <a:pt x="13392" y="1301"/>
                      <a:pt x="13392" y="1301"/>
                      <a:pt x="13392" y="1301"/>
                    </a:cubicBezTo>
                    <a:cubicBezTo>
                      <a:pt x="13176" y="1301"/>
                      <a:pt x="13176" y="1301"/>
                      <a:pt x="13176" y="1301"/>
                    </a:cubicBezTo>
                    <a:cubicBezTo>
                      <a:pt x="12960" y="1301"/>
                      <a:pt x="12960" y="1301"/>
                      <a:pt x="12960" y="1301"/>
                    </a:cubicBezTo>
                    <a:cubicBezTo>
                      <a:pt x="12744" y="1561"/>
                      <a:pt x="12744" y="1561"/>
                      <a:pt x="12744" y="1561"/>
                    </a:cubicBezTo>
                    <a:cubicBezTo>
                      <a:pt x="11664" y="1041"/>
                      <a:pt x="11664" y="1041"/>
                      <a:pt x="11664" y="1041"/>
                    </a:cubicBezTo>
                    <a:cubicBezTo>
                      <a:pt x="11448" y="1041"/>
                      <a:pt x="11448" y="1041"/>
                      <a:pt x="11448" y="1041"/>
                    </a:cubicBezTo>
                    <a:cubicBezTo>
                      <a:pt x="11016" y="1301"/>
                      <a:pt x="11016" y="1301"/>
                      <a:pt x="11016" y="1301"/>
                    </a:cubicBezTo>
                    <a:cubicBezTo>
                      <a:pt x="10368" y="1301"/>
                      <a:pt x="10368" y="1301"/>
                      <a:pt x="10368" y="1301"/>
                    </a:cubicBezTo>
                    <a:cubicBezTo>
                      <a:pt x="10368" y="781"/>
                      <a:pt x="10368" y="781"/>
                      <a:pt x="10368" y="781"/>
                    </a:cubicBezTo>
                    <a:cubicBezTo>
                      <a:pt x="9504" y="781"/>
                      <a:pt x="9504" y="781"/>
                      <a:pt x="9504" y="781"/>
                    </a:cubicBezTo>
                    <a:cubicBezTo>
                      <a:pt x="8640" y="1301"/>
                      <a:pt x="8640" y="1301"/>
                      <a:pt x="8640" y="1301"/>
                    </a:cubicBezTo>
                    <a:cubicBezTo>
                      <a:pt x="7992" y="1041"/>
                      <a:pt x="7992" y="1041"/>
                      <a:pt x="7992" y="1041"/>
                    </a:cubicBezTo>
                    <a:cubicBezTo>
                      <a:pt x="6696" y="781"/>
                      <a:pt x="6696" y="781"/>
                      <a:pt x="6696" y="781"/>
                    </a:cubicBezTo>
                    <a:cubicBezTo>
                      <a:pt x="6264" y="520"/>
                      <a:pt x="6264" y="520"/>
                      <a:pt x="6264" y="520"/>
                    </a:cubicBezTo>
                    <a:cubicBezTo>
                      <a:pt x="6048" y="260"/>
                      <a:pt x="6048" y="260"/>
                      <a:pt x="6048" y="260"/>
                    </a:cubicBezTo>
                    <a:cubicBezTo>
                      <a:pt x="5400" y="520"/>
                      <a:pt x="5400" y="520"/>
                      <a:pt x="5400" y="520"/>
                    </a:cubicBezTo>
                    <a:cubicBezTo>
                      <a:pt x="4968" y="781"/>
                      <a:pt x="4968" y="781"/>
                      <a:pt x="4968" y="781"/>
                    </a:cubicBezTo>
                    <a:cubicBezTo>
                      <a:pt x="4536" y="520"/>
                      <a:pt x="4536" y="520"/>
                      <a:pt x="4536" y="520"/>
                    </a:cubicBezTo>
                    <a:cubicBezTo>
                      <a:pt x="4104" y="520"/>
                      <a:pt x="4104" y="520"/>
                      <a:pt x="4104" y="520"/>
                    </a:cubicBezTo>
                    <a:cubicBezTo>
                      <a:pt x="3888" y="781"/>
                      <a:pt x="3888" y="781"/>
                      <a:pt x="3888" y="781"/>
                    </a:cubicBezTo>
                    <a:cubicBezTo>
                      <a:pt x="3456" y="260"/>
                      <a:pt x="3456" y="260"/>
                      <a:pt x="3456" y="260"/>
                    </a:cubicBezTo>
                    <a:cubicBezTo>
                      <a:pt x="3024" y="0"/>
                      <a:pt x="3024" y="0"/>
                      <a:pt x="3024" y="0"/>
                    </a:cubicBezTo>
                    <a:cubicBezTo>
                      <a:pt x="2592" y="260"/>
                      <a:pt x="2592" y="260"/>
                      <a:pt x="2592" y="260"/>
                    </a:cubicBezTo>
                    <a:cubicBezTo>
                      <a:pt x="2592" y="260"/>
                      <a:pt x="2592" y="260"/>
                      <a:pt x="2592" y="260"/>
                    </a:cubicBezTo>
                    <a:cubicBezTo>
                      <a:pt x="1728" y="781"/>
                      <a:pt x="1728" y="781"/>
                      <a:pt x="1728" y="781"/>
                    </a:cubicBezTo>
                    <a:cubicBezTo>
                      <a:pt x="1944" y="1041"/>
                      <a:pt x="1944" y="1041"/>
                      <a:pt x="1944" y="1041"/>
                    </a:cubicBezTo>
                    <a:cubicBezTo>
                      <a:pt x="2160" y="1041"/>
                      <a:pt x="2160" y="1041"/>
                      <a:pt x="2160" y="1041"/>
                    </a:cubicBezTo>
                    <a:cubicBezTo>
                      <a:pt x="1728" y="1301"/>
                      <a:pt x="1728" y="1301"/>
                      <a:pt x="1728" y="1301"/>
                    </a:cubicBezTo>
                    <a:cubicBezTo>
                      <a:pt x="1296" y="1561"/>
                      <a:pt x="1296" y="1561"/>
                      <a:pt x="1296" y="1561"/>
                    </a:cubicBezTo>
                    <a:cubicBezTo>
                      <a:pt x="864" y="1301"/>
                      <a:pt x="864" y="1301"/>
                      <a:pt x="864" y="1301"/>
                    </a:cubicBezTo>
                    <a:cubicBezTo>
                      <a:pt x="216" y="1561"/>
                      <a:pt x="216" y="1561"/>
                      <a:pt x="216" y="1561"/>
                    </a:cubicBezTo>
                    <a:cubicBezTo>
                      <a:pt x="0" y="2082"/>
                      <a:pt x="0" y="2082"/>
                      <a:pt x="0" y="2082"/>
                    </a:cubicBezTo>
                    <a:cubicBezTo>
                      <a:pt x="216" y="2602"/>
                      <a:pt x="216" y="2602"/>
                      <a:pt x="216" y="2602"/>
                    </a:cubicBezTo>
                    <a:cubicBezTo>
                      <a:pt x="432" y="2602"/>
                      <a:pt x="432" y="2602"/>
                      <a:pt x="432" y="2602"/>
                    </a:cubicBezTo>
                    <a:cubicBezTo>
                      <a:pt x="432" y="2863"/>
                      <a:pt x="432" y="2863"/>
                      <a:pt x="432" y="2863"/>
                    </a:cubicBezTo>
                    <a:cubicBezTo>
                      <a:pt x="648" y="2863"/>
                      <a:pt x="648" y="2863"/>
                      <a:pt x="648" y="2863"/>
                    </a:cubicBezTo>
                    <a:cubicBezTo>
                      <a:pt x="432" y="3643"/>
                      <a:pt x="432" y="3643"/>
                      <a:pt x="432" y="3643"/>
                    </a:cubicBezTo>
                    <a:cubicBezTo>
                      <a:pt x="648" y="3643"/>
                      <a:pt x="648" y="3643"/>
                      <a:pt x="648" y="3643"/>
                    </a:cubicBezTo>
                    <a:cubicBezTo>
                      <a:pt x="864" y="3383"/>
                      <a:pt x="864" y="3383"/>
                      <a:pt x="864" y="3383"/>
                    </a:cubicBezTo>
                    <a:cubicBezTo>
                      <a:pt x="864" y="3643"/>
                      <a:pt x="864" y="3643"/>
                      <a:pt x="864" y="3643"/>
                    </a:cubicBezTo>
                    <a:cubicBezTo>
                      <a:pt x="1080" y="3904"/>
                      <a:pt x="1080" y="3904"/>
                      <a:pt x="1080" y="3904"/>
                    </a:cubicBezTo>
                    <a:cubicBezTo>
                      <a:pt x="864" y="4164"/>
                      <a:pt x="864" y="4164"/>
                      <a:pt x="864" y="4164"/>
                    </a:cubicBezTo>
                    <a:cubicBezTo>
                      <a:pt x="1080" y="4164"/>
                      <a:pt x="1080" y="4164"/>
                      <a:pt x="1080" y="4164"/>
                    </a:cubicBezTo>
                    <a:cubicBezTo>
                      <a:pt x="648" y="4684"/>
                      <a:pt x="648" y="4684"/>
                      <a:pt x="648" y="4684"/>
                    </a:cubicBezTo>
                    <a:cubicBezTo>
                      <a:pt x="648" y="4945"/>
                      <a:pt x="648" y="4945"/>
                      <a:pt x="648" y="4945"/>
                    </a:cubicBezTo>
                    <a:cubicBezTo>
                      <a:pt x="1512" y="4684"/>
                      <a:pt x="1512" y="4684"/>
                      <a:pt x="1512" y="4684"/>
                    </a:cubicBezTo>
                    <a:cubicBezTo>
                      <a:pt x="1944" y="4945"/>
                      <a:pt x="1944" y="4945"/>
                      <a:pt x="1944" y="4945"/>
                    </a:cubicBezTo>
                    <a:cubicBezTo>
                      <a:pt x="1728" y="5205"/>
                      <a:pt x="1728" y="5205"/>
                      <a:pt x="1728" y="5205"/>
                    </a:cubicBezTo>
                    <a:cubicBezTo>
                      <a:pt x="1944" y="5725"/>
                      <a:pt x="1944" y="5725"/>
                      <a:pt x="1944" y="5725"/>
                    </a:cubicBezTo>
                    <a:cubicBezTo>
                      <a:pt x="2592" y="5205"/>
                      <a:pt x="2592" y="5205"/>
                      <a:pt x="2592" y="5205"/>
                    </a:cubicBezTo>
                    <a:cubicBezTo>
                      <a:pt x="3672" y="5465"/>
                      <a:pt x="3672" y="5465"/>
                      <a:pt x="3672" y="5465"/>
                    </a:cubicBezTo>
                    <a:cubicBezTo>
                      <a:pt x="3888" y="5205"/>
                      <a:pt x="3888" y="5205"/>
                      <a:pt x="3888" y="5205"/>
                    </a:cubicBezTo>
                    <a:cubicBezTo>
                      <a:pt x="4968" y="5205"/>
                      <a:pt x="4968" y="5205"/>
                      <a:pt x="4968" y="5205"/>
                    </a:cubicBezTo>
                    <a:cubicBezTo>
                      <a:pt x="4968" y="5725"/>
                      <a:pt x="4968" y="5725"/>
                      <a:pt x="4968" y="5725"/>
                    </a:cubicBezTo>
                    <a:cubicBezTo>
                      <a:pt x="5400" y="6506"/>
                      <a:pt x="5400" y="6506"/>
                      <a:pt x="5400" y="6506"/>
                    </a:cubicBezTo>
                    <a:cubicBezTo>
                      <a:pt x="5184" y="7027"/>
                      <a:pt x="5184" y="7027"/>
                      <a:pt x="5184" y="7027"/>
                    </a:cubicBezTo>
                    <a:cubicBezTo>
                      <a:pt x="4968" y="7027"/>
                      <a:pt x="4968" y="7027"/>
                      <a:pt x="4968" y="7027"/>
                    </a:cubicBezTo>
                    <a:cubicBezTo>
                      <a:pt x="4320" y="7807"/>
                      <a:pt x="4320" y="7807"/>
                      <a:pt x="4320" y="7807"/>
                    </a:cubicBezTo>
                    <a:cubicBezTo>
                      <a:pt x="4320" y="8328"/>
                      <a:pt x="4320" y="8328"/>
                      <a:pt x="4320" y="8328"/>
                    </a:cubicBezTo>
                    <a:cubicBezTo>
                      <a:pt x="4320" y="9889"/>
                      <a:pt x="4320" y="9889"/>
                      <a:pt x="4320" y="9889"/>
                    </a:cubicBezTo>
                    <a:cubicBezTo>
                      <a:pt x="3888" y="10410"/>
                      <a:pt x="3888" y="10410"/>
                      <a:pt x="3888" y="10410"/>
                    </a:cubicBezTo>
                    <a:cubicBezTo>
                      <a:pt x="4104" y="10670"/>
                      <a:pt x="4104" y="10670"/>
                      <a:pt x="4104" y="10670"/>
                    </a:cubicBezTo>
                    <a:cubicBezTo>
                      <a:pt x="3672" y="11451"/>
                      <a:pt x="3672" y="11451"/>
                      <a:pt x="3672" y="11451"/>
                    </a:cubicBezTo>
                    <a:cubicBezTo>
                      <a:pt x="3456" y="11451"/>
                      <a:pt x="3456" y="11451"/>
                      <a:pt x="3456" y="11451"/>
                    </a:cubicBezTo>
                    <a:cubicBezTo>
                      <a:pt x="2808" y="11711"/>
                      <a:pt x="2808" y="11711"/>
                      <a:pt x="2808" y="11711"/>
                    </a:cubicBezTo>
                    <a:cubicBezTo>
                      <a:pt x="3456" y="12752"/>
                      <a:pt x="3456" y="12752"/>
                      <a:pt x="3456" y="12752"/>
                    </a:cubicBezTo>
                    <a:cubicBezTo>
                      <a:pt x="3888" y="13012"/>
                      <a:pt x="3888" y="13012"/>
                      <a:pt x="3888" y="13012"/>
                    </a:cubicBezTo>
                    <a:cubicBezTo>
                      <a:pt x="3888" y="14053"/>
                      <a:pt x="3888" y="14053"/>
                      <a:pt x="3888" y="14053"/>
                    </a:cubicBezTo>
                    <a:cubicBezTo>
                      <a:pt x="3240" y="14573"/>
                      <a:pt x="3240" y="14573"/>
                      <a:pt x="3240" y="14573"/>
                    </a:cubicBezTo>
                    <a:cubicBezTo>
                      <a:pt x="3456" y="15354"/>
                      <a:pt x="3456" y="15354"/>
                      <a:pt x="3456" y="15354"/>
                    </a:cubicBezTo>
                    <a:cubicBezTo>
                      <a:pt x="3888" y="15354"/>
                      <a:pt x="3888" y="15354"/>
                      <a:pt x="3888" y="15354"/>
                    </a:cubicBezTo>
                    <a:cubicBezTo>
                      <a:pt x="3888" y="15875"/>
                      <a:pt x="3888" y="15875"/>
                      <a:pt x="3888" y="15875"/>
                    </a:cubicBezTo>
                    <a:cubicBezTo>
                      <a:pt x="3456" y="16395"/>
                      <a:pt x="3456" y="16395"/>
                      <a:pt x="3456" y="16395"/>
                    </a:cubicBezTo>
                    <a:cubicBezTo>
                      <a:pt x="3024" y="17176"/>
                      <a:pt x="3024" y="17176"/>
                      <a:pt x="3024" y="17176"/>
                    </a:cubicBezTo>
                    <a:cubicBezTo>
                      <a:pt x="3240" y="17696"/>
                      <a:pt x="3240" y="17696"/>
                      <a:pt x="3240" y="17696"/>
                    </a:cubicBezTo>
                    <a:cubicBezTo>
                      <a:pt x="3240" y="18477"/>
                      <a:pt x="3240" y="18477"/>
                      <a:pt x="3240" y="18477"/>
                    </a:cubicBezTo>
                    <a:cubicBezTo>
                      <a:pt x="3672" y="18477"/>
                      <a:pt x="3672" y="18477"/>
                      <a:pt x="3672" y="18477"/>
                    </a:cubicBezTo>
                    <a:cubicBezTo>
                      <a:pt x="4104" y="18477"/>
                      <a:pt x="4104" y="18477"/>
                      <a:pt x="4104" y="18477"/>
                    </a:cubicBezTo>
                    <a:cubicBezTo>
                      <a:pt x="4968" y="19518"/>
                      <a:pt x="4968" y="19518"/>
                      <a:pt x="4968" y="19518"/>
                    </a:cubicBezTo>
                    <a:cubicBezTo>
                      <a:pt x="4752" y="19518"/>
                      <a:pt x="4752" y="19518"/>
                      <a:pt x="4752" y="19518"/>
                    </a:cubicBezTo>
                    <a:cubicBezTo>
                      <a:pt x="5184" y="20559"/>
                      <a:pt x="5184" y="20559"/>
                      <a:pt x="5184" y="20559"/>
                    </a:cubicBezTo>
                    <a:cubicBezTo>
                      <a:pt x="5832" y="21340"/>
                      <a:pt x="5832" y="21340"/>
                      <a:pt x="5832" y="21340"/>
                    </a:cubicBezTo>
                    <a:cubicBezTo>
                      <a:pt x="6480" y="21600"/>
                      <a:pt x="6480" y="21600"/>
                      <a:pt x="6480" y="21600"/>
                    </a:cubicBezTo>
                    <a:cubicBezTo>
                      <a:pt x="6912" y="21080"/>
                      <a:pt x="6912" y="21080"/>
                      <a:pt x="6912" y="21080"/>
                    </a:cubicBezTo>
                    <a:cubicBezTo>
                      <a:pt x="6912" y="20819"/>
                      <a:pt x="6912" y="20819"/>
                      <a:pt x="6912" y="20819"/>
                    </a:cubicBezTo>
                    <a:cubicBezTo>
                      <a:pt x="7344" y="20559"/>
                      <a:pt x="7344" y="20559"/>
                      <a:pt x="7344" y="20559"/>
                    </a:cubicBezTo>
                    <a:cubicBezTo>
                      <a:pt x="7992" y="20299"/>
                      <a:pt x="7992" y="20299"/>
                      <a:pt x="7992" y="20299"/>
                    </a:cubicBezTo>
                    <a:cubicBezTo>
                      <a:pt x="8640" y="19778"/>
                      <a:pt x="8640" y="19778"/>
                      <a:pt x="8640" y="19778"/>
                    </a:cubicBezTo>
                    <a:cubicBezTo>
                      <a:pt x="9288" y="19518"/>
                      <a:pt x="9288" y="19518"/>
                      <a:pt x="9288" y="19518"/>
                    </a:cubicBezTo>
                    <a:cubicBezTo>
                      <a:pt x="9504" y="19258"/>
                      <a:pt x="9504" y="19258"/>
                      <a:pt x="9504" y="19258"/>
                    </a:cubicBezTo>
                    <a:cubicBezTo>
                      <a:pt x="10368" y="19518"/>
                      <a:pt x="10368" y="19518"/>
                      <a:pt x="10368" y="19518"/>
                    </a:cubicBezTo>
                    <a:cubicBezTo>
                      <a:pt x="10800" y="19778"/>
                      <a:pt x="10800" y="19778"/>
                      <a:pt x="10800" y="19778"/>
                    </a:cubicBezTo>
                    <a:cubicBezTo>
                      <a:pt x="11016" y="19518"/>
                      <a:pt x="11016" y="19518"/>
                      <a:pt x="11016" y="19518"/>
                    </a:cubicBezTo>
                    <a:cubicBezTo>
                      <a:pt x="11232" y="19518"/>
                      <a:pt x="11232" y="19518"/>
                      <a:pt x="11232" y="19518"/>
                    </a:cubicBezTo>
                    <a:cubicBezTo>
                      <a:pt x="11664" y="19778"/>
                      <a:pt x="11664" y="19778"/>
                      <a:pt x="11664" y="19778"/>
                    </a:cubicBezTo>
                    <a:cubicBezTo>
                      <a:pt x="11880" y="19518"/>
                      <a:pt x="11880" y="19518"/>
                      <a:pt x="11880" y="19518"/>
                    </a:cubicBezTo>
                    <a:cubicBezTo>
                      <a:pt x="12096" y="18998"/>
                      <a:pt x="12096" y="18998"/>
                      <a:pt x="12096" y="18998"/>
                    </a:cubicBezTo>
                    <a:cubicBezTo>
                      <a:pt x="12528" y="19518"/>
                      <a:pt x="12528" y="19518"/>
                      <a:pt x="12528" y="19518"/>
                    </a:cubicBezTo>
                    <a:cubicBezTo>
                      <a:pt x="12960" y="19778"/>
                      <a:pt x="12960" y="19778"/>
                      <a:pt x="12960" y="19778"/>
                    </a:cubicBezTo>
                    <a:cubicBezTo>
                      <a:pt x="13392" y="18737"/>
                      <a:pt x="13392" y="18737"/>
                      <a:pt x="13392" y="18737"/>
                    </a:cubicBezTo>
                    <a:cubicBezTo>
                      <a:pt x="13392" y="18477"/>
                      <a:pt x="13392" y="18477"/>
                      <a:pt x="13392" y="18477"/>
                    </a:cubicBezTo>
                    <a:cubicBezTo>
                      <a:pt x="14472" y="17696"/>
                      <a:pt x="14472" y="17696"/>
                      <a:pt x="14472" y="17696"/>
                    </a:cubicBezTo>
                    <a:cubicBezTo>
                      <a:pt x="15120" y="17696"/>
                      <a:pt x="15120" y="17696"/>
                      <a:pt x="15120" y="17696"/>
                    </a:cubicBezTo>
                    <a:cubicBezTo>
                      <a:pt x="15336" y="17436"/>
                      <a:pt x="15336" y="17436"/>
                      <a:pt x="15336" y="17436"/>
                    </a:cubicBezTo>
                    <a:cubicBezTo>
                      <a:pt x="15120" y="17176"/>
                      <a:pt x="15120" y="17176"/>
                      <a:pt x="15120" y="17176"/>
                    </a:cubicBezTo>
                    <a:cubicBezTo>
                      <a:pt x="15120" y="16395"/>
                      <a:pt x="15120" y="16395"/>
                      <a:pt x="15120" y="16395"/>
                    </a:cubicBezTo>
                    <a:cubicBezTo>
                      <a:pt x="15768" y="15354"/>
                      <a:pt x="15768" y="15354"/>
                      <a:pt x="15768" y="15354"/>
                    </a:cubicBezTo>
                    <a:cubicBezTo>
                      <a:pt x="15768" y="14834"/>
                      <a:pt x="15768" y="14834"/>
                      <a:pt x="15768" y="14834"/>
                    </a:cubicBezTo>
                    <a:cubicBezTo>
                      <a:pt x="16416" y="14834"/>
                      <a:pt x="16416" y="14834"/>
                      <a:pt x="16416" y="14834"/>
                    </a:cubicBezTo>
                    <a:cubicBezTo>
                      <a:pt x="16848" y="14313"/>
                      <a:pt x="16848" y="14313"/>
                      <a:pt x="16848" y="14313"/>
                    </a:cubicBezTo>
                    <a:cubicBezTo>
                      <a:pt x="16416" y="13533"/>
                      <a:pt x="16416" y="13533"/>
                      <a:pt x="16416" y="13533"/>
                    </a:cubicBezTo>
                    <a:cubicBezTo>
                      <a:pt x="16200" y="13272"/>
                      <a:pt x="16200" y="13272"/>
                      <a:pt x="16200" y="13272"/>
                    </a:cubicBezTo>
                    <a:cubicBezTo>
                      <a:pt x="15984" y="12752"/>
                      <a:pt x="15984" y="12752"/>
                      <a:pt x="15984" y="12752"/>
                    </a:cubicBezTo>
                    <a:cubicBezTo>
                      <a:pt x="15768" y="12231"/>
                      <a:pt x="15768" y="12231"/>
                      <a:pt x="15768" y="12231"/>
                    </a:cubicBezTo>
                    <a:cubicBezTo>
                      <a:pt x="15984" y="11971"/>
                      <a:pt x="15984" y="11971"/>
                      <a:pt x="15984" y="11971"/>
                    </a:cubicBezTo>
                    <a:cubicBezTo>
                      <a:pt x="16632" y="10410"/>
                      <a:pt x="16632" y="10410"/>
                      <a:pt x="16632" y="10410"/>
                    </a:cubicBezTo>
                    <a:cubicBezTo>
                      <a:pt x="17064" y="10149"/>
                      <a:pt x="17064" y="10149"/>
                      <a:pt x="17064" y="10149"/>
                    </a:cubicBezTo>
                    <a:cubicBezTo>
                      <a:pt x="17496" y="9108"/>
                      <a:pt x="17496" y="9108"/>
                      <a:pt x="17496" y="9108"/>
                    </a:cubicBezTo>
                    <a:cubicBezTo>
                      <a:pt x="17712" y="9108"/>
                      <a:pt x="17712" y="9108"/>
                      <a:pt x="17712" y="9108"/>
                    </a:cubicBezTo>
                    <a:cubicBezTo>
                      <a:pt x="17712" y="9108"/>
                      <a:pt x="17712" y="9108"/>
                      <a:pt x="17712" y="9108"/>
                    </a:cubicBezTo>
                    <a:cubicBezTo>
                      <a:pt x="17712" y="9369"/>
                      <a:pt x="17712" y="9369"/>
                      <a:pt x="17712" y="9369"/>
                    </a:cubicBezTo>
                    <a:cubicBezTo>
                      <a:pt x="17928" y="9108"/>
                      <a:pt x="17928" y="9108"/>
                      <a:pt x="17928" y="9108"/>
                    </a:cubicBezTo>
                    <a:cubicBezTo>
                      <a:pt x="18144" y="8588"/>
                      <a:pt x="18144" y="8588"/>
                      <a:pt x="18144" y="8588"/>
                    </a:cubicBezTo>
                    <a:cubicBezTo>
                      <a:pt x="17928" y="8328"/>
                      <a:pt x="17928" y="8328"/>
                      <a:pt x="17928" y="8328"/>
                    </a:cubicBezTo>
                    <a:cubicBezTo>
                      <a:pt x="18360" y="8067"/>
                      <a:pt x="18360" y="8067"/>
                      <a:pt x="18360" y="8067"/>
                    </a:cubicBezTo>
                    <a:cubicBezTo>
                      <a:pt x="18792" y="7547"/>
                      <a:pt x="18792" y="7547"/>
                      <a:pt x="18792" y="7547"/>
                    </a:cubicBezTo>
                    <a:cubicBezTo>
                      <a:pt x="19656" y="7547"/>
                      <a:pt x="19656" y="7547"/>
                      <a:pt x="19656" y="7547"/>
                    </a:cubicBezTo>
                    <a:cubicBezTo>
                      <a:pt x="19656" y="7547"/>
                      <a:pt x="20088" y="7287"/>
                      <a:pt x="20088" y="7287"/>
                    </a:cubicBezTo>
                    <a:cubicBezTo>
                      <a:pt x="20304" y="7287"/>
                      <a:pt x="20520" y="6766"/>
                      <a:pt x="20520" y="6766"/>
                    </a:cubicBezTo>
                    <a:cubicBezTo>
                      <a:pt x="21168" y="6246"/>
                      <a:pt x="21168" y="6246"/>
                      <a:pt x="21168" y="6246"/>
                    </a:cubicBezTo>
                    <a:cubicBezTo>
                      <a:pt x="21384" y="5986"/>
                      <a:pt x="21384" y="5986"/>
                      <a:pt x="21384" y="5986"/>
                    </a:cubicBezTo>
                    <a:cubicBezTo>
                      <a:pt x="21384" y="5465"/>
                      <a:pt x="21384" y="5465"/>
                      <a:pt x="21384" y="5465"/>
                    </a:cubicBezTo>
                    <a:cubicBezTo>
                      <a:pt x="21384" y="4684"/>
                      <a:pt x="21384" y="4684"/>
                      <a:pt x="21384" y="4684"/>
                    </a:cubicBezTo>
                    <a:cubicBezTo>
                      <a:pt x="21600" y="4424"/>
                      <a:pt x="21600" y="4424"/>
                      <a:pt x="21600" y="4424"/>
                    </a:cubicBezTo>
                    <a:cubicBezTo>
                      <a:pt x="21600" y="4164"/>
                      <a:pt x="21600" y="4164"/>
                      <a:pt x="21600" y="4164"/>
                    </a:cubicBezTo>
                    <a:cubicBezTo>
                      <a:pt x="21384" y="4164"/>
                      <a:pt x="21384" y="4164"/>
                      <a:pt x="21384" y="4164"/>
                    </a:cubicBezTo>
                    <a:lnTo>
                      <a:pt x="20736" y="3643"/>
                    </a:lnTo>
                    <a:close/>
                  </a:path>
                </a:pathLst>
              </a:custGeom>
              <a:grpFill/>
              <a:ln w="12700">
                <a:noFill/>
                <a:miter lim="400000"/>
              </a:ln>
            </p:spPr>
            <p:txBody>
              <a:bodyPr lIns="45708" rIns="45708"/>
              <a:lstStyle/>
              <a:p>
                <a:endParaRPr b="1" dirty="0">
                  <a:latin typeface="Raleway SemiBold" panose="020B0503030101060003" pitchFamily="34" charset="77"/>
                </a:endParaRPr>
              </a:p>
            </p:txBody>
          </p:sp>
          <p:sp>
            <p:nvSpPr>
              <p:cNvPr id="701" name="TextBox 700">
                <a:extLst>
                  <a:ext uri="{FF2B5EF4-FFF2-40B4-BE49-F238E27FC236}">
                    <a16:creationId xmlns:a16="http://schemas.microsoft.com/office/drawing/2014/main" id="{A4EF87ED-AA24-42D0-A8B2-0F7E446561BB}"/>
                  </a:ext>
                </a:extLst>
              </p:cNvPr>
              <p:cNvSpPr txBox="1"/>
              <p:nvPr/>
            </p:nvSpPr>
            <p:spPr>
              <a:xfrm>
                <a:off x="7079461" y="4537700"/>
                <a:ext cx="54854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10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</a:lstStyle>
              <a:p>
                <a:r>
                  <a:rPr lang="en-JM" altLang="en-US" dirty="0"/>
                  <a:t>Spain</a:t>
                </a:r>
                <a:endParaRPr lang="id-ID" dirty="0"/>
              </a:p>
            </p:txBody>
          </p:sp>
        </p:grpSp>
        <p:grpSp>
          <p:nvGrpSpPr>
            <p:cNvPr id="713" name="Group 712">
              <a:extLst>
                <a:ext uri="{FF2B5EF4-FFF2-40B4-BE49-F238E27FC236}">
                  <a16:creationId xmlns:a16="http://schemas.microsoft.com/office/drawing/2014/main" id="{B92B6D28-CAE3-403E-B9B7-153C40B02946}"/>
                </a:ext>
              </a:extLst>
            </p:cNvPr>
            <p:cNvGrpSpPr/>
            <p:nvPr/>
          </p:nvGrpSpPr>
          <p:grpSpPr>
            <a:xfrm>
              <a:off x="8545890" y="3147977"/>
              <a:ext cx="1152574" cy="1651333"/>
              <a:chOff x="8680502" y="3147977"/>
              <a:chExt cx="1152574" cy="1651333"/>
            </a:xfrm>
            <a:grpFill/>
          </p:grpSpPr>
          <p:sp>
            <p:nvSpPr>
              <p:cNvPr id="702" name="Freeform 5">
                <a:extLst>
                  <a:ext uri="{FF2B5EF4-FFF2-40B4-BE49-F238E27FC236}">
                    <a16:creationId xmlns:a16="http://schemas.microsoft.com/office/drawing/2014/main" id="{6E6CC947-63A6-4B87-95BE-5FB1A76651B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80502" y="3147977"/>
                <a:ext cx="1152574" cy="10972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57" y="17100"/>
                    </a:moveTo>
                    <a:lnTo>
                      <a:pt x="20532" y="17100"/>
                    </a:lnTo>
                    <a:lnTo>
                      <a:pt x="19889" y="16650"/>
                    </a:lnTo>
                    <a:lnTo>
                      <a:pt x="19889" y="15525"/>
                    </a:lnTo>
                    <a:lnTo>
                      <a:pt x="19246" y="15075"/>
                    </a:lnTo>
                    <a:lnTo>
                      <a:pt x="20103" y="14625"/>
                    </a:lnTo>
                    <a:lnTo>
                      <a:pt x="20103" y="13950"/>
                    </a:lnTo>
                    <a:lnTo>
                      <a:pt x="19889" y="13725"/>
                    </a:lnTo>
                    <a:lnTo>
                      <a:pt x="19675" y="13275"/>
                    </a:lnTo>
                    <a:lnTo>
                      <a:pt x="19889" y="13050"/>
                    </a:lnTo>
                    <a:lnTo>
                      <a:pt x="19889" y="12600"/>
                    </a:lnTo>
                    <a:lnTo>
                      <a:pt x="19675" y="12600"/>
                    </a:lnTo>
                    <a:lnTo>
                      <a:pt x="19461" y="11925"/>
                    </a:lnTo>
                    <a:lnTo>
                      <a:pt x="19246" y="11700"/>
                    </a:lnTo>
                    <a:lnTo>
                      <a:pt x="18821" y="11700"/>
                    </a:lnTo>
                    <a:lnTo>
                      <a:pt x="18606" y="11925"/>
                    </a:lnTo>
                    <a:lnTo>
                      <a:pt x="18606" y="12375"/>
                    </a:lnTo>
                    <a:lnTo>
                      <a:pt x="18178" y="12600"/>
                    </a:lnTo>
                    <a:lnTo>
                      <a:pt x="17750" y="12600"/>
                    </a:lnTo>
                    <a:lnTo>
                      <a:pt x="17750" y="12150"/>
                    </a:lnTo>
                    <a:lnTo>
                      <a:pt x="18178" y="12150"/>
                    </a:lnTo>
                    <a:lnTo>
                      <a:pt x="18178" y="11700"/>
                    </a:lnTo>
                    <a:lnTo>
                      <a:pt x="18392" y="11025"/>
                    </a:lnTo>
                    <a:lnTo>
                      <a:pt x="18821" y="10350"/>
                    </a:lnTo>
                    <a:lnTo>
                      <a:pt x="19035" y="10125"/>
                    </a:lnTo>
                    <a:lnTo>
                      <a:pt x="19461" y="9675"/>
                    </a:lnTo>
                    <a:lnTo>
                      <a:pt x="19889" y="9450"/>
                    </a:lnTo>
                    <a:lnTo>
                      <a:pt x="19675" y="9225"/>
                    </a:lnTo>
                    <a:lnTo>
                      <a:pt x="19246" y="9000"/>
                    </a:lnTo>
                    <a:lnTo>
                      <a:pt x="19675" y="8550"/>
                    </a:lnTo>
                    <a:lnTo>
                      <a:pt x="20103" y="8550"/>
                    </a:lnTo>
                    <a:lnTo>
                      <a:pt x="20103" y="8775"/>
                    </a:lnTo>
                    <a:lnTo>
                      <a:pt x="20532" y="9000"/>
                    </a:lnTo>
                    <a:lnTo>
                      <a:pt x="21172" y="8775"/>
                    </a:lnTo>
                    <a:lnTo>
                      <a:pt x="20957" y="8325"/>
                    </a:lnTo>
                    <a:lnTo>
                      <a:pt x="20532" y="8100"/>
                    </a:lnTo>
                    <a:lnTo>
                      <a:pt x="20532" y="7425"/>
                    </a:lnTo>
                    <a:lnTo>
                      <a:pt x="20746" y="6750"/>
                    </a:lnTo>
                    <a:lnTo>
                      <a:pt x="20957" y="6525"/>
                    </a:lnTo>
                    <a:lnTo>
                      <a:pt x="20957" y="6300"/>
                    </a:lnTo>
                    <a:lnTo>
                      <a:pt x="21172" y="5625"/>
                    </a:lnTo>
                    <a:lnTo>
                      <a:pt x="21600" y="5175"/>
                    </a:lnTo>
                    <a:lnTo>
                      <a:pt x="21172" y="4950"/>
                    </a:lnTo>
                    <a:lnTo>
                      <a:pt x="20957" y="4950"/>
                    </a:lnTo>
                    <a:lnTo>
                      <a:pt x="20532" y="4725"/>
                    </a:lnTo>
                    <a:lnTo>
                      <a:pt x="20103" y="4950"/>
                    </a:lnTo>
                    <a:lnTo>
                      <a:pt x="19889" y="4725"/>
                    </a:lnTo>
                    <a:lnTo>
                      <a:pt x="19461" y="4725"/>
                    </a:lnTo>
                    <a:lnTo>
                      <a:pt x="19246" y="4950"/>
                    </a:lnTo>
                    <a:lnTo>
                      <a:pt x="18821" y="4500"/>
                    </a:lnTo>
                    <a:lnTo>
                      <a:pt x="18821" y="4275"/>
                    </a:lnTo>
                    <a:lnTo>
                      <a:pt x="18606" y="4050"/>
                    </a:lnTo>
                    <a:lnTo>
                      <a:pt x="17750" y="4050"/>
                    </a:lnTo>
                    <a:lnTo>
                      <a:pt x="17535" y="3600"/>
                    </a:lnTo>
                    <a:lnTo>
                      <a:pt x="17324" y="3600"/>
                    </a:lnTo>
                    <a:lnTo>
                      <a:pt x="17110" y="3825"/>
                    </a:lnTo>
                    <a:lnTo>
                      <a:pt x="16681" y="3600"/>
                    </a:lnTo>
                    <a:lnTo>
                      <a:pt x="16467" y="3600"/>
                    </a:lnTo>
                    <a:lnTo>
                      <a:pt x="16039" y="2925"/>
                    </a:lnTo>
                    <a:lnTo>
                      <a:pt x="15827" y="2925"/>
                    </a:lnTo>
                    <a:lnTo>
                      <a:pt x="15613" y="2700"/>
                    </a:lnTo>
                    <a:lnTo>
                      <a:pt x="14756" y="2700"/>
                    </a:lnTo>
                    <a:lnTo>
                      <a:pt x="14756" y="2025"/>
                    </a:lnTo>
                    <a:lnTo>
                      <a:pt x="14542" y="2025"/>
                    </a:lnTo>
                    <a:lnTo>
                      <a:pt x="14116" y="1800"/>
                    </a:lnTo>
                    <a:lnTo>
                      <a:pt x="13902" y="1800"/>
                    </a:lnTo>
                    <a:lnTo>
                      <a:pt x="13474" y="1350"/>
                    </a:lnTo>
                    <a:lnTo>
                      <a:pt x="13474" y="900"/>
                    </a:lnTo>
                    <a:lnTo>
                      <a:pt x="13045" y="675"/>
                    </a:lnTo>
                    <a:lnTo>
                      <a:pt x="12831" y="0"/>
                    </a:lnTo>
                    <a:lnTo>
                      <a:pt x="12617" y="0"/>
                    </a:lnTo>
                    <a:lnTo>
                      <a:pt x="11977" y="225"/>
                    </a:lnTo>
                    <a:lnTo>
                      <a:pt x="11763" y="225"/>
                    </a:lnTo>
                    <a:lnTo>
                      <a:pt x="11120" y="450"/>
                    </a:lnTo>
                    <a:lnTo>
                      <a:pt x="11120" y="2025"/>
                    </a:lnTo>
                    <a:lnTo>
                      <a:pt x="10480" y="2700"/>
                    </a:lnTo>
                    <a:lnTo>
                      <a:pt x="10480" y="2925"/>
                    </a:lnTo>
                    <a:lnTo>
                      <a:pt x="9837" y="2925"/>
                    </a:lnTo>
                    <a:lnTo>
                      <a:pt x="9623" y="3150"/>
                    </a:lnTo>
                    <a:lnTo>
                      <a:pt x="9197" y="2925"/>
                    </a:lnTo>
                    <a:lnTo>
                      <a:pt x="8555" y="3375"/>
                    </a:lnTo>
                    <a:lnTo>
                      <a:pt x="8341" y="3600"/>
                    </a:lnTo>
                    <a:lnTo>
                      <a:pt x="8769" y="4050"/>
                    </a:lnTo>
                    <a:lnTo>
                      <a:pt x="7912" y="4500"/>
                    </a:lnTo>
                    <a:lnTo>
                      <a:pt x="7058" y="4275"/>
                    </a:lnTo>
                    <a:lnTo>
                      <a:pt x="6415" y="4275"/>
                    </a:lnTo>
                    <a:lnTo>
                      <a:pt x="6415" y="4050"/>
                    </a:lnTo>
                    <a:lnTo>
                      <a:pt x="6201" y="3825"/>
                    </a:lnTo>
                    <a:lnTo>
                      <a:pt x="6201" y="3600"/>
                    </a:lnTo>
                    <a:lnTo>
                      <a:pt x="5987" y="3375"/>
                    </a:lnTo>
                    <a:lnTo>
                      <a:pt x="5561" y="3600"/>
                    </a:lnTo>
                    <a:lnTo>
                      <a:pt x="5133" y="3600"/>
                    </a:lnTo>
                    <a:lnTo>
                      <a:pt x="4919" y="3375"/>
                    </a:lnTo>
                    <a:lnTo>
                      <a:pt x="5133" y="3825"/>
                    </a:lnTo>
                    <a:lnTo>
                      <a:pt x="5133" y="4050"/>
                    </a:lnTo>
                    <a:lnTo>
                      <a:pt x="5776" y="4725"/>
                    </a:lnTo>
                    <a:lnTo>
                      <a:pt x="5561" y="4950"/>
                    </a:lnTo>
                    <a:lnTo>
                      <a:pt x="5776" y="5175"/>
                    </a:lnTo>
                    <a:lnTo>
                      <a:pt x="5561" y="5400"/>
                    </a:lnTo>
                    <a:lnTo>
                      <a:pt x="5776" y="5850"/>
                    </a:lnTo>
                    <a:lnTo>
                      <a:pt x="5776" y="6075"/>
                    </a:lnTo>
                    <a:lnTo>
                      <a:pt x="4276" y="6075"/>
                    </a:lnTo>
                    <a:lnTo>
                      <a:pt x="3850" y="6300"/>
                    </a:lnTo>
                    <a:lnTo>
                      <a:pt x="3208" y="5625"/>
                    </a:lnTo>
                    <a:lnTo>
                      <a:pt x="2568" y="5625"/>
                    </a:lnTo>
                    <a:lnTo>
                      <a:pt x="2139" y="6075"/>
                    </a:lnTo>
                    <a:lnTo>
                      <a:pt x="1925" y="5850"/>
                    </a:lnTo>
                    <a:lnTo>
                      <a:pt x="1711" y="6075"/>
                    </a:lnTo>
                    <a:lnTo>
                      <a:pt x="1497" y="5850"/>
                    </a:lnTo>
                    <a:lnTo>
                      <a:pt x="1068" y="6075"/>
                    </a:lnTo>
                    <a:lnTo>
                      <a:pt x="857" y="6300"/>
                    </a:lnTo>
                    <a:lnTo>
                      <a:pt x="428" y="6300"/>
                    </a:lnTo>
                    <a:lnTo>
                      <a:pt x="0" y="6525"/>
                    </a:lnTo>
                    <a:lnTo>
                      <a:pt x="214" y="6975"/>
                    </a:lnTo>
                    <a:lnTo>
                      <a:pt x="643" y="6750"/>
                    </a:lnTo>
                    <a:lnTo>
                      <a:pt x="857" y="6750"/>
                    </a:lnTo>
                    <a:lnTo>
                      <a:pt x="1068" y="6975"/>
                    </a:lnTo>
                    <a:lnTo>
                      <a:pt x="428" y="6975"/>
                    </a:lnTo>
                    <a:lnTo>
                      <a:pt x="643" y="7425"/>
                    </a:lnTo>
                    <a:lnTo>
                      <a:pt x="643" y="6975"/>
                    </a:lnTo>
                    <a:lnTo>
                      <a:pt x="857" y="7200"/>
                    </a:lnTo>
                    <a:lnTo>
                      <a:pt x="857" y="7425"/>
                    </a:lnTo>
                    <a:lnTo>
                      <a:pt x="643" y="7425"/>
                    </a:lnTo>
                    <a:lnTo>
                      <a:pt x="428" y="7650"/>
                    </a:lnTo>
                    <a:lnTo>
                      <a:pt x="643" y="7650"/>
                    </a:lnTo>
                    <a:lnTo>
                      <a:pt x="857" y="8100"/>
                    </a:lnTo>
                    <a:lnTo>
                      <a:pt x="857" y="8325"/>
                    </a:lnTo>
                    <a:lnTo>
                      <a:pt x="1283" y="8100"/>
                    </a:lnTo>
                    <a:lnTo>
                      <a:pt x="1711" y="8100"/>
                    </a:lnTo>
                    <a:lnTo>
                      <a:pt x="2354" y="8325"/>
                    </a:lnTo>
                    <a:lnTo>
                      <a:pt x="2354" y="8550"/>
                    </a:lnTo>
                    <a:lnTo>
                      <a:pt x="2779" y="8550"/>
                    </a:lnTo>
                    <a:lnTo>
                      <a:pt x="2994" y="9000"/>
                    </a:lnTo>
                    <a:lnTo>
                      <a:pt x="3422" y="8550"/>
                    </a:lnTo>
                    <a:lnTo>
                      <a:pt x="3636" y="8550"/>
                    </a:lnTo>
                    <a:lnTo>
                      <a:pt x="3422" y="8775"/>
                    </a:lnTo>
                    <a:lnTo>
                      <a:pt x="3636" y="9000"/>
                    </a:lnTo>
                    <a:lnTo>
                      <a:pt x="3850" y="8775"/>
                    </a:lnTo>
                    <a:lnTo>
                      <a:pt x="4065" y="9000"/>
                    </a:lnTo>
                    <a:lnTo>
                      <a:pt x="4065" y="9675"/>
                    </a:lnTo>
                    <a:lnTo>
                      <a:pt x="4276" y="9675"/>
                    </a:lnTo>
                    <a:lnTo>
                      <a:pt x="4704" y="9450"/>
                    </a:lnTo>
                    <a:lnTo>
                      <a:pt x="5133" y="9450"/>
                    </a:lnTo>
                    <a:lnTo>
                      <a:pt x="5347" y="9900"/>
                    </a:lnTo>
                    <a:lnTo>
                      <a:pt x="5133" y="9675"/>
                    </a:lnTo>
                    <a:lnTo>
                      <a:pt x="4704" y="9675"/>
                    </a:lnTo>
                    <a:lnTo>
                      <a:pt x="4490" y="9900"/>
                    </a:lnTo>
                    <a:lnTo>
                      <a:pt x="4704" y="10125"/>
                    </a:lnTo>
                    <a:lnTo>
                      <a:pt x="4704" y="10575"/>
                    </a:lnTo>
                    <a:lnTo>
                      <a:pt x="4490" y="10800"/>
                    </a:lnTo>
                    <a:lnTo>
                      <a:pt x="4704" y="11025"/>
                    </a:lnTo>
                    <a:lnTo>
                      <a:pt x="4919" y="11025"/>
                    </a:lnTo>
                    <a:lnTo>
                      <a:pt x="5347" y="11700"/>
                    </a:lnTo>
                    <a:lnTo>
                      <a:pt x="5987" y="11700"/>
                    </a:lnTo>
                    <a:lnTo>
                      <a:pt x="6415" y="12150"/>
                    </a:lnTo>
                    <a:lnTo>
                      <a:pt x="6415" y="13050"/>
                    </a:lnTo>
                    <a:lnTo>
                      <a:pt x="6201" y="13050"/>
                    </a:lnTo>
                    <a:lnTo>
                      <a:pt x="6201" y="13500"/>
                    </a:lnTo>
                    <a:lnTo>
                      <a:pt x="6415" y="13500"/>
                    </a:lnTo>
                    <a:lnTo>
                      <a:pt x="7058" y="13950"/>
                    </a:lnTo>
                    <a:lnTo>
                      <a:pt x="7487" y="15075"/>
                    </a:lnTo>
                    <a:lnTo>
                      <a:pt x="7058" y="14625"/>
                    </a:lnTo>
                    <a:lnTo>
                      <a:pt x="6844" y="14175"/>
                    </a:lnTo>
                    <a:lnTo>
                      <a:pt x="6415" y="13950"/>
                    </a:lnTo>
                    <a:lnTo>
                      <a:pt x="6415" y="14175"/>
                    </a:lnTo>
                    <a:lnTo>
                      <a:pt x="6201" y="15075"/>
                    </a:lnTo>
                    <a:lnTo>
                      <a:pt x="6201" y="15750"/>
                    </a:lnTo>
                    <a:lnTo>
                      <a:pt x="6415" y="15975"/>
                    </a:lnTo>
                    <a:lnTo>
                      <a:pt x="6201" y="16200"/>
                    </a:lnTo>
                    <a:lnTo>
                      <a:pt x="6201" y="17550"/>
                    </a:lnTo>
                    <a:lnTo>
                      <a:pt x="5776" y="18675"/>
                    </a:lnTo>
                    <a:lnTo>
                      <a:pt x="5347" y="19125"/>
                    </a:lnTo>
                    <a:lnTo>
                      <a:pt x="5776" y="19125"/>
                    </a:lnTo>
                    <a:lnTo>
                      <a:pt x="5776" y="19350"/>
                    </a:lnTo>
                    <a:lnTo>
                      <a:pt x="5987" y="19350"/>
                    </a:lnTo>
                    <a:lnTo>
                      <a:pt x="5987" y="20025"/>
                    </a:lnTo>
                    <a:lnTo>
                      <a:pt x="6415" y="20025"/>
                    </a:lnTo>
                    <a:lnTo>
                      <a:pt x="7272" y="20250"/>
                    </a:lnTo>
                    <a:lnTo>
                      <a:pt x="7698" y="20700"/>
                    </a:lnTo>
                    <a:lnTo>
                      <a:pt x="7912" y="20475"/>
                    </a:lnTo>
                    <a:lnTo>
                      <a:pt x="8341" y="20925"/>
                    </a:lnTo>
                    <a:lnTo>
                      <a:pt x="8983" y="20925"/>
                    </a:lnTo>
                    <a:lnTo>
                      <a:pt x="9197" y="21150"/>
                    </a:lnTo>
                    <a:lnTo>
                      <a:pt x="9409" y="20700"/>
                    </a:lnTo>
                    <a:lnTo>
                      <a:pt x="10266" y="20700"/>
                    </a:lnTo>
                    <a:lnTo>
                      <a:pt x="10694" y="20925"/>
                    </a:lnTo>
                    <a:lnTo>
                      <a:pt x="11120" y="20925"/>
                    </a:lnTo>
                    <a:lnTo>
                      <a:pt x="11763" y="21150"/>
                    </a:lnTo>
                    <a:lnTo>
                      <a:pt x="12617" y="21150"/>
                    </a:lnTo>
                    <a:lnTo>
                      <a:pt x="13259" y="21600"/>
                    </a:lnTo>
                    <a:lnTo>
                      <a:pt x="13474" y="21600"/>
                    </a:lnTo>
                    <a:lnTo>
                      <a:pt x="13474" y="21375"/>
                    </a:lnTo>
                    <a:lnTo>
                      <a:pt x="13259" y="20700"/>
                    </a:lnTo>
                    <a:lnTo>
                      <a:pt x="13474" y="20025"/>
                    </a:lnTo>
                    <a:lnTo>
                      <a:pt x="13474" y="19800"/>
                    </a:lnTo>
                    <a:lnTo>
                      <a:pt x="13902" y="19350"/>
                    </a:lnTo>
                    <a:lnTo>
                      <a:pt x="14542" y="18675"/>
                    </a:lnTo>
                    <a:lnTo>
                      <a:pt x="14756" y="18675"/>
                    </a:lnTo>
                    <a:lnTo>
                      <a:pt x="14970" y="18900"/>
                    </a:lnTo>
                    <a:lnTo>
                      <a:pt x="15399" y="18900"/>
                    </a:lnTo>
                    <a:lnTo>
                      <a:pt x="15827" y="19125"/>
                    </a:lnTo>
                    <a:lnTo>
                      <a:pt x="16253" y="19125"/>
                    </a:lnTo>
                    <a:lnTo>
                      <a:pt x="16467" y="18900"/>
                    </a:lnTo>
                    <a:lnTo>
                      <a:pt x="16681" y="18900"/>
                    </a:lnTo>
                    <a:lnTo>
                      <a:pt x="17964" y="19575"/>
                    </a:lnTo>
                    <a:lnTo>
                      <a:pt x="18178" y="20025"/>
                    </a:lnTo>
                    <a:lnTo>
                      <a:pt x="19035" y="20025"/>
                    </a:lnTo>
                    <a:lnTo>
                      <a:pt x="19461" y="19575"/>
                    </a:lnTo>
                    <a:lnTo>
                      <a:pt x="19461" y="19350"/>
                    </a:lnTo>
                    <a:lnTo>
                      <a:pt x="19675" y="19125"/>
                    </a:lnTo>
                    <a:lnTo>
                      <a:pt x="20957" y="18000"/>
                    </a:lnTo>
                    <a:lnTo>
                      <a:pt x="20746" y="17550"/>
                    </a:lnTo>
                    <a:lnTo>
                      <a:pt x="20957" y="17100"/>
                    </a:lnTo>
                    <a:close/>
                  </a:path>
                </a:pathLst>
              </a:custGeom>
              <a:grpFill/>
              <a:ln w="12700">
                <a:noFill/>
                <a:miter lim="400000"/>
              </a:ln>
            </p:spPr>
            <p:txBody>
              <a:bodyPr lIns="45708" rIns="45708"/>
              <a:lstStyle/>
              <a:p>
                <a:endParaRPr b="1" dirty="0">
                  <a:latin typeface="Raleway SemiBold" panose="020B0503030101060003" pitchFamily="34" charset="77"/>
                </a:endParaRPr>
              </a:p>
            </p:txBody>
          </p:sp>
          <p:sp>
            <p:nvSpPr>
              <p:cNvPr id="703" name="TextBox 702">
                <a:extLst>
                  <a:ext uri="{FF2B5EF4-FFF2-40B4-BE49-F238E27FC236}">
                    <a16:creationId xmlns:a16="http://schemas.microsoft.com/office/drawing/2014/main" id="{C22BE895-1875-4A97-8B23-540D556B6778}"/>
                  </a:ext>
                </a:extLst>
              </p:cNvPr>
              <p:cNvSpPr txBox="1"/>
              <p:nvPr/>
            </p:nvSpPr>
            <p:spPr>
              <a:xfrm>
                <a:off x="9025855" y="4537700"/>
                <a:ext cx="70724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10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</a:lstStyle>
              <a:p>
                <a:r>
                  <a:rPr lang="en-US" dirty="0"/>
                  <a:t>FRANCE</a:t>
                </a:r>
                <a:endParaRPr lang="id-ID" dirty="0"/>
              </a:p>
            </p:txBody>
          </p:sp>
        </p:grpSp>
        <p:grpSp>
          <p:nvGrpSpPr>
            <p:cNvPr id="712" name="Group 711">
              <a:extLst>
                <a:ext uri="{FF2B5EF4-FFF2-40B4-BE49-F238E27FC236}">
                  <a16:creationId xmlns:a16="http://schemas.microsoft.com/office/drawing/2014/main" id="{AC903180-E415-4C15-8452-2338EA345922}"/>
                </a:ext>
              </a:extLst>
            </p:cNvPr>
            <p:cNvGrpSpPr/>
            <p:nvPr/>
          </p:nvGrpSpPr>
          <p:grpSpPr>
            <a:xfrm>
              <a:off x="10406705" y="3251601"/>
              <a:ext cx="853119" cy="1547709"/>
              <a:chOff x="10406705" y="3251601"/>
              <a:chExt cx="853119" cy="1547709"/>
            </a:xfrm>
            <a:grpFill/>
          </p:grpSpPr>
          <p:sp>
            <p:nvSpPr>
              <p:cNvPr id="710" name="Freeform 5">
                <a:extLst>
                  <a:ext uri="{FF2B5EF4-FFF2-40B4-BE49-F238E27FC236}">
                    <a16:creationId xmlns:a16="http://schemas.microsoft.com/office/drawing/2014/main" id="{33759371-1CE4-4F29-9329-A23E21C6E1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454325" y="3251601"/>
                <a:ext cx="763677" cy="9144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255" y="5647"/>
                    </a:moveTo>
                    <a:lnTo>
                      <a:pt x="3255" y="5891"/>
                    </a:lnTo>
                    <a:lnTo>
                      <a:pt x="2959" y="6135"/>
                    </a:lnTo>
                    <a:lnTo>
                      <a:pt x="2959" y="6626"/>
                    </a:lnTo>
                    <a:lnTo>
                      <a:pt x="2663" y="6874"/>
                    </a:lnTo>
                    <a:lnTo>
                      <a:pt x="2072" y="6626"/>
                    </a:lnTo>
                    <a:lnTo>
                      <a:pt x="1776" y="7118"/>
                    </a:lnTo>
                    <a:lnTo>
                      <a:pt x="2072" y="7365"/>
                    </a:lnTo>
                    <a:lnTo>
                      <a:pt x="2663" y="7365"/>
                    </a:lnTo>
                    <a:lnTo>
                      <a:pt x="2959" y="7609"/>
                    </a:lnTo>
                    <a:lnTo>
                      <a:pt x="2663" y="7856"/>
                    </a:lnTo>
                    <a:lnTo>
                      <a:pt x="2663" y="8347"/>
                    </a:lnTo>
                    <a:lnTo>
                      <a:pt x="2368" y="8591"/>
                    </a:lnTo>
                    <a:lnTo>
                      <a:pt x="2663" y="8838"/>
                    </a:lnTo>
                    <a:lnTo>
                      <a:pt x="2072" y="9082"/>
                    </a:lnTo>
                    <a:lnTo>
                      <a:pt x="888" y="9082"/>
                    </a:lnTo>
                    <a:lnTo>
                      <a:pt x="592" y="9574"/>
                    </a:lnTo>
                    <a:lnTo>
                      <a:pt x="296" y="9818"/>
                    </a:lnTo>
                    <a:lnTo>
                      <a:pt x="296" y="11291"/>
                    </a:lnTo>
                    <a:lnTo>
                      <a:pt x="0" y="11782"/>
                    </a:lnTo>
                    <a:lnTo>
                      <a:pt x="0" y="12026"/>
                    </a:lnTo>
                    <a:lnTo>
                      <a:pt x="296" y="12765"/>
                    </a:lnTo>
                    <a:lnTo>
                      <a:pt x="296" y="13009"/>
                    </a:lnTo>
                    <a:lnTo>
                      <a:pt x="592" y="13500"/>
                    </a:lnTo>
                    <a:lnTo>
                      <a:pt x="296" y="13991"/>
                    </a:lnTo>
                    <a:lnTo>
                      <a:pt x="1184" y="14730"/>
                    </a:lnTo>
                    <a:lnTo>
                      <a:pt x="1184" y="14974"/>
                    </a:lnTo>
                    <a:lnTo>
                      <a:pt x="1480" y="15218"/>
                    </a:lnTo>
                    <a:lnTo>
                      <a:pt x="1480" y="15956"/>
                    </a:lnTo>
                    <a:lnTo>
                      <a:pt x="1776" y="16200"/>
                    </a:lnTo>
                    <a:lnTo>
                      <a:pt x="1776" y="16447"/>
                    </a:lnTo>
                    <a:lnTo>
                      <a:pt x="2368" y="16938"/>
                    </a:lnTo>
                    <a:lnTo>
                      <a:pt x="2663" y="16691"/>
                    </a:lnTo>
                    <a:lnTo>
                      <a:pt x="3255" y="16691"/>
                    </a:lnTo>
                    <a:lnTo>
                      <a:pt x="3551" y="16938"/>
                    </a:lnTo>
                    <a:lnTo>
                      <a:pt x="4143" y="16691"/>
                    </a:lnTo>
                    <a:lnTo>
                      <a:pt x="4735" y="16938"/>
                    </a:lnTo>
                    <a:lnTo>
                      <a:pt x="5031" y="16938"/>
                    </a:lnTo>
                    <a:lnTo>
                      <a:pt x="5623" y="17182"/>
                    </a:lnTo>
                    <a:lnTo>
                      <a:pt x="5031" y="17674"/>
                    </a:lnTo>
                    <a:lnTo>
                      <a:pt x="4735" y="18409"/>
                    </a:lnTo>
                    <a:lnTo>
                      <a:pt x="4735" y="18656"/>
                    </a:lnTo>
                    <a:lnTo>
                      <a:pt x="4439" y="18900"/>
                    </a:lnTo>
                    <a:lnTo>
                      <a:pt x="4143" y="19638"/>
                    </a:lnTo>
                    <a:lnTo>
                      <a:pt x="4143" y="20374"/>
                    </a:lnTo>
                    <a:lnTo>
                      <a:pt x="4735" y="20621"/>
                    </a:lnTo>
                    <a:lnTo>
                      <a:pt x="5031" y="21109"/>
                    </a:lnTo>
                    <a:lnTo>
                      <a:pt x="4735" y="21109"/>
                    </a:lnTo>
                    <a:lnTo>
                      <a:pt x="5327" y="21109"/>
                    </a:lnTo>
                    <a:lnTo>
                      <a:pt x="5919" y="20865"/>
                    </a:lnTo>
                    <a:lnTo>
                      <a:pt x="6511" y="21109"/>
                    </a:lnTo>
                    <a:lnTo>
                      <a:pt x="6511" y="20621"/>
                    </a:lnTo>
                    <a:lnTo>
                      <a:pt x="7103" y="20374"/>
                    </a:lnTo>
                    <a:lnTo>
                      <a:pt x="7399" y="20865"/>
                    </a:lnTo>
                    <a:lnTo>
                      <a:pt x="7694" y="20865"/>
                    </a:lnTo>
                    <a:lnTo>
                      <a:pt x="7990" y="20621"/>
                    </a:lnTo>
                    <a:lnTo>
                      <a:pt x="8286" y="20621"/>
                    </a:lnTo>
                    <a:lnTo>
                      <a:pt x="8878" y="21109"/>
                    </a:lnTo>
                    <a:lnTo>
                      <a:pt x="9174" y="21356"/>
                    </a:lnTo>
                    <a:lnTo>
                      <a:pt x="9470" y="21109"/>
                    </a:lnTo>
                    <a:lnTo>
                      <a:pt x="10062" y="21109"/>
                    </a:lnTo>
                    <a:lnTo>
                      <a:pt x="10358" y="21356"/>
                    </a:lnTo>
                    <a:lnTo>
                      <a:pt x="10950" y="21600"/>
                    </a:lnTo>
                    <a:lnTo>
                      <a:pt x="11242" y="21356"/>
                    </a:lnTo>
                    <a:lnTo>
                      <a:pt x="11242" y="21109"/>
                    </a:lnTo>
                    <a:lnTo>
                      <a:pt x="11834" y="20865"/>
                    </a:lnTo>
                    <a:lnTo>
                      <a:pt x="12722" y="21109"/>
                    </a:lnTo>
                    <a:lnTo>
                      <a:pt x="13018" y="21356"/>
                    </a:lnTo>
                    <a:lnTo>
                      <a:pt x="13314" y="21109"/>
                    </a:lnTo>
                    <a:lnTo>
                      <a:pt x="13906" y="21356"/>
                    </a:lnTo>
                    <a:lnTo>
                      <a:pt x="14201" y="21109"/>
                    </a:lnTo>
                    <a:lnTo>
                      <a:pt x="15089" y="20865"/>
                    </a:lnTo>
                    <a:lnTo>
                      <a:pt x="15681" y="20621"/>
                    </a:lnTo>
                    <a:lnTo>
                      <a:pt x="16273" y="20865"/>
                    </a:lnTo>
                    <a:lnTo>
                      <a:pt x="16865" y="20621"/>
                    </a:lnTo>
                    <a:lnTo>
                      <a:pt x="17457" y="20865"/>
                    </a:lnTo>
                    <a:lnTo>
                      <a:pt x="17457" y="20374"/>
                    </a:lnTo>
                    <a:lnTo>
                      <a:pt x="16865" y="20130"/>
                    </a:lnTo>
                    <a:lnTo>
                      <a:pt x="16865" y="19882"/>
                    </a:lnTo>
                    <a:lnTo>
                      <a:pt x="17457" y="19147"/>
                    </a:lnTo>
                    <a:lnTo>
                      <a:pt x="18049" y="18900"/>
                    </a:lnTo>
                    <a:lnTo>
                      <a:pt x="18345" y="18409"/>
                    </a:lnTo>
                    <a:lnTo>
                      <a:pt x="18937" y="18409"/>
                    </a:lnTo>
                    <a:lnTo>
                      <a:pt x="18937" y="17674"/>
                    </a:lnTo>
                    <a:lnTo>
                      <a:pt x="17753" y="16691"/>
                    </a:lnTo>
                    <a:lnTo>
                      <a:pt x="17457" y="16447"/>
                    </a:lnTo>
                    <a:lnTo>
                      <a:pt x="16569" y="15956"/>
                    </a:lnTo>
                    <a:lnTo>
                      <a:pt x="15977" y="15709"/>
                    </a:lnTo>
                    <a:lnTo>
                      <a:pt x="15977" y="14730"/>
                    </a:lnTo>
                    <a:lnTo>
                      <a:pt x="15385" y="13991"/>
                    </a:lnTo>
                    <a:lnTo>
                      <a:pt x="14793" y="13747"/>
                    </a:lnTo>
                    <a:lnTo>
                      <a:pt x="14497" y="13500"/>
                    </a:lnTo>
                    <a:lnTo>
                      <a:pt x="14793" y="13256"/>
                    </a:lnTo>
                    <a:lnTo>
                      <a:pt x="15089" y="13500"/>
                    </a:lnTo>
                    <a:lnTo>
                      <a:pt x="15385" y="13500"/>
                    </a:lnTo>
                    <a:lnTo>
                      <a:pt x="16569" y="13009"/>
                    </a:lnTo>
                    <a:lnTo>
                      <a:pt x="16865" y="12765"/>
                    </a:lnTo>
                    <a:lnTo>
                      <a:pt x="17457" y="12274"/>
                    </a:lnTo>
                    <a:lnTo>
                      <a:pt x="18049" y="12274"/>
                    </a:lnTo>
                    <a:lnTo>
                      <a:pt x="18345" y="12026"/>
                    </a:lnTo>
                    <a:lnTo>
                      <a:pt x="19528" y="12026"/>
                    </a:lnTo>
                    <a:lnTo>
                      <a:pt x="19824" y="11782"/>
                    </a:lnTo>
                    <a:lnTo>
                      <a:pt x="19824" y="11538"/>
                    </a:lnTo>
                    <a:lnTo>
                      <a:pt x="21600" y="11538"/>
                    </a:lnTo>
                    <a:lnTo>
                      <a:pt x="21600" y="10065"/>
                    </a:lnTo>
                    <a:lnTo>
                      <a:pt x="21304" y="9818"/>
                    </a:lnTo>
                    <a:lnTo>
                      <a:pt x="21008" y="9574"/>
                    </a:lnTo>
                    <a:lnTo>
                      <a:pt x="20416" y="8838"/>
                    </a:lnTo>
                    <a:lnTo>
                      <a:pt x="20712" y="8347"/>
                    </a:lnTo>
                    <a:lnTo>
                      <a:pt x="20416" y="7856"/>
                    </a:lnTo>
                    <a:lnTo>
                      <a:pt x="20416" y="7609"/>
                    </a:lnTo>
                    <a:lnTo>
                      <a:pt x="20120" y="7118"/>
                    </a:lnTo>
                    <a:lnTo>
                      <a:pt x="20120" y="6626"/>
                    </a:lnTo>
                    <a:lnTo>
                      <a:pt x="19528" y="5891"/>
                    </a:lnTo>
                    <a:lnTo>
                      <a:pt x="19528" y="5647"/>
                    </a:lnTo>
                    <a:lnTo>
                      <a:pt x="20120" y="5400"/>
                    </a:lnTo>
                    <a:lnTo>
                      <a:pt x="20120" y="4665"/>
                    </a:lnTo>
                    <a:lnTo>
                      <a:pt x="19824" y="3682"/>
                    </a:lnTo>
                    <a:lnTo>
                      <a:pt x="19528" y="3682"/>
                    </a:lnTo>
                    <a:lnTo>
                      <a:pt x="19232" y="3435"/>
                    </a:lnTo>
                    <a:lnTo>
                      <a:pt x="18641" y="3435"/>
                    </a:lnTo>
                    <a:lnTo>
                      <a:pt x="18345" y="3191"/>
                    </a:lnTo>
                    <a:lnTo>
                      <a:pt x="18345" y="2947"/>
                    </a:lnTo>
                    <a:lnTo>
                      <a:pt x="18049" y="2456"/>
                    </a:lnTo>
                    <a:lnTo>
                      <a:pt x="17457" y="2456"/>
                    </a:lnTo>
                    <a:lnTo>
                      <a:pt x="16865" y="1965"/>
                    </a:lnTo>
                    <a:lnTo>
                      <a:pt x="16273" y="1965"/>
                    </a:lnTo>
                    <a:lnTo>
                      <a:pt x="16273" y="1718"/>
                    </a:lnTo>
                    <a:lnTo>
                      <a:pt x="15977" y="1718"/>
                    </a:lnTo>
                    <a:lnTo>
                      <a:pt x="15385" y="1965"/>
                    </a:lnTo>
                    <a:lnTo>
                      <a:pt x="14793" y="2209"/>
                    </a:lnTo>
                    <a:lnTo>
                      <a:pt x="14793" y="1965"/>
                    </a:lnTo>
                    <a:lnTo>
                      <a:pt x="15089" y="1718"/>
                    </a:lnTo>
                    <a:lnTo>
                      <a:pt x="15385" y="1718"/>
                    </a:lnTo>
                    <a:lnTo>
                      <a:pt x="15681" y="1474"/>
                    </a:lnTo>
                    <a:lnTo>
                      <a:pt x="14793" y="1474"/>
                    </a:lnTo>
                    <a:lnTo>
                      <a:pt x="14793" y="1718"/>
                    </a:lnTo>
                    <a:lnTo>
                      <a:pt x="14201" y="1965"/>
                    </a:lnTo>
                    <a:lnTo>
                      <a:pt x="14201" y="2209"/>
                    </a:lnTo>
                    <a:lnTo>
                      <a:pt x="13314" y="2209"/>
                    </a:lnTo>
                    <a:lnTo>
                      <a:pt x="13018" y="2700"/>
                    </a:lnTo>
                    <a:lnTo>
                      <a:pt x="13018" y="2947"/>
                    </a:lnTo>
                    <a:lnTo>
                      <a:pt x="12426" y="2947"/>
                    </a:lnTo>
                    <a:lnTo>
                      <a:pt x="12130" y="2700"/>
                    </a:lnTo>
                    <a:lnTo>
                      <a:pt x="11834" y="2700"/>
                    </a:lnTo>
                    <a:lnTo>
                      <a:pt x="11538" y="2947"/>
                    </a:lnTo>
                    <a:lnTo>
                      <a:pt x="10950" y="2700"/>
                    </a:lnTo>
                    <a:lnTo>
                      <a:pt x="11242" y="2456"/>
                    </a:lnTo>
                    <a:lnTo>
                      <a:pt x="11538" y="2456"/>
                    </a:lnTo>
                    <a:lnTo>
                      <a:pt x="11834" y="2209"/>
                    </a:lnTo>
                    <a:lnTo>
                      <a:pt x="11834" y="1718"/>
                    </a:lnTo>
                    <a:lnTo>
                      <a:pt x="11242" y="1965"/>
                    </a:lnTo>
                    <a:lnTo>
                      <a:pt x="11242" y="2209"/>
                    </a:lnTo>
                    <a:lnTo>
                      <a:pt x="10358" y="1718"/>
                    </a:lnTo>
                    <a:lnTo>
                      <a:pt x="10358" y="1474"/>
                    </a:lnTo>
                    <a:lnTo>
                      <a:pt x="10062" y="1718"/>
                    </a:lnTo>
                    <a:lnTo>
                      <a:pt x="9470" y="1965"/>
                    </a:lnTo>
                    <a:lnTo>
                      <a:pt x="9470" y="1718"/>
                    </a:lnTo>
                    <a:lnTo>
                      <a:pt x="8878" y="1718"/>
                    </a:lnTo>
                    <a:lnTo>
                      <a:pt x="8878" y="1474"/>
                    </a:lnTo>
                    <a:lnTo>
                      <a:pt x="9174" y="1226"/>
                    </a:lnTo>
                    <a:lnTo>
                      <a:pt x="9470" y="735"/>
                    </a:lnTo>
                    <a:lnTo>
                      <a:pt x="8878" y="491"/>
                    </a:lnTo>
                    <a:lnTo>
                      <a:pt x="8286" y="244"/>
                    </a:lnTo>
                    <a:lnTo>
                      <a:pt x="7990" y="244"/>
                    </a:lnTo>
                    <a:lnTo>
                      <a:pt x="7694" y="0"/>
                    </a:lnTo>
                    <a:lnTo>
                      <a:pt x="5919" y="0"/>
                    </a:lnTo>
                    <a:lnTo>
                      <a:pt x="5919" y="491"/>
                    </a:lnTo>
                    <a:lnTo>
                      <a:pt x="6511" y="491"/>
                    </a:lnTo>
                    <a:lnTo>
                      <a:pt x="6511" y="982"/>
                    </a:lnTo>
                    <a:lnTo>
                      <a:pt x="7103" y="1226"/>
                    </a:lnTo>
                    <a:lnTo>
                      <a:pt x="6511" y="1474"/>
                    </a:lnTo>
                    <a:lnTo>
                      <a:pt x="6215" y="1474"/>
                    </a:lnTo>
                    <a:lnTo>
                      <a:pt x="6215" y="1965"/>
                    </a:lnTo>
                    <a:lnTo>
                      <a:pt x="6511" y="1718"/>
                    </a:lnTo>
                    <a:lnTo>
                      <a:pt x="6511" y="2209"/>
                    </a:lnTo>
                    <a:lnTo>
                      <a:pt x="7103" y="2456"/>
                    </a:lnTo>
                    <a:lnTo>
                      <a:pt x="6807" y="2700"/>
                    </a:lnTo>
                    <a:lnTo>
                      <a:pt x="6807" y="2947"/>
                    </a:lnTo>
                    <a:lnTo>
                      <a:pt x="7103" y="3191"/>
                    </a:lnTo>
                    <a:lnTo>
                      <a:pt x="7694" y="3191"/>
                    </a:lnTo>
                    <a:lnTo>
                      <a:pt x="8582" y="3926"/>
                    </a:lnTo>
                    <a:lnTo>
                      <a:pt x="9470" y="4418"/>
                    </a:lnTo>
                    <a:lnTo>
                      <a:pt x="8582" y="4174"/>
                    </a:lnTo>
                    <a:lnTo>
                      <a:pt x="7694" y="3435"/>
                    </a:lnTo>
                    <a:lnTo>
                      <a:pt x="7103" y="3682"/>
                    </a:lnTo>
                    <a:lnTo>
                      <a:pt x="6807" y="3435"/>
                    </a:lnTo>
                    <a:lnTo>
                      <a:pt x="6215" y="3435"/>
                    </a:lnTo>
                    <a:lnTo>
                      <a:pt x="5919" y="3926"/>
                    </a:lnTo>
                    <a:lnTo>
                      <a:pt x="5919" y="4909"/>
                    </a:lnTo>
                    <a:lnTo>
                      <a:pt x="6215" y="5156"/>
                    </a:lnTo>
                    <a:lnTo>
                      <a:pt x="5623" y="4665"/>
                    </a:lnTo>
                    <a:lnTo>
                      <a:pt x="5623" y="4174"/>
                    </a:lnTo>
                    <a:lnTo>
                      <a:pt x="5327" y="3926"/>
                    </a:lnTo>
                    <a:lnTo>
                      <a:pt x="5031" y="3926"/>
                    </a:lnTo>
                    <a:lnTo>
                      <a:pt x="5031" y="4418"/>
                    </a:lnTo>
                    <a:lnTo>
                      <a:pt x="5327" y="4665"/>
                    </a:lnTo>
                    <a:lnTo>
                      <a:pt x="5031" y="4909"/>
                    </a:lnTo>
                    <a:lnTo>
                      <a:pt x="4735" y="4418"/>
                    </a:lnTo>
                    <a:lnTo>
                      <a:pt x="4735" y="3926"/>
                    </a:lnTo>
                    <a:lnTo>
                      <a:pt x="4143" y="3682"/>
                    </a:lnTo>
                    <a:lnTo>
                      <a:pt x="3847" y="3926"/>
                    </a:lnTo>
                    <a:lnTo>
                      <a:pt x="2663" y="4174"/>
                    </a:lnTo>
                    <a:lnTo>
                      <a:pt x="2663" y="4909"/>
                    </a:lnTo>
                    <a:lnTo>
                      <a:pt x="3255" y="4909"/>
                    </a:lnTo>
                    <a:lnTo>
                      <a:pt x="3551" y="5400"/>
                    </a:lnTo>
                    <a:lnTo>
                      <a:pt x="3255" y="5400"/>
                    </a:lnTo>
                    <a:lnTo>
                      <a:pt x="3255" y="5647"/>
                    </a:lnTo>
                    <a:close/>
                  </a:path>
                </a:pathLst>
              </a:custGeom>
              <a:grpFill/>
              <a:ln w="12700">
                <a:noFill/>
                <a:miter lim="400000"/>
              </a:ln>
            </p:spPr>
            <p:txBody>
              <a:bodyPr lIns="45708" rIns="45708"/>
              <a:lstStyle/>
              <a:p>
                <a:endParaRPr b="1" dirty="0">
                  <a:latin typeface="Raleway SemiBold" panose="020B0503030101060003" pitchFamily="34" charset="77"/>
                </a:endParaRPr>
              </a:p>
            </p:txBody>
          </p:sp>
          <p:sp>
            <p:nvSpPr>
              <p:cNvPr id="711" name="TextBox 710">
                <a:extLst>
                  <a:ext uri="{FF2B5EF4-FFF2-40B4-BE49-F238E27FC236}">
                    <a16:creationId xmlns:a16="http://schemas.microsoft.com/office/drawing/2014/main" id="{849D1F37-45E0-4754-893B-F74D8323E91E}"/>
                  </a:ext>
                </a:extLst>
              </p:cNvPr>
              <p:cNvSpPr txBox="1"/>
              <p:nvPr/>
            </p:nvSpPr>
            <p:spPr>
              <a:xfrm>
                <a:off x="10406705" y="4537700"/>
                <a:ext cx="85311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10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</a:lstStyle>
              <a:p>
                <a:r>
                  <a:rPr lang="en-US" dirty="0"/>
                  <a:t>GERMANY</a:t>
                </a:r>
                <a:endParaRPr lang="id-ID" dirty="0"/>
              </a:p>
            </p:txBody>
          </p:sp>
        </p:grpSp>
      </p:grp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5046A8DC-2E95-4F74-A05E-2CBB9F17F0E8}"/>
              </a:ext>
            </a:extLst>
          </p:cNvPr>
          <p:cNvGrpSpPr/>
          <p:nvPr/>
        </p:nvGrpSpPr>
        <p:grpSpPr>
          <a:xfrm>
            <a:off x="4179943" y="4990575"/>
            <a:ext cx="4216191" cy="1384986"/>
            <a:chOff x="1293209" y="5123925"/>
            <a:chExt cx="4216191" cy="1384986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733" name="Group 732">
              <a:extLst>
                <a:ext uri="{FF2B5EF4-FFF2-40B4-BE49-F238E27FC236}">
                  <a16:creationId xmlns:a16="http://schemas.microsoft.com/office/drawing/2014/main" id="{BAC66874-95A9-407C-AA7D-64E2322C9AD4}"/>
                </a:ext>
              </a:extLst>
            </p:cNvPr>
            <p:cNvGrpSpPr/>
            <p:nvPr/>
          </p:nvGrpSpPr>
          <p:grpSpPr>
            <a:xfrm>
              <a:off x="1293209" y="5123925"/>
              <a:ext cx="869575" cy="1375259"/>
              <a:chOff x="1293209" y="5123925"/>
              <a:chExt cx="869575" cy="1375259"/>
            </a:xfrm>
            <a:grpFill/>
          </p:grpSpPr>
          <p:sp>
            <p:nvSpPr>
              <p:cNvPr id="725" name="Freeform 5">
                <a:extLst>
                  <a:ext uri="{FF2B5EF4-FFF2-40B4-BE49-F238E27FC236}">
                    <a16:creationId xmlns:a16="http://schemas.microsoft.com/office/drawing/2014/main" id="{7B0EF859-943C-4BE7-8BAE-A3CE21BF7C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93209" y="5123925"/>
                <a:ext cx="869575" cy="9144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6843"/>
                    </a:moveTo>
                    <a:cubicBezTo>
                      <a:pt x="21600" y="6545"/>
                      <a:pt x="21600" y="6545"/>
                      <a:pt x="21600" y="6545"/>
                    </a:cubicBezTo>
                    <a:cubicBezTo>
                      <a:pt x="21537" y="6545"/>
                      <a:pt x="21537" y="6545"/>
                      <a:pt x="21537" y="6545"/>
                    </a:cubicBezTo>
                    <a:cubicBezTo>
                      <a:pt x="21537" y="6367"/>
                      <a:pt x="21537" y="6367"/>
                      <a:pt x="21537" y="6367"/>
                    </a:cubicBezTo>
                    <a:cubicBezTo>
                      <a:pt x="21350" y="6010"/>
                      <a:pt x="21350" y="6010"/>
                      <a:pt x="21350" y="6010"/>
                    </a:cubicBezTo>
                    <a:cubicBezTo>
                      <a:pt x="21350" y="5831"/>
                      <a:pt x="21350" y="5831"/>
                      <a:pt x="21350" y="5831"/>
                    </a:cubicBezTo>
                    <a:cubicBezTo>
                      <a:pt x="21287" y="5712"/>
                      <a:pt x="21287" y="5712"/>
                      <a:pt x="21287" y="5712"/>
                    </a:cubicBezTo>
                    <a:cubicBezTo>
                      <a:pt x="20911" y="5534"/>
                      <a:pt x="20911" y="5534"/>
                      <a:pt x="20911" y="5534"/>
                    </a:cubicBezTo>
                    <a:cubicBezTo>
                      <a:pt x="20723" y="5534"/>
                      <a:pt x="20723" y="5534"/>
                      <a:pt x="20723" y="5534"/>
                    </a:cubicBezTo>
                    <a:cubicBezTo>
                      <a:pt x="20598" y="5593"/>
                      <a:pt x="20598" y="5593"/>
                      <a:pt x="20598" y="5593"/>
                    </a:cubicBezTo>
                    <a:cubicBezTo>
                      <a:pt x="20473" y="5474"/>
                      <a:pt x="20473" y="5474"/>
                      <a:pt x="20473" y="5474"/>
                    </a:cubicBezTo>
                    <a:cubicBezTo>
                      <a:pt x="20348" y="5474"/>
                      <a:pt x="20348" y="5474"/>
                      <a:pt x="20348" y="5474"/>
                    </a:cubicBezTo>
                    <a:cubicBezTo>
                      <a:pt x="20223" y="5296"/>
                      <a:pt x="20223" y="5296"/>
                      <a:pt x="20223" y="5296"/>
                    </a:cubicBezTo>
                    <a:cubicBezTo>
                      <a:pt x="20097" y="5236"/>
                      <a:pt x="20097" y="5236"/>
                      <a:pt x="20097" y="5236"/>
                    </a:cubicBezTo>
                    <a:cubicBezTo>
                      <a:pt x="19972" y="5236"/>
                      <a:pt x="19972" y="5236"/>
                      <a:pt x="19972" y="5236"/>
                    </a:cubicBezTo>
                    <a:cubicBezTo>
                      <a:pt x="19722" y="4998"/>
                      <a:pt x="19722" y="4998"/>
                      <a:pt x="19722" y="4998"/>
                    </a:cubicBezTo>
                    <a:cubicBezTo>
                      <a:pt x="19534" y="4701"/>
                      <a:pt x="19534" y="4701"/>
                      <a:pt x="19534" y="4701"/>
                    </a:cubicBezTo>
                    <a:cubicBezTo>
                      <a:pt x="19409" y="4701"/>
                      <a:pt x="19409" y="4701"/>
                      <a:pt x="19409" y="4701"/>
                    </a:cubicBezTo>
                    <a:cubicBezTo>
                      <a:pt x="19283" y="4582"/>
                      <a:pt x="19283" y="4582"/>
                      <a:pt x="19283" y="4582"/>
                    </a:cubicBezTo>
                    <a:cubicBezTo>
                      <a:pt x="19158" y="4582"/>
                      <a:pt x="19158" y="4582"/>
                      <a:pt x="19158" y="4582"/>
                    </a:cubicBezTo>
                    <a:cubicBezTo>
                      <a:pt x="18845" y="4344"/>
                      <a:pt x="18845" y="4344"/>
                      <a:pt x="18845" y="4344"/>
                    </a:cubicBezTo>
                    <a:cubicBezTo>
                      <a:pt x="18657" y="4344"/>
                      <a:pt x="18657" y="4344"/>
                      <a:pt x="18657" y="4344"/>
                    </a:cubicBezTo>
                    <a:cubicBezTo>
                      <a:pt x="18532" y="4284"/>
                      <a:pt x="18532" y="4284"/>
                      <a:pt x="18532" y="4284"/>
                    </a:cubicBezTo>
                    <a:cubicBezTo>
                      <a:pt x="18407" y="4344"/>
                      <a:pt x="18407" y="4344"/>
                      <a:pt x="18407" y="4344"/>
                    </a:cubicBezTo>
                    <a:cubicBezTo>
                      <a:pt x="18282" y="4344"/>
                      <a:pt x="18282" y="4344"/>
                      <a:pt x="18282" y="4344"/>
                    </a:cubicBezTo>
                    <a:cubicBezTo>
                      <a:pt x="18157" y="4284"/>
                      <a:pt x="18157" y="4284"/>
                      <a:pt x="18157" y="4284"/>
                    </a:cubicBezTo>
                    <a:cubicBezTo>
                      <a:pt x="18031" y="4344"/>
                      <a:pt x="18031" y="4344"/>
                      <a:pt x="18031" y="4344"/>
                    </a:cubicBezTo>
                    <a:cubicBezTo>
                      <a:pt x="18031" y="4403"/>
                      <a:pt x="18031" y="4403"/>
                      <a:pt x="18031" y="4403"/>
                    </a:cubicBezTo>
                    <a:cubicBezTo>
                      <a:pt x="17969" y="4344"/>
                      <a:pt x="17969" y="4344"/>
                      <a:pt x="17969" y="4344"/>
                    </a:cubicBezTo>
                    <a:cubicBezTo>
                      <a:pt x="17781" y="4225"/>
                      <a:pt x="17781" y="4225"/>
                      <a:pt x="17781" y="4225"/>
                    </a:cubicBezTo>
                    <a:cubicBezTo>
                      <a:pt x="17781" y="4284"/>
                      <a:pt x="17781" y="4284"/>
                      <a:pt x="17781" y="4284"/>
                    </a:cubicBezTo>
                    <a:cubicBezTo>
                      <a:pt x="17718" y="4225"/>
                      <a:pt x="17718" y="4225"/>
                      <a:pt x="17718" y="4225"/>
                    </a:cubicBezTo>
                    <a:cubicBezTo>
                      <a:pt x="17656" y="4284"/>
                      <a:pt x="17656" y="4284"/>
                      <a:pt x="17656" y="4284"/>
                    </a:cubicBezTo>
                    <a:cubicBezTo>
                      <a:pt x="17656" y="4344"/>
                      <a:pt x="17656" y="4344"/>
                      <a:pt x="17656" y="4344"/>
                    </a:cubicBezTo>
                    <a:cubicBezTo>
                      <a:pt x="17593" y="4284"/>
                      <a:pt x="17593" y="4284"/>
                      <a:pt x="17593" y="4284"/>
                    </a:cubicBezTo>
                    <a:cubicBezTo>
                      <a:pt x="17593" y="4225"/>
                      <a:pt x="17593" y="4225"/>
                      <a:pt x="17593" y="4225"/>
                    </a:cubicBezTo>
                    <a:cubicBezTo>
                      <a:pt x="17530" y="4225"/>
                      <a:pt x="17530" y="4225"/>
                      <a:pt x="17530" y="4225"/>
                    </a:cubicBezTo>
                    <a:cubicBezTo>
                      <a:pt x="17530" y="4284"/>
                      <a:pt x="17530" y="4284"/>
                      <a:pt x="17530" y="4284"/>
                    </a:cubicBezTo>
                    <a:cubicBezTo>
                      <a:pt x="17530" y="4284"/>
                      <a:pt x="17530" y="4284"/>
                      <a:pt x="17530" y="4284"/>
                    </a:cubicBezTo>
                    <a:cubicBezTo>
                      <a:pt x="17343" y="4225"/>
                      <a:pt x="17343" y="4225"/>
                      <a:pt x="17343" y="4225"/>
                    </a:cubicBezTo>
                    <a:cubicBezTo>
                      <a:pt x="17280" y="4225"/>
                      <a:pt x="17280" y="4225"/>
                      <a:pt x="17280" y="4225"/>
                    </a:cubicBezTo>
                    <a:cubicBezTo>
                      <a:pt x="17155" y="4225"/>
                      <a:pt x="17155" y="4225"/>
                      <a:pt x="17155" y="4225"/>
                    </a:cubicBezTo>
                    <a:cubicBezTo>
                      <a:pt x="16842" y="4046"/>
                      <a:pt x="16842" y="4046"/>
                      <a:pt x="16842" y="4046"/>
                    </a:cubicBezTo>
                    <a:cubicBezTo>
                      <a:pt x="16717" y="4106"/>
                      <a:pt x="16717" y="4106"/>
                      <a:pt x="16717" y="4106"/>
                    </a:cubicBezTo>
                    <a:cubicBezTo>
                      <a:pt x="16717" y="4106"/>
                      <a:pt x="16717" y="4106"/>
                      <a:pt x="16717" y="4106"/>
                    </a:cubicBezTo>
                    <a:cubicBezTo>
                      <a:pt x="16717" y="4165"/>
                      <a:pt x="16717" y="4165"/>
                      <a:pt x="16717" y="4165"/>
                    </a:cubicBezTo>
                    <a:cubicBezTo>
                      <a:pt x="16717" y="4225"/>
                      <a:pt x="16717" y="4225"/>
                      <a:pt x="16717" y="4225"/>
                    </a:cubicBezTo>
                    <a:cubicBezTo>
                      <a:pt x="16654" y="4165"/>
                      <a:pt x="16654" y="4165"/>
                      <a:pt x="16654" y="4165"/>
                    </a:cubicBezTo>
                    <a:cubicBezTo>
                      <a:pt x="16654" y="4165"/>
                      <a:pt x="16654" y="4165"/>
                      <a:pt x="16654" y="4165"/>
                    </a:cubicBezTo>
                    <a:cubicBezTo>
                      <a:pt x="16591" y="4225"/>
                      <a:pt x="16591" y="4225"/>
                      <a:pt x="16591" y="4225"/>
                    </a:cubicBezTo>
                    <a:cubicBezTo>
                      <a:pt x="16529" y="4284"/>
                      <a:pt x="16529" y="4284"/>
                      <a:pt x="16529" y="4284"/>
                    </a:cubicBezTo>
                    <a:cubicBezTo>
                      <a:pt x="16466" y="4344"/>
                      <a:pt x="16466" y="4344"/>
                      <a:pt x="16466" y="4344"/>
                    </a:cubicBezTo>
                    <a:cubicBezTo>
                      <a:pt x="16466" y="4463"/>
                      <a:pt x="16466" y="4463"/>
                      <a:pt x="16466" y="4463"/>
                    </a:cubicBezTo>
                    <a:cubicBezTo>
                      <a:pt x="16403" y="4344"/>
                      <a:pt x="16403" y="4344"/>
                      <a:pt x="16403" y="4344"/>
                    </a:cubicBezTo>
                    <a:cubicBezTo>
                      <a:pt x="16341" y="4284"/>
                      <a:pt x="16341" y="4284"/>
                      <a:pt x="16341" y="4284"/>
                    </a:cubicBezTo>
                    <a:cubicBezTo>
                      <a:pt x="16278" y="4284"/>
                      <a:pt x="16278" y="4284"/>
                      <a:pt x="16278" y="4284"/>
                    </a:cubicBezTo>
                    <a:cubicBezTo>
                      <a:pt x="16341" y="4403"/>
                      <a:pt x="16341" y="4403"/>
                      <a:pt x="16341" y="4403"/>
                    </a:cubicBezTo>
                    <a:cubicBezTo>
                      <a:pt x="16216" y="4582"/>
                      <a:pt x="16216" y="4582"/>
                      <a:pt x="16216" y="4582"/>
                    </a:cubicBezTo>
                    <a:cubicBezTo>
                      <a:pt x="16216" y="4701"/>
                      <a:pt x="16216" y="4701"/>
                      <a:pt x="16216" y="4701"/>
                    </a:cubicBezTo>
                    <a:cubicBezTo>
                      <a:pt x="16216" y="4582"/>
                      <a:pt x="16216" y="4582"/>
                      <a:pt x="16216" y="4582"/>
                    </a:cubicBezTo>
                    <a:cubicBezTo>
                      <a:pt x="16216" y="4463"/>
                      <a:pt x="16216" y="4463"/>
                      <a:pt x="16216" y="4463"/>
                    </a:cubicBezTo>
                    <a:cubicBezTo>
                      <a:pt x="16216" y="4344"/>
                      <a:pt x="16216" y="4344"/>
                      <a:pt x="16216" y="4344"/>
                    </a:cubicBezTo>
                    <a:cubicBezTo>
                      <a:pt x="16278" y="4165"/>
                      <a:pt x="16278" y="4165"/>
                      <a:pt x="16278" y="4165"/>
                    </a:cubicBezTo>
                    <a:cubicBezTo>
                      <a:pt x="16341" y="4106"/>
                      <a:pt x="16341" y="4106"/>
                      <a:pt x="16341" y="4106"/>
                    </a:cubicBezTo>
                    <a:cubicBezTo>
                      <a:pt x="16278" y="4106"/>
                      <a:pt x="16278" y="4106"/>
                      <a:pt x="16278" y="4106"/>
                    </a:cubicBezTo>
                    <a:cubicBezTo>
                      <a:pt x="16216" y="4046"/>
                      <a:pt x="16216" y="4046"/>
                      <a:pt x="16216" y="4046"/>
                    </a:cubicBezTo>
                    <a:cubicBezTo>
                      <a:pt x="16278" y="3927"/>
                      <a:pt x="16278" y="3927"/>
                      <a:pt x="16278" y="3927"/>
                    </a:cubicBezTo>
                    <a:cubicBezTo>
                      <a:pt x="16153" y="3808"/>
                      <a:pt x="16153" y="3808"/>
                      <a:pt x="16153" y="3808"/>
                    </a:cubicBezTo>
                    <a:cubicBezTo>
                      <a:pt x="16090" y="3689"/>
                      <a:pt x="16090" y="3689"/>
                      <a:pt x="16090" y="3689"/>
                    </a:cubicBezTo>
                    <a:cubicBezTo>
                      <a:pt x="15965" y="3689"/>
                      <a:pt x="15965" y="3689"/>
                      <a:pt x="15965" y="3689"/>
                    </a:cubicBezTo>
                    <a:cubicBezTo>
                      <a:pt x="15840" y="3630"/>
                      <a:pt x="15840" y="3630"/>
                      <a:pt x="15840" y="3630"/>
                    </a:cubicBezTo>
                    <a:cubicBezTo>
                      <a:pt x="15777" y="3749"/>
                      <a:pt x="15777" y="3749"/>
                      <a:pt x="15777" y="3749"/>
                    </a:cubicBezTo>
                    <a:cubicBezTo>
                      <a:pt x="15715" y="3749"/>
                      <a:pt x="15715" y="3749"/>
                      <a:pt x="15715" y="3749"/>
                    </a:cubicBezTo>
                    <a:cubicBezTo>
                      <a:pt x="15652" y="3689"/>
                      <a:pt x="15652" y="3689"/>
                      <a:pt x="15652" y="3689"/>
                    </a:cubicBezTo>
                    <a:cubicBezTo>
                      <a:pt x="15652" y="3689"/>
                      <a:pt x="15652" y="3689"/>
                      <a:pt x="15652" y="3689"/>
                    </a:cubicBezTo>
                    <a:cubicBezTo>
                      <a:pt x="15590" y="3570"/>
                      <a:pt x="15590" y="3570"/>
                      <a:pt x="15590" y="3570"/>
                    </a:cubicBezTo>
                    <a:cubicBezTo>
                      <a:pt x="15527" y="3511"/>
                      <a:pt x="15527" y="3511"/>
                      <a:pt x="15527" y="3511"/>
                    </a:cubicBezTo>
                    <a:cubicBezTo>
                      <a:pt x="15464" y="3570"/>
                      <a:pt x="15464" y="3570"/>
                      <a:pt x="15464" y="3570"/>
                    </a:cubicBezTo>
                    <a:cubicBezTo>
                      <a:pt x="15402" y="3511"/>
                      <a:pt x="15402" y="3511"/>
                      <a:pt x="15402" y="3511"/>
                    </a:cubicBezTo>
                    <a:cubicBezTo>
                      <a:pt x="15339" y="3451"/>
                      <a:pt x="15339" y="3451"/>
                      <a:pt x="15339" y="3451"/>
                    </a:cubicBezTo>
                    <a:cubicBezTo>
                      <a:pt x="15277" y="3511"/>
                      <a:pt x="15277" y="3511"/>
                      <a:pt x="15277" y="3511"/>
                    </a:cubicBezTo>
                    <a:cubicBezTo>
                      <a:pt x="15277" y="3451"/>
                      <a:pt x="15277" y="3451"/>
                      <a:pt x="15277" y="3451"/>
                    </a:cubicBezTo>
                    <a:cubicBezTo>
                      <a:pt x="15214" y="3451"/>
                      <a:pt x="15214" y="3451"/>
                      <a:pt x="15214" y="3451"/>
                    </a:cubicBezTo>
                    <a:cubicBezTo>
                      <a:pt x="15214" y="3392"/>
                      <a:pt x="15214" y="3392"/>
                      <a:pt x="15214" y="3392"/>
                    </a:cubicBezTo>
                    <a:cubicBezTo>
                      <a:pt x="15089" y="3392"/>
                      <a:pt x="15089" y="3392"/>
                      <a:pt x="15089" y="3392"/>
                    </a:cubicBezTo>
                    <a:cubicBezTo>
                      <a:pt x="15026" y="3332"/>
                      <a:pt x="15026" y="3332"/>
                      <a:pt x="15026" y="3332"/>
                    </a:cubicBezTo>
                    <a:cubicBezTo>
                      <a:pt x="14838" y="3273"/>
                      <a:pt x="14838" y="3273"/>
                      <a:pt x="14838" y="3273"/>
                    </a:cubicBezTo>
                    <a:cubicBezTo>
                      <a:pt x="14776" y="3273"/>
                      <a:pt x="14776" y="3273"/>
                      <a:pt x="14776" y="3273"/>
                    </a:cubicBezTo>
                    <a:cubicBezTo>
                      <a:pt x="14776" y="3332"/>
                      <a:pt x="14776" y="3332"/>
                      <a:pt x="14776" y="3332"/>
                    </a:cubicBezTo>
                    <a:cubicBezTo>
                      <a:pt x="14650" y="3213"/>
                      <a:pt x="14650" y="3213"/>
                      <a:pt x="14650" y="3213"/>
                    </a:cubicBezTo>
                    <a:cubicBezTo>
                      <a:pt x="14588" y="3273"/>
                      <a:pt x="14588" y="3273"/>
                      <a:pt x="14588" y="3273"/>
                    </a:cubicBezTo>
                    <a:cubicBezTo>
                      <a:pt x="14588" y="3332"/>
                      <a:pt x="14588" y="3332"/>
                      <a:pt x="14588" y="3332"/>
                    </a:cubicBezTo>
                    <a:cubicBezTo>
                      <a:pt x="14525" y="3332"/>
                      <a:pt x="14525" y="3332"/>
                      <a:pt x="14525" y="3332"/>
                    </a:cubicBezTo>
                    <a:cubicBezTo>
                      <a:pt x="14525" y="3273"/>
                      <a:pt x="14525" y="3273"/>
                      <a:pt x="14525" y="3273"/>
                    </a:cubicBezTo>
                    <a:cubicBezTo>
                      <a:pt x="14337" y="3213"/>
                      <a:pt x="14337" y="3213"/>
                      <a:pt x="14337" y="3213"/>
                    </a:cubicBezTo>
                    <a:cubicBezTo>
                      <a:pt x="14275" y="3273"/>
                      <a:pt x="14275" y="3273"/>
                      <a:pt x="14275" y="3273"/>
                    </a:cubicBezTo>
                    <a:cubicBezTo>
                      <a:pt x="14212" y="3392"/>
                      <a:pt x="14212" y="3392"/>
                      <a:pt x="14212" y="3392"/>
                    </a:cubicBezTo>
                    <a:cubicBezTo>
                      <a:pt x="14212" y="3451"/>
                      <a:pt x="14212" y="3451"/>
                      <a:pt x="14212" y="3451"/>
                    </a:cubicBezTo>
                    <a:cubicBezTo>
                      <a:pt x="14087" y="3570"/>
                      <a:pt x="14087" y="3570"/>
                      <a:pt x="14087" y="3570"/>
                    </a:cubicBezTo>
                    <a:cubicBezTo>
                      <a:pt x="13962" y="3630"/>
                      <a:pt x="13962" y="3630"/>
                      <a:pt x="13962" y="3630"/>
                    </a:cubicBezTo>
                    <a:cubicBezTo>
                      <a:pt x="13711" y="3749"/>
                      <a:pt x="13711" y="3749"/>
                      <a:pt x="13711" y="3749"/>
                    </a:cubicBezTo>
                    <a:cubicBezTo>
                      <a:pt x="13649" y="3868"/>
                      <a:pt x="13649" y="3868"/>
                      <a:pt x="13649" y="3868"/>
                    </a:cubicBezTo>
                    <a:cubicBezTo>
                      <a:pt x="13586" y="4046"/>
                      <a:pt x="13586" y="4046"/>
                      <a:pt x="13586" y="4046"/>
                    </a:cubicBezTo>
                    <a:cubicBezTo>
                      <a:pt x="13586" y="4165"/>
                      <a:pt x="13586" y="4165"/>
                      <a:pt x="13586" y="4165"/>
                    </a:cubicBezTo>
                    <a:cubicBezTo>
                      <a:pt x="13523" y="4225"/>
                      <a:pt x="13523" y="4225"/>
                      <a:pt x="13523" y="4225"/>
                    </a:cubicBezTo>
                    <a:cubicBezTo>
                      <a:pt x="13398" y="4344"/>
                      <a:pt x="13398" y="4344"/>
                      <a:pt x="13398" y="4344"/>
                    </a:cubicBezTo>
                    <a:cubicBezTo>
                      <a:pt x="13398" y="4403"/>
                      <a:pt x="13398" y="4403"/>
                      <a:pt x="13398" y="4403"/>
                    </a:cubicBezTo>
                    <a:cubicBezTo>
                      <a:pt x="13461" y="4522"/>
                      <a:pt x="13461" y="4522"/>
                      <a:pt x="13461" y="4522"/>
                    </a:cubicBezTo>
                    <a:cubicBezTo>
                      <a:pt x="13398" y="4701"/>
                      <a:pt x="13398" y="4701"/>
                      <a:pt x="13398" y="4701"/>
                    </a:cubicBezTo>
                    <a:cubicBezTo>
                      <a:pt x="13398" y="4582"/>
                      <a:pt x="13398" y="4582"/>
                      <a:pt x="13398" y="4582"/>
                    </a:cubicBezTo>
                    <a:cubicBezTo>
                      <a:pt x="13336" y="4463"/>
                      <a:pt x="13336" y="4463"/>
                      <a:pt x="13336" y="4463"/>
                    </a:cubicBezTo>
                    <a:cubicBezTo>
                      <a:pt x="13336" y="4403"/>
                      <a:pt x="13336" y="4403"/>
                      <a:pt x="13336" y="4403"/>
                    </a:cubicBezTo>
                    <a:cubicBezTo>
                      <a:pt x="13398" y="4284"/>
                      <a:pt x="13398" y="4284"/>
                      <a:pt x="13398" y="4284"/>
                    </a:cubicBezTo>
                    <a:cubicBezTo>
                      <a:pt x="13461" y="4225"/>
                      <a:pt x="13461" y="4225"/>
                      <a:pt x="13461" y="4225"/>
                    </a:cubicBezTo>
                    <a:cubicBezTo>
                      <a:pt x="13461" y="4106"/>
                      <a:pt x="13461" y="4106"/>
                      <a:pt x="13461" y="4106"/>
                    </a:cubicBezTo>
                    <a:cubicBezTo>
                      <a:pt x="13523" y="3927"/>
                      <a:pt x="13523" y="3927"/>
                      <a:pt x="13523" y="3927"/>
                    </a:cubicBezTo>
                    <a:cubicBezTo>
                      <a:pt x="13523" y="3868"/>
                      <a:pt x="13523" y="3868"/>
                      <a:pt x="13523" y="3868"/>
                    </a:cubicBezTo>
                    <a:cubicBezTo>
                      <a:pt x="13461" y="3868"/>
                      <a:pt x="13461" y="3868"/>
                      <a:pt x="13461" y="3868"/>
                    </a:cubicBezTo>
                    <a:cubicBezTo>
                      <a:pt x="13273" y="3927"/>
                      <a:pt x="13273" y="3927"/>
                      <a:pt x="13273" y="3927"/>
                    </a:cubicBezTo>
                    <a:cubicBezTo>
                      <a:pt x="13148" y="3868"/>
                      <a:pt x="13148" y="3868"/>
                      <a:pt x="13148" y="3868"/>
                    </a:cubicBezTo>
                    <a:cubicBezTo>
                      <a:pt x="13023" y="3927"/>
                      <a:pt x="13023" y="3927"/>
                      <a:pt x="13023" y="3927"/>
                    </a:cubicBezTo>
                    <a:cubicBezTo>
                      <a:pt x="12960" y="3927"/>
                      <a:pt x="12960" y="3927"/>
                      <a:pt x="12960" y="3927"/>
                    </a:cubicBezTo>
                    <a:cubicBezTo>
                      <a:pt x="12897" y="3868"/>
                      <a:pt x="12897" y="3868"/>
                      <a:pt x="12897" y="3868"/>
                    </a:cubicBezTo>
                    <a:cubicBezTo>
                      <a:pt x="12960" y="3868"/>
                      <a:pt x="12960" y="3868"/>
                      <a:pt x="12960" y="3868"/>
                    </a:cubicBezTo>
                    <a:cubicBezTo>
                      <a:pt x="13023" y="3808"/>
                      <a:pt x="13023" y="3808"/>
                      <a:pt x="13023" y="3808"/>
                    </a:cubicBezTo>
                    <a:cubicBezTo>
                      <a:pt x="13148" y="3808"/>
                      <a:pt x="13148" y="3808"/>
                      <a:pt x="13148" y="3808"/>
                    </a:cubicBezTo>
                    <a:cubicBezTo>
                      <a:pt x="13336" y="3808"/>
                      <a:pt x="13336" y="3808"/>
                      <a:pt x="13336" y="3808"/>
                    </a:cubicBezTo>
                    <a:cubicBezTo>
                      <a:pt x="13398" y="3808"/>
                      <a:pt x="13398" y="3808"/>
                      <a:pt x="13398" y="3808"/>
                    </a:cubicBezTo>
                    <a:cubicBezTo>
                      <a:pt x="13461" y="3689"/>
                      <a:pt x="13461" y="3689"/>
                      <a:pt x="13461" y="3689"/>
                    </a:cubicBezTo>
                    <a:cubicBezTo>
                      <a:pt x="13523" y="3689"/>
                      <a:pt x="13523" y="3689"/>
                      <a:pt x="13523" y="3689"/>
                    </a:cubicBezTo>
                    <a:cubicBezTo>
                      <a:pt x="13586" y="3749"/>
                      <a:pt x="13586" y="3749"/>
                      <a:pt x="13586" y="3749"/>
                    </a:cubicBezTo>
                    <a:cubicBezTo>
                      <a:pt x="13649" y="3689"/>
                      <a:pt x="13649" y="3689"/>
                      <a:pt x="13649" y="3689"/>
                    </a:cubicBezTo>
                    <a:cubicBezTo>
                      <a:pt x="13711" y="3689"/>
                      <a:pt x="13711" y="3689"/>
                      <a:pt x="13711" y="3689"/>
                    </a:cubicBezTo>
                    <a:cubicBezTo>
                      <a:pt x="13899" y="3630"/>
                      <a:pt x="13899" y="3630"/>
                      <a:pt x="13899" y="3630"/>
                    </a:cubicBezTo>
                    <a:cubicBezTo>
                      <a:pt x="13899" y="3511"/>
                      <a:pt x="13899" y="3511"/>
                      <a:pt x="13899" y="3511"/>
                    </a:cubicBezTo>
                    <a:cubicBezTo>
                      <a:pt x="14024" y="3332"/>
                      <a:pt x="14024" y="3332"/>
                      <a:pt x="14024" y="3332"/>
                    </a:cubicBezTo>
                    <a:cubicBezTo>
                      <a:pt x="14024" y="3213"/>
                      <a:pt x="14024" y="3213"/>
                      <a:pt x="14024" y="3213"/>
                    </a:cubicBezTo>
                    <a:cubicBezTo>
                      <a:pt x="14087" y="3154"/>
                      <a:pt x="14087" y="3154"/>
                      <a:pt x="14087" y="3154"/>
                    </a:cubicBezTo>
                    <a:cubicBezTo>
                      <a:pt x="14087" y="3035"/>
                      <a:pt x="14087" y="3035"/>
                      <a:pt x="14087" y="3035"/>
                    </a:cubicBezTo>
                    <a:cubicBezTo>
                      <a:pt x="13962" y="3035"/>
                      <a:pt x="13962" y="3035"/>
                      <a:pt x="13962" y="3035"/>
                    </a:cubicBezTo>
                    <a:cubicBezTo>
                      <a:pt x="13837" y="2916"/>
                      <a:pt x="13837" y="2916"/>
                      <a:pt x="13837" y="2916"/>
                    </a:cubicBezTo>
                    <a:cubicBezTo>
                      <a:pt x="13711" y="2916"/>
                      <a:pt x="13711" y="2916"/>
                      <a:pt x="13711" y="2916"/>
                    </a:cubicBezTo>
                    <a:cubicBezTo>
                      <a:pt x="13586" y="3035"/>
                      <a:pt x="13586" y="3035"/>
                      <a:pt x="13586" y="3035"/>
                    </a:cubicBezTo>
                    <a:cubicBezTo>
                      <a:pt x="13398" y="3035"/>
                      <a:pt x="13398" y="3035"/>
                      <a:pt x="13398" y="3035"/>
                    </a:cubicBezTo>
                    <a:cubicBezTo>
                      <a:pt x="13210" y="2975"/>
                      <a:pt x="13210" y="2975"/>
                      <a:pt x="13210" y="2975"/>
                    </a:cubicBezTo>
                    <a:cubicBezTo>
                      <a:pt x="13023" y="2916"/>
                      <a:pt x="13023" y="2916"/>
                      <a:pt x="13023" y="2916"/>
                    </a:cubicBezTo>
                    <a:cubicBezTo>
                      <a:pt x="12897" y="3094"/>
                      <a:pt x="12897" y="3094"/>
                      <a:pt x="12897" y="3094"/>
                    </a:cubicBezTo>
                    <a:cubicBezTo>
                      <a:pt x="12897" y="3154"/>
                      <a:pt x="12897" y="3154"/>
                      <a:pt x="12897" y="3154"/>
                    </a:cubicBezTo>
                    <a:cubicBezTo>
                      <a:pt x="12897" y="3154"/>
                      <a:pt x="12897" y="3154"/>
                      <a:pt x="12897" y="3154"/>
                    </a:cubicBezTo>
                    <a:cubicBezTo>
                      <a:pt x="12960" y="3213"/>
                      <a:pt x="12960" y="3213"/>
                      <a:pt x="12960" y="3213"/>
                    </a:cubicBezTo>
                    <a:cubicBezTo>
                      <a:pt x="12897" y="3213"/>
                      <a:pt x="12897" y="3213"/>
                      <a:pt x="12897" y="3213"/>
                    </a:cubicBezTo>
                    <a:cubicBezTo>
                      <a:pt x="12835" y="3273"/>
                      <a:pt x="12835" y="3273"/>
                      <a:pt x="12835" y="3273"/>
                    </a:cubicBezTo>
                    <a:cubicBezTo>
                      <a:pt x="12835" y="3332"/>
                      <a:pt x="12835" y="3332"/>
                      <a:pt x="12835" y="3332"/>
                    </a:cubicBezTo>
                    <a:cubicBezTo>
                      <a:pt x="12772" y="3273"/>
                      <a:pt x="12772" y="3273"/>
                      <a:pt x="12772" y="3273"/>
                    </a:cubicBezTo>
                    <a:cubicBezTo>
                      <a:pt x="12710" y="3273"/>
                      <a:pt x="12710" y="3273"/>
                      <a:pt x="12710" y="3273"/>
                    </a:cubicBezTo>
                    <a:cubicBezTo>
                      <a:pt x="12584" y="3273"/>
                      <a:pt x="12584" y="3273"/>
                      <a:pt x="12584" y="3273"/>
                    </a:cubicBezTo>
                    <a:cubicBezTo>
                      <a:pt x="12459" y="3451"/>
                      <a:pt x="12459" y="3451"/>
                      <a:pt x="12459" y="3451"/>
                    </a:cubicBezTo>
                    <a:cubicBezTo>
                      <a:pt x="12334" y="3630"/>
                      <a:pt x="12334" y="3630"/>
                      <a:pt x="12334" y="3630"/>
                    </a:cubicBezTo>
                    <a:cubicBezTo>
                      <a:pt x="12459" y="3511"/>
                      <a:pt x="12459" y="3511"/>
                      <a:pt x="12459" y="3511"/>
                    </a:cubicBezTo>
                    <a:cubicBezTo>
                      <a:pt x="12459" y="3392"/>
                      <a:pt x="12459" y="3392"/>
                      <a:pt x="12459" y="3392"/>
                    </a:cubicBezTo>
                    <a:cubicBezTo>
                      <a:pt x="12459" y="3332"/>
                      <a:pt x="12459" y="3332"/>
                      <a:pt x="12459" y="3332"/>
                    </a:cubicBezTo>
                    <a:cubicBezTo>
                      <a:pt x="12459" y="3213"/>
                      <a:pt x="12459" y="3213"/>
                      <a:pt x="12459" y="3213"/>
                    </a:cubicBezTo>
                    <a:cubicBezTo>
                      <a:pt x="12397" y="3213"/>
                      <a:pt x="12397" y="3213"/>
                      <a:pt x="12397" y="3213"/>
                    </a:cubicBezTo>
                    <a:cubicBezTo>
                      <a:pt x="12334" y="3332"/>
                      <a:pt x="12334" y="3332"/>
                      <a:pt x="12334" y="3332"/>
                    </a:cubicBezTo>
                    <a:cubicBezTo>
                      <a:pt x="12271" y="3451"/>
                      <a:pt x="12271" y="3451"/>
                      <a:pt x="12271" y="3451"/>
                    </a:cubicBezTo>
                    <a:cubicBezTo>
                      <a:pt x="12209" y="3570"/>
                      <a:pt x="12209" y="3570"/>
                      <a:pt x="12209" y="3570"/>
                    </a:cubicBezTo>
                    <a:cubicBezTo>
                      <a:pt x="12083" y="3630"/>
                      <a:pt x="12083" y="3630"/>
                      <a:pt x="12083" y="3630"/>
                    </a:cubicBezTo>
                    <a:cubicBezTo>
                      <a:pt x="12209" y="3511"/>
                      <a:pt x="12209" y="3511"/>
                      <a:pt x="12209" y="3511"/>
                    </a:cubicBezTo>
                    <a:cubicBezTo>
                      <a:pt x="12209" y="3332"/>
                      <a:pt x="12209" y="3332"/>
                      <a:pt x="12209" y="3332"/>
                    </a:cubicBezTo>
                    <a:cubicBezTo>
                      <a:pt x="12397" y="3154"/>
                      <a:pt x="12397" y="3154"/>
                      <a:pt x="12397" y="3154"/>
                    </a:cubicBezTo>
                    <a:cubicBezTo>
                      <a:pt x="12459" y="2975"/>
                      <a:pt x="12459" y="2975"/>
                      <a:pt x="12459" y="2975"/>
                    </a:cubicBezTo>
                    <a:cubicBezTo>
                      <a:pt x="12522" y="2856"/>
                      <a:pt x="12522" y="2856"/>
                      <a:pt x="12522" y="2856"/>
                    </a:cubicBezTo>
                    <a:cubicBezTo>
                      <a:pt x="12647" y="2797"/>
                      <a:pt x="12647" y="2797"/>
                      <a:pt x="12647" y="2797"/>
                    </a:cubicBezTo>
                    <a:cubicBezTo>
                      <a:pt x="12772" y="2737"/>
                      <a:pt x="12772" y="2737"/>
                      <a:pt x="12772" y="2737"/>
                    </a:cubicBezTo>
                    <a:cubicBezTo>
                      <a:pt x="12835" y="2678"/>
                      <a:pt x="12835" y="2678"/>
                      <a:pt x="12835" y="2678"/>
                    </a:cubicBezTo>
                    <a:cubicBezTo>
                      <a:pt x="12897" y="2559"/>
                      <a:pt x="12897" y="2559"/>
                      <a:pt x="12897" y="2559"/>
                    </a:cubicBezTo>
                    <a:cubicBezTo>
                      <a:pt x="13210" y="2321"/>
                      <a:pt x="13210" y="2321"/>
                      <a:pt x="13210" y="2321"/>
                    </a:cubicBezTo>
                    <a:cubicBezTo>
                      <a:pt x="13210" y="2261"/>
                      <a:pt x="13210" y="2261"/>
                      <a:pt x="13210" y="2261"/>
                    </a:cubicBezTo>
                    <a:cubicBezTo>
                      <a:pt x="13273" y="2202"/>
                      <a:pt x="13273" y="2202"/>
                      <a:pt x="13273" y="2202"/>
                    </a:cubicBezTo>
                    <a:cubicBezTo>
                      <a:pt x="13210" y="2142"/>
                      <a:pt x="13210" y="2142"/>
                      <a:pt x="13210" y="2142"/>
                    </a:cubicBezTo>
                    <a:cubicBezTo>
                      <a:pt x="13210" y="2083"/>
                      <a:pt x="13210" y="2083"/>
                      <a:pt x="13210" y="2083"/>
                    </a:cubicBezTo>
                    <a:cubicBezTo>
                      <a:pt x="13273" y="2023"/>
                      <a:pt x="13273" y="2023"/>
                      <a:pt x="13273" y="2023"/>
                    </a:cubicBezTo>
                    <a:cubicBezTo>
                      <a:pt x="13273" y="1964"/>
                      <a:pt x="13273" y="1964"/>
                      <a:pt x="13273" y="1964"/>
                    </a:cubicBezTo>
                    <a:cubicBezTo>
                      <a:pt x="13148" y="1845"/>
                      <a:pt x="13148" y="1845"/>
                      <a:pt x="13148" y="1845"/>
                    </a:cubicBezTo>
                    <a:cubicBezTo>
                      <a:pt x="13023" y="1904"/>
                      <a:pt x="13023" y="1904"/>
                      <a:pt x="13023" y="1904"/>
                    </a:cubicBezTo>
                    <a:cubicBezTo>
                      <a:pt x="13023" y="1904"/>
                      <a:pt x="13023" y="1904"/>
                      <a:pt x="13023" y="1904"/>
                    </a:cubicBezTo>
                    <a:cubicBezTo>
                      <a:pt x="12960" y="1845"/>
                      <a:pt x="12960" y="1845"/>
                      <a:pt x="12960" y="1845"/>
                    </a:cubicBezTo>
                    <a:cubicBezTo>
                      <a:pt x="12897" y="1607"/>
                      <a:pt x="12897" y="1607"/>
                      <a:pt x="12897" y="1607"/>
                    </a:cubicBezTo>
                    <a:cubicBezTo>
                      <a:pt x="12772" y="1369"/>
                      <a:pt x="12772" y="1369"/>
                      <a:pt x="12772" y="1369"/>
                    </a:cubicBezTo>
                    <a:cubicBezTo>
                      <a:pt x="12647" y="1190"/>
                      <a:pt x="12647" y="1190"/>
                      <a:pt x="12647" y="1190"/>
                    </a:cubicBezTo>
                    <a:cubicBezTo>
                      <a:pt x="12584" y="1012"/>
                      <a:pt x="12584" y="1012"/>
                      <a:pt x="12584" y="1012"/>
                    </a:cubicBezTo>
                    <a:cubicBezTo>
                      <a:pt x="12584" y="893"/>
                      <a:pt x="12584" y="893"/>
                      <a:pt x="12584" y="893"/>
                    </a:cubicBezTo>
                    <a:cubicBezTo>
                      <a:pt x="12522" y="774"/>
                      <a:pt x="12522" y="774"/>
                      <a:pt x="12522" y="774"/>
                    </a:cubicBezTo>
                    <a:cubicBezTo>
                      <a:pt x="12522" y="714"/>
                      <a:pt x="12522" y="714"/>
                      <a:pt x="12522" y="714"/>
                    </a:cubicBezTo>
                    <a:cubicBezTo>
                      <a:pt x="12459" y="655"/>
                      <a:pt x="12459" y="655"/>
                      <a:pt x="12459" y="655"/>
                    </a:cubicBezTo>
                    <a:cubicBezTo>
                      <a:pt x="12397" y="476"/>
                      <a:pt x="12397" y="476"/>
                      <a:pt x="12397" y="476"/>
                    </a:cubicBezTo>
                    <a:cubicBezTo>
                      <a:pt x="12397" y="536"/>
                      <a:pt x="12397" y="536"/>
                      <a:pt x="12397" y="536"/>
                    </a:cubicBezTo>
                    <a:cubicBezTo>
                      <a:pt x="12397" y="595"/>
                      <a:pt x="12397" y="595"/>
                      <a:pt x="12397" y="595"/>
                    </a:cubicBezTo>
                    <a:cubicBezTo>
                      <a:pt x="12334" y="655"/>
                      <a:pt x="12334" y="655"/>
                      <a:pt x="12334" y="655"/>
                    </a:cubicBezTo>
                    <a:cubicBezTo>
                      <a:pt x="12209" y="774"/>
                      <a:pt x="12209" y="774"/>
                      <a:pt x="12209" y="774"/>
                    </a:cubicBezTo>
                    <a:cubicBezTo>
                      <a:pt x="12209" y="714"/>
                      <a:pt x="12209" y="714"/>
                      <a:pt x="12209" y="714"/>
                    </a:cubicBezTo>
                    <a:cubicBezTo>
                      <a:pt x="12209" y="774"/>
                      <a:pt x="12209" y="774"/>
                      <a:pt x="12209" y="774"/>
                    </a:cubicBezTo>
                    <a:cubicBezTo>
                      <a:pt x="12146" y="833"/>
                      <a:pt x="12146" y="833"/>
                      <a:pt x="12146" y="833"/>
                    </a:cubicBezTo>
                    <a:cubicBezTo>
                      <a:pt x="12021" y="952"/>
                      <a:pt x="12021" y="952"/>
                      <a:pt x="12021" y="952"/>
                    </a:cubicBezTo>
                    <a:cubicBezTo>
                      <a:pt x="11896" y="1131"/>
                      <a:pt x="11896" y="1131"/>
                      <a:pt x="11896" y="1131"/>
                    </a:cubicBezTo>
                    <a:cubicBezTo>
                      <a:pt x="11896" y="1250"/>
                      <a:pt x="11896" y="1250"/>
                      <a:pt x="11896" y="1250"/>
                    </a:cubicBezTo>
                    <a:cubicBezTo>
                      <a:pt x="11770" y="1488"/>
                      <a:pt x="11770" y="1488"/>
                      <a:pt x="11770" y="1488"/>
                    </a:cubicBezTo>
                    <a:cubicBezTo>
                      <a:pt x="11708" y="1607"/>
                      <a:pt x="11708" y="1607"/>
                      <a:pt x="11708" y="1607"/>
                    </a:cubicBezTo>
                    <a:cubicBezTo>
                      <a:pt x="11645" y="1726"/>
                      <a:pt x="11645" y="1726"/>
                      <a:pt x="11645" y="1726"/>
                    </a:cubicBezTo>
                    <a:cubicBezTo>
                      <a:pt x="11520" y="1726"/>
                      <a:pt x="11520" y="1726"/>
                      <a:pt x="11520" y="1726"/>
                    </a:cubicBezTo>
                    <a:cubicBezTo>
                      <a:pt x="11457" y="1785"/>
                      <a:pt x="11457" y="1785"/>
                      <a:pt x="11457" y="1785"/>
                    </a:cubicBezTo>
                    <a:cubicBezTo>
                      <a:pt x="11457" y="1845"/>
                      <a:pt x="11457" y="1845"/>
                      <a:pt x="11457" y="1845"/>
                    </a:cubicBezTo>
                    <a:cubicBezTo>
                      <a:pt x="11332" y="1904"/>
                      <a:pt x="11332" y="1904"/>
                      <a:pt x="11332" y="1904"/>
                    </a:cubicBezTo>
                    <a:cubicBezTo>
                      <a:pt x="11270" y="1904"/>
                      <a:pt x="11270" y="1904"/>
                      <a:pt x="11270" y="1904"/>
                    </a:cubicBezTo>
                    <a:cubicBezTo>
                      <a:pt x="11270" y="1785"/>
                      <a:pt x="11270" y="1785"/>
                      <a:pt x="11270" y="1785"/>
                    </a:cubicBezTo>
                    <a:cubicBezTo>
                      <a:pt x="11270" y="1785"/>
                      <a:pt x="11270" y="1785"/>
                      <a:pt x="11270" y="1785"/>
                    </a:cubicBezTo>
                    <a:cubicBezTo>
                      <a:pt x="11207" y="1726"/>
                      <a:pt x="11207" y="1726"/>
                      <a:pt x="11207" y="1726"/>
                    </a:cubicBezTo>
                    <a:cubicBezTo>
                      <a:pt x="11144" y="1726"/>
                      <a:pt x="11144" y="1726"/>
                      <a:pt x="11144" y="1726"/>
                    </a:cubicBezTo>
                    <a:cubicBezTo>
                      <a:pt x="11082" y="1726"/>
                      <a:pt x="11082" y="1726"/>
                      <a:pt x="11082" y="1726"/>
                    </a:cubicBezTo>
                    <a:cubicBezTo>
                      <a:pt x="11019" y="1785"/>
                      <a:pt x="11019" y="1785"/>
                      <a:pt x="11019" y="1785"/>
                    </a:cubicBezTo>
                    <a:cubicBezTo>
                      <a:pt x="10957" y="1785"/>
                      <a:pt x="10957" y="1785"/>
                      <a:pt x="10957" y="1785"/>
                    </a:cubicBezTo>
                    <a:cubicBezTo>
                      <a:pt x="10894" y="1726"/>
                      <a:pt x="10894" y="1726"/>
                      <a:pt x="10894" y="1726"/>
                    </a:cubicBezTo>
                    <a:cubicBezTo>
                      <a:pt x="10894" y="1666"/>
                      <a:pt x="10894" y="1666"/>
                      <a:pt x="10894" y="1666"/>
                    </a:cubicBezTo>
                    <a:cubicBezTo>
                      <a:pt x="10831" y="1607"/>
                      <a:pt x="10831" y="1607"/>
                      <a:pt x="10831" y="1607"/>
                    </a:cubicBezTo>
                    <a:cubicBezTo>
                      <a:pt x="10769" y="1547"/>
                      <a:pt x="10769" y="1547"/>
                      <a:pt x="10769" y="1547"/>
                    </a:cubicBezTo>
                    <a:cubicBezTo>
                      <a:pt x="10769" y="1488"/>
                      <a:pt x="10769" y="1488"/>
                      <a:pt x="10769" y="1488"/>
                    </a:cubicBezTo>
                    <a:cubicBezTo>
                      <a:pt x="10706" y="1488"/>
                      <a:pt x="10706" y="1488"/>
                      <a:pt x="10706" y="1488"/>
                    </a:cubicBezTo>
                    <a:cubicBezTo>
                      <a:pt x="10581" y="1369"/>
                      <a:pt x="10581" y="1369"/>
                      <a:pt x="10581" y="1369"/>
                    </a:cubicBezTo>
                    <a:cubicBezTo>
                      <a:pt x="10456" y="1369"/>
                      <a:pt x="10456" y="1369"/>
                      <a:pt x="10456" y="1369"/>
                    </a:cubicBezTo>
                    <a:cubicBezTo>
                      <a:pt x="10330" y="1428"/>
                      <a:pt x="10330" y="1428"/>
                      <a:pt x="10330" y="1428"/>
                    </a:cubicBezTo>
                    <a:cubicBezTo>
                      <a:pt x="10143" y="1428"/>
                      <a:pt x="10143" y="1428"/>
                      <a:pt x="10143" y="1428"/>
                    </a:cubicBezTo>
                    <a:cubicBezTo>
                      <a:pt x="10017" y="1428"/>
                      <a:pt x="10017" y="1428"/>
                      <a:pt x="10017" y="1428"/>
                    </a:cubicBezTo>
                    <a:cubicBezTo>
                      <a:pt x="9892" y="1488"/>
                      <a:pt x="9892" y="1488"/>
                      <a:pt x="9892" y="1488"/>
                    </a:cubicBezTo>
                    <a:cubicBezTo>
                      <a:pt x="9892" y="1547"/>
                      <a:pt x="9892" y="1547"/>
                      <a:pt x="9892" y="1547"/>
                    </a:cubicBezTo>
                    <a:cubicBezTo>
                      <a:pt x="9955" y="1666"/>
                      <a:pt x="9955" y="1666"/>
                      <a:pt x="9955" y="1666"/>
                    </a:cubicBezTo>
                    <a:cubicBezTo>
                      <a:pt x="10017" y="1726"/>
                      <a:pt x="10017" y="1726"/>
                      <a:pt x="10017" y="1726"/>
                    </a:cubicBezTo>
                    <a:cubicBezTo>
                      <a:pt x="10080" y="1845"/>
                      <a:pt x="10080" y="1845"/>
                      <a:pt x="10080" y="1845"/>
                    </a:cubicBezTo>
                    <a:cubicBezTo>
                      <a:pt x="10017" y="1845"/>
                      <a:pt x="10017" y="1845"/>
                      <a:pt x="10017" y="1845"/>
                    </a:cubicBezTo>
                    <a:cubicBezTo>
                      <a:pt x="9955" y="1845"/>
                      <a:pt x="9955" y="1845"/>
                      <a:pt x="9955" y="1845"/>
                    </a:cubicBezTo>
                    <a:cubicBezTo>
                      <a:pt x="9767" y="1845"/>
                      <a:pt x="9767" y="1845"/>
                      <a:pt x="9767" y="1845"/>
                    </a:cubicBezTo>
                    <a:cubicBezTo>
                      <a:pt x="9767" y="1785"/>
                      <a:pt x="9767" y="1785"/>
                      <a:pt x="9767" y="1785"/>
                    </a:cubicBezTo>
                    <a:cubicBezTo>
                      <a:pt x="9704" y="1785"/>
                      <a:pt x="9704" y="1785"/>
                      <a:pt x="9704" y="1785"/>
                    </a:cubicBezTo>
                    <a:cubicBezTo>
                      <a:pt x="9704" y="1785"/>
                      <a:pt x="9704" y="1785"/>
                      <a:pt x="9704" y="1785"/>
                    </a:cubicBezTo>
                    <a:cubicBezTo>
                      <a:pt x="9704" y="1785"/>
                      <a:pt x="9704" y="1785"/>
                      <a:pt x="9704" y="1785"/>
                    </a:cubicBezTo>
                    <a:cubicBezTo>
                      <a:pt x="9517" y="1785"/>
                      <a:pt x="9517" y="1785"/>
                      <a:pt x="9517" y="1785"/>
                    </a:cubicBezTo>
                    <a:cubicBezTo>
                      <a:pt x="9454" y="1845"/>
                      <a:pt x="9454" y="1845"/>
                      <a:pt x="9454" y="1845"/>
                    </a:cubicBezTo>
                    <a:cubicBezTo>
                      <a:pt x="9391" y="1785"/>
                      <a:pt x="9391" y="1785"/>
                      <a:pt x="9391" y="1785"/>
                    </a:cubicBezTo>
                    <a:cubicBezTo>
                      <a:pt x="9203" y="1785"/>
                      <a:pt x="9203" y="1785"/>
                      <a:pt x="9203" y="1785"/>
                    </a:cubicBezTo>
                    <a:cubicBezTo>
                      <a:pt x="9141" y="1845"/>
                      <a:pt x="9141" y="1845"/>
                      <a:pt x="9141" y="1845"/>
                    </a:cubicBezTo>
                    <a:cubicBezTo>
                      <a:pt x="9016" y="2023"/>
                      <a:pt x="9016" y="2023"/>
                      <a:pt x="9016" y="2023"/>
                    </a:cubicBezTo>
                    <a:cubicBezTo>
                      <a:pt x="8828" y="1964"/>
                      <a:pt x="8828" y="1964"/>
                      <a:pt x="8828" y="1964"/>
                    </a:cubicBezTo>
                    <a:cubicBezTo>
                      <a:pt x="8703" y="2023"/>
                      <a:pt x="8703" y="2023"/>
                      <a:pt x="8703" y="2023"/>
                    </a:cubicBezTo>
                    <a:cubicBezTo>
                      <a:pt x="8703" y="2083"/>
                      <a:pt x="8703" y="2083"/>
                      <a:pt x="8703" y="2083"/>
                    </a:cubicBezTo>
                    <a:cubicBezTo>
                      <a:pt x="8640" y="2142"/>
                      <a:pt x="8640" y="2142"/>
                      <a:pt x="8640" y="2142"/>
                    </a:cubicBezTo>
                    <a:cubicBezTo>
                      <a:pt x="8515" y="2202"/>
                      <a:pt x="8515" y="2202"/>
                      <a:pt x="8515" y="2202"/>
                    </a:cubicBezTo>
                    <a:cubicBezTo>
                      <a:pt x="8452" y="2142"/>
                      <a:pt x="8452" y="2142"/>
                      <a:pt x="8452" y="2142"/>
                    </a:cubicBezTo>
                    <a:cubicBezTo>
                      <a:pt x="8390" y="2142"/>
                      <a:pt x="8390" y="2142"/>
                      <a:pt x="8390" y="2142"/>
                    </a:cubicBezTo>
                    <a:cubicBezTo>
                      <a:pt x="8327" y="2261"/>
                      <a:pt x="8327" y="2261"/>
                      <a:pt x="8327" y="2261"/>
                    </a:cubicBezTo>
                    <a:cubicBezTo>
                      <a:pt x="8264" y="2202"/>
                      <a:pt x="8264" y="2202"/>
                      <a:pt x="8264" y="2202"/>
                    </a:cubicBezTo>
                    <a:cubicBezTo>
                      <a:pt x="8014" y="2023"/>
                      <a:pt x="8014" y="2023"/>
                      <a:pt x="8014" y="2023"/>
                    </a:cubicBezTo>
                    <a:cubicBezTo>
                      <a:pt x="7951" y="1964"/>
                      <a:pt x="7951" y="1964"/>
                      <a:pt x="7951" y="1964"/>
                    </a:cubicBezTo>
                    <a:cubicBezTo>
                      <a:pt x="7951" y="1845"/>
                      <a:pt x="7951" y="1845"/>
                      <a:pt x="7951" y="1845"/>
                    </a:cubicBezTo>
                    <a:cubicBezTo>
                      <a:pt x="7826" y="1726"/>
                      <a:pt x="7826" y="1726"/>
                      <a:pt x="7826" y="1726"/>
                    </a:cubicBezTo>
                    <a:cubicBezTo>
                      <a:pt x="7701" y="1666"/>
                      <a:pt x="7701" y="1666"/>
                      <a:pt x="7701" y="1666"/>
                    </a:cubicBezTo>
                    <a:cubicBezTo>
                      <a:pt x="7701" y="1547"/>
                      <a:pt x="7701" y="1547"/>
                      <a:pt x="7701" y="1547"/>
                    </a:cubicBezTo>
                    <a:cubicBezTo>
                      <a:pt x="7701" y="1488"/>
                      <a:pt x="7701" y="1488"/>
                      <a:pt x="7701" y="1488"/>
                    </a:cubicBezTo>
                    <a:cubicBezTo>
                      <a:pt x="7701" y="1428"/>
                      <a:pt x="7701" y="1428"/>
                      <a:pt x="7701" y="1428"/>
                    </a:cubicBezTo>
                    <a:cubicBezTo>
                      <a:pt x="7701" y="1309"/>
                      <a:pt x="7701" y="1309"/>
                      <a:pt x="7701" y="1309"/>
                    </a:cubicBezTo>
                    <a:cubicBezTo>
                      <a:pt x="7763" y="1250"/>
                      <a:pt x="7763" y="1250"/>
                      <a:pt x="7763" y="1250"/>
                    </a:cubicBezTo>
                    <a:cubicBezTo>
                      <a:pt x="7763" y="1131"/>
                      <a:pt x="7763" y="1131"/>
                      <a:pt x="7763" y="1131"/>
                    </a:cubicBezTo>
                    <a:cubicBezTo>
                      <a:pt x="7826" y="952"/>
                      <a:pt x="7826" y="952"/>
                      <a:pt x="7826" y="952"/>
                    </a:cubicBezTo>
                    <a:cubicBezTo>
                      <a:pt x="7889" y="833"/>
                      <a:pt x="7889" y="833"/>
                      <a:pt x="7889" y="833"/>
                    </a:cubicBezTo>
                    <a:cubicBezTo>
                      <a:pt x="8014" y="714"/>
                      <a:pt x="8014" y="714"/>
                      <a:pt x="8014" y="714"/>
                    </a:cubicBezTo>
                    <a:cubicBezTo>
                      <a:pt x="8014" y="655"/>
                      <a:pt x="8014" y="655"/>
                      <a:pt x="8014" y="655"/>
                    </a:cubicBezTo>
                    <a:cubicBezTo>
                      <a:pt x="7889" y="655"/>
                      <a:pt x="7889" y="655"/>
                      <a:pt x="7889" y="655"/>
                    </a:cubicBezTo>
                    <a:cubicBezTo>
                      <a:pt x="7826" y="595"/>
                      <a:pt x="7826" y="595"/>
                      <a:pt x="7826" y="595"/>
                    </a:cubicBezTo>
                    <a:cubicBezTo>
                      <a:pt x="7826" y="476"/>
                      <a:pt x="7826" y="476"/>
                      <a:pt x="7826" y="476"/>
                    </a:cubicBezTo>
                    <a:cubicBezTo>
                      <a:pt x="7701" y="476"/>
                      <a:pt x="7701" y="476"/>
                      <a:pt x="7701" y="476"/>
                    </a:cubicBezTo>
                    <a:cubicBezTo>
                      <a:pt x="7576" y="476"/>
                      <a:pt x="7576" y="476"/>
                      <a:pt x="7576" y="476"/>
                    </a:cubicBezTo>
                    <a:cubicBezTo>
                      <a:pt x="7638" y="417"/>
                      <a:pt x="7638" y="417"/>
                      <a:pt x="7638" y="417"/>
                    </a:cubicBezTo>
                    <a:cubicBezTo>
                      <a:pt x="7701" y="298"/>
                      <a:pt x="7701" y="298"/>
                      <a:pt x="7701" y="298"/>
                    </a:cubicBezTo>
                    <a:cubicBezTo>
                      <a:pt x="7701" y="179"/>
                      <a:pt x="7701" y="179"/>
                      <a:pt x="7701" y="179"/>
                    </a:cubicBezTo>
                    <a:cubicBezTo>
                      <a:pt x="7638" y="60"/>
                      <a:pt x="7638" y="60"/>
                      <a:pt x="7638" y="60"/>
                    </a:cubicBezTo>
                    <a:cubicBezTo>
                      <a:pt x="7513" y="60"/>
                      <a:pt x="7513" y="60"/>
                      <a:pt x="7513" y="60"/>
                    </a:cubicBezTo>
                    <a:cubicBezTo>
                      <a:pt x="7450" y="60"/>
                      <a:pt x="7450" y="60"/>
                      <a:pt x="7450" y="60"/>
                    </a:cubicBezTo>
                    <a:cubicBezTo>
                      <a:pt x="7388" y="0"/>
                      <a:pt x="7388" y="0"/>
                      <a:pt x="7388" y="0"/>
                    </a:cubicBezTo>
                    <a:cubicBezTo>
                      <a:pt x="7325" y="0"/>
                      <a:pt x="7325" y="0"/>
                      <a:pt x="7325" y="0"/>
                    </a:cubicBezTo>
                    <a:cubicBezTo>
                      <a:pt x="7325" y="119"/>
                      <a:pt x="7325" y="119"/>
                      <a:pt x="7325" y="119"/>
                    </a:cubicBezTo>
                    <a:cubicBezTo>
                      <a:pt x="7263" y="238"/>
                      <a:pt x="7263" y="238"/>
                      <a:pt x="7263" y="238"/>
                    </a:cubicBezTo>
                    <a:cubicBezTo>
                      <a:pt x="7012" y="417"/>
                      <a:pt x="7012" y="417"/>
                      <a:pt x="7012" y="417"/>
                    </a:cubicBezTo>
                    <a:cubicBezTo>
                      <a:pt x="6824" y="476"/>
                      <a:pt x="6824" y="476"/>
                      <a:pt x="6824" y="476"/>
                    </a:cubicBezTo>
                    <a:cubicBezTo>
                      <a:pt x="6574" y="536"/>
                      <a:pt x="6574" y="536"/>
                      <a:pt x="6574" y="536"/>
                    </a:cubicBezTo>
                    <a:cubicBezTo>
                      <a:pt x="6574" y="536"/>
                      <a:pt x="6574" y="536"/>
                      <a:pt x="6574" y="536"/>
                    </a:cubicBezTo>
                    <a:cubicBezTo>
                      <a:pt x="6574" y="536"/>
                      <a:pt x="6574" y="536"/>
                      <a:pt x="6574" y="536"/>
                    </a:cubicBezTo>
                    <a:cubicBezTo>
                      <a:pt x="6511" y="536"/>
                      <a:pt x="6511" y="536"/>
                      <a:pt x="6511" y="536"/>
                    </a:cubicBezTo>
                    <a:cubicBezTo>
                      <a:pt x="6323" y="536"/>
                      <a:pt x="6323" y="536"/>
                      <a:pt x="6323" y="536"/>
                    </a:cubicBezTo>
                    <a:cubicBezTo>
                      <a:pt x="6136" y="655"/>
                      <a:pt x="6136" y="655"/>
                      <a:pt x="6136" y="655"/>
                    </a:cubicBezTo>
                    <a:cubicBezTo>
                      <a:pt x="5948" y="714"/>
                      <a:pt x="5948" y="714"/>
                      <a:pt x="5948" y="714"/>
                    </a:cubicBezTo>
                    <a:cubicBezTo>
                      <a:pt x="5948" y="714"/>
                      <a:pt x="5948" y="714"/>
                      <a:pt x="5948" y="714"/>
                    </a:cubicBezTo>
                    <a:cubicBezTo>
                      <a:pt x="5697" y="714"/>
                      <a:pt x="5697" y="714"/>
                      <a:pt x="5697" y="714"/>
                    </a:cubicBezTo>
                    <a:cubicBezTo>
                      <a:pt x="5510" y="714"/>
                      <a:pt x="5510" y="714"/>
                      <a:pt x="5510" y="714"/>
                    </a:cubicBezTo>
                    <a:cubicBezTo>
                      <a:pt x="5322" y="655"/>
                      <a:pt x="5322" y="655"/>
                      <a:pt x="5322" y="655"/>
                    </a:cubicBezTo>
                    <a:cubicBezTo>
                      <a:pt x="5134" y="595"/>
                      <a:pt x="5134" y="595"/>
                      <a:pt x="5134" y="595"/>
                    </a:cubicBezTo>
                    <a:cubicBezTo>
                      <a:pt x="5009" y="595"/>
                      <a:pt x="5009" y="595"/>
                      <a:pt x="5009" y="595"/>
                    </a:cubicBezTo>
                    <a:cubicBezTo>
                      <a:pt x="5071" y="714"/>
                      <a:pt x="5071" y="714"/>
                      <a:pt x="5071" y="714"/>
                    </a:cubicBezTo>
                    <a:cubicBezTo>
                      <a:pt x="5197" y="774"/>
                      <a:pt x="5197" y="774"/>
                      <a:pt x="5197" y="774"/>
                    </a:cubicBezTo>
                    <a:cubicBezTo>
                      <a:pt x="5259" y="833"/>
                      <a:pt x="5259" y="833"/>
                      <a:pt x="5259" y="833"/>
                    </a:cubicBezTo>
                    <a:cubicBezTo>
                      <a:pt x="5322" y="952"/>
                      <a:pt x="5322" y="952"/>
                      <a:pt x="5322" y="952"/>
                    </a:cubicBezTo>
                    <a:cubicBezTo>
                      <a:pt x="5197" y="1190"/>
                      <a:pt x="5197" y="1190"/>
                      <a:pt x="5197" y="1190"/>
                    </a:cubicBezTo>
                    <a:cubicBezTo>
                      <a:pt x="5197" y="1250"/>
                      <a:pt x="5197" y="1250"/>
                      <a:pt x="5197" y="1250"/>
                    </a:cubicBezTo>
                    <a:cubicBezTo>
                      <a:pt x="5259" y="1309"/>
                      <a:pt x="5259" y="1309"/>
                      <a:pt x="5259" y="1309"/>
                    </a:cubicBezTo>
                    <a:cubicBezTo>
                      <a:pt x="5197" y="1488"/>
                      <a:pt x="5197" y="1488"/>
                      <a:pt x="5197" y="1488"/>
                    </a:cubicBezTo>
                    <a:cubicBezTo>
                      <a:pt x="5447" y="1547"/>
                      <a:pt x="5447" y="1547"/>
                      <a:pt x="5447" y="1547"/>
                    </a:cubicBezTo>
                    <a:cubicBezTo>
                      <a:pt x="5635" y="1547"/>
                      <a:pt x="5635" y="1547"/>
                      <a:pt x="5635" y="1547"/>
                    </a:cubicBezTo>
                    <a:cubicBezTo>
                      <a:pt x="5823" y="1547"/>
                      <a:pt x="5823" y="1547"/>
                      <a:pt x="5823" y="1547"/>
                    </a:cubicBezTo>
                    <a:cubicBezTo>
                      <a:pt x="5823" y="1666"/>
                      <a:pt x="5823" y="1666"/>
                      <a:pt x="5823" y="1666"/>
                    </a:cubicBezTo>
                    <a:cubicBezTo>
                      <a:pt x="5697" y="1726"/>
                      <a:pt x="5697" y="1726"/>
                      <a:pt x="5697" y="1726"/>
                    </a:cubicBezTo>
                    <a:cubicBezTo>
                      <a:pt x="5447" y="1785"/>
                      <a:pt x="5447" y="1785"/>
                      <a:pt x="5447" y="1785"/>
                    </a:cubicBezTo>
                    <a:cubicBezTo>
                      <a:pt x="5384" y="1785"/>
                      <a:pt x="5384" y="1785"/>
                      <a:pt x="5384" y="1785"/>
                    </a:cubicBezTo>
                    <a:cubicBezTo>
                      <a:pt x="5322" y="1845"/>
                      <a:pt x="5322" y="1845"/>
                      <a:pt x="5322" y="1845"/>
                    </a:cubicBezTo>
                    <a:cubicBezTo>
                      <a:pt x="5259" y="2023"/>
                      <a:pt x="5259" y="2023"/>
                      <a:pt x="5259" y="2023"/>
                    </a:cubicBezTo>
                    <a:cubicBezTo>
                      <a:pt x="5009" y="2142"/>
                      <a:pt x="5009" y="2142"/>
                      <a:pt x="5009" y="2142"/>
                    </a:cubicBezTo>
                    <a:cubicBezTo>
                      <a:pt x="4883" y="2261"/>
                      <a:pt x="4883" y="2261"/>
                      <a:pt x="4883" y="2261"/>
                    </a:cubicBezTo>
                    <a:cubicBezTo>
                      <a:pt x="4696" y="2380"/>
                      <a:pt x="4696" y="2380"/>
                      <a:pt x="4696" y="2380"/>
                    </a:cubicBezTo>
                    <a:cubicBezTo>
                      <a:pt x="4570" y="2499"/>
                      <a:pt x="4570" y="2499"/>
                      <a:pt x="4570" y="2499"/>
                    </a:cubicBezTo>
                    <a:cubicBezTo>
                      <a:pt x="4383" y="2499"/>
                      <a:pt x="4383" y="2499"/>
                      <a:pt x="4383" y="2499"/>
                    </a:cubicBezTo>
                    <a:cubicBezTo>
                      <a:pt x="4257" y="2499"/>
                      <a:pt x="4257" y="2499"/>
                      <a:pt x="4257" y="2499"/>
                    </a:cubicBezTo>
                    <a:cubicBezTo>
                      <a:pt x="4007" y="2321"/>
                      <a:pt x="4007" y="2321"/>
                      <a:pt x="4007" y="2321"/>
                    </a:cubicBezTo>
                    <a:cubicBezTo>
                      <a:pt x="3819" y="2202"/>
                      <a:pt x="3819" y="2202"/>
                      <a:pt x="3819" y="2202"/>
                    </a:cubicBezTo>
                    <a:cubicBezTo>
                      <a:pt x="3631" y="2202"/>
                      <a:pt x="3631" y="2202"/>
                      <a:pt x="3631" y="2202"/>
                    </a:cubicBezTo>
                    <a:cubicBezTo>
                      <a:pt x="3631" y="2083"/>
                      <a:pt x="3631" y="2083"/>
                      <a:pt x="3631" y="2083"/>
                    </a:cubicBezTo>
                    <a:cubicBezTo>
                      <a:pt x="3631" y="1964"/>
                      <a:pt x="3631" y="1964"/>
                      <a:pt x="3631" y="1964"/>
                    </a:cubicBezTo>
                    <a:cubicBezTo>
                      <a:pt x="3569" y="1845"/>
                      <a:pt x="3569" y="1845"/>
                      <a:pt x="3569" y="1845"/>
                    </a:cubicBezTo>
                    <a:cubicBezTo>
                      <a:pt x="3506" y="1785"/>
                      <a:pt x="3506" y="1785"/>
                      <a:pt x="3506" y="1785"/>
                    </a:cubicBezTo>
                    <a:cubicBezTo>
                      <a:pt x="3381" y="1785"/>
                      <a:pt x="3381" y="1785"/>
                      <a:pt x="3381" y="1785"/>
                    </a:cubicBezTo>
                    <a:cubicBezTo>
                      <a:pt x="3256" y="1904"/>
                      <a:pt x="3256" y="1904"/>
                      <a:pt x="3256" y="1904"/>
                    </a:cubicBezTo>
                    <a:cubicBezTo>
                      <a:pt x="3193" y="1904"/>
                      <a:pt x="3193" y="1904"/>
                      <a:pt x="3193" y="1904"/>
                    </a:cubicBezTo>
                    <a:cubicBezTo>
                      <a:pt x="3130" y="1904"/>
                      <a:pt x="3130" y="1904"/>
                      <a:pt x="3130" y="1904"/>
                    </a:cubicBezTo>
                    <a:cubicBezTo>
                      <a:pt x="3005" y="1904"/>
                      <a:pt x="3005" y="1904"/>
                      <a:pt x="3005" y="1904"/>
                    </a:cubicBezTo>
                    <a:cubicBezTo>
                      <a:pt x="2943" y="1964"/>
                      <a:pt x="2943" y="1964"/>
                      <a:pt x="2943" y="1964"/>
                    </a:cubicBezTo>
                    <a:cubicBezTo>
                      <a:pt x="2317" y="1964"/>
                      <a:pt x="2317" y="1964"/>
                      <a:pt x="2317" y="1964"/>
                    </a:cubicBezTo>
                    <a:cubicBezTo>
                      <a:pt x="2317" y="2142"/>
                      <a:pt x="2317" y="2142"/>
                      <a:pt x="2317" y="2142"/>
                    </a:cubicBezTo>
                    <a:cubicBezTo>
                      <a:pt x="2317" y="2261"/>
                      <a:pt x="2317" y="2261"/>
                      <a:pt x="2317" y="2261"/>
                    </a:cubicBezTo>
                    <a:cubicBezTo>
                      <a:pt x="2567" y="2321"/>
                      <a:pt x="2567" y="2321"/>
                      <a:pt x="2567" y="2321"/>
                    </a:cubicBezTo>
                    <a:cubicBezTo>
                      <a:pt x="2630" y="2440"/>
                      <a:pt x="2630" y="2440"/>
                      <a:pt x="2630" y="2440"/>
                    </a:cubicBezTo>
                    <a:cubicBezTo>
                      <a:pt x="2567" y="2499"/>
                      <a:pt x="2567" y="2499"/>
                      <a:pt x="2567" y="2499"/>
                    </a:cubicBezTo>
                    <a:cubicBezTo>
                      <a:pt x="2630" y="2559"/>
                      <a:pt x="2630" y="2559"/>
                      <a:pt x="2630" y="2559"/>
                    </a:cubicBezTo>
                    <a:cubicBezTo>
                      <a:pt x="2630" y="2678"/>
                      <a:pt x="2630" y="2678"/>
                      <a:pt x="2630" y="2678"/>
                    </a:cubicBezTo>
                    <a:cubicBezTo>
                      <a:pt x="2504" y="2559"/>
                      <a:pt x="2504" y="2559"/>
                      <a:pt x="2504" y="2559"/>
                    </a:cubicBezTo>
                    <a:cubicBezTo>
                      <a:pt x="2129" y="2678"/>
                      <a:pt x="2129" y="2678"/>
                      <a:pt x="2129" y="2678"/>
                    </a:cubicBezTo>
                    <a:cubicBezTo>
                      <a:pt x="2129" y="2975"/>
                      <a:pt x="2129" y="2975"/>
                      <a:pt x="2129" y="2975"/>
                    </a:cubicBezTo>
                    <a:cubicBezTo>
                      <a:pt x="2191" y="3094"/>
                      <a:pt x="2191" y="3094"/>
                      <a:pt x="2191" y="3094"/>
                    </a:cubicBezTo>
                    <a:cubicBezTo>
                      <a:pt x="2442" y="3273"/>
                      <a:pt x="2442" y="3273"/>
                      <a:pt x="2442" y="3273"/>
                    </a:cubicBezTo>
                    <a:cubicBezTo>
                      <a:pt x="2567" y="3451"/>
                      <a:pt x="2567" y="3451"/>
                      <a:pt x="2567" y="3451"/>
                    </a:cubicBezTo>
                    <a:cubicBezTo>
                      <a:pt x="2567" y="3630"/>
                      <a:pt x="2567" y="3630"/>
                      <a:pt x="2567" y="3630"/>
                    </a:cubicBezTo>
                    <a:cubicBezTo>
                      <a:pt x="2567" y="3749"/>
                      <a:pt x="2567" y="3749"/>
                      <a:pt x="2567" y="3749"/>
                    </a:cubicBezTo>
                    <a:cubicBezTo>
                      <a:pt x="2254" y="4820"/>
                      <a:pt x="2254" y="4820"/>
                      <a:pt x="2254" y="4820"/>
                    </a:cubicBezTo>
                    <a:cubicBezTo>
                      <a:pt x="2129" y="5117"/>
                      <a:pt x="2129" y="5117"/>
                      <a:pt x="2129" y="5117"/>
                    </a:cubicBezTo>
                    <a:cubicBezTo>
                      <a:pt x="2129" y="5177"/>
                      <a:pt x="2129" y="5177"/>
                      <a:pt x="2129" y="5177"/>
                    </a:cubicBezTo>
                    <a:cubicBezTo>
                      <a:pt x="2129" y="5236"/>
                      <a:pt x="2129" y="5236"/>
                      <a:pt x="2129" y="5236"/>
                    </a:cubicBezTo>
                    <a:cubicBezTo>
                      <a:pt x="2003" y="5236"/>
                      <a:pt x="2003" y="5236"/>
                      <a:pt x="2003" y="5236"/>
                    </a:cubicBezTo>
                    <a:cubicBezTo>
                      <a:pt x="2003" y="5177"/>
                      <a:pt x="2003" y="5177"/>
                      <a:pt x="2003" y="5177"/>
                    </a:cubicBezTo>
                    <a:cubicBezTo>
                      <a:pt x="1878" y="5117"/>
                      <a:pt x="1878" y="5117"/>
                      <a:pt x="1878" y="5117"/>
                    </a:cubicBezTo>
                    <a:cubicBezTo>
                      <a:pt x="1816" y="5117"/>
                      <a:pt x="1816" y="5117"/>
                      <a:pt x="1816" y="5117"/>
                    </a:cubicBezTo>
                    <a:cubicBezTo>
                      <a:pt x="1753" y="5117"/>
                      <a:pt x="1753" y="5117"/>
                      <a:pt x="1753" y="5117"/>
                    </a:cubicBezTo>
                    <a:cubicBezTo>
                      <a:pt x="1690" y="5117"/>
                      <a:pt x="1690" y="5117"/>
                      <a:pt x="1690" y="5117"/>
                    </a:cubicBezTo>
                    <a:cubicBezTo>
                      <a:pt x="1628" y="5177"/>
                      <a:pt x="1628" y="5177"/>
                      <a:pt x="1628" y="5177"/>
                    </a:cubicBezTo>
                    <a:cubicBezTo>
                      <a:pt x="1252" y="5296"/>
                      <a:pt x="1252" y="5296"/>
                      <a:pt x="1252" y="5296"/>
                    </a:cubicBezTo>
                    <a:cubicBezTo>
                      <a:pt x="1002" y="5355"/>
                      <a:pt x="1002" y="5355"/>
                      <a:pt x="1002" y="5355"/>
                    </a:cubicBezTo>
                    <a:cubicBezTo>
                      <a:pt x="939" y="5415"/>
                      <a:pt x="939" y="5415"/>
                      <a:pt x="939" y="5415"/>
                    </a:cubicBezTo>
                    <a:cubicBezTo>
                      <a:pt x="877" y="5415"/>
                      <a:pt x="877" y="5415"/>
                      <a:pt x="877" y="5415"/>
                    </a:cubicBezTo>
                    <a:cubicBezTo>
                      <a:pt x="751" y="5534"/>
                      <a:pt x="751" y="5534"/>
                      <a:pt x="751" y="5534"/>
                    </a:cubicBezTo>
                    <a:cubicBezTo>
                      <a:pt x="626" y="5593"/>
                      <a:pt x="626" y="5593"/>
                      <a:pt x="626" y="5593"/>
                    </a:cubicBezTo>
                    <a:cubicBezTo>
                      <a:pt x="501" y="5653"/>
                      <a:pt x="501" y="5653"/>
                      <a:pt x="501" y="5653"/>
                    </a:cubicBezTo>
                    <a:cubicBezTo>
                      <a:pt x="501" y="5831"/>
                      <a:pt x="501" y="5831"/>
                      <a:pt x="501" y="5831"/>
                    </a:cubicBezTo>
                    <a:cubicBezTo>
                      <a:pt x="438" y="5891"/>
                      <a:pt x="438" y="5891"/>
                      <a:pt x="438" y="5891"/>
                    </a:cubicBezTo>
                    <a:cubicBezTo>
                      <a:pt x="501" y="5950"/>
                      <a:pt x="501" y="5950"/>
                      <a:pt x="501" y="5950"/>
                    </a:cubicBezTo>
                    <a:cubicBezTo>
                      <a:pt x="313" y="6129"/>
                      <a:pt x="313" y="6129"/>
                      <a:pt x="313" y="6129"/>
                    </a:cubicBezTo>
                    <a:cubicBezTo>
                      <a:pt x="376" y="6307"/>
                      <a:pt x="376" y="6307"/>
                      <a:pt x="376" y="6307"/>
                    </a:cubicBezTo>
                    <a:cubicBezTo>
                      <a:pt x="438" y="6367"/>
                      <a:pt x="438" y="6367"/>
                      <a:pt x="438" y="6367"/>
                    </a:cubicBezTo>
                    <a:cubicBezTo>
                      <a:pt x="376" y="6486"/>
                      <a:pt x="376" y="6486"/>
                      <a:pt x="376" y="6486"/>
                    </a:cubicBezTo>
                    <a:cubicBezTo>
                      <a:pt x="250" y="6426"/>
                      <a:pt x="250" y="6426"/>
                      <a:pt x="250" y="6426"/>
                    </a:cubicBezTo>
                    <a:cubicBezTo>
                      <a:pt x="125" y="6545"/>
                      <a:pt x="125" y="6545"/>
                      <a:pt x="125" y="6545"/>
                    </a:cubicBezTo>
                    <a:cubicBezTo>
                      <a:pt x="125" y="6664"/>
                      <a:pt x="125" y="6664"/>
                      <a:pt x="125" y="6664"/>
                    </a:cubicBezTo>
                    <a:cubicBezTo>
                      <a:pt x="63" y="6724"/>
                      <a:pt x="63" y="6724"/>
                      <a:pt x="63" y="6724"/>
                    </a:cubicBezTo>
                    <a:cubicBezTo>
                      <a:pt x="63" y="6783"/>
                      <a:pt x="63" y="6783"/>
                      <a:pt x="63" y="6783"/>
                    </a:cubicBezTo>
                    <a:cubicBezTo>
                      <a:pt x="63" y="6902"/>
                      <a:pt x="63" y="6902"/>
                      <a:pt x="63" y="6902"/>
                    </a:cubicBezTo>
                    <a:cubicBezTo>
                      <a:pt x="0" y="7021"/>
                      <a:pt x="0" y="7021"/>
                      <a:pt x="0" y="7021"/>
                    </a:cubicBezTo>
                    <a:cubicBezTo>
                      <a:pt x="63" y="7081"/>
                      <a:pt x="63" y="7081"/>
                      <a:pt x="63" y="7081"/>
                    </a:cubicBezTo>
                    <a:cubicBezTo>
                      <a:pt x="63" y="7140"/>
                      <a:pt x="63" y="7140"/>
                      <a:pt x="63" y="7140"/>
                    </a:cubicBezTo>
                    <a:cubicBezTo>
                      <a:pt x="188" y="7319"/>
                      <a:pt x="188" y="7319"/>
                      <a:pt x="188" y="7319"/>
                    </a:cubicBezTo>
                    <a:cubicBezTo>
                      <a:pt x="438" y="7736"/>
                      <a:pt x="438" y="7736"/>
                      <a:pt x="438" y="7736"/>
                    </a:cubicBezTo>
                    <a:cubicBezTo>
                      <a:pt x="313" y="7914"/>
                      <a:pt x="313" y="7914"/>
                      <a:pt x="313" y="7914"/>
                    </a:cubicBezTo>
                    <a:cubicBezTo>
                      <a:pt x="626" y="7855"/>
                      <a:pt x="626" y="7855"/>
                      <a:pt x="626" y="7855"/>
                    </a:cubicBezTo>
                    <a:cubicBezTo>
                      <a:pt x="814" y="7914"/>
                      <a:pt x="814" y="7914"/>
                      <a:pt x="814" y="7914"/>
                    </a:cubicBezTo>
                    <a:cubicBezTo>
                      <a:pt x="939" y="8033"/>
                      <a:pt x="939" y="8033"/>
                      <a:pt x="939" y="8033"/>
                    </a:cubicBezTo>
                    <a:cubicBezTo>
                      <a:pt x="1002" y="8212"/>
                      <a:pt x="1002" y="8212"/>
                      <a:pt x="1002" y="8212"/>
                    </a:cubicBezTo>
                    <a:cubicBezTo>
                      <a:pt x="1190" y="8212"/>
                      <a:pt x="1190" y="8212"/>
                      <a:pt x="1190" y="8212"/>
                    </a:cubicBezTo>
                    <a:cubicBezTo>
                      <a:pt x="1503" y="8212"/>
                      <a:pt x="1503" y="8212"/>
                      <a:pt x="1503" y="8212"/>
                    </a:cubicBezTo>
                    <a:cubicBezTo>
                      <a:pt x="1753" y="8033"/>
                      <a:pt x="1753" y="8033"/>
                      <a:pt x="1753" y="8033"/>
                    </a:cubicBezTo>
                    <a:cubicBezTo>
                      <a:pt x="1941" y="7914"/>
                      <a:pt x="1941" y="7914"/>
                      <a:pt x="1941" y="7914"/>
                    </a:cubicBezTo>
                    <a:cubicBezTo>
                      <a:pt x="2003" y="7974"/>
                      <a:pt x="2003" y="7974"/>
                      <a:pt x="2003" y="7974"/>
                    </a:cubicBezTo>
                    <a:cubicBezTo>
                      <a:pt x="1941" y="8093"/>
                      <a:pt x="1941" y="8093"/>
                      <a:pt x="1941" y="8093"/>
                    </a:cubicBezTo>
                    <a:cubicBezTo>
                      <a:pt x="1941" y="8152"/>
                      <a:pt x="1941" y="8152"/>
                      <a:pt x="1941" y="8152"/>
                    </a:cubicBezTo>
                    <a:cubicBezTo>
                      <a:pt x="1878" y="8331"/>
                      <a:pt x="1878" y="8331"/>
                      <a:pt x="1878" y="8331"/>
                    </a:cubicBezTo>
                    <a:cubicBezTo>
                      <a:pt x="1941" y="8628"/>
                      <a:pt x="1941" y="8628"/>
                      <a:pt x="1941" y="8628"/>
                    </a:cubicBezTo>
                    <a:cubicBezTo>
                      <a:pt x="1941" y="8747"/>
                      <a:pt x="1941" y="8747"/>
                      <a:pt x="1941" y="8747"/>
                    </a:cubicBezTo>
                    <a:cubicBezTo>
                      <a:pt x="2003" y="8807"/>
                      <a:pt x="2003" y="8807"/>
                      <a:pt x="2003" y="8807"/>
                    </a:cubicBezTo>
                    <a:cubicBezTo>
                      <a:pt x="2129" y="8807"/>
                      <a:pt x="2129" y="8807"/>
                      <a:pt x="2129" y="8807"/>
                    </a:cubicBezTo>
                    <a:cubicBezTo>
                      <a:pt x="2254" y="8747"/>
                      <a:pt x="2254" y="8747"/>
                      <a:pt x="2254" y="8747"/>
                    </a:cubicBezTo>
                    <a:cubicBezTo>
                      <a:pt x="2317" y="8747"/>
                      <a:pt x="2317" y="8747"/>
                      <a:pt x="2317" y="8747"/>
                    </a:cubicBezTo>
                    <a:cubicBezTo>
                      <a:pt x="2379" y="8747"/>
                      <a:pt x="2379" y="8747"/>
                      <a:pt x="2379" y="8747"/>
                    </a:cubicBezTo>
                    <a:cubicBezTo>
                      <a:pt x="2442" y="8747"/>
                      <a:pt x="2442" y="8747"/>
                      <a:pt x="2442" y="8747"/>
                    </a:cubicBezTo>
                    <a:cubicBezTo>
                      <a:pt x="2504" y="8807"/>
                      <a:pt x="2504" y="8807"/>
                      <a:pt x="2504" y="8807"/>
                    </a:cubicBezTo>
                    <a:cubicBezTo>
                      <a:pt x="2817" y="8807"/>
                      <a:pt x="2817" y="8807"/>
                      <a:pt x="2817" y="8807"/>
                    </a:cubicBezTo>
                    <a:cubicBezTo>
                      <a:pt x="3005" y="8807"/>
                      <a:pt x="3005" y="8807"/>
                      <a:pt x="3005" y="8807"/>
                    </a:cubicBezTo>
                    <a:cubicBezTo>
                      <a:pt x="3130" y="8688"/>
                      <a:pt x="3130" y="8688"/>
                      <a:pt x="3130" y="8688"/>
                    </a:cubicBezTo>
                    <a:cubicBezTo>
                      <a:pt x="3256" y="8688"/>
                      <a:pt x="3256" y="8688"/>
                      <a:pt x="3256" y="8688"/>
                    </a:cubicBezTo>
                    <a:cubicBezTo>
                      <a:pt x="3381" y="8628"/>
                      <a:pt x="3381" y="8628"/>
                      <a:pt x="3381" y="8628"/>
                    </a:cubicBezTo>
                    <a:cubicBezTo>
                      <a:pt x="3506" y="8628"/>
                      <a:pt x="3506" y="8628"/>
                      <a:pt x="3506" y="8628"/>
                    </a:cubicBezTo>
                    <a:cubicBezTo>
                      <a:pt x="3631" y="8569"/>
                      <a:pt x="3631" y="8569"/>
                      <a:pt x="3631" y="8569"/>
                    </a:cubicBezTo>
                    <a:cubicBezTo>
                      <a:pt x="3757" y="8331"/>
                      <a:pt x="3757" y="8331"/>
                      <a:pt x="3757" y="8331"/>
                    </a:cubicBezTo>
                    <a:cubicBezTo>
                      <a:pt x="4007" y="8152"/>
                      <a:pt x="4007" y="8152"/>
                      <a:pt x="4007" y="8152"/>
                    </a:cubicBezTo>
                    <a:cubicBezTo>
                      <a:pt x="4195" y="8152"/>
                      <a:pt x="4195" y="8152"/>
                      <a:pt x="4195" y="8152"/>
                    </a:cubicBezTo>
                    <a:cubicBezTo>
                      <a:pt x="4383" y="8093"/>
                      <a:pt x="4383" y="8093"/>
                      <a:pt x="4383" y="8093"/>
                    </a:cubicBezTo>
                    <a:cubicBezTo>
                      <a:pt x="4508" y="8093"/>
                      <a:pt x="4508" y="8093"/>
                      <a:pt x="4508" y="8093"/>
                    </a:cubicBezTo>
                    <a:cubicBezTo>
                      <a:pt x="4570" y="8152"/>
                      <a:pt x="4570" y="8152"/>
                      <a:pt x="4570" y="8152"/>
                    </a:cubicBezTo>
                    <a:cubicBezTo>
                      <a:pt x="4696" y="8093"/>
                      <a:pt x="4696" y="8093"/>
                      <a:pt x="4696" y="8093"/>
                    </a:cubicBezTo>
                    <a:cubicBezTo>
                      <a:pt x="4758" y="8093"/>
                      <a:pt x="4758" y="8093"/>
                      <a:pt x="4758" y="8093"/>
                    </a:cubicBezTo>
                    <a:cubicBezTo>
                      <a:pt x="4758" y="8212"/>
                      <a:pt x="4758" y="8212"/>
                      <a:pt x="4758" y="8212"/>
                    </a:cubicBezTo>
                    <a:cubicBezTo>
                      <a:pt x="4821" y="8450"/>
                      <a:pt x="4821" y="8450"/>
                      <a:pt x="4821" y="8450"/>
                    </a:cubicBezTo>
                    <a:cubicBezTo>
                      <a:pt x="4758" y="8569"/>
                      <a:pt x="4758" y="8569"/>
                      <a:pt x="4758" y="8569"/>
                    </a:cubicBezTo>
                    <a:cubicBezTo>
                      <a:pt x="4821" y="8807"/>
                      <a:pt x="4821" y="8807"/>
                      <a:pt x="4821" y="8807"/>
                    </a:cubicBezTo>
                    <a:cubicBezTo>
                      <a:pt x="4758" y="8926"/>
                      <a:pt x="4758" y="8926"/>
                      <a:pt x="4758" y="8926"/>
                    </a:cubicBezTo>
                    <a:cubicBezTo>
                      <a:pt x="4883" y="9104"/>
                      <a:pt x="4883" y="9104"/>
                      <a:pt x="4883" y="9104"/>
                    </a:cubicBezTo>
                    <a:cubicBezTo>
                      <a:pt x="5009" y="9164"/>
                      <a:pt x="5009" y="9164"/>
                      <a:pt x="5009" y="9164"/>
                    </a:cubicBezTo>
                    <a:cubicBezTo>
                      <a:pt x="5009" y="9342"/>
                      <a:pt x="5009" y="9342"/>
                      <a:pt x="5009" y="9342"/>
                    </a:cubicBezTo>
                    <a:cubicBezTo>
                      <a:pt x="5134" y="9402"/>
                      <a:pt x="5134" y="9402"/>
                      <a:pt x="5134" y="9402"/>
                    </a:cubicBezTo>
                    <a:cubicBezTo>
                      <a:pt x="5322" y="9521"/>
                      <a:pt x="5322" y="9521"/>
                      <a:pt x="5322" y="9521"/>
                    </a:cubicBezTo>
                    <a:cubicBezTo>
                      <a:pt x="5447" y="9580"/>
                      <a:pt x="5447" y="9580"/>
                      <a:pt x="5447" y="9580"/>
                    </a:cubicBezTo>
                    <a:cubicBezTo>
                      <a:pt x="5510" y="9580"/>
                      <a:pt x="5510" y="9580"/>
                      <a:pt x="5510" y="9580"/>
                    </a:cubicBezTo>
                    <a:cubicBezTo>
                      <a:pt x="5760" y="9521"/>
                      <a:pt x="5760" y="9521"/>
                      <a:pt x="5760" y="9521"/>
                    </a:cubicBezTo>
                    <a:cubicBezTo>
                      <a:pt x="5948" y="9699"/>
                      <a:pt x="5948" y="9699"/>
                      <a:pt x="5948" y="9699"/>
                    </a:cubicBezTo>
                    <a:cubicBezTo>
                      <a:pt x="6073" y="9640"/>
                      <a:pt x="6073" y="9640"/>
                      <a:pt x="6073" y="9640"/>
                    </a:cubicBezTo>
                    <a:cubicBezTo>
                      <a:pt x="6261" y="9878"/>
                      <a:pt x="6261" y="9878"/>
                      <a:pt x="6261" y="9878"/>
                    </a:cubicBezTo>
                    <a:cubicBezTo>
                      <a:pt x="6386" y="9818"/>
                      <a:pt x="6386" y="9818"/>
                      <a:pt x="6386" y="9818"/>
                    </a:cubicBezTo>
                    <a:cubicBezTo>
                      <a:pt x="6574" y="9937"/>
                      <a:pt x="6574" y="9937"/>
                      <a:pt x="6574" y="9937"/>
                    </a:cubicBezTo>
                    <a:cubicBezTo>
                      <a:pt x="6762" y="9997"/>
                      <a:pt x="6762" y="9997"/>
                      <a:pt x="6762" y="9997"/>
                    </a:cubicBezTo>
                    <a:cubicBezTo>
                      <a:pt x="6762" y="10116"/>
                      <a:pt x="6762" y="10116"/>
                      <a:pt x="6762" y="10116"/>
                    </a:cubicBezTo>
                    <a:cubicBezTo>
                      <a:pt x="6887" y="10175"/>
                      <a:pt x="6887" y="10175"/>
                      <a:pt x="6887" y="10175"/>
                    </a:cubicBezTo>
                    <a:cubicBezTo>
                      <a:pt x="7012" y="10235"/>
                      <a:pt x="7012" y="10235"/>
                      <a:pt x="7012" y="10235"/>
                    </a:cubicBezTo>
                    <a:cubicBezTo>
                      <a:pt x="7325" y="10175"/>
                      <a:pt x="7325" y="10175"/>
                      <a:pt x="7325" y="10175"/>
                    </a:cubicBezTo>
                    <a:cubicBezTo>
                      <a:pt x="7576" y="10294"/>
                      <a:pt x="7576" y="10294"/>
                      <a:pt x="7576" y="10294"/>
                    </a:cubicBezTo>
                    <a:cubicBezTo>
                      <a:pt x="7638" y="10413"/>
                      <a:pt x="7638" y="10413"/>
                      <a:pt x="7638" y="10413"/>
                    </a:cubicBezTo>
                    <a:cubicBezTo>
                      <a:pt x="7576" y="10651"/>
                      <a:pt x="7576" y="10651"/>
                      <a:pt x="7576" y="10651"/>
                    </a:cubicBezTo>
                    <a:cubicBezTo>
                      <a:pt x="7638" y="10830"/>
                      <a:pt x="7638" y="10830"/>
                      <a:pt x="7638" y="10830"/>
                    </a:cubicBezTo>
                    <a:cubicBezTo>
                      <a:pt x="7576" y="10949"/>
                      <a:pt x="7576" y="10949"/>
                      <a:pt x="7576" y="10949"/>
                    </a:cubicBezTo>
                    <a:cubicBezTo>
                      <a:pt x="7763" y="11306"/>
                      <a:pt x="7763" y="11306"/>
                      <a:pt x="7763" y="11306"/>
                    </a:cubicBezTo>
                    <a:cubicBezTo>
                      <a:pt x="7763" y="11544"/>
                      <a:pt x="7763" y="11544"/>
                      <a:pt x="7763" y="11544"/>
                    </a:cubicBezTo>
                    <a:cubicBezTo>
                      <a:pt x="8765" y="11544"/>
                      <a:pt x="8765" y="11544"/>
                      <a:pt x="8765" y="11544"/>
                    </a:cubicBezTo>
                    <a:cubicBezTo>
                      <a:pt x="8765" y="11901"/>
                      <a:pt x="8765" y="11901"/>
                      <a:pt x="8765" y="11901"/>
                    </a:cubicBezTo>
                    <a:cubicBezTo>
                      <a:pt x="8765" y="12079"/>
                      <a:pt x="8765" y="12079"/>
                      <a:pt x="8765" y="12079"/>
                    </a:cubicBezTo>
                    <a:cubicBezTo>
                      <a:pt x="9078" y="12139"/>
                      <a:pt x="9078" y="12139"/>
                      <a:pt x="9078" y="12139"/>
                    </a:cubicBezTo>
                    <a:cubicBezTo>
                      <a:pt x="9329" y="12674"/>
                      <a:pt x="9329" y="12674"/>
                      <a:pt x="9329" y="12674"/>
                    </a:cubicBezTo>
                    <a:cubicBezTo>
                      <a:pt x="9329" y="12912"/>
                      <a:pt x="9329" y="12912"/>
                      <a:pt x="9329" y="12912"/>
                    </a:cubicBezTo>
                    <a:cubicBezTo>
                      <a:pt x="9078" y="13448"/>
                      <a:pt x="9078" y="13448"/>
                      <a:pt x="9078" y="13448"/>
                    </a:cubicBezTo>
                    <a:cubicBezTo>
                      <a:pt x="9078" y="13507"/>
                      <a:pt x="9078" y="13507"/>
                      <a:pt x="9078" y="13507"/>
                    </a:cubicBezTo>
                    <a:cubicBezTo>
                      <a:pt x="9016" y="13567"/>
                      <a:pt x="9016" y="13567"/>
                      <a:pt x="9016" y="13567"/>
                    </a:cubicBezTo>
                    <a:cubicBezTo>
                      <a:pt x="9078" y="13626"/>
                      <a:pt x="9078" y="13626"/>
                      <a:pt x="9078" y="13626"/>
                    </a:cubicBezTo>
                    <a:cubicBezTo>
                      <a:pt x="9078" y="13745"/>
                      <a:pt x="9078" y="13745"/>
                      <a:pt x="9078" y="13745"/>
                    </a:cubicBezTo>
                    <a:cubicBezTo>
                      <a:pt x="9203" y="13864"/>
                      <a:pt x="9203" y="13864"/>
                      <a:pt x="9203" y="13864"/>
                    </a:cubicBezTo>
                    <a:cubicBezTo>
                      <a:pt x="9203" y="14043"/>
                      <a:pt x="9203" y="14043"/>
                      <a:pt x="9203" y="14043"/>
                    </a:cubicBezTo>
                    <a:cubicBezTo>
                      <a:pt x="9329" y="14162"/>
                      <a:pt x="9329" y="14162"/>
                      <a:pt x="9329" y="14162"/>
                    </a:cubicBezTo>
                    <a:cubicBezTo>
                      <a:pt x="9266" y="14519"/>
                      <a:pt x="9266" y="14519"/>
                      <a:pt x="9266" y="14519"/>
                    </a:cubicBezTo>
                    <a:cubicBezTo>
                      <a:pt x="9266" y="14638"/>
                      <a:pt x="9266" y="14638"/>
                      <a:pt x="9266" y="14638"/>
                    </a:cubicBezTo>
                    <a:cubicBezTo>
                      <a:pt x="9266" y="14757"/>
                      <a:pt x="9266" y="14757"/>
                      <a:pt x="9266" y="14757"/>
                    </a:cubicBezTo>
                    <a:cubicBezTo>
                      <a:pt x="9266" y="14876"/>
                      <a:pt x="9266" y="14876"/>
                      <a:pt x="9266" y="14876"/>
                    </a:cubicBezTo>
                    <a:cubicBezTo>
                      <a:pt x="9517" y="14817"/>
                      <a:pt x="9517" y="14817"/>
                      <a:pt x="9517" y="14817"/>
                    </a:cubicBezTo>
                    <a:cubicBezTo>
                      <a:pt x="9579" y="14876"/>
                      <a:pt x="9579" y="14876"/>
                      <a:pt x="9579" y="14876"/>
                    </a:cubicBezTo>
                    <a:cubicBezTo>
                      <a:pt x="9830" y="14876"/>
                      <a:pt x="9830" y="14876"/>
                      <a:pt x="9830" y="14876"/>
                    </a:cubicBezTo>
                    <a:cubicBezTo>
                      <a:pt x="10017" y="14936"/>
                      <a:pt x="10017" y="14936"/>
                      <a:pt x="10017" y="14936"/>
                    </a:cubicBezTo>
                    <a:cubicBezTo>
                      <a:pt x="10268" y="14817"/>
                      <a:pt x="10268" y="14817"/>
                      <a:pt x="10268" y="14817"/>
                    </a:cubicBezTo>
                    <a:cubicBezTo>
                      <a:pt x="10393" y="14936"/>
                      <a:pt x="10393" y="14936"/>
                      <a:pt x="10393" y="14936"/>
                    </a:cubicBezTo>
                    <a:cubicBezTo>
                      <a:pt x="10456" y="14936"/>
                      <a:pt x="10456" y="14936"/>
                      <a:pt x="10456" y="14936"/>
                    </a:cubicBezTo>
                    <a:cubicBezTo>
                      <a:pt x="10518" y="15055"/>
                      <a:pt x="10518" y="15055"/>
                      <a:pt x="10518" y="15055"/>
                    </a:cubicBezTo>
                    <a:cubicBezTo>
                      <a:pt x="10643" y="15650"/>
                      <a:pt x="10643" y="15650"/>
                      <a:pt x="10643" y="15650"/>
                    </a:cubicBezTo>
                    <a:cubicBezTo>
                      <a:pt x="10769" y="15828"/>
                      <a:pt x="10769" y="15828"/>
                      <a:pt x="10769" y="15828"/>
                    </a:cubicBezTo>
                    <a:cubicBezTo>
                      <a:pt x="10831" y="15828"/>
                      <a:pt x="10831" y="15828"/>
                      <a:pt x="10831" y="15828"/>
                    </a:cubicBezTo>
                    <a:cubicBezTo>
                      <a:pt x="11082" y="15769"/>
                      <a:pt x="11082" y="15769"/>
                      <a:pt x="11082" y="15769"/>
                    </a:cubicBezTo>
                    <a:cubicBezTo>
                      <a:pt x="11207" y="15769"/>
                      <a:pt x="11207" y="15769"/>
                      <a:pt x="11207" y="15769"/>
                    </a:cubicBezTo>
                    <a:cubicBezTo>
                      <a:pt x="11270" y="15888"/>
                      <a:pt x="11270" y="15888"/>
                      <a:pt x="11270" y="15888"/>
                    </a:cubicBezTo>
                    <a:cubicBezTo>
                      <a:pt x="11332" y="15888"/>
                      <a:pt x="11332" y="15888"/>
                      <a:pt x="11332" y="15888"/>
                    </a:cubicBezTo>
                    <a:cubicBezTo>
                      <a:pt x="11332" y="15947"/>
                      <a:pt x="11332" y="15947"/>
                      <a:pt x="11332" y="15947"/>
                    </a:cubicBezTo>
                    <a:cubicBezTo>
                      <a:pt x="11270" y="16423"/>
                      <a:pt x="11270" y="16423"/>
                      <a:pt x="11270" y="16423"/>
                    </a:cubicBezTo>
                    <a:cubicBezTo>
                      <a:pt x="11270" y="16483"/>
                      <a:pt x="11270" y="16483"/>
                      <a:pt x="11270" y="16483"/>
                    </a:cubicBezTo>
                    <a:cubicBezTo>
                      <a:pt x="11270" y="16542"/>
                      <a:pt x="11270" y="16542"/>
                      <a:pt x="11270" y="16542"/>
                    </a:cubicBezTo>
                    <a:cubicBezTo>
                      <a:pt x="11270" y="16602"/>
                      <a:pt x="11270" y="16602"/>
                      <a:pt x="11270" y="16602"/>
                    </a:cubicBezTo>
                    <a:cubicBezTo>
                      <a:pt x="11270" y="16661"/>
                      <a:pt x="11270" y="16661"/>
                      <a:pt x="11270" y="16661"/>
                    </a:cubicBezTo>
                    <a:cubicBezTo>
                      <a:pt x="11207" y="16721"/>
                      <a:pt x="11207" y="16721"/>
                      <a:pt x="11207" y="16721"/>
                    </a:cubicBezTo>
                    <a:cubicBezTo>
                      <a:pt x="11332" y="16661"/>
                      <a:pt x="11332" y="16661"/>
                      <a:pt x="11332" y="16661"/>
                    </a:cubicBezTo>
                    <a:cubicBezTo>
                      <a:pt x="11583" y="16661"/>
                      <a:pt x="11583" y="16661"/>
                      <a:pt x="11583" y="16661"/>
                    </a:cubicBezTo>
                    <a:cubicBezTo>
                      <a:pt x="11583" y="16780"/>
                      <a:pt x="11583" y="16780"/>
                      <a:pt x="11583" y="16780"/>
                    </a:cubicBezTo>
                    <a:cubicBezTo>
                      <a:pt x="11708" y="17018"/>
                      <a:pt x="11708" y="17018"/>
                      <a:pt x="11708" y="17018"/>
                    </a:cubicBezTo>
                    <a:cubicBezTo>
                      <a:pt x="11708" y="17197"/>
                      <a:pt x="11708" y="17197"/>
                      <a:pt x="11708" y="17197"/>
                    </a:cubicBezTo>
                    <a:cubicBezTo>
                      <a:pt x="11708" y="17375"/>
                      <a:pt x="11708" y="17375"/>
                      <a:pt x="11708" y="17375"/>
                    </a:cubicBezTo>
                    <a:cubicBezTo>
                      <a:pt x="11708" y="17613"/>
                      <a:pt x="11708" y="17613"/>
                      <a:pt x="11708" y="17613"/>
                    </a:cubicBezTo>
                    <a:cubicBezTo>
                      <a:pt x="11708" y="17673"/>
                      <a:pt x="11708" y="17673"/>
                      <a:pt x="11708" y="17673"/>
                    </a:cubicBezTo>
                    <a:cubicBezTo>
                      <a:pt x="11583" y="17673"/>
                      <a:pt x="11583" y="17673"/>
                      <a:pt x="11583" y="17673"/>
                    </a:cubicBezTo>
                    <a:cubicBezTo>
                      <a:pt x="11457" y="17732"/>
                      <a:pt x="11457" y="17732"/>
                      <a:pt x="11457" y="17732"/>
                    </a:cubicBezTo>
                    <a:cubicBezTo>
                      <a:pt x="11457" y="17792"/>
                      <a:pt x="11457" y="17792"/>
                      <a:pt x="11457" y="17792"/>
                    </a:cubicBezTo>
                    <a:cubicBezTo>
                      <a:pt x="11332" y="17851"/>
                      <a:pt x="11332" y="17851"/>
                      <a:pt x="11332" y="17851"/>
                    </a:cubicBezTo>
                    <a:cubicBezTo>
                      <a:pt x="11332" y="17792"/>
                      <a:pt x="11332" y="17792"/>
                      <a:pt x="11332" y="17792"/>
                    </a:cubicBezTo>
                    <a:cubicBezTo>
                      <a:pt x="11082" y="17970"/>
                      <a:pt x="11082" y="17970"/>
                      <a:pt x="11082" y="17970"/>
                    </a:cubicBezTo>
                    <a:cubicBezTo>
                      <a:pt x="11019" y="18030"/>
                      <a:pt x="11019" y="18030"/>
                      <a:pt x="11019" y="18030"/>
                    </a:cubicBezTo>
                    <a:cubicBezTo>
                      <a:pt x="10957" y="18030"/>
                      <a:pt x="10957" y="18030"/>
                      <a:pt x="10957" y="18030"/>
                    </a:cubicBezTo>
                    <a:cubicBezTo>
                      <a:pt x="10769" y="18208"/>
                      <a:pt x="10769" y="18208"/>
                      <a:pt x="10769" y="18208"/>
                    </a:cubicBezTo>
                    <a:cubicBezTo>
                      <a:pt x="10706" y="18208"/>
                      <a:pt x="10706" y="18208"/>
                      <a:pt x="10706" y="18208"/>
                    </a:cubicBezTo>
                    <a:cubicBezTo>
                      <a:pt x="10706" y="18387"/>
                      <a:pt x="10706" y="18387"/>
                      <a:pt x="10706" y="18387"/>
                    </a:cubicBezTo>
                    <a:cubicBezTo>
                      <a:pt x="10581" y="18387"/>
                      <a:pt x="10581" y="18387"/>
                      <a:pt x="10581" y="18387"/>
                    </a:cubicBezTo>
                    <a:cubicBezTo>
                      <a:pt x="10518" y="18387"/>
                      <a:pt x="10518" y="18387"/>
                      <a:pt x="10518" y="18387"/>
                    </a:cubicBezTo>
                    <a:cubicBezTo>
                      <a:pt x="10393" y="18565"/>
                      <a:pt x="10393" y="18565"/>
                      <a:pt x="10393" y="18565"/>
                    </a:cubicBezTo>
                    <a:cubicBezTo>
                      <a:pt x="10330" y="18684"/>
                      <a:pt x="10330" y="18684"/>
                      <a:pt x="10330" y="18684"/>
                    </a:cubicBezTo>
                    <a:cubicBezTo>
                      <a:pt x="10330" y="18744"/>
                      <a:pt x="10330" y="18744"/>
                      <a:pt x="10330" y="18744"/>
                    </a:cubicBezTo>
                    <a:cubicBezTo>
                      <a:pt x="10268" y="18803"/>
                      <a:pt x="10268" y="18803"/>
                      <a:pt x="10268" y="18803"/>
                    </a:cubicBezTo>
                    <a:cubicBezTo>
                      <a:pt x="10205" y="18863"/>
                      <a:pt x="10205" y="18863"/>
                      <a:pt x="10205" y="18863"/>
                    </a:cubicBezTo>
                    <a:cubicBezTo>
                      <a:pt x="10080" y="19041"/>
                      <a:pt x="10080" y="19041"/>
                      <a:pt x="10080" y="19041"/>
                    </a:cubicBezTo>
                    <a:cubicBezTo>
                      <a:pt x="10017" y="19160"/>
                      <a:pt x="10017" y="19160"/>
                      <a:pt x="10017" y="19160"/>
                    </a:cubicBezTo>
                    <a:cubicBezTo>
                      <a:pt x="9955" y="19279"/>
                      <a:pt x="9955" y="19279"/>
                      <a:pt x="9955" y="19279"/>
                    </a:cubicBezTo>
                    <a:cubicBezTo>
                      <a:pt x="9955" y="19339"/>
                      <a:pt x="9955" y="19339"/>
                      <a:pt x="9955" y="19339"/>
                    </a:cubicBezTo>
                    <a:cubicBezTo>
                      <a:pt x="9830" y="19398"/>
                      <a:pt x="9830" y="19398"/>
                      <a:pt x="9830" y="19398"/>
                    </a:cubicBezTo>
                    <a:cubicBezTo>
                      <a:pt x="9830" y="19458"/>
                      <a:pt x="9830" y="19458"/>
                      <a:pt x="9830" y="19458"/>
                    </a:cubicBezTo>
                    <a:cubicBezTo>
                      <a:pt x="9892" y="19458"/>
                      <a:pt x="9892" y="19458"/>
                      <a:pt x="9892" y="19458"/>
                    </a:cubicBezTo>
                    <a:cubicBezTo>
                      <a:pt x="9955" y="19458"/>
                      <a:pt x="9955" y="19458"/>
                      <a:pt x="9955" y="19458"/>
                    </a:cubicBezTo>
                    <a:cubicBezTo>
                      <a:pt x="10205" y="19398"/>
                      <a:pt x="10205" y="19398"/>
                      <a:pt x="10205" y="19398"/>
                    </a:cubicBezTo>
                    <a:cubicBezTo>
                      <a:pt x="10330" y="19458"/>
                      <a:pt x="10330" y="19458"/>
                      <a:pt x="10330" y="19458"/>
                    </a:cubicBezTo>
                    <a:cubicBezTo>
                      <a:pt x="10456" y="19636"/>
                      <a:pt x="10456" y="19636"/>
                      <a:pt x="10456" y="19636"/>
                    </a:cubicBezTo>
                    <a:cubicBezTo>
                      <a:pt x="10581" y="19696"/>
                      <a:pt x="10581" y="19696"/>
                      <a:pt x="10581" y="19696"/>
                    </a:cubicBezTo>
                    <a:cubicBezTo>
                      <a:pt x="10643" y="19815"/>
                      <a:pt x="10643" y="19815"/>
                      <a:pt x="10643" y="19815"/>
                    </a:cubicBezTo>
                    <a:cubicBezTo>
                      <a:pt x="10769" y="20053"/>
                      <a:pt x="10769" y="20053"/>
                      <a:pt x="10769" y="20053"/>
                    </a:cubicBezTo>
                    <a:cubicBezTo>
                      <a:pt x="10831" y="20053"/>
                      <a:pt x="10831" y="20053"/>
                      <a:pt x="10831" y="20053"/>
                    </a:cubicBezTo>
                    <a:cubicBezTo>
                      <a:pt x="10957" y="19934"/>
                      <a:pt x="10957" y="19934"/>
                      <a:pt x="10957" y="19934"/>
                    </a:cubicBezTo>
                    <a:cubicBezTo>
                      <a:pt x="11019" y="19934"/>
                      <a:pt x="11019" y="19934"/>
                      <a:pt x="11019" y="19934"/>
                    </a:cubicBezTo>
                    <a:cubicBezTo>
                      <a:pt x="11144" y="20112"/>
                      <a:pt x="11144" y="20112"/>
                      <a:pt x="11144" y="20112"/>
                    </a:cubicBezTo>
                    <a:cubicBezTo>
                      <a:pt x="11270" y="20172"/>
                      <a:pt x="11270" y="20172"/>
                      <a:pt x="11270" y="20172"/>
                    </a:cubicBezTo>
                    <a:cubicBezTo>
                      <a:pt x="11395" y="20231"/>
                      <a:pt x="11395" y="20231"/>
                      <a:pt x="11395" y="20231"/>
                    </a:cubicBezTo>
                    <a:cubicBezTo>
                      <a:pt x="11520" y="20350"/>
                      <a:pt x="11520" y="20350"/>
                      <a:pt x="11520" y="20350"/>
                    </a:cubicBezTo>
                    <a:cubicBezTo>
                      <a:pt x="11583" y="20469"/>
                      <a:pt x="11583" y="20469"/>
                      <a:pt x="11583" y="20469"/>
                    </a:cubicBezTo>
                    <a:cubicBezTo>
                      <a:pt x="11645" y="20469"/>
                      <a:pt x="11645" y="20469"/>
                      <a:pt x="11645" y="20469"/>
                    </a:cubicBezTo>
                    <a:cubicBezTo>
                      <a:pt x="11896" y="20529"/>
                      <a:pt x="11896" y="20529"/>
                      <a:pt x="11896" y="20529"/>
                    </a:cubicBezTo>
                    <a:cubicBezTo>
                      <a:pt x="12021" y="20707"/>
                      <a:pt x="12021" y="20707"/>
                      <a:pt x="12021" y="20707"/>
                    </a:cubicBezTo>
                    <a:cubicBezTo>
                      <a:pt x="12146" y="20886"/>
                      <a:pt x="12146" y="20886"/>
                      <a:pt x="12146" y="20886"/>
                    </a:cubicBezTo>
                    <a:cubicBezTo>
                      <a:pt x="12271" y="20945"/>
                      <a:pt x="12271" y="20945"/>
                      <a:pt x="12271" y="20945"/>
                    </a:cubicBezTo>
                    <a:cubicBezTo>
                      <a:pt x="12209" y="21124"/>
                      <a:pt x="12209" y="21124"/>
                      <a:pt x="12209" y="21124"/>
                    </a:cubicBezTo>
                    <a:cubicBezTo>
                      <a:pt x="12146" y="21243"/>
                      <a:pt x="12146" y="21243"/>
                      <a:pt x="12146" y="21243"/>
                    </a:cubicBezTo>
                    <a:cubicBezTo>
                      <a:pt x="12209" y="21421"/>
                      <a:pt x="12209" y="21421"/>
                      <a:pt x="12209" y="21421"/>
                    </a:cubicBezTo>
                    <a:cubicBezTo>
                      <a:pt x="12209" y="21421"/>
                      <a:pt x="12209" y="21421"/>
                      <a:pt x="12209" y="21421"/>
                    </a:cubicBezTo>
                    <a:cubicBezTo>
                      <a:pt x="12209" y="21481"/>
                      <a:pt x="12209" y="21481"/>
                      <a:pt x="12209" y="21481"/>
                    </a:cubicBezTo>
                    <a:cubicBezTo>
                      <a:pt x="12271" y="21540"/>
                      <a:pt x="12271" y="21540"/>
                      <a:pt x="12271" y="21540"/>
                    </a:cubicBezTo>
                    <a:cubicBezTo>
                      <a:pt x="12334" y="21600"/>
                      <a:pt x="12334" y="21600"/>
                      <a:pt x="12334" y="21600"/>
                    </a:cubicBezTo>
                    <a:cubicBezTo>
                      <a:pt x="12522" y="21421"/>
                      <a:pt x="12522" y="21421"/>
                      <a:pt x="12522" y="21421"/>
                    </a:cubicBezTo>
                    <a:cubicBezTo>
                      <a:pt x="12584" y="21243"/>
                      <a:pt x="12584" y="21243"/>
                      <a:pt x="12584" y="21243"/>
                    </a:cubicBezTo>
                    <a:cubicBezTo>
                      <a:pt x="12710" y="20886"/>
                      <a:pt x="12710" y="20886"/>
                      <a:pt x="12710" y="20886"/>
                    </a:cubicBezTo>
                    <a:cubicBezTo>
                      <a:pt x="12772" y="20648"/>
                      <a:pt x="12772" y="20648"/>
                      <a:pt x="12772" y="20648"/>
                    </a:cubicBezTo>
                    <a:cubicBezTo>
                      <a:pt x="12835" y="20588"/>
                      <a:pt x="12835" y="20588"/>
                      <a:pt x="12835" y="20588"/>
                    </a:cubicBezTo>
                    <a:cubicBezTo>
                      <a:pt x="12772" y="20529"/>
                      <a:pt x="12772" y="20529"/>
                      <a:pt x="12772" y="20529"/>
                    </a:cubicBezTo>
                    <a:cubicBezTo>
                      <a:pt x="12710" y="20410"/>
                      <a:pt x="12710" y="20410"/>
                      <a:pt x="12710" y="20410"/>
                    </a:cubicBezTo>
                    <a:cubicBezTo>
                      <a:pt x="12710" y="20291"/>
                      <a:pt x="12710" y="20291"/>
                      <a:pt x="12710" y="20291"/>
                    </a:cubicBezTo>
                    <a:cubicBezTo>
                      <a:pt x="12772" y="20291"/>
                      <a:pt x="12772" y="20291"/>
                      <a:pt x="12772" y="20291"/>
                    </a:cubicBezTo>
                    <a:cubicBezTo>
                      <a:pt x="12835" y="20172"/>
                      <a:pt x="12835" y="20172"/>
                      <a:pt x="12835" y="20172"/>
                    </a:cubicBezTo>
                    <a:cubicBezTo>
                      <a:pt x="12897" y="20112"/>
                      <a:pt x="12897" y="20112"/>
                      <a:pt x="12897" y="20112"/>
                    </a:cubicBezTo>
                    <a:cubicBezTo>
                      <a:pt x="12897" y="20053"/>
                      <a:pt x="12897" y="20053"/>
                      <a:pt x="12897" y="20053"/>
                    </a:cubicBezTo>
                    <a:cubicBezTo>
                      <a:pt x="12960" y="20053"/>
                      <a:pt x="12960" y="20053"/>
                      <a:pt x="12960" y="20053"/>
                    </a:cubicBezTo>
                    <a:cubicBezTo>
                      <a:pt x="13023" y="20053"/>
                      <a:pt x="13023" y="20053"/>
                      <a:pt x="13023" y="20053"/>
                    </a:cubicBezTo>
                    <a:cubicBezTo>
                      <a:pt x="13148" y="19993"/>
                      <a:pt x="13148" y="19993"/>
                      <a:pt x="13148" y="19993"/>
                    </a:cubicBezTo>
                    <a:cubicBezTo>
                      <a:pt x="13148" y="19874"/>
                      <a:pt x="13148" y="19874"/>
                      <a:pt x="13148" y="19874"/>
                    </a:cubicBezTo>
                    <a:cubicBezTo>
                      <a:pt x="13148" y="19815"/>
                      <a:pt x="13148" y="19815"/>
                      <a:pt x="13148" y="19815"/>
                    </a:cubicBezTo>
                    <a:cubicBezTo>
                      <a:pt x="13148" y="19696"/>
                      <a:pt x="13148" y="19696"/>
                      <a:pt x="13148" y="19696"/>
                    </a:cubicBezTo>
                    <a:cubicBezTo>
                      <a:pt x="13210" y="19696"/>
                      <a:pt x="13210" y="19696"/>
                      <a:pt x="13210" y="19696"/>
                    </a:cubicBezTo>
                    <a:cubicBezTo>
                      <a:pt x="13273" y="19696"/>
                      <a:pt x="13273" y="19696"/>
                      <a:pt x="13273" y="19696"/>
                    </a:cubicBezTo>
                    <a:cubicBezTo>
                      <a:pt x="13336" y="19577"/>
                      <a:pt x="13336" y="19577"/>
                      <a:pt x="13336" y="19577"/>
                    </a:cubicBezTo>
                    <a:cubicBezTo>
                      <a:pt x="13273" y="19517"/>
                      <a:pt x="13273" y="19517"/>
                      <a:pt x="13273" y="19517"/>
                    </a:cubicBezTo>
                    <a:cubicBezTo>
                      <a:pt x="13210" y="19458"/>
                      <a:pt x="13210" y="19458"/>
                      <a:pt x="13210" y="19458"/>
                    </a:cubicBezTo>
                    <a:cubicBezTo>
                      <a:pt x="13210" y="19279"/>
                      <a:pt x="13210" y="19279"/>
                      <a:pt x="13210" y="19279"/>
                    </a:cubicBezTo>
                    <a:cubicBezTo>
                      <a:pt x="13210" y="19220"/>
                      <a:pt x="13210" y="19220"/>
                      <a:pt x="13210" y="19220"/>
                    </a:cubicBezTo>
                    <a:cubicBezTo>
                      <a:pt x="13210" y="19220"/>
                      <a:pt x="13210" y="19220"/>
                      <a:pt x="13210" y="19220"/>
                    </a:cubicBezTo>
                    <a:cubicBezTo>
                      <a:pt x="13273" y="19339"/>
                      <a:pt x="13273" y="19339"/>
                      <a:pt x="13273" y="19339"/>
                    </a:cubicBezTo>
                    <a:cubicBezTo>
                      <a:pt x="13461" y="19517"/>
                      <a:pt x="13461" y="19517"/>
                      <a:pt x="13461" y="19517"/>
                    </a:cubicBezTo>
                    <a:cubicBezTo>
                      <a:pt x="13461" y="19517"/>
                      <a:pt x="13461" y="19517"/>
                      <a:pt x="13461" y="19517"/>
                    </a:cubicBezTo>
                    <a:cubicBezTo>
                      <a:pt x="13523" y="19458"/>
                      <a:pt x="13523" y="19458"/>
                      <a:pt x="13523" y="19458"/>
                    </a:cubicBezTo>
                    <a:cubicBezTo>
                      <a:pt x="13586" y="19517"/>
                      <a:pt x="13586" y="19517"/>
                      <a:pt x="13586" y="19517"/>
                    </a:cubicBezTo>
                    <a:cubicBezTo>
                      <a:pt x="13586" y="19577"/>
                      <a:pt x="13586" y="19577"/>
                      <a:pt x="13586" y="19577"/>
                    </a:cubicBezTo>
                    <a:cubicBezTo>
                      <a:pt x="13523" y="19636"/>
                      <a:pt x="13523" y="19636"/>
                      <a:pt x="13523" y="19636"/>
                    </a:cubicBezTo>
                    <a:cubicBezTo>
                      <a:pt x="13523" y="19815"/>
                      <a:pt x="13523" y="19815"/>
                      <a:pt x="13523" y="19815"/>
                    </a:cubicBezTo>
                    <a:cubicBezTo>
                      <a:pt x="13336" y="19993"/>
                      <a:pt x="13336" y="19993"/>
                      <a:pt x="13336" y="19993"/>
                    </a:cubicBezTo>
                    <a:cubicBezTo>
                      <a:pt x="13273" y="19993"/>
                      <a:pt x="13273" y="19993"/>
                      <a:pt x="13273" y="19993"/>
                    </a:cubicBezTo>
                    <a:cubicBezTo>
                      <a:pt x="13210" y="20112"/>
                      <a:pt x="13210" y="20112"/>
                      <a:pt x="13210" y="20112"/>
                    </a:cubicBezTo>
                    <a:cubicBezTo>
                      <a:pt x="13210" y="20231"/>
                      <a:pt x="13210" y="20231"/>
                      <a:pt x="13210" y="20231"/>
                    </a:cubicBezTo>
                    <a:cubicBezTo>
                      <a:pt x="13148" y="20172"/>
                      <a:pt x="13148" y="20172"/>
                      <a:pt x="13148" y="20172"/>
                    </a:cubicBezTo>
                    <a:cubicBezTo>
                      <a:pt x="13023" y="20231"/>
                      <a:pt x="13023" y="20231"/>
                      <a:pt x="13023" y="20231"/>
                    </a:cubicBezTo>
                    <a:cubicBezTo>
                      <a:pt x="12960" y="20350"/>
                      <a:pt x="12960" y="20350"/>
                      <a:pt x="12960" y="20350"/>
                    </a:cubicBezTo>
                    <a:cubicBezTo>
                      <a:pt x="12960" y="20410"/>
                      <a:pt x="12960" y="20410"/>
                      <a:pt x="12960" y="20410"/>
                    </a:cubicBezTo>
                    <a:cubicBezTo>
                      <a:pt x="12835" y="20410"/>
                      <a:pt x="12835" y="20410"/>
                      <a:pt x="12835" y="20410"/>
                    </a:cubicBezTo>
                    <a:cubicBezTo>
                      <a:pt x="12835" y="20410"/>
                      <a:pt x="12835" y="20410"/>
                      <a:pt x="12835" y="20410"/>
                    </a:cubicBezTo>
                    <a:cubicBezTo>
                      <a:pt x="12835" y="20469"/>
                      <a:pt x="12835" y="20469"/>
                      <a:pt x="12835" y="20469"/>
                    </a:cubicBezTo>
                    <a:cubicBezTo>
                      <a:pt x="12897" y="20529"/>
                      <a:pt x="12897" y="20529"/>
                      <a:pt x="12897" y="20529"/>
                    </a:cubicBezTo>
                    <a:cubicBezTo>
                      <a:pt x="13273" y="20291"/>
                      <a:pt x="13273" y="20291"/>
                      <a:pt x="13273" y="20291"/>
                    </a:cubicBezTo>
                    <a:cubicBezTo>
                      <a:pt x="13461" y="20053"/>
                      <a:pt x="13461" y="20053"/>
                      <a:pt x="13461" y="20053"/>
                    </a:cubicBezTo>
                    <a:cubicBezTo>
                      <a:pt x="13711" y="19636"/>
                      <a:pt x="13711" y="19636"/>
                      <a:pt x="13711" y="19636"/>
                    </a:cubicBezTo>
                    <a:cubicBezTo>
                      <a:pt x="13837" y="19458"/>
                      <a:pt x="13837" y="19458"/>
                      <a:pt x="13837" y="19458"/>
                    </a:cubicBezTo>
                    <a:cubicBezTo>
                      <a:pt x="13899" y="19160"/>
                      <a:pt x="13899" y="19160"/>
                      <a:pt x="13899" y="19160"/>
                    </a:cubicBezTo>
                    <a:cubicBezTo>
                      <a:pt x="14150" y="18744"/>
                      <a:pt x="14150" y="18744"/>
                      <a:pt x="14150" y="18744"/>
                    </a:cubicBezTo>
                    <a:cubicBezTo>
                      <a:pt x="14400" y="18446"/>
                      <a:pt x="14400" y="18446"/>
                      <a:pt x="14400" y="18446"/>
                    </a:cubicBezTo>
                    <a:cubicBezTo>
                      <a:pt x="14463" y="18327"/>
                      <a:pt x="14463" y="18327"/>
                      <a:pt x="14463" y="18327"/>
                    </a:cubicBezTo>
                    <a:cubicBezTo>
                      <a:pt x="14400" y="18327"/>
                      <a:pt x="14400" y="18327"/>
                      <a:pt x="14400" y="18327"/>
                    </a:cubicBezTo>
                    <a:cubicBezTo>
                      <a:pt x="14463" y="18268"/>
                      <a:pt x="14463" y="18268"/>
                      <a:pt x="14463" y="18268"/>
                    </a:cubicBezTo>
                    <a:cubicBezTo>
                      <a:pt x="14463" y="18208"/>
                      <a:pt x="14463" y="18208"/>
                      <a:pt x="14463" y="18208"/>
                    </a:cubicBezTo>
                    <a:cubicBezTo>
                      <a:pt x="14525" y="18089"/>
                      <a:pt x="14525" y="18089"/>
                      <a:pt x="14525" y="18089"/>
                    </a:cubicBezTo>
                    <a:cubicBezTo>
                      <a:pt x="14588" y="18089"/>
                      <a:pt x="14588" y="18089"/>
                      <a:pt x="14588" y="18089"/>
                    </a:cubicBezTo>
                    <a:cubicBezTo>
                      <a:pt x="14588" y="17970"/>
                      <a:pt x="14588" y="17970"/>
                      <a:pt x="14588" y="17970"/>
                    </a:cubicBezTo>
                    <a:cubicBezTo>
                      <a:pt x="14588" y="17911"/>
                      <a:pt x="14588" y="17911"/>
                      <a:pt x="14588" y="17911"/>
                    </a:cubicBezTo>
                    <a:cubicBezTo>
                      <a:pt x="14588" y="17911"/>
                      <a:pt x="14588" y="17911"/>
                      <a:pt x="14588" y="17911"/>
                    </a:cubicBezTo>
                    <a:cubicBezTo>
                      <a:pt x="14525" y="17851"/>
                      <a:pt x="14525" y="17851"/>
                      <a:pt x="14525" y="17851"/>
                    </a:cubicBezTo>
                    <a:cubicBezTo>
                      <a:pt x="14525" y="17732"/>
                      <a:pt x="14525" y="17732"/>
                      <a:pt x="14525" y="17732"/>
                    </a:cubicBezTo>
                    <a:cubicBezTo>
                      <a:pt x="14463" y="17613"/>
                      <a:pt x="14463" y="17613"/>
                      <a:pt x="14463" y="17613"/>
                    </a:cubicBezTo>
                    <a:cubicBezTo>
                      <a:pt x="14463" y="17554"/>
                      <a:pt x="14463" y="17554"/>
                      <a:pt x="14463" y="17554"/>
                    </a:cubicBezTo>
                    <a:cubicBezTo>
                      <a:pt x="14463" y="17494"/>
                      <a:pt x="14463" y="17494"/>
                      <a:pt x="14463" y="17494"/>
                    </a:cubicBezTo>
                    <a:cubicBezTo>
                      <a:pt x="14463" y="17375"/>
                      <a:pt x="14463" y="17375"/>
                      <a:pt x="14463" y="17375"/>
                    </a:cubicBezTo>
                    <a:cubicBezTo>
                      <a:pt x="14400" y="17256"/>
                      <a:pt x="14400" y="17256"/>
                      <a:pt x="14400" y="17256"/>
                    </a:cubicBezTo>
                    <a:cubicBezTo>
                      <a:pt x="14337" y="17078"/>
                      <a:pt x="14337" y="17078"/>
                      <a:pt x="14337" y="17078"/>
                    </a:cubicBezTo>
                    <a:cubicBezTo>
                      <a:pt x="14400" y="17078"/>
                      <a:pt x="14400" y="17078"/>
                      <a:pt x="14400" y="17078"/>
                    </a:cubicBezTo>
                    <a:cubicBezTo>
                      <a:pt x="14525" y="17018"/>
                      <a:pt x="14525" y="17018"/>
                      <a:pt x="14525" y="17018"/>
                    </a:cubicBezTo>
                    <a:cubicBezTo>
                      <a:pt x="14463" y="16959"/>
                      <a:pt x="14463" y="16959"/>
                      <a:pt x="14463" y="16959"/>
                    </a:cubicBezTo>
                    <a:cubicBezTo>
                      <a:pt x="14400" y="16899"/>
                      <a:pt x="14400" y="16899"/>
                      <a:pt x="14400" y="16899"/>
                    </a:cubicBezTo>
                    <a:cubicBezTo>
                      <a:pt x="14525" y="16899"/>
                      <a:pt x="14525" y="16899"/>
                      <a:pt x="14525" y="16899"/>
                    </a:cubicBezTo>
                    <a:cubicBezTo>
                      <a:pt x="14588" y="16780"/>
                      <a:pt x="14588" y="16780"/>
                      <a:pt x="14588" y="16780"/>
                    </a:cubicBezTo>
                    <a:cubicBezTo>
                      <a:pt x="14400" y="16721"/>
                      <a:pt x="14400" y="16721"/>
                      <a:pt x="14400" y="16721"/>
                    </a:cubicBezTo>
                    <a:cubicBezTo>
                      <a:pt x="14525" y="16661"/>
                      <a:pt x="14525" y="16661"/>
                      <a:pt x="14525" y="16661"/>
                    </a:cubicBezTo>
                    <a:cubicBezTo>
                      <a:pt x="14588" y="16602"/>
                      <a:pt x="14588" y="16602"/>
                      <a:pt x="14588" y="16602"/>
                    </a:cubicBezTo>
                    <a:cubicBezTo>
                      <a:pt x="14650" y="16602"/>
                      <a:pt x="14650" y="16602"/>
                      <a:pt x="14650" y="16602"/>
                    </a:cubicBezTo>
                    <a:cubicBezTo>
                      <a:pt x="14838" y="16483"/>
                      <a:pt x="14838" y="16483"/>
                      <a:pt x="14838" y="16483"/>
                    </a:cubicBezTo>
                    <a:cubicBezTo>
                      <a:pt x="14963" y="16423"/>
                      <a:pt x="14963" y="16423"/>
                      <a:pt x="14963" y="16423"/>
                    </a:cubicBezTo>
                    <a:cubicBezTo>
                      <a:pt x="14963" y="16364"/>
                      <a:pt x="14963" y="16364"/>
                      <a:pt x="14963" y="16364"/>
                    </a:cubicBezTo>
                    <a:cubicBezTo>
                      <a:pt x="15089" y="16245"/>
                      <a:pt x="15089" y="16245"/>
                      <a:pt x="15089" y="16245"/>
                    </a:cubicBezTo>
                    <a:cubicBezTo>
                      <a:pt x="15277" y="16126"/>
                      <a:pt x="15277" y="16126"/>
                      <a:pt x="15277" y="16126"/>
                    </a:cubicBezTo>
                    <a:cubicBezTo>
                      <a:pt x="15464" y="15888"/>
                      <a:pt x="15464" y="15888"/>
                      <a:pt x="15464" y="15888"/>
                    </a:cubicBezTo>
                    <a:cubicBezTo>
                      <a:pt x="15652" y="15888"/>
                      <a:pt x="15652" y="15888"/>
                      <a:pt x="15652" y="15888"/>
                    </a:cubicBezTo>
                    <a:cubicBezTo>
                      <a:pt x="15777" y="15769"/>
                      <a:pt x="15777" y="15769"/>
                      <a:pt x="15777" y="15769"/>
                    </a:cubicBezTo>
                    <a:cubicBezTo>
                      <a:pt x="15903" y="15650"/>
                      <a:pt x="15903" y="15650"/>
                      <a:pt x="15903" y="15650"/>
                    </a:cubicBezTo>
                    <a:cubicBezTo>
                      <a:pt x="16028" y="15650"/>
                      <a:pt x="16028" y="15650"/>
                      <a:pt x="16028" y="15650"/>
                    </a:cubicBezTo>
                    <a:cubicBezTo>
                      <a:pt x="16090" y="15709"/>
                      <a:pt x="16090" y="15709"/>
                      <a:pt x="16090" y="15709"/>
                    </a:cubicBezTo>
                    <a:cubicBezTo>
                      <a:pt x="16153" y="15769"/>
                      <a:pt x="16153" y="15769"/>
                      <a:pt x="16153" y="15769"/>
                    </a:cubicBezTo>
                    <a:cubicBezTo>
                      <a:pt x="16153" y="15650"/>
                      <a:pt x="16153" y="15650"/>
                      <a:pt x="16153" y="15650"/>
                    </a:cubicBezTo>
                    <a:cubicBezTo>
                      <a:pt x="16278" y="15531"/>
                      <a:pt x="16278" y="15531"/>
                      <a:pt x="16278" y="15531"/>
                    </a:cubicBezTo>
                    <a:cubicBezTo>
                      <a:pt x="16466" y="15412"/>
                      <a:pt x="16466" y="15412"/>
                      <a:pt x="16466" y="15412"/>
                    </a:cubicBezTo>
                    <a:cubicBezTo>
                      <a:pt x="16591" y="15352"/>
                      <a:pt x="16591" y="15352"/>
                      <a:pt x="16591" y="15352"/>
                    </a:cubicBezTo>
                    <a:cubicBezTo>
                      <a:pt x="16591" y="15352"/>
                      <a:pt x="16591" y="15352"/>
                      <a:pt x="16591" y="15352"/>
                    </a:cubicBezTo>
                    <a:cubicBezTo>
                      <a:pt x="16529" y="15293"/>
                      <a:pt x="16529" y="15293"/>
                      <a:pt x="16529" y="15293"/>
                    </a:cubicBezTo>
                    <a:cubicBezTo>
                      <a:pt x="16466" y="15293"/>
                      <a:pt x="16466" y="15293"/>
                      <a:pt x="16466" y="15293"/>
                    </a:cubicBezTo>
                    <a:cubicBezTo>
                      <a:pt x="16403" y="15233"/>
                      <a:pt x="16403" y="15233"/>
                      <a:pt x="16403" y="15233"/>
                    </a:cubicBezTo>
                    <a:cubicBezTo>
                      <a:pt x="16529" y="15174"/>
                      <a:pt x="16529" y="15174"/>
                      <a:pt x="16529" y="15174"/>
                    </a:cubicBezTo>
                    <a:cubicBezTo>
                      <a:pt x="16654" y="15114"/>
                      <a:pt x="16654" y="15114"/>
                      <a:pt x="16654" y="15114"/>
                    </a:cubicBezTo>
                    <a:cubicBezTo>
                      <a:pt x="16717" y="15114"/>
                      <a:pt x="16717" y="15114"/>
                      <a:pt x="16717" y="15114"/>
                    </a:cubicBezTo>
                    <a:cubicBezTo>
                      <a:pt x="16842" y="15114"/>
                      <a:pt x="16842" y="15114"/>
                      <a:pt x="16842" y="15114"/>
                    </a:cubicBezTo>
                    <a:cubicBezTo>
                      <a:pt x="16904" y="15055"/>
                      <a:pt x="16904" y="15055"/>
                      <a:pt x="16904" y="15055"/>
                    </a:cubicBezTo>
                    <a:cubicBezTo>
                      <a:pt x="16967" y="15055"/>
                      <a:pt x="16967" y="15055"/>
                      <a:pt x="16967" y="15055"/>
                    </a:cubicBezTo>
                    <a:cubicBezTo>
                      <a:pt x="16967" y="15114"/>
                      <a:pt x="16967" y="15114"/>
                      <a:pt x="16967" y="15114"/>
                    </a:cubicBezTo>
                    <a:cubicBezTo>
                      <a:pt x="16842" y="15174"/>
                      <a:pt x="16842" y="15174"/>
                      <a:pt x="16842" y="15174"/>
                    </a:cubicBezTo>
                    <a:cubicBezTo>
                      <a:pt x="16717" y="15233"/>
                      <a:pt x="16717" y="15233"/>
                      <a:pt x="16717" y="15233"/>
                    </a:cubicBezTo>
                    <a:cubicBezTo>
                      <a:pt x="16654" y="15233"/>
                      <a:pt x="16654" y="15233"/>
                      <a:pt x="16654" y="15233"/>
                    </a:cubicBezTo>
                    <a:cubicBezTo>
                      <a:pt x="16717" y="15293"/>
                      <a:pt x="16717" y="15293"/>
                      <a:pt x="16717" y="15293"/>
                    </a:cubicBezTo>
                    <a:cubicBezTo>
                      <a:pt x="16967" y="15233"/>
                      <a:pt x="16967" y="15233"/>
                      <a:pt x="16967" y="15233"/>
                    </a:cubicBezTo>
                    <a:cubicBezTo>
                      <a:pt x="17217" y="15114"/>
                      <a:pt x="17217" y="15114"/>
                      <a:pt x="17217" y="15114"/>
                    </a:cubicBezTo>
                    <a:cubicBezTo>
                      <a:pt x="17155" y="15055"/>
                      <a:pt x="17155" y="15055"/>
                      <a:pt x="17155" y="15055"/>
                    </a:cubicBezTo>
                    <a:cubicBezTo>
                      <a:pt x="17217" y="14995"/>
                      <a:pt x="17217" y="14995"/>
                      <a:pt x="17217" y="14995"/>
                    </a:cubicBezTo>
                    <a:cubicBezTo>
                      <a:pt x="17280" y="15055"/>
                      <a:pt x="17280" y="15055"/>
                      <a:pt x="17280" y="15055"/>
                    </a:cubicBezTo>
                    <a:cubicBezTo>
                      <a:pt x="17280" y="15114"/>
                      <a:pt x="17280" y="15114"/>
                      <a:pt x="17280" y="15114"/>
                    </a:cubicBezTo>
                    <a:cubicBezTo>
                      <a:pt x="17280" y="15114"/>
                      <a:pt x="17280" y="15174"/>
                      <a:pt x="17280" y="15174"/>
                    </a:cubicBezTo>
                    <a:cubicBezTo>
                      <a:pt x="17280" y="15174"/>
                      <a:pt x="17468" y="15174"/>
                      <a:pt x="17468" y="15174"/>
                    </a:cubicBezTo>
                    <a:cubicBezTo>
                      <a:pt x="17530" y="15174"/>
                      <a:pt x="17530" y="15174"/>
                      <a:pt x="17530" y="15174"/>
                    </a:cubicBezTo>
                    <a:cubicBezTo>
                      <a:pt x="17718" y="15174"/>
                      <a:pt x="17718" y="15174"/>
                      <a:pt x="17718" y="15174"/>
                    </a:cubicBezTo>
                    <a:cubicBezTo>
                      <a:pt x="17906" y="15174"/>
                      <a:pt x="17906" y="15174"/>
                      <a:pt x="17906" y="15174"/>
                    </a:cubicBezTo>
                    <a:cubicBezTo>
                      <a:pt x="17969" y="15114"/>
                      <a:pt x="17969" y="15114"/>
                      <a:pt x="17969" y="15114"/>
                    </a:cubicBezTo>
                    <a:cubicBezTo>
                      <a:pt x="17969" y="15055"/>
                      <a:pt x="17969" y="15055"/>
                      <a:pt x="17969" y="15055"/>
                    </a:cubicBezTo>
                    <a:cubicBezTo>
                      <a:pt x="17969" y="14995"/>
                      <a:pt x="17969" y="14995"/>
                      <a:pt x="17969" y="14995"/>
                    </a:cubicBezTo>
                    <a:cubicBezTo>
                      <a:pt x="17969" y="14936"/>
                      <a:pt x="17969" y="14936"/>
                      <a:pt x="17969" y="14936"/>
                    </a:cubicBezTo>
                    <a:cubicBezTo>
                      <a:pt x="18219" y="14817"/>
                      <a:pt x="18219" y="14817"/>
                      <a:pt x="18219" y="14817"/>
                    </a:cubicBezTo>
                    <a:cubicBezTo>
                      <a:pt x="18470" y="14757"/>
                      <a:pt x="18470" y="14757"/>
                      <a:pt x="18470" y="14757"/>
                    </a:cubicBezTo>
                    <a:cubicBezTo>
                      <a:pt x="18532" y="14698"/>
                      <a:pt x="18532" y="14698"/>
                      <a:pt x="18532" y="14698"/>
                    </a:cubicBezTo>
                    <a:cubicBezTo>
                      <a:pt x="18595" y="14579"/>
                      <a:pt x="18595" y="14579"/>
                      <a:pt x="18595" y="14579"/>
                    </a:cubicBezTo>
                    <a:cubicBezTo>
                      <a:pt x="18532" y="14579"/>
                      <a:pt x="18532" y="14579"/>
                      <a:pt x="18532" y="14579"/>
                    </a:cubicBezTo>
                    <a:cubicBezTo>
                      <a:pt x="18470" y="14340"/>
                      <a:pt x="18470" y="14340"/>
                      <a:pt x="18470" y="14340"/>
                    </a:cubicBezTo>
                    <a:cubicBezTo>
                      <a:pt x="18532" y="14221"/>
                      <a:pt x="18532" y="14221"/>
                      <a:pt x="18532" y="14221"/>
                    </a:cubicBezTo>
                    <a:cubicBezTo>
                      <a:pt x="18595" y="14162"/>
                      <a:pt x="18595" y="14162"/>
                      <a:pt x="18595" y="14162"/>
                    </a:cubicBezTo>
                    <a:cubicBezTo>
                      <a:pt x="18595" y="14043"/>
                      <a:pt x="18595" y="14043"/>
                      <a:pt x="18595" y="14043"/>
                    </a:cubicBezTo>
                    <a:cubicBezTo>
                      <a:pt x="18657" y="13983"/>
                      <a:pt x="18657" y="13983"/>
                      <a:pt x="18657" y="13983"/>
                    </a:cubicBezTo>
                    <a:cubicBezTo>
                      <a:pt x="18783" y="13924"/>
                      <a:pt x="18783" y="13924"/>
                      <a:pt x="18783" y="13924"/>
                    </a:cubicBezTo>
                    <a:cubicBezTo>
                      <a:pt x="18783" y="13805"/>
                      <a:pt x="18783" y="13805"/>
                      <a:pt x="18783" y="13805"/>
                    </a:cubicBezTo>
                    <a:cubicBezTo>
                      <a:pt x="18720" y="13805"/>
                      <a:pt x="18720" y="13805"/>
                      <a:pt x="18720" y="13805"/>
                    </a:cubicBezTo>
                    <a:cubicBezTo>
                      <a:pt x="18908" y="13567"/>
                      <a:pt x="18908" y="13567"/>
                      <a:pt x="18908" y="13567"/>
                    </a:cubicBezTo>
                    <a:cubicBezTo>
                      <a:pt x="19096" y="13329"/>
                      <a:pt x="19096" y="13329"/>
                      <a:pt x="19096" y="13329"/>
                    </a:cubicBezTo>
                    <a:cubicBezTo>
                      <a:pt x="19096" y="13210"/>
                      <a:pt x="19096" y="13210"/>
                      <a:pt x="19096" y="13210"/>
                    </a:cubicBezTo>
                    <a:cubicBezTo>
                      <a:pt x="19096" y="12912"/>
                      <a:pt x="19096" y="12912"/>
                      <a:pt x="19096" y="12912"/>
                    </a:cubicBezTo>
                    <a:cubicBezTo>
                      <a:pt x="19033" y="12853"/>
                      <a:pt x="19033" y="12853"/>
                      <a:pt x="19033" y="12853"/>
                    </a:cubicBezTo>
                    <a:cubicBezTo>
                      <a:pt x="19096" y="12615"/>
                      <a:pt x="19096" y="12615"/>
                      <a:pt x="19096" y="12615"/>
                    </a:cubicBezTo>
                    <a:cubicBezTo>
                      <a:pt x="19158" y="12555"/>
                      <a:pt x="19158" y="12555"/>
                      <a:pt x="19158" y="12555"/>
                    </a:cubicBezTo>
                    <a:cubicBezTo>
                      <a:pt x="19158" y="12496"/>
                      <a:pt x="19158" y="12496"/>
                      <a:pt x="19158" y="12496"/>
                    </a:cubicBezTo>
                    <a:cubicBezTo>
                      <a:pt x="19346" y="12377"/>
                      <a:pt x="19346" y="12377"/>
                      <a:pt x="19346" y="12377"/>
                    </a:cubicBezTo>
                    <a:cubicBezTo>
                      <a:pt x="19346" y="12317"/>
                      <a:pt x="19346" y="12317"/>
                      <a:pt x="19346" y="12317"/>
                    </a:cubicBezTo>
                    <a:cubicBezTo>
                      <a:pt x="19283" y="12139"/>
                      <a:pt x="19283" y="12139"/>
                      <a:pt x="19283" y="12139"/>
                    </a:cubicBezTo>
                    <a:cubicBezTo>
                      <a:pt x="19409" y="11901"/>
                      <a:pt x="19409" y="11901"/>
                      <a:pt x="19409" y="11901"/>
                    </a:cubicBezTo>
                    <a:cubicBezTo>
                      <a:pt x="19409" y="11722"/>
                      <a:pt x="19409" y="11722"/>
                      <a:pt x="19409" y="11722"/>
                    </a:cubicBezTo>
                    <a:cubicBezTo>
                      <a:pt x="19409" y="11544"/>
                      <a:pt x="19409" y="11544"/>
                      <a:pt x="19409" y="11544"/>
                    </a:cubicBezTo>
                    <a:cubicBezTo>
                      <a:pt x="19409" y="11484"/>
                      <a:pt x="19409" y="11484"/>
                      <a:pt x="19409" y="11484"/>
                    </a:cubicBezTo>
                    <a:cubicBezTo>
                      <a:pt x="19471" y="11306"/>
                      <a:pt x="19471" y="11306"/>
                      <a:pt x="19471" y="11306"/>
                    </a:cubicBezTo>
                    <a:cubicBezTo>
                      <a:pt x="19409" y="10592"/>
                      <a:pt x="19409" y="10592"/>
                      <a:pt x="19409" y="10592"/>
                    </a:cubicBezTo>
                    <a:cubicBezTo>
                      <a:pt x="19409" y="10473"/>
                      <a:pt x="19409" y="10473"/>
                      <a:pt x="19409" y="10473"/>
                    </a:cubicBezTo>
                    <a:cubicBezTo>
                      <a:pt x="19409" y="10354"/>
                      <a:pt x="19409" y="10354"/>
                      <a:pt x="19409" y="10354"/>
                    </a:cubicBezTo>
                    <a:cubicBezTo>
                      <a:pt x="19409" y="10235"/>
                      <a:pt x="19409" y="10235"/>
                      <a:pt x="19409" y="10235"/>
                    </a:cubicBezTo>
                    <a:cubicBezTo>
                      <a:pt x="19409" y="10294"/>
                      <a:pt x="19409" y="10294"/>
                      <a:pt x="19409" y="10294"/>
                    </a:cubicBezTo>
                    <a:cubicBezTo>
                      <a:pt x="19283" y="10235"/>
                      <a:pt x="19283" y="10235"/>
                      <a:pt x="19283" y="10235"/>
                    </a:cubicBezTo>
                    <a:cubicBezTo>
                      <a:pt x="19283" y="10175"/>
                      <a:pt x="19283" y="10175"/>
                      <a:pt x="19283" y="10175"/>
                    </a:cubicBezTo>
                    <a:cubicBezTo>
                      <a:pt x="19409" y="10056"/>
                      <a:pt x="19409" y="10056"/>
                      <a:pt x="19409" y="10056"/>
                    </a:cubicBezTo>
                    <a:cubicBezTo>
                      <a:pt x="19346" y="9937"/>
                      <a:pt x="19346" y="9937"/>
                      <a:pt x="19346" y="9937"/>
                    </a:cubicBezTo>
                    <a:cubicBezTo>
                      <a:pt x="19409" y="9878"/>
                      <a:pt x="19409" y="9878"/>
                      <a:pt x="19409" y="9878"/>
                    </a:cubicBezTo>
                    <a:cubicBezTo>
                      <a:pt x="19471" y="9878"/>
                      <a:pt x="19471" y="9878"/>
                      <a:pt x="19471" y="9878"/>
                    </a:cubicBezTo>
                    <a:cubicBezTo>
                      <a:pt x="19471" y="9699"/>
                      <a:pt x="19471" y="9699"/>
                      <a:pt x="19471" y="9699"/>
                    </a:cubicBezTo>
                    <a:cubicBezTo>
                      <a:pt x="19409" y="9580"/>
                      <a:pt x="19409" y="9580"/>
                      <a:pt x="19409" y="9580"/>
                    </a:cubicBezTo>
                    <a:cubicBezTo>
                      <a:pt x="19221" y="9521"/>
                      <a:pt x="19221" y="9521"/>
                      <a:pt x="19221" y="9521"/>
                    </a:cubicBezTo>
                    <a:cubicBezTo>
                      <a:pt x="19283" y="9521"/>
                      <a:pt x="19283" y="9521"/>
                      <a:pt x="19283" y="9521"/>
                    </a:cubicBezTo>
                    <a:cubicBezTo>
                      <a:pt x="19283" y="9461"/>
                      <a:pt x="19283" y="9461"/>
                      <a:pt x="19283" y="9461"/>
                    </a:cubicBezTo>
                    <a:cubicBezTo>
                      <a:pt x="19346" y="9521"/>
                      <a:pt x="19346" y="9521"/>
                      <a:pt x="19346" y="9521"/>
                    </a:cubicBezTo>
                    <a:cubicBezTo>
                      <a:pt x="19409" y="9580"/>
                      <a:pt x="19409" y="9580"/>
                      <a:pt x="19409" y="9580"/>
                    </a:cubicBezTo>
                    <a:cubicBezTo>
                      <a:pt x="19471" y="9640"/>
                      <a:pt x="19471" y="9640"/>
                      <a:pt x="19471" y="9640"/>
                    </a:cubicBezTo>
                    <a:cubicBezTo>
                      <a:pt x="19534" y="9521"/>
                      <a:pt x="19534" y="9521"/>
                      <a:pt x="19534" y="9521"/>
                    </a:cubicBezTo>
                    <a:cubicBezTo>
                      <a:pt x="19597" y="9521"/>
                      <a:pt x="19597" y="9521"/>
                      <a:pt x="19597" y="9521"/>
                    </a:cubicBezTo>
                    <a:cubicBezTo>
                      <a:pt x="19659" y="9580"/>
                      <a:pt x="19659" y="9580"/>
                      <a:pt x="19659" y="9580"/>
                    </a:cubicBezTo>
                    <a:cubicBezTo>
                      <a:pt x="19722" y="9580"/>
                      <a:pt x="19722" y="9580"/>
                      <a:pt x="19722" y="9580"/>
                    </a:cubicBezTo>
                    <a:cubicBezTo>
                      <a:pt x="19659" y="9699"/>
                      <a:pt x="19659" y="9699"/>
                      <a:pt x="19659" y="9699"/>
                    </a:cubicBezTo>
                    <a:cubicBezTo>
                      <a:pt x="19534" y="9759"/>
                      <a:pt x="19534" y="9759"/>
                      <a:pt x="19534" y="9759"/>
                    </a:cubicBezTo>
                    <a:cubicBezTo>
                      <a:pt x="19534" y="9818"/>
                      <a:pt x="19534" y="9818"/>
                      <a:pt x="19534" y="9818"/>
                    </a:cubicBezTo>
                    <a:cubicBezTo>
                      <a:pt x="19597" y="9818"/>
                      <a:pt x="19597" y="9818"/>
                      <a:pt x="19597" y="9818"/>
                    </a:cubicBezTo>
                    <a:cubicBezTo>
                      <a:pt x="19722" y="9699"/>
                      <a:pt x="19722" y="9699"/>
                      <a:pt x="19722" y="9699"/>
                    </a:cubicBezTo>
                    <a:cubicBezTo>
                      <a:pt x="19847" y="9640"/>
                      <a:pt x="19847" y="9640"/>
                      <a:pt x="19847" y="9640"/>
                    </a:cubicBezTo>
                    <a:cubicBezTo>
                      <a:pt x="20035" y="9342"/>
                      <a:pt x="20035" y="9342"/>
                      <a:pt x="20035" y="9342"/>
                    </a:cubicBezTo>
                    <a:cubicBezTo>
                      <a:pt x="20097" y="9164"/>
                      <a:pt x="20097" y="9164"/>
                      <a:pt x="20097" y="9164"/>
                    </a:cubicBezTo>
                    <a:cubicBezTo>
                      <a:pt x="20160" y="9045"/>
                      <a:pt x="20160" y="9045"/>
                      <a:pt x="20160" y="9045"/>
                    </a:cubicBezTo>
                    <a:cubicBezTo>
                      <a:pt x="20223" y="8985"/>
                      <a:pt x="20223" y="8985"/>
                      <a:pt x="20223" y="8985"/>
                    </a:cubicBezTo>
                    <a:cubicBezTo>
                      <a:pt x="20285" y="8807"/>
                      <a:pt x="20285" y="8807"/>
                      <a:pt x="20285" y="8807"/>
                    </a:cubicBezTo>
                    <a:cubicBezTo>
                      <a:pt x="20348" y="8628"/>
                      <a:pt x="20348" y="8628"/>
                      <a:pt x="20348" y="8628"/>
                    </a:cubicBezTo>
                    <a:cubicBezTo>
                      <a:pt x="20661" y="8450"/>
                      <a:pt x="20661" y="8450"/>
                      <a:pt x="20661" y="8450"/>
                    </a:cubicBezTo>
                    <a:cubicBezTo>
                      <a:pt x="20723" y="8390"/>
                      <a:pt x="20723" y="8390"/>
                      <a:pt x="20723" y="8390"/>
                    </a:cubicBezTo>
                    <a:cubicBezTo>
                      <a:pt x="20786" y="8331"/>
                      <a:pt x="20786" y="8331"/>
                      <a:pt x="20786" y="8331"/>
                    </a:cubicBezTo>
                    <a:cubicBezTo>
                      <a:pt x="20849" y="8212"/>
                      <a:pt x="20849" y="8212"/>
                      <a:pt x="20849" y="8212"/>
                    </a:cubicBezTo>
                    <a:cubicBezTo>
                      <a:pt x="21099" y="8033"/>
                      <a:pt x="21099" y="8033"/>
                      <a:pt x="21099" y="8033"/>
                    </a:cubicBezTo>
                    <a:cubicBezTo>
                      <a:pt x="21287" y="7736"/>
                      <a:pt x="21287" y="7736"/>
                      <a:pt x="21287" y="7736"/>
                    </a:cubicBezTo>
                    <a:cubicBezTo>
                      <a:pt x="21350" y="7676"/>
                      <a:pt x="21350" y="7676"/>
                      <a:pt x="21350" y="7676"/>
                    </a:cubicBezTo>
                    <a:cubicBezTo>
                      <a:pt x="21475" y="7379"/>
                      <a:pt x="21475" y="7379"/>
                      <a:pt x="21475" y="7379"/>
                    </a:cubicBezTo>
                    <a:cubicBezTo>
                      <a:pt x="21537" y="7260"/>
                      <a:pt x="21537" y="7260"/>
                      <a:pt x="21537" y="7260"/>
                    </a:cubicBezTo>
                    <a:cubicBezTo>
                      <a:pt x="21600" y="7200"/>
                      <a:pt x="21600" y="7200"/>
                      <a:pt x="21600" y="7200"/>
                    </a:cubicBezTo>
                    <a:cubicBezTo>
                      <a:pt x="21600" y="7081"/>
                      <a:pt x="21600" y="7081"/>
                      <a:pt x="21600" y="7081"/>
                    </a:cubicBezTo>
                    <a:cubicBezTo>
                      <a:pt x="21537" y="6962"/>
                      <a:pt x="21537" y="6962"/>
                      <a:pt x="21537" y="6962"/>
                    </a:cubicBezTo>
                    <a:cubicBezTo>
                      <a:pt x="21537" y="6902"/>
                      <a:pt x="21537" y="6902"/>
                      <a:pt x="21537" y="6902"/>
                    </a:cubicBezTo>
                    <a:lnTo>
                      <a:pt x="21600" y="6843"/>
                    </a:lnTo>
                    <a:close/>
                  </a:path>
                </a:pathLst>
              </a:custGeom>
              <a:grpFill/>
              <a:ln w="12700">
                <a:noFill/>
                <a:miter lim="400000"/>
              </a:ln>
            </p:spPr>
            <p:txBody>
              <a:bodyPr lIns="45708" rIns="45708"/>
              <a:lstStyle/>
              <a:p>
                <a:endParaRPr b="1" dirty="0">
                  <a:latin typeface="Raleway SemiBold" panose="020B0503030101060003" pitchFamily="34" charset="77"/>
                </a:endParaRPr>
              </a:p>
            </p:txBody>
          </p:sp>
          <p:sp>
            <p:nvSpPr>
              <p:cNvPr id="726" name="TextBox 725">
                <a:extLst>
                  <a:ext uri="{FF2B5EF4-FFF2-40B4-BE49-F238E27FC236}">
                    <a16:creationId xmlns:a16="http://schemas.microsoft.com/office/drawing/2014/main" id="{B48F80AB-C4FF-4598-AADB-86814FD7D245}"/>
                  </a:ext>
                </a:extLst>
              </p:cNvPr>
              <p:cNvSpPr txBox="1"/>
              <p:nvPr/>
            </p:nvSpPr>
            <p:spPr>
              <a:xfrm>
                <a:off x="1412244" y="6237574"/>
                <a:ext cx="73609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10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</a:lstStyle>
              <a:p>
                <a:r>
                  <a:rPr lang="en-US" dirty="0"/>
                  <a:t>BARAZIL</a:t>
                </a:r>
              </a:p>
            </p:txBody>
          </p:sp>
        </p:grpSp>
        <p:grpSp>
          <p:nvGrpSpPr>
            <p:cNvPr id="732" name="Group 731">
              <a:extLst>
                <a:ext uri="{FF2B5EF4-FFF2-40B4-BE49-F238E27FC236}">
                  <a16:creationId xmlns:a16="http://schemas.microsoft.com/office/drawing/2014/main" id="{7F1B8A50-0589-48FA-A23E-456018A9AD35}"/>
                </a:ext>
              </a:extLst>
            </p:cNvPr>
            <p:cNvGrpSpPr/>
            <p:nvPr/>
          </p:nvGrpSpPr>
          <p:grpSpPr>
            <a:xfrm>
              <a:off x="2852764" y="5133652"/>
              <a:ext cx="1233297" cy="1375259"/>
              <a:chOff x="3265343" y="5123925"/>
              <a:chExt cx="1233297" cy="1375259"/>
            </a:xfrm>
            <a:grpFill/>
          </p:grpSpPr>
          <p:sp>
            <p:nvSpPr>
              <p:cNvPr id="727" name="Freeform 5">
                <a:extLst>
                  <a:ext uri="{FF2B5EF4-FFF2-40B4-BE49-F238E27FC236}">
                    <a16:creationId xmlns:a16="http://schemas.microsoft.com/office/drawing/2014/main" id="{EC289D59-15FF-499E-905C-DDBC51A07DA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5343" y="5123925"/>
                <a:ext cx="1233297" cy="9144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059" y="21485"/>
                    </a:moveTo>
                    <a:lnTo>
                      <a:pt x="17144" y="21485"/>
                    </a:lnTo>
                    <a:lnTo>
                      <a:pt x="17144" y="21367"/>
                    </a:lnTo>
                    <a:lnTo>
                      <a:pt x="17059" y="21252"/>
                    </a:lnTo>
                    <a:lnTo>
                      <a:pt x="17144" y="21137"/>
                    </a:lnTo>
                    <a:lnTo>
                      <a:pt x="17059" y="21137"/>
                    </a:lnTo>
                    <a:lnTo>
                      <a:pt x="17059" y="20903"/>
                    </a:lnTo>
                    <a:lnTo>
                      <a:pt x="17573" y="19973"/>
                    </a:lnTo>
                    <a:lnTo>
                      <a:pt x="18515" y="19973"/>
                    </a:lnTo>
                    <a:lnTo>
                      <a:pt x="18600" y="19858"/>
                    </a:lnTo>
                    <a:lnTo>
                      <a:pt x="18600" y="19744"/>
                    </a:lnTo>
                    <a:lnTo>
                      <a:pt x="18515" y="19625"/>
                    </a:lnTo>
                    <a:lnTo>
                      <a:pt x="18345" y="19625"/>
                    </a:lnTo>
                    <a:lnTo>
                      <a:pt x="18345" y="19510"/>
                    </a:lnTo>
                    <a:lnTo>
                      <a:pt x="18260" y="19395"/>
                    </a:lnTo>
                    <a:lnTo>
                      <a:pt x="18260" y="19277"/>
                    </a:lnTo>
                    <a:lnTo>
                      <a:pt x="18172" y="19277"/>
                    </a:lnTo>
                    <a:lnTo>
                      <a:pt x="18001" y="19162"/>
                    </a:lnTo>
                    <a:lnTo>
                      <a:pt x="17916" y="18928"/>
                    </a:lnTo>
                    <a:lnTo>
                      <a:pt x="17831" y="18813"/>
                    </a:lnTo>
                    <a:lnTo>
                      <a:pt x="17743" y="18699"/>
                    </a:lnTo>
                    <a:lnTo>
                      <a:pt x="18087" y="18699"/>
                    </a:lnTo>
                    <a:lnTo>
                      <a:pt x="18087" y="18117"/>
                    </a:lnTo>
                    <a:lnTo>
                      <a:pt x="19372" y="18117"/>
                    </a:lnTo>
                    <a:lnTo>
                      <a:pt x="19457" y="18002"/>
                    </a:lnTo>
                    <a:lnTo>
                      <a:pt x="19630" y="18002"/>
                    </a:lnTo>
                    <a:lnTo>
                      <a:pt x="19630" y="18117"/>
                    </a:lnTo>
                    <a:lnTo>
                      <a:pt x="19716" y="18002"/>
                    </a:lnTo>
                    <a:lnTo>
                      <a:pt x="19886" y="17768"/>
                    </a:lnTo>
                    <a:lnTo>
                      <a:pt x="19886" y="17535"/>
                    </a:lnTo>
                    <a:lnTo>
                      <a:pt x="20059" y="17535"/>
                    </a:lnTo>
                    <a:lnTo>
                      <a:pt x="20144" y="17301"/>
                    </a:lnTo>
                    <a:lnTo>
                      <a:pt x="20314" y="17072"/>
                    </a:lnTo>
                    <a:lnTo>
                      <a:pt x="20402" y="17072"/>
                    </a:lnTo>
                    <a:lnTo>
                      <a:pt x="20402" y="17301"/>
                    </a:lnTo>
                    <a:lnTo>
                      <a:pt x="20314" y="17301"/>
                    </a:lnTo>
                    <a:lnTo>
                      <a:pt x="20314" y="17420"/>
                    </a:lnTo>
                    <a:lnTo>
                      <a:pt x="20488" y="17535"/>
                    </a:lnTo>
                    <a:lnTo>
                      <a:pt x="20573" y="17768"/>
                    </a:lnTo>
                    <a:lnTo>
                      <a:pt x="20573" y="17654"/>
                    </a:lnTo>
                    <a:lnTo>
                      <a:pt x="20743" y="17301"/>
                    </a:lnTo>
                    <a:lnTo>
                      <a:pt x="20916" y="16723"/>
                    </a:lnTo>
                    <a:lnTo>
                      <a:pt x="20916" y="16605"/>
                    </a:lnTo>
                    <a:lnTo>
                      <a:pt x="20831" y="16723"/>
                    </a:lnTo>
                    <a:lnTo>
                      <a:pt x="20743" y="16605"/>
                    </a:lnTo>
                    <a:lnTo>
                      <a:pt x="20743" y="16490"/>
                    </a:lnTo>
                    <a:lnTo>
                      <a:pt x="20916" y="16256"/>
                    </a:lnTo>
                    <a:lnTo>
                      <a:pt x="20916" y="16142"/>
                    </a:lnTo>
                    <a:lnTo>
                      <a:pt x="20831" y="16142"/>
                    </a:lnTo>
                    <a:lnTo>
                      <a:pt x="20743" y="16027"/>
                    </a:lnTo>
                    <a:lnTo>
                      <a:pt x="20743" y="15908"/>
                    </a:lnTo>
                    <a:lnTo>
                      <a:pt x="20916" y="15793"/>
                    </a:lnTo>
                    <a:lnTo>
                      <a:pt x="20916" y="15560"/>
                    </a:lnTo>
                    <a:lnTo>
                      <a:pt x="21345" y="14982"/>
                    </a:lnTo>
                    <a:lnTo>
                      <a:pt x="21515" y="14633"/>
                    </a:lnTo>
                    <a:lnTo>
                      <a:pt x="21600" y="14400"/>
                    </a:lnTo>
                    <a:lnTo>
                      <a:pt x="21600" y="14167"/>
                    </a:lnTo>
                    <a:lnTo>
                      <a:pt x="21345" y="13818"/>
                    </a:lnTo>
                    <a:lnTo>
                      <a:pt x="21259" y="13818"/>
                    </a:lnTo>
                    <a:lnTo>
                      <a:pt x="21259" y="13937"/>
                    </a:lnTo>
                    <a:lnTo>
                      <a:pt x="21171" y="13937"/>
                    </a:lnTo>
                    <a:lnTo>
                      <a:pt x="20831" y="13818"/>
                    </a:lnTo>
                    <a:lnTo>
                      <a:pt x="20573" y="13818"/>
                    </a:lnTo>
                    <a:lnTo>
                      <a:pt x="20573" y="13937"/>
                    </a:lnTo>
                    <a:lnTo>
                      <a:pt x="20402" y="14052"/>
                    </a:lnTo>
                    <a:lnTo>
                      <a:pt x="20314" y="13937"/>
                    </a:lnTo>
                    <a:lnTo>
                      <a:pt x="19974" y="14167"/>
                    </a:lnTo>
                    <a:lnTo>
                      <a:pt x="19372" y="14167"/>
                    </a:lnTo>
                    <a:lnTo>
                      <a:pt x="18858" y="14400"/>
                    </a:lnTo>
                    <a:lnTo>
                      <a:pt x="18858" y="14515"/>
                    </a:lnTo>
                    <a:lnTo>
                      <a:pt x="19029" y="14515"/>
                    </a:lnTo>
                    <a:lnTo>
                      <a:pt x="18688" y="14982"/>
                    </a:lnTo>
                    <a:lnTo>
                      <a:pt x="18688" y="15678"/>
                    </a:lnTo>
                    <a:lnTo>
                      <a:pt x="18430" y="16027"/>
                    </a:lnTo>
                    <a:lnTo>
                      <a:pt x="18430" y="16375"/>
                    </a:lnTo>
                    <a:lnTo>
                      <a:pt x="18172" y="16723"/>
                    </a:lnTo>
                    <a:lnTo>
                      <a:pt x="18001" y="16838"/>
                    </a:lnTo>
                    <a:lnTo>
                      <a:pt x="18001" y="17301"/>
                    </a:lnTo>
                    <a:lnTo>
                      <a:pt x="17831" y="17535"/>
                    </a:lnTo>
                    <a:lnTo>
                      <a:pt x="17743" y="17535"/>
                    </a:lnTo>
                    <a:lnTo>
                      <a:pt x="17743" y="17654"/>
                    </a:lnTo>
                    <a:lnTo>
                      <a:pt x="17573" y="17535"/>
                    </a:lnTo>
                    <a:lnTo>
                      <a:pt x="17403" y="17420"/>
                    </a:lnTo>
                    <a:lnTo>
                      <a:pt x="17488" y="17301"/>
                    </a:lnTo>
                    <a:lnTo>
                      <a:pt x="17658" y="17187"/>
                    </a:lnTo>
                    <a:lnTo>
                      <a:pt x="17403" y="17187"/>
                    </a:lnTo>
                    <a:lnTo>
                      <a:pt x="17315" y="17301"/>
                    </a:lnTo>
                    <a:lnTo>
                      <a:pt x="17144" y="17187"/>
                    </a:lnTo>
                    <a:lnTo>
                      <a:pt x="16974" y="17187"/>
                    </a:lnTo>
                    <a:lnTo>
                      <a:pt x="16886" y="17301"/>
                    </a:lnTo>
                    <a:lnTo>
                      <a:pt x="16631" y="17301"/>
                    </a:lnTo>
                    <a:lnTo>
                      <a:pt x="16372" y="17420"/>
                    </a:lnTo>
                    <a:lnTo>
                      <a:pt x="16029" y="17768"/>
                    </a:lnTo>
                    <a:lnTo>
                      <a:pt x="15944" y="17768"/>
                    </a:lnTo>
                    <a:lnTo>
                      <a:pt x="15859" y="17654"/>
                    </a:lnTo>
                    <a:lnTo>
                      <a:pt x="15600" y="17654"/>
                    </a:lnTo>
                    <a:lnTo>
                      <a:pt x="15430" y="17768"/>
                    </a:lnTo>
                    <a:lnTo>
                      <a:pt x="15430" y="17535"/>
                    </a:lnTo>
                    <a:lnTo>
                      <a:pt x="15260" y="17187"/>
                    </a:lnTo>
                    <a:lnTo>
                      <a:pt x="15002" y="17072"/>
                    </a:lnTo>
                    <a:lnTo>
                      <a:pt x="14917" y="16953"/>
                    </a:lnTo>
                    <a:lnTo>
                      <a:pt x="14743" y="16953"/>
                    </a:lnTo>
                    <a:lnTo>
                      <a:pt x="14658" y="17072"/>
                    </a:lnTo>
                    <a:lnTo>
                      <a:pt x="14573" y="16838"/>
                    </a:lnTo>
                    <a:lnTo>
                      <a:pt x="14230" y="16375"/>
                    </a:lnTo>
                    <a:lnTo>
                      <a:pt x="14230" y="16027"/>
                    </a:lnTo>
                    <a:lnTo>
                      <a:pt x="14059" y="15793"/>
                    </a:lnTo>
                    <a:lnTo>
                      <a:pt x="14059" y="15560"/>
                    </a:lnTo>
                    <a:lnTo>
                      <a:pt x="13631" y="14982"/>
                    </a:lnTo>
                    <a:lnTo>
                      <a:pt x="13543" y="14748"/>
                    </a:lnTo>
                    <a:lnTo>
                      <a:pt x="13458" y="14515"/>
                    </a:lnTo>
                    <a:lnTo>
                      <a:pt x="13543" y="14400"/>
                    </a:lnTo>
                    <a:lnTo>
                      <a:pt x="13543" y="14285"/>
                    </a:lnTo>
                    <a:lnTo>
                      <a:pt x="13458" y="13818"/>
                    </a:lnTo>
                    <a:lnTo>
                      <a:pt x="13288" y="13703"/>
                    </a:lnTo>
                    <a:lnTo>
                      <a:pt x="13373" y="13470"/>
                    </a:lnTo>
                    <a:lnTo>
                      <a:pt x="13543" y="14167"/>
                    </a:lnTo>
                    <a:lnTo>
                      <a:pt x="13543" y="13818"/>
                    </a:lnTo>
                    <a:lnTo>
                      <a:pt x="13373" y="13355"/>
                    </a:lnTo>
                    <a:lnTo>
                      <a:pt x="13373" y="12773"/>
                    </a:lnTo>
                    <a:lnTo>
                      <a:pt x="13288" y="12658"/>
                    </a:lnTo>
                    <a:lnTo>
                      <a:pt x="13458" y="12425"/>
                    </a:lnTo>
                    <a:lnTo>
                      <a:pt x="13458" y="11613"/>
                    </a:lnTo>
                    <a:lnTo>
                      <a:pt x="13543" y="11032"/>
                    </a:lnTo>
                    <a:lnTo>
                      <a:pt x="13458" y="10917"/>
                    </a:lnTo>
                    <a:lnTo>
                      <a:pt x="13543" y="10798"/>
                    </a:lnTo>
                    <a:lnTo>
                      <a:pt x="13458" y="10683"/>
                    </a:lnTo>
                    <a:lnTo>
                      <a:pt x="13458" y="10450"/>
                    </a:lnTo>
                    <a:lnTo>
                      <a:pt x="13543" y="10335"/>
                    </a:lnTo>
                    <a:lnTo>
                      <a:pt x="13631" y="10101"/>
                    </a:lnTo>
                    <a:lnTo>
                      <a:pt x="13631" y="9987"/>
                    </a:lnTo>
                    <a:lnTo>
                      <a:pt x="13543" y="9872"/>
                    </a:lnTo>
                    <a:lnTo>
                      <a:pt x="13631" y="9753"/>
                    </a:lnTo>
                    <a:lnTo>
                      <a:pt x="13631" y="9405"/>
                    </a:lnTo>
                    <a:lnTo>
                      <a:pt x="13801" y="9405"/>
                    </a:lnTo>
                    <a:lnTo>
                      <a:pt x="13801" y="9638"/>
                    </a:lnTo>
                    <a:lnTo>
                      <a:pt x="13716" y="9753"/>
                    </a:lnTo>
                    <a:lnTo>
                      <a:pt x="13801" y="9753"/>
                    </a:lnTo>
                    <a:lnTo>
                      <a:pt x="13801" y="9523"/>
                    </a:lnTo>
                    <a:lnTo>
                      <a:pt x="13971" y="9290"/>
                    </a:lnTo>
                    <a:lnTo>
                      <a:pt x="13971" y="9056"/>
                    </a:lnTo>
                    <a:lnTo>
                      <a:pt x="14059" y="9056"/>
                    </a:lnTo>
                    <a:lnTo>
                      <a:pt x="14059" y="8708"/>
                    </a:lnTo>
                    <a:lnTo>
                      <a:pt x="14145" y="8593"/>
                    </a:lnTo>
                    <a:lnTo>
                      <a:pt x="13971" y="8708"/>
                    </a:lnTo>
                    <a:lnTo>
                      <a:pt x="13971" y="9056"/>
                    </a:lnTo>
                    <a:lnTo>
                      <a:pt x="13801" y="9175"/>
                    </a:lnTo>
                    <a:lnTo>
                      <a:pt x="13886" y="9056"/>
                    </a:lnTo>
                    <a:lnTo>
                      <a:pt x="13716" y="8827"/>
                    </a:lnTo>
                    <a:lnTo>
                      <a:pt x="13631" y="8827"/>
                    </a:lnTo>
                    <a:lnTo>
                      <a:pt x="13458" y="8708"/>
                    </a:lnTo>
                    <a:lnTo>
                      <a:pt x="13202" y="8593"/>
                    </a:lnTo>
                    <a:lnTo>
                      <a:pt x="13114" y="8478"/>
                    </a:lnTo>
                    <a:lnTo>
                      <a:pt x="13029" y="8360"/>
                    </a:lnTo>
                    <a:lnTo>
                      <a:pt x="12859" y="8360"/>
                    </a:lnTo>
                    <a:lnTo>
                      <a:pt x="12774" y="8245"/>
                    </a:lnTo>
                    <a:lnTo>
                      <a:pt x="12774" y="7897"/>
                    </a:lnTo>
                    <a:lnTo>
                      <a:pt x="12601" y="7315"/>
                    </a:lnTo>
                    <a:lnTo>
                      <a:pt x="12601" y="6852"/>
                    </a:lnTo>
                    <a:lnTo>
                      <a:pt x="12516" y="6618"/>
                    </a:lnTo>
                    <a:lnTo>
                      <a:pt x="12430" y="6503"/>
                    </a:lnTo>
                    <a:lnTo>
                      <a:pt x="12345" y="6270"/>
                    </a:lnTo>
                    <a:lnTo>
                      <a:pt x="12257" y="6270"/>
                    </a:lnTo>
                    <a:lnTo>
                      <a:pt x="12257" y="6036"/>
                    </a:lnTo>
                    <a:lnTo>
                      <a:pt x="12172" y="6036"/>
                    </a:lnTo>
                    <a:lnTo>
                      <a:pt x="12087" y="5688"/>
                    </a:lnTo>
                    <a:lnTo>
                      <a:pt x="11917" y="5458"/>
                    </a:lnTo>
                    <a:lnTo>
                      <a:pt x="11917" y="4991"/>
                    </a:lnTo>
                    <a:lnTo>
                      <a:pt x="11829" y="4762"/>
                    </a:lnTo>
                    <a:lnTo>
                      <a:pt x="11744" y="4528"/>
                    </a:lnTo>
                    <a:lnTo>
                      <a:pt x="11573" y="4295"/>
                    </a:lnTo>
                    <a:lnTo>
                      <a:pt x="11488" y="4180"/>
                    </a:lnTo>
                    <a:lnTo>
                      <a:pt x="11315" y="4180"/>
                    </a:lnTo>
                    <a:lnTo>
                      <a:pt x="11230" y="4065"/>
                    </a:lnTo>
                    <a:lnTo>
                      <a:pt x="10801" y="4065"/>
                    </a:lnTo>
                    <a:lnTo>
                      <a:pt x="10716" y="4180"/>
                    </a:lnTo>
                    <a:lnTo>
                      <a:pt x="10543" y="4180"/>
                    </a:lnTo>
                    <a:lnTo>
                      <a:pt x="10458" y="4295"/>
                    </a:lnTo>
                    <a:lnTo>
                      <a:pt x="10373" y="4528"/>
                    </a:lnTo>
                    <a:lnTo>
                      <a:pt x="10288" y="4643"/>
                    </a:lnTo>
                    <a:lnTo>
                      <a:pt x="10288" y="4762"/>
                    </a:lnTo>
                    <a:lnTo>
                      <a:pt x="10203" y="4877"/>
                    </a:lnTo>
                    <a:lnTo>
                      <a:pt x="10115" y="4991"/>
                    </a:lnTo>
                    <a:lnTo>
                      <a:pt x="10029" y="5110"/>
                    </a:lnTo>
                    <a:lnTo>
                      <a:pt x="9944" y="4991"/>
                    </a:lnTo>
                    <a:lnTo>
                      <a:pt x="9859" y="4991"/>
                    </a:lnTo>
                    <a:lnTo>
                      <a:pt x="9774" y="4877"/>
                    </a:lnTo>
                    <a:lnTo>
                      <a:pt x="9601" y="4762"/>
                    </a:lnTo>
                    <a:lnTo>
                      <a:pt x="9431" y="4643"/>
                    </a:lnTo>
                    <a:lnTo>
                      <a:pt x="9346" y="4643"/>
                    </a:lnTo>
                    <a:lnTo>
                      <a:pt x="9346" y="4528"/>
                    </a:lnTo>
                    <a:lnTo>
                      <a:pt x="9258" y="4528"/>
                    </a:lnTo>
                    <a:lnTo>
                      <a:pt x="9258" y="4413"/>
                    </a:lnTo>
                    <a:lnTo>
                      <a:pt x="9172" y="4413"/>
                    </a:lnTo>
                    <a:lnTo>
                      <a:pt x="9087" y="4295"/>
                    </a:lnTo>
                    <a:lnTo>
                      <a:pt x="9002" y="4295"/>
                    </a:lnTo>
                    <a:lnTo>
                      <a:pt x="9087" y="4295"/>
                    </a:lnTo>
                    <a:lnTo>
                      <a:pt x="9002" y="4065"/>
                    </a:lnTo>
                    <a:lnTo>
                      <a:pt x="8917" y="3946"/>
                    </a:lnTo>
                    <a:lnTo>
                      <a:pt x="8744" y="3717"/>
                    </a:lnTo>
                    <a:lnTo>
                      <a:pt x="8744" y="3598"/>
                    </a:lnTo>
                    <a:lnTo>
                      <a:pt x="8917" y="3598"/>
                    </a:lnTo>
                    <a:lnTo>
                      <a:pt x="8917" y="3483"/>
                    </a:lnTo>
                    <a:lnTo>
                      <a:pt x="8829" y="3368"/>
                    </a:lnTo>
                    <a:lnTo>
                      <a:pt x="8829" y="3250"/>
                    </a:lnTo>
                    <a:lnTo>
                      <a:pt x="8744" y="3250"/>
                    </a:lnTo>
                    <a:lnTo>
                      <a:pt x="8659" y="3135"/>
                    </a:lnTo>
                    <a:lnTo>
                      <a:pt x="8659" y="2901"/>
                    </a:lnTo>
                    <a:lnTo>
                      <a:pt x="8488" y="2672"/>
                    </a:lnTo>
                    <a:lnTo>
                      <a:pt x="8400" y="2672"/>
                    </a:lnTo>
                    <a:lnTo>
                      <a:pt x="8488" y="2553"/>
                    </a:lnTo>
                    <a:lnTo>
                      <a:pt x="8488" y="2438"/>
                    </a:lnTo>
                    <a:lnTo>
                      <a:pt x="8315" y="2320"/>
                    </a:lnTo>
                    <a:lnTo>
                      <a:pt x="8230" y="2320"/>
                    </a:lnTo>
                    <a:lnTo>
                      <a:pt x="8230" y="2090"/>
                    </a:lnTo>
                    <a:lnTo>
                      <a:pt x="8145" y="2090"/>
                    </a:lnTo>
                    <a:lnTo>
                      <a:pt x="8060" y="1971"/>
                    </a:lnTo>
                    <a:lnTo>
                      <a:pt x="8060" y="1856"/>
                    </a:lnTo>
                    <a:lnTo>
                      <a:pt x="7802" y="1508"/>
                    </a:lnTo>
                    <a:lnTo>
                      <a:pt x="6516" y="1393"/>
                    </a:lnTo>
                    <a:lnTo>
                      <a:pt x="6516" y="1856"/>
                    </a:lnTo>
                    <a:lnTo>
                      <a:pt x="4373" y="1742"/>
                    </a:lnTo>
                    <a:lnTo>
                      <a:pt x="1802" y="115"/>
                    </a:lnTo>
                    <a:lnTo>
                      <a:pt x="1802" y="0"/>
                    </a:lnTo>
                    <a:lnTo>
                      <a:pt x="0" y="0"/>
                    </a:lnTo>
                    <a:lnTo>
                      <a:pt x="0" y="230"/>
                    </a:lnTo>
                    <a:lnTo>
                      <a:pt x="88" y="811"/>
                    </a:lnTo>
                    <a:lnTo>
                      <a:pt x="173" y="1045"/>
                    </a:lnTo>
                    <a:lnTo>
                      <a:pt x="258" y="1160"/>
                    </a:lnTo>
                    <a:lnTo>
                      <a:pt x="173" y="1393"/>
                    </a:lnTo>
                    <a:lnTo>
                      <a:pt x="258" y="1508"/>
                    </a:lnTo>
                    <a:lnTo>
                      <a:pt x="429" y="1856"/>
                    </a:lnTo>
                    <a:lnTo>
                      <a:pt x="429" y="2205"/>
                    </a:lnTo>
                    <a:lnTo>
                      <a:pt x="602" y="2320"/>
                    </a:lnTo>
                    <a:lnTo>
                      <a:pt x="602" y="2553"/>
                    </a:lnTo>
                    <a:lnTo>
                      <a:pt x="517" y="2672"/>
                    </a:lnTo>
                    <a:lnTo>
                      <a:pt x="517" y="2901"/>
                    </a:lnTo>
                    <a:lnTo>
                      <a:pt x="602" y="3020"/>
                    </a:lnTo>
                    <a:lnTo>
                      <a:pt x="687" y="3135"/>
                    </a:lnTo>
                    <a:lnTo>
                      <a:pt x="687" y="3483"/>
                    </a:lnTo>
                    <a:lnTo>
                      <a:pt x="772" y="3717"/>
                    </a:lnTo>
                    <a:lnTo>
                      <a:pt x="860" y="3946"/>
                    </a:lnTo>
                    <a:lnTo>
                      <a:pt x="945" y="3946"/>
                    </a:lnTo>
                    <a:lnTo>
                      <a:pt x="1200" y="4180"/>
                    </a:lnTo>
                    <a:lnTo>
                      <a:pt x="1288" y="4413"/>
                    </a:lnTo>
                    <a:lnTo>
                      <a:pt x="1288" y="4528"/>
                    </a:lnTo>
                    <a:lnTo>
                      <a:pt x="1544" y="4762"/>
                    </a:lnTo>
                    <a:lnTo>
                      <a:pt x="1629" y="5110"/>
                    </a:lnTo>
                    <a:lnTo>
                      <a:pt x="1717" y="5340"/>
                    </a:lnTo>
                    <a:lnTo>
                      <a:pt x="1629" y="5573"/>
                    </a:lnTo>
                    <a:lnTo>
                      <a:pt x="1629" y="5688"/>
                    </a:lnTo>
                    <a:lnTo>
                      <a:pt x="1717" y="5807"/>
                    </a:lnTo>
                    <a:lnTo>
                      <a:pt x="1717" y="5922"/>
                    </a:lnTo>
                    <a:lnTo>
                      <a:pt x="1544" y="5922"/>
                    </a:lnTo>
                    <a:lnTo>
                      <a:pt x="1544" y="6036"/>
                    </a:lnTo>
                    <a:lnTo>
                      <a:pt x="1629" y="6036"/>
                    </a:lnTo>
                    <a:lnTo>
                      <a:pt x="1629" y="6155"/>
                    </a:lnTo>
                    <a:lnTo>
                      <a:pt x="1544" y="6270"/>
                    </a:lnTo>
                    <a:lnTo>
                      <a:pt x="1459" y="6155"/>
                    </a:lnTo>
                    <a:lnTo>
                      <a:pt x="1288" y="6155"/>
                    </a:lnTo>
                    <a:lnTo>
                      <a:pt x="1200" y="6036"/>
                    </a:lnTo>
                    <a:lnTo>
                      <a:pt x="945" y="6155"/>
                    </a:lnTo>
                    <a:lnTo>
                      <a:pt x="1115" y="6503"/>
                    </a:lnTo>
                    <a:lnTo>
                      <a:pt x="1200" y="6503"/>
                    </a:lnTo>
                    <a:lnTo>
                      <a:pt x="1200" y="6733"/>
                    </a:lnTo>
                    <a:lnTo>
                      <a:pt x="1288" y="6967"/>
                    </a:lnTo>
                    <a:lnTo>
                      <a:pt x="1459" y="6967"/>
                    </a:lnTo>
                    <a:lnTo>
                      <a:pt x="1629" y="7081"/>
                    </a:lnTo>
                    <a:lnTo>
                      <a:pt x="1629" y="7200"/>
                    </a:lnTo>
                    <a:lnTo>
                      <a:pt x="1802" y="7200"/>
                    </a:lnTo>
                    <a:lnTo>
                      <a:pt x="1802" y="7315"/>
                    </a:lnTo>
                    <a:lnTo>
                      <a:pt x="1887" y="7430"/>
                    </a:lnTo>
                    <a:lnTo>
                      <a:pt x="2058" y="7430"/>
                    </a:lnTo>
                    <a:lnTo>
                      <a:pt x="2146" y="7200"/>
                    </a:lnTo>
                    <a:lnTo>
                      <a:pt x="2231" y="7200"/>
                    </a:lnTo>
                    <a:lnTo>
                      <a:pt x="2231" y="7663"/>
                    </a:lnTo>
                    <a:lnTo>
                      <a:pt x="2486" y="8011"/>
                    </a:lnTo>
                    <a:lnTo>
                      <a:pt x="2574" y="8130"/>
                    </a:lnTo>
                    <a:lnTo>
                      <a:pt x="2659" y="8130"/>
                    </a:lnTo>
                    <a:lnTo>
                      <a:pt x="2744" y="8245"/>
                    </a:lnTo>
                    <a:lnTo>
                      <a:pt x="2829" y="8593"/>
                    </a:lnTo>
                    <a:lnTo>
                      <a:pt x="2829" y="9405"/>
                    </a:lnTo>
                    <a:lnTo>
                      <a:pt x="2659" y="9638"/>
                    </a:lnTo>
                    <a:lnTo>
                      <a:pt x="2744" y="9872"/>
                    </a:lnTo>
                    <a:lnTo>
                      <a:pt x="2829" y="9987"/>
                    </a:lnTo>
                    <a:lnTo>
                      <a:pt x="2915" y="9987"/>
                    </a:lnTo>
                    <a:lnTo>
                      <a:pt x="3003" y="10101"/>
                    </a:lnTo>
                    <a:lnTo>
                      <a:pt x="3088" y="10101"/>
                    </a:lnTo>
                    <a:lnTo>
                      <a:pt x="3173" y="10335"/>
                    </a:lnTo>
                    <a:lnTo>
                      <a:pt x="3516" y="10798"/>
                    </a:lnTo>
                    <a:lnTo>
                      <a:pt x="3601" y="10917"/>
                    </a:lnTo>
                    <a:lnTo>
                      <a:pt x="3687" y="11032"/>
                    </a:lnTo>
                    <a:lnTo>
                      <a:pt x="3772" y="11265"/>
                    </a:lnTo>
                    <a:lnTo>
                      <a:pt x="3945" y="11265"/>
                    </a:lnTo>
                    <a:lnTo>
                      <a:pt x="4030" y="11380"/>
                    </a:lnTo>
                    <a:lnTo>
                      <a:pt x="4030" y="11613"/>
                    </a:lnTo>
                    <a:lnTo>
                      <a:pt x="4115" y="11728"/>
                    </a:lnTo>
                    <a:lnTo>
                      <a:pt x="4115" y="11843"/>
                    </a:lnTo>
                    <a:lnTo>
                      <a:pt x="4200" y="12077"/>
                    </a:lnTo>
                    <a:lnTo>
                      <a:pt x="4288" y="12191"/>
                    </a:lnTo>
                    <a:lnTo>
                      <a:pt x="4544" y="11962"/>
                    </a:lnTo>
                    <a:lnTo>
                      <a:pt x="4629" y="11728"/>
                    </a:lnTo>
                    <a:lnTo>
                      <a:pt x="4629" y="11495"/>
                    </a:lnTo>
                    <a:lnTo>
                      <a:pt x="4544" y="11380"/>
                    </a:lnTo>
                    <a:lnTo>
                      <a:pt x="4544" y="11146"/>
                    </a:lnTo>
                    <a:lnTo>
                      <a:pt x="4458" y="11146"/>
                    </a:lnTo>
                    <a:lnTo>
                      <a:pt x="4373" y="10917"/>
                    </a:lnTo>
                    <a:lnTo>
                      <a:pt x="4288" y="10798"/>
                    </a:lnTo>
                    <a:lnTo>
                      <a:pt x="4288" y="10683"/>
                    </a:lnTo>
                    <a:lnTo>
                      <a:pt x="4200" y="10568"/>
                    </a:lnTo>
                    <a:lnTo>
                      <a:pt x="4115" y="10450"/>
                    </a:lnTo>
                    <a:lnTo>
                      <a:pt x="4030" y="10568"/>
                    </a:lnTo>
                    <a:lnTo>
                      <a:pt x="4030" y="10683"/>
                    </a:lnTo>
                    <a:lnTo>
                      <a:pt x="3945" y="10568"/>
                    </a:lnTo>
                    <a:lnTo>
                      <a:pt x="3860" y="10450"/>
                    </a:lnTo>
                    <a:lnTo>
                      <a:pt x="3687" y="10220"/>
                    </a:lnTo>
                    <a:lnTo>
                      <a:pt x="3687" y="10101"/>
                    </a:lnTo>
                    <a:lnTo>
                      <a:pt x="3772" y="9987"/>
                    </a:lnTo>
                    <a:lnTo>
                      <a:pt x="3772" y="9753"/>
                    </a:lnTo>
                    <a:lnTo>
                      <a:pt x="3687" y="9523"/>
                    </a:lnTo>
                    <a:lnTo>
                      <a:pt x="3687" y="9290"/>
                    </a:lnTo>
                    <a:lnTo>
                      <a:pt x="3601" y="9175"/>
                    </a:lnTo>
                    <a:lnTo>
                      <a:pt x="3601" y="8942"/>
                    </a:lnTo>
                    <a:lnTo>
                      <a:pt x="3516" y="8827"/>
                    </a:lnTo>
                    <a:lnTo>
                      <a:pt x="3516" y="8130"/>
                    </a:lnTo>
                    <a:lnTo>
                      <a:pt x="3431" y="7782"/>
                    </a:lnTo>
                    <a:lnTo>
                      <a:pt x="3343" y="7548"/>
                    </a:lnTo>
                    <a:lnTo>
                      <a:pt x="3343" y="7430"/>
                    </a:lnTo>
                    <a:lnTo>
                      <a:pt x="3258" y="7430"/>
                    </a:lnTo>
                    <a:lnTo>
                      <a:pt x="3258" y="7663"/>
                    </a:lnTo>
                    <a:lnTo>
                      <a:pt x="3088" y="7430"/>
                    </a:lnTo>
                    <a:lnTo>
                      <a:pt x="3088" y="6967"/>
                    </a:lnTo>
                    <a:lnTo>
                      <a:pt x="3003" y="6967"/>
                    </a:lnTo>
                    <a:lnTo>
                      <a:pt x="3003" y="6618"/>
                    </a:lnTo>
                    <a:lnTo>
                      <a:pt x="2829" y="6270"/>
                    </a:lnTo>
                    <a:lnTo>
                      <a:pt x="2659" y="6036"/>
                    </a:lnTo>
                    <a:lnTo>
                      <a:pt x="2659" y="5688"/>
                    </a:lnTo>
                    <a:lnTo>
                      <a:pt x="2574" y="5340"/>
                    </a:lnTo>
                    <a:lnTo>
                      <a:pt x="2401" y="5340"/>
                    </a:lnTo>
                    <a:lnTo>
                      <a:pt x="2401" y="4991"/>
                    </a:lnTo>
                    <a:lnTo>
                      <a:pt x="2231" y="4877"/>
                    </a:lnTo>
                    <a:lnTo>
                      <a:pt x="2058" y="4643"/>
                    </a:lnTo>
                    <a:lnTo>
                      <a:pt x="2146" y="4528"/>
                    </a:lnTo>
                    <a:lnTo>
                      <a:pt x="2058" y="4180"/>
                    </a:lnTo>
                    <a:lnTo>
                      <a:pt x="1887" y="4065"/>
                    </a:lnTo>
                    <a:lnTo>
                      <a:pt x="1802" y="3832"/>
                    </a:lnTo>
                    <a:lnTo>
                      <a:pt x="1717" y="3832"/>
                    </a:lnTo>
                    <a:lnTo>
                      <a:pt x="1717" y="3717"/>
                    </a:lnTo>
                    <a:lnTo>
                      <a:pt x="1629" y="3368"/>
                    </a:lnTo>
                    <a:lnTo>
                      <a:pt x="1544" y="3250"/>
                    </a:lnTo>
                    <a:lnTo>
                      <a:pt x="1629" y="3135"/>
                    </a:lnTo>
                    <a:lnTo>
                      <a:pt x="1629" y="2320"/>
                    </a:lnTo>
                    <a:lnTo>
                      <a:pt x="1544" y="1971"/>
                    </a:lnTo>
                    <a:lnTo>
                      <a:pt x="1629" y="1742"/>
                    </a:lnTo>
                    <a:lnTo>
                      <a:pt x="1717" y="1393"/>
                    </a:lnTo>
                    <a:lnTo>
                      <a:pt x="1629" y="1160"/>
                    </a:lnTo>
                    <a:lnTo>
                      <a:pt x="1629" y="926"/>
                    </a:lnTo>
                    <a:lnTo>
                      <a:pt x="1717" y="1160"/>
                    </a:lnTo>
                    <a:lnTo>
                      <a:pt x="1887" y="1275"/>
                    </a:lnTo>
                    <a:lnTo>
                      <a:pt x="2058" y="1623"/>
                    </a:lnTo>
                    <a:lnTo>
                      <a:pt x="2146" y="1742"/>
                    </a:lnTo>
                    <a:lnTo>
                      <a:pt x="2231" y="1623"/>
                    </a:lnTo>
                    <a:lnTo>
                      <a:pt x="2316" y="1623"/>
                    </a:lnTo>
                    <a:lnTo>
                      <a:pt x="2486" y="1742"/>
                    </a:lnTo>
                    <a:lnTo>
                      <a:pt x="2486" y="1856"/>
                    </a:lnTo>
                    <a:lnTo>
                      <a:pt x="2659" y="1856"/>
                    </a:lnTo>
                    <a:lnTo>
                      <a:pt x="2829" y="1971"/>
                    </a:lnTo>
                    <a:lnTo>
                      <a:pt x="2829" y="2090"/>
                    </a:lnTo>
                    <a:lnTo>
                      <a:pt x="2659" y="2205"/>
                    </a:lnTo>
                    <a:lnTo>
                      <a:pt x="2744" y="2438"/>
                    </a:lnTo>
                    <a:lnTo>
                      <a:pt x="2744" y="2672"/>
                    </a:lnTo>
                    <a:lnTo>
                      <a:pt x="2829" y="3020"/>
                    </a:lnTo>
                    <a:lnTo>
                      <a:pt x="2915" y="3135"/>
                    </a:lnTo>
                    <a:lnTo>
                      <a:pt x="2915" y="3717"/>
                    </a:lnTo>
                    <a:lnTo>
                      <a:pt x="3088" y="4065"/>
                    </a:lnTo>
                    <a:lnTo>
                      <a:pt x="3088" y="4413"/>
                    </a:lnTo>
                    <a:lnTo>
                      <a:pt x="3173" y="4413"/>
                    </a:lnTo>
                    <a:lnTo>
                      <a:pt x="3258" y="4528"/>
                    </a:lnTo>
                    <a:lnTo>
                      <a:pt x="3343" y="4877"/>
                    </a:lnTo>
                    <a:lnTo>
                      <a:pt x="3431" y="4991"/>
                    </a:lnTo>
                    <a:lnTo>
                      <a:pt x="3431" y="5340"/>
                    </a:lnTo>
                    <a:lnTo>
                      <a:pt x="3516" y="5458"/>
                    </a:lnTo>
                    <a:lnTo>
                      <a:pt x="3601" y="5458"/>
                    </a:lnTo>
                    <a:lnTo>
                      <a:pt x="3687" y="5688"/>
                    </a:lnTo>
                    <a:lnTo>
                      <a:pt x="3772" y="5922"/>
                    </a:lnTo>
                    <a:lnTo>
                      <a:pt x="3860" y="6036"/>
                    </a:lnTo>
                    <a:lnTo>
                      <a:pt x="3945" y="6036"/>
                    </a:lnTo>
                    <a:lnTo>
                      <a:pt x="4030" y="6155"/>
                    </a:lnTo>
                    <a:lnTo>
                      <a:pt x="4115" y="6036"/>
                    </a:lnTo>
                    <a:lnTo>
                      <a:pt x="4200" y="6155"/>
                    </a:lnTo>
                    <a:lnTo>
                      <a:pt x="4200" y="6385"/>
                    </a:lnTo>
                    <a:lnTo>
                      <a:pt x="4115" y="6503"/>
                    </a:lnTo>
                    <a:lnTo>
                      <a:pt x="4200" y="6852"/>
                    </a:lnTo>
                    <a:lnTo>
                      <a:pt x="4458" y="7200"/>
                    </a:lnTo>
                    <a:lnTo>
                      <a:pt x="4544" y="7081"/>
                    </a:lnTo>
                    <a:lnTo>
                      <a:pt x="4629" y="7200"/>
                    </a:lnTo>
                    <a:lnTo>
                      <a:pt x="4629" y="7548"/>
                    </a:lnTo>
                    <a:lnTo>
                      <a:pt x="4887" y="7548"/>
                    </a:lnTo>
                    <a:lnTo>
                      <a:pt x="5057" y="7782"/>
                    </a:lnTo>
                    <a:lnTo>
                      <a:pt x="5057" y="7897"/>
                    </a:lnTo>
                    <a:lnTo>
                      <a:pt x="5145" y="8011"/>
                    </a:lnTo>
                    <a:lnTo>
                      <a:pt x="5230" y="7897"/>
                    </a:lnTo>
                    <a:lnTo>
                      <a:pt x="5230" y="8011"/>
                    </a:lnTo>
                    <a:lnTo>
                      <a:pt x="5316" y="8130"/>
                    </a:lnTo>
                    <a:lnTo>
                      <a:pt x="5230" y="8245"/>
                    </a:lnTo>
                    <a:lnTo>
                      <a:pt x="5145" y="8130"/>
                    </a:lnTo>
                    <a:lnTo>
                      <a:pt x="5057" y="8130"/>
                    </a:lnTo>
                    <a:lnTo>
                      <a:pt x="4887" y="8360"/>
                    </a:lnTo>
                    <a:lnTo>
                      <a:pt x="4802" y="8593"/>
                    </a:lnTo>
                    <a:lnTo>
                      <a:pt x="4887" y="8827"/>
                    </a:lnTo>
                    <a:lnTo>
                      <a:pt x="4972" y="8942"/>
                    </a:lnTo>
                    <a:lnTo>
                      <a:pt x="5145" y="8942"/>
                    </a:lnTo>
                    <a:lnTo>
                      <a:pt x="5230" y="9056"/>
                    </a:lnTo>
                    <a:lnTo>
                      <a:pt x="5486" y="9405"/>
                    </a:lnTo>
                    <a:lnTo>
                      <a:pt x="5744" y="9405"/>
                    </a:lnTo>
                    <a:lnTo>
                      <a:pt x="5829" y="9523"/>
                    </a:lnTo>
                    <a:lnTo>
                      <a:pt x="5829" y="9753"/>
                    </a:lnTo>
                    <a:lnTo>
                      <a:pt x="5914" y="9872"/>
                    </a:lnTo>
                    <a:lnTo>
                      <a:pt x="5829" y="10101"/>
                    </a:lnTo>
                    <a:lnTo>
                      <a:pt x="5744" y="10101"/>
                    </a:lnTo>
                    <a:lnTo>
                      <a:pt x="5744" y="10220"/>
                    </a:lnTo>
                    <a:lnTo>
                      <a:pt x="5914" y="10335"/>
                    </a:lnTo>
                    <a:lnTo>
                      <a:pt x="6088" y="10450"/>
                    </a:lnTo>
                    <a:lnTo>
                      <a:pt x="6173" y="10568"/>
                    </a:lnTo>
                    <a:lnTo>
                      <a:pt x="6431" y="10798"/>
                    </a:lnTo>
                    <a:lnTo>
                      <a:pt x="6601" y="11265"/>
                    </a:lnTo>
                    <a:lnTo>
                      <a:pt x="6771" y="11728"/>
                    </a:lnTo>
                    <a:lnTo>
                      <a:pt x="7030" y="11962"/>
                    </a:lnTo>
                    <a:lnTo>
                      <a:pt x="7030" y="12191"/>
                    </a:lnTo>
                    <a:lnTo>
                      <a:pt x="7373" y="12658"/>
                    </a:lnTo>
                    <a:lnTo>
                      <a:pt x="7373" y="12892"/>
                    </a:lnTo>
                    <a:lnTo>
                      <a:pt x="7288" y="13122"/>
                    </a:lnTo>
                    <a:lnTo>
                      <a:pt x="7373" y="13240"/>
                    </a:lnTo>
                    <a:lnTo>
                      <a:pt x="7458" y="13470"/>
                    </a:lnTo>
                    <a:lnTo>
                      <a:pt x="7629" y="14052"/>
                    </a:lnTo>
                    <a:lnTo>
                      <a:pt x="7629" y="14285"/>
                    </a:lnTo>
                    <a:lnTo>
                      <a:pt x="7543" y="14515"/>
                    </a:lnTo>
                    <a:lnTo>
                      <a:pt x="7373" y="14748"/>
                    </a:lnTo>
                    <a:lnTo>
                      <a:pt x="7373" y="14863"/>
                    </a:lnTo>
                    <a:lnTo>
                      <a:pt x="7458" y="14863"/>
                    </a:lnTo>
                    <a:lnTo>
                      <a:pt x="7543" y="14982"/>
                    </a:lnTo>
                    <a:lnTo>
                      <a:pt x="7458" y="15097"/>
                    </a:lnTo>
                    <a:lnTo>
                      <a:pt x="7288" y="14982"/>
                    </a:lnTo>
                    <a:lnTo>
                      <a:pt x="7200" y="15097"/>
                    </a:lnTo>
                    <a:lnTo>
                      <a:pt x="7200" y="15211"/>
                    </a:lnTo>
                    <a:lnTo>
                      <a:pt x="7288" y="15560"/>
                    </a:lnTo>
                    <a:lnTo>
                      <a:pt x="7373" y="15678"/>
                    </a:lnTo>
                    <a:lnTo>
                      <a:pt x="7373" y="15793"/>
                    </a:lnTo>
                    <a:lnTo>
                      <a:pt x="7543" y="16142"/>
                    </a:lnTo>
                    <a:lnTo>
                      <a:pt x="7543" y="16375"/>
                    </a:lnTo>
                    <a:lnTo>
                      <a:pt x="7717" y="16375"/>
                    </a:lnTo>
                    <a:lnTo>
                      <a:pt x="7802" y="16490"/>
                    </a:lnTo>
                    <a:lnTo>
                      <a:pt x="8060" y="16605"/>
                    </a:lnTo>
                    <a:lnTo>
                      <a:pt x="8315" y="16605"/>
                    </a:lnTo>
                    <a:lnTo>
                      <a:pt x="8230" y="16723"/>
                    </a:lnTo>
                    <a:lnTo>
                      <a:pt x="8230" y="16838"/>
                    </a:lnTo>
                    <a:lnTo>
                      <a:pt x="8400" y="16953"/>
                    </a:lnTo>
                    <a:lnTo>
                      <a:pt x="8574" y="17187"/>
                    </a:lnTo>
                    <a:lnTo>
                      <a:pt x="8744" y="17420"/>
                    </a:lnTo>
                    <a:lnTo>
                      <a:pt x="8829" y="17654"/>
                    </a:lnTo>
                    <a:lnTo>
                      <a:pt x="9002" y="17768"/>
                    </a:lnTo>
                    <a:lnTo>
                      <a:pt x="9087" y="17654"/>
                    </a:lnTo>
                    <a:lnTo>
                      <a:pt x="9172" y="17768"/>
                    </a:lnTo>
                    <a:lnTo>
                      <a:pt x="9258" y="17768"/>
                    </a:lnTo>
                    <a:lnTo>
                      <a:pt x="9601" y="18002"/>
                    </a:lnTo>
                    <a:lnTo>
                      <a:pt x="9686" y="18002"/>
                    </a:lnTo>
                    <a:lnTo>
                      <a:pt x="9774" y="17883"/>
                    </a:lnTo>
                    <a:lnTo>
                      <a:pt x="9859" y="17883"/>
                    </a:lnTo>
                    <a:lnTo>
                      <a:pt x="9859" y="18002"/>
                    </a:lnTo>
                    <a:lnTo>
                      <a:pt x="10288" y="18465"/>
                    </a:lnTo>
                    <a:lnTo>
                      <a:pt x="10373" y="18465"/>
                    </a:lnTo>
                    <a:lnTo>
                      <a:pt x="10543" y="18813"/>
                    </a:lnTo>
                    <a:lnTo>
                      <a:pt x="10887" y="19047"/>
                    </a:lnTo>
                    <a:lnTo>
                      <a:pt x="11315" y="19047"/>
                    </a:lnTo>
                    <a:lnTo>
                      <a:pt x="11488" y="19162"/>
                    </a:lnTo>
                    <a:lnTo>
                      <a:pt x="11573" y="19395"/>
                    </a:lnTo>
                    <a:lnTo>
                      <a:pt x="11744" y="19395"/>
                    </a:lnTo>
                    <a:lnTo>
                      <a:pt x="12002" y="19510"/>
                    </a:lnTo>
                    <a:lnTo>
                      <a:pt x="12087" y="19510"/>
                    </a:lnTo>
                    <a:lnTo>
                      <a:pt x="12257" y="19744"/>
                    </a:lnTo>
                    <a:lnTo>
                      <a:pt x="12430" y="19858"/>
                    </a:lnTo>
                    <a:lnTo>
                      <a:pt x="12601" y="19858"/>
                    </a:lnTo>
                    <a:lnTo>
                      <a:pt x="12774" y="19973"/>
                    </a:lnTo>
                    <a:lnTo>
                      <a:pt x="13029" y="20092"/>
                    </a:lnTo>
                    <a:lnTo>
                      <a:pt x="13288" y="20092"/>
                    </a:lnTo>
                    <a:lnTo>
                      <a:pt x="13458" y="20322"/>
                    </a:lnTo>
                    <a:lnTo>
                      <a:pt x="13886" y="20440"/>
                    </a:lnTo>
                    <a:lnTo>
                      <a:pt x="13971" y="20440"/>
                    </a:lnTo>
                    <a:lnTo>
                      <a:pt x="14400" y="20207"/>
                    </a:lnTo>
                    <a:lnTo>
                      <a:pt x="14573" y="20207"/>
                    </a:lnTo>
                    <a:lnTo>
                      <a:pt x="14743" y="19973"/>
                    </a:lnTo>
                    <a:lnTo>
                      <a:pt x="15172" y="19973"/>
                    </a:lnTo>
                    <a:lnTo>
                      <a:pt x="15002" y="19858"/>
                    </a:lnTo>
                    <a:lnTo>
                      <a:pt x="14917" y="19858"/>
                    </a:lnTo>
                    <a:lnTo>
                      <a:pt x="14917" y="19744"/>
                    </a:lnTo>
                    <a:lnTo>
                      <a:pt x="15087" y="19625"/>
                    </a:lnTo>
                    <a:lnTo>
                      <a:pt x="15172" y="19744"/>
                    </a:lnTo>
                    <a:lnTo>
                      <a:pt x="15172" y="19858"/>
                    </a:lnTo>
                    <a:lnTo>
                      <a:pt x="15260" y="19744"/>
                    </a:lnTo>
                    <a:lnTo>
                      <a:pt x="15345" y="19744"/>
                    </a:lnTo>
                    <a:lnTo>
                      <a:pt x="15345" y="19858"/>
                    </a:lnTo>
                    <a:lnTo>
                      <a:pt x="15260" y="19858"/>
                    </a:lnTo>
                    <a:lnTo>
                      <a:pt x="15260" y="19973"/>
                    </a:lnTo>
                    <a:lnTo>
                      <a:pt x="15515" y="19973"/>
                    </a:lnTo>
                    <a:lnTo>
                      <a:pt x="15774" y="20207"/>
                    </a:lnTo>
                    <a:lnTo>
                      <a:pt x="15859" y="20322"/>
                    </a:lnTo>
                    <a:lnTo>
                      <a:pt x="15859" y="20207"/>
                    </a:lnTo>
                    <a:lnTo>
                      <a:pt x="15688" y="19973"/>
                    </a:lnTo>
                    <a:lnTo>
                      <a:pt x="15430" y="19858"/>
                    </a:lnTo>
                    <a:lnTo>
                      <a:pt x="15515" y="19744"/>
                    </a:lnTo>
                    <a:lnTo>
                      <a:pt x="15515" y="19858"/>
                    </a:lnTo>
                    <a:lnTo>
                      <a:pt x="15688" y="19858"/>
                    </a:lnTo>
                    <a:lnTo>
                      <a:pt x="15774" y="19973"/>
                    </a:lnTo>
                    <a:lnTo>
                      <a:pt x="15944" y="20207"/>
                    </a:lnTo>
                    <a:lnTo>
                      <a:pt x="15944" y="20440"/>
                    </a:lnTo>
                    <a:lnTo>
                      <a:pt x="16458" y="21018"/>
                    </a:lnTo>
                    <a:lnTo>
                      <a:pt x="16631" y="21137"/>
                    </a:lnTo>
                    <a:lnTo>
                      <a:pt x="16716" y="21252"/>
                    </a:lnTo>
                    <a:lnTo>
                      <a:pt x="16886" y="21485"/>
                    </a:lnTo>
                    <a:lnTo>
                      <a:pt x="16974" y="21600"/>
                    </a:lnTo>
                    <a:lnTo>
                      <a:pt x="17059" y="21600"/>
                    </a:lnTo>
                    <a:lnTo>
                      <a:pt x="17059" y="21485"/>
                    </a:lnTo>
                    <a:close/>
                  </a:path>
                </a:pathLst>
              </a:custGeom>
              <a:grpFill/>
              <a:ln w="12700">
                <a:noFill/>
                <a:miter lim="400000"/>
              </a:ln>
            </p:spPr>
            <p:txBody>
              <a:bodyPr lIns="45708" rIns="45708"/>
              <a:lstStyle/>
              <a:p>
                <a:endParaRPr b="1" dirty="0">
                  <a:latin typeface="Raleway SemiBold" panose="020B0503030101060003" pitchFamily="34" charset="77"/>
                </a:endParaRPr>
              </a:p>
            </p:txBody>
          </p:sp>
          <p:sp>
            <p:nvSpPr>
              <p:cNvPr id="728" name="TextBox 727">
                <a:extLst>
                  <a:ext uri="{FF2B5EF4-FFF2-40B4-BE49-F238E27FC236}">
                    <a16:creationId xmlns:a16="http://schemas.microsoft.com/office/drawing/2014/main" id="{74DB1646-2256-4441-9339-73616E511BC1}"/>
                  </a:ext>
                </a:extLst>
              </p:cNvPr>
              <p:cNvSpPr txBox="1"/>
              <p:nvPr/>
            </p:nvSpPr>
            <p:spPr>
              <a:xfrm>
                <a:off x="3509249" y="6237574"/>
                <a:ext cx="71205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10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</a:lstStyle>
              <a:p>
                <a:r>
                  <a:rPr lang="en-US" dirty="0"/>
                  <a:t>MEXICO</a:t>
                </a:r>
              </a:p>
            </p:txBody>
          </p:sp>
        </p:grpSp>
        <p:grpSp>
          <p:nvGrpSpPr>
            <p:cNvPr id="731" name="Group 730">
              <a:extLst>
                <a:ext uri="{FF2B5EF4-FFF2-40B4-BE49-F238E27FC236}">
                  <a16:creationId xmlns:a16="http://schemas.microsoft.com/office/drawing/2014/main" id="{035DEE90-D387-43F4-A8CF-CFE5E387D756}"/>
                </a:ext>
              </a:extLst>
            </p:cNvPr>
            <p:cNvGrpSpPr/>
            <p:nvPr/>
          </p:nvGrpSpPr>
          <p:grpSpPr>
            <a:xfrm>
              <a:off x="4275982" y="5124682"/>
              <a:ext cx="1233418" cy="1375259"/>
              <a:chOff x="4907888" y="5123925"/>
              <a:chExt cx="1233418" cy="1375259"/>
            </a:xfrm>
            <a:grpFill/>
          </p:grpSpPr>
          <p:sp>
            <p:nvSpPr>
              <p:cNvPr id="729" name="Freeform 5">
                <a:extLst>
                  <a:ext uri="{FF2B5EF4-FFF2-40B4-BE49-F238E27FC236}">
                    <a16:creationId xmlns:a16="http://schemas.microsoft.com/office/drawing/2014/main" id="{B31E1C0B-4CC9-4F1A-91D9-97FD7A7C6A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07888" y="5123925"/>
                <a:ext cx="1076042" cy="9144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100" y="4459"/>
                    </a:moveTo>
                    <a:lnTo>
                      <a:pt x="12156" y="4181"/>
                    </a:lnTo>
                    <a:lnTo>
                      <a:pt x="10033" y="4181"/>
                    </a:lnTo>
                    <a:lnTo>
                      <a:pt x="5193" y="139"/>
                    </a:lnTo>
                    <a:lnTo>
                      <a:pt x="4248" y="0"/>
                    </a:lnTo>
                    <a:lnTo>
                      <a:pt x="3896" y="418"/>
                    </a:lnTo>
                    <a:lnTo>
                      <a:pt x="2360" y="975"/>
                    </a:lnTo>
                    <a:lnTo>
                      <a:pt x="3541" y="2508"/>
                    </a:lnTo>
                    <a:lnTo>
                      <a:pt x="3067" y="3205"/>
                    </a:lnTo>
                    <a:lnTo>
                      <a:pt x="3067" y="3484"/>
                    </a:lnTo>
                    <a:lnTo>
                      <a:pt x="2241" y="3623"/>
                    </a:lnTo>
                    <a:lnTo>
                      <a:pt x="1415" y="4459"/>
                    </a:lnTo>
                    <a:lnTo>
                      <a:pt x="471" y="4181"/>
                    </a:lnTo>
                    <a:lnTo>
                      <a:pt x="118" y="4181"/>
                    </a:lnTo>
                    <a:lnTo>
                      <a:pt x="118" y="5156"/>
                    </a:lnTo>
                    <a:lnTo>
                      <a:pt x="0" y="5435"/>
                    </a:lnTo>
                    <a:lnTo>
                      <a:pt x="0" y="5574"/>
                    </a:lnTo>
                    <a:lnTo>
                      <a:pt x="118" y="5574"/>
                    </a:lnTo>
                    <a:lnTo>
                      <a:pt x="237" y="5714"/>
                    </a:lnTo>
                    <a:lnTo>
                      <a:pt x="352" y="5574"/>
                    </a:lnTo>
                    <a:lnTo>
                      <a:pt x="589" y="5714"/>
                    </a:lnTo>
                    <a:lnTo>
                      <a:pt x="471" y="5714"/>
                    </a:lnTo>
                    <a:lnTo>
                      <a:pt x="944" y="6410"/>
                    </a:lnTo>
                    <a:lnTo>
                      <a:pt x="1063" y="6550"/>
                    </a:lnTo>
                    <a:lnTo>
                      <a:pt x="1063" y="6689"/>
                    </a:lnTo>
                    <a:lnTo>
                      <a:pt x="1181" y="6968"/>
                    </a:lnTo>
                    <a:lnTo>
                      <a:pt x="1415" y="7107"/>
                    </a:lnTo>
                    <a:lnTo>
                      <a:pt x="1534" y="7107"/>
                    </a:lnTo>
                    <a:lnTo>
                      <a:pt x="1770" y="7804"/>
                    </a:lnTo>
                    <a:lnTo>
                      <a:pt x="1770" y="7943"/>
                    </a:lnTo>
                    <a:lnTo>
                      <a:pt x="1889" y="8222"/>
                    </a:lnTo>
                    <a:lnTo>
                      <a:pt x="2007" y="8222"/>
                    </a:lnTo>
                    <a:lnTo>
                      <a:pt x="2123" y="8501"/>
                    </a:lnTo>
                    <a:lnTo>
                      <a:pt x="2241" y="8640"/>
                    </a:lnTo>
                    <a:lnTo>
                      <a:pt x="2478" y="8779"/>
                    </a:lnTo>
                    <a:lnTo>
                      <a:pt x="2596" y="9337"/>
                    </a:lnTo>
                    <a:lnTo>
                      <a:pt x="2715" y="9476"/>
                    </a:lnTo>
                    <a:lnTo>
                      <a:pt x="2833" y="9894"/>
                    </a:lnTo>
                    <a:lnTo>
                      <a:pt x="2715" y="10034"/>
                    </a:lnTo>
                    <a:lnTo>
                      <a:pt x="2715" y="10173"/>
                    </a:lnTo>
                    <a:lnTo>
                      <a:pt x="2952" y="10452"/>
                    </a:lnTo>
                    <a:lnTo>
                      <a:pt x="2952" y="10591"/>
                    </a:lnTo>
                    <a:lnTo>
                      <a:pt x="3186" y="10730"/>
                    </a:lnTo>
                    <a:lnTo>
                      <a:pt x="3304" y="10591"/>
                    </a:lnTo>
                    <a:lnTo>
                      <a:pt x="3541" y="10730"/>
                    </a:lnTo>
                    <a:lnTo>
                      <a:pt x="3896" y="10870"/>
                    </a:lnTo>
                    <a:lnTo>
                      <a:pt x="4130" y="11288"/>
                    </a:lnTo>
                    <a:lnTo>
                      <a:pt x="4130" y="11566"/>
                    </a:lnTo>
                    <a:lnTo>
                      <a:pt x="4248" y="11566"/>
                    </a:lnTo>
                    <a:lnTo>
                      <a:pt x="4248" y="11845"/>
                    </a:lnTo>
                    <a:lnTo>
                      <a:pt x="4367" y="11985"/>
                    </a:lnTo>
                    <a:lnTo>
                      <a:pt x="4485" y="12403"/>
                    </a:lnTo>
                    <a:lnTo>
                      <a:pt x="4722" y="12542"/>
                    </a:lnTo>
                    <a:lnTo>
                      <a:pt x="4722" y="12960"/>
                    </a:lnTo>
                    <a:lnTo>
                      <a:pt x="4837" y="13099"/>
                    </a:lnTo>
                    <a:lnTo>
                      <a:pt x="4722" y="13517"/>
                    </a:lnTo>
                    <a:lnTo>
                      <a:pt x="4604" y="13657"/>
                    </a:lnTo>
                    <a:lnTo>
                      <a:pt x="4722" y="13796"/>
                    </a:lnTo>
                    <a:lnTo>
                      <a:pt x="4837" y="14214"/>
                    </a:lnTo>
                    <a:lnTo>
                      <a:pt x="4837" y="14772"/>
                    </a:lnTo>
                    <a:lnTo>
                      <a:pt x="5074" y="14911"/>
                    </a:lnTo>
                    <a:lnTo>
                      <a:pt x="5074" y="15050"/>
                    </a:lnTo>
                    <a:lnTo>
                      <a:pt x="5666" y="15747"/>
                    </a:lnTo>
                    <a:lnTo>
                      <a:pt x="5782" y="15886"/>
                    </a:lnTo>
                    <a:lnTo>
                      <a:pt x="6019" y="15886"/>
                    </a:lnTo>
                    <a:lnTo>
                      <a:pt x="6137" y="16165"/>
                    </a:lnTo>
                    <a:lnTo>
                      <a:pt x="6256" y="16165"/>
                    </a:lnTo>
                    <a:lnTo>
                      <a:pt x="6611" y="16444"/>
                    </a:lnTo>
                    <a:lnTo>
                      <a:pt x="6611" y="16583"/>
                    </a:lnTo>
                    <a:lnTo>
                      <a:pt x="6845" y="16723"/>
                    </a:lnTo>
                    <a:lnTo>
                      <a:pt x="6845" y="16862"/>
                    </a:lnTo>
                    <a:lnTo>
                      <a:pt x="6963" y="16862"/>
                    </a:lnTo>
                    <a:lnTo>
                      <a:pt x="7200" y="17977"/>
                    </a:lnTo>
                    <a:lnTo>
                      <a:pt x="7437" y="18116"/>
                    </a:lnTo>
                    <a:lnTo>
                      <a:pt x="7437" y="18395"/>
                    </a:lnTo>
                    <a:lnTo>
                      <a:pt x="8144" y="19370"/>
                    </a:lnTo>
                    <a:lnTo>
                      <a:pt x="8263" y="19370"/>
                    </a:lnTo>
                    <a:lnTo>
                      <a:pt x="8381" y="19928"/>
                    </a:lnTo>
                    <a:lnTo>
                      <a:pt x="8734" y="20067"/>
                    </a:lnTo>
                    <a:lnTo>
                      <a:pt x="8852" y="20625"/>
                    </a:lnTo>
                    <a:lnTo>
                      <a:pt x="9089" y="20625"/>
                    </a:lnTo>
                    <a:lnTo>
                      <a:pt x="9207" y="20764"/>
                    </a:lnTo>
                    <a:lnTo>
                      <a:pt x="9326" y="20485"/>
                    </a:lnTo>
                    <a:lnTo>
                      <a:pt x="9678" y="20346"/>
                    </a:lnTo>
                    <a:lnTo>
                      <a:pt x="9441" y="19928"/>
                    </a:lnTo>
                    <a:lnTo>
                      <a:pt x="9560" y="19231"/>
                    </a:lnTo>
                    <a:lnTo>
                      <a:pt x="9915" y="19092"/>
                    </a:lnTo>
                    <a:lnTo>
                      <a:pt x="10152" y="19510"/>
                    </a:lnTo>
                    <a:lnTo>
                      <a:pt x="10859" y="19510"/>
                    </a:lnTo>
                    <a:lnTo>
                      <a:pt x="11685" y="19928"/>
                    </a:lnTo>
                    <a:lnTo>
                      <a:pt x="12630" y="20485"/>
                    </a:lnTo>
                    <a:lnTo>
                      <a:pt x="12748" y="21600"/>
                    </a:lnTo>
                    <a:lnTo>
                      <a:pt x="14637" y="18534"/>
                    </a:lnTo>
                    <a:lnTo>
                      <a:pt x="18530" y="17141"/>
                    </a:lnTo>
                    <a:lnTo>
                      <a:pt x="21482" y="16026"/>
                    </a:lnTo>
                    <a:lnTo>
                      <a:pt x="21600" y="13378"/>
                    </a:lnTo>
                    <a:lnTo>
                      <a:pt x="21363" y="12403"/>
                    </a:lnTo>
                    <a:lnTo>
                      <a:pt x="21011" y="12821"/>
                    </a:lnTo>
                    <a:lnTo>
                      <a:pt x="17941" y="12263"/>
                    </a:lnTo>
                    <a:lnTo>
                      <a:pt x="17822" y="11288"/>
                    </a:lnTo>
                    <a:lnTo>
                      <a:pt x="17470" y="10870"/>
                    </a:lnTo>
                    <a:lnTo>
                      <a:pt x="17470" y="10591"/>
                    </a:lnTo>
                    <a:lnTo>
                      <a:pt x="17352" y="10312"/>
                    </a:lnTo>
                    <a:lnTo>
                      <a:pt x="17352" y="10173"/>
                    </a:lnTo>
                    <a:lnTo>
                      <a:pt x="17470" y="10034"/>
                    </a:lnTo>
                    <a:lnTo>
                      <a:pt x="17115" y="10034"/>
                    </a:lnTo>
                    <a:lnTo>
                      <a:pt x="16760" y="9894"/>
                    </a:lnTo>
                    <a:lnTo>
                      <a:pt x="16760" y="9755"/>
                    </a:lnTo>
                    <a:lnTo>
                      <a:pt x="16641" y="9755"/>
                    </a:lnTo>
                    <a:lnTo>
                      <a:pt x="16526" y="9476"/>
                    </a:lnTo>
                    <a:lnTo>
                      <a:pt x="16407" y="9197"/>
                    </a:lnTo>
                    <a:lnTo>
                      <a:pt x="15934" y="8361"/>
                    </a:lnTo>
                    <a:lnTo>
                      <a:pt x="15815" y="8083"/>
                    </a:lnTo>
                    <a:lnTo>
                      <a:pt x="15934" y="8083"/>
                    </a:lnTo>
                    <a:lnTo>
                      <a:pt x="15934" y="7943"/>
                    </a:lnTo>
                    <a:lnTo>
                      <a:pt x="15697" y="7386"/>
                    </a:lnTo>
                    <a:lnTo>
                      <a:pt x="15697" y="7246"/>
                    </a:lnTo>
                    <a:lnTo>
                      <a:pt x="15581" y="6968"/>
                    </a:lnTo>
                    <a:lnTo>
                      <a:pt x="15463" y="6968"/>
                    </a:lnTo>
                    <a:lnTo>
                      <a:pt x="15108" y="6410"/>
                    </a:lnTo>
                    <a:lnTo>
                      <a:pt x="14989" y="6410"/>
                    </a:lnTo>
                    <a:lnTo>
                      <a:pt x="14871" y="6271"/>
                    </a:lnTo>
                    <a:lnTo>
                      <a:pt x="14871" y="6132"/>
                    </a:lnTo>
                    <a:lnTo>
                      <a:pt x="14989" y="6132"/>
                    </a:lnTo>
                    <a:lnTo>
                      <a:pt x="14989" y="5992"/>
                    </a:lnTo>
                    <a:lnTo>
                      <a:pt x="14755" y="5992"/>
                    </a:lnTo>
                    <a:lnTo>
                      <a:pt x="14400" y="5853"/>
                    </a:lnTo>
                    <a:lnTo>
                      <a:pt x="14163" y="5295"/>
                    </a:lnTo>
                    <a:lnTo>
                      <a:pt x="14163" y="5017"/>
                    </a:lnTo>
                    <a:lnTo>
                      <a:pt x="13926" y="4877"/>
                    </a:lnTo>
                    <a:lnTo>
                      <a:pt x="13926" y="4738"/>
                    </a:lnTo>
                    <a:lnTo>
                      <a:pt x="13811" y="4599"/>
                    </a:lnTo>
                    <a:lnTo>
                      <a:pt x="13219" y="5017"/>
                    </a:lnTo>
                    <a:lnTo>
                      <a:pt x="13100" y="4459"/>
                    </a:lnTo>
                    <a:close/>
                  </a:path>
                </a:pathLst>
              </a:custGeom>
              <a:grpFill/>
              <a:ln w="12700">
                <a:noFill/>
                <a:miter lim="400000"/>
              </a:ln>
            </p:spPr>
            <p:txBody>
              <a:bodyPr lIns="45708" rIns="45708"/>
              <a:lstStyle/>
              <a:p>
                <a:endParaRPr b="1" dirty="0">
                  <a:latin typeface="Raleway SemiBold" panose="020B0503030101060003" pitchFamily="34" charset="77"/>
                </a:endParaRPr>
              </a:p>
            </p:txBody>
          </p:sp>
          <p:sp>
            <p:nvSpPr>
              <p:cNvPr id="730" name="TextBox 729">
                <a:extLst>
                  <a:ext uri="{FF2B5EF4-FFF2-40B4-BE49-F238E27FC236}">
                    <a16:creationId xmlns:a16="http://schemas.microsoft.com/office/drawing/2014/main" id="{6344FEEA-6BA0-4429-921A-C5A1040CBBA3}"/>
                  </a:ext>
                </a:extLst>
              </p:cNvPr>
              <p:cNvSpPr txBox="1"/>
              <p:nvPr/>
            </p:nvSpPr>
            <p:spPr>
              <a:xfrm>
                <a:off x="5020486" y="6237574"/>
                <a:ext cx="11208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10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</a:lstStyle>
              <a:p>
                <a:r>
                  <a:rPr lang="en-US" dirty="0"/>
                  <a:t>SAUDI ARABIA</a:t>
                </a:r>
              </a:p>
            </p:txBody>
          </p: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926148-7FA6-5E4A-B2EE-ACF657E7B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BA69586-E6B3-B646-96E5-E7A8350A3CC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46662CFE-F4C3-7E41-A7F9-9BD10A1BD6E3}"/>
              </a:ext>
            </a:extLst>
          </p:cNvPr>
          <p:cNvSpPr txBox="1"/>
          <p:nvPr/>
        </p:nvSpPr>
        <p:spPr>
          <a:xfrm>
            <a:off x="281402" y="459845"/>
            <a:ext cx="3343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Maps</a:t>
            </a:r>
            <a:endParaRPr lang="en-US" sz="2400" dirty="0">
              <a:solidFill>
                <a:schemeClr val="accent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C1026FE-A27E-CF4A-9928-B668A1F2EA6D}"/>
              </a:ext>
            </a:extLst>
          </p:cNvPr>
          <p:cNvSpPr/>
          <p:nvPr/>
        </p:nvSpPr>
        <p:spPr>
          <a:xfrm>
            <a:off x="0" y="384030"/>
            <a:ext cx="94129" cy="584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62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aphic 24">
            <a:extLst>
              <a:ext uri="{FF2B5EF4-FFF2-40B4-BE49-F238E27FC236}">
                <a16:creationId xmlns:a16="http://schemas.microsoft.com/office/drawing/2014/main" id="{9D97C236-BCFE-4D46-AA2C-28EA585B1D32}"/>
              </a:ext>
            </a:extLst>
          </p:cNvPr>
          <p:cNvGrpSpPr>
            <a:grpSpLocks noChangeAspect="1"/>
          </p:cNvGrpSpPr>
          <p:nvPr/>
        </p:nvGrpSpPr>
        <p:grpSpPr>
          <a:xfrm>
            <a:off x="1023984" y="1404364"/>
            <a:ext cx="562588" cy="502920"/>
            <a:chOff x="4667250" y="2200275"/>
            <a:chExt cx="3771900" cy="33718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6BBC1B0-023B-4CFA-87B2-13497A6B526B}"/>
                </a:ext>
              </a:extLst>
            </p:cNvPr>
            <p:cNvSpPr/>
            <p:nvPr/>
          </p:nvSpPr>
          <p:spPr>
            <a:xfrm>
              <a:off x="4660106" y="2193131"/>
              <a:ext cx="3781425" cy="3381375"/>
            </a:xfrm>
            <a:custGeom>
              <a:avLst/>
              <a:gdLst>
                <a:gd name="connsiteX0" fmla="*/ 3251359 w 3781425"/>
                <a:gd name="connsiteY0" fmla="*/ 7144 h 3381375"/>
                <a:gd name="connsiteX1" fmla="*/ 534829 w 3781425"/>
                <a:gd name="connsiteY1" fmla="*/ 7144 h 3381375"/>
                <a:gd name="connsiteX2" fmla="*/ 7144 w 3781425"/>
                <a:gd name="connsiteY2" fmla="*/ 534829 h 3381375"/>
                <a:gd name="connsiteX3" fmla="*/ 7144 w 3781425"/>
                <a:gd name="connsiteY3" fmla="*/ 2356009 h 3381375"/>
                <a:gd name="connsiteX4" fmla="*/ 534829 w 3781425"/>
                <a:gd name="connsiteY4" fmla="*/ 2883694 h 3381375"/>
                <a:gd name="connsiteX5" fmla="*/ 1540669 w 3781425"/>
                <a:gd name="connsiteY5" fmla="*/ 2883694 h 3381375"/>
                <a:gd name="connsiteX6" fmla="*/ 1540669 w 3781425"/>
                <a:gd name="connsiteY6" fmla="*/ 3218974 h 3381375"/>
                <a:gd name="connsiteX7" fmla="*/ 1373029 w 3781425"/>
                <a:gd name="connsiteY7" fmla="*/ 3218974 h 3381375"/>
                <a:gd name="connsiteX8" fmla="*/ 1292066 w 3781425"/>
                <a:gd name="connsiteY8" fmla="*/ 3299936 h 3381375"/>
                <a:gd name="connsiteX9" fmla="*/ 1373029 w 3781425"/>
                <a:gd name="connsiteY9" fmla="*/ 3380899 h 3381375"/>
                <a:gd name="connsiteX10" fmla="*/ 2444591 w 3781425"/>
                <a:gd name="connsiteY10" fmla="*/ 3380899 h 3381375"/>
                <a:gd name="connsiteX11" fmla="*/ 2525554 w 3781425"/>
                <a:gd name="connsiteY11" fmla="*/ 3299936 h 3381375"/>
                <a:gd name="connsiteX12" fmla="*/ 2444591 w 3781425"/>
                <a:gd name="connsiteY12" fmla="*/ 3218974 h 3381375"/>
                <a:gd name="connsiteX13" fmla="*/ 2245519 w 3781425"/>
                <a:gd name="connsiteY13" fmla="*/ 3218974 h 3381375"/>
                <a:gd name="connsiteX14" fmla="*/ 2245519 w 3781425"/>
                <a:gd name="connsiteY14" fmla="*/ 2883694 h 3381375"/>
                <a:gd name="connsiteX15" fmla="*/ 3251359 w 3781425"/>
                <a:gd name="connsiteY15" fmla="*/ 2883694 h 3381375"/>
                <a:gd name="connsiteX16" fmla="*/ 3779044 w 3781425"/>
                <a:gd name="connsiteY16" fmla="*/ 2356009 h 3381375"/>
                <a:gd name="connsiteX17" fmla="*/ 3779044 w 3781425"/>
                <a:gd name="connsiteY17" fmla="*/ 534829 h 3381375"/>
                <a:gd name="connsiteX18" fmla="*/ 3251359 w 3781425"/>
                <a:gd name="connsiteY18" fmla="*/ 7144 h 3381375"/>
                <a:gd name="connsiteX19" fmla="*/ 2083594 w 3781425"/>
                <a:gd name="connsiteY19" fmla="*/ 3218021 h 3381375"/>
                <a:gd name="connsiteX20" fmla="*/ 1702594 w 3781425"/>
                <a:gd name="connsiteY20" fmla="*/ 3218021 h 3381375"/>
                <a:gd name="connsiteX21" fmla="*/ 1702594 w 3781425"/>
                <a:gd name="connsiteY21" fmla="*/ 2882741 h 3381375"/>
                <a:gd name="connsiteX22" fmla="*/ 2083594 w 3781425"/>
                <a:gd name="connsiteY22" fmla="*/ 2882741 h 3381375"/>
                <a:gd name="connsiteX23" fmla="*/ 2083594 w 3781425"/>
                <a:gd name="connsiteY23" fmla="*/ 3218021 h 3381375"/>
                <a:gd name="connsiteX24" fmla="*/ 3617119 w 3781425"/>
                <a:gd name="connsiteY24" fmla="*/ 2356009 h 3381375"/>
                <a:gd name="connsiteX25" fmla="*/ 3252311 w 3781425"/>
                <a:gd name="connsiteY25" fmla="*/ 2720816 h 3381375"/>
                <a:gd name="connsiteX26" fmla="*/ 534829 w 3781425"/>
                <a:gd name="connsiteY26" fmla="*/ 2720816 h 3381375"/>
                <a:gd name="connsiteX27" fmla="*/ 170021 w 3781425"/>
                <a:gd name="connsiteY27" fmla="*/ 2356009 h 3381375"/>
                <a:gd name="connsiteX28" fmla="*/ 170021 w 3781425"/>
                <a:gd name="connsiteY28" fmla="*/ 2240756 h 3381375"/>
                <a:gd name="connsiteX29" fmla="*/ 3617119 w 3781425"/>
                <a:gd name="connsiteY29" fmla="*/ 2240756 h 3381375"/>
                <a:gd name="connsiteX30" fmla="*/ 3617119 w 3781425"/>
                <a:gd name="connsiteY30" fmla="*/ 2356009 h 3381375"/>
                <a:gd name="connsiteX31" fmla="*/ 3617119 w 3781425"/>
                <a:gd name="connsiteY31" fmla="*/ 2356009 h 3381375"/>
                <a:gd name="connsiteX32" fmla="*/ 3617119 w 3781425"/>
                <a:gd name="connsiteY32" fmla="*/ 2077879 h 3381375"/>
                <a:gd name="connsiteX33" fmla="*/ 169069 w 3781425"/>
                <a:gd name="connsiteY33" fmla="*/ 2077879 h 3381375"/>
                <a:gd name="connsiteX34" fmla="*/ 169069 w 3781425"/>
                <a:gd name="connsiteY34" fmla="*/ 534829 h 3381375"/>
                <a:gd name="connsiteX35" fmla="*/ 534829 w 3781425"/>
                <a:gd name="connsiteY35" fmla="*/ 169069 h 3381375"/>
                <a:gd name="connsiteX36" fmla="*/ 3252311 w 3781425"/>
                <a:gd name="connsiteY36" fmla="*/ 169069 h 3381375"/>
                <a:gd name="connsiteX37" fmla="*/ 3617119 w 3781425"/>
                <a:gd name="connsiteY37" fmla="*/ 533876 h 3381375"/>
                <a:gd name="connsiteX38" fmla="*/ 3617119 w 3781425"/>
                <a:gd name="connsiteY38" fmla="*/ 2077879 h 3381375"/>
                <a:gd name="connsiteX39" fmla="*/ 3617119 w 3781425"/>
                <a:gd name="connsiteY39" fmla="*/ 2077879 h 338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81425" h="3381375">
                  <a:moveTo>
                    <a:pt x="3251359" y="7144"/>
                  </a:moveTo>
                  <a:lnTo>
                    <a:pt x="534829" y="7144"/>
                  </a:lnTo>
                  <a:cubicBezTo>
                    <a:pt x="279559" y="7144"/>
                    <a:pt x="7144" y="146209"/>
                    <a:pt x="7144" y="534829"/>
                  </a:cubicBezTo>
                  <a:lnTo>
                    <a:pt x="7144" y="2356009"/>
                  </a:lnTo>
                  <a:cubicBezTo>
                    <a:pt x="7144" y="2744629"/>
                    <a:pt x="279559" y="2883694"/>
                    <a:pt x="534829" y="2883694"/>
                  </a:cubicBezTo>
                  <a:lnTo>
                    <a:pt x="1540669" y="2883694"/>
                  </a:lnTo>
                  <a:lnTo>
                    <a:pt x="1540669" y="3218974"/>
                  </a:lnTo>
                  <a:lnTo>
                    <a:pt x="1373029" y="3218974"/>
                  </a:lnTo>
                  <a:cubicBezTo>
                    <a:pt x="1328261" y="3218974"/>
                    <a:pt x="1292066" y="3255169"/>
                    <a:pt x="1292066" y="3299936"/>
                  </a:cubicBezTo>
                  <a:cubicBezTo>
                    <a:pt x="1292066" y="3344704"/>
                    <a:pt x="1328261" y="3380899"/>
                    <a:pt x="1373029" y="3380899"/>
                  </a:cubicBezTo>
                  <a:lnTo>
                    <a:pt x="2444591" y="3380899"/>
                  </a:lnTo>
                  <a:cubicBezTo>
                    <a:pt x="2489359" y="3380899"/>
                    <a:pt x="2525554" y="3344704"/>
                    <a:pt x="2525554" y="3299936"/>
                  </a:cubicBezTo>
                  <a:cubicBezTo>
                    <a:pt x="2525554" y="3255169"/>
                    <a:pt x="2489359" y="3218974"/>
                    <a:pt x="2444591" y="3218974"/>
                  </a:cubicBezTo>
                  <a:lnTo>
                    <a:pt x="2245519" y="3218974"/>
                  </a:lnTo>
                  <a:lnTo>
                    <a:pt x="2245519" y="2883694"/>
                  </a:lnTo>
                  <a:lnTo>
                    <a:pt x="3251359" y="2883694"/>
                  </a:lnTo>
                  <a:cubicBezTo>
                    <a:pt x="3639979" y="2883694"/>
                    <a:pt x="3779044" y="2611279"/>
                    <a:pt x="3779044" y="2356009"/>
                  </a:cubicBezTo>
                  <a:lnTo>
                    <a:pt x="3779044" y="534829"/>
                  </a:lnTo>
                  <a:cubicBezTo>
                    <a:pt x="3779044" y="146209"/>
                    <a:pt x="3506629" y="7144"/>
                    <a:pt x="3251359" y="7144"/>
                  </a:cubicBezTo>
                  <a:close/>
                  <a:moveTo>
                    <a:pt x="2083594" y="3218021"/>
                  </a:moveTo>
                  <a:lnTo>
                    <a:pt x="1702594" y="3218021"/>
                  </a:lnTo>
                  <a:lnTo>
                    <a:pt x="1702594" y="2882741"/>
                  </a:lnTo>
                  <a:lnTo>
                    <a:pt x="2083594" y="2882741"/>
                  </a:lnTo>
                  <a:lnTo>
                    <a:pt x="2083594" y="3218021"/>
                  </a:lnTo>
                  <a:close/>
                  <a:moveTo>
                    <a:pt x="3617119" y="2356009"/>
                  </a:moveTo>
                  <a:cubicBezTo>
                    <a:pt x="3617119" y="2465546"/>
                    <a:pt x="3580924" y="2720816"/>
                    <a:pt x="3252311" y="2720816"/>
                  </a:cubicBezTo>
                  <a:lnTo>
                    <a:pt x="534829" y="2720816"/>
                  </a:lnTo>
                  <a:cubicBezTo>
                    <a:pt x="425291" y="2720816"/>
                    <a:pt x="170021" y="2684621"/>
                    <a:pt x="170021" y="2356009"/>
                  </a:cubicBezTo>
                  <a:lnTo>
                    <a:pt x="170021" y="2240756"/>
                  </a:lnTo>
                  <a:lnTo>
                    <a:pt x="3617119" y="2240756"/>
                  </a:lnTo>
                  <a:lnTo>
                    <a:pt x="3617119" y="2356009"/>
                  </a:lnTo>
                  <a:lnTo>
                    <a:pt x="3617119" y="2356009"/>
                  </a:lnTo>
                  <a:close/>
                  <a:moveTo>
                    <a:pt x="3617119" y="2077879"/>
                  </a:moveTo>
                  <a:lnTo>
                    <a:pt x="169069" y="2077879"/>
                  </a:lnTo>
                  <a:lnTo>
                    <a:pt x="169069" y="534829"/>
                  </a:lnTo>
                  <a:cubicBezTo>
                    <a:pt x="169069" y="205264"/>
                    <a:pt x="424339" y="169069"/>
                    <a:pt x="534829" y="169069"/>
                  </a:cubicBezTo>
                  <a:lnTo>
                    <a:pt x="3252311" y="169069"/>
                  </a:lnTo>
                  <a:cubicBezTo>
                    <a:pt x="3361849" y="169069"/>
                    <a:pt x="3617119" y="205264"/>
                    <a:pt x="3617119" y="533876"/>
                  </a:cubicBezTo>
                  <a:lnTo>
                    <a:pt x="3617119" y="2077879"/>
                  </a:lnTo>
                  <a:lnTo>
                    <a:pt x="3617119" y="20778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62C0404B-E93A-4DF8-8016-EA0C4ED56D86}"/>
                </a:ext>
              </a:extLst>
            </p:cNvPr>
            <p:cNvSpPr/>
            <p:nvPr/>
          </p:nvSpPr>
          <p:spPr>
            <a:xfrm>
              <a:off x="5888831" y="2534833"/>
              <a:ext cx="1266825" cy="752475"/>
            </a:xfrm>
            <a:custGeom>
              <a:avLst/>
              <a:gdLst>
                <a:gd name="connsiteX0" fmla="*/ 1254919 w 1266825"/>
                <a:gd name="connsiteY0" fmla="*/ 362672 h 752475"/>
                <a:gd name="connsiteX1" fmla="*/ 1254919 w 1266825"/>
                <a:gd name="connsiteY1" fmla="*/ 362672 h 752475"/>
                <a:gd name="connsiteX2" fmla="*/ 361474 w 1266825"/>
                <a:gd name="connsiteY2" fmla="*/ 82637 h 752475"/>
                <a:gd name="connsiteX3" fmla="*/ 7144 w 1266825"/>
                <a:gd name="connsiteY3" fmla="*/ 666519 h 752475"/>
                <a:gd name="connsiteX4" fmla="*/ 88106 w 1266825"/>
                <a:gd name="connsiteY4" fmla="*/ 747482 h 752475"/>
                <a:gd name="connsiteX5" fmla="*/ 664369 w 1266825"/>
                <a:gd name="connsiteY5" fmla="*/ 747482 h 752475"/>
                <a:gd name="connsiteX6" fmla="*/ 701516 w 1266825"/>
                <a:gd name="connsiteY6" fmla="*/ 737957 h 752475"/>
                <a:gd name="connsiteX7" fmla="*/ 1215866 w 1266825"/>
                <a:gd name="connsiteY7" fmla="*/ 469352 h 752475"/>
                <a:gd name="connsiteX8" fmla="*/ 1254919 w 1266825"/>
                <a:gd name="connsiteY8" fmla="*/ 362672 h 752475"/>
                <a:gd name="connsiteX9" fmla="*/ 644366 w 1266825"/>
                <a:gd name="connsiteY9" fmla="*/ 584604 h 752475"/>
                <a:gd name="connsiteX10" fmla="*/ 171926 w 1266825"/>
                <a:gd name="connsiteY10" fmla="*/ 584604 h 752475"/>
                <a:gd name="connsiteX11" fmla="*/ 664369 w 1266825"/>
                <a:gd name="connsiteY11" fmla="*/ 167409 h 752475"/>
                <a:gd name="connsiteX12" fmla="*/ 664369 w 1266825"/>
                <a:gd name="connsiteY12" fmla="*/ 167409 h 752475"/>
                <a:gd name="connsiteX13" fmla="*/ 1063466 w 1266825"/>
                <a:gd name="connsiteY13" fmla="*/ 367434 h 752475"/>
                <a:gd name="connsiteX14" fmla="*/ 644366 w 1266825"/>
                <a:gd name="connsiteY14" fmla="*/ 584604 h 75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66825" h="752475">
                  <a:moveTo>
                    <a:pt x="1254919" y="362672"/>
                  </a:moveTo>
                  <a:cubicBezTo>
                    <a:pt x="1253966" y="362672"/>
                    <a:pt x="1253966" y="361719"/>
                    <a:pt x="1254919" y="362672"/>
                  </a:cubicBezTo>
                  <a:cubicBezTo>
                    <a:pt x="1085374" y="38822"/>
                    <a:pt x="685324" y="-86908"/>
                    <a:pt x="361474" y="82637"/>
                  </a:cubicBezTo>
                  <a:cubicBezTo>
                    <a:pt x="144304" y="196937"/>
                    <a:pt x="7144" y="421727"/>
                    <a:pt x="7144" y="666519"/>
                  </a:cubicBezTo>
                  <a:cubicBezTo>
                    <a:pt x="7144" y="711287"/>
                    <a:pt x="43339" y="747482"/>
                    <a:pt x="88106" y="747482"/>
                  </a:cubicBezTo>
                  <a:lnTo>
                    <a:pt x="664369" y="747482"/>
                  </a:lnTo>
                  <a:cubicBezTo>
                    <a:pt x="677704" y="747482"/>
                    <a:pt x="690086" y="744624"/>
                    <a:pt x="701516" y="737957"/>
                  </a:cubicBezTo>
                  <a:lnTo>
                    <a:pt x="1215866" y="469352"/>
                  </a:lnTo>
                  <a:cubicBezTo>
                    <a:pt x="1256824" y="451254"/>
                    <a:pt x="1273969" y="402677"/>
                    <a:pt x="1254919" y="362672"/>
                  </a:cubicBezTo>
                  <a:close/>
                  <a:moveTo>
                    <a:pt x="644366" y="584604"/>
                  </a:moveTo>
                  <a:lnTo>
                    <a:pt x="171926" y="584604"/>
                  </a:lnTo>
                  <a:cubicBezTo>
                    <a:pt x="211931" y="343622"/>
                    <a:pt x="420529" y="167409"/>
                    <a:pt x="664369" y="167409"/>
                  </a:cubicBezTo>
                  <a:lnTo>
                    <a:pt x="664369" y="167409"/>
                  </a:lnTo>
                  <a:cubicBezTo>
                    <a:pt x="821531" y="167409"/>
                    <a:pt x="969169" y="240752"/>
                    <a:pt x="1063466" y="367434"/>
                  </a:cubicBezTo>
                  <a:lnTo>
                    <a:pt x="644366" y="584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EBF89778-9CE7-46FA-93FB-6DF81B475B88}"/>
                </a:ext>
              </a:extLst>
            </p:cNvPr>
            <p:cNvSpPr/>
            <p:nvPr/>
          </p:nvSpPr>
          <p:spPr>
            <a:xfrm>
              <a:off x="5963126" y="3113048"/>
              <a:ext cx="1333500" cy="1019175"/>
            </a:xfrm>
            <a:custGeom>
              <a:avLst/>
              <a:gdLst>
                <a:gd name="connsiteX0" fmla="*/ 1253966 w 1333500"/>
                <a:gd name="connsiteY0" fmla="*/ 51157 h 1019175"/>
                <a:gd name="connsiteX1" fmla="*/ 1145381 w 1333500"/>
                <a:gd name="connsiteY1" fmla="*/ 15914 h 1019175"/>
                <a:gd name="connsiteX2" fmla="*/ 1145381 w 1333500"/>
                <a:gd name="connsiteY2" fmla="*/ 15914 h 1019175"/>
                <a:gd name="connsiteX3" fmla="*/ 648176 w 1333500"/>
                <a:gd name="connsiteY3" fmla="*/ 274994 h 1019175"/>
                <a:gd name="connsiteX4" fmla="*/ 88106 w 1333500"/>
                <a:gd name="connsiteY4" fmla="*/ 274994 h 1019175"/>
                <a:gd name="connsiteX5" fmla="*/ 7144 w 1333500"/>
                <a:gd name="connsiteY5" fmla="*/ 355957 h 1019175"/>
                <a:gd name="connsiteX6" fmla="*/ 668179 w 1333500"/>
                <a:gd name="connsiteY6" fmla="*/ 1017944 h 1019175"/>
                <a:gd name="connsiteX7" fmla="*/ 1330166 w 1333500"/>
                <a:gd name="connsiteY7" fmla="*/ 356909 h 1019175"/>
                <a:gd name="connsiteX8" fmla="*/ 1330166 w 1333500"/>
                <a:gd name="connsiteY8" fmla="*/ 355957 h 1019175"/>
                <a:gd name="connsiteX9" fmla="*/ 1253966 w 1333500"/>
                <a:gd name="connsiteY9" fmla="*/ 51157 h 1019175"/>
                <a:gd name="connsiteX10" fmla="*/ 669131 w 1333500"/>
                <a:gd name="connsiteY10" fmla="*/ 855067 h 1019175"/>
                <a:gd name="connsiteX11" fmla="*/ 666274 w 1333500"/>
                <a:gd name="connsiteY11" fmla="*/ 855067 h 1019175"/>
                <a:gd name="connsiteX12" fmla="*/ 173831 w 1333500"/>
                <a:gd name="connsiteY12" fmla="*/ 436919 h 1019175"/>
                <a:gd name="connsiteX13" fmla="*/ 666274 w 1333500"/>
                <a:gd name="connsiteY13" fmla="*/ 436919 h 1019175"/>
                <a:gd name="connsiteX14" fmla="*/ 703421 w 1333500"/>
                <a:gd name="connsiteY14" fmla="*/ 427394 h 1019175"/>
                <a:gd name="connsiteX15" fmla="*/ 1139666 w 1333500"/>
                <a:gd name="connsiteY15" fmla="*/ 198794 h 1019175"/>
                <a:gd name="connsiteX16" fmla="*/ 1164431 w 1333500"/>
                <a:gd name="connsiteY16" fmla="*/ 351194 h 1019175"/>
                <a:gd name="connsiteX17" fmla="*/ 669131 w 1333500"/>
                <a:gd name="connsiteY17" fmla="*/ 855067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33500" h="1019175">
                  <a:moveTo>
                    <a:pt x="1253966" y="51157"/>
                  </a:moveTo>
                  <a:cubicBezTo>
                    <a:pt x="1233964" y="11152"/>
                    <a:pt x="1185386" y="-4088"/>
                    <a:pt x="1145381" y="15914"/>
                  </a:cubicBezTo>
                  <a:cubicBezTo>
                    <a:pt x="1145381" y="15914"/>
                    <a:pt x="1145381" y="15914"/>
                    <a:pt x="1145381" y="15914"/>
                  </a:cubicBezTo>
                  <a:lnTo>
                    <a:pt x="648176" y="274994"/>
                  </a:lnTo>
                  <a:lnTo>
                    <a:pt x="88106" y="274994"/>
                  </a:lnTo>
                  <a:cubicBezTo>
                    <a:pt x="43339" y="274994"/>
                    <a:pt x="7144" y="311189"/>
                    <a:pt x="7144" y="355957"/>
                  </a:cubicBezTo>
                  <a:cubicBezTo>
                    <a:pt x="7144" y="721717"/>
                    <a:pt x="303371" y="1017944"/>
                    <a:pt x="668179" y="1017944"/>
                  </a:cubicBezTo>
                  <a:cubicBezTo>
                    <a:pt x="1032986" y="1017944"/>
                    <a:pt x="1330166" y="721717"/>
                    <a:pt x="1330166" y="356909"/>
                  </a:cubicBezTo>
                  <a:cubicBezTo>
                    <a:pt x="1330166" y="356909"/>
                    <a:pt x="1330166" y="356909"/>
                    <a:pt x="1330166" y="355957"/>
                  </a:cubicBezTo>
                  <a:cubicBezTo>
                    <a:pt x="1330166" y="249277"/>
                    <a:pt x="1303496" y="145454"/>
                    <a:pt x="1253966" y="51157"/>
                  </a:cubicBezTo>
                  <a:close/>
                  <a:moveTo>
                    <a:pt x="669131" y="855067"/>
                  </a:moveTo>
                  <a:cubicBezTo>
                    <a:pt x="668179" y="855067"/>
                    <a:pt x="667226" y="855067"/>
                    <a:pt x="666274" y="855067"/>
                  </a:cubicBezTo>
                  <a:cubicBezTo>
                    <a:pt x="422434" y="855067"/>
                    <a:pt x="213836" y="677902"/>
                    <a:pt x="173831" y="436919"/>
                  </a:cubicBezTo>
                  <a:lnTo>
                    <a:pt x="666274" y="436919"/>
                  </a:lnTo>
                  <a:cubicBezTo>
                    <a:pt x="679609" y="436919"/>
                    <a:pt x="691991" y="434062"/>
                    <a:pt x="703421" y="427394"/>
                  </a:cubicBezTo>
                  <a:lnTo>
                    <a:pt x="1139666" y="198794"/>
                  </a:lnTo>
                  <a:cubicBezTo>
                    <a:pt x="1155859" y="248324"/>
                    <a:pt x="1164431" y="299759"/>
                    <a:pt x="1164431" y="351194"/>
                  </a:cubicBezTo>
                  <a:cubicBezTo>
                    <a:pt x="1167289" y="627419"/>
                    <a:pt x="945356" y="853162"/>
                    <a:pt x="669131" y="8550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7" name="Graphic 26">
            <a:extLst>
              <a:ext uri="{FF2B5EF4-FFF2-40B4-BE49-F238E27FC236}">
                <a16:creationId xmlns:a16="http://schemas.microsoft.com/office/drawing/2014/main" id="{8A4A09C9-6123-485B-AB53-AED04CC19534}"/>
              </a:ext>
            </a:extLst>
          </p:cNvPr>
          <p:cNvGrpSpPr>
            <a:grpSpLocks noChangeAspect="1"/>
          </p:cNvGrpSpPr>
          <p:nvPr/>
        </p:nvGrpSpPr>
        <p:grpSpPr>
          <a:xfrm>
            <a:off x="10840684" y="1404364"/>
            <a:ext cx="646408" cy="502920"/>
            <a:chOff x="4386263" y="2200275"/>
            <a:chExt cx="4333875" cy="33718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3E148AB1-AABA-421D-BA6B-8041E61C5C48}"/>
                </a:ext>
              </a:extLst>
            </p:cNvPr>
            <p:cNvSpPr/>
            <p:nvPr/>
          </p:nvSpPr>
          <p:spPr>
            <a:xfrm>
              <a:off x="4379490" y="2193607"/>
              <a:ext cx="4343400" cy="2638425"/>
            </a:xfrm>
            <a:custGeom>
              <a:avLst/>
              <a:gdLst>
                <a:gd name="connsiteX0" fmla="*/ 4332075 w 4343400"/>
                <a:gd name="connsiteY0" fmla="*/ 1741170 h 2638425"/>
                <a:gd name="connsiteX1" fmla="*/ 4305405 w 4343400"/>
                <a:gd name="connsiteY1" fmla="*/ 1714500 h 2638425"/>
                <a:gd name="connsiteX2" fmla="*/ 4310168 w 4343400"/>
                <a:gd name="connsiteY2" fmla="*/ 1714500 h 2638425"/>
                <a:gd name="connsiteX3" fmla="*/ 1511723 w 4343400"/>
                <a:gd name="connsiteY3" fmla="*/ 17145 h 2638425"/>
                <a:gd name="connsiteX4" fmla="*/ 1435523 w 4343400"/>
                <a:gd name="connsiteY4" fmla="*/ 17145 h 2638425"/>
                <a:gd name="connsiteX5" fmla="*/ 49635 w 4343400"/>
                <a:gd name="connsiteY5" fmla="*/ 756285 h 2638425"/>
                <a:gd name="connsiteX6" fmla="*/ 15345 w 4343400"/>
                <a:gd name="connsiteY6" fmla="*/ 858203 h 2638425"/>
                <a:gd name="connsiteX7" fmla="*/ 42968 w 4343400"/>
                <a:gd name="connsiteY7" fmla="*/ 888683 h 2638425"/>
                <a:gd name="connsiteX8" fmla="*/ 2845223 w 4343400"/>
                <a:gd name="connsiteY8" fmla="*/ 2627948 h 2638425"/>
                <a:gd name="connsiteX9" fmla="*/ 2885228 w 4343400"/>
                <a:gd name="connsiteY9" fmla="*/ 2639378 h 2638425"/>
                <a:gd name="connsiteX10" fmla="*/ 2922375 w 4343400"/>
                <a:gd name="connsiteY10" fmla="*/ 2629853 h 2638425"/>
                <a:gd name="connsiteX11" fmla="*/ 4305405 w 4343400"/>
                <a:gd name="connsiteY11" fmla="*/ 1846898 h 2638425"/>
                <a:gd name="connsiteX12" fmla="*/ 4332075 w 4343400"/>
                <a:gd name="connsiteY12" fmla="*/ 1741170 h 2638425"/>
                <a:gd name="connsiteX13" fmla="*/ 2889038 w 4343400"/>
                <a:gd name="connsiteY13" fmla="*/ 2476500 h 2638425"/>
                <a:gd name="connsiteX14" fmla="*/ 237278 w 4343400"/>
                <a:gd name="connsiteY14" fmla="*/ 828675 h 2638425"/>
                <a:gd name="connsiteX15" fmla="*/ 1469813 w 4343400"/>
                <a:gd name="connsiteY15" fmla="*/ 169545 h 2638425"/>
                <a:gd name="connsiteX16" fmla="*/ 4116810 w 4343400"/>
                <a:gd name="connsiteY16" fmla="*/ 1778318 h 2638425"/>
                <a:gd name="connsiteX17" fmla="*/ 2889038 w 4343400"/>
                <a:gd name="connsiteY17" fmla="*/ 2476500 h 2638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3400" h="2638425">
                  <a:moveTo>
                    <a:pt x="4332075" y="1741170"/>
                  </a:moveTo>
                  <a:cubicBezTo>
                    <a:pt x="4325408" y="1729740"/>
                    <a:pt x="4316835" y="1721168"/>
                    <a:pt x="4305405" y="1714500"/>
                  </a:cubicBezTo>
                  <a:lnTo>
                    <a:pt x="4310168" y="1714500"/>
                  </a:lnTo>
                  <a:lnTo>
                    <a:pt x="1511723" y="17145"/>
                  </a:lnTo>
                  <a:cubicBezTo>
                    <a:pt x="1487910" y="3810"/>
                    <a:pt x="1459335" y="3810"/>
                    <a:pt x="1435523" y="17145"/>
                  </a:cubicBezTo>
                  <a:lnTo>
                    <a:pt x="49635" y="756285"/>
                  </a:lnTo>
                  <a:cubicBezTo>
                    <a:pt x="11535" y="775335"/>
                    <a:pt x="-3705" y="821055"/>
                    <a:pt x="15345" y="858203"/>
                  </a:cubicBezTo>
                  <a:cubicBezTo>
                    <a:pt x="21060" y="870585"/>
                    <a:pt x="30585" y="881063"/>
                    <a:pt x="42968" y="888683"/>
                  </a:cubicBezTo>
                  <a:lnTo>
                    <a:pt x="2845223" y="2627948"/>
                  </a:lnTo>
                  <a:cubicBezTo>
                    <a:pt x="2857605" y="2635568"/>
                    <a:pt x="2870940" y="2639378"/>
                    <a:pt x="2885228" y="2639378"/>
                  </a:cubicBezTo>
                  <a:cubicBezTo>
                    <a:pt x="2898563" y="2639378"/>
                    <a:pt x="2910945" y="2635568"/>
                    <a:pt x="2922375" y="2629853"/>
                  </a:cubicBezTo>
                  <a:lnTo>
                    <a:pt x="4305405" y="1846898"/>
                  </a:lnTo>
                  <a:cubicBezTo>
                    <a:pt x="4341600" y="1824038"/>
                    <a:pt x="4353030" y="1777365"/>
                    <a:pt x="4332075" y="1741170"/>
                  </a:cubicBezTo>
                  <a:close/>
                  <a:moveTo>
                    <a:pt x="2889038" y="2476500"/>
                  </a:moveTo>
                  <a:lnTo>
                    <a:pt x="237278" y="828675"/>
                  </a:lnTo>
                  <a:lnTo>
                    <a:pt x="1469813" y="169545"/>
                  </a:lnTo>
                  <a:lnTo>
                    <a:pt x="4116810" y="1778318"/>
                  </a:lnTo>
                  <a:lnTo>
                    <a:pt x="2889038" y="24765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81A587D-0A55-42F7-ABEF-9021F9996563}"/>
                </a:ext>
              </a:extLst>
            </p:cNvPr>
            <p:cNvSpPr/>
            <p:nvPr/>
          </p:nvSpPr>
          <p:spPr>
            <a:xfrm>
              <a:off x="4379418" y="3304045"/>
              <a:ext cx="4343400" cy="1905000"/>
            </a:xfrm>
            <a:custGeom>
              <a:avLst/>
              <a:gdLst>
                <a:gd name="connsiteX0" fmla="*/ 4333100 w 4343400"/>
                <a:gd name="connsiteY0" fmla="*/ 1002207 h 1905000"/>
                <a:gd name="connsiteX1" fmla="*/ 4228325 w 4343400"/>
                <a:gd name="connsiteY1" fmla="*/ 973632 h 1905000"/>
                <a:gd name="connsiteX2" fmla="*/ 4233087 w 4343400"/>
                <a:gd name="connsiteY2" fmla="*/ 973632 h 1905000"/>
                <a:gd name="connsiteX3" fmla="*/ 2890062 w 4343400"/>
                <a:gd name="connsiteY3" fmla="*/ 1735632 h 1905000"/>
                <a:gd name="connsiteX4" fmla="*/ 124955 w 4343400"/>
                <a:gd name="connsiteY4" fmla="*/ 19227 h 1905000"/>
                <a:gd name="connsiteX5" fmla="*/ 19227 w 4343400"/>
                <a:gd name="connsiteY5" fmla="*/ 43040 h 1905000"/>
                <a:gd name="connsiteX6" fmla="*/ 43040 w 4343400"/>
                <a:gd name="connsiteY6" fmla="*/ 148767 h 1905000"/>
                <a:gd name="connsiteX7" fmla="*/ 2844342 w 4343400"/>
                <a:gd name="connsiteY7" fmla="*/ 1887080 h 1905000"/>
                <a:gd name="connsiteX8" fmla="*/ 2884347 w 4343400"/>
                <a:gd name="connsiteY8" fmla="*/ 1898510 h 1905000"/>
                <a:gd name="connsiteX9" fmla="*/ 2921495 w 4343400"/>
                <a:gd name="connsiteY9" fmla="*/ 1888985 h 1905000"/>
                <a:gd name="connsiteX10" fmla="*/ 4305477 w 4343400"/>
                <a:gd name="connsiteY10" fmla="*/ 1106030 h 1905000"/>
                <a:gd name="connsiteX11" fmla="*/ 4333100 w 4343400"/>
                <a:gd name="connsiteY11" fmla="*/ 1002207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43400" h="1905000">
                  <a:moveTo>
                    <a:pt x="4333100" y="1002207"/>
                  </a:moveTo>
                  <a:cubicBezTo>
                    <a:pt x="4312145" y="966012"/>
                    <a:pt x="4265472" y="952677"/>
                    <a:pt x="4228325" y="973632"/>
                  </a:cubicBezTo>
                  <a:lnTo>
                    <a:pt x="4233087" y="973632"/>
                  </a:lnTo>
                  <a:lnTo>
                    <a:pt x="2890062" y="1735632"/>
                  </a:lnTo>
                  <a:lnTo>
                    <a:pt x="124955" y="19227"/>
                  </a:lnTo>
                  <a:cubicBezTo>
                    <a:pt x="88760" y="-3633"/>
                    <a:pt x="42087" y="6845"/>
                    <a:pt x="19227" y="43040"/>
                  </a:cubicBezTo>
                  <a:cubicBezTo>
                    <a:pt x="-3633" y="79235"/>
                    <a:pt x="6845" y="125907"/>
                    <a:pt x="43040" y="148767"/>
                  </a:cubicBezTo>
                  <a:lnTo>
                    <a:pt x="2844342" y="1887080"/>
                  </a:lnTo>
                  <a:cubicBezTo>
                    <a:pt x="2856725" y="1894699"/>
                    <a:pt x="2870060" y="1898510"/>
                    <a:pt x="2884347" y="1898510"/>
                  </a:cubicBezTo>
                  <a:cubicBezTo>
                    <a:pt x="2897682" y="1898510"/>
                    <a:pt x="2910065" y="1894699"/>
                    <a:pt x="2921495" y="1888985"/>
                  </a:cubicBezTo>
                  <a:lnTo>
                    <a:pt x="4305477" y="1106030"/>
                  </a:lnTo>
                  <a:cubicBezTo>
                    <a:pt x="4341672" y="1085075"/>
                    <a:pt x="4354055" y="1038402"/>
                    <a:pt x="4333100" y="100220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77C0941-1BA2-42F7-9430-874A2432C6AA}"/>
                </a:ext>
              </a:extLst>
            </p:cNvPr>
            <p:cNvSpPr/>
            <p:nvPr/>
          </p:nvSpPr>
          <p:spPr>
            <a:xfrm>
              <a:off x="4379375" y="3674568"/>
              <a:ext cx="4333875" cy="1905000"/>
            </a:xfrm>
            <a:custGeom>
              <a:avLst/>
              <a:gdLst>
                <a:gd name="connsiteX0" fmla="*/ 4316951 w 4333875"/>
                <a:gd name="connsiteY0" fmla="*/ 999350 h 1905000"/>
                <a:gd name="connsiteX1" fmla="*/ 4233131 w 4333875"/>
                <a:gd name="connsiteY1" fmla="*/ 974585 h 1905000"/>
                <a:gd name="connsiteX2" fmla="*/ 2886296 w 4333875"/>
                <a:gd name="connsiteY2" fmla="*/ 1736585 h 1905000"/>
                <a:gd name="connsiteX3" fmla="*/ 124998 w 4333875"/>
                <a:gd name="connsiteY3" fmla="*/ 19227 h 1905000"/>
                <a:gd name="connsiteX4" fmla="*/ 19271 w 4333875"/>
                <a:gd name="connsiteY4" fmla="*/ 43040 h 1905000"/>
                <a:gd name="connsiteX5" fmla="*/ 42131 w 4333875"/>
                <a:gd name="connsiteY5" fmla="*/ 148767 h 1905000"/>
                <a:gd name="connsiteX6" fmla="*/ 2844386 w 4333875"/>
                <a:gd name="connsiteY6" fmla="*/ 1888985 h 1905000"/>
                <a:gd name="connsiteX7" fmla="*/ 2884391 w 4333875"/>
                <a:gd name="connsiteY7" fmla="*/ 1900415 h 1905000"/>
                <a:gd name="connsiteX8" fmla="*/ 2921539 w 4333875"/>
                <a:gd name="connsiteY8" fmla="*/ 1890890 h 1905000"/>
                <a:gd name="connsiteX9" fmla="*/ 4304569 w 4333875"/>
                <a:gd name="connsiteY9" fmla="*/ 1106982 h 1905000"/>
                <a:gd name="connsiteX10" fmla="*/ 4316951 w 4333875"/>
                <a:gd name="connsiteY10" fmla="*/ 99935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33875" h="1905000">
                  <a:moveTo>
                    <a:pt x="4316951" y="999350"/>
                  </a:moveTo>
                  <a:cubicBezTo>
                    <a:pt x="4296949" y="974585"/>
                    <a:pt x="4263611" y="964107"/>
                    <a:pt x="4233131" y="974585"/>
                  </a:cubicBezTo>
                  <a:lnTo>
                    <a:pt x="2886296" y="1736585"/>
                  </a:lnTo>
                  <a:lnTo>
                    <a:pt x="124998" y="19227"/>
                  </a:lnTo>
                  <a:cubicBezTo>
                    <a:pt x="88803" y="-3633"/>
                    <a:pt x="42131" y="6845"/>
                    <a:pt x="19271" y="43040"/>
                  </a:cubicBezTo>
                  <a:cubicBezTo>
                    <a:pt x="-3589" y="79235"/>
                    <a:pt x="6888" y="125907"/>
                    <a:pt x="42131" y="148767"/>
                  </a:cubicBezTo>
                  <a:lnTo>
                    <a:pt x="2844386" y="1888985"/>
                  </a:lnTo>
                  <a:cubicBezTo>
                    <a:pt x="2856769" y="1896605"/>
                    <a:pt x="2870104" y="1900415"/>
                    <a:pt x="2884391" y="1900415"/>
                  </a:cubicBezTo>
                  <a:cubicBezTo>
                    <a:pt x="2897726" y="1900415"/>
                    <a:pt x="2910108" y="1896605"/>
                    <a:pt x="2921539" y="1890890"/>
                  </a:cubicBezTo>
                  <a:lnTo>
                    <a:pt x="4304569" y="1106982"/>
                  </a:lnTo>
                  <a:cubicBezTo>
                    <a:pt x="4337906" y="1080312"/>
                    <a:pt x="4343621" y="1031735"/>
                    <a:pt x="4316951" y="9993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29C19997-C1AC-4DE3-B53C-FA834C2ED784}"/>
                </a:ext>
              </a:extLst>
            </p:cNvPr>
            <p:cNvSpPr/>
            <p:nvPr/>
          </p:nvSpPr>
          <p:spPr>
            <a:xfrm>
              <a:off x="6098476" y="3071586"/>
              <a:ext cx="914400" cy="838200"/>
            </a:xfrm>
            <a:custGeom>
              <a:avLst/>
              <a:gdLst>
                <a:gd name="connsiteX0" fmla="*/ 894780 w 914400"/>
                <a:gd name="connsiteY0" fmla="*/ 35469 h 838200"/>
                <a:gd name="connsiteX1" fmla="*/ 788100 w 914400"/>
                <a:gd name="connsiteY1" fmla="*/ 24039 h 838200"/>
                <a:gd name="connsiteX2" fmla="*/ 782385 w 914400"/>
                <a:gd name="connsiteY2" fmla="*/ 29754 h 838200"/>
                <a:gd name="connsiteX3" fmla="*/ 700470 w 914400"/>
                <a:gd name="connsiteY3" fmla="*/ 105954 h 838200"/>
                <a:gd name="connsiteX4" fmla="*/ 614745 w 914400"/>
                <a:gd name="connsiteY4" fmla="*/ 49756 h 838200"/>
                <a:gd name="connsiteX5" fmla="*/ 484252 w 914400"/>
                <a:gd name="connsiteY5" fmla="*/ 28801 h 838200"/>
                <a:gd name="connsiteX6" fmla="*/ 378525 w 914400"/>
                <a:gd name="connsiteY6" fmla="*/ 76426 h 838200"/>
                <a:gd name="connsiteX7" fmla="*/ 321375 w 914400"/>
                <a:gd name="connsiteY7" fmla="*/ 177391 h 838200"/>
                <a:gd name="connsiteX8" fmla="*/ 334709 w 914400"/>
                <a:gd name="connsiteY8" fmla="*/ 301216 h 838200"/>
                <a:gd name="connsiteX9" fmla="*/ 374715 w 914400"/>
                <a:gd name="connsiteY9" fmla="*/ 397419 h 838200"/>
                <a:gd name="connsiteX10" fmla="*/ 222315 w 914400"/>
                <a:gd name="connsiteY10" fmla="*/ 533626 h 838200"/>
                <a:gd name="connsiteX11" fmla="*/ 217552 w 914400"/>
                <a:gd name="connsiteY11" fmla="*/ 517434 h 838200"/>
                <a:gd name="connsiteX12" fmla="*/ 228982 w 914400"/>
                <a:gd name="connsiteY12" fmla="*/ 408849 h 838200"/>
                <a:gd name="connsiteX13" fmla="*/ 239459 w 914400"/>
                <a:gd name="connsiteY13" fmla="*/ 357414 h 838200"/>
                <a:gd name="connsiteX14" fmla="*/ 219457 w 914400"/>
                <a:gd name="connsiteY14" fmla="*/ 312646 h 838200"/>
                <a:gd name="connsiteX15" fmla="*/ 164212 w 914400"/>
                <a:gd name="connsiteY15" fmla="*/ 284071 h 838200"/>
                <a:gd name="connsiteX16" fmla="*/ 108015 w 914400"/>
                <a:gd name="connsiteY16" fmla="*/ 304074 h 838200"/>
                <a:gd name="connsiteX17" fmla="*/ 60390 w 914400"/>
                <a:gd name="connsiteY17" fmla="*/ 394561 h 838200"/>
                <a:gd name="connsiteX18" fmla="*/ 73725 w 914400"/>
                <a:gd name="connsiteY18" fmla="*/ 529816 h 838200"/>
                <a:gd name="connsiteX19" fmla="*/ 120397 w 914400"/>
                <a:gd name="connsiteY19" fmla="*/ 621256 h 838200"/>
                <a:gd name="connsiteX20" fmla="*/ 32767 w 914400"/>
                <a:gd name="connsiteY20" fmla="*/ 697456 h 838200"/>
                <a:gd name="connsiteX21" fmla="*/ 26100 w 914400"/>
                <a:gd name="connsiteY21" fmla="*/ 805089 h 838200"/>
                <a:gd name="connsiteX22" fmla="*/ 84202 w 914400"/>
                <a:gd name="connsiteY22" fmla="*/ 830806 h 838200"/>
                <a:gd name="connsiteX23" fmla="*/ 82297 w 914400"/>
                <a:gd name="connsiteY23" fmla="*/ 832711 h 838200"/>
                <a:gd name="connsiteX24" fmla="*/ 133732 w 914400"/>
                <a:gd name="connsiteY24" fmla="*/ 813661 h 838200"/>
                <a:gd name="connsiteX25" fmla="*/ 219457 w 914400"/>
                <a:gd name="connsiteY25" fmla="*/ 737461 h 838200"/>
                <a:gd name="connsiteX26" fmla="*/ 314707 w 914400"/>
                <a:gd name="connsiteY26" fmla="*/ 806041 h 838200"/>
                <a:gd name="connsiteX27" fmla="*/ 586170 w 914400"/>
                <a:gd name="connsiteY27" fmla="*/ 771751 h 838200"/>
                <a:gd name="connsiteX28" fmla="*/ 637605 w 914400"/>
                <a:gd name="connsiteY28" fmla="*/ 686026 h 838200"/>
                <a:gd name="connsiteX29" fmla="*/ 633795 w 914400"/>
                <a:gd name="connsiteY29" fmla="*/ 573631 h 838200"/>
                <a:gd name="connsiteX30" fmla="*/ 574740 w 914400"/>
                <a:gd name="connsiteY30" fmla="*/ 427899 h 838200"/>
                <a:gd name="connsiteX31" fmla="*/ 574740 w 914400"/>
                <a:gd name="connsiteY31" fmla="*/ 424089 h 838200"/>
                <a:gd name="connsiteX32" fmla="*/ 701422 w 914400"/>
                <a:gd name="connsiteY32" fmla="*/ 310741 h 838200"/>
                <a:gd name="connsiteX33" fmla="*/ 701422 w 914400"/>
                <a:gd name="connsiteY33" fmla="*/ 373606 h 838200"/>
                <a:gd name="connsiteX34" fmla="*/ 695707 w 914400"/>
                <a:gd name="connsiteY34" fmla="*/ 444091 h 838200"/>
                <a:gd name="connsiteX35" fmla="*/ 716662 w 914400"/>
                <a:gd name="connsiteY35" fmla="*/ 493621 h 838200"/>
                <a:gd name="connsiteX36" fmla="*/ 775717 w 914400"/>
                <a:gd name="connsiteY36" fmla="*/ 526959 h 838200"/>
                <a:gd name="connsiteX37" fmla="*/ 830962 w 914400"/>
                <a:gd name="connsiteY37" fmla="*/ 506956 h 838200"/>
                <a:gd name="connsiteX38" fmla="*/ 863347 w 914400"/>
                <a:gd name="connsiteY38" fmla="*/ 449806 h 838200"/>
                <a:gd name="connsiteX39" fmla="*/ 863347 w 914400"/>
                <a:gd name="connsiteY39" fmla="*/ 365034 h 838200"/>
                <a:gd name="connsiteX40" fmla="*/ 827152 w 914400"/>
                <a:gd name="connsiteY40" fmla="*/ 262164 h 838200"/>
                <a:gd name="connsiteX41" fmla="*/ 801435 w 914400"/>
                <a:gd name="connsiteY41" fmla="*/ 219301 h 838200"/>
                <a:gd name="connsiteX42" fmla="*/ 884302 w 914400"/>
                <a:gd name="connsiteY42" fmla="*/ 143101 h 838200"/>
                <a:gd name="connsiteX43" fmla="*/ 894780 w 914400"/>
                <a:gd name="connsiteY43" fmla="*/ 35469 h 838200"/>
                <a:gd name="connsiteX44" fmla="*/ 426150 w 914400"/>
                <a:gd name="connsiteY44" fmla="*/ 655546 h 838200"/>
                <a:gd name="connsiteX45" fmla="*/ 356617 w 914400"/>
                <a:gd name="connsiteY45" fmla="*/ 666976 h 838200"/>
                <a:gd name="connsiteX46" fmla="*/ 313755 w 914400"/>
                <a:gd name="connsiteY46" fmla="*/ 647926 h 838200"/>
                <a:gd name="connsiteX47" fmla="*/ 442342 w 914400"/>
                <a:gd name="connsiteY47" fmla="*/ 535531 h 838200"/>
                <a:gd name="connsiteX48" fmla="*/ 455677 w 914400"/>
                <a:gd name="connsiteY48" fmla="*/ 579346 h 838200"/>
                <a:gd name="connsiteX49" fmla="*/ 426150 w 914400"/>
                <a:gd name="connsiteY49" fmla="*/ 655546 h 838200"/>
                <a:gd name="connsiteX50" fmla="*/ 502350 w 914400"/>
                <a:gd name="connsiteY50" fmla="*/ 282166 h 838200"/>
                <a:gd name="connsiteX51" fmla="*/ 495682 w 914400"/>
                <a:gd name="connsiteY51" fmla="*/ 245971 h 838200"/>
                <a:gd name="connsiteX52" fmla="*/ 515684 w 914400"/>
                <a:gd name="connsiteY52" fmla="*/ 190726 h 838200"/>
                <a:gd name="connsiteX53" fmla="*/ 580455 w 914400"/>
                <a:gd name="connsiteY53" fmla="*/ 179296 h 838200"/>
                <a:gd name="connsiteX54" fmla="*/ 602362 w 914400"/>
                <a:gd name="connsiteY54" fmla="*/ 188821 h 838200"/>
                <a:gd name="connsiteX55" fmla="*/ 502350 w 914400"/>
                <a:gd name="connsiteY55" fmla="*/ 282166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914400" h="838200">
                  <a:moveTo>
                    <a:pt x="894780" y="35469"/>
                  </a:moveTo>
                  <a:cubicBezTo>
                    <a:pt x="868110" y="3084"/>
                    <a:pt x="820485" y="-2631"/>
                    <a:pt x="788100" y="24039"/>
                  </a:cubicBezTo>
                  <a:cubicBezTo>
                    <a:pt x="786194" y="25944"/>
                    <a:pt x="784290" y="27849"/>
                    <a:pt x="782385" y="29754"/>
                  </a:cubicBezTo>
                  <a:lnTo>
                    <a:pt x="700470" y="105954"/>
                  </a:lnTo>
                  <a:cubicBezTo>
                    <a:pt x="674752" y="83094"/>
                    <a:pt x="646177" y="64044"/>
                    <a:pt x="614745" y="49756"/>
                  </a:cubicBezTo>
                  <a:cubicBezTo>
                    <a:pt x="573787" y="30706"/>
                    <a:pt x="529020" y="23086"/>
                    <a:pt x="484252" y="28801"/>
                  </a:cubicBezTo>
                  <a:cubicBezTo>
                    <a:pt x="445200" y="33564"/>
                    <a:pt x="408052" y="50709"/>
                    <a:pt x="378525" y="76426"/>
                  </a:cubicBezTo>
                  <a:cubicBezTo>
                    <a:pt x="348045" y="102144"/>
                    <a:pt x="328042" y="138339"/>
                    <a:pt x="321375" y="177391"/>
                  </a:cubicBezTo>
                  <a:cubicBezTo>
                    <a:pt x="315659" y="219301"/>
                    <a:pt x="320422" y="261211"/>
                    <a:pt x="334709" y="301216"/>
                  </a:cubicBezTo>
                  <a:cubicBezTo>
                    <a:pt x="346140" y="333601"/>
                    <a:pt x="359475" y="365986"/>
                    <a:pt x="374715" y="397419"/>
                  </a:cubicBezTo>
                  <a:lnTo>
                    <a:pt x="222315" y="533626"/>
                  </a:lnTo>
                  <a:cubicBezTo>
                    <a:pt x="220409" y="527911"/>
                    <a:pt x="218505" y="523149"/>
                    <a:pt x="217552" y="517434"/>
                  </a:cubicBezTo>
                  <a:cubicBezTo>
                    <a:pt x="211837" y="480286"/>
                    <a:pt x="215647" y="443139"/>
                    <a:pt x="228982" y="408849"/>
                  </a:cubicBezTo>
                  <a:cubicBezTo>
                    <a:pt x="235650" y="392656"/>
                    <a:pt x="238507" y="375511"/>
                    <a:pt x="239459" y="357414"/>
                  </a:cubicBezTo>
                  <a:cubicBezTo>
                    <a:pt x="238507" y="340269"/>
                    <a:pt x="231840" y="324076"/>
                    <a:pt x="219457" y="312646"/>
                  </a:cubicBezTo>
                  <a:cubicBezTo>
                    <a:pt x="206122" y="295501"/>
                    <a:pt x="185167" y="285024"/>
                    <a:pt x="164212" y="284071"/>
                  </a:cubicBezTo>
                  <a:cubicBezTo>
                    <a:pt x="143257" y="283119"/>
                    <a:pt x="123255" y="289786"/>
                    <a:pt x="108015" y="304074"/>
                  </a:cubicBezTo>
                  <a:cubicBezTo>
                    <a:pt x="82297" y="327886"/>
                    <a:pt x="66105" y="360271"/>
                    <a:pt x="60390" y="394561"/>
                  </a:cubicBezTo>
                  <a:cubicBezTo>
                    <a:pt x="52770" y="440281"/>
                    <a:pt x="57532" y="486954"/>
                    <a:pt x="73725" y="529816"/>
                  </a:cubicBezTo>
                  <a:cubicBezTo>
                    <a:pt x="85155" y="562201"/>
                    <a:pt x="100395" y="592681"/>
                    <a:pt x="120397" y="621256"/>
                  </a:cubicBezTo>
                  <a:lnTo>
                    <a:pt x="32767" y="697456"/>
                  </a:lnTo>
                  <a:cubicBezTo>
                    <a:pt x="1334" y="725079"/>
                    <a:pt x="-1523" y="773656"/>
                    <a:pt x="26100" y="805089"/>
                  </a:cubicBezTo>
                  <a:cubicBezTo>
                    <a:pt x="40387" y="821281"/>
                    <a:pt x="61342" y="830806"/>
                    <a:pt x="84202" y="830806"/>
                  </a:cubicBezTo>
                  <a:lnTo>
                    <a:pt x="82297" y="832711"/>
                  </a:lnTo>
                  <a:cubicBezTo>
                    <a:pt x="101347" y="832711"/>
                    <a:pt x="119445" y="826044"/>
                    <a:pt x="133732" y="813661"/>
                  </a:cubicBezTo>
                  <a:lnTo>
                    <a:pt x="219457" y="737461"/>
                  </a:lnTo>
                  <a:cubicBezTo>
                    <a:pt x="248032" y="764131"/>
                    <a:pt x="280417" y="786991"/>
                    <a:pt x="314707" y="806041"/>
                  </a:cubicBezTo>
                  <a:cubicBezTo>
                    <a:pt x="402337" y="855571"/>
                    <a:pt x="512827" y="842236"/>
                    <a:pt x="586170" y="771751"/>
                  </a:cubicBezTo>
                  <a:cubicBezTo>
                    <a:pt x="611887" y="749844"/>
                    <a:pt x="629985" y="719364"/>
                    <a:pt x="637605" y="686026"/>
                  </a:cubicBezTo>
                  <a:cubicBezTo>
                    <a:pt x="645225" y="648879"/>
                    <a:pt x="643320" y="609826"/>
                    <a:pt x="633795" y="573631"/>
                  </a:cubicBezTo>
                  <a:cubicBezTo>
                    <a:pt x="620460" y="523149"/>
                    <a:pt x="600457" y="473619"/>
                    <a:pt x="574740" y="427899"/>
                  </a:cubicBezTo>
                  <a:lnTo>
                    <a:pt x="574740" y="424089"/>
                  </a:lnTo>
                  <a:lnTo>
                    <a:pt x="701422" y="310741"/>
                  </a:lnTo>
                  <a:cubicBezTo>
                    <a:pt x="705232" y="331696"/>
                    <a:pt x="705232" y="352651"/>
                    <a:pt x="701422" y="373606"/>
                  </a:cubicBezTo>
                  <a:cubicBezTo>
                    <a:pt x="696660" y="396466"/>
                    <a:pt x="694755" y="420279"/>
                    <a:pt x="695707" y="444091"/>
                  </a:cubicBezTo>
                  <a:cubicBezTo>
                    <a:pt x="696660" y="462189"/>
                    <a:pt x="704280" y="480286"/>
                    <a:pt x="716662" y="493621"/>
                  </a:cubicBezTo>
                  <a:cubicBezTo>
                    <a:pt x="730950" y="511719"/>
                    <a:pt x="751905" y="524101"/>
                    <a:pt x="775717" y="526959"/>
                  </a:cubicBezTo>
                  <a:cubicBezTo>
                    <a:pt x="795719" y="527911"/>
                    <a:pt x="816675" y="521244"/>
                    <a:pt x="830962" y="506956"/>
                  </a:cubicBezTo>
                  <a:cubicBezTo>
                    <a:pt x="847155" y="491716"/>
                    <a:pt x="858585" y="471714"/>
                    <a:pt x="863347" y="449806"/>
                  </a:cubicBezTo>
                  <a:cubicBezTo>
                    <a:pt x="869062" y="422184"/>
                    <a:pt x="869062" y="392656"/>
                    <a:pt x="863347" y="365034"/>
                  </a:cubicBezTo>
                  <a:cubicBezTo>
                    <a:pt x="856680" y="328839"/>
                    <a:pt x="845250" y="294549"/>
                    <a:pt x="827152" y="262164"/>
                  </a:cubicBezTo>
                  <a:cubicBezTo>
                    <a:pt x="819532" y="247876"/>
                    <a:pt x="810960" y="233589"/>
                    <a:pt x="801435" y="219301"/>
                  </a:cubicBezTo>
                  <a:lnTo>
                    <a:pt x="884302" y="143101"/>
                  </a:lnTo>
                  <a:cubicBezTo>
                    <a:pt x="915735" y="116431"/>
                    <a:pt x="921450" y="67854"/>
                    <a:pt x="894780" y="35469"/>
                  </a:cubicBezTo>
                  <a:close/>
                  <a:moveTo>
                    <a:pt x="426150" y="655546"/>
                  </a:moveTo>
                  <a:cubicBezTo>
                    <a:pt x="406147" y="670786"/>
                    <a:pt x="380430" y="674596"/>
                    <a:pt x="356617" y="666976"/>
                  </a:cubicBezTo>
                  <a:cubicBezTo>
                    <a:pt x="341377" y="663166"/>
                    <a:pt x="327090" y="656499"/>
                    <a:pt x="313755" y="647926"/>
                  </a:cubicBezTo>
                  <a:lnTo>
                    <a:pt x="442342" y="535531"/>
                  </a:lnTo>
                  <a:cubicBezTo>
                    <a:pt x="448057" y="549819"/>
                    <a:pt x="451867" y="564106"/>
                    <a:pt x="455677" y="579346"/>
                  </a:cubicBezTo>
                  <a:cubicBezTo>
                    <a:pt x="460440" y="607921"/>
                    <a:pt x="449962" y="637449"/>
                    <a:pt x="426150" y="655546"/>
                  </a:cubicBezTo>
                  <a:close/>
                  <a:moveTo>
                    <a:pt x="502350" y="282166"/>
                  </a:moveTo>
                  <a:cubicBezTo>
                    <a:pt x="498540" y="270736"/>
                    <a:pt x="496634" y="258354"/>
                    <a:pt x="495682" y="245971"/>
                  </a:cubicBezTo>
                  <a:cubicBezTo>
                    <a:pt x="491872" y="225016"/>
                    <a:pt x="499492" y="204061"/>
                    <a:pt x="515684" y="190726"/>
                  </a:cubicBezTo>
                  <a:cubicBezTo>
                    <a:pt x="533782" y="175486"/>
                    <a:pt x="558547" y="171676"/>
                    <a:pt x="580455" y="179296"/>
                  </a:cubicBezTo>
                  <a:cubicBezTo>
                    <a:pt x="588075" y="182154"/>
                    <a:pt x="595695" y="185011"/>
                    <a:pt x="602362" y="188821"/>
                  </a:cubicBezTo>
                  <a:lnTo>
                    <a:pt x="502350" y="2821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0" name="Graphic 29">
            <a:extLst>
              <a:ext uri="{FF2B5EF4-FFF2-40B4-BE49-F238E27FC236}">
                <a16:creationId xmlns:a16="http://schemas.microsoft.com/office/drawing/2014/main" id="{7A96E6EC-1AF9-4488-B364-2A6CD163F63C}"/>
              </a:ext>
            </a:extLst>
          </p:cNvPr>
          <p:cNvSpPr>
            <a:spLocks noChangeAspect="1"/>
          </p:cNvSpPr>
          <p:nvPr/>
        </p:nvSpPr>
        <p:spPr>
          <a:xfrm>
            <a:off x="4219373" y="1404364"/>
            <a:ext cx="502920" cy="502920"/>
          </a:xfrm>
          <a:custGeom>
            <a:avLst/>
            <a:gdLst>
              <a:gd name="connsiteX0" fmla="*/ 3271995 w 3952875"/>
              <a:gd name="connsiteY0" fmla="*/ 1234994 h 3952875"/>
              <a:gd name="connsiteX1" fmla="*/ 3930173 w 3952875"/>
              <a:gd name="connsiteY1" fmla="*/ 576817 h 3952875"/>
              <a:gd name="connsiteX2" fmla="*/ 3931125 w 3952875"/>
              <a:gd name="connsiteY2" fmla="*/ 469184 h 3952875"/>
              <a:gd name="connsiteX3" fmla="*/ 3879690 w 3952875"/>
              <a:gd name="connsiteY3" fmla="*/ 446324 h 3952875"/>
              <a:gd name="connsiteX4" fmla="*/ 3881595 w 3952875"/>
              <a:gd name="connsiteY4" fmla="*/ 451087 h 3952875"/>
              <a:gd name="connsiteX5" fmla="*/ 3523455 w 3952875"/>
              <a:gd name="connsiteY5" fmla="*/ 438704 h 3952875"/>
              <a:gd name="connsiteX6" fmla="*/ 3511073 w 3952875"/>
              <a:gd name="connsiteY6" fmla="*/ 80564 h 3952875"/>
              <a:gd name="connsiteX7" fmla="*/ 3432015 w 3952875"/>
              <a:gd name="connsiteY7" fmla="*/ 7222 h 3952875"/>
              <a:gd name="connsiteX8" fmla="*/ 3380580 w 3952875"/>
              <a:gd name="connsiteY8" fmla="*/ 30082 h 3952875"/>
              <a:gd name="connsiteX9" fmla="*/ 2723355 w 3952875"/>
              <a:gd name="connsiteY9" fmla="*/ 684449 h 3952875"/>
              <a:gd name="connsiteX10" fmla="*/ 2701448 w 3952875"/>
              <a:gd name="connsiteY10" fmla="*/ 740647 h 3952875"/>
              <a:gd name="connsiteX11" fmla="*/ 2701448 w 3952875"/>
              <a:gd name="connsiteY11" fmla="*/ 816847 h 3952875"/>
              <a:gd name="connsiteX12" fmla="*/ 310673 w 3952875"/>
              <a:gd name="connsiteY12" fmla="*/ 1256902 h 3952875"/>
              <a:gd name="connsiteX13" fmla="*/ 750728 w 3952875"/>
              <a:gd name="connsiteY13" fmla="*/ 3648629 h 3952875"/>
              <a:gd name="connsiteX14" fmla="*/ 3141503 w 3952875"/>
              <a:gd name="connsiteY14" fmla="*/ 3208574 h 3952875"/>
              <a:gd name="connsiteX15" fmla="*/ 3141503 w 3952875"/>
              <a:gd name="connsiteY15" fmla="*/ 1257854 h 3952875"/>
              <a:gd name="connsiteX16" fmla="*/ 3217703 w 3952875"/>
              <a:gd name="connsiteY16" fmla="*/ 1257854 h 3952875"/>
              <a:gd name="connsiteX17" fmla="*/ 3271995 w 3952875"/>
              <a:gd name="connsiteY17" fmla="*/ 1234994 h 3952875"/>
              <a:gd name="connsiteX18" fmla="*/ 3294855 w 3952875"/>
              <a:gd name="connsiteY18" fmla="*/ 2233214 h 3952875"/>
              <a:gd name="connsiteX19" fmla="*/ 1728945 w 3952875"/>
              <a:gd name="connsiteY19" fmla="*/ 3803887 h 3952875"/>
              <a:gd name="connsiteX20" fmla="*/ 158273 w 3952875"/>
              <a:gd name="connsiteY20" fmla="*/ 2237977 h 3952875"/>
              <a:gd name="connsiteX21" fmla="*/ 1724183 w 3952875"/>
              <a:gd name="connsiteY21" fmla="*/ 667304 h 3952875"/>
              <a:gd name="connsiteX22" fmla="*/ 2710020 w 3952875"/>
              <a:gd name="connsiteY22" fmla="*/ 1014014 h 3952875"/>
              <a:gd name="connsiteX23" fmla="*/ 2713830 w 3952875"/>
              <a:gd name="connsiteY23" fmla="*/ 1141649 h 3952875"/>
              <a:gd name="connsiteX24" fmla="*/ 2409030 w 3952875"/>
              <a:gd name="connsiteY24" fmla="*/ 1446449 h 3952875"/>
              <a:gd name="connsiteX25" fmla="*/ 935513 w 3952875"/>
              <a:gd name="connsiteY25" fmla="*/ 1543604 h 3952875"/>
              <a:gd name="connsiteX26" fmla="*/ 1033620 w 3952875"/>
              <a:gd name="connsiteY26" fmla="*/ 3016169 h 3952875"/>
              <a:gd name="connsiteX27" fmla="*/ 2507138 w 3952875"/>
              <a:gd name="connsiteY27" fmla="*/ 2919014 h 3952875"/>
              <a:gd name="connsiteX28" fmla="*/ 2516663 w 3952875"/>
              <a:gd name="connsiteY28" fmla="*/ 1554082 h 3952875"/>
              <a:gd name="connsiteX29" fmla="*/ 2821463 w 3952875"/>
              <a:gd name="connsiteY29" fmla="*/ 1249282 h 3952875"/>
              <a:gd name="connsiteX30" fmla="*/ 2947193 w 3952875"/>
              <a:gd name="connsiteY30" fmla="*/ 1254044 h 3952875"/>
              <a:gd name="connsiteX31" fmla="*/ 3294855 w 3952875"/>
              <a:gd name="connsiteY31" fmla="*/ 2233214 h 3952875"/>
              <a:gd name="connsiteX32" fmla="*/ 1677510 w 3952875"/>
              <a:gd name="connsiteY32" fmla="*/ 2284649 h 3952875"/>
              <a:gd name="connsiteX33" fmla="*/ 1785143 w 3952875"/>
              <a:gd name="connsiteY33" fmla="*/ 2284649 h 3952875"/>
              <a:gd name="connsiteX34" fmla="*/ 1937543 w 3952875"/>
              <a:gd name="connsiteY34" fmla="*/ 2132249 h 3952875"/>
              <a:gd name="connsiteX35" fmla="*/ 1960403 w 3952875"/>
              <a:gd name="connsiteY35" fmla="*/ 2230357 h 3952875"/>
              <a:gd name="connsiteX36" fmla="*/ 1731803 w 3952875"/>
              <a:gd name="connsiteY36" fmla="*/ 2458957 h 3952875"/>
              <a:gd name="connsiteX37" fmla="*/ 1503203 w 3952875"/>
              <a:gd name="connsiteY37" fmla="*/ 2230357 h 3952875"/>
              <a:gd name="connsiteX38" fmla="*/ 1731803 w 3952875"/>
              <a:gd name="connsiteY38" fmla="*/ 2001757 h 3952875"/>
              <a:gd name="connsiteX39" fmla="*/ 1829910 w 3952875"/>
              <a:gd name="connsiteY39" fmla="*/ 2024617 h 3952875"/>
              <a:gd name="connsiteX40" fmla="*/ 1677510 w 3952875"/>
              <a:gd name="connsiteY40" fmla="*/ 2177017 h 3952875"/>
              <a:gd name="connsiteX41" fmla="*/ 1677510 w 3952875"/>
              <a:gd name="connsiteY41" fmla="*/ 2284649 h 3952875"/>
              <a:gd name="connsiteX42" fmla="*/ 1941353 w 3952875"/>
              <a:gd name="connsiteY42" fmla="*/ 1913174 h 3952875"/>
              <a:gd name="connsiteX43" fmla="*/ 1413668 w 3952875"/>
              <a:gd name="connsiteY43" fmla="*/ 2020807 h 3952875"/>
              <a:gd name="connsiteX44" fmla="*/ 1521300 w 3952875"/>
              <a:gd name="connsiteY44" fmla="*/ 2548492 h 3952875"/>
              <a:gd name="connsiteX45" fmla="*/ 2048985 w 3952875"/>
              <a:gd name="connsiteY45" fmla="*/ 2440859 h 3952875"/>
              <a:gd name="connsiteX46" fmla="*/ 2048985 w 3952875"/>
              <a:gd name="connsiteY46" fmla="*/ 2019854 h 3952875"/>
              <a:gd name="connsiteX47" fmla="*/ 2409983 w 3952875"/>
              <a:gd name="connsiteY47" fmla="*/ 1658857 h 3952875"/>
              <a:gd name="connsiteX48" fmla="*/ 2302350 w 3952875"/>
              <a:gd name="connsiteY48" fmla="*/ 2913299 h 3952875"/>
              <a:gd name="connsiteX49" fmla="*/ 1047908 w 3952875"/>
              <a:gd name="connsiteY49" fmla="*/ 2805667 h 3952875"/>
              <a:gd name="connsiteX50" fmla="*/ 1155540 w 3952875"/>
              <a:gd name="connsiteY50" fmla="*/ 1551224 h 3952875"/>
              <a:gd name="connsiteX51" fmla="*/ 2302350 w 3952875"/>
              <a:gd name="connsiteY51" fmla="*/ 1551224 h 3952875"/>
              <a:gd name="connsiteX52" fmla="*/ 1941353 w 3952875"/>
              <a:gd name="connsiteY52" fmla="*/ 1913174 h 3952875"/>
              <a:gd name="connsiteX53" fmla="*/ 2868135 w 3952875"/>
              <a:gd name="connsiteY53" fmla="*/ 1094024 h 3952875"/>
              <a:gd name="connsiteX54" fmla="*/ 2857658 w 3952875"/>
              <a:gd name="connsiteY54" fmla="*/ 769222 h 3952875"/>
              <a:gd name="connsiteX55" fmla="*/ 3368198 w 3952875"/>
              <a:gd name="connsiteY55" fmla="*/ 258682 h 3952875"/>
              <a:gd name="connsiteX56" fmla="*/ 3376770 w 3952875"/>
              <a:gd name="connsiteY56" fmla="*/ 512047 h 3952875"/>
              <a:gd name="connsiteX57" fmla="*/ 3452970 w 3952875"/>
              <a:gd name="connsiteY57" fmla="*/ 588247 h 3952875"/>
              <a:gd name="connsiteX58" fmla="*/ 3706335 w 3952875"/>
              <a:gd name="connsiteY58" fmla="*/ 596819 h 3952875"/>
              <a:gd name="connsiteX59" fmla="*/ 3192938 w 3952875"/>
              <a:gd name="connsiteY59" fmla="*/ 1104502 h 3952875"/>
              <a:gd name="connsiteX60" fmla="*/ 2868135 w 3952875"/>
              <a:gd name="connsiteY60" fmla="*/ 1094024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3952875" h="3952875">
                <a:moveTo>
                  <a:pt x="3271995" y="1234994"/>
                </a:moveTo>
                <a:lnTo>
                  <a:pt x="3930173" y="576817"/>
                </a:lnTo>
                <a:cubicBezTo>
                  <a:pt x="3959700" y="547289"/>
                  <a:pt x="3960653" y="498712"/>
                  <a:pt x="3931125" y="469184"/>
                </a:cubicBezTo>
                <a:cubicBezTo>
                  <a:pt x="3917790" y="454897"/>
                  <a:pt x="3898740" y="447277"/>
                  <a:pt x="3879690" y="446324"/>
                </a:cubicBezTo>
                <a:lnTo>
                  <a:pt x="3881595" y="451087"/>
                </a:lnTo>
                <a:lnTo>
                  <a:pt x="3523455" y="438704"/>
                </a:lnTo>
                <a:lnTo>
                  <a:pt x="3511073" y="80564"/>
                </a:lnTo>
                <a:cubicBezTo>
                  <a:pt x="3510120" y="38654"/>
                  <a:pt x="3474878" y="5317"/>
                  <a:pt x="3432015" y="7222"/>
                </a:cubicBezTo>
                <a:cubicBezTo>
                  <a:pt x="3412965" y="8174"/>
                  <a:pt x="3393915" y="15794"/>
                  <a:pt x="3380580" y="30082"/>
                </a:cubicBezTo>
                <a:lnTo>
                  <a:pt x="2723355" y="684449"/>
                </a:lnTo>
                <a:cubicBezTo>
                  <a:pt x="2708115" y="699689"/>
                  <a:pt x="2700495" y="719692"/>
                  <a:pt x="2701448" y="740647"/>
                </a:cubicBezTo>
                <a:lnTo>
                  <a:pt x="2701448" y="816847"/>
                </a:lnTo>
                <a:cubicBezTo>
                  <a:pt x="1919445" y="278684"/>
                  <a:pt x="848835" y="475852"/>
                  <a:pt x="310673" y="1256902"/>
                </a:cubicBezTo>
                <a:cubicBezTo>
                  <a:pt x="-227490" y="2037952"/>
                  <a:pt x="-31275" y="3109514"/>
                  <a:pt x="750728" y="3648629"/>
                </a:cubicBezTo>
                <a:cubicBezTo>
                  <a:pt x="1532730" y="4186792"/>
                  <a:pt x="2603340" y="3989624"/>
                  <a:pt x="3141503" y="3208574"/>
                </a:cubicBezTo>
                <a:cubicBezTo>
                  <a:pt x="3546315" y="2620882"/>
                  <a:pt x="3546315" y="1845547"/>
                  <a:pt x="3141503" y="1257854"/>
                </a:cubicBezTo>
                <a:lnTo>
                  <a:pt x="3217703" y="1257854"/>
                </a:lnTo>
                <a:cubicBezTo>
                  <a:pt x="3238658" y="1257854"/>
                  <a:pt x="3257708" y="1249282"/>
                  <a:pt x="3271995" y="1234994"/>
                </a:cubicBezTo>
                <a:close/>
                <a:moveTo>
                  <a:pt x="3294855" y="2233214"/>
                </a:moveTo>
                <a:cubicBezTo>
                  <a:pt x="3295808" y="3099037"/>
                  <a:pt x="2594768" y="3801982"/>
                  <a:pt x="1728945" y="3803887"/>
                </a:cubicBezTo>
                <a:cubicBezTo>
                  <a:pt x="863123" y="3805792"/>
                  <a:pt x="159225" y="3103799"/>
                  <a:pt x="158273" y="2237977"/>
                </a:cubicBezTo>
                <a:cubicBezTo>
                  <a:pt x="157320" y="1371202"/>
                  <a:pt x="858360" y="668257"/>
                  <a:pt x="1724183" y="667304"/>
                </a:cubicBezTo>
                <a:cubicBezTo>
                  <a:pt x="2082323" y="666352"/>
                  <a:pt x="2430938" y="789224"/>
                  <a:pt x="2710020" y="1014014"/>
                </a:cubicBezTo>
                <a:lnTo>
                  <a:pt x="2713830" y="1141649"/>
                </a:lnTo>
                <a:lnTo>
                  <a:pt x="2409030" y="1446449"/>
                </a:lnTo>
                <a:cubicBezTo>
                  <a:pt x="1975643" y="1066402"/>
                  <a:pt x="1315560" y="1110217"/>
                  <a:pt x="935513" y="1543604"/>
                </a:cubicBezTo>
                <a:cubicBezTo>
                  <a:pt x="555465" y="1976992"/>
                  <a:pt x="599280" y="2636122"/>
                  <a:pt x="1033620" y="3016169"/>
                </a:cubicBezTo>
                <a:cubicBezTo>
                  <a:pt x="1467960" y="3396217"/>
                  <a:pt x="2127090" y="3352402"/>
                  <a:pt x="2507138" y="2919014"/>
                </a:cubicBezTo>
                <a:cubicBezTo>
                  <a:pt x="2848133" y="2529442"/>
                  <a:pt x="2852895" y="1948417"/>
                  <a:pt x="2516663" y="1554082"/>
                </a:cubicBezTo>
                <a:lnTo>
                  <a:pt x="2821463" y="1249282"/>
                </a:lnTo>
                <a:lnTo>
                  <a:pt x="2947193" y="1254044"/>
                </a:lnTo>
                <a:cubicBezTo>
                  <a:pt x="3171030" y="1531222"/>
                  <a:pt x="3293903" y="1876979"/>
                  <a:pt x="3294855" y="2233214"/>
                </a:cubicBezTo>
                <a:close/>
                <a:moveTo>
                  <a:pt x="1677510" y="2284649"/>
                </a:moveTo>
                <a:cubicBezTo>
                  <a:pt x="1707038" y="2314177"/>
                  <a:pt x="1755615" y="2314177"/>
                  <a:pt x="1785143" y="2284649"/>
                </a:cubicBezTo>
                <a:lnTo>
                  <a:pt x="1937543" y="2132249"/>
                </a:lnTo>
                <a:cubicBezTo>
                  <a:pt x="1952783" y="2162729"/>
                  <a:pt x="1960403" y="2196067"/>
                  <a:pt x="1960403" y="2230357"/>
                </a:cubicBezTo>
                <a:cubicBezTo>
                  <a:pt x="1960403" y="2357039"/>
                  <a:pt x="1858485" y="2458957"/>
                  <a:pt x="1731803" y="2458957"/>
                </a:cubicBezTo>
                <a:cubicBezTo>
                  <a:pt x="1605120" y="2458957"/>
                  <a:pt x="1503203" y="2357039"/>
                  <a:pt x="1503203" y="2230357"/>
                </a:cubicBezTo>
                <a:cubicBezTo>
                  <a:pt x="1503203" y="2103674"/>
                  <a:pt x="1605120" y="2001757"/>
                  <a:pt x="1731803" y="2001757"/>
                </a:cubicBezTo>
                <a:cubicBezTo>
                  <a:pt x="1766093" y="2001757"/>
                  <a:pt x="1799430" y="2009377"/>
                  <a:pt x="1829910" y="2024617"/>
                </a:cubicBezTo>
                <a:lnTo>
                  <a:pt x="1677510" y="2177017"/>
                </a:lnTo>
                <a:cubicBezTo>
                  <a:pt x="1647983" y="2206544"/>
                  <a:pt x="1647983" y="2255122"/>
                  <a:pt x="1677510" y="2284649"/>
                </a:cubicBezTo>
                <a:close/>
                <a:moveTo>
                  <a:pt x="1941353" y="1913174"/>
                </a:moveTo>
                <a:cubicBezTo>
                  <a:pt x="1766093" y="1796969"/>
                  <a:pt x="1529873" y="1845547"/>
                  <a:pt x="1413668" y="2020807"/>
                </a:cubicBezTo>
                <a:cubicBezTo>
                  <a:pt x="1297463" y="2196067"/>
                  <a:pt x="1346040" y="2432287"/>
                  <a:pt x="1521300" y="2548492"/>
                </a:cubicBezTo>
                <a:cubicBezTo>
                  <a:pt x="1696560" y="2664697"/>
                  <a:pt x="1932780" y="2616119"/>
                  <a:pt x="2048985" y="2440859"/>
                </a:cubicBezTo>
                <a:cubicBezTo>
                  <a:pt x="2133758" y="2313224"/>
                  <a:pt x="2133758" y="2147489"/>
                  <a:pt x="2048985" y="2019854"/>
                </a:cubicBezTo>
                <a:lnTo>
                  <a:pt x="2409983" y="1658857"/>
                </a:lnTo>
                <a:cubicBezTo>
                  <a:pt x="2726213" y="2035094"/>
                  <a:pt x="2678588" y="2596117"/>
                  <a:pt x="2302350" y="2913299"/>
                </a:cubicBezTo>
                <a:cubicBezTo>
                  <a:pt x="1926113" y="3230482"/>
                  <a:pt x="1365090" y="3181904"/>
                  <a:pt x="1047908" y="2805667"/>
                </a:cubicBezTo>
                <a:cubicBezTo>
                  <a:pt x="730725" y="2429429"/>
                  <a:pt x="779303" y="1868407"/>
                  <a:pt x="1155540" y="1551224"/>
                </a:cubicBezTo>
                <a:cubicBezTo>
                  <a:pt x="1487010" y="1272142"/>
                  <a:pt x="1970880" y="1272142"/>
                  <a:pt x="2302350" y="1551224"/>
                </a:cubicBezTo>
                <a:lnTo>
                  <a:pt x="1941353" y="1913174"/>
                </a:lnTo>
                <a:close/>
                <a:moveTo>
                  <a:pt x="2868135" y="1094024"/>
                </a:moveTo>
                <a:lnTo>
                  <a:pt x="2857658" y="769222"/>
                </a:lnTo>
                <a:lnTo>
                  <a:pt x="3368198" y="258682"/>
                </a:lnTo>
                <a:lnTo>
                  <a:pt x="3376770" y="512047"/>
                </a:lnTo>
                <a:cubicBezTo>
                  <a:pt x="3376770" y="553957"/>
                  <a:pt x="3411060" y="588247"/>
                  <a:pt x="3452970" y="588247"/>
                </a:cubicBezTo>
                <a:lnTo>
                  <a:pt x="3706335" y="596819"/>
                </a:lnTo>
                <a:lnTo>
                  <a:pt x="3192938" y="1104502"/>
                </a:lnTo>
                <a:lnTo>
                  <a:pt x="2868135" y="109402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61" name="Graphic 30">
            <a:extLst>
              <a:ext uri="{FF2B5EF4-FFF2-40B4-BE49-F238E27FC236}">
                <a16:creationId xmlns:a16="http://schemas.microsoft.com/office/drawing/2014/main" id="{83A74851-1764-4E1B-BBFC-E5EDB8418856}"/>
              </a:ext>
            </a:extLst>
          </p:cNvPr>
          <p:cNvGrpSpPr>
            <a:grpSpLocks noChangeAspect="1"/>
          </p:cNvGrpSpPr>
          <p:nvPr/>
        </p:nvGrpSpPr>
        <p:grpSpPr>
          <a:xfrm>
            <a:off x="6324949" y="1404364"/>
            <a:ext cx="629021" cy="502920"/>
            <a:chOff x="4533900" y="2271713"/>
            <a:chExt cx="4038600" cy="32289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1C225A9-95F9-4CA4-BED9-ACCB9A5CCE83}"/>
                </a:ext>
              </a:extLst>
            </p:cNvPr>
            <p:cNvSpPr/>
            <p:nvPr/>
          </p:nvSpPr>
          <p:spPr>
            <a:xfrm>
              <a:off x="5822156" y="3064669"/>
              <a:ext cx="1457325" cy="685800"/>
            </a:xfrm>
            <a:custGeom>
              <a:avLst/>
              <a:gdLst>
                <a:gd name="connsiteX0" fmla="*/ 731044 w 1457325"/>
                <a:gd name="connsiteY0" fmla="*/ 7144 h 685800"/>
                <a:gd name="connsiteX1" fmla="*/ 7144 w 1457325"/>
                <a:gd name="connsiteY1" fmla="*/ 606266 h 685800"/>
                <a:gd name="connsiteX2" fmla="*/ 83344 w 1457325"/>
                <a:gd name="connsiteY2" fmla="*/ 682466 h 685800"/>
                <a:gd name="connsiteX3" fmla="*/ 1378744 w 1457325"/>
                <a:gd name="connsiteY3" fmla="*/ 682466 h 685800"/>
                <a:gd name="connsiteX4" fmla="*/ 1454944 w 1457325"/>
                <a:gd name="connsiteY4" fmla="*/ 606266 h 685800"/>
                <a:gd name="connsiteX5" fmla="*/ 731044 w 1457325"/>
                <a:gd name="connsiteY5" fmla="*/ 7144 h 685800"/>
                <a:gd name="connsiteX6" fmla="*/ 165259 w 1457325"/>
                <a:gd name="connsiteY6" fmla="*/ 530066 h 685800"/>
                <a:gd name="connsiteX7" fmla="*/ 731044 w 1457325"/>
                <a:gd name="connsiteY7" fmla="*/ 159544 h 685800"/>
                <a:gd name="connsiteX8" fmla="*/ 1296829 w 1457325"/>
                <a:gd name="connsiteY8" fmla="*/ 530066 h 685800"/>
                <a:gd name="connsiteX9" fmla="*/ 165259 w 1457325"/>
                <a:gd name="connsiteY9" fmla="*/ 530066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57325" h="685800">
                  <a:moveTo>
                    <a:pt x="731044" y="7144"/>
                  </a:moveTo>
                  <a:cubicBezTo>
                    <a:pt x="284321" y="7144"/>
                    <a:pt x="7144" y="235744"/>
                    <a:pt x="7144" y="606266"/>
                  </a:cubicBezTo>
                  <a:cubicBezTo>
                    <a:pt x="7144" y="648176"/>
                    <a:pt x="41434" y="682466"/>
                    <a:pt x="83344" y="682466"/>
                  </a:cubicBezTo>
                  <a:lnTo>
                    <a:pt x="1378744" y="682466"/>
                  </a:lnTo>
                  <a:cubicBezTo>
                    <a:pt x="1420654" y="682466"/>
                    <a:pt x="1454944" y="648176"/>
                    <a:pt x="1454944" y="606266"/>
                  </a:cubicBezTo>
                  <a:cubicBezTo>
                    <a:pt x="1454944" y="236696"/>
                    <a:pt x="1177766" y="7144"/>
                    <a:pt x="731044" y="7144"/>
                  </a:cubicBezTo>
                  <a:close/>
                  <a:moveTo>
                    <a:pt x="165259" y="530066"/>
                  </a:moveTo>
                  <a:cubicBezTo>
                    <a:pt x="214789" y="188119"/>
                    <a:pt x="606266" y="159544"/>
                    <a:pt x="731044" y="159544"/>
                  </a:cubicBezTo>
                  <a:cubicBezTo>
                    <a:pt x="855821" y="159544"/>
                    <a:pt x="1247299" y="188119"/>
                    <a:pt x="1296829" y="530066"/>
                  </a:cubicBezTo>
                  <a:lnTo>
                    <a:pt x="165259" y="5300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B36780D-2907-4C14-A4A5-318DBFD43FEC}"/>
                </a:ext>
              </a:extLst>
            </p:cNvPr>
            <p:cNvSpPr/>
            <p:nvPr/>
          </p:nvSpPr>
          <p:spPr>
            <a:xfrm>
              <a:off x="6184106" y="2264569"/>
              <a:ext cx="733425" cy="733425"/>
            </a:xfrm>
            <a:custGeom>
              <a:avLst/>
              <a:gdLst>
                <a:gd name="connsiteX0" fmla="*/ 369094 w 733425"/>
                <a:gd name="connsiteY0" fmla="*/ 7144 h 733425"/>
                <a:gd name="connsiteX1" fmla="*/ 7144 w 733425"/>
                <a:gd name="connsiteY1" fmla="*/ 369094 h 733425"/>
                <a:gd name="connsiteX2" fmla="*/ 369094 w 733425"/>
                <a:gd name="connsiteY2" fmla="*/ 731044 h 733425"/>
                <a:gd name="connsiteX3" fmla="*/ 731044 w 733425"/>
                <a:gd name="connsiteY3" fmla="*/ 369094 h 733425"/>
                <a:gd name="connsiteX4" fmla="*/ 369094 w 733425"/>
                <a:gd name="connsiteY4" fmla="*/ 7144 h 733425"/>
                <a:gd name="connsiteX5" fmla="*/ 369094 w 733425"/>
                <a:gd name="connsiteY5" fmla="*/ 578644 h 733425"/>
                <a:gd name="connsiteX6" fmla="*/ 159544 w 733425"/>
                <a:gd name="connsiteY6" fmla="*/ 369094 h 733425"/>
                <a:gd name="connsiteX7" fmla="*/ 369094 w 733425"/>
                <a:gd name="connsiteY7" fmla="*/ 159544 h 733425"/>
                <a:gd name="connsiteX8" fmla="*/ 578644 w 733425"/>
                <a:gd name="connsiteY8" fmla="*/ 369094 h 733425"/>
                <a:gd name="connsiteX9" fmla="*/ 369094 w 733425"/>
                <a:gd name="connsiteY9" fmla="*/ 578644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3425" h="733425">
                  <a:moveTo>
                    <a:pt x="369094" y="7144"/>
                  </a:moveTo>
                  <a:cubicBezTo>
                    <a:pt x="169069" y="7144"/>
                    <a:pt x="7144" y="169069"/>
                    <a:pt x="7144" y="369094"/>
                  </a:cubicBezTo>
                  <a:cubicBezTo>
                    <a:pt x="7144" y="569119"/>
                    <a:pt x="169069" y="731044"/>
                    <a:pt x="369094" y="731044"/>
                  </a:cubicBezTo>
                  <a:cubicBezTo>
                    <a:pt x="569119" y="731044"/>
                    <a:pt x="731044" y="569119"/>
                    <a:pt x="731044" y="369094"/>
                  </a:cubicBezTo>
                  <a:cubicBezTo>
                    <a:pt x="731044" y="169069"/>
                    <a:pt x="569119" y="7144"/>
                    <a:pt x="369094" y="7144"/>
                  </a:cubicBezTo>
                  <a:close/>
                  <a:moveTo>
                    <a:pt x="369094" y="578644"/>
                  </a:moveTo>
                  <a:cubicBezTo>
                    <a:pt x="253841" y="578644"/>
                    <a:pt x="159544" y="485299"/>
                    <a:pt x="159544" y="369094"/>
                  </a:cubicBezTo>
                  <a:cubicBezTo>
                    <a:pt x="159544" y="252889"/>
                    <a:pt x="253841" y="159544"/>
                    <a:pt x="369094" y="159544"/>
                  </a:cubicBezTo>
                  <a:cubicBezTo>
                    <a:pt x="484346" y="159544"/>
                    <a:pt x="578644" y="252889"/>
                    <a:pt x="578644" y="369094"/>
                  </a:cubicBezTo>
                  <a:cubicBezTo>
                    <a:pt x="578644" y="485299"/>
                    <a:pt x="484346" y="578644"/>
                    <a:pt x="369094" y="5786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C90ACB82-3BA4-4486-96CA-89DA4F0E1A74}"/>
                </a:ext>
              </a:extLst>
            </p:cNvPr>
            <p:cNvSpPr/>
            <p:nvPr/>
          </p:nvSpPr>
          <p:spPr>
            <a:xfrm>
              <a:off x="4526756" y="4817269"/>
              <a:ext cx="1457325" cy="685800"/>
            </a:xfrm>
            <a:custGeom>
              <a:avLst/>
              <a:gdLst>
                <a:gd name="connsiteX0" fmla="*/ 731044 w 1457325"/>
                <a:gd name="connsiteY0" fmla="*/ 7144 h 685800"/>
                <a:gd name="connsiteX1" fmla="*/ 7144 w 1457325"/>
                <a:gd name="connsiteY1" fmla="*/ 606266 h 685800"/>
                <a:gd name="connsiteX2" fmla="*/ 83344 w 1457325"/>
                <a:gd name="connsiteY2" fmla="*/ 682466 h 685800"/>
                <a:gd name="connsiteX3" fmla="*/ 1378744 w 1457325"/>
                <a:gd name="connsiteY3" fmla="*/ 682466 h 685800"/>
                <a:gd name="connsiteX4" fmla="*/ 1454944 w 1457325"/>
                <a:gd name="connsiteY4" fmla="*/ 606266 h 685800"/>
                <a:gd name="connsiteX5" fmla="*/ 731044 w 1457325"/>
                <a:gd name="connsiteY5" fmla="*/ 7144 h 685800"/>
                <a:gd name="connsiteX6" fmla="*/ 165259 w 1457325"/>
                <a:gd name="connsiteY6" fmla="*/ 530066 h 685800"/>
                <a:gd name="connsiteX7" fmla="*/ 731044 w 1457325"/>
                <a:gd name="connsiteY7" fmla="*/ 159544 h 685800"/>
                <a:gd name="connsiteX8" fmla="*/ 1296829 w 1457325"/>
                <a:gd name="connsiteY8" fmla="*/ 530066 h 685800"/>
                <a:gd name="connsiteX9" fmla="*/ 165259 w 1457325"/>
                <a:gd name="connsiteY9" fmla="*/ 530066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57325" h="685800">
                  <a:moveTo>
                    <a:pt x="731044" y="7144"/>
                  </a:moveTo>
                  <a:cubicBezTo>
                    <a:pt x="284321" y="7144"/>
                    <a:pt x="7144" y="235744"/>
                    <a:pt x="7144" y="606266"/>
                  </a:cubicBezTo>
                  <a:cubicBezTo>
                    <a:pt x="7144" y="648176"/>
                    <a:pt x="41434" y="682466"/>
                    <a:pt x="83344" y="682466"/>
                  </a:cubicBezTo>
                  <a:lnTo>
                    <a:pt x="1378744" y="682466"/>
                  </a:lnTo>
                  <a:cubicBezTo>
                    <a:pt x="1420654" y="682466"/>
                    <a:pt x="1454944" y="648176"/>
                    <a:pt x="1454944" y="606266"/>
                  </a:cubicBezTo>
                  <a:cubicBezTo>
                    <a:pt x="1454944" y="236696"/>
                    <a:pt x="1177766" y="7144"/>
                    <a:pt x="731044" y="7144"/>
                  </a:cubicBezTo>
                  <a:close/>
                  <a:moveTo>
                    <a:pt x="165259" y="530066"/>
                  </a:moveTo>
                  <a:cubicBezTo>
                    <a:pt x="214789" y="188119"/>
                    <a:pt x="605314" y="159544"/>
                    <a:pt x="731044" y="159544"/>
                  </a:cubicBezTo>
                  <a:cubicBezTo>
                    <a:pt x="856774" y="159544"/>
                    <a:pt x="1247299" y="188119"/>
                    <a:pt x="1296829" y="530066"/>
                  </a:cubicBezTo>
                  <a:lnTo>
                    <a:pt x="165259" y="5300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F3198D18-9A62-42B7-A2FA-7B0E0DD57CC7}"/>
                </a:ext>
              </a:extLst>
            </p:cNvPr>
            <p:cNvSpPr/>
            <p:nvPr/>
          </p:nvSpPr>
          <p:spPr>
            <a:xfrm>
              <a:off x="4888706" y="4017169"/>
              <a:ext cx="733425" cy="733425"/>
            </a:xfrm>
            <a:custGeom>
              <a:avLst/>
              <a:gdLst>
                <a:gd name="connsiteX0" fmla="*/ 369094 w 733425"/>
                <a:gd name="connsiteY0" fmla="*/ 7144 h 733425"/>
                <a:gd name="connsiteX1" fmla="*/ 7144 w 733425"/>
                <a:gd name="connsiteY1" fmla="*/ 369094 h 733425"/>
                <a:gd name="connsiteX2" fmla="*/ 369094 w 733425"/>
                <a:gd name="connsiteY2" fmla="*/ 731044 h 733425"/>
                <a:gd name="connsiteX3" fmla="*/ 731044 w 733425"/>
                <a:gd name="connsiteY3" fmla="*/ 369094 h 733425"/>
                <a:gd name="connsiteX4" fmla="*/ 369094 w 733425"/>
                <a:gd name="connsiteY4" fmla="*/ 7144 h 733425"/>
                <a:gd name="connsiteX5" fmla="*/ 369094 w 733425"/>
                <a:gd name="connsiteY5" fmla="*/ 578644 h 733425"/>
                <a:gd name="connsiteX6" fmla="*/ 159544 w 733425"/>
                <a:gd name="connsiteY6" fmla="*/ 369094 h 733425"/>
                <a:gd name="connsiteX7" fmla="*/ 369094 w 733425"/>
                <a:gd name="connsiteY7" fmla="*/ 159544 h 733425"/>
                <a:gd name="connsiteX8" fmla="*/ 578644 w 733425"/>
                <a:gd name="connsiteY8" fmla="*/ 369094 h 733425"/>
                <a:gd name="connsiteX9" fmla="*/ 369094 w 733425"/>
                <a:gd name="connsiteY9" fmla="*/ 578644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3425" h="733425">
                  <a:moveTo>
                    <a:pt x="369094" y="7144"/>
                  </a:moveTo>
                  <a:cubicBezTo>
                    <a:pt x="169069" y="7144"/>
                    <a:pt x="7144" y="169069"/>
                    <a:pt x="7144" y="369094"/>
                  </a:cubicBezTo>
                  <a:cubicBezTo>
                    <a:pt x="7144" y="569119"/>
                    <a:pt x="169069" y="731044"/>
                    <a:pt x="369094" y="731044"/>
                  </a:cubicBezTo>
                  <a:cubicBezTo>
                    <a:pt x="569119" y="731044"/>
                    <a:pt x="731044" y="569119"/>
                    <a:pt x="731044" y="369094"/>
                  </a:cubicBezTo>
                  <a:cubicBezTo>
                    <a:pt x="731044" y="169069"/>
                    <a:pt x="569119" y="7144"/>
                    <a:pt x="369094" y="7144"/>
                  </a:cubicBezTo>
                  <a:close/>
                  <a:moveTo>
                    <a:pt x="369094" y="578644"/>
                  </a:moveTo>
                  <a:cubicBezTo>
                    <a:pt x="252889" y="578644"/>
                    <a:pt x="159544" y="484346"/>
                    <a:pt x="159544" y="369094"/>
                  </a:cubicBezTo>
                  <a:cubicBezTo>
                    <a:pt x="159544" y="253841"/>
                    <a:pt x="252889" y="159544"/>
                    <a:pt x="369094" y="159544"/>
                  </a:cubicBezTo>
                  <a:cubicBezTo>
                    <a:pt x="485299" y="159544"/>
                    <a:pt x="578644" y="253841"/>
                    <a:pt x="578644" y="369094"/>
                  </a:cubicBezTo>
                  <a:cubicBezTo>
                    <a:pt x="578644" y="484346"/>
                    <a:pt x="485299" y="578644"/>
                    <a:pt x="369094" y="5786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E3920FE-7DB7-49B0-8021-203081F99B76}"/>
                </a:ext>
              </a:extLst>
            </p:cNvPr>
            <p:cNvSpPr/>
            <p:nvPr/>
          </p:nvSpPr>
          <p:spPr>
            <a:xfrm>
              <a:off x="7117556" y="4817269"/>
              <a:ext cx="1457325" cy="685800"/>
            </a:xfrm>
            <a:custGeom>
              <a:avLst/>
              <a:gdLst>
                <a:gd name="connsiteX0" fmla="*/ 731044 w 1457325"/>
                <a:gd name="connsiteY0" fmla="*/ 7144 h 685800"/>
                <a:gd name="connsiteX1" fmla="*/ 7144 w 1457325"/>
                <a:gd name="connsiteY1" fmla="*/ 606266 h 685800"/>
                <a:gd name="connsiteX2" fmla="*/ 83344 w 1457325"/>
                <a:gd name="connsiteY2" fmla="*/ 682466 h 685800"/>
                <a:gd name="connsiteX3" fmla="*/ 1378744 w 1457325"/>
                <a:gd name="connsiteY3" fmla="*/ 682466 h 685800"/>
                <a:gd name="connsiteX4" fmla="*/ 1454944 w 1457325"/>
                <a:gd name="connsiteY4" fmla="*/ 606266 h 685800"/>
                <a:gd name="connsiteX5" fmla="*/ 731044 w 1457325"/>
                <a:gd name="connsiteY5" fmla="*/ 7144 h 685800"/>
                <a:gd name="connsiteX6" fmla="*/ 165259 w 1457325"/>
                <a:gd name="connsiteY6" fmla="*/ 530066 h 685800"/>
                <a:gd name="connsiteX7" fmla="*/ 731044 w 1457325"/>
                <a:gd name="connsiteY7" fmla="*/ 159544 h 685800"/>
                <a:gd name="connsiteX8" fmla="*/ 1296829 w 1457325"/>
                <a:gd name="connsiteY8" fmla="*/ 530066 h 685800"/>
                <a:gd name="connsiteX9" fmla="*/ 165259 w 1457325"/>
                <a:gd name="connsiteY9" fmla="*/ 530066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57325" h="685800">
                  <a:moveTo>
                    <a:pt x="731044" y="7144"/>
                  </a:moveTo>
                  <a:cubicBezTo>
                    <a:pt x="284321" y="7144"/>
                    <a:pt x="7144" y="235744"/>
                    <a:pt x="7144" y="606266"/>
                  </a:cubicBezTo>
                  <a:cubicBezTo>
                    <a:pt x="7144" y="648176"/>
                    <a:pt x="41434" y="682466"/>
                    <a:pt x="83344" y="682466"/>
                  </a:cubicBezTo>
                  <a:lnTo>
                    <a:pt x="1378744" y="682466"/>
                  </a:lnTo>
                  <a:cubicBezTo>
                    <a:pt x="1420654" y="682466"/>
                    <a:pt x="1454944" y="648176"/>
                    <a:pt x="1454944" y="606266"/>
                  </a:cubicBezTo>
                  <a:cubicBezTo>
                    <a:pt x="1454944" y="236696"/>
                    <a:pt x="1177766" y="7144"/>
                    <a:pt x="731044" y="7144"/>
                  </a:cubicBezTo>
                  <a:close/>
                  <a:moveTo>
                    <a:pt x="165259" y="530066"/>
                  </a:moveTo>
                  <a:cubicBezTo>
                    <a:pt x="214789" y="188119"/>
                    <a:pt x="605314" y="159544"/>
                    <a:pt x="731044" y="159544"/>
                  </a:cubicBezTo>
                  <a:cubicBezTo>
                    <a:pt x="856774" y="159544"/>
                    <a:pt x="1247299" y="188119"/>
                    <a:pt x="1296829" y="530066"/>
                  </a:cubicBezTo>
                  <a:lnTo>
                    <a:pt x="165259" y="5300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B9EBF440-9FD4-4F0C-9639-DD4ECA2E6601}"/>
                </a:ext>
              </a:extLst>
            </p:cNvPr>
            <p:cNvSpPr/>
            <p:nvPr/>
          </p:nvSpPr>
          <p:spPr>
            <a:xfrm>
              <a:off x="7479506" y="4017169"/>
              <a:ext cx="733425" cy="733425"/>
            </a:xfrm>
            <a:custGeom>
              <a:avLst/>
              <a:gdLst>
                <a:gd name="connsiteX0" fmla="*/ 369094 w 733425"/>
                <a:gd name="connsiteY0" fmla="*/ 7144 h 733425"/>
                <a:gd name="connsiteX1" fmla="*/ 7144 w 733425"/>
                <a:gd name="connsiteY1" fmla="*/ 369094 h 733425"/>
                <a:gd name="connsiteX2" fmla="*/ 369094 w 733425"/>
                <a:gd name="connsiteY2" fmla="*/ 731044 h 733425"/>
                <a:gd name="connsiteX3" fmla="*/ 731044 w 733425"/>
                <a:gd name="connsiteY3" fmla="*/ 369094 h 733425"/>
                <a:gd name="connsiteX4" fmla="*/ 369094 w 733425"/>
                <a:gd name="connsiteY4" fmla="*/ 7144 h 733425"/>
                <a:gd name="connsiteX5" fmla="*/ 369094 w 733425"/>
                <a:gd name="connsiteY5" fmla="*/ 578644 h 733425"/>
                <a:gd name="connsiteX6" fmla="*/ 159544 w 733425"/>
                <a:gd name="connsiteY6" fmla="*/ 369094 h 733425"/>
                <a:gd name="connsiteX7" fmla="*/ 369094 w 733425"/>
                <a:gd name="connsiteY7" fmla="*/ 159544 h 733425"/>
                <a:gd name="connsiteX8" fmla="*/ 578644 w 733425"/>
                <a:gd name="connsiteY8" fmla="*/ 369094 h 733425"/>
                <a:gd name="connsiteX9" fmla="*/ 369094 w 733425"/>
                <a:gd name="connsiteY9" fmla="*/ 578644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3425" h="733425">
                  <a:moveTo>
                    <a:pt x="369094" y="7144"/>
                  </a:moveTo>
                  <a:cubicBezTo>
                    <a:pt x="169069" y="7144"/>
                    <a:pt x="7144" y="169069"/>
                    <a:pt x="7144" y="369094"/>
                  </a:cubicBezTo>
                  <a:cubicBezTo>
                    <a:pt x="7144" y="569119"/>
                    <a:pt x="169069" y="731044"/>
                    <a:pt x="369094" y="731044"/>
                  </a:cubicBezTo>
                  <a:cubicBezTo>
                    <a:pt x="569119" y="731044"/>
                    <a:pt x="731044" y="569119"/>
                    <a:pt x="731044" y="369094"/>
                  </a:cubicBezTo>
                  <a:cubicBezTo>
                    <a:pt x="731044" y="169069"/>
                    <a:pt x="569119" y="7144"/>
                    <a:pt x="369094" y="7144"/>
                  </a:cubicBezTo>
                  <a:close/>
                  <a:moveTo>
                    <a:pt x="369094" y="578644"/>
                  </a:moveTo>
                  <a:cubicBezTo>
                    <a:pt x="253841" y="578644"/>
                    <a:pt x="159544" y="484346"/>
                    <a:pt x="159544" y="369094"/>
                  </a:cubicBezTo>
                  <a:cubicBezTo>
                    <a:pt x="159544" y="253841"/>
                    <a:pt x="253841" y="159544"/>
                    <a:pt x="369094" y="159544"/>
                  </a:cubicBezTo>
                  <a:cubicBezTo>
                    <a:pt x="484346" y="159544"/>
                    <a:pt x="578644" y="253841"/>
                    <a:pt x="578644" y="369094"/>
                  </a:cubicBezTo>
                  <a:cubicBezTo>
                    <a:pt x="578644" y="484346"/>
                    <a:pt x="484346" y="578644"/>
                    <a:pt x="369094" y="5786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46E11657-10AA-436F-A5BD-1083A22A3F4B}"/>
                </a:ext>
              </a:extLst>
            </p:cNvPr>
            <p:cNvSpPr/>
            <p:nvPr/>
          </p:nvSpPr>
          <p:spPr>
            <a:xfrm>
              <a:off x="6128741" y="3840004"/>
              <a:ext cx="838200" cy="981075"/>
            </a:xfrm>
            <a:custGeom>
              <a:avLst/>
              <a:gdLst>
                <a:gd name="connsiteX0" fmla="*/ 818794 w 838200"/>
                <a:gd name="connsiteY0" fmla="*/ 852964 h 981075"/>
                <a:gd name="connsiteX1" fmla="*/ 500659 w 838200"/>
                <a:gd name="connsiteY1" fmla="*/ 532924 h 981075"/>
                <a:gd name="connsiteX2" fmla="*/ 500659 w 838200"/>
                <a:gd name="connsiteY2" fmla="*/ 83344 h 981075"/>
                <a:gd name="connsiteX3" fmla="*/ 424459 w 838200"/>
                <a:gd name="connsiteY3" fmla="*/ 7144 h 981075"/>
                <a:gd name="connsiteX4" fmla="*/ 348259 w 838200"/>
                <a:gd name="connsiteY4" fmla="*/ 83344 h 981075"/>
                <a:gd name="connsiteX5" fmla="*/ 348259 w 838200"/>
                <a:gd name="connsiteY5" fmla="*/ 532924 h 981075"/>
                <a:gd name="connsiteX6" fmla="*/ 30124 w 838200"/>
                <a:gd name="connsiteY6" fmla="*/ 851059 h 981075"/>
                <a:gd name="connsiteX7" fmla="*/ 29172 w 838200"/>
                <a:gd name="connsiteY7" fmla="*/ 959644 h 981075"/>
                <a:gd name="connsiteX8" fmla="*/ 137757 w 838200"/>
                <a:gd name="connsiteY8" fmla="*/ 960596 h 981075"/>
                <a:gd name="connsiteX9" fmla="*/ 424459 w 838200"/>
                <a:gd name="connsiteY9" fmla="*/ 672941 h 981075"/>
                <a:gd name="connsiteX10" fmla="*/ 711162 w 838200"/>
                <a:gd name="connsiteY10" fmla="*/ 960596 h 981075"/>
                <a:gd name="connsiteX11" fmla="*/ 818794 w 838200"/>
                <a:gd name="connsiteY11" fmla="*/ 952024 h 981075"/>
                <a:gd name="connsiteX12" fmla="*/ 818794 w 838200"/>
                <a:gd name="connsiteY12" fmla="*/ 852964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38200" h="981075">
                  <a:moveTo>
                    <a:pt x="818794" y="852964"/>
                  </a:moveTo>
                  <a:lnTo>
                    <a:pt x="500659" y="532924"/>
                  </a:lnTo>
                  <a:lnTo>
                    <a:pt x="500659" y="83344"/>
                  </a:lnTo>
                  <a:cubicBezTo>
                    <a:pt x="500659" y="41434"/>
                    <a:pt x="466369" y="7144"/>
                    <a:pt x="424459" y="7144"/>
                  </a:cubicBezTo>
                  <a:cubicBezTo>
                    <a:pt x="382549" y="7144"/>
                    <a:pt x="348259" y="41434"/>
                    <a:pt x="348259" y="83344"/>
                  </a:cubicBezTo>
                  <a:lnTo>
                    <a:pt x="348259" y="532924"/>
                  </a:lnTo>
                  <a:lnTo>
                    <a:pt x="30124" y="851059"/>
                  </a:lnTo>
                  <a:cubicBezTo>
                    <a:pt x="-356" y="880586"/>
                    <a:pt x="-356" y="929164"/>
                    <a:pt x="29172" y="959644"/>
                  </a:cubicBezTo>
                  <a:cubicBezTo>
                    <a:pt x="58699" y="990124"/>
                    <a:pt x="107277" y="990124"/>
                    <a:pt x="137757" y="960596"/>
                  </a:cubicBezTo>
                  <a:lnTo>
                    <a:pt x="424459" y="672941"/>
                  </a:lnTo>
                  <a:lnTo>
                    <a:pt x="711162" y="960596"/>
                  </a:lnTo>
                  <a:cubicBezTo>
                    <a:pt x="743547" y="988219"/>
                    <a:pt x="791172" y="984409"/>
                    <a:pt x="818794" y="952024"/>
                  </a:cubicBezTo>
                  <a:cubicBezTo>
                    <a:pt x="842607" y="923449"/>
                    <a:pt x="842607" y="881539"/>
                    <a:pt x="818794" y="8529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79" name="Graphic 44">
            <a:extLst>
              <a:ext uri="{FF2B5EF4-FFF2-40B4-BE49-F238E27FC236}">
                <a16:creationId xmlns:a16="http://schemas.microsoft.com/office/drawing/2014/main" id="{FDAF7C67-D497-4D88-97F2-61A784589B70}"/>
              </a:ext>
            </a:extLst>
          </p:cNvPr>
          <p:cNvGrpSpPr>
            <a:grpSpLocks noChangeAspect="1"/>
          </p:cNvGrpSpPr>
          <p:nvPr/>
        </p:nvGrpSpPr>
        <p:grpSpPr>
          <a:xfrm>
            <a:off x="7503670" y="1404364"/>
            <a:ext cx="502920" cy="502920"/>
            <a:chOff x="4352925" y="1685925"/>
            <a:chExt cx="4400550" cy="44005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3A6BEA81-52E1-4FED-94CD-DDEE54BEF050}"/>
                </a:ext>
              </a:extLst>
            </p:cNvPr>
            <p:cNvSpPr/>
            <p:nvPr/>
          </p:nvSpPr>
          <p:spPr>
            <a:xfrm>
              <a:off x="4345781" y="4132827"/>
              <a:ext cx="4410075" cy="1952625"/>
            </a:xfrm>
            <a:custGeom>
              <a:avLst/>
              <a:gdLst>
                <a:gd name="connsiteX0" fmla="*/ 3912394 w 4410075"/>
                <a:gd name="connsiteY0" fmla="*/ 153423 h 1952625"/>
                <a:gd name="connsiteX1" fmla="*/ 3889534 w 4410075"/>
                <a:gd name="connsiteY1" fmla="*/ 165805 h 1952625"/>
                <a:gd name="connsiteX2" fmla="*/ 3519964 w 4410075"/>
                <a:gd name="connsiteY2" fmla="*/ 73413 h 1952625"/>
                <a:gd name="connsiteX3" fmla="*/ 3519011 w 4410075"/>
                <a:gd name="connsiteY3" fmla="*/ 74365 h 1952625"/>
                <a:gd name="connsiteX4" fmla="*/ 3465671 w 4410075"/>
                <a:gd name="connsiteY4" fmla="*/ 102940 h 1952625"/>
                <a:gd name="connsiteX5" fmla="*/ 3001804 w 4410075"/>
                <a:gd name="connsiteY5" fmla="*/ 61030 h 1952625"/>
                <a:gd name="connsiteX6" fmla="*/ 2714149 w 4410075"/>
                <a:gd name="connsiteY6" fmla="*/ 217240 h 1952625"/>
                <a:gd name="connsiteX7" fmla="*/ 2332196 w 4410075"/>
                <a:gd name="connsiteY7" fmla="*/ 217240 h 1952625"/>
                <a:gd name="connsiteX8" fmla="*/ 2093119 w 4410075"/>
                <a:gd name="connsiteY8" fmla="*/ 162948 h 1952625"/>
                <a:gd name="connsiteX9" fmla="*/ 2040731 w 4410075"/>
                <a:gd name="connsiteY9" fmla="*/ 137230 h 1952625"/>
                <a:gd name="connsiteX10" fmla="*/ 1101566 w 4410075"/>
                <a:gd name="connsiteY10" fmla="*/ 228670 h 1952625"/>
                <a:gd name="connsiteX11" fmla="*/ 1097756 w 4410075"/>
                <a:gd name="connsiteY11" fmla="*/ 231528 h 1952625"/>
                <a:gd name="connsiteX12" fmla="*/ 971074 w 4410075"/>
                <a:gd name="connsiteY12" fmla="*/ 343923 h 1952625"/>
                <a:gd name="connsiteX13" fmla="*/ 805339 w 4410075"/>
                <a:gd name="connsiteY13" fmla="*/ 436315 h 1952625"/>
                <a:gd name="connsiteX14" fmla="*/ 732949 w 4410075"/>
                <a:gd name="connsiteY14" fmla="*/ 200095 h 1952625"/>
                <a:gd name="connsiteX15" fmla="*/ 678656 w 4410075"/>
                <a:gd name="connsiteY15" fmla="*/ 159138 h 1952625"/>
                <a:gd name="connsiteX16" fmla="*/ 64294 w 4410075"/>
                <a:gd name="connsiteY16" fmla="*/ 159138 h 1952625"/>
                <a:gd name="connsiteX17" fmla="*/ 7144 w 4410075"/>
                <a:gd name="connsiteY17" fmla="*/ 216288 h 1952625"/>
                <a:gd name="connsiteX18" fmla="*/ 7144 w 4410075"/>
                <a:gd name="connsiteY18" fmla="*/ 222955 h 1952625"/>
                <a:gd name="connsiteX19" fmla="*/ 211931 w 4410075"/>
                <a:gd name="connsiteY19" fmla="*/ 1901260 h 1952625"/>
                <a:gd name="connsiteX20" fmla="*/ 269081 w 4410075"/>
                <a:gd name="connsiteY20" fmla="*/ 1951743 h 1952625"/>
                <a:gd name="connsiteX21" fmla="*/ 1190149 w 4410075"/>
                <a:gd name="connsiteY21" fmla="*/ 1951743 h 1952625"/>
                <a:gd name="connsiteX22" fmla="*/ 1247299 w 4410075"/>
                <a:gd name="connsiteY22" fmla="*/ 1894593 h 1952625"/>
                <a:gd name="connsiteX23" fmla="*/ 1244441 w 4410075"/>
                <a:gd name="connsiteY23" fmla="*/ 1878400 h 1952625"/>
                <a:gd name="connsiteX24" fmla="*/ 1123474 w 4410075"/>
                <a:gd name="connsiteY24" fmla="*/ 1481208 h 1952625"/>
                <a:gd name="connsiteX25" fmla="*/ 1500664 w 4410075"/>
                <a:gd name="connsiteY25" fmla="*/ 1243083 h 1952625"/>
                <a:gd name="connsiteX26" fmla="*/ 1666399 w 4410075"/>
                <a:gd name="connsiteY26" fmla="*/ 1222128 h 1952625"/>
                <a:gd name="connsiteX27" fmla="*/ 1670209 w 4410075"/>
                <a:gd name="connsiteY27" fmla="*/ 1223080 h 1952625"/>
                <a:gd name="connsiteX28" fmla="*/ 2436019 w 4410075"/>
                <a:gd name="connsiteY28" fmla="*/ 1363098 h 1952625"/>
                <a:gd name="connsiteX29" fmla="*/ 3048476 w 4410075"/>
                <a:gd name="connsiteY29" fmla="*/ 1276420 h 1952625"/>
                <a:gd name="connsiteX30" fmla="*/ 3055144 w 4410075"/>
                <a:gd name="connsiteY30" fmla="*/ 1272610 h 1952625"/>
                <a:gd name="connsiteX31" fmla="*/ 4381024 w 4410075"/>
                <a:gd name="connsiteY31" fmla="*/ 362973 h 1952625"/>
                <a:gd name="connsiteX32" fmla="*/ 4397216 w 4410075"/>
                <a:gd name="connsiteY32" fmla="*/ 286773 h 1952625"/>
                <a:gd name="connsiteX33" fmla="*/ 3912394 w 4410075"/>
                <a:gd name="connsiteY33" fmla="*/ 153423 h 1952625"/>
                <a:gd name="connsiteX34" fmla="*/ 3572351 w 4410075"/>
                <a:gd name="connsiteY34" fmla="*/ 174378 h 1952625"/>
                <a:gd name="connsiteX35" fmla="*/ 3785711 w 4410075"/>
                <a:gd name="connsiteY35" fmla="*/ 222003 h 1952625"/>
                <a:gd name="connsiteX36" fmla="*/ 3282791 w 4410075"/>
                <a:gd name="connsiteY36" fmla="*/ 493465 h 1952625"/>
                <a:gd name="connsiteX37" fmla="*/ 3253264 w 4410075"/>
                <a:gd name="connsiteY37" fmla="*/ 508705 h 1952625"/>
                <a:gd name="connsiteX38" fmla="*/ 3184684 w 4410075"/>
                <a:gd name="connsiteY38" fmla="*/ 383928 h 1952625"/>
                <a:gd name="connsiteX39" fmla="*/ 3572351 w 4410075"/>
                <a:gd name="connsiteY39" fmla="*/ 174378 h 1952625"/>
                <a:gd name="connsiteX40" fmla="*/ 3057049 w 4410075"/>
                <a:gd name="connsiteY40" fmla="*/ 160090 h 1952625"/>
                <a:gd name="connsiteX41" fmla="*/ 3058001 w 4410075"/>
                <a:gd name="connsiteY41" fmla="*/ 159138 h 1952625"/>
                <a:gd name="connsiteX42" fmla="*/ 3353276 w 4410075"/>
                <a:gd name="connsiteY42" fmla="*/ 161995 h 1952625"/>
                <a:gd name="connsiteX43" fmla="*/ 3098006 w 4410075"/>
                <a:gd name="connsiteY43" fmla="*/ 299155 h 1952625"/>
                <a:gd name="connsiteX44" fmla="*/ 2935129 w 4410075"/>
                <a:gd name="connsiteY44" fmla="*/ 225813 h 1952625"/>
                <a:gd name="connsiteX45" fmla="*/ 3057049 w 4410075"/>
                <a:gd name="connsiteY45" fmla="*/ 160090 h 1952625"/>
                <a:gd name="connsiteX46" fmla="*/ 319564 w 4410075"/>
                <a:gd name="connsiteY46" fmla="*/ 1837443 h 1952625"/>
                <a:gd name="connsiteX47" fmla="*/ 129064 w 4410075"/>
                <a:gd name="connsiteY47" fmla="*/ 273438 h 1952625"/>
                <a:gd name="connsiteX48" fmla="*/ 635794 w 4410075"/>
                <a:gd name="connsiteY48" fmla="*/ 273438 h 1952625"/>
                <a:gd name="connsiteX49" fmla="*/ 1112996 w 4410075"/>
                <a:gd name="connsiteY49" fmla="*/ 1837443 h 1952625"/>
                <a:gd name="connsiteX50" fmla="*/ 319564 w 4410075"/>
                <a:gd name="connsiteY50" fmla="*/ 1837443 h 1952625"/>
                <a:gd name="connsiteX51" fmla="*/ 2994184 w 4410075"/>
                <a:gd name="connsiteY51" fmla="*/ 1176408 h 1952625"/>
                <a:gd name="connsiteX52" fmla="*/ 2456021 w 4410075"/>
                <a:gd name="connsiteY52" fmla="*/ 1250703 h 1952625"/>
                <a:gd name="connsiteX53" fmla="*/ 1691164 w 4410075"/>
                <a:gd name="connsiteY53" fmla="*/ 1109733 h 1952625"/>
                <a:gd name="connsiteX54" fmla="*/ 1442561 w 4410075"/>
                <a:gd name="connsiteY54" fmla="*/ 1143070 h 1952625"/>
                <a:gd name="connsiteX55" fmla="*/ 1439704 w 4410075"/>
                <a:gd name="connsiteY55" fmla="*/ 1144975 h 1952625"/>
                <a:gd name="connsiteX56" fmla="*/ 1088231 w 4410075"/>
                <a:gd name="connsiteY56" fmla="*/ 1366908 h 1952625"/>
                <a:gd name="connsiteX57" fmla="*/ 837724 w 4410075"/>
                <a:gd name="connsiteY57" fmla="*/ 544900 h 1952625"/>
                <a:gd name="connsiteX58" fmla="*/ 1046321 w 4410075"/>
                <a:gd name="connsiteY58" fmla="*/ 427743 h 1952625"/>
                <a:gd name="connsiteX59" fmla="*/ 1171099 w 4410075"/>
                <a:gd name="connsiteY59" fmla="*/ 316300 h 1952625"/>
                <a:gd name="connsiteX60" fmla="*/ 1989296 w 4410075"/>
                <a:gd name="connsiteY60" fmla="*/ 237243 h 1952625"/>
                <a:gd name="connsiteX61" fmla="*/ 2041684 w 4410075"/>
                <a:gd name="connsiteY61" fmla="*/ 262960 h 1952625"/>
                <a:gd name="connsiteX62" fmla="*/ 2330291 w 4410075"/>
                <a:gd name="connsiteY62" fmla="*/ 328683 h 1952625"/>
                <a:gd name="connsiteX63" fmla="*/ 2839879 w 4410075"/>
                <a:gd name="connsiteY63" fmla="*/ 328683 h 1952625"/>
                <a:gd name="connsiteX64" fmla="*/ 3156109 w 4410075"/>
                <a:gd name="connsiteY64" fmla="*/ 590620 h 1952625"/>
                <a:gd name="connsiteX65" fmla="*/ 2786539 w 4410075"/>
                <a:gd name="connsiteY65" fmla="*/ 573475 h 1952625"/>
                <a:gd name="connsiteX66" fmla="*/ 2384584 w 4410075"/>
                <a:gd name="connsiteY66" fmla="*/ 592525 h 1952625"/>
                <a:gd name="connsiteX67" fmla="*/ 2336006 w 4410075"/>
                <a:gd name="connsiteY67" fmla="*/ 657295 h 1952625"/>
                <a:gd name="connsiteX68" fmla="*/ 2399824 w 4410075"/>
                <a:gd name="connsiteY68" fmla="*/ 705873 h 1952625"/>
                <a:gd name="connsiteX69" fmla="*/ 2780824 w 4410075"/>
                <a:gd name="connsiteY69" fmla="*/ 688728 h 1952625"/>
                <a:gd name="connsiteX70" fmla="*/ 3216116 w 4410075"/>
                <a:gd name="connsiteY70" fmla="*/ 708730 h 1952625"/>
                <a:gd name="connsiteX71" fmla="*/ 3218974 w 4410075"/>
                <a:gd name="connsiteY71" fmla="*/ 708730 h 1952625"/>
                <a:gd name="connsiteX72" fmla="*/ 3276124 w 4410075"/>
                <a:gd name="connsiteY72" fmla="*/ 651580 h 1952625"/>
                <a:gd name="connsiteX73" fmla="*/ 3275171 w 4410075"/>
                <a:gd name="connsiteY73" fmla="*/ 623958 h 1952625"/>
                <a:gd name="connsiteX74" fmla="*/ 3335179 w 4410075"/>
                <a:gd name="connsiteY74" fmla="*/ 592525 h 1952625"/>
                <a:gd name="connsiteX75" fmla="*/ 3964781 w 4410075"/>
                <a:gd name="connsiteY75" fmla="*/ 252483 h 1952625"/>
                <a:gd name="connsiteX76" fmla="*/ 4264819 w 4410075"/>
                <a:gd name="connsiteY76" fmla="*/ 301060 h 1952625"/>
                <a:gd name="connsiteX77" fmla="*/ 2994184 w 4410075"/>
                <a:gd name="connsiteY77" fmla="*/ 1176408 h 195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4410075" h="1952625">
                  <a:moveTo>
                    <a:pt x="3912394" y="153423"/>
                  </a:moveTo>
                  <a:lnTo>
                    <a:pt x="3889534" y="165805"/>
                  </a:lnTo>
                  <a:cubicBezTo>
                    <a:pt x="3798094" y="55315"/>
                    <a:pt x="3639979" y="12453"/>
                    <a:pt x="3519964" y="73413"/>
                  </a:cubicBezTo>
                  <a:cubicBezTo>
                    <a:pt x="3519964" y="73413"/>
                    <a:pt x="3519011" y="73413"/>
                    <a:pt x="3519011" y="74365"/>
                  </a:cubicBezTo>
                  <a:lnTo>
                    <a:pt x="3465671" y="102940"/>
                  </a:lnTo>
                  <a:cubicBezTo>
                    <a:pt x="3335179" y="-7550"/>
                    <a:pt x="3149441" y="-23742"/>
                    <a:pt x="3001804" y="61030"/>
                  </a:cubicBezTo>
                  <a:lnTo>
                    <a:pt x="2714149" y="217240"/>
                  </a:lnTo>
                  <a:lnTo>
                    <a:pt x="2332196" y="217240"/>
                  </a:lnTo>
                  <a:cubicBezTo>
                    <a:pt x="2249329" y="217240"/>
                    <a:pt x="2167414" y="198190"/>
                    <a:pt x="2093119" y="162948"/>
                  </a:cubicBezTo>
                  <a:lnTo>
                    <a:pt x="2040731" y="137230"/>
                  </a:lnTo>
                  <a:cubicBezTo>
                    <a:pt x="1735931" y="-11360"/>
                    <a:pt x="1373029" y="23883"/>
                    <a:pt x="1101566" y="228670"/>
                  </a:cubicBezTo>
                  <a:cubicBezTo>
                    <a:pt x="1100614" y="229623"/>
                    <a:pt x="1098709" y="230575"/>
                    <a:pt x="1097756" y="231528"/>
                  </a:cubicBezTo>
                  <a:lnTo>
                    <a:pt x="971074" y="343923"/>
                  </a:lnTo>
                  <a:cubicBezTo>
                    <a:pt x="923449" y="386785"/>
                    <a:pt x="866299" y="418218"/>
                    <a:pt x="805339" y="436315"/>
                  </a:cubicBezTo>
                  <a:lnTo>
                    <a:pt x="732949" y="200095"/>
                  </a:lnTo>
                  <a:cubicBezTo>
                    <a:pt x="725329" y="176283"/>
                    <a:pt x="703421" y="160090"/>
                    <a:pt x="678656" y="159138"/>
                  </a:cubicBezTo>
                  <a:lnTo>
                    <a:pt x="64294" y="159138"/>
                  </a:lnTo>
                  <a:cubicBezTo>
                    <a:pt x="32861" y="159138"/>
                    <a:pt x="7144" y="184855"/>
                    <a:pt x="7144" y="216288"/>
                  </a:cubicBezTo>
                  <a:cubicBezTo>
                    <a:pt x="7144" y="218193"/>
                    <a:pt x="7144" y="221050"/>
                    <a:pt x="7144" y="222955"/>
                  </a:cubicBezTo>
                  <a:lnTo>
                    <a:pt x="211931" y="1901260"/>
                  </a:lnTo>
                  <a:cubicBezTo>
                    <a:pt x="215741" y="1929835"/>
                    <a:pt x="239554" y="1951743"/>
                    <a:pt x="269081" y="1951743"/>
                  </a:cubicBezTo>
                  <a:lnTo>
                    <a:pt x="1190149" y="1951743"/>
                  </a:lnTo>
                  <a:cubicBezTo>
                    <a:pt x="1221581" y="1951743"/>
                    <a:pt x="1247299" y="1926025"/>
                    <a:pt x="1247299" y="1894593"/>
                  </a:cubicBezTo>
                  <a:cubicBezTo>
                    <a:pt x="1247299" y="1888878"/>
                    <a:pt x="1246346" y="1883163"/>
                    <a:pt x="1244441" y="1878400"/>
                  </a:cubicBezTo>
                  <a:lnTo>
                    <a:pt x="1123474" y="1481208"/>
                  </a:lnTo>
                  <a:lnTo>
                    <a:pt x="1500664" y="1243083"/>
                  </a:lnTo>
                  <a:cubicBezTo>
                    <a:pt x="1551146" y="1215460"/>
                    <a:pt x="1610201" y="1207840"/>
                    <a:pt x="1666399" y="1222128"/>
                  </a:cubicBezTo>
                  <a:cubicBezTo>
                    <a:pt x="1667351" y="1222128"/>
                    <a:pt x="1668304" y="1223080"/>
                    <a:pt x="1670209" y="1223080"/>
                  </a:cubicBezTo>
                  <a:lnTo>
                    <a:pt x="2436019" y="1363098"/>
                  </a:lnTo>
                  <a:cubicBezTo>
                    <a:pt x="2644616" y="1400245"/>
                    <a:pt x="2858929" y="1369765"/>
                    <a:pt x="3048476" y="1276420"/>
                  </a:cubicBezTo>
                  <a:cubicBezTo>
                    <a:pt x="3051334" y="1275468"/>
                    <a:pt x="3053239" y="1273563"/>
                    <a:pt x="3055144" y="1272610"/>
                  </a:cubicBezTo>
                  <a:lnTo>
                    <a:pt x="4381024" y="362973"/>
                  </a:lnTo>
                  <a:cubicBezTo>
                    <a:pt x="4405789" y="345828"/>
                    <a:pt x="4413409" y="312490"/>
                    <a:pt x="4397216" y="286773"/>
                  </a:cubicBezTo>
                  <a:cubicBezTo>
                    <a:pt x="4297204" y="119133"/>
                    <a:pt x="4083844" y="61030"/>
                    <a:pt x="3912394" y="153423"/>
                  </a:cubicBezTo>
                  <a:close/>
                  <a:moveTo>
                    <a:pt x="3572351" y="174378"/>
                  </a:moveTo>
                  <a:cubicBezTo>
                    <a:pt x="3641884" y="139135"/>
                    <a:pt x="3729514" y="167710"/>
                    <a:pt x="3785711" y="222003"/>
                  </a:cubicBezTo>
                  <a:lnTo>
                    <a:pt x="3282791" y="493465"/>
                  </a:lnTo>
                  <a:lnTo>
                    <a:pt x="3253264" y="508705"/>
                  </a:lnTo>
                  <a:cubicBezTo>
                    <a:pt x="3237071" y="463938"/>
                    <a:pt x="3214211" y="421075"/>
                    <a:pt x="3184684" y="383928"/>
                  </a:cubicBezTo>
                  <a:lnTo>
                    <a:pt x="3572351" y="174378"/>
                  </a:lnTo>
                  <a:close/>
                  <a:moveTo>
                    <a:pt x="3057049" y="160090"/>
                  </a:moveTo>
                  <a:cubicBezTo>
                    <a:pt x="3057049" y="160090"/>
                    <a:pt x="3058001" y="159138"/>
                    <a:pt x="3058001" y="159138"/>
                  </a:cubicBezTo>
                  <a:cubicBezTo>
                    <a:pt x="3149441" y="105798"/>
                    <a:pt x="3262789" y="106750"/>
                    <a:pt x="3353276" y="161995"/>
                  </a:cubicBezTo>
                  <a:lnTo>
                    <a:pt x="3098006" y="299155"/>
                  </a:lnTo>
                  <a:cubicBezTo>
                    <a:pt x="3049429" y="263913"/>
                    <a:pt x="2993231" y="238195"/>
                    <a:pt x="2935129" y="225813"/>
                  </a:cubicBezTo>
                  <a:lnTo>
                    <a:pt x="3057049" y="160090"/>
                  </a:lnTo>
                  <a:close/>
                  <a:moveTo>
                    <a:pt x="319564" y="1837443"/>
                  </a:moveTo>
                  <a:lnTo>
                    <a:pt x="129064" y="273438"/>
                  </a:lnTo>
                  <a:lnTo>
                    <a:pt x="635794" y="273438"/>
                  </a:lnTo>
                  <a:lnTo>
                    <a:pt x="1112996" y="1837443"/>
                  </a:lnTo>
                  <a:lnTo>
                    <a:pt x="319564" y="1837443"/>
                  </a:lnTo>
                  <a:close/>
                  <a:moveTo>
                    <a:pt x="2994184" y="1176408"/>
                  </a:moveTo>
                  <a:cubicBezTo>
                    <a:pt x="2827496" y="1257370"/>
                    <a:pt x="2638901" y="1284040"/>
                    <a:pt x="2456021" y="1250703"/>
                  </a:cubicBezTo>
                  <a:lnTo>
                    <a:pt x="1691164" y="1109733"/>
                  </a:lnTo>
                  <a:cubicBezTo>
                    <a:pt x="1607344" y="1088778"/>
                    <a:pt x="1517809" y="1101160"/>
                    <a:pt x="1442561" y="1143070"/>
                  </a:cubicBezTo>
                  <a:cubicBezTo>
                    <a:pt x="1441609" y="1144023"/>
                    <a:pt x="1440656" y="1144023"/>
                    <a:pt x="1439704" y="1144975"/>
                  </a:cubicBezTo>
                  <a:lnTo>
                    <a:pt x="1088231" y="1366908"/>
                  </a:lnTo>
                  <a:lnTo>
                    <a:pt x="837724" y="544900"/>
                  </a:lnTo>
                  <a:cubicBezTo>
                    <a:pt x="914876" y="522040"/>
                    <a:pt x="986314" y="482035"/>
                    <a:pt x="1046321" y="427743"/>
                  </a:cubicBezTo>
                  <a:lnTo>
                    <a:pt x="1171099" y="316300"/>
                  </a:lnTo>
                  <a:cubicBezTo>
                    <a:pt x="1407319" y="138183"/>
                    <a:pt x="1723549" y="107703"/>
                    <a:pt x="1989296" y="237243"/>
                  </a:cubicBezTo>
                  <a:lnTo>
                    <a:pt x="2041684" y="262960"/>
                  </a:lnTo>
                  <a:cubicBezTo>
                    <a:pt x="2132171" y="306775"/>
                    <a:pt x="2230279" y="328683"/>
                    <a:pt x="2330291" y="328683"/>
                  </a:cubicBezTo>
                  <a:lnTo>
                    <a:pt x="2839879" y="328683"/>
                  </a:lnTo>
                  <a:cubicBezTo>
                    <a:pt x="2994184" y="328683"/>
                    <a:pt x="3127534" y="439173"/>
                    <a:pt x="3156109" y="590620"/>
                  </a:cubicBezTo>
                  <a:lnTo>
                    <a:pt x="2786539" y="573475"/>
                  </a:lnTo>
                  <a:cubicBezTo>
                    <a:pt x="2652236" y="567760"/>
                    <a:pt x="2517934" y="573475"/>
                    <a:pt x="2384584" y="592525"/>
                  </a:cubicBezTo>
                  <a:cubicBezTo>
                    <a:pt x="2353151" y="597288"/>
                    <a:pt x="2332196" y="625863"/>
                    <a:pt x="2336006" y="657295"/>
                  </a:cubicBezTo>
                  <a:cubicBezTo>
                    <a:pt x="2340769" y="687775"/>
                    <a:pt x="2369344" y="709683"/>
                    <a:pt x="2399824" y="705873"/>
                  </a:cubicBezTo>
                  <a:cubicBezTo>
                    <a:pt x="2526506" y="688728"/>
                    <a:pt x="2654141" y="682060"/>
                    <a:pt x="2780824" y="688728"/>
                  </a:cubicBezTo>
                  <a:lnTo>
                    <a:pt x="3216116" y="708730"/>
                  </a:lnTo>
                  <a:cubicBezTo>
                    <a:pt x="3217069" y="708730"/>
                    <a:pt x="3218021" y="708730"/>
                    <a:pt x="3218974" y="708730"/>
                  </a:cubicBezTo>
                  <a:cubicBezTo>
                    <a:pt x="3250406" y="708730"/>
                    <a:pt x="3276124" y="683013"/>
                    <a:pt x="3276124" y="651580"/>
                  </a:cubicBezTo>
                  <a:cubicBezTo>
                    <a:pt x="3276124" y="642055"/>
                    <a:pt x="3276124" y="633483"/>
                    <a:pt x="3275171" y="623958"/>
                  </a:cubicBezTo>
                  <a:lnTo>
                    <a:pt x="3335179" y="592525"/>
                  </a:lnTo>
                  <a:lnTo>
                    <a:pt x="3964781" y="252483"/>
                  </a:lnTo>
                  <a:cubicBezTo>
                    <a:pt x="4063841" y="198190"/>
                    <a:pt x="4187666" y="218193"/>
                    <a:pt x="4264819" y="301060"/>
                  </a:cubicBezTo>
                  <a:lnTo>
                    <a:pt x="2994184" y="11764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17701E68-FF22-4BBE-8359-A769A5C0F0D6}"/>
                </a:ext>
              </a:extLst>
            </p:cNvPr>
            <p:cNvSpPr/>
            <p:nvPr/>
          </p:nvSpPr>
          <p:spPr>
            <a:xfrm>
              <a:off x="4840129" y="5546884"/>
              <a:ext cx="371475" cy="371475"/>
            </a:xfrm>
            <a:custGeom>
              <a:avLst/>
              <a:gdLst>
                <a:gd name="connsiteX0" fmla="*/ 7144 w 371475"/>
                <a:gd name="connsiteY0" fmla="*/ 187166 h 371475"/>
                <a:gd name="connsiteX1" fmla="*/ 187166 w 371475"/>
                <a:gd name="connsiteY1" fmla="*/ 367189 h 371475"/>
                <a:gd name="connsiteX2" fmla="*/ 367189 w 371475"/>
                <a:gd name="connsiteY2" fmla="*/ 187166 h 371475"/>
                <a:gd name="connsiteX3" fmla="*/ 187166 w 371475"/>
                <a:gd name="connsiteY3" fmla="*/ 7144 h 371475"/>
                <a:gd name="connsiteX4" fmla="*/ 7144 w 371475"/>
                <a:gd name="connsiteY4" fmla="*/ 187166 h 371475"/>
                <a:gd name="connsiteX5" fmla="*/ 187166 w 371475"/>
                <a:gd name="connsiteY5" fmla="*/ 121444 h 371475"/>
                <a:gd name="connsiteX6" fmla="*/ 252889 w 371475"/>
                <a:gd name="connsiteY6" fmla="*/ 187166 h 371475"/>
                <a:gd name="connsiteX7" fmla="*/ 187166 w 371475"/>
                <a:gd name="connsiteY7" fmla="*/ 252889 h 371475"/>
                <a:gd name="connsiteX8" fmla="*/ 121444 w 371475"/>
                <a:gd name="connsiteY8" fmla="*/ 187166 h 371475"/>
                <a:gd name="connsiteX9" fmla="*/ 187166 w 371475"/>
                <a:gd name="connsiteY9" fmla="*/ 121444 h 371475"/>
                <a:gd name="connsiteX10" fmla="*/ 187166 w 371475"/>
                <a:gd name="connsiteY10" fmla="*/ 121444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371475">
                  <a:moveTo>
                    <a:pt x="7144" y="187166"/>
                  </a:moveTo>
                  <a:cubicBezTo>
                    <a:pt x="7144" y="286226"/>
                    <a:pt x="88106" y="367189"/>
                    <a:pt x="187166" y="367189"/>
                  </a:cubicBezTo>
                  <a:cubicBezTo>
                    <a:pt x="286226" y="367189"/>
                    <a:pt x="367189" y="286226"/>
                    <a:pt x="367189" y="187166"/>
                  </a:cubicBezTo>
                  <a:cubicBezTo>
                    <a:pt x="367189" y="88106"/>
                    <a:pt x="286226" y="7144"/>
                    <a:pt x="187166" y="7144"/>
                  </a:cubicBezTo>
                  <a:cubicBezTo>
                    <a:pt x="87154" y="7144"/>
                    <a:pt x="7144" y="88106"/>
                    <a:pt x="7144" y="187166"/>
                  </a:cubicBezTo>
                  <a:close/>
                  <a:moveTo>
                    <a:pt x="187166" y="121444"/>
                  </a:moveTo>
                  <a:cubicBezTo>
                    <a:pt x="223361" y="121444"/>
                    <a:pt x="252889" y="150971"/>
                    <a:pt x="252889" y="187166"/>
                  </a:cubicBezTo>
                  <a:cubicBezTo>
                    <a:pt x="252889" y="223361"/>
                    <a:pt x="223361" y="252889"/>
                    <a:pt x="187166" y="252889"/>
                  </a:cubicBezTo>
                  <a:cubicBezTo>
                    <a:pt x="150971" y="252889"/>
                    <a:pt x="121444" y="223361"/>
                    <a:pt x="121444" y="187166"/>
                  </a:cubicBezTo>
                  <a:cubicBezTo>
                    <a:pt x="121444" y="150971"/>
                    <a:pt x="150971" y="121444"/>
                    <a:pt x="187166" y="121444"/>
                  </a:cubicBezTo>
                  <a:lnTo>
                    <a:pt x="187166" y="1214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35D7A84-3A66-45C6-8CA2-5B569CDE306E}"/>
                </a:ext>
              </a:extLst>
            </p:cNvPr>
            <p:cNvSpPr/>
            <p:nvPr/>
          </p:nvSpPr>
          <p:spPr>
            <a:xfrm>
              <a:off x="6112669" y="1678778"/>
              <a:ext cx="876300" cy="1057275"/>
            </a:xfrm>
            <a:custGeom>
              <a:avLst/>
              <a:gdLst>
                <a:gd name="connsiteX0" fmla="*/ 873919 w 876300"/>
                <a:gd name="connsiteY0" fmla="*/ 627225 h 1057275"/>
                <a:gd name="connsiteX1" fmla="*/ 873919 w 876300"/>
                <a:gd name="connsiteY1" fmla="*/ 438630 h 1057275"/>
                <a:gd name="connsiteX2" fmla="*/ 438626 w 876300"/>
                <a:gd name="connsiteY2" fmla="*/ 7147 h 1057275"/>
                <a:gd name="connsiteX3" fmla="*/ 7144 w 876300"/>
                <a:gd name="connsiteY3" fmla="*/ 438630 h 1057275"/>
                <a:gd name="connsiteX4" fmla="*/ 7144 w 876300"/>
                <a:gd name="connsiteY4" fmla="*/ 627225 h 1057275"/>
                <a:gd name="connsiteX5" fmla="*/ 443389 w 876300"/>
                <a:gd name="connsiteY5" fmla="*/ 1058707 h 1057275"/>
                <a:gd name="connsiteX6" fmla="*/ 873919 w 876300"/>
                <a:gd name="connsiteY6" fmla="*/ 627225 h 1057275"/>
                <a:gd name="connsiteX7" fmla="*/ 120491 w 876300"/>
                <a:gd name="connsiteY7" fmla="*/ 627225 h 1057275"/>
                <a:gd name="connsiteX8" fmla="*/ 120491 w 876300"/>
                <a:gd name="connsiteY8" fmla="*/ 438630 h 1057275"/>
                <a:gd name="connsiteX9" fmla="*/ 441484 w 876300"/>
                <a:gd name="connsiteY9" fmla="*/ 120495 h 1057275"/>
                <a:gd name="connsiteX10" fmla="*/ 759619 w 876300"/>
                <a:gd name="connsiteY10" fmla="*/ 438630 h 1057275"/>
                <a:gd name="connsiteX11" fmla="*/ 759619 w 876300"/>
                <a:gd name="connsiteY11" fmla="*/ 627225 h 1057275"/>
                <a:gd name="connsiteX12" fmla="*/ 438626 w 876300"/>
                <a:gd name="connsiteY12" fmla="*/ 945360 h 1057275"/>
                <a:gd name="connsiteX13" fmla="*/ 120491 w 876300"/>
                <a:gd name="connsiteY13" fmla="*/ 627225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76300" h="1057275">
                  <a:moveTo>
                    <a:pt x="873919" y="627225"/>
                  </a:moveTo>
                  <a:lnTo>
                    <a:pt x="873919" y="438630"/>
                  </a:lnTo>
                  <a:cubicBezTo>
                    <a:pt x="872966" y="199552"/>
                    <a:pt x="677704" y="6195"/>
                    <a:pt x="438626" y="7147"/>
                  </a:cubicBezTo>
                  <a:cubicBezTo>
                    <a:pt x="200501" y="8100"/>
                    <a:pt x="8096" y="200505"/>
                    <a:pt x="7144" y="438630"/>
                  </a:cubicBezTo>
                  <a:lnTo>
                    <a:pt x="7144" y="627225"/>
                  </a:lnTo>
                  <a:cubicBezTo>
                    <a:pt x="8096" y="867255"/>
                    <a:pt x="203359" y="1059660"/>
                    <a:pt x="443389" y="1058707"/>
                  </a:cubicBezTo>
                  <a:cubicBezTo>
                    <a:pt x="680561" y="1057755"/>
                    <a:pt x="872966" y="865350"/>
                    <a:pt x="873919" y="627225"/>
                  </a:cubicBezTo>
                  <a:close/>
                  <a:moveTo>
                    <a:pt x="120491" y="627225"/>
                  </a:moveTo>
                  <a:lnTo>
                    <a:pt x="120491" y="438630"/>
                  </a:lnTo>
                  <a:cubicBezTo>
                    <a:pt x="121444" y="262417"/>
                    <a:pt x="265271" y="119542"/>
                    <a:pt x="441484" y="120495"/>
                  </a:cubicBezTo>
                  <a:cubicBezTo>
                    <a:pt x="616744" y="121447"/>
                    <a:pt x="758666" y="263370"/>
                    <a:pt x="759619" y="438630"/>
                  </a:cubicBezTo>
                  <a:lnTo>
                    <a:pt x="759619" y="627225"/>
                  </a:lnTo>
                  <a:cubicBezTo>
                    <a:pt x="758666" y="803437"/>
                    <a:pt x="614839" y="946312"/>
                    <a:pt x="438626" y="945360"/>
                  </a:cubicBezTo>
                  <a:cubicBezTo>
                    <a:pt x="263366" y="944407"/>
                    <a:pt x="121444" y="802485"/>
                    <a:pt x="120491" y="6272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F21BF785-58F5-49F5-AC6D-6E3FA77BB583}"/>
                </a:ext>
              </a:extLst>
            </p:cNvPr>
            <p:cNvSpPr/>
            <p:nvPr/>
          </p:nvSpPr>
          <p:spPr>
            <a:xfrm>
              <a:off x="4772501" y="2758844"/>
              <a:ext cx="3552825" cy="1162050"/>
            </a:xfrm>
            <a:custGeom>
              <a:avLst/>
              <a:gdLst>
                <a:gd name="connsiteX0" fmla="*/ 1081564 w 3552825"/>
                <a:gd name="connsiteY0" fmla="*/ 1157836 h 1162050"/>
                <a:gd name="connsiteX1" fmla="*/ 2479834 w 3552825"/>
                <a:gd name="connsiteY1" fmla="*/ 1157836 h 1162050"/>
                <a:gd name="connsiteX2" fmla="*/ 2536984 w 3552825"/>
                <a:gd name="connsiteY2" fmla="*/ 1100686 h 1162050"/>
                <a:gd name="connsiteX3" fmla="*/ 2536984 w 3552825"/>
                <a:gd name="connsiteY3" fmla="*/ 1100686 h 1162050"/>
                <a:gd name="connsiteX4" fmla="*/ 2536984 w 3552825"/>
                <a:gd name="connsiteY4" fmla="*/ 969241 h 1162050"/>
                <a:gd name="connsiteX5" fmla="*/ 3494246 w 3552825"/>
                <a:gd name="connsiteY5" fmla="*/ 969241 h 1162050"/>
                <a:gd name="connsiteX6" fmla="*/ 3551396 w 3552825"/>
                <a:gd name="connsiteY6" fmla="*/ 912091 h 1162050"/>
                <a:gd name="connsiteX7" fmla="*/ 3551396 w 3552825"/>
                <a:gd name="connsiteY7" fmla="*/ 541568 h 1162050"/>
                <a:gd name="connsiteX8" fmla="*/ 3150394 w 3552825"/>
                <a:gd name="connsiteY8" fmla="*/ 113896 h 1162050"/>
                <a:gd name="connsiteX9" fmla="*/ 3091339 w 3552825"/>
                <a:gd name="connsiteY9" fmla="*/ 146281 h 1162050"/>
                <a:gd name="connsiteX10" fmla="*/ 2722721 w 3552825"/>
                <a:gd name="connsiteY10" fmla="*/ 183428 h 1162050"/>
                <a:gd name="connsiteX11" fmla="*/ 2677954 w 3552825"/>
                <a:gd name="connsiteY11" fmla="*/ 136756 h 1162050"/>
                <a:gd name="connsiteX12" fmla="*/ 2630329 w 3552825"/>
                <a:gd name="connsiteY12" fmla="*/ 113896 h 1162050"/>
                <a:gd name="connsiteX13" fmla="*/ 2419826 w 3552825"/>
                <a:gd name="connsiteY13" fmla="*/ 174856 h 1162050"/>
                <a:gd name="connsiteX14" fmla="*/ 2084546 w 3552825"/>
                <a:gd name="connsiteY14" fmla="*/ 8168 h 1162050"/>
                <a:gd name="connsiteX15" fmla="*/ 2025491 w 3552825"/>
                <a:gd name="connsiteY15" fmla="*/ 42458 h 1162050"/>
                <a:gd name="connsiteX16" fmla="*/ 1592104 w 3552825"/>
                <a:gd name="connsiteY16" fmla="*/ 85321 h 1162050"/>
                <a:gd name="connsiteX17" fmla="*/ 1539716 w 3552825"/>
                <a:gd name="connsiteY17" fmla="*/ 30076 h 1162050"/>
                <a:gd name="connsiteX18" fmla="*/ 1492091 w 3552825"/>
                <a:gd name="connsiteY18" fmla="*/ 7216 h 1162050"/>
                <a:gd name="connsiteX19" fmla="*/ 1160621 w 3552825"/>
                <a:gd name="connsiteY19" fmla="*/ 151996 h 1162050"/>
                <a:gd name="connsiteX20" fmla="*/ 1139666 w 3552825"/>
                <a:gd name="connsiteY20" fmla="*/ 174856 h 1162050"/>
                <a:gd name="connsiteX21" fmla="*/ 944404 w 3552825"/>
                <a:gd name="connsiteY21" fmla="*/ 113896 h 1162050"/>
                <a:gd name="connsiteX22" fmla="*/ 885349 w 3552825"/>
                <a:gd name="connsiteY22" fmla="*/ 146281 h 1162050"/>
                <a:gd name="connsiteX23" fmla="*/ 516731 w 3552825"/>
                <a:gd name="connsiteY23" fmla="*/ 183428 h 1162050"/>
                <a:gd name="connsiteX24" fmla="*/ 471964 w 3552825"/>
                <a:gd name="connsiteY24" fmla="*/ 136756 h 1162050"/>
                <a:gd name="connsiteX25" fmla="*/ 424339 w 3552825"/>
                <a:gd name="connsiteY25" fmla="*/ 113896 h 1162050"/>
                <a:gd name="connsiteX26" fmla="*/ 7144 w 3552825"/>
                <a:gd name="connsiteY26" fmla="*/ 541568 h 1162050"/>
                <a:gd name="connsiteX27" fmla="*/ 7144 w 3552825"/>
                <a:gd name="connsiteY27" fmla="*/ 912091 h 1162050"/>
                <a:gd name="connsiteX28" fmla="*/ 64294 w 3552825"/>
                <a:gd name="connsiteY28" fmla="*/ 969241 h 1162050"/>
                <a:gd name="connsiteX29" fmla="*/ 1023461 w 3552825"/>
                <a:gd name="connsiteY29" fmla="*/ 969241 h 1162050"/>
                <a:gd name="connsiteX30" fmla="*/ 1023461 w 3552825"/>
                <a:gd name="connsiteY30" fmla="*/ 1100686 h 1162050"/>
                <a:gd name="connsiteX31" fmla="*/ 1081564 w 3552825"/>
                <a:gd name="connsiteY31" fmla="*/ 1157836 h 1162050"/>
                <a:gd name="connsiteX32" fmla="*/ 2605564 w 3552825"/>
                <a:gd name="connsiteY32" fmla="*/ 230101 h 1162050"/>
                <a:gd name="connsiteX33" fmla="*/ 3137059 w 3552825"/>
                <a:gd name="connsiteY33" fmla="*/ 263438 h 1162050"/>
                <a:gd name="connsiteX34" fmla="*/ 3169444 w 3552825"/>
                <a:gd name="connsiteY34" fmla="*/ 231053 h 1162050"/>
                <a:gd name="connsiteX35" fmla="*/ 3437096 w 3552825"/>
                <a:gd name="connsiteY35" fmla="*/ 541568 h 1162050"/>
                <a:gd name="connsiteX36" fmla="*/ 3437096 w 3552825"/>
                <a:gd name="connsiteY36" fmla="*/ 854941 h 1162050"/>
                <a:gd name="connsiteX37" fmla="*/ 2536984 w 3552825"/>
                <a:gd name="connsiteY37" fmla="*/ 854941 h 1162050"/>
                <a:gd name="connsiteX38" fmla="*/ 2536984 w 3552825"/>
                <a:gd name="connsiteY38" fmla="*/ 489181 h 1162050"/>
                <a:gd name="connsiteX39" fmla="*/ 2484596 w 3552825"/>
                <a:gd name="connsiteY39" fmla="*/ 270106 h 1162050"/>
                <a:gd name="connsiteX40" fmla="*/ 2605564 w 3552825"/>
                <a:gd name="connsiteY40" fmla="*/ 230101 h 1162050"/>
                <a:gd name="connsiteX41" fmla="*/ 2605564 w 3552825"/>
                <a:gd name="connsiteY41" fmla="*/ 230101 h 1162050"/>
                <a:gd name="connsiteX42" fmla="*/ 1468279 w 3552825"/>
                <a:gd name="connsiteY42" fmla="*/ 124373 h 1162050"/>
                <a:gd name="connsiteX43" fmla="*/ 2063591 w 3552825"/>
                <a:gd name="connsiteY43" fmla="*/ 168188 h 1162050"/>
                <a:gd name="connsiteX44" fmla="*/ 2105501 w 3552825"/>
                <a:gd name="connsiteY44" fmla="*/ 126278 h 1162050"/>
                <a:gd name="connsiteX45" fmla="*/ 2422684 w 3552825"/>
                <a:gd name="connsiteY45" fmla="*/ 489181 h 1162050"/>
                <a:gd name="connsiteX46" fmla="*/ 2422684 w 3552825"/>
                <a:gd name="connsiteY46" fmla="*/ 1044488 h 1162050"/>
                <a:gd name="connsiteX47" fmla="*/ 1138714 w 3552825"/>
                <a:gd name="connsiteY47" fmla="*/ 1044488 h 1162050"/>
                <a:gd name="connsiteX48" fmla="*/ 1138714 w 3552825"/>
                <a:gd name="connsiteY48" fmla="*/ 489181 h 1162050"/>
                <a:gd name="connsiteX49" fmla="*/ 1468279 w 3552825"/>
                <a:gd name="connsiteY49" fmla="*/ 124373 h 1162050"/>
                <a:gd name="connsiteX50" fmla="*/ 122396 w 3552825"/>
                <a:gd name="connsiteY50" fmla="*/ 855893 h 1162050"/>
                <a:gd name="connsiteX51" fmla="*/ 122396 w 3552825"/>
                <a:gd name="connsiteY51" fmla="*/ 542521 h 1162050"/>
                <a:gd name="connsiteX52" fmla="*/ 401479 w 3552825"/>
                <a:gd name="connsiteY52" fmla="*/ 231053 h 1162050"/>
                <a:gd name="connsiteX53" fmla="*/ 932974 w 3552825"/>
                <a:gd name="connsiteY53" fmla="*/ 264390 h 1162050"/>
                <a:gd name="connsiteX54" fmla="*/ 965359 w 3552825"/>
                <a:gd name="connsiteY54" fmla="*/ 232006 h 1162050"/>
                <a:gd name="connsiteX55" fmla="*/ 1076801 w 3552825"/>
                <a:gd name="connsiteY55" fmla="*/ 271058 h 1162050"/>
                <a:gd name="connsiteX56" fmla="*/ 1024414 w 3552825"/>
                <a:gd name="connsiteY56" fmla="*/ 489181 h 1162050"/>
                <a:gd name="connsiteX57" fmla="*/ 1024414 w 3552825"/>
                <a:gd name="connsiteY57" fmla="*/ 855893 h 1162050"/>
                <a:gd name="connsiteX58" fmla="*/ 122396 w 3552825"/>
                <a:gd name="connsiteY58" fmla="*/ 855893 h 116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3552825" h="1162050">
                  <a:moveTo>
                    <a:pt x="1081564" y="1157836"/>
                  </a:moveTo>
                  <a:lnTo>
                    <a:pt x="2479834" y="1157836"/>
                  </a:lnTo>
                  <a:cubicBezTo>
                    <a:pt x="2511266" y="1157836"/>
                    <a:pt x="2536984" y="1132118"/>
                    <a:pt x="2536984" y="1100686"/>
                  </a:cubicBezTo>
                  <a:lnTo>
                    <a:pt x="2536984" y="1100686"/>
                  </a:lnTo>
                  <a:lnTo>
                    <a:pt x="2536984" y="969241"/>
                  </a:lnTo>
                  <a:lnTo>
                    <a:pt x="3494246" y="969241"/>
                  </a:lnTo>
                  <a:cubicBezTo>
                    <a:pt x="3525679" y="969241"/>
                    <a:pt x="3551396" y="943523"/>
                    <a:pt x="3551396" y="912091"/>
                  </a:cubicBezTo>
                  <a:lnTo>
                    <a:pt x="3551396" y="541568"/>
                  </a:lnTo>
                  <a:cubicBezTo>
                    <a:pt x="3551396" y="315826"/>
                    <a:pt x="3376136" y="129136"/>
                    <a:pt x="3150394" y="113896"/>
                  </a:cubicBezTo>
                  <a:cubicBezTo>
                    <a:pt x="3119914" y="111991"/>
                    <a:pt x="3104674" y="131041"/>
                    <a:pt x="3091339" y="146281"/>
                  </a:cubicBezTo>
                  <a:cubicBezTo>
                    <a:pt x="2999899" y="258676"/>
                    <a:pt x="2834164" y="274868"/>
                    <a:pt x="2722721" y="183428"/>
                  </a:cubicBezTo>
                  <a:cubicBezTo>
                    <a:pt x="2705576" y="170093"/>
                    <a:pt x="2691289" y="153901"/>
                    <a:pt x="2677954" y="136756"/>
                  </a:cubicBezTo>
                  <a:cubicBezTo>
                    <a:pt x="2666524" y="121516"/>
                    <a:pt x="2649379" y="112943"/>
                    <a:pt x="2630329" y="113896"/>
                  </a:cubicBezTo>
                  <a:cubicBezTo>
                    <a:pt x="2556034" y="115801"/>
                    <a:pt x="2483644" y="136756"/>
                    <a:pt x="2419826" y="174856"/>
                  </a:cubicBezTo>
                  <a:cubicBezTo>
                    <a:pt x="2335054" y="76748"/>
                    <a:pt x="2214086" y="16741"/>
                    <a:pt x="2084546" y="8168"/>
                  </a:cubicBezTo>
                  <a:cubicBezTo>
                    <a:pt x="2055019" y="7216"/>
                    <a:pt x="2039779" y="25313"/>
                    <a:pt x="2025491" y="42458"/>
                  </a:cubicBezTo>
                  <a:cubicBezTo>
                    <a:pt x="1917859" y="173903"/>
                    <a:pt x="1723549" y="192953"/>
                    <a:pt x="1592104" y="85321"/>
                  </a:cubicBezTo>
                  <a:cubicBezTo>
                    <a:pt x="1572101" y="69128"/>
                    <a:pt x="1554956" y="51031"/>
                    <a:pt x="1539716" y="30076"/>
                  </a:cubicBezTo>
                  <a:cubicBezTo>
                    <a:pt x="1528286" y="14836"/>
                    <a:pt x="1511141" y="6263"/>
                    <a:pt x="1492091" y="7216"/>
                  </a:cubicBezTo>
                  <a:cubicBezTo>
                    <a:pt x="1366361" y="10073"/>
                    <a:pt x="1247299" y="62461"/>
                    <a:pt x="1160621" y="151996"/>
                  </a:cubicBezTo>
                  <a:cubicBezTo>
                    <a:pt x="1153001" y="159615"/>
                    <a:pt x="1146334" y="167236"/>
                    <a:pt x="1139666" y="174856"/>
                  </a:cubicBezTo>
                  <a:cubicBezTo>
                    <a:pt x="1080611" y="138661"/>
                    <a:pt x="1013936" y="117706"/>
                    <a:pt x="944404" y="113896"/>
                  </a:cubicBezTo>
                  <a:cubicBezTo>
                    <a:pt x="913924" y="111991"/>
                    <a:pt x="898684" y="131041"/>
                    <a:pt x="885349" y="146281"/>
                  </a:cubicBezTo>
                  <a:cubicBezTo>
                    <a:pt x="793909" y="258676"/>
                    <a:pt x="628174" y="274868"/>
                    <a:pt x="516731" y="183428"/>
                  </a:cubicBezTo>
                  <a:cubicBezTo>
                    <a:pt x="499586" y="170093"/>
                    <a:pt x="485299" y="153901"/>
                    <a:pt x="471964" y="136756"/>
                  </a:cubicBezTo>
                  <a:cubicBezTo>
                    <a:pt x="460534" y="121516"/>
                    <a:pt x="443389" y="112943"/>
                    <a:pt x="424339" y="113896"/>
                  </a:cubicBezTo>
                  <a:cubicBezTo>
                    <a:pt x="191929" y="119611"/>
                    <a:pt x="7144" y="310111"/>
                    <a:pt x="7144" y="541568"/>
                  </a:cubicBezTo>
                  <a:lnTo>
                    <a:pt x="7144" y="912091"/>
                  </a:lnTo>
                  <a:cubicBezTo>
                    <a:pt x="7144" y="943523"/>
                    <a:pt x="32861" y="969241"/>
                    <a:pt x="64294" y="969241"/>
                  </a:cubicBezTo>
                  <a:lnTo>
                    <a:pt x="1023461" y="969241"/>
                  </a:lnTo>
                  <a:lnTo>
                    <a:pt x="1023461" y="1100686"/>
                  </a:lnTo>
                  <a:cubicBezTo>
                    <a:pt x="1024414" y="1132118"/>
                    <a:pt x="1049179" y="1157836"/>
                    <a:pt x="1081564" y="1157836"/>
                  </a:cubicBezTo>
                  <a:close/>
                  <a:moveTo>
                    <a:pt x="2605564" y="230101"/>
                  </a:moveTo>
                  <a:cubicBezTo>
                    <a:pt x="2742724" y="386311"/>
                    <a:pt x="2980849" y="401551"/>
                    <a:pt x="3137059" y="263438"/>
                  </a:cubicBezTo>
                  <a:cubicBezTo>
                    <a:pt x="3148489" y="252961"/>
                    <a:pt x="3158966" y="242483"/>
                    <a:pt x="3169444" y="231053"/>
                  </a:cubicBezTo>
                  <a:cubicBezTo>
                    <a:pt x="3322796" y="253913"/>
                    <a:pt x="3437096" y="386311"/>
                    <a:pt x="3437096" y="541568"/>
                  </a:cubicBezTo>
                  <a:lnTo>
                    <a:pt x="3437096" y="854941"/>
                  </a:lnTo>
                  <a:lnTo>
                    <a:pt x="2536984" y="854941"/>
                  </a:lnTo>
                  <a:lnTo>
                    <a:pt x="2536984" y="489181"/>
                  </a:lnTo>
                  <a:cubicBezTo>
                    <a:pt x="2536984" y="412981"/>
                    <a:pt x="2518886" y="337733"/>
                    <a:pt x="2484596" y="270106"/>
                  </a:cubicBezTo>
                  <a:cubicBezTo>
                    <a:pt x="2521744" y="248198"/>
                    <a:pt x="2562701" y="234863"/>
                    <a:pt x="2605564" y="230101"/>
                  </a:cubicBezTo>
                  <a:lnTo>
                    <a:pt x="2605564" y="230101"/>
                  </a:lnTo>
                  <a:close/>
                  <a:moveTo>
                    <a:pt x="1468279" y="124373"/>
                  </a:moveTo>
                  <a:cubicBezTo>
                    <a:pt x="1620679" y="300586"/>
                    <a:pt x="1887379" y="320588"/>
                    <a:pt x="2063591" y="168188"/>
                  </a:cubicBezTo>
                  <a:cubicBezTo>
                    <a:pt x="2078831" y="154853"/>
                    <a:pt x="2093119" y="141518"/>
                    <a:pt x="2105501" y="126278"/>
                  </a:cubicBezTo>
                  <a:cubicBezTo>
                    <a:pt x="2286476" y="151043"/>
                    <a:pt x="2421731" y="306301"/>
                    <a:pt x="2422684" y="489181"/>
                  </a:cubicBezTo>
                  <a:lnTo>
                    <a:pt x="2422684" y="1044488"/>
                  </a:lnTo>
                  <a:lnTo>
                    <a:pt x="1138714" y="1044488"/>
                  </a:lnTo>
                  <a:lnTo>
                    <a:pt x="1138714" y="489181"/>
                  </a:lnTo>
                  <a:cubicBezTo>
                    <a:pt x="1139666" y="300586"/>
                    <a:pt x="1281589" y="144376"/>
                    <a:pt x="1468279" y="124373"/>
                  </a:cubicBezTo>
                  <a:close/>
                  <a:moveTo>
                    <a:pt x="122396" y="855893"/>
                  </a:moveTo>
                  <a:lnTo>
                    <a:pt x="122396" y="542521"/>
                  </a:lnTo>
                  <a:cubicBezTo>
                    <a:pt x="123349" y="383453"/>
                    <a:pt x="242411" y="249151"/>
                    <a:pt x="401479" y="231053"/>
                  </a:cubicBezTo>
                  <a:cubicBezTo>
                    <a:pt x="538639" y="387263"/>
                    <a:pt x="776764" y="402503"/>
                    <a:pt x="932974" y="264390"/>
                  </a:cubicBezTo>
                  <a:cubicBezTo>
                    <a:pt x="944404" y="253913"/>
                    <a:pt x="954881" y="243436"/>
                    <a:pt x="965359" y="232006"/>
                  </a:cubicBezTo>
                  <a:cubicBezTo>
                    <a:pt x="1004411" y="237721"/>
                    <a:pt x="1042511" y="251056"/>
                    <a:pt x="1076801" y="271058"/>
                  </a:cubicBezTo>
                  <a:cubicBezTo>
                    <a:pt x="1042511" y="338686"/>
                    <a:pt x="1024414" y="412981"/>
                    <a:pt x="1024414" y="489181"/>
                  </a:cubicBezTo>
                  <a:lnTo>
                    <a:pt x="1024414" y="855893"/>
                  </a:lnTo>
                  <a:lnTo>
                    <a:pt x="122396" y="85589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1FE53007-30B4-4003-81E1-5EC30BE3522B}"/>
                </a:ext>
              </a:extLst>
            </p:cNvPr>
            <p:cNvSpPr/>
            <p:nvPr/>
          </p:nvSpPr>
          <p:spPr>
            <a:xfrm>
              <a:off x="7260431" y="1917859"/>
              <a:ext cx="781050" cy="942975"/>
            </a:xfrm>
            <a:custGeom>
              <a:avLst/>
              <a:gdLst>
                <a:gd name="connsiteX0" fmla="*/ 780574 w 781050"/>
                <a:gd name="connsiteY0" fmla="*/ 558641 h 942975"/>
                <a:gd name="connsiteX1" fmla="*/ 780574 w 781050"/>
                <a:gd name="connsiteY1" fmla="*/ 393859 h 942975"/>
                <a:gd name="connsiteX2" fmla="*/ 393859 w 781050"/>
                <a:gd name="connsiteY2" fmla="*/ 7144 h 942975"/>
                <a:gd name="connsiteX3" fmla="*/ 7144 w 781050"/>
                <a:gd name="connsiteY3" fmla="*/ 393859 h 942975"/>
                <a:gd name="connsiteX4" fmla="*/ 7144 w 781050"/>
                <a:gd name="connsiteY4" fmla="*/ 558641 h 942975"/>
                <a:gd name="connsiteX5" fmla="*/ 393859 w 781050"/>
                <a:gd name="connsiteY5" fmla="*/ 945356 h 942975"/>
                <a:gd name="connsiteX6" fmla="*/ 780574 w 781050"/>
                <a:gd name="connsiteY6" fmla="*/ 558641 h 942975"/>
                <a:gd name="connsiteX7" fmla="*/ 121444 w 781050"/>
                <a:gd name="connsiteY7" fmla="*/ 558641 h 942975"/>
                <a:gd name="connsiteX8" fmla="*/ 121444 w 781050"/>
                <a:gd name="connsiteY8" fmla="*/ 393859 h 942975"/>
                <a:gd name="connsiteX9" fmla="*/ 393859 w 781050"/>
                <a:gd name="connsiteY9" fmla="*/ 121444 h 942975"/>
                <a:gd name="connsiteX10" fmla="*/ 666274 w 781050"/>
                <a:gd name="connsiteY10" fmla="*/ 393859 h 942975"/>
                <a:gd name="connsiteX11" fmla="*/ 666274 w 781050"/>
                <a:gd name="connsiteY11" fmla="*/ 393859 h 942975"/>
                <a:gd name="connsiteX12" fmla="*/ 666274 w 781050"/>
                <a:gd name="connsiteY12" fmla="*/ 558641 h 942975"/>
                <a:gd name="connsiteX13" fmla="*/ 393859 w 781050"/>
                <a:gd name="connsiteY13" fmla="*/ 831056 h 942975"/>
                <a:gd name="connsiteX14" fmla="*/ 121444 w 781050"/>
                <a:gd name="connsiteY14" fmla="*/ 558641 h 942975"/>
                <a:gd name="connsiteX15" fmla="*/ 121444 w 781050"/>
                <a:gd name="connsiteY15" fmla="*/ 558641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81050" h="942975">
                  <a:moveTo>
                    <a:pt x="780574" y="558641"/>
                  </a:moveTo>
                  <a:lnTo>
                    <a:pt x="780574" y="393859"/>
                  </a:lnTo>
                  <a:cubicBezTo>
                    <a:pt x="780574" y="180499"/>
                    <a:pt x="607219" y="7144"/>
                    <a:pt x="393859" y="7144"/>
                  </a:cubicBezTo>
                  <a:cubicBezTo>
                    <a:pt x="180499" y="7144"/>
                    <a:pt x="7144" y="179546"/>
                    <a:pt x="7144" y="393859"/>
                  </a:cubicBezTo>
                  <a:lnTo>
                    <a:pt x="7144" y="558641"/>
                  </a:lnTo>
                  <a:cubicBezTo>
                    <a:pt x="7144" y="772001"/>
                    <a:pt x="180499" y="945356"/>
                    <a:pt x="393859" y="945356"/>
                  </a:cubicBezTo>
                  <a:cubicBezTo>
                    <a:pt x="607219" y="945356"/>
                    <a:pt x="780574" y="772001"/>
                    <a:pt x="780574" y="558641"/>
                  </a:cubicBezTo>
                  <a:close/>
                  <a:moveTo>
                    <a:pt x="121444" y="558641"/>
                  </a:moveTo>
                  <a:lnTo>
                    <a:pt x="121444" y="393859"/>
                  </a:lnTo>
                  <a:cubicBezTo>
                    <a:pt x="121444" y="243364"/>
                    <a:pt x="243364" y="121444"/>
                    <a:pt x="393859" y="121444"/>
                  </a:cubicBezTo>
                  <a:cubicBezTo>
                    <a:pt x="544354" y="121444"/>
                    <a:pt x="666274" y="243364"/>
                    <a:pt x="666274" y="393859"/>
                  </a:cubicBezTo>
                  <a:cubicBezTo>
                    <a:pt x="666274" y="393859"/>
                    <a:pt x="666274" y="393859"/>
                    <a:pt x="666274" y="393859"/>
                  </a:cubicBezTo>
                  <a:lnTo>
                    <a:pt x="666274" y="558641"/>
                  </a:lnTo>
                  <a:cubicBezTo>
                    <a:pt x="666274" y="709136"/>
                    <a:pt x="544354" y="831056"/>
                    <a:pt x="393859" y="831056"/>
                  </a:cubicBezTo>
                  <a:cubicBezTo>
                    <a:pt x="243364" y="831056"/>
                    <a:pt x="121444" y="709136"/>
                    <a:pt x="121444" y="558641"/>
                  </a:cubicBezTo>
                  <a:cubicBezTo>
                    <a:pt x="121444" y="558641"/>
                    <a:pt x="121444" y="558641"/>
                    <a:pt x="121444" y="5586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C666A8D5-AF7E-40DD-87B7-1E1571F63943}"/>
                </a:ext>
              </a:extLst>
            </p:cNvPr>
            <p:cNvSpPr/>
            <p:nvPr/>
          </p:nvSpPr>
          <p:spPr>
            <a:xfrm>
              <a:off x="5055394" y="1917859"/>
              <a:ext cx="781050" cy="942975"/>
            </a:xfrm>
            <a:custGeom>
              <a:avLst/>
              <a:gdLst>
                <a:gd name="connsiteX0" fmla="*/ 781526 w 781050"/>
                <a:gd name="connsiteY0" fmla="*/ 558641 h 942975"/>
                <a:gd name="connsiteX1" fmla="*/ 781526 w 781050"/>
                <a:gd name="connsiteY1" fmla="*/ 393859 h 942975"/>
                <a:gd name="connsiteX2" fmla="*/ 394811 w 781050"/>
                <a:gd name="connsiteY2" fmla="*/ 7144 h 942975"/>
                <a:gd name="connsiteX3" fmla="*/ 7144 w 781050"/>
                <a:gd name="connsiteY3" fmla="*/ 393859 h 942975"/>
                <a:gd name="connsiteX4" fmla="*/ 7144 w 781050"/>
                <a:gd name="connsiteY4" fmla="*/ 558641 h 942975"/>
                <a:gd name="connsiteX5" fmla="*/ 393859 w 781050"/>
                <a:gd name="connsiteY5" fmla="*/ 945356 h 942975"/>
                <a:gd name="connsiteX6" fmla="*/ 781526 w 781050"/>
                <a:gd name="connsiteY6" fmla="*/ 558641 h 942975"/>
                <a:gd name="connsiteX7" fmla="*/ 121444 w 781050"/>
                <a:gd name="connsiteY7" fmla="*/ 558641 h 942975"/>
                <a:gd name="connsiteX8" fmla="*/ 121444 w 781050"/>
                <a:gd name="connsiteY8" fmla="*/ 393859 h 942975"/>
                <a:gd name="connsiteX9" fmla="*/ 393859 w 781050"/>
                <a:gd name="connsiteY9" fmla="*/ 121444 h 942975"/>
                <a:gd name="connsiteX10" fmla="*/ 666274 w 781050"/>
                <a:gd name="connsiteY10" fmla="*/ 393859 h 942975"/>
                <a:gd name="connsiteX11" fmla="*/ 666274 w 781050"/>
                <a:gd name="connsiteY11" fmla="*/ 393859 h 942975"/>
                <a:gd name="connsiteX12" fmla="*/ 666274 w 781050"/>
                <a:gd name="connsiteY12" fmla="*/ 558641 h 942975"/>
                <a:gd name="connsiteX13" fmla="*/ 393859 w 781050"/>
                <a:gd name="connsiteY13" fmla="*/ 831056 h 942975"/>
                <a:gd name="connsiteX14" fmla="*/ 121444 w 781050"/>
                <a:gd name="connsiteY14" fmla="*/ 558641 h 942975"/>
                <a:gd name="connsiteX15" fmla="*/ 121444 w 781050"/>
                <a:gd name="connsiteY15" fmla="*/ 558641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81050" h="942975">
                  <a:moveTo>
                    <a:pt x="781526" y="558641"/>
                  </a:moveTo>
                  <a:lnTo>
                    <a:pt x="781526" y="393859"/>
                  </a:lnTo>
                  <a:cubicBezTo>
                    <a:pt x="781526" y="180499"/>
                    <a:pt x="608171" y="7144"/>
                    <a:pt x="394811" y="7144"/>
                  </a:cubicBezTo>
                  <a:cubicBezTo>
                    <a:pt x="181451" y="7144"/>
                    <a:pt x="7144" y="179546"/>
                    <a:pt x="7144" y="393859"/>
                  </a:cubicBezTo>
                  <a:lnTo>
                    <a:pt x="7144" y="558641"/>
                  </a:lnTo>
                  <a:cubicBezTo>
                    <a:pt x="7144" y="772001"/>
                    <a:pt x="180499" y="945356"/>
                    <a:pt x="393859" y="945356"/>
                  </a:cubicBezTo>
                  <a:cubicBezTo>
                    <a:pt x="607219" y="945356"/>
                    <a:pt x="781526" y="772001"/>
                    <a:pt x="781526" y="558641"/>
                  </a:cubicBezTo>
                  <a:close/>
                  <a:moveTo>
                    <a:pt x="121444" y="558641"/>
                  </a:moveTo>
                  <a:lnTo>
                    <a:pt x="121444" y="393859"/>
                  </a:lnTo>
                  <a:cubicBezTo>
                    <a:pt x="121444" y="243364"/>
                    <a:pt x="243364" y="121444"/>
                    <a:pt x="393859" y="121444"/>
                  </a:cubicBezTo>
                  <a:cubicBezTo>
                    <a:pt x="544354" y="121444"/>
                    <a:pt x="666274" y="243364"/>
                    <a:pt x="666274" y="393859"/>
                  </a:cubicBezTo>
                  <a:cubicBezTo>
                    <a:pt x="666274" y="393859"/>
                    <a:pt x="666274" y="393859"/>
                    <a:pt x="666274" y="393859"/>
                  </a:cubicBezTo>
                  <a:lnTo>
                    <a:pt x="666274" y="558641"/>
                  </a:lnTo>
                  <a:cubicBezTo>
                    <a:pt x="666274" y="709136"/>
                    <a:pt x="544354" y="831056"/>
                    <a:pt x="393859" y="831056"/>
                  </a:cubicBezTo>
                  <a:cubicBezTo>
                    <a:pt x="243364" y="831056"/>
                    <a:pt x="121444" y="709136"/>
                    <a:pt x="121444" y="558641"/>
                  </a:cubicBezTo>
                  <a:cubicBezTo>
                    <a:pt x="121444" y="558641"/>
                    <a:pt x="121444" y="558641"/>
                    <a:pt x="121444" y="5586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6" name="Graphic 45">
            <a:extLst>
              <a:ext uri="{FF2B5EF4-FFF2-40B4-BE49-F238E27FC236}">
                <a16:creationId xmlns:a16="http://schemas.microsoft.com/office/drawing/2014/main" id="{F836A60D-A643-4D21-BDDA-AB0C9F26BFBB}"/>
              </a:ext>
            </a:extLst>
          </p:cNvPr>
          <p:cNvSpPr>
            <a:spLocks noChangeAspect="1"/>
          </p:cNvSpPr>
          <p:nvPr/>
        </p:nvSpPr>
        <p:spPr>
          <a:xfrm>
            <a:off x="8553887" y="1404364"/>
            <a:ext cx="572058" cy="502920"/>
          </a:xfrm>
          <a:custGeom>
            <a:avLst/>
            <a:gdLst>
              <a:gd name="connsiteX0" fmla="*/ 4742022 w 4886325"/>
              <a:gd name="connsiteY0" fmla="*/ 578644 h 4295775"/>
              <a:gd name="connsiteX1" fmla="*/ 4742022 w 4886325"/>
              <a:gd name="connsiteY1" fmla="*/ 578644 h 4295775"/>
              <a:gd name="connsiteX2" fmla="*/ 3445669 w 4886325"/>
              <a:gd name="connsiteY2" fmla="*/ 578644 h 4295775"/>
              <a:gd name="connsiteX3" fmla="*/ 3445669 w 4886325"/>
              <a:gd name="connsiteY3" fmla="*/ 435769 h 4295775"/>
              <a:gd name="connsiteX4" fmla="*/ 3017044 w 4886325"/>
              <a:gd name="connsiteY4" fmla="*/ 7144 h 4295775"/>
              <a:gd name="connsiteX5" fmla="*/ 1874044 w 4886325"/>
              <a:gd name="connsiteY5" fmla="*/ 7144 h 4295775"/>
              <a:gd name="connsiteX6" fmla="*/ 1445419 w 4886325"/>
              <a:gd name="connsiteY6" fmla="*/ 435769 h 4295775"/>
              <a:gd name="connsiteX7" fmla="*/ 1445419 w 4886325"/>
              <a:gd name="connsiteY7" fmla="*/ 578644 h 4295775"/>
              <a:gd name="connsiteX8" fmla="*/ 150019 w 4886325"/>
              <a:gd name="connsiteY8" fmla="*/ 578644 h 4295775"/>
              <a:gd name="connsiteX9" fmla="*/ 7144 w 4886325"/>
              <a:gd name="connsiteY9" fmla="*/ 721519 h 4295775"/>
              <a:gd name="connsiteX10" fmla="*/ 7144 w 4886325"/>
              <a:gd name="connsiteY10" fmla="*/ 3864769 h 4295775"/>
              <a:gd name="connsiteX11" fmla="*/ 435769 w 4886325"/>
              <a:gd name="connsiteY11" fmla="*/ 4293394 h 4295775"/>
              <a:gd name="connsiteX12" fmla="*/ 4455319 w 4886325"/>
              <a:gd name="connsiteY12" fmla="*/ 4293394 h 4295775"/>
              <a:gd name="connsiteX13" fmla="*/ 4883944 w 4886325"/>
              <a:gd name="connsiteY13" fmla="*/ 3864769 h 4295775"/>
              <a:gd name="connsiteX14" fmla="*/ 4883944 w 4886325"/>
              <a:gd name="connsiteY14" fmla="*/ 724376 h 4295775"/>
              <a:gd name="connsiteX15" fmla="*/ 4883944 w 4886325"/>
              <a:gd name="connsiteY15" fmla="*/ 723424 h 4295775"/>
              <a:gd name="connsiteX16" fmla="*/ 4742022 w 4886325"/>
              <a:gd name="connsiteY16" fmla="*/ 578644 h 4295775"/>
              <a:gd name="connsiteX17" fmla="*/ 1731169 w 4886325"/>
              <a:gd name="connsiteY17" fmla="*/ 435769 h 4295775"/>
              <a:gd name="connsiteX18" fmla="*/ 1874044 w 4886325"/>
              <a:gd name="connsiteY18" fmla="*/ 292894 h 4295775"/>
              <a:gd name="connsiteX19" fmla="*/ 3017044 w 4886325"/>
              <a:gd name="connsiteY19" fmla="*/ 292894 h 4295775"/>
              <a:gd name="connsiteX20" fmla="*/ 3159919 w 4886325"/>
              <a:gd name="connsiteY20" fmla="*/ 435769 h 4295775"/>
              <a:gd name="connsiteX21" fmla="*/ 3159919 w 4886325"/>
              <a:gd name="connsiteY21" fmla="*/ 578644 h 4295775"/>
              <a:gd name="connsiteX22" fmla="*/ 1731169 w 4886325"/>
              <a:gd name="connsiteY22" fmla="*/ 578644 h 4295775"/>
              <a:gd name="connsiteX23" fmla="*/ 1731169 w 4886325"/>
              <a:gd name="connsiteY23" fmla="*/ 435769 h 4295775"/>
              <a:gd name="connsiteX24" fmla="*/ 4542949 w 4886325"/>
              <a:gd name="connsiteY24" fmla="*/ 864394 h 4295775"/>
              <a:gd name="connsiteX25" fmla="*/ 4099084 w 4886325"/>
              <a:gd name="connsiteY25" fmla="*/ 2195036 h 4295775"/>
              <a:gd name="connsiteX26" fmla="*/ 3963829 w 4886325"/>
              <a:gd name="connsiteY26" fmla="*/ 2293144 h 4295775"/>
              <a:gd name="connsiteX27" fmla="*/ 3159919 w 4886325"/>
              <a:gd name="connsiteY27" fmla="*/ 2293144 h 4295775"/>
              <a:gd name="connsiteX28" fmla="*/ 3159919 w 4886325"/>
              <a:gd name="connsiteY28" fmla="*/ 2150269 h 4295775"/>
              <a:gd name="connsiteX29" fmla="*/ 3017044 w 4886325"/>
              <a:gd name="connsiteY29" fmla="*/ 2007394 h 4295775"/>
              <a:gd name="connsiteX30" fmla="*/ 1874044 w 4886325"/>
              <a:gd name="connsiteY30" fmla="*/ 2007394 h 4295775"/>
              <a:gd name="connsiteX31" fmla="*/ 1731169 w 4886325"/>
              <a:gd name="connsiteY31" fmla="*/ 2150269 h 4295775"/>
              <a:gd name="connsiteX32" fmla="*/ 1731169 w 4886325"/>
              <a:gd name="connsiteY32" fmla="*/ 2293144 h 4295775"/>
              <a:gd name="connsiteX33" fmla="*/ 927259 w 4886325"/>
              <a:gd name="connsiteY33" fmla="*/ 2293144 h 4295775"/>
              <a:gd name="connsiteX34" fmla="*/ 792004 w 4886325"/>
              <a:gd name="connsiteY34" fmla="*/ 2195036 h 4295775"/>
              <a:gd name="connsiteX35" fmla="*/ 348139 w 4886325"/>
              <a:gd name="connsiteY35" fmla="*/ 864394 h 4295775"/>
              <a:gd name="connsiteX36" fmla="*/ 4542949 w 4886325"/>
              <a:gd name="connsiteY36" fmla="*/ 864394 h 4295775"/>
              <a:gd name="connsiteX37" fmla="*/ 2874169 w 4886325"/>
              <a:gd name="connsiteY37" fmla="*/ 2293144 h 4295775"/>
              <a:gd name="connsiteX38" fmla="*/ 2874169 w 4886325"/>
              <a:gd name="connsiteY38" fmla="*/ 2578894 h 4295775"/>
              <a:gd name="connsiteX39" fmla="*/ 2016919 w 4886325"/>
              <a:gd name="connsiteY39" fmla="*/ 2578894 h 4295775"/>
              <a:gd name="connsiteX40" fmla="*/ 2016919 w 4886325"/>
              <a:gd name="connsiteY40" fmla="*/ 2293144 h 4295775"/>
              <a:gd name="connsiteX41" fmla="*/ 2874169 w 4886325"/>
              <a:gd name="connsiteY41" fmla="*/ 2293144 h 4295775"/>
              <a:gd name="connsiteX42" fmla="*/ 4598194 w 4886325"/>
              <a:gd name="connsiteY42" fmla="*/ 3864769 h 4295775"/>
              <a:gd name="connsiteX43" fmla="*/ 4455319 w 4886325"/>
              <a:gd name="connsiteY43" fmla="*/ 4007644 h 4295775"/>
              <a:gd name="connsiteX44" fmla="*/ 435769 w 4886325"/>
              <a:gd name="connsiteY44" fmla="*/ 4007644 h 4295775"/>
              <a:gd name="connsiteX45" fmla="*/ 292894 w 4886325"/>
              <a:gd name="connsiteY45" fmla="*/ 3864769 h 4295775"/>
              <a:gd name="connsiteX46" fmla="*/ 292894 w 4886325"/>
              <a:gd name="connsiteY46" fmla="*/ 1601629 h 4295775"/>
              <a:gd name="connsiteX47" fmla="*/ 520541 w 4886325"/>
              <a:gd name="connsiteY47" fmla="*/ 2285524 h 4295775"/>
              <a:gd name="connsiteX48" fmla="*/ 927259 w 4886325"/>
              <a:gd name="connsiteY48" fmla="*/ 2578894 h 4295775"/>
              <a:gd name="connsiteX49" fmla="*/ 1731169 w 4886325"/>
              <a:gd name="connsiteY49" fmla="*/ 2578894 h 4295775"/>
              <a:gd name="connsiteX50" fmla="*/ 1731169 w 4886325"/>
              <a:gd name="connsiteY50" fmla="*/ 2721769 h 4295775"/>
              <a:gd name="connsiteX51" fmla="*/ 1874044 w 4886325"/>
              <a:gd name="connsiteY51" fmla="*/ 2864644 h 4295775"/>
              <a:gd name="connsiteX52" fmla="*/ 3017044 w 4886325"/>
              <a:gd name="connsiteY52" fmla="*/ 2864644 h 4295775"/>
              <a:gd name="connsiteX53" fmla="*/ 3159919 w 4886325"/>
              <a:gd name="connsiteY53" fmla="*/ 2721769 h 4295775"/>
              <a:gd name="connsiteX54" fmla="*/ 3159919 w 4886325"/>
              <a:gd name="connsiteY54" fmla="*/ 2578894 h 4295775"/>
              <a:gd name="connsiteX55" fmla="*/ 3963829 w 4886325"/>
              <a:gd name="connsiteY55" fmla="*/ 2578894 h 4295775"/>
              <a:gd name="connsiteX56" fmla="*/ 4370547 w 4886325"/>
              <a:gd name="connsiteY56" fmla="*/ 2285524 h 4295775"/>
              <a:gd name="connsiteX57" fmla="*/ 4598194 w 4886325"/>
              <a:gd name="connsiteY57" fmla="*/ 1601629 h 4295775"/>
              <a:gd name="connsiteX58" fmla="*/ 4598194 w 4886325"/>
              <a:gd name="connsiteY58" fmla="*/ 3864769 h 429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886325" h="4295775">
                <a:moveTo>
                  <a:pt x="4742022" y="578644"/>
                </a:moveTo>
                <a:cubicBezTo>
                  <a:pt x="4742022" y="578644"/>
                  <a:pt x="4741069" y="578644"/>
                  <a:pt x="4742022" y="578644"/>
                </a:cubicBezTo>
                <a:lnTo>
                  <a:pt x="3445669" y="578644"/>
                </a:lnTo>
                <a:lnTo>
                  <a:pt x="3445669" y="435769"/>
                </a:lnTo>
                <a:cubicBezTo>
                  <a:pt x="3445669" y="199549"/>
                  <a:pt x="3253264" y="7144"/>
                  <a:pt x="3017044" y="7144"/>
                </a:cubicBezTo>
                <a:lnTo>
                  <a:pt x="1874044" y="7144"/>
                </a:lnTo>
                <a:cubicBezTo>
                  <a:pt x="1637824" y="7144"/>
                  <a:pt x="1445419" y="199549"/>
                  <a:pt x="1445419" y="435769"/>
                </a:cubicBezTo>
                <a:lnTo>
                  <a:pt x="1445419" y="578644"/>
                </a:lnTo>
                <a:lnTo>
                  <a:pt x="150019" y="578644"/>
                </a:lnTo>
                <a:cubicBezTo>
                  <a:pt x="70009" y="578644"/>
                  <a:pt x="7144" y="643414"/>
                  <a:pt x="7144" y="721519"/>
                </a:cubicBezTo>
                <a:lnTo>
                  <a:pt x="7144" y="3864769"/>
                </a:lnTo>
                <a:cubicBezTo>
                  <a:pt x="7144" y="4100989"/>
                  <a:pt x="199549" y="4293394"/>
                  <a:pt x="435769" y="4293394"/>
                </a:cubicBezTo>
                <a:lnTo>
                  <a:pt x="4455319" y="4293394"/>
                </a:lnTo>
                <a:cubicBezTo>
                  <a:pt x="4691539" y="4293394"/>
                  <a:pt x="4883944" y="4100989"/>
                  <a:pt x="4883944" y="3864769"/>
                </a:cubicBezTo>
                <a:lnTo>
                  <a:pt x="4883944" y="724376"/>
                </a:lnTo>
                <a:cubicBezTo>
                  <a:pt x="4883944" y="724376"/>
                  <a:pt x="4883944" y="724376"/>
                  <a:pt x="4883944" y="723424"/>
                </a:cubicBezTo>
                <a:cubicBezTo>
                  <a:pt x="4878229" y="630079"/>
                  <a:pt x="4821079" y="579596"/>
                  <a:pt x="4742022" y="578644"/>
                </a:cubicBezTo>
                <a:close/>
                <a:moveTo>
                  <a:pt x="1731169" y="435769"/>
                </a:moveTo>
                <a:cubicBezTo>
                  <a:pt x="1731169" y="356711"/>
                  <a:pt x="1794986" y="292894"/>
                  <a:pt x="1874044" y="292894"/>
                </a:cubicBezTo>
                <a:lnTo>
                  <a:pt x="3017044" y="292894"/>
                </a:lnTo>
                <a:cubicBezTo>
                  <a:pt x="3096101" y="292894"/>
                  <a:pt x="3159919" y="356711"/>
                  <a:pt x="3159919" y="435769"/>
                </a:cubicBezTo>
                <a:lnTo>
                  <a:pt x="3159919" y="578644"/>
                </a:lnTo>
                <a:lnTo>
                  <a:pt x="1731169" y="578644"/>
                </a:lnTo>
                <a:lnTo>
                  <a:pt x="1731169" y="435769"/>
                </a:lnTo>
                <a:close/>
                <a:moveTo>
                  <a:pt x="4542949" y="864394"/>
                </a:moveTo>
                <a:lnTo>
                  <a:pt x="4099084" y="2195036"/>
                </a:lnTo>
                <a:cubicBezTo>
                  <a:pt x="4080034" y="2253139"/>
                  <a:pt x="4024789" y="2293144"/>
                  <a:pt x="3963829" y="2293144"/>
                </a:cubicBezTo>
                <a:lnTo>
                  <a:pt x="3159919" y="2293144"/>
                </a:lnTo>
                <a:lnTo>
                  <a:pt x="3159919" y="2150269"/>
                </a:lnTo>
                <a:cubicBezTo>
                  <a:pt x="3159919" y="2071211"/>
                  <a:pt x="3096101" y="2007394"/>
                  <a:pt x="3017044" y="2007394"/>
                </a:cubicBezTo>
                <a:lnTo>
                  <a:pt x="1874044" y="2007394"/>
                </a:lnTo>
                <a:cubicBezTo>
                  <a:pt x="1794986" y="2007394"/>
                  <a:pt x="1731169" y="2071211"/>
                  <a:pt x="1731169" y="2150269"/>
                </a:cubicBezTo>
                <a:lnTo>
                  <a:pt x="1731169" y="2293144"/>
                </a:lnTo>
                <a:lnTo>
                  <a:pt x="927259" y="2293144"/>
                </a:lnTo>
                <a:cubicBezTo>
                  <a:pt x="865346" y="2293144"/>
                  <a:pt x="811054" y="2254091"/>
                  <a:pt x="792004" y="2195036"/>
                </a:cubicBezTo>
                <a:lnTo>
                  <a:pt x="348139" y="864394"/>
                </a:lnTo>
                <a:lnTo>
                  <a:pt x="4542949" y="864394"/>
                </a:lnTo>
                <a:close/>
                <a:moveTo>
                  <a:pt x="2874169" y="2293144"/>
                </a:moveTo>
                <a:lnTo>
                  <a:pt x="2874169" y="2578894"/>
                </a:lnTo>
                <a:lnTo>
                  <a:pt x="2016919" y="2578894"/>
                </a:lnTo>
                <a:lnTo>
                  <a:pt x="2016919" y="2293144"/>
                </a:lnTo>
                <a:lnTo>
                  <a:pt x="2874169" y="2293144"/>
                </a:lnTo>
                <a:close/>
                <a:moveTo>
                  <a:pt x="4598194" y="3864769"/>
                </a:moveTo>
                <a:cubicBezTo>
                  <a:pt x="4598194" y="3943826"/>
                  <a:pt x="4534376" y="4007644"/>
                  <a:pt x="4455319" y="4007644"/>
                </a:cubicBezTo>
                <a:lnTo>
                  <a:pt x="435769" y="4007644"/>
                </a:lnTo>
                <a:cubicBezTo>
                  <a:pt x="356711" y="4007644"/>
                  <a:pt x="292894" y="3943826"/>
                  <a:pt x="292894" y="3864769"/>
                </a:cubicBezTo>
                <a:lnTo>
                  <a:pt x="292894" y="1601629"/>
                </a:lnTo>
                <a:lnTo>
                  <a:pt x="520541" y="2285524"/>
                </a:lnTo>
                <a:cubicBezTo>
                  <a:pt x="578644" y="2460784"/>
                  <a:pt x="742474" y="2578894"/>
                  <a:pt x="927259" y="2578894"/>
                </a:cubicBezTo>
                <a:lnTo>
                  <a:pt x="1731169" y="2578894"/>
                </a:lnTo>
                <a:lnTo>
                  <a:pt x="1731169" y="2721769"/>
                </a:lnTo>
                <a:cubicBezTo>
                  <a:pt x="1731169" y="2800826"/>
                  <a:pt x="1794986" y="2864644"/>
                  <a:pt x="1874044" y="2864644"/>
                </a:cubicBezTo>
                <a:lnTo>
                  <a:pt x="3017044" y="2864644"/>
                </a:lnTo>
                <a:cubicBezTo>
                  <a:pt x="3096101" y="2864644"/>
                  <a:pt x="3159919" y="2800826"/>
                  <a:pt x="3159919" y="2721769"/>
                </a:cubicBezTo>
                <a:lnTo>
                  <a:pt x="3159919" y="2578894"/>
                </a:lnTo>
                <a:lnTo>
                  <a:pt x="3963829" y="2578894"/>
                </a:lnTo>
                <a:cubicBezTo>
                  <a:pt x="4148614" y="2578894"/>
                  <a:pt x="4312444" y="2460784"/>
                  <a:pt x="4370547" y="2285524"/>
                </a:cubicBezTo>
                <a:lnTo>
                  <a:pt x="4598194" y="1601629"/>
                </a:lnTo>
                <a:lnTo>
                  <a:pt x="4598194" y="3864769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87" name="Graphic 46">
            <a:extLst>
              <a:ext uri="{FF2B5EF4-FFF2-40B4-BE49-F238E27FC236}">
                <a16:creationId xmlns:a16="http://schemas.microsoft.com/office/drawing/2014/main" id="{E7A6710D-C16B-4695-BE98-42F95271AA96}"/>
              </a:ext>
            </a:extLst>
          </p:cNvPr>
          <p:cNvGrpSpPr>
            <a:grpSpLocks noChangeAspect="1"/>
          </p:cNvGrpSpPr>
          <p:nvPr/>
        </p:nvGrpSpPr>
        <p:grpSpPr>
          <a:xfrm>
            <a:off x="9815896" y="1404364"/>
            <a:ext cx="502920" cy="502920"/>
            <a:chOff x="4114800" y="1447800"/>
            <a:chExt cx="487680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49751C9-DF38-4A36-9D8F-71DFC5F09EE8}"/>
                </a:ext>
              </a:extLst>
            </p:cNvPr>
            <p:cNvSpPr/>
            <p:nvPr/>
          </p:nvSpPr>
          <p:spPr>
            <a:xfrm>
              <a:off x="6186726" y="4586526"/>
              <a:ext cx="200025" cy="200025"/>
            </a:xfrm>
            <a:custGeom>
              <a:avLst/>
              <a:gdLst>
                <a:gd name="connsiteX0" fmla="*/ 169307 w 200025"/>
                <a:gd name="connsiteY0" fmla="*/ 169307 h 200025"/>
                <a:gd name="connsiteX1" fmla="*/ 169307 w 200025"/>
                <a:gd name="connsiteY1" fmla="*/ 35005 h 200025"/>
                <a:gd name="connsiteX2" fmla="*/ 35004 w 200025"/>
                <a:gd name="connsiteY2" fmla="*/ 35005 h 200025"/>
                <a:gd name="connsiteX3" fmla="*/ 35004 w 200025"/>
                <a:gd name="connsiteY3" fmla="*/ 169307 h 200025"/>
                <a:gd name="connsiteX4" fmla="*/ 169307 w 200025"/>
                <a:gd name="connsiteY4" fmla="*/ 169307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00025">
                  <a:moveTo>
                    <a:pt x="169307" y="169307"/>
                  </a:moveTo>
                  <a:cubicBezTo>
                    <a:pt x="206454" y="132159"/>
                    <a:pt x="206454" y="72152"/>
                    <a:pt x="169307" y="35005"/>
                  </a:cubicBezTo>
                  <a:cubicBezTo>
                    <a:pt x="132159" y="-2143"/>
                    <a:pt x="72152" y="-2143"/>
                    <a:pt x="35004" y="35005"/>
                  </a:cubicBezTo>
                  <a:cubicBezTo>
                    <a:pt x="-2143" y="72152"/>
                    <a:pt x="-2143" y="132159"/>
                    <a:pt x="35004" y="169307"/>
                  </a:cubicBezTo>
                  <a:cubicBezTo>
                    <a:pt x="72152" y="206455"/>
                    <a:pt x="132159" y="206455"/>
                    <a:pt x="169307" y="16930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3045C53-693C-4ED9-9267-2BF5408EF0AC}"/>
                </a:ext>
              </a:extLst>
            </p:cNvPr>
            <p:cNvSpPr/>
            <p:nvPr/>
          </p:nvSpPr>
          <p:spPr>
            <a:xfrm>
              <a:off x="5897404" y="1440656"/>
              <a:ext cx="2105025" cy="2105025"/>
            </a:xfrm>
            <a:custGeom>
              <a:avLst/>
              <a:gdLst>
                <a:gd name="connsiteX0" fmla="*/ 7144 w 2105025"/>
                <a:gd name="connsiteY0" fmla="*/ 1054894 h 2105025"/>
                <a:gd name="connsiteX1" fmla="*/ 1054894 w 2105025"/>
                <a:gd name="connsiteY1" fmla="*/ 2102644 h 2105025"/>
                <a:gd name="connsiteX2" fmla="*/ 2102644 w 2105025"/>
                <a:gd name="connsiteY2" fmla="*/ 1054894 h 2105025"/>
                <a:gd name="connsiteX3" fmla="*/ 1054894 w 2105025"/>
                <a:gd name="connsiteY3" fmla="*/ 7144 h 2105025"/>
                <a:gd name="connsiteX4" fmla="*/ 7144 w 2105025"/>
                <a:gd name="connsiteY4" fmla="*/ 1054894 h 2105025"/>
                <a:gd name="connsiteX5" fmla="*/ 1912144 w 2105025"/>
                <a:gd name="connsiteY5" fmla="*/ 1054894 h 2105025"/>
                <a:gd name="connsiteX6" fmla="*/ 1054894 w 2105025"/>
                <a:gd name="connsiteY6" fmla="*/ 1912144 h 2105025"/>
                <a:gd name="connsiteX7" fmla="*/ 197644 w 2105025"/>
                <a:gd name="connsiteY7" fmla="*/ 1054894 h 2105025"/>
                <a:gd name="connsiteX8" fmla="*/ 1054894 w 2105025"/>
                <a:gd name="connsiteY8" fmla="*/ 197644 h 2105025"/>
                <a:gd name="connsiteX9" fmla="*/ 1912144 w 2105025"/>
                <a:gd name="connsiteY9" fmla="*/ 1054894 h 2105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05025" h="2105025">
                  <a:moveTo>
                    <a:pt x="7144" y="1054894"/>
                  </a:moveTo>
                  <a:cubicBezTo>
                    <a:pt x="7144" y="1632109"/>
                    <a:pt x="476726" y="2102644"/>
                    <a:pt x="1054894" y="2102644"/>
                  </a:cubicBezTo>
                  <a:cubicBezTo>
                    <a:pt x="1633061" y="2102644"/>
                    <a:pt x="2102644" y="1633061"/>
                    <a:pt x="2102644" y="1054894"/>
                  </a:cubicBezTo>
                  <a:cubicBezTo>
                    <a:pt x="2102644" y="476726"/>
                    <a:pt x="1633061" y="7144"/>
                    <a:pt x="1054894" y="7144"/>
                  </a:cubicBezTo>
                  <a:cubicBezTo>
                    <a:pt x="476726" y="7144"/>
                    <a:pt x="7144" y="476726"/>
                    <a:pt x="7144" y="1054894"/>
                  </a:cubicBezTo>
                  <a:close/>
                  <a:moveTo>
                    <a:pt x="1912144" y="1054894"/>
                  </a:moveTo>
                  <a:cubicBezTo>
                    <a:pt x="1912144" y="1527334"/>
                    <a:pt x="1527334" y="1912144"/>
                    <a:pt x="1054894" y="1912144"/>
                  </a:cubicBezTo>
                  <a:cubicBezTo>
                    <a:pt x="582454" y="1912144"/>
                    <a:pt x="197644" y="1527334"/>
                    <a:pt x="197644" y="1054894"/>
                  </a:cubicBezTo>
                  <a:cubicBezTo>
                    <a:pt x="197644" y="582454"/>
                    <a:pt x="582454" y="197644"/>
                    <a:pt x="1054894" y="197644"/>
                  </a:cubicBezTo>
                  <a:cubicBezTo>
                    <a:pt x="1527334" y="197644"/>
                    <a:pt x="1912144" y="582454"/>
                    <a:pt x="1912144" y="1054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5826F85C-640A-428E-B5F3-9381DC484B81}"/>
                </a:ext>
              </a:extLst>
            </p:cNvPr>
            <p:cNvSpPr/>
            <p:nvPr/>
          </p:nvSpPr>
          <p:spPr>
            <a:xfrm>
              <a:off x="4107418" y="3461944"/>
              <a:ext cx="4886325" cy="2867025"/>
            </a:xfrm>
            <a:custGeom>
              <a:avLst/>
              <a:gdLst>
                <a:gd name="connsiteX0" fmla="*/ 1104662 w 4886325"/>
                <a:gd name="connsiteY0" fmla="*/ 2834081 h 2867025"/>
                <a:gd name="connsiteX1" fmla="*/ 1238964 w 4886325"/>
                <a:gd name="connsiteY1" fmla="*/ 2835034 h 2867025"/>
                <a:gd name="connsiteX2" fmla="*/ 1700927 w 4886325"/>
                <a:gd name="connsiteY2" fmla="*/ 2379738 h 2867025"/>
                <a:gd name="connsiteX3" fmla="*/ 1768554 w 4886325"/>
                <a:gd name="connsiteY3" fmla="*/ 2084463 h 2867025"/>
                <a:gd name="connsiteX4" fmla="*/ 1867614 w 4886325"/>
                <a:gd name="connsiteY4" fmla="*/ 1988261 h 2867025"/>
                <a:gd name="connsiteX5" fmla="*/ 2065734 w 4886325"/>
                <a:gd name="connsiteY5" fmla="*/ 1908251 h 2867025"/>
                <a:gd name="connsiteX6" fmla="*/ 3331607 w 4886325"/>
                <a:gd name="connsiteY6" fmla="*/ 1908251 h 2867025"/>
                <a:gd name="connsiteX7" fmla="*/ 3929777 w 4886325"/>
                <a:gd name="connsiteY7" fmla="*/ 1665363 h 2867025"/>
                <a:gd name="connsiteX8" fmla="*/ 4793695 w 4886325"/>
                <a:gd name="connsiteY8" fmla="*/ 633806 h 2867025"/>
                <a:gd name="connsiteX9" fmla="*/ 4747975 w 4886325"/>
                <a:gd name="connsiteY9" fmla="*/ 96596 h 2867025"/>
                <a:gd name="connsiteX10" fmla="*/ 4213622 w 4886325"/>
                <a:gd name="connsiteY10" fmla="*/ 139458 h 2867025"/>
                <a:gd name="connsiteX11" fmla="*/ 3651647 w 4886325"/>
                <a:gd name="connsiteY11" fmla="*/ 716674 h 2867025"/>
                <a:gd name="connsiteX12" fmla="*/ 3355419 w 4886325"/>
                <a:gd name="connsiteY12" fmla="*/ 574751 h 2867025"/>
                <a:gd name="connsiteX13" fmla="*/ 2293382 w 4886325"/>
                <a:gd name="connsiteY13" fmla="*/ 574751 h 2867025"/>
                <a:gd name="connsiteX14" fmla="*/ 1816179 w 4886325"/>
                <a:gd name="connsiteY14" fmla="*/ 479501 h 2867025"/>
                <a:gd name="connsiteX15" fmla="*/ 742712 w 4886325"/>
                <a:gd name="connsiteY15" fmla="*/ 1088149 h 2867025"/>
                <a:gd name="connsiteX16" fmla="*/ 488394 w 4886325"/>
                <a:gd name="connsiteY16" fmla="*/ 1167206 h 2867025"/>
                <a:gd name="connsiteX17" fmla="*/ 35004 w 4886325"/>
                <a:gd name="connsiteY17" fmla="*/ 1622501 h 2867025"/>
                <a:gd name="connsiteX18" fmla="*/ 35004 w 4886325"/>
                <a:gd name="connsiteY18" fmla="*/ 1756803 h 2867025"/>
                <a:gd name="connsiteX19" fmla="*/ 1104662 w 4886325"/>
                <a:gd name="connsiteY19" fmla="*/ 2834081 h 2867025"/>
                <a:gd name="connsiteX20" fmla="*/ 1816179 w 4886325"/>
                <a:gd name="connsiteY20" fmla="*/ 670953 h 2867025"/>
                <a:gd name="connsiteX21" fmla="*/ 2235279 w 4886325"/>
                <a:gd name="connsiteY21" fmla="*/ 758583 h 2867025"/>
                <a:gd name="connsiteX22" fmla="*/ 2273379 w 4886325"/>
                <a:gd name="connsiteY22" fmla="*/ 766203 h 2867025"/>
                <a:gd name="connsiteX23" fmla="*/ 3354467 w 4886325"/>
                <a:gd name="connsiteY23" fmla="*/ 766203 h 2867025"/>
                <a:gd name="connsiteX24" fmla="*/ 3544967 w 4886325"/>
                <a:gd name="connsiteY24" fmla="*/ 956703 h 2867025"/>
                <a:gd name="connsiteX25" fmla="*/ 3354467 w 4886325"/>
                <a:gd name="connsiteY25" fmla="*/ 1147203 h 2867025"/>
                <a:gd name="connsiteX26" fmla="*/ 2577227 w 4886325"/>
                <a:gd name="connsiteY26" fmla="*/ 1147203 h 2867025"/>
                <a:gd name="connsiteX27" fmla="*/ 2481977 w 4886325"/>
                <a:gd name="connsiteY27" fmla="*/ 1242453 h 2867025"/>
                <a:gd name="connsiteX28" fmla="*/ 2577227 w 4886325"/>
                <a:gd name="connsiteY28" fmla="*/ 1337703 h 2867025"/>
                <a:gd name="connsiteX29" fmla="*/ 3354467 w 4886325"/>
                <a:gd name="connsiteY29" fmla="*/ 1337703 h 2867025"/>
                <a:gd name="connsiteX30" fmla="*/ 3735467 w 4886325"/>
                <a:gd name="connsiteY30" fmla="*/ 956703 h 2867025"/>
                <a:gd name="connsiteX31" fmla="*/ 3731657 w 4886325"/>
                <a:gd name="connsiteY31" fmla="*/ 907174 h 2867025"/>
                <a:gd name="connsiteX32" fmla="*/ 4355545 w 4886325"/>
                <a:gd name="connsiteY32" fmla="*/ 266141 h 2867025"/>
                <a:gd name="connsiteX33" fmla="*/ 4624150 w 4886325"/>
                <a:gd name="connsiteY33" fmla="*/ 243281 h 2867025"/>
                <a:gd name="connsiteX34" fmla="*/ 4646057 w 4886325"/>
                <a:gd name="connsiteY34" fmla="*/ 511886 h 2867025"/>
                <a:gd name="connsiteX35" fmla="*/ 3791664 w 4886325"/>
                <a:gd name="connsiteY35" fmla="*/ 1532966 h 2867025"/>
                <a:gd name="connsiteX36" fmla="*/ 3329702 w 4886325"/>
                <a:gd name="connsiteY36" fmla="*/ 1718703 h 2867025"/>
                <a:gd name="connsiteX37" fmla="*/ 2065734 w 4886325"/>
                <a:gd name="connsiteY37" fmla="*/ 1718703 h 2867025"/>
                <a:gd name="connsiteX38" fmla="*/ 1735217 w 4886325"/>
                <a:gd name="connsiteY38" fmla="*/ 1852053 h 2867025"/>
                <a:gd name="connsiteX39" fmla="*/ 1654254 w 4886325"/>
                <a:gd name="connsiteY39" fmla="*/ 1930158 h 2867025"/>
                <a:gd name="connsiteX40" fmla="*/ 908447 w 4886325"/>
                <a:gd name="connsiteY40" fmla="*/ 1184351 h 2867025"/>
                <a:gd name="connsiteX41" fmla="*/ 1816179 w 4886325"/>
                <a:gd name="connsiteY41" fmla="*/ 670953 h 2867025"/>
                <a:gd name="connsiteX42" fmla="*/ 622697 w 4886325"/>
                <a:gd name="connsiteY42" fmla="*/ 1303413 h 2867025"/>
                <a:gd name="connsiteX43" fmla="*/ 740807 w 4886325"/>
                <a:gd name="connsiteY43" fmla="*/ 1290078 h 2867025"/>
                <a:gd name="connsiteX44" fmla="*/ 1565672 w 4886325"/>
                <a:gd name="connsiteY44" fmla="*/ 2111134 h 2867025"/>
                <a:gd name="connsiteX45" fmla="*/ 1566624 w 4886325"/>
                <a:gd name="connsiteY45" fmla="*/ 2245436 h 2867025"/>
                <a:gd name="connsiteX46" fmla="*/ 1173242 w 4886325"/>
                <a:gd name="connsiteY46" fmla="*/ 2633103 h 2867025"/>
                <a:gd name="connsiteX47" fmla="*/ 237887 w 4886325"/>
                <a:gd name="connsiteY47" fmla="*/ 1690128 h 2867025"/>
                <a:gd name="connsiteX48" fmla="*/ 622697 w 4886325"/>
                <a:gd name="connsiteY48" fmla="*/ 1303413 h 286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886325" h="2867025">
                  <a:moveTo>
                    <a:pt x="1104662" y="2834081"/>
                  </a:moveTo>
                  <a:cubicBezTo>
                    <a:pt x="1141809" y="2871229"/>
                    <a:pt x="1201817" y="2871229"/>
                    <a:pt x="1238964" y="2835034"/>
                  </a:cubicBezTo>
                  <a:lnTo>
                    <a:pt x="1700927" y="2379738"/>
                  </a:lnTo>
                  <a:cubicBezTo>
                    <a:pt x="1779032" y="2301634"/>
                    <a:pt x="1802844" y="2185428"/>
                    <a:pt x="1768554" y="2084463"/>
                  </a:cubicBezTo>
                  <a:lnTo>
                    <a:pt x="1867614" y="1988261"/>
                  </a:lnTo>
                  <a:cubicBezTo>
                    <a:pt x="1920954" y="1936826"/>
                    <a:pt x="1991439" y="1908251"/>
                    <a:pt x="2065734" y="1908251"/>
                  </a:cubicBezTo>
                  <a:lnTo>
                    <a:pt x="3331607" y="1908251"/>
                  </a:lnTo>
                  <a:cubicBezTo>
                    <a:pt x="3556397" y="1908251"/>
                    <a:pt x="3768804" y="1821574"/>
                    <a:pt x="3929777" y="1665363"/>
                  </a:cubicBezTo>
                  <a:cubicBezTo>
                    <a:pt x="3936444" y="1658696"/>
                    <a:pt x="3879294" y="1726324"/>
                    <a:pt x="4793695" y="633806"/>
                  </a:cubicBezTo>
                  <a:cubicBezTo>
                    <a:pt x="4928950" y="473786"/>
                    <a:pt x="4908947" y="232803"/>
                    <a:pt x="4747975" y="96596"/>
                  </a:cubicBezTo>
                  <a:cubicBezTo>
                    <a:pt x="4588907" y="-37707"/>
                    <a:pt x="4349830" y="-18657"/>
                    <a:pt x="4213622" y="139458"/>
                  </a:cubicBezTo>
                  <a:lnTo>
                    <a:pt x="3651647" y="716674"/>
                  </a:lnTo>
                  <a:cubicBezTo>
                    <a:pt x="3581162" y="629043"/>
                    <a:pt x="3472577" y="574751"/>
                    <a:pt x="3355419" y="574751"/>
                  </a:cubicBezTo>
                  <a:lnTo>
                    <a:pt x="2293382" y="574751"/>
                  </a:lnTo>
                  <a:cubicBezTo>
                    <a:pt x="2141935" y="511886"/>
                    <a:pt x="1981914" y="479501"/>
                    <a:pt x="1816179" y="479501"/>
                  </a:cubicBezTo>
                  <a:cubicBezTo>
                    <a:pt x="1358027" y="479501"/>
                    <a:pt x="957024" y="690956"/>
                    <a:pt x="742712" y="1088149"/>
                  </a:cubicBezTo>
                  <a:cubicBezTo>
                    <a:pt x="652224" y="1071003"/>
                    <a:pt x="556974" y="1098626"/>
                    <a:pt x="488394" y="1167206"/>
                  </a:cubicBezTo>
                  <a:lnTo>
                    <a:pt x="35004" y="1622501"/>
                  </a:lnTo>
                  <a:cubicBezTo>
                    <a:pt x="-2143" y="1659649"/>
                    <a:pt x="-2143" y="1719656"/>
                    <a:pt x="35004" y="1756803"/>
                  </a:cubicBezTo>
                  <a:lnTo>
                    <a:pt x="1104662" y="2834081"/>
                  </a:lnTo>
                  <a:close/>
                  <a:moveTo>
                    <a:pt x="1816179" y="670953"/>
                  </a:moveTo>
                  <a:cubicBezTo>
                    <a:pt x="1961912" y="670953"/>
                    <a:pt x="2102882" y="700481"/>
                    <a:pt x="2235279" y="758583"/>
                  </a:cubicBezTo>
                  <a:cubicBezTo>
                    <a:pt x="2247662" y="764299"/>
                    <a:pt x="2260044" y="766203"/>
                    <a:pt x="2273379" y="766203"/>
                  </a:cubicBezTo>
                  <a:lnTo>
                    <a:pt x="3354467" y="766203"/>
                  </a:lnTo>
                  <a:cubicBezTo>
                    <a:pt x="3457337" y="766203"/>
                    <a:pt x="3544967" y="850024"/>
                    <a:pt x="3544967" y="956703"/>
                  </a:cubicBezTo>
                  <a:cubicBezTo>
                    <a:pt x="3544967" y="1061478"/>
                    <a:pt x="3459242" y="1147203"/>
                    <a:pt x="3354467" y="1147203"/>
                  </a:cubicBezTo>
                  <a:lnTo>
                    <a:pt x="2577227" y="1147203"/>
                  </a:lnTo>
                  <a:cubicBezTo>
                    <a:pt x="2524839" y="1147203"/>
                    <a:pt x="2481977" y="1190066"/>
                    <a:pt x="2481977" y="1242453"/>
                  </a:cubicBezTo>
                  <a:cubicBezTo>
                    <a:pt x="2481977" y="1294841"/>
                    <a:pt x="2524839" y="1337703"/>
                    <a:pt x="2577227" y="1337703"/>
                  </a:cubicBezTo>
                  <a:lnTo>
                    <a:pt x="3354467" y="1337703"/>
                  </a:lnTo>
                  <a:cubicBezTo>
                    <a:pt x="3564969" y="1337703"/>
                    <a:pt x="3735467" y="1167206"/>
                    <a:pt x="3735467" y="956703"/>
                  </a:cubicBezTo>
                  <a:cubicBezTo>
                    <a:pt x="3735467" y="939558"/>
                    <a:pt x="3734514" y="923366"/>
                    <a:pt x="3731657" y="907174"/>
                  </a:cubicBezTo>
                  <a:cubicBezTo>
                    <a:pt x="4275535" y="348056"/>
                    <a:pt x="4351735" y="269951"/>
                    <a:pt x="4355545" y="266141"/>
                  </a:cubicBezTo>
                  <a:cubicBezTo>
                    <a:pt x="4423172" y="186131"/>
                    <a:pt x="4544140" y="175653"/>
                    <a:pt x="4624150" y="243281"/>
                  </a:cubicBezTo>
                  <a:cubicBezTo>
                    <a:pt x="4704160" y="310908"/>
                    <a:pt x="4714637" y="431876"/>
                    <a:pt x="4646057" y="511886"/>
                  </a:cubicBezTo>
                  <a:lnTo>
                    <a:pt x="3791664" y="1532966"/>
                  </a:lnTo>
                  <a:cubicBezTo>
                    <a:pt x="3666887" y="1652981"/>
                    <a:pt x="3503057" y="1718703"/>
                    <a:pt x="3329702" y="1718703"/>
                  </a:cubicBezTo>
                  <a:lnTo>
                    <a:pt x="2065734" y="1718703"/>
                  </a:lnTo>
                  <a:cubicBezTo>
                    <a:pt x="1941909" y="1718703"/>
                    <a:pt x="1823799" y="1766328"/>
                    <a:pt x="1735217" y="1852053"/>
                  </a:cubicBezTo>
                  <a:lnTo>
                    <a:pt x="1654254" y="1930158"/>
                  </a:lnTo>
                  <a:lnTo>
                    <a:pt x="908447" y="1184351"/>
                  </a:lnTo>
                  <a:cubicBezTo>
                    <a:pt x="1082754" y="857643"/>
                    <a:pt x="1409462" y="670953"/>
                    <a:pt x="1816179" y="670953"/>
                  </a:cubicBezTo>
                  <a:close/>
                  <a:moveTo>
                    <a:pt x="622697" y="1303413"/>
                  </a:moveTo>
                  <a:cubicBezTo>
                    <a:pt x="654129" y="1271981"/>
                    <a:pt x="702707" y="1266266"/>
                    <a:pt x="740807" y="1290078"/>
                  </a:cubicBezTo>
                  <a:cubicBezTo>
                    <a:pt x="756999" y="1300556"/>
                    <a:pt x="710327" y="1256741"/>
                    <a:pt x="1565672" y="2111134"/>
                  </a:cubicBezTo>
                  <a:cubicBezTo>
                    <a:pt x="1603772" y="2149234"/>
                    <a:pt x="1601867" y="2210193"/>
                    <a:pt x="1566624" y="2245436"/>
                  </a:cubicBezTo>
                  <a:lnTo>
                    <a:pt x="1173242" y="2633103"/>
                  </a:lnTo>
                  <a:lnTo>
                    <a:pt x="237887" y="1690128"/>
                  </a:lnTo>
                  <a:lnTo>
                    <a:pt x="622697" y="1303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CC64F7BD-F322-47FE-9074-02C4F97AE621}"/>
                </a:ext>
              </a:extLst>
            </p:cNvPr>
            <p:cNvSpPr/>
            <p:nvPr/>
          </p:nvSpPr>
          <p:spPr>
            <a:xfrm>
              <a:off x="6634031" y="1821656"/>
              <a:ext cx="590550" cy="1343025"/>
            </a:xfrm>
            <a:custGeom>
              <a:avLst/>
              <a:gdLst>
                <a:gd name="connsiteX0" fmla="*/ 203967 w 590550"/>
                <a:gd name="connsiteY0" fmla="*/ 102394 h 1343025"/>
                <a:gd name="connsiteX1" fmla="*/ 203967 w 590550"/>
                <a:gd name="connsiteY1" fmla="*/ 213836 h 1343025"/>
                <a:gd name="connsiteX2" fmla="*/ 13467 w 590550"/>
                <a:gd name="connsiteY2" fmla="*/ 483394 h 1343025"/>
                <a:gd name="connsiteX3" fmla="*/ 299217 w 590550"/>
                <a:gd name="connsiteY3" fmla="*/ 769144 h 1343025"/>
                <a:gd name="connsiteX4" fmla="*/ 394467 w 590550"/>
                <a:gd name="connsiteY4" fmla="*/ 864394 h 1343025"/>
                <a:gd name="connsiteX5" fmla="*/ 299217 w 590550"/>
                <a:gd name="connsiteY5" fmla="*/ 959644 h 1343025"/>
                <a:gd name="connsiteX6" fmla="*/ 175392 w 590550"/>
                <a:gd name="connsiteY6" fmla="*/ 887254 h 1343025"/>
                <a:gd name="connsiteX7" fmla="*/ 41089 w 590550"/>
                <a:gd name="connsiteY7" fmla="*/ 875824 h 1343025"/>
                <a:gd name="connsiteX8" fmla="*/ 29659 w 590550"/>
                <a:gd name="connsiteY8" fmla="*/ 1010126 h 1343025"/>
                <a:gd name="connsiteX9" fmla="*/ 203967 w 590550"/>
                <a:gd name="connsiteY9" fmla="*/ 1133951 h 1343025"/>
                <a:gd name="connsiteX10" fmla="*/ 203967 w 590550"/>
                <a:gd name="connsiteY10" fmla="*/ 1245394 h 1343025"/>
                <a:gd name="connsiteX11" fmla="*/ 299217 w 590550"/>
                <a:gd name="connsiteY11" fmla="*/ 1340644 h 1343025"/>
                <a:gd name="connsiteX12" fmla="*/ 394467 w 590550"/>
                <a:gd name="connsiteY12" fmla="*/ 1245394 h 1343025"/>
                <a:gd name="connsiteX13" fmla="*/ 394467 w 590550"/>
                <a:gd name="connsiteY13" fmla="*/ 1133951 h 1343025"/>
                <a:gd name="connsiteX14" fmla="*/ 584967 w 590550"/>
                <a:gd name="connsiteY14" fmla="*/ 864394 h 1343025"/>
                <a:gd name="connsiteX15" fmla="*/ 299217 w 590550"/>
                <a:gd name="connsiteY15" fmla="*/ 578644 h 1343025"/>
                <a:gd name="connsiteX16" fmla="*/ 203967 w 590550"/>
                <a:gd name="connsiteY16" fmla="*/ 483394 h 1343025"/>
                <a:gd name="connsiteX17" fmla="*/ 299217 w 590550"/>
                <a:gd name="connsiteY17" fmla="*/ 388144 h 1343025"/>
                <a:gd name="connsiteX18" fmla="*/ 402087 w 590550"/>
                <a:gd name="connsiteY18" fmla="*/ 437674 h 1343025"/>
                <a:gd name="connsiteX19" fmla="*/ 536389 w 590550"/>
                <a:gd name="connsiteY19" fmla="*/ 435769 h 1343025"/>
                <a:gd name="connsiteX20" fmla="*/ 534484 w 590550"/>
                <a:gd name="connsiteY20" fmla="*/ 301466 h 1343025"/>
                <a:gd name="connsiteX21" fmla="*/ 394467 w 590550"/>
                <a:gd name="connsiteY21" fmla="*/ 213836 h 1343025"/>
                <a:gd name="connsiteX22" fmla="*/ 394467 w 590550"/>
                <a:gd name="connsiteY22" fmla="*/ 102394 h 1343025"/>
                <a:gd name="connsiteX23" fmla="*/ 299217 w 590550"/>
                <a:gd name="connsiteY23" fmla="*/ 7144 h 1343025"/>
                <a:gd name="connsiteX24" fmla="*/ 203967 w 590550"/>
                <a:gd name="connsiteY24" fmla="*/ 102394 h 134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0550" h="1343025">
                  <a:moveTo>
                    <a:pt x="203967" y="102394"/>
                  </a:moveTo>
                  <a:lnTo>
                    <a:pt x="203967" y="213836"/>
                  </a:lnTo>
                  <a:cubicBezTo>
                    <a:pt x="93477" y="252889"/>
                    <a:pt x="13467" y="358616"/>
                    <a:pt x="13467" y="483394"/>
                  </a:cubicBezTo>
                  <a:cubicBezTo>
                    <a:pt x="13467" y="640556"/>
                    <a:pt x="142054" y="769144"/>
                    <a:pt x="299217" y="769144"/>
                  </a:cubicBezTo>
                  <a:cubicBezTo>
                    <a:pt x="351604" y="769144"/>
                    <a:pt x="394467" y="812006"/>
                    <a:pt x="394467" y="864394"/>
                  </a:cubicBezTo>
                  <a:cubicBezTo>
                    <a:pt x="394467" y="916781"/>
                    <a:pt x="351604" y="959644"/>
                    <a:pt x="299217" y="959644"/>
                  </a:cubicBezTo>
                  <a:cubicBezTo>
                    <a:pt x="258259" y="959644"/>
                    <a:pt x="214444" y="933926"/>
                    <a:pt x="175392" y="887254"/>
                  </a:cubicBezTo>
                  <a:cubicBezTo>
                    <a:pt x="141102" y="847249"/>
                    <a:pt x="81094" y="841534"/>
                    <a:pt x="41089" y="875824"/>
                  </a:cubicBezTo>
                  <a:cubicBezTo>
                    <a:pt x="1084" y="910114"/>
                    <a:pt x="-4631" y="970121"/>
                    <a:pt x="29659" y="1010126"/>
                  </a:cubicBezTo>
                  <a:cubicBezTo>
                    <a:pt x="80142" y="1071086"/>
                    <a:pt x="140149" y="1112996"/>
                    <a:pt x="203967" y="1133951"/>
                  </a:cubicBezTo>
                  <a:lnTo>
                    <a:pt x="203967" y="1245394"/>
                  </a:lnTo>
                  <a:cubicBezTo>
                    <a:pt x="203967" y="1297781"/>
                    <a:pt x="246829" y="1340644"/>
                    <a:pt x="299217" y="1340644"/>
                  </a:cubicBezTo>
                  <a:cubicBezTo>
                    <a:pt x="351604" y="1340644"/>
                    <a:pt x="394467" y="1297781"/>
                    <a:pt x="394467" y="1245394"/>
                  </a:cubicBezTo>
                  <a:lnTo>
                    <a:pt x="394467" y="1133951"/>
                  </a:lnTo>
                  <a:cubicBezTo>
                    <a:pt x="504957" y="1094899"/>
                    <a:pt x="584967" y="989171"/>
                    <a:pt x="584967" y="864394"/>
                  </a:cubicBezTo>
                  <a:cubicBezTo>
                    <a:pt x="584967" y="707231"/>
                    <a:pt x="456379" y="578644"/>
                    <a:pt x="299217" y="578644"/>
                  </a:cubicBezTo>
                  <a:cubicBezTo>
                    <a:pt x="246829" y="578644"/>
                    <a:pt x="203967" y="535781"/>
                    <a:pt x="203967" y="483394"/>
                  </a:cubicBezTo>
                  <a:cubicBezTo>
                    <a:pt x="203967" y="431006"/>
                    <a:pt x="246829" y="388144"/>
                    <a:pt x="299217" y="388144"/>
                  </a:cubicBezTo>
                  <a:cubicBezTo>
                    <a:pt x="332554" y="388144"/>
                    <a:pt x="368749" y="405289"/>
                    <a:pt x="402087" y="437674"/>
                  </a:cubicBezTo>
                  <a:cubicBezTo>
                    <a:pt x="440187" y="473869"/>
                    <a:pt x="500194" y="472916"/>
                    <a:pt x="536389" y="435769"/>
                  </a:cubicBezTo>
                  <a:cubicBezTo>
                    <a:pt x="572584" y="397669"/>
                    <a:pt x="571632" y="337661"/>
                    <a:pt x="534484" y="301466"/>
                  </a:cubicBezTo>
                  <a:cubicBezTo>
                    <a:pt x="485907" y="254794"/>
                    <a:pt x="437329" y="228124"/>
                    <a:pt x="394467" y="213836"/>
                  </a:cubicBezTo>
                  <a:lnTo>
                    <a:pt x="394467" y="102394"/>
                  </a:lnTo>
                  <a:cubicBezTo>
                    <a:pt x="394467" y="50006"/>
                    <a:pt x="351604" y="7144"/>
                    <a:pt x="299217" y="7144"/>
                  </a:cubicBezTo>
                  <a:cubicBezTo>
                    <a:pt x="246829" y="7144"/>
                    <a:pt x="203967" y="50006"/>
                    <a:pt x="203967" y="1023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9" name="Graphic 48">
            <a:extLst>
              <a:ext uri="{FF2B5EF4-FFF2-40B4-BE49-F238E27FC236}">
                <a16:creationId xmlns:a16="http://schemas.microsoft.com/office/drawing/2014/main" id="{E75E3F5A-F5ED-4A7A-AD3F-4D9A0F41A423}"/>
              </a:ext>
            </a:extLst>
          </p:cNvPr>
          <p:cNvSpPr>
            <a:spLocks noChangeAspect="1"/>
          </p:cNvSpPr>
          <p:nvPr/>
        </p:nvSpPr>
        <p:spPr>
          <a:xfrm>
            <a:off x="3282151" y="1404364"/>
            <a:ext cx="339201" cy="502920"/>
          </a:xfrm>
          <a:custGeom>
            <a:avLst/>
            <a:gdLst>
              <a:gd name="connsiteX0" fmla="*/ 3222784 w 3295650"/>
              <a:gd name="connsiteY0" fmla="*/ 3958114 h 4886325"/>
              <a:gd name="connsiteX1" fmla="*/ 3151346 w 3295650"/>
              <a:gd name="connsiteY1" fmla="*/ 4029551 h 4886325"/>
              <a:gd name="connsiteX2" fmla="*/ 3151346 w 3295650"/>
              <a:gd name="connsiteY2" fmla="*/ 4701064 h 4886325"/>
              <a:gd name="connsiteX3" fmla="*/ 3112294 w 3295650"/>
              <a:gd name="connsiteY3" fmla="*/ 4740116 h 4886325"/>
              <a:gd name="connsiteX4" fmla="*/ 2728436 w 3295650"/>
              <a:gd name="connsiteY4" fmla="*/ 4740116 h 4886325"/>
              <a:gd name="connsiteX5" fmla="*/ 2728436 w 3295650"/>
              <a:gd name="connsiteY5" fmla="*/ 3334226 h 4886325"/>
              <a:gd name="connsiteX6" fmla="*/ 2656999 w 3295650"/>
              <a:gd name="connsiteY6" fmla="*/ 3262789 h 4886325"/>
              <a:gd name="connsiteX7" fmla="*/ 2585561 w 3295650"/>
              <a:gd name="connsiteY7" fmla="*/ 3334226 h 4886325"/>
              <a:gd name="connsiteX8" fmla="*/ 2585561 w 3295650"/>
              <a:gd name="connsiteY8" fmla="*/ 4741069 h 4886325"/>
              <a:gd name="connsiteX9" fmla="*/ 1812131 w 3295650"/>
              <a:gd name="connsiteY9" fmla="*/ 4741069 h 4886325"/>
              <a:gd name="connsiteX10" fmla="*/ 2035969 w 3295650"/>
              <a:gd name="connsiteY10" fmla="*/ 4494372 h 4886325"/>
              <a:gd name="connsiteX11" fmla="*/ 2066449 w 3295650"/>
              <a:gd name="connsiteY11" fmla="*/ 4391501 h 4886325"/>
              <a:gd name="connsiteX12" fmla="*/ 2066449 w 3295650"/>
              <a:gd name="connsiteY12" fmla="*/ 4389597 h 4886325"/>
              <a:gd name="connsiteX13" fmla="*/ 1853089 w 3295650"/>
              <a:gd name="connsiteY13" fmla="*/ 3127534 h 4886325"/>
              <a:gd name="connsiteX14" fmla="*/ 1910239 w 3295650"/>
              <a:gd name="connsiteY14" fmla="*/ 3040856 h 4886325"/>
              <a:gd name="connsiteX15" fmla="*/ 2012156 w 3295650"/>
              <a:gd name="connsiteY15" fmla="*/ 3085624 h 4886325"/>
              <a:gd name="connsiteX16" fmla="*/ 2124551 w 3295650"/>
              <a:gd name="connsiteY16" fmla="*/ 3016091 h 4886325"/>
              <a:gd name="connsiteX17" fmla="*/ 2124551 w 3295650"/>
              <a:gd name="connsiteY17" fmla="*/ 3016091 h 4886325"/>
              <a:gd name="connsiteX18" fmla="*/ 2349341 w 3295650"/>
              <a:gd name="connsiteY18" fmla="*/ 2564606 h 4886325"/>
              <a:gd name="connsiteX19" fmla="*/ 2862739 w 3295650"/>
              <a:gd name="connsiteY19" fmla="*/ 2763679 h 4886325"/>
              <a:gd name="connsiteX20" fmla="*/ 3151346 w 3295650"/>
              <a:gd name="connsiteY20" fmla="*/ 3213259 h 4886325"/>
              <a:gd name="connsiteX21" fmla="*/ 3151346 w 3295650"/>
              <a:gd name="connsiteY21" fmla="*/ 3696176 h 4886325"/>
              <a:gd name="connsiteX22" fmla="*/ 3222784 w 3295650"/>
              <a:gd name="connsiteY22" fmla="*/ 3767614 h 4886325"/>
              <a:gd name="connsiteX23" fmla="*/ 3294221 w 3295650"/>
              <a:gd name="connsiteY23" fmla="*/ 3696176 h 4886325"/>
              <a:gd name="connsiteX24" fmla="*/ 3294221 w 3295650"/>
              <a:gd name="connsiteY24" fmla="*/ 3213259 h 4886325"/>
              <a:gd name="connsiteX25" fmla="*/ 2917031 w 3295650"/>
              <a:gd name="connsiteY25" fmla="*/ 2631281 h 4886325"/>
              <a:gd name="connsiteX26" fmla="*/ 2916079 w 3295650"/>
              <a:gd name="connsiteY26" fmla="*/ 2630329 h 4886325"/>
              <a:gd name="connsiteX27" fmla="*/ 2061686 w 3295650"/>
              <a:gd name="connsiteY27" fmla="*/ 2299811 h 4886325"/>
              <a:gd name="connsiteX28" fmla="*/ 2061686 w 3295650"/>
              <a:gd name="connsiteY28" fmla="*/ 2099786 h 4886325"/>
              <a:gd name="connsiteX29" fmla="*/ 2315051 w 3295650"/>
              <a:gd name="connsiteY29" fmla="*/ 1659731 h 4886325"/>
              <a:gd name="connsiteX30" fmla="*/ 2496979 w 3295650"/>
              <a:gd name="connsiteY30" fmla="*/ 1585436 h 4886325"/>
              <a:gd name="connsiteX31" fmla="*/ 2602706 w 3295650"/>
              <a:gd name="connsiteY31" fmla="*/ 1355884 h 4886325"/>
              <a:gd name="connsiteX32" fmla="*/ 2529364 w 3295650"/>
              <a:gd name="connsiteY32" fmla="*/ 1157764 h 4886325"/>
              <a:gd name="connsiteX33" fmla="*/ 2529364 w 3295650"/>
              <a:gd name="connsiteY33" fmla="*/ 892969 h 4886325"/>
              <a:gd name="connsiteX34" fmla="*/ 1643539 w 3295650"/>
              <a:gd name="connsiteY34" fmla="*/ 7144 h 4886325"/>
              <a:gd name="connsiteX35" fmla="*/ 757714 w 3295650"/>
              <a:gd name="connsiteY35" fmla="*/ 892969 h 4886325"/>
              <a:gd name="connsiteX36" fmla="*/ 757714 w 3295650"/>
              <a:gd name="connsiteY36" fmla="*/ 1164431 h 4886325"/>
              <a:gd name="connsiteX37" fmla="*/ 684371 w 3295650"/>
              <a:gd name="connsiteY37" fmla="*/ 1355884 h 4886325"/>
              <a:gd name="connsiteX38" fmla="*/ 790099 w 3295650"/>
              <a:gd name="connsiteY38" fmla="*/ 1585436 h 4886325"/>
              <a:gd name="connsiteX39" fmla="*/ 972026 w 3295650"/>
              <a:gd name="connsiteY39" fmla="*/ 1659731 h 4886325"/>
              <a:gd name="connsiteX40" fmla="*/ 1239679 w 3295650"/>
              <a:gd name="connsiteY40" fmla="*/ 2110264 h 4886325"/>
              <a:gd name="connsiteX41" fmla="*/ 1239679 w 3295650"/>
              <a:gd name="connsiteY41" fmla="*/ 2299811 h 4886325"/>
              <a:gd name="connsiteX42" fmla="*/ 386239 w 3295650"/>
              <a:gd name="connsiteY42" fmla="*/ 2630329 h 4886325"/>
              <a:gd name="connsiteX43" fmla="*/ 385286 w 3295650"/>
              <a:gd name="connsiteY43" fmla="*/ 2631281 h 4886325"/>
              <a:gd name="connsiteX44" fmla="*/ 7144 w 3295650"/>
              <a:gd name="connsiteY44" fmla="*/ 3213259 h 4886325"/>
              <a:gd name="connsiteX45" fmla="*/ 7144 w 3295650"/>
              <a:gd name="connsiteY45" fmla="*/ 4701064 h 4886325"/>
              <a:gd name="connsiteX46" fmla="*/ 189071 w 3295650"/>
              <a:gd name="connsiteY46" fmla="*/ 4883944 h 4886325"/>
              <a:gd name="connsiteX47" fmla="*/ 870109 w 3295650"/>
              <a:gd name="connsiteY47" fmla="*/ 4883944 h 4886325"/>
              <a:gd name="connsiteX48" fmla="*/ 941546 w 3295650"/>
              <a:gd name="connsiteY48" fmla="*/ 4812506 h 4886325"/>
              <a:gd name="connsiteX49" fmla="*/ 870109 w 3295650"/>
              <a:gd name="connsiteY49" fmla="*/ 4741069 h 4886325"/>
              <a:gd name="connsiteX50" fmla="*/ 716756 w 3295650"/>
              <a:gd name="connsiteY50" fmla="*/ 4741069 h 4886325"/>
              <a:gd name="connsiteX51" fmla="*/ 716756 w 3295650"/>
              <a:gd name="connsiteY51" fmla="*/ 3334226 h 4886325"/>
              <a:gd name="connsiteX52" fmla="*/ 645319 w 3295650"/>
              <a:gd name="connsiteY52" fmla="*/ 3262789 h 4886325"/>
              <a:gd name="connsiteX53" fmla="*/ 573881 w 3295650"/>
              <a:gd name="connsiteY53" fmla="*/ 3334226 h 4886325"/>
              <a:gd name="connsiteX54" fmla="*/ 573881 w 3295650"/>
              <a:gd name="connsiteY54" fmla="*/ 4741069 h 4886325"/>
              <a:gd name="connsiteX55" fmla="*/ 189071 w 3295650"/>
              <a:gd name="connsiteY55" fmla="*/ 4741069 h 4886325"/>
              <a:gd name="connsiteX56" fmla="*/ 150019 w 3295650"/>
              <a:gd name="connsiteY56" fmla="*/ 4702016 h 4886325"/>
              <a:gd name="connsiteX57" fmla="*/ 150019 w 3295650"/>
              <a:gd name="connsiteY57" fmla="*/ 3213259 h 4886325"/>
              <a:gd name="connsiteX58" fmla="*/ 437674 w 3295650"/>
              <a:gd name="connsiteY58" fmla="*/ 2763679 h 4886325"/>
              <a:gd name="connsiteX59" fmla="*/ 950119 w 3295650"/>
              <a:gd name="connsiteY59" fmla="*/ 2564606 h 4886325"/>
              <a:gd name="connsiteX60" fmla="*/ 1175861 w 3295650"/>
              <a:gd name="connsiteY60" fmla="*/ 3016091 h 4886325"/>
              <a:gd name="connsiteX61" fmla="*/ 1288256 w 3295650"/>
              <a:gd name="connsiteY61" fmla="*/ 3085624 h 4886325"/>
              <a:gd name="connsiteX62" fmla="*/ 1390174 w 3295650"/>
              <a:gd name="connsiteY62" fmla="*/ 3040856 h 4886325"/>
              <a:gd name="connsiteX63" fmla="*/ 1447324 w 3295650"/>
              <a:gd name="connsiteY63" fmla="*/ 3127534 h 4886325"/>
              <a:gd name="connsiteX64" fmla="*/ 1233964 w 3295650"/>
              <a:gd name="connsiteY64" fmla="*/ 4389597 h 4886325"/>
              <a:gd name="connsiteX65" fmla="*/ 1233964 w 3295650"/>
              <a:gd name="connsiteY65" fmla="*/ 4391501 h 4886325"/>
              <a:gd name="connsiteX66" fmla="*/ 1264444 w 3295650"/>
              <a:gd name="connsiteY66" fmla="*/ 4494372 h 4886325"/>
              <a:gd name="connsiteX67" fmla="*/ 1488281 w 3295650"/>
              <a:gd name="connsiteY67" fmla="*/ 4741069 h 4886325"/>
              <a:gd name="connsiteX68" fmla="*/ 1202531 w 3295650"/>
              <a:gd name="connsiteY68" fmla="*/ 4741069 h 4886325"/>
              <a:gd name="connsiteX69" fmla="*/ 1131094 w 3295650"/>
              <a:gd name="connsiteY69" fmla="*/ 4812506 h 4886325"/>
              <a:gd name="connsiteX70" fmla="*/ 1202531 w 3295650"/>
              <a:gd name="connsiteY70" fmla="*/ 4883944 h 4886325"/>
              <a:gd name="connsiteX71" fmla="*/ 3112294 w 3295650"/>
              <a:gd name="connsiteY71" fmla="*/ 4883944 h 4886325"/>
              <a:gd name="connsiteX72" fmla="*/ 3294221 w 3295650"/>
              <a:gd name="connsiteY72" fmla="*/ 4702016 h 4886325"/>
              <a:gd name="connsiteX73" fmla="*/ 3294221 w 3295650"/>
              <a:gd name="connsiteY73" fmla="*/ 4030504 h 4886325"/>
              <a:gd name="connsiteX74" fmla="*/ 3222784 w 3295650"/>
              <a:gd name="connsiteY74" fmla="*/ 3958114 h 4886325"/>
              <a:gd name="connsiteX75" fmla="*/ 2215991 w 3295650"/>
              <a:gd name="connsiteY75" fmla="*/ 2513171 h 4886325"/>
              <a:gd name="connsiteX76" fmla="*/ 2006441 w 3295650"/>
              <a:gd name="connsiteY76" fmla="*/ 2934176 h 4886325"/>
              <a:gd name="connsiteX77" fmla="*/ 1754029 w 3295650"/>
              <a:gd name="connsiteY77" fmla="*/ 2755106 h 4886325"/>
              <a:gd name="connsiteX78" fmla="*/ 2013109 w 3295650"/>
              <a:gd name="connsiteY78" fmla="*/ 2435066 h 4886325"/>
              <a:gd name="connsiteX79" fmla="*/ 2215991 w 3295650"/>
              <a:gd name="connsiteY79" fmla="*/ 2513171 h 4886325"/>
              <a:gd name="connsiteX80" fmla="*/ 1794034 w 3295650"/>
              <a:gd name="connsiteY80" fmla="*/ 2957989 h 4886325"/>
              <a:gd name="connsiteX81" fmla="*/ 1739741 w 3295650"/>
              <a:gd name="connsiteY81" fmla="*/ 3039904 h 4886325"/>
              <a:gd name="connsiteX82" fmla="*/ 1561624 w 3295650"/>
              <a:gd name="connsiteY82" fmla="*/ 3039904 h 4886325"/>
              <a:gd name="connsiteX83" fmla="*/ 1507331 w 3295650"/>
              <a:gd name="connsiteY83" fmla="*/ 2957989 h 4886325"/>
              <a:gd name="connsiteX84" fmla="*/ 1651159 w 3295650"/>
              <a:gd name="connsiteY84" fmla="*/ 2856071 h 4886325"/>
              <a:gd name="connsiteX85" fmla="*/ 1794034 w 3295650"/>
              <a:gd name="connsiteY85" fmla="*/ 2957989 h 4886325"/>
              <a:gd name="connsiteX86" fmla="*/ 1381601 w 3295650"/>
              <a:gd name="connsiteY86" fmla="*/ 2322671 h 4886325"/>
              <a:gd name="connsiteX87" fmla="*/ 1381601 w 3295650"/>
              <a:gd name="connsiteY87" fmla="*/ 2189321 h 4886325"/>
              <a:gd name="connsiteX88" fmla="*/ 1652111 w 3295650"/>
              <a:gd name="connsiteY88" fmla="*/ 2240756 h 4886325"/>
              <a:gd name="connsiteX89" fmla="*/ 1919764 w 3295650"/>
              <a:gd name="connsiteY89" fmla="*/ 2185511 h 4886325"/>
              <a:gd name="connsiteX90" fmla="*/ 1919764 w 3295650"/>
              <a:gd name="connsiteY90" fmla="*/ 2324576 h 4886325"/>
              <a:gd name="connsiteX91" fmla="*/ 1650206 w 3295650"/>
              <a:gd name="connsiteY91" fmla="*/ 2655094 h 4886325"/>
              <a:gd name="connsiteX92" fmla="*/ 1381601 w 3295650"/>
              <a:gd name="connsiteY92" fmla="*/ 2322671 h 4886325"/>
              <a:gd name="connsiteX93" fmla="*/ 2458879 w 3295650"/>
              <a:gd name="connsiteY93" fmla="*/ 1354931 h 4886325"/>
              <a:gd name="connsiteX94" fmla="*/ 2403634 w 3295650"/>
              <a:gd name="connsiteY94" fmla="*/ 1476851 h 4886325"/>
              <a:gd name="connsiteX95" fmla="*/ 2320766 w 3295650"/>
              <a:gd name="connsiteY95" fmla="*/ 1514951 h 4886325"/>
              <a:gd name="connsiteX96" fmla="*/ 2320766 w 3295650"/>
              <a:gd name="connsiteY96" fmla="*/ 1195864 h 4886325"/>
              <a:gd name="connsiteX97" fmla="*/ 2458879 w 3295650"/>
              <a:gd name="connsiteY97" fmla="*/ 1354931 h 4886325"/>
              <a:gd name="connsiteX98" fmla="*/ 965359 w 3295650"/>
              <a:gd name="connsiteY98" fmla="*/ 1514951 h 4886325"/>
              <a:gd name="connsiteX99" fmla="*/ 827246 w 3295650"/>
              <a:gd name="connsiteY99" fmla="*/ 1355884 h 4886325"/>
              <a:gd name="connsiteX100" fmla="*/ 965359 w 3295650"/>
              <a:gd name="connsiteY100" fmla="*/ 1199674 h 4886325"/>
              <a:gd name="connsiteX101" fmla="*/ 965359 w 3295650"/>
              <a:gd name="connsiteY101" fmla="*/ 1514951 h 4886325"/>
              <a:gd name="connsiteX102" fmla="*/ 969169 w 3295650"/>
              <a:gd name="connsiteY102" fmla="*/ 1053941 h 4886325"/>
              <a:gd name="connsiteX103" fmla="*/ 900589 w 3295650"/>
              <a:gd name="connsiteY103" fmla="*/ 1069181 h 4886325"/>
              <a:gd name="connsiteX104" fmla="*/ 900589 w 3295650"/>
              <a:gd name="connsiteY104" fmla="*/ 892969 h 4886325"/>
              <a:gd name="connsiteX105" fmla="*/ 1643539 w 3295650"/>
              <a:gd name="connsiteY105" fmla="*/ 150019 h 4886325"/>
              <a:gd name="connsiteX106" fmla="*/ 2386489 w 3295650"/>
              <a:gd name="connsiteY106" fmla="*/ 892969 h 4886325"/>
              <a:gd name="connsiteX107" fmla="*/ 2386489 w 3295650"/>
              <a:gd name="connsiteY107" fmla="*/ 1064419 h 4886325"/>
              <a:gd name="connsiteX108" fmla="*/ 2321719 w 3295650"/>
              <a:gd name="connsiteY108" fmla="*/ 1052036 h 4886325"/>
              <a:gd name="connsiteX109" fmla="*/ 2096929 w 3295650"/>
              <a:gd name="connsiteY109" fmla="*/ 753904 h 4886325"/>
              <a:gd name="connsiteX110" fmla="*/ 1935004 w 3295650"/>
              <a:gd name="connsiteY110" fmla="*/ 733901 h 4886325"/>
              <a:gd name="connsiteX111" fmla="*/ 1102519 w 3295650"/>
              <a:gd name="connsiteY111" fmla="*/ 957739 h 4886325"/>
              <a:gd name="connsiteX112" fmla="*/ 969169 w 3295650"/>
              <a:gd name="connsiteY112" fmla="*/ 1053941 h 4886325"/>
              <a:gd name="connsiteX113" fmla="*/ 1108234 w 3295650"/>
              <a:gd name="connsiteY113" fmla="*/ 1571149 h 4886325"/>
              <a:gd name="connsiteX114" fmla="*/ 1108234 w 3295650"/>
              <a:gd name="connsiteY114" fmla="*/ 1125379 h 4886325"/>
              <a:gd name="connsiteX115" fmla="*/ 1108234 w 3295650"/>
              <a:gd name="connsiteY115" fmla="*/ 1101566 h 4886325"/>
              <a:gd name="connsiteX116" fmla="*/ 2000726 w 3295650"/>
              <a:gd name="connsiteY116" fmla="*/ 860584 h 4886325"/>
              <a:gd name="connsiteX117" fmla="*/ 2177891 w 3295650"/>
              <a:gd name="connsiteY117" fmla="*/ 1052036 h 4886325"/>
              <a:gd name="connsiteX118" fmla="*/ 2177891 w 3295650"/>
              <a:gd name="connsiteY118" fmla="*/ 1570196 h 4886325"/>
              <a:gd name="connsiteX119" fmla="*/ 1651159 w 3295650"/>
              <a:gd name="connsiteY119" fmla="*/ 2096929 h 4886325"/>
              <a:gd name="connsiteX120" fmla="*/ 1108234 w 3295650"/>
              <a:gd name="connsiteY120" fmla="*/ 1571149 h 4886325"/>
              <a:gd name="connsiteX121" fmla="*/ 1294924 w 3295650"/>
              <a:gd name="connsiteY121" fmla="*/ 2934176 h 4886325"/>
              <a:gd name="connsiteX122" fmla="*/ 1085374 w 3295650"/>
              <a:gd name="connsiteY122" fmla="*/ 2513171 h 4886325"/>
              <a:gd name="connsiteX123" fmla="*/ 1288256 w 3295650"/>
              <a:gd name="connsiteY123" fmla="*/ 2435066 h 4886325"/>
              <a:gd name="connsiteX124" fmla="*/ 1547336 w 3295650"/>
              <a:gd name="connsiteY124" fmla="*/ 2755106 h 4886325"/>
              <a:gd name="connsiteX125" fmla="*/ 1294924 w 3295650"/>
              <a:gd name="connsiteY125" fmla="*/ 2934176 h 4886325"/>
              <a:gd name="connsiteX126" fmla="*/ 1376839 w 3295650"/>
              <a:gd name="connsiteY126" fmla="*/ 4404837 h 4886325"/>
              <a:gd name="connsiteX127" fmla="*/ 1583531 w 3295650"/>
              <a:gd name="connsiteY127" fmla="*/ 3182779 h 4886325"/>
              <a:gd name="connsiteX128" fmla="*/ 1717834 w 3295650"/>
              <a:gd name="connsiteY128" fmla="*/ 3182779 h 4886325"/>
              <a:gd name="connsiteX129" fmla="*/ 1924526 w 3295650"/>
              <a:gd name="connsiteY129" fmla="*/ 4404837 h 4886325"/>
              <a:gd name="connsiteX130" fmla="*/ 1651159 w 3295650"/>
              <a:gd name="connsiteY130" fmla="*/ 4705826 h 4886325"/>
              <a:gd name="connsiteX131" fmla="*/ 1376839 w 3295650"/>
              <a:gd name="connsiteY131" fmla="*/ 4404837 h 4886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3295650" h="4886325">
                <a:moveTo>
                  <a:pt x="3222784" y="3958114"/>
                </a:moveTo>
                <a:cubicBezTo>
                  <a:pt x="3183731" y="3958114"/>
                  <a:pt x="3151346" y="3990499"/>
                  <a:pt x="3151346" y="4029551"/>
                </a:cubicBezTo>
                <a:lnTo>
                  <a:pt x="3151346" y="4701064"/>
                </a:lnTo>
                <a:cubicBezTo>
                  <a:pt x="3151346" y="4722972"/>
                  <a:pt x="3133249" y="4740116"/>
                  <a:pt x="3112294" y="4740116"/>
                </a:cubicBezTo>
                <a:lnTo>
                  <a:pt x="2728436" y="4740116"/>
                </a:lnTo>
                <a:lnTo>
                  <a:pt x="2728436" y="3334226"/>
                </a:lnTo>
                <a:cubicBezTo>
                  <a:pt x="2728436" y="3295174"/>
                  <a:pt x="2696051" y="3262789"/>
                  <a:pt x="2656999" y="3262789"/>
                </a:cubicBezTo>
                <a:cubicBezTo>
                  <a:pt x="2617946" y="3262789"/>
                  <a:pt x="2585561" y="3295174"/>
                  <a:pt x="2585561" y="3334226"/>
                </a:cubicBezTo>
                <a:lnTo>
                  <a:pt x="2585561" y="4741069"/>
                </a:lnTo>
                <a:lnTo>
                  <a:pt x="1812131" y="4741069"/>
                </a:lnTo>
                <a:lnTo>
                  <a:pt x="2035969" y="4494372"/>
                </a:lnTo>
                <a:cubicBezTo>
                  <a:pt x="2060734" y="4467701"/>
                  <a:pt x="2072164" y="4428649"/>
                  <a:pt x="2066449" y="4391501"/>
                </a:cubicBezTo>
                <a:cubicBezTo>
                  <a:pt x="2066449" y="4390549"/>
                  <a:pt x="2066449" y="4389597"/>
                  <a:pt x="2066449" y="4389597"/>
                </a:cubicBezTo>
                <a:lnTo>
                  <a:pt x="1853089" y="3127534"/>
                </a:lnTo>
                <a:lnTo>
                  <a:pt x="1910239" y="3040856"/>
                </a:lnTo>
                <a:cubicBezTo>
                  <a:pt x="1941671" y="3063716"/>
                  <a:pt x="1966436" y="3085624"/>
                  <a:pt x="2012156" y="3085624"/>
                </a:cubicBezTo>
                <a:cubicBezTo>
                  <a:pt x="2058829" y="3085624"/>
                  <a:pt x="2102644" y="3059906"/>
                  <a:pt x="2124551" y="3016091"/>
                </a:cubicBezTo>
                <a:lnTo>
                  <a:pt x="2124551" y="3016091"/>
                </a:lnTo>
                <a:lnTo>
                  <a:pt x="2349341" y="2564606"/>
                </a:lnTo>
                <a:lnTo>
                  <a:pt x="2862739" y="2763679"/>
                </a:lnTo>
                <a:cubicBezTo>
                  <a:pt x="2880836" y="2771299"/>
                  <a:pt x="3151346" y="2893219"/>
                  <a:pt x="3151346" y="3213259"/>
                </a:cubicBezTo>
                <a:lnTo>
                  <a:pt x="3151346" y="3696176"/>
                </a:lnTo>
                <a:cubicBezTo>
                  <a:pt x="3151346" y="3735229"/>
                  <a:pt x="3183731" y="3767614"/>
                  <a:pt x="3222784" y="3767614"/>
                </a:cubicBezTo>
                <a:cubicBezTo>
                  <a:pt x="3261836" y="3767614"/>
                  <a:pt x="3294221" y="3735229"/>
                  <a:pt x="3294221" y="3696176"/>
                </a:cubicBezTo>
                <a:lnTo>
                  <a:pt x="3294221" y="3213259"/>
                </a:lnTo>
                <a:cubicBezTo>
                  <a:pt x="3294221" y="2791301"/>
                  <a:pt x="2932271" y="2636996"/>
                  <a:pt x="2917031" y="2631281"/>
                </a:cubicBezTo>
                <a:cubicBezTo>
                  <a:pt x="2917031" y="2631281"/>
                  <a:pt x="2916079" y="2631281"/>
                  <a:pt x="2916079" y="2630329"/>
                </a:cubicBezTo>
                <a:lnTo>
                  <a:pt x="2061686" y="2299811"/>
                </a:lnTo>
                <a:lnTo>
                  <a:pt x="2061686" y="2099786"/>
                </a:lnTo>
                <a:cubicBezTo>
                  <a:pt x="2196941" y="1994059"/>
                  <a:pt x="2291239" y="1837849"/>
                  <a:pt x="2315051" y="1659731"/>
                </a:cubicBezTo>
                <a:cubicBezTo>
                  <a:pt x="2382679" y="1654969"/>
                  <a:pt x="2445544" y="1629251"/>
                  <a:pt x="2496979" y="1585436"/>
                </a:cubicBezTo>
                <a:cubicBezTo>
                  <a:pt x="2563654" y="1528286"/>
                  <a:pt x="2602706" y="1444466"/>
                  <a:pt x="2602706" y="1355884"/>
                </a:cubicBezTo>
                <a:cubicBezTo>
                  <a:pt x="2602706" y="1282541"/>
                  <a:pt x="2576036" y="1212056"/>
                  <a:pt x="2529364" y="1157764"/>
                </a:cubicBezTo>
                <a:lnTo>
                  <a:pt x="2529364" y="892969"/>
                </a:lnTo>
                <a:cubicBezTo>
                  <a:pt x="2529364" y="404336"/>
                  <a:pt x="2132171" y="7144"/>
                  <a:pt x="1643539" y="7144"/>
                </a:cubicBezTo>
                <a:cubicBezTo>
                  <a:pt x="1154906" y="7144"/>
                  <a:pt x="757714" y="404336"/>
                  <a:pt x="757714" y="892969"/>
                </a:cubicBezTo>
                <a:lnTo>
                  <a:pt x="757714" y="1164431"/>
                </a:lnTo>
                <a:cubicBezTo>
                  <a:pt x="710089" y="1218724"/>
                  <a:pt x="684371" y="1285399"/>
                  <a:pt x="684371" y="1355884"/>
                </a:cubicBezTo>
                <a:cubicBezTo>
                  <a:pt x="684371" y="1444466"/>
                  <a:pt x="722471" y="1528286"/>
                  <a:pt x="790099" y="1585436"/>
                </a:cubicBezTo>
                <a:cubicBezTo>
                  <a:pt x="841534" y="1629251"/>
                  <a:pt x="904399" y="1654969"/>
                  <a:pt x="972026" y="1659731"/>
                </a:cubicBezTo>
                <a:cubicBezTo>
                  <a:pt x="995839" y="1841659"/>
                  <a:pt x="1092994" y="2003584"/>
                  <a:pt x="1239679" y="2110264"/>
                </a:cubicBezTo>
                <a:lnTo>
                  <a:pt x="1239679" y="2299811"/>
                </a:lnTo>
                <a:lnTo>
                  <a:pt x="386239" y="2630329"/>
                </a:lnTo>
                <a:cubicBezTo>
                  <a:pt x="386239" y="2630329"/>
                  <a:pt x="385286" y="2630329"/>
                  <a:pt x="385286" y="2631281"/>
                </a:cubicBezTo>
                <a:cubicBezTo>
                  <a:pt x="369094" y="2636996"/>
                  <a:pt x="7144" y="2791301"/>
                  <a:pt x="7144" y="3213259"/>
                </a:cubicBezTo>
                <a:lnTo>
                  <a:pt x="7144" y="4701064"/>
                </a:lnTo>
                <a:cubicBezTo>
                  <a:pt x="7144" y="4802029"/>
                  <a:pt x="89059" y="4883944"/>
                  <a:pt x="189071" y="4883944"/>
                </a:cubicBezTo>
                <a:lnTo>
                  <a:pt x="870109" y="4883944"/>
                </a:lnTo>
                <a:cubicBezTo>
                  <a:pt x="909161" y="4883944"/>
                  <a:pt x="941546" y="4851559"/>
                  <a:pt x="941546" y="4812506"/>
                </a:cubicBezTo>
                <a:cubicBezTo>
                  <a:pt x="941546" y="4773454"/>
                  <a:pt x="909161" y="4741069"/>
                  <a:pt x="870109" y="4741069"/>
                </a:cubicBezTo>
                <a:lnTo>
                  <a:pt x="716756" y="4741069"/>
                </a:lnTo>
                <a:lnTo>
                  <a:pt x="716756" y="3334226"/>
                </a:lnTo>
                <a:cubicBezTo>
                  <a:pt x="716756" y="3295174"/>
                  <a:pt x="684371" y="3262789"/>
                  <a:pt x="645319" y="3262789"/>
                </a:cubicBezTo>
                <a:cubicBezTo>
                  <a:pt x="606266" y="3262789"/>
                  <a:pt x="573881" y="3295174"/>
                  <a:pt x="573881" y="3334226"/>
                </a:cubicBezTo>
                <a:lnTo>
                  <a:pt x="573881" y="4741069"/>
                </a:lnTo>
                <a:lnTo>
                  <a:pt x="189071" y="4741069"/>
                </a:lnTo>
                <a:cubicBezTo>
                  <a:pt x="167164" y="4741069"/>
                  <a:pt x="150019" y="4722972"/>
                  <a:pt x="150019" y="4702016"/>
                </a:cubicBezTo>
                <a:lnTo>
                  <a:pt x="150019" y="3213259"/>
                </a:lnTo>
                <a:cubicBezTo>
                  <a:pt x="150019" y="2891314"/>
                  <a:pt x="421481" y="2770346"/>
                  <a:pt x="437674" y="2763679"/>
                </a:cubicBezTo>
                <a:lnTo>
                  <a:pt x="950119" y="2564606"/>
                </a:lnTo>
                <a:lnTo>
                  <a:pt x="1175861" y="3016091"/>
                </a:lnTo>
                <a:cubicBezTo>
                  <a:pt x="1197769" y="3058954"/>
                  <a:pt x="1241584" y="3085624"/>
                  <a:pt x="1288256" y="3085624"/>
                </a:cubicBezTo>
                <a:cubicBezTo>
                  <a:pt x="1333976" y="3085624"/>
                  <a:pt x="1357789" y="3064669"/>
                  <a:pt x="1390174" y="3040856"/>
                </a:cubicBezTo>
                <a:lnTo>
                  <a:pt x="1447324" y="3127534"/>
                </a:lnTo>
                <a:lnTo>
                  <a:pt x="1233964" y="4389597"/>
                </a:lnTo>
                <a:cubicBezTo>
                  <a:pt x="1233964" y="4390549"/>
                  <a:pt x="1233964" y="4390549"/>
                  <a:pt x="1233964" y="4391501"/>
                </a:cubicBezTo>
                <a:cubicBezTo>
                  <a:pt x="1229201" y="4428649"/>
                  <a:pt x="1240631" y="4467701"/>
                  <a:pt x="1264444" y="4494372"/>
                </a:cubicBezTo>
                <a:lnTo>
                  <a:pt x="1488281" y="4741069"/>
                </a:lnTo>
                <a:lnTo>
                  <a:pt x="1202531" y="4741069"/>
                </a:lnTo>
                <a:cubicBezTo>
                  <a:pt x="1163479" y="4741069"/>
                  <a:pt x="1131094" y="4773454"/>
                  <a:pt x="1131094" y="4812506"/>
                </a:cubicBezTo>
                <a:cubicBezTo>
                  <a:pt x="1131094" y="4851559"/>
                  <a:pt x="1163479" y="4883944"/>
                  <a:pt x="1202531" y="4883944"/>
                </a:cubicBezTo>
                <a:lnTo>
                  <a:pt x="3112294" y="4883944"/>
                </a:lnTo>
                <a:cubicBezTo>
                  <a:pt x="3213259" y="4883944"/>
                  <a:pt x="3294221" y="4802029"/>
                  <a:pt x="3294221" y="4702016"/>
                </a:cubicBezTo>
                <a:lnTo>
                  <a:pt x="3294221" y="4030504"/>
                </a:lnTo>
                <a:cubicBezTo>
                  <a:pt x="3294221" y="3990499"/>
                  <a:pt x="3261836" y="3958114"/>
                  <a:pt x="3222784" y="3958114"/>
                </a:cubicBezTo>
                <a:close/>
                <a:moveTo>
                  <a:pt x="2215991" y="2513171"/>
                </a:moveTo>
                <a:lnTo>
                  <a:pt x="2006441" y="2934176"/>
                </a:lnTo>
                <a:cubicBezTo>
                  <a:pt x="2001679" y="2930366"/>
                  <a:pt x="1890236" y="2851309"/>
                  <a:pt x="1754029" y="2755106"/>
                </a:cubicBezTo>
                <a:cubicBezTo>
                  <a:pt x="1813084" y="2681764"/>
                  <a:pt x="1743551" y="2767489"/>
                  <a:pt x="2013109" y="2435066"/>
                </a:cubicBezTo>
                <a:lnTo>
                  <a:pt x="2215991" y="2513171"/>
                </a:lnTo>
                <a:close/>
                <a:moveTo>
                  <a:pt x="1794034" y="2957989"/>
                </a:moveTo>
                <a:lnTo>
                  <a:pt x="1739741" y="3039904"/>
                </a:lnTo>
                <a:lnTo>
                  <a:pt x="1561624" y="3039904"/>
                </a:lnTo>
                <a:lnTo>
                  <a:pt x="1507331" y="2957989"/>
                </a:lnTo>
                <a:lnTo>
                  <a:pt x="1651159" y="2856071"/>
                </a:lnTo>
                <a:lnTo>
                  <a:pt x="1794034" y="2957989"/>
                </a:lnTo>
                <a:close/>
                <a:moveTo>
                  <a:pt x="1381601" y="2322671"/>
                </a:moveTo>
                <a:lnTo>
                  <a:pt x="1381601" y="2189321"/>
                </a:lnTo>
                <a:cubicBezTo>
                  <a:pt x="1468279" y="2224564"/>
                  <a:pt x="1561624" y="2240756"/>
                  <a:pt x="1652111" y="2240756"/>
                </a:cubicBezTo>
                <a:cubicBezTo>
                  <a:pt x="1745456" y="2240756"/>
                  <a:pt x="1837849" y="2220754"/>
                  <a:pt x="1919764" y="2185511"/>
                </a:cubicBezTo>
                <a:lnTo>
                  <a:pt x="1919764" y="2324576"/>
                </a:lnTo>
                <a:lnTo>
                  <a:pt x="1650206" y="2655094"/>
                </a:lnTo>
                <a:lnTo>
                  <a:pt x="1381601" y="2322671"/>
                </a:lnTo>
                <a:close/>
                <a:moveTo>
                  <a:pt x="2458879" y="1354931"/>
                </a:moveTo>
                <a:cubicBezTo>
                  <a:pt x="2458879" y="1401604"/>
                  <a:pt x="2438876" y="1446371"/>
                  <a:pt x="2403634" y="1476851"/>
                </a:cubicBezTo>
                <a:cubicBezTo>
                  <a:pt x="2379821" y="1496854"/>
                  <a:pt x="2352199" y="1510189"/>
                  <a:pt x="2320766" y="1514951"/>
                </a:cubicBezTo>
                <a:lnTo>
                  <a:pt x="2320766" y="1195864"/>
                </a:lnTo>
                <a:cubicBezTo>
                  <a:pt x="2403634" y="1209199"/>
                  <a:pt x="2458879" y="1277779"/>
                  <a:pt x="2458879" y="1354931"/>
                </a:cubicBezTo>
                <a:close/>
                <a:moveTo>
                  <a:pt x="965359" y="1514951"/>
                </a:moveTo>
                <a:cubicBezTo>
                  <a:pt x="882491" y="1501616"/>
                  <a:pt x="827246" y="1433036"/>
                  <a:pt x="827246" y="1355884"/>
                </a:cubicBezTo>
                <a:cubicBezTo>
                  <a:pt x="827246" y="1279684"/>
                  <a:pt x="890111" y="1217771"/>
                  <a:pt x="965359" y="1199674"/>
                </a:cubicBezTo>
                <a:lnTo>
                  <a:pt x="965359" y="1514951"/>
                </a:lnTo>
                <a:close/>
                <a:moveTo>
                  <a:pt x="969169" y="1053941"/>
                </a:moveTo>
                <a:cubicBezTo>
                  <a:pt x="946309" y="1056799"/>
                  <a:pt x="920591" y="1062514"/>
                  <a:pt x="900589" y="1069181"/>
                </a:cubicBezTo>
                <a:lnTo>
                  <a:pt x="900589" y="892969"/>
                </a:lnTo>
                <a:cubicBezTo>
                  <a:pt x="900589" y="483394"/>
                  <a:pt x="1233964" y="150019"/>
                  <a:pt x="1643539" y="150019"/>
                </a:cubicBezTo>
                <a:cubicBezTo>
                  <a:pt x="2053114" y="150019"/>
                  <a:pt x="2386489" y="483394"/>
                  <a:pt x="2386489" y="892969"/>
                </a:cubicBezTo>
                <a:lnTo>
                  <a:pt x="2386489" y="1064419"/>
                </a:lnTo>
                <a:cubicBezTo>
                  <a:pt x="2365534" y="1057751"/>
                  <a:pt x="2344579" y="1053941"/>
                  <a:pt x="2321719" y="1052036"/>
                </a:cubicBezTo>
                <a:cubicBezTo>
                  <a:pt x="2321719" y="983456"/>
                  <a:pt x="2322671" y="996791"/>
                  <a:pt x="2096929" y="753904"/>
                </a:cubicBezTo>
                <a:cubicBezTo>
                  <a:pt x="2055019" y="709136"/>
                  <a:pt x="1986439" y="699611"/>
                  <a:pt x="1935004" y="733901"/>
                </a:cubicBezTo>
                <a:cubicBezTo>
                  <a:pt x="1686401" y="896779"/>
                  <a:pt x="1382554" y="977741"/>
                  <a:pt x="1102519" y="957739"/>
                </a:cubicBezTo>
                <a:cubicBezTo>
                  <a:pt x="1039654" y="953929"/>
                  <a:pt x="983456" y="993934"/>
                  <a:pt x="969169" y="1053941"/>
                </a:cubicBezTo>
                <a:close/>
                <a:moveTo>
                  <a:pt x="1108234" y="1571149"/>
                </a:moveTo>
                <a:lnTo>
                  <a:pt x="1108234" y="1125379"/>
                </a:lnTo>
                <a:lnTo>
                  <a:pt x="1108234" y="1101566"/>
                </a:lnTo>
                <a:cubicBezTo>
                  <a:pt x="1416844" y="1119664"/>
                  <a:pt x="1739741" y="1028224"/>
                  <a:pt x="2000726" y="860584"/>
                </a:cubicBezTo>
                <a:cubicBezTo>
                  <a:pt x="2104549" y="972026"/>
                  <a:pt x="2159794" y="1030129"/>
                  <a:pt x="2177891" y="1052036"/>
                </a:cubicBezTo>
                <a:cubicBezTo>
                  <a:pt x="2177891" y="1108234"/>
                  <a:pt x="2177891" y="1506379"/>
                  <a:pt x="2177891" y="1570196"/>
                </a:cubicBezTo>
                <a:cubicBezTo>
                  <a:pt x="2177891" y="1859756"/>
                  <a:pt x="1941671" y="2096929"/>
                  <a:pt x="1651159" y="2096929"/>
                </a:cubicBezTo>
                <a:cubicBezTo>
                  <a:pt x="1326356" y="2097881"/>
                  <a:pt x="1108234" y="1844516"/>
                  <a:pt x="1108234" y="1571149"/>
                </a:cubicBezTo>
                <a:close/>
                <a:moveTo>
                  <a:pt x="1294924" y="2934176"/>
                </a:moveTo>
                <a:lnTo>
                  <a:pt x="1085374" y="2513171"/>
                </a:lnTo>
                <a:lnTo>
                  <a:pt x="1288256" y="2435066"/>
                </a:lnTo>
                <a:lnTo>
                  <a:pt x="1547336" y="2755106"/>
                </a:lnTo>
                <a:cubicBezTo>
                  <a:pt x="1414939" y="2848451"/>
                  <a:pt x="1306354" y="2925604"/>
                  <a:pt x="1294924" y="2934176"/>
                </a:cubicBezTo>
                <a:close/>
                <a:moveTo>
                  <a:pt x="1376839" y="4404837"/>
                </a:moveTo>
                <a:lnTo>
                  <a:pt x="1583531" y="3182779"/>
                </a:lnTo>
                <a:lnTo>
                  <a:pt x="1717834" y="3182779"/>
                </a:lnTo>
                <a:lnTo>
                  <a:pt x="1924526" y="4404837"/>
                </a:lnTo>
                <a:lnTo>
                  <a:pt x="1651159" y="4705826"/>
                </a:lnTo>
                <a:lnTo>
                  <a:pt x="1376839" y="4404837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06" name="Graphic 52">
            <a:extLst>
              <a:ext uri="{FF2B5EF4-FFF2-40B4-BE49-F238E27FC236}">
                <a16:creationId xmlns:a16="http://schemas.microsoft.com/office/drawing/2014/main" id="{31B29217-7CBA-4CA3-8A47-E987DAC1F002}"/>
              </a:ext>
            </a:extLst>
          </p:cNvPr>
          <p:cNvGrpSpPr>
            <a:grpSpLocks noChangeAspect="1"/>
          </p:cNvGrpSpPr>
          <p:nvPr/>
        </p:nvGrpSpPr>
        <p:grpSpPr>
          <a:xfrm>
            <a:off x="2119303" y="1404364"/>
            <a:ext cx="520300" cy="502920"/>
            <a:chOff x="4271963" y="1681163"/>
            <a:chExt cx="4562475" cy="44100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5B9B1C90-ECE3-49BF-8407-154287AF318A}"/>
                </a:ext>
              </a:extLst>
            </p:cNvPr>
            <p:cNvSpPr/>
            <p:nvPr/>
          </p:nvSpPr>
          <p:spPr>
            <a:xfrm>
              <a:off x="4264819" y="3121819"/>
              <a:ext cx="3952875" cy="1971675"/>
            </a:xfrm>
            <a:custGeom>
              <a:avLst/>
              <a:gdLst>
                <a:gd name="connsiteX0" fmla="*/ 3882866 w 3952875"/>
                <a:gd name="connsiteY0" fmla="*/ 7144 h 1971675"/>
                <a:gd name="connsiteX1" fmla="*/ 3882866 w 3952875"/>
                <a:gd name="connsiteY1" fmla="*/ 7144 h 1971675"/>
                <a:gd name="connsiteX2" fmla="*/ 72866 w 3952875"/>
                <a:gd name="connsiteY2" fmla="*/ 7144 h 1971675"/>
                <a:gd name="connsiteX3" fmla="*/ 7144 w 3952875"/>
                <a:gd name="connsiteY3" fmla="*/ 71914 h 1971675"/>
                <a:gd name="connsiteX4" fmla="*/ 7144 w 3952875"/>
                <a:gd name="connsiteY4" fmla="*/ 71914 h 1971675"/>
                <a:gd name="connsiteX5" fmla="*/ 7144 w 3952875"/>
                <a:gd name="connsiteY5" fmla="*/ 1900714 h 1971675"/>
                <a:gd name="connsiteX6" fmla="*/ 71914 w 3952875"/>
                <a:gd name="connsiteY6" fmla="*/ 1966436 h 1971675"/>
                <a:gd name="connsiteX7" fmla="*/ 71914 w 3952875"/>
                <a:gd name="connsiteY7" fmla="*/ 1966436 h 1971675"/>
                <a:gd name="connsiteX8" fmla="*/ 2662714 w 3952875"/>
                <a:gd name="connsiteY8" fmla="*/ 1966436 h 1971675"/>
                <a:gd name="connsiteX9" fmla="*/ 2728436 w 3952875"/>
                <a:gd name="connsiteY9" fmla="*/ 1900714 h 1971675"/>
                <a:gd name="connsiteX10" fmla="*/ 2662714 w 3952875"/>
                <a:gd name="connsiteY10" fmla="*/ 1834991 h 1971675"/>
                <a:gd name="connsiteX11" fmla="*/ 137636 w 3952875"/>
                <a:gd name="connsiteY11" fmla="*/ 1834991 h 1971675"/>
                <a:gd name="connsiteX12" fmla="*/ 137636 w 3952875"/>
                <a:gd name="connsiteY12" fmla="*/ 137636 h 1971675"/>
                <a:gd name="connsiteX13" fmla="*/ 3817144 w 3952875"/>
                <a:gd name="connsiteY13" fmla="*/ 137636 h 1971675"/>
                <a:gd name="connsiteX14" fmla="*/ 3817144 w 3952875"/>
                <a:gd name="connsiteY14" fmla="*/ 300514 h 1971675"/>
                <a:gd name="connsiteX15" fmla="*/ 3881914 w 3952875"/>
                <a:gd name="connsiteY15" fmla="*/ 366236 h 1971675"/>
                <a:gd name="connsiteX16" fmla="*/ 3881914 w 3952875"/>
                <a:gd name="connsiteY16" fmla="*/ 366236 h 1971675"/>
                <a:gd name="connsiteX17" fmla="*/ 3947636 w 3952875"/>
                <a:gd name="connsiteY17" fmla="*/ 301466 h 1971675"/>
                <a:gd name="connsiteX18" fmla="*/ 3947636 w 3952875"/>
                <a:gd name="connsiteY18" fmla="*/ 301466 h 1971675"/>
                <a:gd name="connsiteX19" fmla="*/ 3947636 w 3952875"/>
                <a:gd name="connsiteY19" fmla="*/ 72866 h 1971675"/>
                <a:gd name="connsiteX20" fmla="*/ 3882866 w 3952875"/>
                <a:gd name="connsiteY20" fmla="*/ 7144 h 197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52875" h="1971675">
                  <a:moveTo>
                    <a:pt x="3882866" y="7144"/>
                  </a:moveTo>
                  <a:cubicBezTo>
                    <a:pt x="3882866" y="7144"/>
                    <a:pt x="3882866" y="7144"/>
                    <a:pt x="3882866" y="7144"/>
                  </a:cubicBezTo>
                  <a:lnTo>
                    <a:pt x="72866" y="7144"/>
                  </a:lnTo>
                  <a:cubicBezTo>
                    <a:pt x="36671" y="7144"/>
                    <a:pt x="7144" y="36671"/>
                    <a:pt x="7144" y="71914"/>
                  </a:cubicBezTo>
                  <a:cubicBezTo>
                    <a:pt x="7144" y="71914"/>
                    <a:pt x="7144" y="71914"/>
                    <a:pt x="7144" y="71914"/>
                  </a:cubicBezTo>
                  <a:lnTo>
                    <a:pt x="7144" y="1900714"/>
                  </a:lnTo>
                  <a:cubicBezTo>
                    <a:pt x="7144" y="1936909"/>
                    <a:pt x="36671" y="1966436"/>
                    <a:pt x="71914" y="1966436"/>
                  </a:cubicBezTo>
                  <a:cubicBezTo>
                    <a:pt x="71914" y="1966436"/>
                    <a:pt x="71914" y="1966436"/>
                    <a:pt x="71914" y="1966436"/>
                  </a:cubicBezTo>
                  <a:lnTo>
                    <a:pt x="2662714" y="1966436"/>
                  </a:lnTo>
                  <a:cubicBezTo>
                    <a:pt x="2698909" y="1966436"/>
                    <a:pt x="2728436" y="1936909"/>
                    <a:pt x="2728436" y="1900714"/>
                  </a:cubicBezTo>
                  <a:cubicBezTo>
                    <a:pt x="2728436" y="1864519"/>
                    <a:pt x="2698909" y="1834991"/>
                    <a:pt x="2662714" y="1834991"/>
                  </a:cubicBezTo>
                  <a:lnTo>
                    <a:pt x="137636" y="1834991"/>
                  </a:lnTo>
                  <a:lnTo>
                    <a:pt x="137636" y="137636"/>
                  </a:lnTo>
                  <a:lnTo>
                    <a:pt x="3817144" y="137636"/>
                  </a:lnTo>
                  <a:lnTo>
                    <a:pt x="3817144" y="300514"/>
                  </a:lnTo>
                  <a:cubicBezTo>
                    <a:pt x="3817144" y="336709"/>
                    <a:pt x="3846671" y="366236"/>
                    <a:pt x="3881914" y="366236"/>
                  </a:cubicBezTo>
                  <a:cubicBezTo>
                    <a:pt x="3881914" y="366236"/>
                    <a:pt x="3881914" y="366236"/>
                    <a:pt x="3881914" y="366236"/>
                  </a:cubicBezTo>
                  <a:cubicBezTo>
                    <a:pt x="3918109" y="366236"/>
                    <a:pt x="3947636" y="336709"/>
                    <a:pt x="3947636" y="301466"/>
                  </a:cubicBezTo>
                  <a:cubicBezTo>
                    <a:pt x="3947636" y="301466"/>
                    <a:pt x="3947636" y="301466"/>
                    <a:pt x="3947636" y="301466"/>
                  </a:cubicBezTo>
                  <a:lnTo>
                    <a:pt x="3947636" y="72866"/>
                  </a:lnTo>
                  <a:cubicBezTo>
                    <a:pt x="3947636" y="36671"/>
                    <a:pt x="3919061" y="7144"/>
                    <a:pt x="388286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65E5E4E5-0707-49AC-83B0-1CA9E5756839}"/>
                </a:ext>
              </a:extLst>
            </p:cNvPr>
            <p:cNvSpPr/>
            <p:nvPr/>
          </p:nvSpPr>
          <p:spPr>
            <a:xfrm>
              <a:off x="4417613" y="2131491"/>
              <a:ext cx="3343275" cy="828675"/>
            </a:xfrm>
            <a:custGeom>
              <a:avLst/>
              <a:gdLst>
                <a:gd name="connsiteX0" fmla="*/ 3287160 w 3343275"/>
                <a:gd name="connsiteY0" fmla="*/ 694577 h 828675"/>
                <a:gd name="connsiteX1" fmla="*/ 239160 w 3343275"/>
                <a:gd name="connsiteY1" fmla="*/ 8777 h 828675"/>
                <a:gd name="connsiteX2" fmla="*/ 189630 w 3343275"/>
                <a:gd name="connsiteY2" fmla="*/ 17349 h 828675"/>
                <a:gd name="connsiteX3" fmla="*/ 161055 w 3343275"/>
                <a:gd name="connsiteY3" fmla="*/ 58307 h 828675"/>
                <a:gd name="connsiteX4" fmla="*/ 8655 w 3343275"/>
                <a:gd name="connsiteY4" fmla="*/ 744107 h 828675"/>
                <a:gd name="connsiteX5" fmla="*/ 58185 w 3343275"/>
                <a:gd name="connsiteY5" fmla="*/ 822212 h 828675"/>
                <a:gd name="connsiteX6" fmla="*/ 136290 w 3343275"/>
                <a:gd name="connsiteY6" fmla="*/ 772682 h 828675"/>
                <a:gd name="connsiteX7" fmla="*/ 274403 w 3343275"/>
                <a:gd name="connsiteY7" fmla="*/ 150699 h 828675"/>
                <a:gd name="connsiteX8" fmla="*/ 3258585 w 3343275"/>
                <a:gd name="connsiteY8" fmla="*/ 822212 h 828675"/>
                <a:gd name="connsiteX9" fmla="*/ 3272873 w 3343275"/>
                <a:gd name="connsiteY9" fmla="*/ 824117 h 828675"/>
                <a:gd name="connsiteX10" fmla="*/ 3337643 w 3343275"/>
                <a:gd name="connsiteY10" fmla="*/ 758394 h 828675"/>
                <a:gd name="connsiteX11" fmla="*/ 3287160 w 3343275"/>
                <a:gd name="connsiteY11" fmla="*/ 694577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43275" h="828675">
                  <a:moveTo>
                    <a:pt x="3287160" y="694577"/>
                  </a:moveTo>
                  <a:lnTo>
                    <a:pt x="239160" y="8777"/>
                  </a:lnTo>
                  <a:cubicBezTo>
                    <a:pt x="222015" y="4967"/>
                    <a:pt x="204870" y="7824"/>
                    <a:pt x="189630" y="17349"/>
                  </a:cubicBezTo>
                  <a:cubicBezTo>
                    <a:pt x="175343" y="26874"/>
                    <a:pt x="164865" y="41162"/>
                    <a:pt x="161055" y="58307"/>
                  </a:cubicBezTo>
                  <a:lnTo>
                    <a:pt x="8655" y="744107"/>
                  </a:lnTo>
                  <a:cubicBezTo>
                    <a:pt x="1035" y="779349"/>
                    <a:pt x="22943" y="814592"/>
                    <a:pt x="58185" y="822212"/>
                  </a:cubicBezTo>
                  <a:cubicBezTo>
                    <a:pt x="93428" y="829832"/>
                    <a:pt x="128670" y="807924"/>
                    <a:pt x="136290" y="772682"/>
                  </a:cubicBezTo>
                  <a:lnTo>
                    <a:pt x="274403" y="150699"/>
                  </a:lnTo>
                  <a:lnTo>
                    <a:pt x="3258585" y="822212"/>
                  </a:lnTo>
                  <a:cubicBezTo>
                    <a:pt x="3263348" y="823164"/>
                    <a:pt x="3268110" y="824117"/>
                    <a:pt x="3272873" y="824117"/>
                  </a:cubicBezTo>
                  <a:cubicBezTo>
                    <a:pt x="3309068" y="824117"/>
                    <a:pt x="3338595" y="794589"/>
                    <a:pt x="3337643" y="758394"/>
                  </a:cubicBezTo>
                  <a:cubicBezTo>
                    <a:pt x="3337643" y="727914"/>
                    <a:pt x="3316688" y="701244"/>
                    <a:pt x="3287160" y="6945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B440BC77-2F27-4A86-8DB5-1A7B0CE65B6B}"/>
                </a:ext>
              </a:extLst>
            </p:cNvPr>
            <p:cNvSpPr/>
            <p:nvPr/>
          </p:nvSpPr>
          <p:spPr>
            <a:xfrm>
              <a:off x="5254152" y="1673638"/>
              <a:ext cx="2124075" cy="904875"/>
            </a:xfrm>
            <a:custGeom>
              <a:avLst/>
              <a:gdLst>
                <a:gd name="connsiteX0" fmla="*/ 2080098 w 2124075"/>
                <a:gd name="connsiteY0" fmla="*/ 774287 h 904875"/>
                <a:gd name="connsiteX1" fmla="*/ 251298 w 2124075"/>
                <a:gd name="connsiteY1" fmla="*/ 12287 h 904875"/>
                <a:gd name="connsiteX2" fmla="*/ 167478 w 2124075"/>
                <a:gd name="connsiteY2" fmla="*/ 43720 h 904875"/>
                <a:gd name="connsiteX3" fmla="*/ 15078 w 2124075"/>
                <a:gd name="connsiteY3" fmla="*/ 348520 h 904875"/>
                <a:gd name="connsiteX4" fmla="*/ 41748 w 2124075"/>
                <a:gd name="connsiteY4" fmla="*/ 437102 h 904875"/>
                <a:gd name="connsiteX5" fmla="*/ 130331 w 2124075"/>
                <a:gd name="connsiteY5" fmla="*/ 410432 h 904875"/>
                <a:gd name="connsiteX6" fmla="*/ 132236 w 2124075"/>
                <a:gd name="connsiteY6" fmla="*/ 406622 h 904875"/>
                <a:gd name="connsiteX7" fmla="*/ 132236 w 2124075"/>
                <a:gd name="connsiteY7" fmla="*/ 406622 h 904875"/>
                <a:gd name="connsiteX8" fmla="*/ 257013 w 2124075"/>
                <a:gd name="connsiteY8" fmla="*/ 156115 h 904875"/>
                <a:gd name="connsiteX9" fmla="*/ 2029616 w 2124075"/>
                <a:gd name="connsiteY9" fmla="*/ 894302 h 904875"/>
                <a:gd name="connsiteX10" fmla="*/ 2115341 w 2124075"/>
                <a:gd name="connsiteY10" fmla="*/ 859060 h 904875"/>
                <a:gd name="connsiteX11" fmla="*/ 2080098 w 2124075"/>
                <a:gd name="connsiteY11" fmla="*/ 774287 h 90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4075" h="904875">
                  <a:moveTo>
                    <a:pt x="2080098" y="774287"/>
                  </a:moveTo>
                  <a:lnTo>
                    <a:pt x="251298" y="12287"/>
                  </a:lnTo>
                  <a:cubicBezTo>
                    <a:pt x="219866" y="-1048"/>
                    <a:pt x="182718" y="12287"/>
                    <a:pt x="167478" y="43720"/>
                  </a:cubicBezTo>
                  <a:lnTo>
                    <a:pt x="15078" y="348520"/>
                  </a:lnTo>
                  <a:cubicBezTo>
                    <a:pt x="-2067" y="379952"/>
                    <a:pt x="9363" y="419957"/>
                    <a:pt x="41748" y="437102"/>
                  </a:cubicBezTo>
                  <a:cubicBezTo>
                    <a:pt x="73181" y="454247"/>
                    <a:pt x="113186" y="442817"/>
                    <a:pt x="130331" y="410432"/>
                  </a:cubicBezTo>
                  <a:cubicBezTo>
                    <a:pt x="131283" y="409480"/>
                    <a:pt x="131283" y="407575"/>
                    <a:pt x="132236" y="406622"/>
                  </a:cubicBezTo>
                  <a:lnTo>
                    <a:pt x="132236" y="406622"/>
                  </a:lnTo>
                  <a:lnTo>
                    <a:pt x="257013" y="156115"/>
                  </a:lnTo>
                  <a:lnTo>
                    <a:pt x="2029616" y="894302"/>
                  </a:lnTo>
                  <a:cubicBezTo>
                    <a:pt x="2062953" y="908590"/>
                    <a:pt x="2101053" y="892397"/>
                    <a:pt x="2115341" y="859060"/>
                  </a:cubicBezTo>
                  <a:cubicBezTo>
                    <a:pt x="2129628" y="826675"/>
                    <a:pt x="2113436" y="788575"/>
                    <a:pt x="2080098" y="7742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DABFE56-120C-4AF3-A0F4-574F5F0163A4}"/>
                </a:ext>
              </a:extLst>
            </p:cNvPr>
            <p:cNvSpPr/>
            <p:nvPr/>
          </p:nvSpPr>
          <p:spPr>
            <a:xfrm>
              <a:off x="6703219" y="3426619"/>
              <a:ext cx="742950" cy="142875"/>
            </a:xfrm>
            <a:custGeom>
              <a:avLst/>
              <a:gdLst>
                <a:gd name="connsiteX0" fmla="*/ 677704 w 742950"/>
                <a:gd name="connsiteY0" fmla="*/ 7144 h 142875"/>
                <a:gd name="connsiteX1" fmla="*/ 72866 w 742950"/>
                <a:gd name="connsiteY1" fmla="*/ 7144 h 142875"/>
                <a:gd name="connsiteX2" fmla="*/ 7144 w 742950"/>
                <a:gd name="connsiteY2" fmla="*/ 72866 h 142875"/>
                <a:gd name="connsiteX3" fmla="*/ 72866 w 742950"/>
                <a:gd name="connsiteY3" fmla="*/ 138589 h 142875"/>
                <a:gd name="connsiteX4" fmla="*/ 677704 w 742950"/>
                <a:gd name="connsiteY4" fmla="*/ 138589 h 142875"/>
                <a:gd name="connsiteX5" fmla="*/ 743426 w 742950"/>
                <a:gd name="connsiteY5" fmla="*/ 72866 h 142875"/>
                <a:gd name="connsiteX6" fmla="*/ 677704 w 742950"/>
                <a:gd name="connsiteY6" fmla="*/ 714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2950" h="142875">
                  <a:moveTo>
                    <a:pt x="677704" y="7144"/>
                  </a:moveTo>
                  <a:lnTo>
                    <a:pt x="72866" y="7144"/>
                  </a:lnTo>
                  <a:cubicBezTo>
                    <a:pt x="36671" y="7144"/>
                    <a:pt x="7144" y="36671"/>
                    <a:pt x="7144" y="72866"/>
                  </a:cubicBezTo>
                  <a:cubicBezTo>
                    <a:pt x="7144" y="109061"/>
                    <a:pt x="36671" y="138589"/>
                    <a:pt x="72866" y="138589"/>
                  </a:cubicBezTo>
                  <a:lnTo>
                    <a:pt x="677704" y="138589"/>
                  </a:lnTo>
                  <a:cubicBezTo>
                    <a:pt x="713899" y="138589"/>
                    <a:pt x="743426" y="109061"/>
                    <a:pt x="743426" y="72866"/>
                  </a:cubicBezTo>
                  <a:cubicBezTo>
                    <a:pt x="743426" y="36671"/>
                    <a:pt x="712946" y="7144"/>
                    <a:pt x="67770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7A6D86D7-2EA8-42C9-B4EE-E90F7D2E2C8F}"/>
                </a:ext>
              </a:extLst>
            </p:cNvPr>
            <p:cNvSpPr/>
            <p:nvPr/>
          </p:nvSpPr>
          <p:spPr>
            <a:xfrm>
              <a:off x="5488782" y="3431382"/>
              <a:ext cx="1352550" cy="1352550"/>
            </a:xfrm>
            <a:custGeom>
              <a:avLst/>
              <a:gdLst>
                <a:gd name="connsiteX0" fmla="*/ 677704 w 1352550"/>
                <a:gd name="connsiteY0" fmla="*/ 7144 h 1352550"/>
                <a:gd name="connsiteX1" fmla="*/ 7144 w 1352550"/>
                <a:gd name="connsiteY1" fmla="*/ 677704 h 1352550"/>
                <a:gd name="connsiteX2" fmla="*/ 677704 w 1352550"/>
                <a:gd name="connsiteY2" fmla="*/ 1348264 h 1352550"/>
                <a:gd name="connsiteX3" fmla="*/ 1348264 w 1352550"/>
                <a:gd name="connsiteY3" fmla="*/ 677704 h 1352550"/>
                <a:gd name="connsiteX4" fmla="*/ 677704 w 1352550"/>
                <a:gd name="connsiteY4" fmla="*/ 7144 h 1352550"/>
                <a:gd name="connsiteX5" fmla="*/ 677704 w 1352550"/>
                <a:gd name="connsiteY5" fmla="*/ 1226344 h 1352550"/>
                <a:gd name="connsiteX6" fmla="*/ 129064 w 1352550"/>
                <a:gd name="connsiteY6" fmla="*/ 677704 h 1352550"/>
                <a:gd name="connsiteX7" fmla="*/ 677704 w 1352550"/>
                <a:gd name="connsiteY7" fmla="*/ 129064 h 1352550"/>
                <a:gd name="connsiteX8" fmla="*/ 1226344 w 1352550"/>
                <a:gd name="connsiteY8" fmla="*/ 677704 h 1352550"/>
                <a:gd name="connsiteX9" fmla="*/ 677704 w 1352550"/>
                <a:gd name="connsiteY9" fmla="*/ 1226344 h 135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2550" h="1352550">
                  <a:moveTo>
                    <a:pt x="677704" y="7144"/>
                  </a:moveTo>
                  <a:cubicBezTo>
                    <a:pt x="307181" y="7144"/>
                    <a:pt x="7144" y="307181"/>
                    <a:pt x="7144" y="677704"/>
                  </a:cubicBezTo>
                  <a:cubicBezTo>
                    <a:pt x="7144" y="1048226"/>
                    <a:pt x="307181" y="1348264"/>
                    <a:pt x="677704" y="1348264"/>
                  </a:cubicBezTo>
                  <a:cubicBezTo>
                    <a:pt x="1048226" y="1348264"/>
                    <a:pt x="1348264" y="1048226"/>
                    <a:pt x="1348264" y="677704"/>
                  </a:cubicBezTo>
                  <a:cubicBezTo>
                    <a:pt x="1348264" y="307181"/>
                    <a:pt x="1047274" y="7144"/>
                    <a:pt x="677704" y="7144"/>
                  </a:cubicBezTo>
                  <a:close/>
                  <a:moveTo>
                    <a:pt x="677704" y="1226344"/>
                  </a:moveTo>
                  <a:cubicBezTo>
                    <a:pt x="374809" y="1226344"/>
                    <a:pt x="129064" y="980599"/>
                    <a:pt x="129064" y="677704"/>
                  </a:cubicBezTo>
                  <a:cubicBezTo>
                    <a:pt x="129064" y="374809"/>
                    <a:pt x="374809" y="129064"/>
                    <a:pt x="677704" y="129064"/>
                  </a:cubicBezTo>
                  <a:cubicBezTo>
                    <a:pt x="980599" y="129064"/>
                    <a:pt x="1226344" y="374809"/>
                    <a:pt x="1226344" y="677704"/>
                  </a:cubicBezTo>
                  <a:cubicBezTo>
                    <a:pt x="1226344" y="980599"/>
                    <a:pt x="980599" y="1226344"/>
                    <a:pt x="677704" y="1226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0A9DBBB5-DD79-4987-8154-242372889A0D}"/>
                </a:ext>
              </a:extLst>
            </p:cNvPr>
            <p:cNvSpPr/>
            <p:nvPr/>
          </p:nvSpPr>
          <p:spPr>
            <a:xfrm>
              <a:off x="7149942" y="3644742"/>
              <a:ext cx="1685925" cy="2447925"/>
            </a:xfrm>
            <a:custGeom>
              <a:avLst/>
              <a:gdLst>
                <a:gd name="connsiteX0" fmla="*/ 845344 w 1685925"/>
                <a:gd name="connsiteY0" fmla="*/ 7144 h 2447925"/>
                <a:gd name="connsiteX1" fmla="*/ 7144 w 1685925"/>
                <a:gd name="connsiteY1" fmla="*/ 311944 h 2447925"/>
                <a:gd name="connsiteX2" fmla="*/ 7144 w 1685925"/>
                <a:gd name="connsiteY2" fmla="*/ 2140744 h 2447925"/>
                <a:gd name="connsiteX3" fmla="*/ 845344 w 1685925"/>
                <a:gd name="connsiteY3" fmla="*/ 2445544 h 2447925"/>
                <a:gd name="connsiteX4" fmla="*/ 1683544 w 1685925"/>
                <a:gd name="connsiteY4" fmla="*/ 2140744 h 2447925"/>
                <a:gd name="connsiteX5" fmla="*/ 1683544 w 1685925"/>
                <a:gd name="connsiteY5" fmla="*/ 311944 h 2447925"/>
                <a:gd name="connsiteX6" fmla="*/ 845344 w 1685925"/>
                <a:gd name="connsiteY6" fmla="*/ 7144 h 2447925"/>
                <a:gd name="connsiteX7" fmla="*/ 1531144 w 1685925"/>
                <a:gd name="connsiteY7" fmla="*/ 2139791 h 2447925"/>
                <a:gd name="connsiteX8" fmla="*/ 845344 w 1685925"/>
                <a:gd name="connsiteY8" fmla="*/ 2293144 h 2447925"/>
                <a:gd name="connsiteX9" fmla="*/ 159544 w 1685925"/>
                <a:gd name="connsiteY9" fmla="*/ 2140744 h 2447925"/>
                <a:gd name="connsiteX10" fmla="*/ 159544 w 1685925"/>
                <a:gd name="connsiteY10" fmla="*/ 2020729 h 2447925"/>
                <a:gd name="connsiteX11" fmla="*/ 845344 w 1685925"/>
                <a:gd name="connsiteY11" fmla="*/ 2140744 h 2447925"/>
                <a:gd name="connsiteX12" fmla="*/ 1531144 w 1685925"/>
                <a:gd name="connsiteY12" fmla="*/ 2020729 h 2447925"/>
                <a:gd name="connsiteX13" fmla="*/ 1531144 w 1685925"/>
                <a:gd name="connsiteY13" fmla="*/ 2139791 h 2447925"/>
                <a:gd name="connsiteX14" fmla="*/ 1531144 w 1685925"/>
                <a:gd name="connsiteY14" fmla="*/ 1834991 h 2447925"/>
                <a:gd name="connsiteX15" fmla="*/ 845344 w 1685925"/>
                <a:gd name="connsiteY15" fmla="*/ 1988344 h 2447925"/>
                <a:gd name="connsiteX16" fmla="*/ 159544 w 1685925"/>
                <a:gd name="connsiteY16" fmla="*/ 1835944 h 2447925"/>
                <a:gd name="connsiteX17" fmla="*/ 159544 w 1685925"/>
                <a:gd name="connsiteY17" fmla="*/ 1715929 h 2447925"/>
                <a:gd name="connsiteX18" fmla="*/ 845344 w 1685925"/>
                <a:gd name="connsiteY18" fmla="*/ 1835944 h 2447925"/>
                <a:gd name="connsiteX19" fmla="*/ 1531144 w 1685925"/>
                <a:gd name="connsiteY19" fmla="*/ 1715929 h 2447925"/>
                <a:gd name="connsiteX20" fmla="*/ 1531144 w 1685925"/>
                <a:gd name="connsiteY20" fmla="*/ 1834991 h 2447925"/>
                <a:gd name="connsiteX21" fmla="*/ 1531144 w 1685925"/>
                <a:gd name="connsiteY21" fmla="*/ 1530191 h 2447925"/>
                <a:gd name="connsiteX22" fmla="*/ 845344 w 1685925"/>
                <a:gd name="connsiteY22" fmla="*/ 1683544 h 2447925"/>
                <a:gd name="connsiteX23" fmla="*/ 159544 w 1685925"/>
                <a:gd name="connsiteY23" fmla="*/ 1531144 h 2447925"/>
                <a:gd name="connsiteX24" fmla="*/ 159544 w 1685925"/>
                <a:gd name="connsiteY24" fmla="*/ 1411129 h 2447925"/>
                <a:gd name="connsiteX25" fmla="*/ 845344 w 1685925"/>
                <a:gd name="connsiteY25" fmla="*/ 1531144 h 2447925"/>
                <a:gd name="connsiteX26" fmla="*/ 1531144 w 1685925"/>
                <a:gd name="connsiteY26" fmla="*/ 1411129 h 2447925"/>
                <a:gd name="connsiteX27" fmla="*/ 1531144 w 1685925"/>
                <a:gd name="connsiteY27" fmla="*/ 1530191 h 2447925"/>
                <a:gd name="connsiteX28" fmla="*/ 1531144 w 1685925"/>
                <a:gd name="connsiteY28" fmla="*/ 1225391 h 2447925"/>
                <a:gd name="connsiteX29" fmla="*/ 845344 w 1685925"/>
                <a:gd name="connsiteY29" fmla="*/ 1378744 h 2447925"/>
                <a:gd name="connsiteX30" fmla="*/ 159544 w 1685925"/>
                <a:gd name="connsiteY30" fmla="*/ 1226344 h 2447925"/>
                <a:gd name="connsiteX31" fmla="*/ 159544 w 1685925"/>
                <a:gd name="connsiteY31" fmla="*/ 1106329 h 2447925"/>
                <a:gd name="connsiteX32" fmla="*/ 845344 w 1685925"/>
                <a:gd name="connsiteY32" fmla="*/ 1226344 h 2447925"/>
                <a:gd name="connsiteX33" fmla="*/ 1531144 w 1685925"/>
                <a:gd name="connsiteY33" fmla="*/ 1106329 h 2447925"/>
                <a:gd name="connsiteX34" fmla="*/ 1531144 w 1685925"/>
                <a:gd name="connsiteY34" fmla="*/ 1225391 h 2447925"/>
                <a:gd name="connsiteX35" fmla="*/ 1531144 w 1685925"/>
                <a:gd name="connsiteY35" fmla="*/ 920591 h 2447925"/>
                <a:gd name="connsiteX36" fmla="*/ 845344 w 1685925"/>
                <a:gd name="connsiteY36" fmla="*/ 1073944 h 2447925"/>
                <a:gd name="connsiteX37" fmla="*/ 159544 w 1685925"/>
                <a:gd name="connsiteY37" fmla="*/ 921544 h 2447925"/>
                <a:gd name="connsiteX38" fmla="*/ 159544 w 1685925"/>
                <a:gd name="connsiteY38" fmla="*/ 801529 h 2447925"/>
                <a:gd name="connsiteX39" fmla="*/ 845344 w 1685925"/>
                <a:gd name="connsiteY39" fmla="*/ 921544 h 2447925"/>
                <a:gd name="connsiteX40" fmla="*/ 1531144 w 1685925"/>
                <a:gd name="connsiteY40" fmla="*/ 801529 h 2447925"/>
                <a:gd name="connsiteX41" fmla="*/ 1531144 w 1685925"/>
                <a:gd name="connsiteY41" fmla="*/ 920591 h 2447925"/>
                <a:gd name="connsiteX42" fmla="*/ 1531144 w 1685925"/>
                <a:gd name="connsiteY42" fmla="*/ 615791 h 2447925"/>
                <a:gd name="connsiteX43" fmla="*/ 845344 w 1685925"/>
                <a:gd name="connsiteY43" fmla="*/ 769144 h 2447925"/>
                <a:gd name="connsiteX44" fmla="*/ 159544 w 1685925"/>
                <a:gd name="connsiteY44" fmla="*/ 616744 h 2447925"/>
                <a:gd name="connsiteX45" fmla="*/ 159544 w 1685925"/>
                <a:gd name="connsiteY45" fmla="*/ 496729 h 2447925"/>
                <a:gd name="connsiteX46" fmla="*/ 845344 w 1685925"/>
                <a:gd name="connsiteY46" fmla="*/ 616744 h 2447925"/>
                <a:gd name="connsiteX47" fmla="*/ 1531144 w 1685925"/>
                <a:gd name="connsiteY47" fmla="*/ 496729 h 2447925"/>
                <a:gd name="connsiteX48" fmla="*/ 1531144 w 1685925"/>
                <a:gd name="connsiteY48" fmla="*/ 615791 h 2447925"/>
                <a:gd name="connsiteX49" fmla="*/ 845344 w 1685925"/>
                <a:gd name="connsiteY49" fmla="*/ 464344 h 2447925"/>
                <a:gd name="connsiteX50" fmla="*/ 159544 w 1685925"/>
                <a:gd name="connsiteY50" fmla="*/ 312896 h 2447925"/>
                <a:gd name="connsiteX51" fmla="*/ 159544 w 1685925"/>
                <a:gd name="connsiteY51" fmla="*/ 312896 h 2447925"/>
                <a:gd name="connsiteX52" fmla="*/ 845344 w 1685925"/>
                <a:gd name="connsiteY52" fmla="*/ 159544 h 2447925"/>
                <a:gd name="connsiteX53" fmla="*/ 1531144 w 1685925"/>
                <a:gd name="connsiteY53" fmla="*/ 311944 h 2447925"/>
                <a:gd name="connsiteX54" fmla="*/ 845344 w 1685925"/>
                <a:gd name="connsiteY54" fmla="*/ 464344 h 2447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685925" h="2447925">
                  <a:moveTo>
                    <a:pt x="845344" y="7144"/>
                  </a:moveTo>
                  <a:cubicBezTo>
                    <a:pt x="441484" y="7144"/>
                    <a:pt x="7144" y="102394"/>
                    <a:pt x="7144" y="311944"/>
                  </a:cubicBezTo>
                  <a:lnTo>
                    <a:pt x="7144" y="2140744"/>
                  </a:lnTo>
                  <a:cubicBezTo>
                    <a:pt x="7144" y="2350294"/>
                    <a:pt x="441484" y="2445544"/>
                    <a:pt x="845344" y="2445544"/>
                  </a:cubicBezTo>
                  <a:cubicBezTo>
                    <a:pt x="1249204" y="2445544"/>
                    <a:pt x="1683544" y="2350294"/>
                    <a:pt x="1683544" y="2140744"/>
                  </a:cubicBezTo>
                  <a:lnTo>
                    <a:pt x="1683544" y="311944"/>
                  </a:lnTo>
                  <a:cubicBezTo>
                    <a:pt x="1683544" y="102394"/>
                    <a:pt x="1249204" y="7144"/>
                    <a:pt x="845344" y="7144"/>
                  </a:cubicBezTo>
                  <a:close/>
                  <a:moveTo>
                    <a:pt x="1531144" y="2139791"/>
                  </a:moveTo>
                  <a:cubicBezTo>
                    <a:pt x="1519714" y="2181702"/>
                    <a:pt x="1291114" y="2293144"/>
                    <a:pt x="845344" y="2293144"/>
                  </a:cubicBezTo>
                  <a:cubicBezTo>
                    <a:pt x="399574" y="2293144"/>
                    <a:pt x="170974" y="2181702"/>
                    <a:pt x="159544" y="2140744"/>
                  </a:cubicBezTo>
                  <a:lnTo>
                    <a:pt x="159544" y="2020729"/>
                  </a:lnTo>
                  <a:cubicBezTo>
                    <a:pt x="321469" y="2102644"/>
                    <a:pt x="589121" y="2140744"/>
                    <a:pt x="845344" y="2140744"/>
                  </a:cubicBezTo>
                  <a:cubicBezTo>
                    <a:pt x="1101566" y="2140744"/>
                    <a:pt x="1369219" y="2102644"/>
                    <a:pt x="1531144" y="2020729"/>
                  </a:cubicBezTo>
                  <a:lnTo>
                    <a:pt x="1531144" y="2139791"/>
                  </a:lnTo>
                  <a:close/>
                  <a:moveTo>
                    <a:pt x="1531144" y="1834991"/>
                  </a:moveTo>
                  <a:cubicBezTo>
                    <a:pt x="1519714" y="1876901"/>
                    <a:pt x="1291114" y="1988344"/>
                    <a:pt x="845344" y="1988344"/>
                  </a:cubicBezTo>
                  <a:cubicBezTo>
                    <a:pt x="399574" y="1988344"/>
                    <a:pt x="170974" y="1876901"/>
                    <a:pt x="159544" y="1835944"/>
                  </a:cubicBezTo>
                  <a:lnTo>
                    <a:pt x="159544" y="1715929"/>
                  </a:lnTo>
                  <a:cubicBezTo>
                    <a:pt x="321469" y="1797844"/>
                    <a:pt x="589121" y="1835944"/>
                    <a:pt x="845344" y="1835944"/>
                  </a:cubicBezTo>
                  <a:cubicBezTo>
                    <a:pt x="1101566" y="1835944"/>
                    <a:pt x="1369219" y="1797844"/>
                    <a:pt x="1531144" y="1715929"/>
                  </a:cubicBezTo>
                  <a:lnTo>
                    <a:pt x="1531144" y="1834991"/>
                  </a:lnTo>
                  <a:close/>
                  <a:moveTo>
                    <a:pt x="1531144" y="1530191"/>
                  </a:moveTo>
                  <a:cubicBezTo>
                    <a:pt x="1519714" y="1572101"/>
                    <a:pt x="1291114" y="1683544"/>
                    <a:pt x="845344" y="1683544"/>
                  </a:cubicBezTo>
                  <a:cubicBezTo>
                    <a:pt x="399574" y="1683544"/>
                    <a:pt x="170974" y="1572101"/>
                    <a:pt x="159544" y="1531144"/>
                  </a:cubicBezTo>
                  <a:lnTo>
                    <a:pt x="159544" y="1411129"/>
                  </a:lnTo>
                  <a:cubicBezTo>
                    <a:pt x="321469" y="1493044"/>
                    <a:pt x="589121" y="1531144"/>
                    <a:pt x="845344" y="1531144"/>
                  </a:cubicBezTo>
                  <a:cubicBezTo>
                    <a:pt x="1101566" y="1531144"/>
                    <a:pt x="1369219" y="1493044"/>
                    <a:pt x="1531144" y="1411129"/>
                  </a:cubicBezTo>
                  <a:lnTo>
                    <a:pt x="1531144" y="1530191"/>
                  </a:lnTo>
                  <a:close/>
                  <a:moveTo>
                    <a:pt x="1531144" y="1225391"/>
                  </a:moveTo>
                  <a:cubicBezTo>
                    <a:pt x="1519714" y="1267301"/>
                    <a:pt x="1291114" y="1378744"/>
                    <a:pt x="845344" y="1378744"/>
                  </a:cubicBezTo>
                  <a:cubicBezTo>
                    <a:pt x="399574" y="1378744"/>
                    <a:pt x="170974" y="1267301"/>
                    <a:pt x="159544" y="1226344"/>
                  </a:cubicBezTo>
                  <a:lnTo>
                    <a:pt x="159544" y="1106329"/>
                  </a:lnTo>
                  <a:cubicBezTo>
                    <a:pt x="321469" y="1188244"/>
                    <a:pt x="589121" y="1226344"/>
                    <a:pt x="845344" y="1226344"/>
                  </a:cubicBezTo>
                  <a:cubicBezTo>
                    <a:pt x="1101566" y="1226344"/>
                    <a:pt x="1369219" y="1188244"/>
                    <a:pt x="1531144" y="1106329"/>
                  </a:cubicBezTo>
                  <a:lnTo>
                    <a:pt x="1531144" y="1225391"/>
                  </a:lnTo>
                  <a:close/>
                  <a:moveTo>
                    <a:pt x="1531144" y="920591"/>
                  </a:moveTo>
                  <a:cubicBezTo>
                    <a:pt x="1519714" y="962501"/>
                    <a:pt x="1291114" y="1073944"/>
                    <a:pt x="845344" y="1073944"/>
                  </a:cubicBezTo>
                  <a:cubicBezTo>
                    <a:pt x="399574" y="1073944"/>
                    <a:pt x="170974" y="962501"/>
                    <a:pt x="159544" y="921544"/>
                  </a:cubicBezTo>
                  <a:lnTo>
                    <a:pt x="159544" y="801529"/>
                  </a:lnTo>
                  <a:cubicBezTo>
                    <a:pt x="321469" y="882491"/>
                    <a:pt x="589121" y="921544"/>
                    <a:pt x="845344" y="921544"/>
                  </a:cubicBezTo>
                  <a:cubicBezTo>
                    <a:pt x="1101566" y="921544"/>
                    <a:pt x="1369219" y="883444"/>
                    <a:pt x="1531144" y="801529"/>
                  </a:cubicBezTo>
                  <a:lnTo>
                    <a:pt x="1531144" y="920591"/>
                  </a:lnTo>
                  <a:close/>
                  <a:moveTo>
                    <a:pt x="1531144" y="615791"/>
                  </a:moveTo>
                  <a:cubicBezTo>
                    <a:pt x="1519714" y="657701"/>
                    <a:pt x="1291114" y="769144"/>
                    <a:pt x="845344" y="769144"/>
                  </a:cubicBezTo>
                  <a:cubicBezTo>
                    <a:pt x="399574" y="769144"/>
                    <a:pt x="170974" y="657701"/>
                    <a:pt x="159544" y="616744"/>
                  </a:cubicBezTo>
                  <a:lnTo>
                    <a:pt x="159544" y="496729"/>
                  </a:lnTo>
                  <a:cubicBezTo>
                    <a:pt x="321469" y="577691"/>
                    <a:pt x="589121" y="616744"/>
                    <a:pt x="845344" y="616744"/>
                  </a:cubicBezTo>
                  <a:cubicBezTo>
                    <a:pt x="1101566" y="616744"/>
                    <a:pt x="1369219" y="578644"/>
                    <a:pt x="1531144" y="496729"/>
                  </a:cubicBezTo>
                  <a:lnTo>
                    <a:pt x="1531144" y="615791"/>
                  </a:lnTo>
                  <a:close/>
                  <a:moveTo>
                    <a:pt x="845344" y="464344"/>
                  </a:moveTo>
                  <a:cubicBezTo>
                    <a:pt x="400526" y="464344"/>
                    <a:pt x="171926" y="353854"/>
                    <a:pt x="159544" y="312896"/>
                  </a:cubicBezTo>
                  <a:lnTo>
                    <a:pt x="159544" y="312896"/>
                  </a:lnTo>
                  <a:cubicBezTo>
                    <a:pt x="171926" y="270034"/>
                    <a:pt x="400526" y="159544"/>
                    <a:pt x="845344" y="159544"/>
                  </a:cubicBezTo>
                  <a:cubicBezTo>
                    <a:pt x="1287304" y="159544"/>
                    <a:pt x="1515904" y="269081"/>
                    <a:pt x="1531144" y="311944"/>
                  </a:cubicBezTo>
                  <a:cubicBezTo>
                    <a:pt x="1515904" y="354806"/>
                    <a:pt x="1287304" y="464344"/>
                    <a:pt x="845344" y="464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3E5BF59-541D-41ED-B81F-415BEE1D44F9}"/>
                </a:ext>
              </a:extLst>
            </p:cNvPr>
            <p:cNvSpPr/>
            <p:nvPr/>
          </p:nvSpPr>
          <p:spPr>
            <a:xfrm>
              <a:off x="4569619" y="3425667"/>
              <a:ext cx="1057275" cy="1362075"/>
            </a:xfrm>
            <a:custGeom>
              <a:avLst/>
              <a:gdLst>
                <a:gd name="connsiteX0" fmla="*/ 987266 w 1057275"/>
                <a:gd name="connsiteY0" fmla="*/ 1227296 h 1362075"/>
                <a:gd name="connsiteX1" fmla="*/ 411004 w 1057275"/>
                <a:gd name="connsiteY1" fmla="*/ 1227296 h 1362075"/>
                <a:gd name="connsiteX2" fmla="*/ 137636 w 1057275"/>
                <a:gd name="connsiteY2" fmla="*/ 928211 h 1362075"/>
                <a:gd name="connsiteX3" fmla="*/ 137636 w 1057275"/>
                <a:gd name="connsiteY3" fmla="*/ 432911 h 1362075"/>
                <a:gd name="connsiteX4" fmla="*/ 439579 w 1057275"/>
                <a:gd name="connsiteY4" fmla="*/ 138589 h 1362075"/>
                <a:gd name="connsiteX5" fmla="*/ 987266 w 1057275"/>
                <a:gd name="connsiteY5" fmla="*/ 138589 h 1362075"/>
                <a:gd name="connsiteX6" fmla="*/ 1052989 w 1057275"/>
                <a:gd name="connsiteY6" fmla="*/ 72866 h 1362075"/>
                <a:gd name="connsiteX7" fmla="*/ 987266 w 1057275"/>
                <a:gd name="connsiteY7" fmla="*/ 7144 h 1362075"/>
                <a:gd name="connsiteX8" fmla="*/ 412909 w 1057275"/>
                <a:gd name="connsiteY8" fmla="*/ 7144 h 1362075"/>
                <a:gd name="connsiteX9" fmla="*/ 367189 w 1057275"/>
                <a:gd name="connsiteY9" fmla="*/ 25241 h 1362075"/>
                <a:gd name="connsiteX10" fmla="*/ 27146 w 1057275"/>
                <a:gd name="connsiteY10" fmla="*/ 357664 h 1362075"/>
                <a:gd name="connsiteX11" fmla="*/ 7144 w 1057275"/>
                <a:gd name="connsiteY11" fmla="*/ 411004 h 1362075"/>
                <a:gd name="connsiteX12" fmla="*/ 7144 w 1057275"/>
                <a:gd name="connsiteY12" fmla="*/ 952976 h 1362075"/>
                <a:gd name="connsiteX13" fmla="*/ 24289 w 1057275"/>
                <a:gd name="connsiteY13" fmla="*/ 996791 h 1362075"/>
                <a:gd name="connsiteX14" fmla="*/ 333851 w 1057275"/>
                <a:gd name="connsiteY14" fmla="*/ 1335881 h 1362075"/>
                <a:gd name="connsiteX15" fmla="*/ 382429 w 1057275"/>
                <a:gd name="connsiteY15" fmla="*/ 1356836 h 1362075"/>
                <a:gd name="connsiteX16" fmla="*/ 987266 w 1057275"/>
                <a:gd name="connsiteY16" fmla="*/ 1356836 h 1362075"/>
                <a:gd name="connsiteX17" fmla="*/ 1052989 w 1057275"/>
                <a:gd name="connsiteY17" fmla="*/ 1291114 h 1362075"/>
                <a:gd name="connsiteX18" fmla="*/ 987266 w 1057275"/>
                <a:gd name="connsiteY18" fmla="*/ 1227296 h 136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57275" h="1362075">
                  <a:moveTo>
                    <a:pt x="987266" y="1227296"/>
                  </a:moveTo>
                  <a:lnTo>
                    <a:pt x="411004" y="1227296"/>
                  </a:lnTo>
                  <a:lnTo>
                    <a:pt x="137636" y="928211"/>
                  </a:lnTo>
                  <a:lnTo>
                    <a:pt x="137636" y="432911"/>
                  </a:lnTo>
                  <a:lnTo>
                    <a:pt x="439579" y="138589"/>
                  </a:lnTo>
                  <a:lnTo>
                    <a:pt x="987266" y="138589"/>
                  </a:lnTo>
                  <a:cubicBezTo>
                    <a:pt x="1023461" y="138589"/>
                    <a:pt x="1052989" y="109061"/>
                    <a:pt x="1052989" y="72866"/>
                  </a:cubicBezTo>
                  <a:cubicBezTo>
                    <a:pt x="1052989" y="36671"/>
                    <a:pt x="1023461" y="7144"/>
                    <a:pt x="987266" y="7144"/>
                  </a:cubicBezTo>
                  <a:lnTo>
                    <a:pt x="412909" y="7144"/>
                  </a:lnTo>
                  <a:cubicBezTo>
                    <a:pt x="395764" y="7144"/>
                    <a:pt x="379571" y="13811"/>
                    <a:pt x="367189" y="25241"/>
                  </a:cubicBezTo>
                  <a:lnTo>
                    <a:pt x="27146" y="357664"/>
                  </a:lnTo>
                  <a:cubicBezTo>
                    <a:pt x="14764" y="372904"/>
                    <a:pt x="7144" y="391001"/>
                    <a:pt x="7144" y="411004"/>
                  </a:cubicBezTo>
                  <a:lnTo>
                    <a:pt x="7144" y="952976"/>
                  </a:lnTo>
                  <a:cubicBezTo>
                    <a:pt x="7144" y="969169"/>
                    <a:pt x="12859" y="985361"/>
                    <a:pt x="24289" y="996791"/>
                  </a:cubicBezTo>
                  <a:lnTo>
                    <a:pt x="333851" y="1335881"/>
                  </a:lnTo>
                  <a:cubicBezTo>
                    <a:pt x="346234" y="1349216"/>
                    <a:pt x="363379" y="1356836"/>
                    <a:pt x="382429" y="1356836"/>
                  </a:cubicBezTo>
                  <a:lnTo>
                    <a:pt x="987266" y="1356836"/>
                  </a:lnTo>
                  <a:cubicBezTo>
                    <a:pt x="1023461" y="1356836"/>
                    <a:pt x="1052989" y="1327309"/>
                    <a:pt x="1052989" y="1291114"/>
                  </a:cubicBezTo>
                  <a:cubicBezTo>
                    <a:pt x="1052989" y="1254919"/>
                    <a:pt x="1022509" y="1227296"/>
                    <a:pt x="987266" y="12272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00CCEFA6-ACCF-4BEC-9350-9C632A0FA94B}"/>
                </a:ext>
              </a:extLst>
            </p:cNvPr>
            <p:cNvSpPr/>
            <p:nvPr/>
          </p:nvSpPr>
          <p:spPr>
            <a:xfrm>
              <a:off x="5930742" y="3759042"/>
              <a:ext cx="466725" cy="695325"/>
            </a:xfrm>
            <a:custGeom>
              <a:avLst/>
              <a:gdLst>
                <a:gd name="connsiteX0" fmla="*/ 273844 w 466725"/>
                <a:gd name="connsiteY0" fmla="*/ 273844 h 695325"/>
                <a:gd name="connsiteX1" fmla="*/ 197644 w 466725"/>
                <a:gd name="connsiteY1" fmla="*/ 273844 h 695325"/>
                <a:gd name="connsiteX2" fmla="*/ 159544 w 466725"/>
                <a:gd name="connsiteY2" fmla="*/ 254794 h 695325"/>
                <a:gd name="connsiteX3" fmla="*/ 197644 w 466725"/>
                <a:gd name="connsiteY3" fmla="*/ 235744 h 695325"/>
                <a:gd name="connsiteX4" fmla="*/ 388144 w 466725"/>
                <a:gd name="connsiteY4" fmla="*/ 235744 h 695325"/>
                <a:gd name="connsiteX5" fmla="*/ 464344 w 466725"/>
                <a:gd name="connsiteY5" fmla="*/ 159544 h 695325"/>
                <a:gd name="connsiteX6" fmla="*/ 388144 w 466725"/>
                <a:gd name="connsiteY6" fmla="*/ 83344 h 695325"/>
                <a:gd name="connsiteX7" fmla="*/ 311944 w 466725"/>
                <a:gd name="connsiteY7" fmla="*/ 83344 h 695325"/>
                <a:gd name="connsiteX8" fmla="*/ 235744 w 466725"/>
                <a:gd name="connsiteY8" fmla="*/ 7144 h 695325"/>
                <a:gd name="connsiteX9" fmla="*/ 159544 w 466725"/>
                <a:gd name="connsiteY9" fmla="*/ 83344 h 695325"/>
                <a:gd name="connsiteX10" fmla="*/ 159544 w 466725"/>
                <a:gd name="connsiteY10" fmla="*/ 87154 h 695325"/>
                <a:gd name="connsiteX11" fmla="*/ 7144 w 466725"/>
                <a:gd name="connsiteY11" fmla="*/ 254794 h 695325"/>
                <a:gd name="connsiteX12" fmla="*/ 197644 w 466725"/>
                <a:gd name="connsiteY12" fmla="*/ 426244 h 695325"/>
                <a:gd name="connsiteX13" fmla="*/ 273844 w 466725"/>
                <a:gd name="connsiteY13" fmla="*/ 426244 h 695325"/>
                <a:gd name="connsiteX14" fmla="*/ 311944 w 466725"/>
                <a:gd name="connsiteY14" fmla="*/ 445294 h 695325"/>
                <a:gd name="connsiteX15" fmla="*/ 273844 w 466725"/>
                <a:gd name="connsiteY15" fmla="*/ 464344 h 695325"/>
                <a:gd name="connsiteX16" fmla="*/ 83344 w 466725"/>
                <a:gd name="connsiteY16" fmla="*/ 464344 h 695325"/>
                <a:gd name="connsiteX17" fmla="*/ 7144 w 466725"/>
                <a:gd name="connsiteY17" fmla="*/ 540544 h 695325"/>
                <a:gd name="connsiteX18" fmla="*/ 83344 w 466725"/>
                <a:gd name="connsiteY18" fmla="*/ 616744 h 695325"/>
                <a:gd name="connsiteX19" fmla="*/ 159544 w 466725"/>
                <a:gd name="connsiteY19" fmla="*/ 616744 h 695325"/>
                <a:gd name="connsiteX20" fmla="*/ 235744 w 466725"/>
                <a:gd name="connsiteY20" fmla="*/ 692944 h 695325"/>
                <a:gd name="connsiteX21" fmla="*/ 311944 w 466725"/>
                <a:gd name="connsiteY21" fmla="*/ 616744 h 695325"/>
                <a:gd name="connsiteX22" fmla="*/ 311944 w 466725"/>
                <a:gd name="connsiteY22" fmla="*/ 612934 h 695325"/>
                <a:gd name="connsiteX23" fmla="*/ 464344 w 466725"/>
                <a:gd name="connsiteY23" fmla="*/ 445294 h 695325"/>
                <a:gd name="connsiteX24" fmla="*/ 273844 w 466725"/>
                <a:gd name="connsiteY24" fmla="*/ 273844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66725" h="695325">
                  <a:moveTo>
                    <a:pt x="273844" y="273844"/>
                  </a:moveTo>
                  <a:lnTo>
                    <a:pt x="197644" y="273844"/>
                  </a:lnTo>
                  <a:cubicBezTo>
                    <a:pt x="173831" y="273844"/>
                    <a:pt x="159544" y="260509"/>
                    <a:pt x="159544" y="254794"/>
                  </a:cubicBezTo>
                  <a:cubicBezTo>
                    <a:pt x="159544" y="249079"/>
                    <a:pt x="173831" y="235744"/>
                    <a:pt x="197644" y="235744"/>
                  </a:cubicBezTo>
                  <a:lnTo>
                    <a:pt x="388144" y="235744"/>
                  </a:lnTo>
                  <a:cubicBezTo>
                    <a:pt x="430054" y="235744"/>
                    <a:pt x="464344" y="201454"/>
                    <a:pt x="464344" y="159544"/>
                  </a:cubicBezTo>
                  <a:cubicBezTo>
                    <a:pt x="464344" y="117634"/>
                    <a:pt x="430054" y="83344"/>
                    <a:pt x="388144" y="83344"/>
                  </a:cubicBezTo>
                  <a:lnTo>
                    <a:pt x="311944" y="83344"/>
                  </a:lnTo>
                  <a:cubicBezTo>
                    <a:pt x="311944" y="41434"/>
                    <a:pt x="277654" y="7144"/>
                    <a:pt x="235744" y="7144"/>
                  </a:cubicBezTo>
                  <a:cubicBezTo>
                    <a:pt x="193834" y="7144"/>
                    <a:pt x="159544" y="41434"/>
                    <a:pt x="159544" y="83344"/>
                  </a:cubicBezTo>
                  <a:lnTo>
                    <a:pt x="159544" y="87154"/>
                  </a:lnTo>
                  <a:cubicBezTo>
                    <a:pt x="74771" y="99536"/>
                    <a:pt x="10954" y="169069"/>
                    <a:pt x="7144" y="254794"/>
                  </a:cubicBezTo>
                  <a:cubicBezTo>
                    <a:pt x="12859" y="354806"/>
                    <a:pt x="97631" y="431006"/>
                    <a:pt x="197644" y="426244"/>
                  </a:cubicBezTo>
                  <a:lnTo>
                    <a:pt x="273844" y="426244"/>
                  </a:lnTo>
                  <a:cubicBezTo>
                    <a:pt x="297656" y="426244"/>
                    <a:pt x="311944" y="439579"/>
                    <a:pt x="311944" y="445294"/>
                  </a:cubicBezTo>
                  <a:cubicBezTo>
                    <a:pt x="311944" y="451009"/>
                    <a:pt x="297656" y="464344"/>
                    <a:pt x="273844" y="464344"/>
                  </a:cubicBezTo>
                  <a:lnTo>
                    <a:pt x="83344" y="464344"/>
                  </a:lnTo>
                  <a:cubicBezTo>
                    <a:pt x="41434" y="464344"/>
                    <a:pt x="7144" y="498634"/>
                    <a:pt x="7144" y="540544"/>
                  </a:cubicBezTo>
                  <a:cubicBezTo>
                    <a:pt x="7144" y="582454"/>
                    <a:pt x="41434" y="616744"/>
                    <a:pt x="83344" y="616744"/>
                  </a:cubicBezTo>
                  <a:lnTo>
                    <a:pt x="159544" y="616744"/>
                  </a:lnTo>
                  <a:cubicBezTo>
                    <a:pt x="159544" y="658654"/>
                    <a:pt x="193834" y="692944"/>
                    <a:pt x="235744" y="692944"/>
                  </a:cubicBezTo>
                  <a:cubicBezTo>
                    <a:pt x="277654" y="692944"/>
                    <a:pt x="311944" y="658654"/>
                    <a:pt x="311944" y="616744"/>
                  </a:cubicBezTo>
                  <a:lnTo>
                    <a:pt x="311944" y="612934"/>
                  </a:lnTo>
                  <a:cubicBezTo>
                    <a:pt x="396716" y="600551"/>
                    <a:pt x="460534" y="531019"/>
                    <a:pt x="464344" y="445294"/>
                  </a:cubicBezTo>
                  <a:cubicBezTo>
                    <a:pt x="458629" y="345281"/>
                    <a:pt x="372904" y="269081"/>
                    <a:pt x="273844" y="2738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9" name="Graphic 54">
            <a:extLst>
              <a:ext uri="{FF2B5EF4-FFF2-40B4-BE49-F238E27FC236}">
                <a16:creationId xmlns:a16="http://schemas.microsoft.com/office/drawing/2014/main" id="{17384B81-BA90-444E-B6E5-5F2BB0FE4007}"/>
              </a:ext>
            </a:extLst>
          </p:cNvPr>
          <p:cNvGrpSpPr>
            <a:grpSpLocks noChangeAspect="1"/>
          </p:cNvGrpSpPr>
          <p:nvPr/>
        </p:nvGrpSpPr>
        <p:grpSpPr>
          <a:xfrm>
            <a:off x="5204769" y="1404364"/>
            <a:ext cx="465667" cy="502920"/>
            <a:chOff x="4648200" y="1828800"/>
            <a:chExt cx="3810000" cy="4114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364B6C7C-4B36-4FAC-A101-528DAD753CC8}"/>
                </a:ext>
              </a:extLst>
            </p:cNvPr>
            <p:cNvSpPr/>
            <p:nvPr/>
          </p:nvSpPr>
          <p:spPr>
            <a:xfrm>
              <a:off x="5470684" y="2632234"/>
              <a:ext cx="2152650" cy="3314700"/>
            </a:xfrm>
            <a:custGeom>
              <a:avLst/>
              <a:gdLst>
                <a:gd name="connsiteX0" fmla="*/ 1082516 w 2152650"/>
                <a:gd name="connsiteY0" fmla="*/ 7144 h 3314700"/>
                <a:gd name="connsiteX1" fmla="*/ 7144 w 2152650"/>
                <a:gd name="connsiteY1" fmla="*/ 1082516 h 3314700"/>
                <a:gd name="connsiteX2" fmla="*/ 515779 w 2152650"/>
                <a:gd name="connsiteY2" fmla="*/ 2058829 h 3314700"/>
                <a:gd name="connsiteX3" fmla="*/ 515779 w 2152650"/>
                <a:gd name="connsiteY3" fmla="*/ 2835116 h 3314700"/>
                <a:gd name="connsiteX4" fmla="*/ 521494 w 2152650"/>
                <a:gd name="connsiteY4" fmla="*/ 2860834 h 3314700"/>
                <a:gd name="connsiteX5" fmla="*/ 521494 w 2152650"/>
                <a:gd name="connsiteY5" fmla="*/ 2866549 h 3314700"/>
                <a:gd name="connsiteX6" fmla="*/ 526256 w 2152650"/>
                <a:gd name="connsiteY6" fmla="*/ 2876074 h 3314700"/>
                <a:gd name="connsiteX7" fmla="*/ 794861 w 2152650"/>
                <a:gd name="connsiteY7" fmla="*/ 3275172 h 3314700"/>
                <a:gd name="connsiteX8" fmla="*/ 857726 w 2152650"/>
                <a:gd name="connsiteY8" fmla="*/ 3308509 h 3314700"/>
                <a:gd name="connsiteX9" fmla="*/ 1301591 w 2152650"/>
                <a:gd name="connsiteY9" fmla="*/ 3308509 h 3314700"/>
                <a:gd name="connsiteX10" fmla="*/ 1364456 w 2152650"/>
                <a:gd name="connsiteY10" fmla="*/ 3275172 h 3314700"/>
                <a:gd name="connsiteX11" fmla="*/ 1633061 w 2152650"/>
                <a:gd name="connsiteY11" fmla="*/ 2876074 h 3314700"/>
                <a:gd name="connsiteX12" fmla="*/ 1637824 w 2152650"/>
                <a:gd name="connsiteY12" fmla="*/ 2866549 h 3314700"/>
                <a:gd name="connsiteX13" fmla="*/ 1637824 w 2152650"/>
                <a:gd name="connsiteY13" fmla="*/ 2860834 h 3314700"/>
                <a:gd name="connsiteX14" fmla="*/ 1643539 w 2152650"/>
                <a:gd name="connsiteY14" fmla="*/ 2835116 h 3314700"/>
                <a:gd name="connsiteX15" fmla="*/ 1643539 w 2152650"/>
                <a:gd name="connsiteY15" fmla="*/ 2058829 h 3314700"/>
                <a:gd name="connsiteX16" fmla="*/ 2152174 w 2152650"/>
                <a:gd name="connsiteY16" fmla="*/ 1082516 h 3314700"/>
                <a:gd name="connsiteX17" fmla="*/ 1082516 w 2152650"/>
                <a:gd name="connsiteY17" fmla="*/ 7144 h 3314700"/>
                <a:gd name="connsiteX18" fmla="*/ 1263491 w 2152650"/>
                <a:gd name="connsiteY18" fmla="*/ 3158966 h 3314700"/>
                <a:gd name="connsiteX19" fmla="*/ 901541 w 2152650"/>
                <a:gd name="connsiteY19" fmla="*/ 3158966 h 3314700"/>
                <a:gd name="connsiteX20" fmla="*/ 735806 w 2152650"/>
                <a:gd name="connsiteY20" fmla="*/ 2912269 h 3314700"/>
                <a:gd name="connsiteX21" fmla="*/ 1430179 w 2152650"/>
                <a:gd name="connsiteY21" fmla="*/ 2912269 h 3314700"/>
                <a:gd name="connsiteX22" fmla="*/ 1263491 w 2152650"/>
                <a:gd name="connsiteY22" fmla="*/ 3158966 h 3314700"/>
                <a:gd name="connsiteX23" fmla="*/ 669131 w 2152650"/>
                <a:gd name="connsiteY23" fmla="*/ 2759869 h 3314700"/>
                <a:gd name="connsiteX24" fmla="*/ 669131 w 2152650"/>
                <a:gd name="connsiteY24" fmla="*/ 2557939 h 3314700"/>
                <a:gd name="connsiteX25" fmla="*/ 1496854 w 2152650"/>
                <a:gd name="connsiteY25" fmla="*/ 2557939 h 3314700"/>
                <a:gd name="connsiteX26" fmla="*/ 1497806 w 2152650"/>
                <a:gd name="connsiteY26" fmla="*/ 2759869 h 3314700"/>
                <a:gd name="connsiteX27" fmla="*/ 669131 w 2152650"/>
                <a:gd name="connsiteY27" fmla="*/ 2759869 h 3314700"/>
                <a:gd name="connsiteX28" fmla="*/ 1531144 w 2152650"/>
                <a:gd name="connsiteY28" fmla="*/ 1954054 h 3314700"/>
                <a:gd name="connsiteX29" fmla="*/ 1531144 w 2152650"/>
                <a:gd name="connsiteY29" fmla="*/ 1955959 h 3314700"/>
                <a:gd name="connsiteX30" fmla="*/ 1496854 w 2152650"/>
                <a:gd name="connsiteY30" fmla="*/ 2019776 h 3314700"/>
                <a:gd name="connsiteX31" fmla="*/ 1496854 w 2152650"/>
                <a:gd name="connsiteY31" fmla="*/ 2406491 h 3314700"/>
                <a:gd name="connsiteX32" fmla="*/ 668179 w 2152650"/>
                <a:gd name="connsiteY32" fmla="*/ 2406491 h 3314700"/>
                <a:gd name="connsiteX33" fmla="*/ 668179 w 2152650"/>
                <a:gd name="connsiteY33" fmla="*/ 2015966 h 3314700"/>
                <a:gd name="connsiteX34" fmla="*/ 633889 w 2152650"/>
                <a:gd name="connsiteY34" fmla="*/ 1952149 h 3314700"/>
                <a:gd name="connsiteX35" fmla="*/ 159544 w 2152650"/>
                <a:gd name="connsiteY35" fmla="*/ 1080611 h 3314700"/>
                <a:gd name="connsiteX36" fmla="*/ 1108234 w 2152650"/>
                <a:gd name="connsiteY36" fmla="*/ 184309 h 3314700"/>
                <a:gd name="connsiteX37" fmla="*/ 2004536 w 2152650"/>
                <a:gd name="connsiteY37" fmla="*/ 1080611 h 3314700"/>
                <a:gd name="connsiteX38" fmla="*/ 1531144 w 2152650"/>
                <a:gd name="connsiteY38" fmla="*/ 1954054 h 3314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152650" h="3314700">
                  <a:moveTo>
                    <a:pt x="1082516" y="7144"/>
                  </a:moveTo>
                  <a:cubicBezTo>
                    <a:pt x="489109" y="7144"/>
                    <a:pt x="8096" y="489109"/>
                    <a:pt x="7144" y="1082516"/>
                  </a:cubicBezTo>
                  <a:cubicBezTo>
                    <a:pt x="12859" y="1470184"/>
                    <a:pt x="201454" y="1832134"/>
                    <a:pt x="515779" y="2058829"/>
                  </a:cubicBezTo>
                  <a:lnTo>
                    <a:pt x="515779" y="2835116"/>
                  </a:lnTo>
                  <a:cubicBezTo>
                    <a:pt x="515779" y="2843689"/>
                    <a:pt x="517684" y="2853214"/>
                    <a:pt x="521494" y="2860834"/>
                  </a:cubicBezTo>
                  <a:lnTo>
                    <a:pt x="521494" y="2866549"/>
                  </a:lnTo>
                  <a:cubicBezTo>
                    <a:pt x="522446" y="2869406"/>
                    <a:pt x="524351" y="2873216"/>
                    <a:pt x="526256" y="2876074"/>
                  </a:cubicBezTo>
                  <a:lnTo>
                    <a:pt x="794861" y="3275172"/>
                  </a:lnTo>
                  <a:cubicBezTo>
                    <a:pt x="809149" y="3296126"/>
                    <a:pt x="832961" y="3308509"/>
                    <a:pt x="857726" y="3308509"/>
                  </a:cubicBezTo>
                  <a:lnTo>
                    <a:pt x="1301591" y="3308509"/>
                  </a:lnTo>
                  <a:cubicBezTo>
                    <a:pt x="1327309" y="3308509"/>
                    <a:pt x="1350169" y="3296126"/>
                    <a:pt x="1364456" y="3275172"/>
                  </a:cubicBezTo>
                  <a:lnTo>
                    <a:pt x="1633061" y="2876074"/>
                  </a:lnTo>
                  <a:cubicBezTo>
                    <a:pt x="1634966" y="2873216"/>
                    <a:pt x="1635919" y="2870359"/>
                    <a:pt x="1637824" y="2866549"/>
                  </a:cubicBezTo>
                  <a:lnTo>
                    <a:pt x="1637824" y="2860834"/>
                  </a:lnTo>
                  <a:cubicBezTo>
                    <a:pt x="1640681" y="2852261"/>
                    <a:pt x="1642586" y="2843689"/>
                    <a:pt x="1643539" y="2835116"/>
                  </a:cubicBezTo>
                  <a:lnTo>
                    <a:pt x="1643539" y="2058829"/>
                  </a:lnTo>
                  <a:cubicBezTo>
                    <a:pt x="1957864" y="1832134"/>
                    <a:pt x="2146459" y="1470184"/>
                    <a:pt x="2152174" y="1082516"/>
                  </a:cubicBezTo>
                  <a:cubicBezTo>
                    <a:pt x="2149316" y="491966"/>
                    <a:pt x="1673066" y="11906"/>
                    <a:pt x="1082516" y="7144"/>
                  </a:cubicBezTo>
                  <a:close/>
                  <a:moveTo>
                    <a:pt x="1263491" y="3158966"/>
                  </a:moveTo>
                  <a:lnTo>
                    <a:pt x="901541" y="3158966"/>
                  </a:lnTo>
                  <a:lnTo>
                    <a:pt x="735806" y="2912269"/>
                  </a:lnTo>
                  <a:lnTo>
                    <a:pt x="1430179" y="2912269"/>
                  </a:lnTo>
                  <a:lnTo>
                    <a:pt x="1263491" y="3158966"/>
                  </a:lnTo>
                  <a:close/>
                  <a:moveTo>
                    <a:pt x="669131" y="2759869"/>
                  </a:moveTo>
                  <a:lnTo>
                    <a:pt x="669131" y="2557939"/>
                  </a:lnTo>
                  <a:lnTo>
                    <a:pt x="1496854" y="2557939"/>
                  </a:lnTo>
                  <a:lnTo>
                    <a:pt x="1497806" y="2759869"/>
                  </a:lnTo>
                  <a:lnTo>
                    <a:pt x="669131" y="2759869"/>
                  </a:lnTo>
                  <a:close/>
                  <a:moveTo>
                    <a:pt x="1531144" y="1954054"/>
                  </a:moveTo>
                  <a:lnTo>
                    <a:pt x="1531144" y="1955959"/>
                  </a:lnTo>
                  <a:cubicBezTo>
                    <a:pt x="1509236" y="1970246"/>
                    <a:pt x="1496854" y="1994059"/>
                    <a:pt x="1496854" y="2019776"/>
                  </a:cubicBezTo>
                  <a:lnTo>
                    <a:pt x="1496854" y="2406491"/>
                  </a:lnTo>
                  <a:lnTo>
                    <a:pt x="668179" y="2406491"/>
                  </a:lnTo>
                  <a:lnTo>
                    <a:pt x="668179" y="2015966"/>
                  </a:lnTo>
                  <a:cubicBezTo>
                    <a:pt x="668179" y="1990249"/>
                    <a:pt x="655796" y="1966436"/>
                    <a:pt x="633889" y="1952149"/>
                  </a:cubicBezTo>
                  <a:cubicBezTo>
                    <a:pt x="342424" y="1756886"/>
                    <a:pt x="165259" y="1431131"/>
                    <a:pt x="159544" y="1080611"/>
                  </a:cubicBezTo>
                  <a:cubicBezTo>
                    <a:pt x="173831" y="571024"/>
                    <a:pt x="598646" y="170021"/>
                    <a:pt x="1108234" y="184309"/>
                  </a:cubicBezTo>
                  <a:cubicBezTo>
                    <a:pt x="1596866" y="198596"/>
                    <a:pt x="1990249" y="591026"/>
                    <a:pt x="2004536" y="1080611"/>
                  </a:cubicBezTo>
                  <a:cubicBezTo>
                    <a:pt x="2000726" y="1432084"/>
                    <a:pt x="1823561" y="1758791"/>
                    <a:pt x="1531144" y="19540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AF0BEF7-5F2D-4A18-96A7-DFF6AD476436}"/>
                </a:ext>
              </a:extLst>
            </p:cNvPr>
            <p:cNvSpPr/>
            <p:nvPr/>
          </p:nvSpPr>
          <p:spPr>
            <a:xfrm>
              <a:off x="6500336" y="2977991"/>
              <a:ext cx="809625" cy="809625"/>
            </a:xfrm>
            <a:custGeom>
              <a:avLst/>
              <a:gdLst>
                <a:gd name="connsiteX0" fmla="*/ 83344 w 809625"/>
                <a:gd name="connsiteY0" fmla="*/ 7144 h 809625"/>
                <a:gd name="connsiteX1" fmla="*/ 7144 w 809625"/>
                <a:gd name="connsiteY1" fmla="*/ 83344 h 809625"/>
                <a:gd name="connsiteX2" fmla="*/ 83344 w 809625"/>
                <a:gd name="connsiteY2" fmla="*/ 159544 h 809625"/>
                <a:gd name="connsiteX3" fmla="*/ 656749 w 809625"/>
                <a:gd name="connsiteY3" fmla="*/ 732949 h 809625"/>
                <a:gd name="connsiteX4" fmla="*/ 732949 w 809625"/>
                <a:gd name="connsiteY4" fmla="*/ 809149 h 809625"/>
                <a:gd name="connsiteX5" fmla="*/ 809149 w 809625"/>
                <a:gd name="connsiteY5" fmla="*/ 732949 h 809625"/>
                <a:gd name="connsiteX6" fmla="*/ 83344 w 809625"/>
                <a:gd name="connsiteY6" fmla="*/ 7144 h 80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9625" h="809625">
                  <a:moveTo>
                    <a:pt x="83344" y="7144"/>
                  </a:moveTo>
                  <a:cubicBezTo>
                    <a:pt x="41434" y="7144"/>
                    <a:pt x="7144" y="41434"/>
                    <a:pt x="7144" y="83344"/>
                  </a:cubicBezTo>
                  <a:cubicBezTo>
                    <a:pt x="7144" y="125254"/>
                    <a:pt x="41434" y="159544"/>
                    <a:pt x="83344" y="159544"/>
                  </a:cubicBezTo>
                  <a:cubicBezTo>
                    <a:pt x="400526" y="159544"/>
                    <a:pt x="656749" y="416719"/>
                    <a:pt x="656749" y="732949"/>
                  </a:cubicBezTo>
                  <a:cubicBezTo>
                    <a:pt x="656749" y="774859"/>
                    <a:pt x="691039" y="809149"/>
                    <a:pt x="732949" y="809149"/>
                  </a:cubicBezTo>
                  <a:cubicBezTo>
                    <a:pt x="774859" y="809149"/>
                    <a:pt x="809149" y="774859"/>
                    <a:pt x="809149" y="732949"/>
                  </a:cubicBezTo>
                  <a:cubicBezTo>
                    <a:pt x="809149" y="331946"/>
                    <a:pt x="484346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1580BDE-0DEA-4738-AD5D-6B5CE69350AE}"/>
                </a:ext>
              </a:extLst>
            </p:cNvPr>
            <p:cNvSpPr/>
            <p:nvPr/>
          </p:nvSpPr>
          <p:spPr>
            <a:xfrm>
              <a:off x="4641056" y="3627596"/>
              <a:ext cx="714375" cy="161925"/>
            </a:xfrm>
            <a:custGeom>
              <a:avLst/>
              <a:gdLst>
                <a:gd name="connsiteX0" fmla="*/ 631984 w 714375"/>
                <a:gd name="connsiteY0" fmla="*/ 7144 h 161925"/>
                <a:gd name="connsiteX1" fmla="*/ 83344 w 714375"/>
                <a:gd name="connsiteY1" fmla="*/ 7144 h 161925"/>
                <a:gd name="connsiteX2" fmla="*/ 7144 w 714375"/>
                <a:gd name="connsiteY2" fmla="*/ 83344 h 161925"/>
                <a:gd name="connsiteX3" fmla="*/ 83344 w 714375"/>
                <a:gd name="connsiteY3" fmla="*/ 159544 h 161925"/>
                <a:gd name="connsiteX4" fmla="*/ 631984 w 714375"/>
                <a:gd name="connsiteY4" fmla="*/ 159544 h 161925"/>
                <a:gd name="connsiteX5" fmla="*/ 708184 w 714375"/>
                <a:gd name="connsiteY5" fmla="*/ 83344 h 161925"/>
                <a:gd name="connsiteX6" fmla="*/ 708184 w 714375"/>
                <a:gd name="connsiteY6" fmla="*/ 83344 h 161925"/>
                <a:gd name="connsiteX7" fmla="*/ 631984 w 714375"/>
                <a:gd name="connsiteY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4375" h="161925">
                  <a:moveTo>
                    <a:pt x="631984" y="7144"/>
                  </a:move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cubicBezTo>
                    <a:pt x="7144" y="125254"/>
                    <a:pt x="41434" y="159544"/>
                    <a:pt x="83344" y="159544"/>
                  </a:cubicBezTo>
                  <a:lnTo>
                    <a:pt x="631984" y="159544"/>
                  </a:lnTo>
                  <a:cubicBezTo>
                    <a:pt x="673894" y="159544"/>
                    <a:pt x="708184" y="125254"/>
                    <a:pt x="708184" y="83344"/>
                  </a:cubicBezTo>
                  <a:lnTo>
                    <a:pt x="708184" y="83344"/>
                  </a:lnTo>
                  <a:cubicBezTo>
                    <a:pt x="708184" y="41434"/>
                    <a:pt x="673894" y="7144"/>
                    <a:pt x="63198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09EB6479-C4F5-4EC1-B5A2-C15C4757188B}"/>
                </a:ext>
              </a:extLst>
            </p:cNvPr>
            <p:cNvSpPr/>
            <p:nvPr/>
          </p:nvSpPr>
          <p:spPr>
            <a:xfrm>
              <a:off x="7750016" y="3627596"/>
              <a:ext cx="714375" cy="161925"/>
            </a:xfrm>
            <a:custGeom>
              <a:avLst/>
              <a:gdLst>
                <a:gd name="connsiteX0" fmla="*/ 631984 w 714375"/>
                <a:gd name="connsiteY0" fmla="*/ 7144 h 161925"/>
                <a:gd name="connsiteX1" fmla="*/ 83344 w 714375"/>
                <a:gd name="connsiteY1" fmla="*/ 7144 h 161925"/>
                <a:gd name="connsiteX2" fmla="*/ 7144 w 714375"/>
                <a:gd name="connsiteY2" fmla="*/ 83344 h 161925"/>
                <a:gd name="connsiteX3" fmla="*/ 83344 w 714375"/>
                <a:gd name="connsiteY3" fmla="*/ 159544 h 161925"/>
                <a:gd name="connsiteX4" fmla="*/ 631984 w 714375"/>
                <a:gd name="connsiteY4" fmla="*/ 159544 h 161925"/>
                <a:gd name="connsiteX5" fmla="*/ 708184 w 714375"/>
                <a:gd name="connsiteY5" fmla="*/ 83344 h 161925"/>
                <a:gd name="connsiteX6" fmla="*/ 631984 w 714375"/>
                <a:gd name="connsiteY6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4375" h="161925">
                  <a:moveTo>
                    <a:pt x="631984" y="7144"/>
                  </a:move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cubicBezTo>
                    <a:pt x="7144" y="125254"/>
                    <a:pt x="41434" y="159544"/>
                    <a:pt x="83344" y="159544"/>
                  </a:cubicBezTo>
                  <a:lnTo>
                    <a:pt x="631984" y="159544"/>
                  </a:lnTo>
                  <a:cubicBezTo>
                    <a:pt x="673894" y="159544"/>
                    <a:pt x="708184" y="125254"/>
                    <a:pt x="708184" y="83344"/>
                  </a:cubicBezTo>
                  <a:cubicBezTo>
                    <a:pt x="708184" y="41434"/>
                    <a:pt x="673894" y="7144"/>
                    <a:pt x="63198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AD3B2D18-AA7F-4DBC-87B9-CC1BC64102F7}"/>
                </a:ext>
              </a:extLst>
            </p:cNvPr>
            <p:cNvSpPr/>
            <p:nvPr/>
          </p:nvSpPr>
          <p:spPr>
            <a:xfrm>
              <a:off x="5169724" y="4529645"/>
              <a:ext cx="561975" cy="561975"/>
            </a:xfrm>
            <a:custGeom>
              <a:avLst/>
              <a:gdLst>
                <a:gd name="connsiteX0" fmla="*/ 539561 w 561975"/>
                <a:gd name="connsiteY0" fmla="*/ 33783 h 561975"/>
                <a:gd name="connsiteX1" fmla="*/ 431928 w 561975"/>
                <a:gd name="connsiteY1" fmla="*/ 25211 h 561975"/>
                <a:gd name="connsiteX2" fmla="*/ 423356 w 561975"/>
                <a:gd name="connsiteY2" fmla="*/ 33783 h 561975"/>
                <a:gd name="connsiteX3" fmla="*/ 423356 w 561975"/>
                <a:gd name="connsiteY3" fmla="*/ 32830 h 561975"/>
                <a:gd name="connsiteX4" fmla="*/ 33783 w 561975"/>
                <a:gd name="connsiteY4" fmla="*/ 423355 h 561975"/>
                <a:gd name="connsiteX5" fmla="*/ 25211 w 561975"/>
                <a:gd name="connsiteY5" fmla="*/ 530988 h 561975"/>
                <a:gd name="connsiteX6" fmla="*/ 132843 w 561975"/>
                <a:gd name="connsiteY6" fmla="*/ 539561 h 561975"/>
                <a:gd name="connsiteX7" fmla="*/ 141416 w 561975"/>
                <a:gd name="connsiteY7" fmla="*/ 530988 h 561975"/>
                <a:gd name="connsiteX8" fmla="*/ 530988 w 561975"/>
                <a:gd name="connsiteY8" fmla="*/ 141415 h 561975"/>
                <a:gd name="connsiteX9" fmla="*/ 539561 w 561975"/>
                <a:gd name="connsiteY9" fmla="*/ 33783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61975" h="561975">
                  <a:moveTo>
                    <a:pt x="539561" y="33783"/>
                  </a:moveTo>
                  <a:cubicBezTo>
                    <a:pt x="511938" y="1398"/>
                    <a:pt x="464313" y="-1460"/>
                    <a:pt x="431928" y="25211"/>
                  </a:cubicBezTo>
                  <a:cubicBezTo>
                    <a:pt x="429071" y="28068"/>
                    <a:pt x="426213" y="30925"/>
                    <a:pt x="423356" y="33783"/>
                  </a:cubicBezTo>
                  <a:lnTo>
                    <a:pt x="423356" y="32830"/>
                  </a:lnTo>
                  <a:lnTo>
                    <a:pt x="33783" y="423355"/>
                  </a:lnTo>
                  <a:cubicBezTo>
                    <a:pt x="1398" y="450978"/>
                    <a:pt x="-1459" y="498603"/>
                    <a:pt x="25211" y="530988"/>
                  </a:cubicBezTo>
                  <a:cubicBezTo>
                    <a:pt x="51881" y="563373"/>
                    <a:pt x="100458" y="566231"/>
                    <a:pt x="132843" y="539561"/>
                  </a:cubicBezTo>
                  <a:cubicBezTo>
                    <a:pt x="135701" y="536703"/>
                    <a:pt x="138558" y="533846"/>
                    <a:pt x="141416" y="530988"/>
                  </a:cubicBezTo>
                  <a:lnTo>
                    <a:pt x="530988" y="141415"/>
                  </a:lnTo>
                  <a:cubicBezTo>
                    <a:pt x="563373" y="113793"/>
                    <a:pt x="567183" y="66168"/>
                    <a:pt x="539561" y="337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B5FDC99-7936-4ADF-BB33-A53AC04F7407}"/>
                </a:ext>
              </a:extLst>
            </p:cNvPr>
            <p:cNvSpPr/>
            <p:nvPr/>
          </p:nvSpPr>
          <p:spPr>
            <a:xfrm>
              <a:off x="7375087" y="2336483"/>
              <a:ext cx="552450" cy="552450"/>
            </a:xfrm>
            <a:custGeom>
              <a:avLst/>
              <a:gdLst>
                <a:gd name="connsiteX0" fmla="*/ 518281 w 552450"/>
                <a:gd name="connsiteY0" fmla="*/ 25717 h 552450"/>
                <a:gd name="connsiteX1" fmla="*/ 419220 w 552450"/>
                <a:gd name="connsiteY1" fmla="*/ 25717 h 552450"/>
                <a:gd name="connsiteX2" fmla="*/ 29648 w 552450"/>
                <a:gd name="connsiteY2" fmla="*/ 415290 h 552450"/>
                <a:gd name="connsiteX3" fmla="*/ 29648 w 552450"/>
                <a:gd name="connsiteY3" fmla="*/ 522922 h 552450"/>
                <a:gd name="connsiteX4" fmla="*/ 83941 w 552450"/>
                <a:gd name="connsiteY4" fmla="*/ 545783 h 552450"/>
                <a:gd name="connsiteX5" fmla="*/ 82988 w 552450"/>
                <a:gd name="connsiteY5" fmla="*/ 544830 h 552450"/>
                <a:gd name="connsiteX6" fmla="*/ 137281 w 552450"/>
                <a:gd name="connsiteY6" fmla="*/ 522922 h 552450"/>
                <a:gd name="connsiteX7" fmla="*/ 526853 w 552450"/>
                <a:gd name="connsiteY7" fmla="*/ 133350 h 552450"/>
                <a:gd name="connsiteX8" fmla="*/ 518281 w 552450"/>
                <a:gd name="connsiteY8" fmla="*/ 2571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2450" h="552450">
                  <a:moveTo>
                    <a:pt x="518281" y="25717"/>
                  </a:moveTo>
                  <a:cubicBezTo>
                    <a:pt x="489706" y="953"/>
                    <a:pt x="447795" y="953"/>
                    <a:pt x="419220" y="25717"/>
                  </a:cubicBezTo>
                  <a:lnTo>
                    <a:pt x="29648" y="415290"/>
                  </a:lnTo>
                  <a:cubicBezTo>
                    <a:pt x="120" y="444818"/>
                    <a:pt x="-832" y="493395"/>
                    <a:pt x="29648" y="522922"/>
                  </a:cubicBezTo>
                  <a:cubicBezTo>
                    <a:pt x="43935" y="537210"/>
                    <a:pt x="63938" y="545783"/>
                    <a:pt x="83941" y="545783"/>
                  </a:cubicBezTo>
                  <a:lnTo>
                    <a:pt x="82988" y="544830"/>
                  </a:lnTo>
                  <a:cubicBezTo>
                    <a:pt x="102991" y="544830"/>
                    <a:pt x="122993" y="537210"/>
                    <a:pt x="137281" y="522922"/>
                  </a:cubicBezTo>
                  <a:lnTo>
                    <a:pt x="526853" y="133350"/>
                  </a:lnTo>
                  <a:cubicBezTo>
                    <a:pt x="554476" y="100965"/>
                    <a:pt x="550666" y="53340"/>
                    <a:pt x="518281" y="257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1402765D-B948-428D-AE9B-83182F63039F}"/>
                </a:ext>
              </a:extLst>
            </p:cNvPr>
            <p:cNvSpPr/>
            <p:nvPr/>
          </p:nvSpPr>
          <p:spPr>
            <a:xfrm>
              <a:off x="7370952" y="4528692"/>
              <a:ext cx="561975" cy="561975"/>
            </a:xfrm>
            <a:custGeom>
              <a:avLst/>
              <a:gdLst>
                <a:gd name="connsiteX0" fmla="*/ 546228 w 561975"/>
                <a:gd name="connsiteY0" fmla="*/ 439548 h 561975"/>
                <a:gd name="connsiteX1" fmla="*/ 530988 w 561975"/>
                <a:gd name="connsiteY1" fmla="*/ 424308 h 561975"/>
                <a:gd name="connsiteX2" fmla="*/ 141416 w 561975"/>
                <a:gd name="connsiteY2" fmla="*/ 33783 h 561975"/>
                <a:gd name="connsiteX3" fmla="*/ 33783 w 561975"/>
                <a:gd name="connsiteY3" fmla="*/ 25211 h 561975"/>
                <a:gd name="connsiteX4" fmla="*/ 25210 w 561975"/>
                <a:gd name="connsiteY4" fmla="*/ 132843 h 561975"/>
                <a:gd name="connsiteX5" fmla="*/ 33783 w 561975"/>
                <a:gd name="connsiteY5" fmla="*/ 141415 h 561975"/>
                <a:gd name="connsiteX6" fmla="*/ 423355 w 561975"/>
                <a:gd name="connsiteY6" fmla="*/ 530988 h 561975"/>
                <a:gd name="connsiteX7" fmla="*/ 530036 w 561975"/>
                <a:gd name="connsiteY7" fmla="*/ 547181 h 561975"/>
                <a:gd name="connsiteX8" fmla="*/ 546228 w 561975"/>
                <a:gd name="connsiteY8" fmla="*/ 439548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561975">
                  <a:moveTo>
                    <a:pt x="546228" y="439548"/>
                  </a:moveTo>
                  <a:cubicBezTo>
                    <a:pt x="541466" y="433833"/>
                    <a:pt x="536703" y="428118"/>
                    <a:pt x="530988" y="424308"/>
                  </a:cubicBezTo>
                  <a:lnTo>
                    <a:pt x="141416" y="33783"/>
                  </a:lnTo>
                  <a:cubicBezTo>
                    <a:pt x="113793" y="1398"/>
                    <a:pt x="66168" y="-1460"/>
                    <a:pt x="33783" y="25211"/>
                  </a:cubicBezTo>
                  <a:cubicBezTo>
                    <a:pt x="1398" y="52833"/>
                    <a:pt x="-1459" y="100458"/>
                    <a:pt x="25210" y="132843"/>
                  </a:cubicBezTo>
                  <a:cubicBezTo>
                    <a:pt x="28068" y="135701"/>
                    <a:pt x="30926" y="138558"/>
                    <a:pt x="33783" y="141415"/>
                  </a:cubicBezTo>
                  <a:lnTo>
                    <a:pt x="423355" y="530988"/>
                  </a:lnTo>
                  <a:cubicBezTo>
                    <a:pt x="448120" y="565278"/>
                    <a:pt x="495745" y="571946"/>
                    <a:pt x="530036" y="547181"/>
                  </a:cubicBezTo>
                  <a:cubicBezTo>
                    <a:pt x="564326" y="522415"/>
                    <a:pt x="570993" y="473838"/>
                    <a:pt x="546228" y="4395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E52A017-D8E3-4BCD-ACF7-14CFBF4A36B8}"/>
                </a:ext>
              </a:extLst>
            </p:cNvPr>
            <p:cNvSpPr/>
            <p:nvPr/>
          </p:nvSpPr>
          <p:spPr>
            <a:xfrm>
              <a:off x="5178742" y="2336601"/>
              <a:ext cx="542925" cy="542925"/>
            </a:xfrm>
            <a:custGeom>
              <a:avLst/>
              <a:gdLst>
                <a:gd name="connsiteX0" fmla="*/ 522923 w 542925"/>
                <a:gd name="connsiteY0" fmla="*/ 415172 h 542925"/>
                <a:gd name="connsiteX1" fmla="*/ 133350 w 542925"/>
                <a:gd name="connsiteY1" fmla="*/ 25599 h 542925"/>
                <a:gd name="connsiteX2" fmla="*/ 25718 w 542925"/>
                <a:gd name="connsiteY2" fmla="*/ 34172 h 542925"/>
                <a:gd name="connsiteX3" fmla="*/ 25718 w 542925"/>
                <a:gd name="connsiteY3" fmla="*/ 133232 h 542925"/>
                <a:gd name="connsiteX4" fmla="*/ 415290 w 542925"/>
                <a:gd name="connsiteY4" fmla="*/ 522804 h 542925"/>
                <a:gd name="connsiteX5" fmla="*/ 522923 w 542925"/>
                <a:gd name="connsiteY5" fmla="*/ 514232 h 542925"/>
                <a:gd name="connsiteX6" fmla="*/ 522923 w 542925"/>
                <a:gd name="connsiteY6" fmla="*/ 415172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925" h="542925">
                  <a:moveTo>
                    <a:pt x="522923" y="415172"/>
                  </a:moveTo>
                  <a:lnTo>
                    <a:pt x="133350" y="25599"/>
                  </a:lnTo>
                  <a:cubicBezTo>
                    <a:pt x="100965" y="-2023"/>
                    <a:pt x="53340" y="1787"/>
                    <a:pt x="25718" y="34172"/>
                  </a:cubicBezTo>
                  <a:cubicBezTo>
                    <a:pt x="952" y="62747"/>
                    <a:pt x="952" y="104657"/>
                    <a:pt x="25718" y="133232"/>
                  </a:cubicBezTo>
                  <a:lnTo>
                    <a:pt x="415290" y="522804"/>
                  </a:lnTo>
                  <a:cubicBezTo>
                    <a:pt x="447675" y="550427"/>
                    <a:pt x="495300" y="546617"/>
                    <a:pt x="522923" y="514232"/>
                  </a:cubicBezTo>
                  <a:cubicBezTo>
                    <a:pt x="546735" y="485657"/>
                    <a:pt x="546735" y="443747"/>
                    <a:pt x="522923" y="4151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7AA44614-4EFF-4401-AE0E-F104923F5411}"/>
                </a:ext>
              </a:extLst>
            </p:cNvPr>
            <p:cNvSpPr/>
            <p:nvPr/>
          </p:nvSpPr>
          <p:spPr>
            <a:xfrm>
              <a:off x="6469836" y="1821656"/>
              <a:ext cx="161925" cy="714375"/>
            </a:xfrm>
            <a:custGeom>
              <a:avLst/>
              <a:gdLst>
                <a:gd name="connsiteX0" fmla="*/ 83364 w 161925"/>
                <a:gd name="connsiteY0" fmla="*/ 7144 h 714375"/>
                <a:gd name="connsiteX1" fmla="*/ 7164 w 161925"/>
                <a:gd name="connsiteY1" fmla="*/ 83344 h 714375"/>
                <a:gd name="connsiteX2" fmla="*/ 7164 w 161925"/>
                <a:gd name="connsiteY2" fmla="*/ 633889 h 714375"/>
                <a:gd name="connsiteX3" fmla="*/ 81459 w 161925"/>
                <a:gd name="connsiteY3" fmla="*/ 711994 h 714375"/>
                <a:gd name="connsiteX4" fmla="*/ 83364 w 161925"/>
                <a:gd name="connsiteY4" fmla="*/ 711994 h 714375"/>
                <a:gd name="connsiteX5" fmla="*/ 159564 w 161925"/>
                <a:gd name="connsiteY5" fmla="*/ 635794 h 714375"/>
                <a:gd name="connsiteX6" fmla="*/ 159564 w 161925"/>
                <a:gd name="connsiteY6" fmla="*/ 83344 h 714375"/>
                <a:gd name="connsiteX7" fmla="*/ 83364 w 161925"/>
                <a:gd name="connsiteY7" fmla="*/ 7144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925" h="714375">
                  <a:moveTo>
                    <a:pt x="83364" y="7144"/>
                  </a:moveTo>
                  <a:cubicBezTo>
                    <a:pt x="41454" y="7144"/>
                    <a:pt x="7164" y="41434"/>
                    <a:pt x="7164" y="83344"/>
                  </a:cubicBezTo>
                  <a:lnTo>
                    <a:pt x="7164" y="633889"/>
                  </a:lnTo>
                  <a:cubicBezTo>
                    <a:pt x="6212" y="675799"/>
                    <a:pt x="38597" y="711041"/>
                    <a:pt x="81459" y="711994"/>
                  </a:cubicBezTo>
                  <a:cubicBezTo>
                    <a:pt x="82412" y="711994"/>
                    <a:pt x="83364" y="711994"/>
                    <a:pt x="83364" y="711994"/>
                  </a:cubicBezTo>
                  <a:cubicBezTo>
                    <a:pt x="125274" y="711994"/>
                    <a:pt x="159564" y="677704"/>
                    <a:pt x="159564" y="635794"/>
                  </a:cubicBezTo>
                  <a:lnTo>
                    <a:pt x="159564" y="83344"/>
                  </a:lnTo>
                  <a:cubicBezTo>
                    <a:pt x="159564" y="41434"/>
                    <a:pt x="125274" y="7144"/>
                    <a:pt x="8336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9" name="Graphic 31">
            <a:extLst>
              <a:ext uri="{FF2B5EF4-FFF2-40B4-BE49-F238E27FC236}">
                <a16:creationId xmlns:a16="http://schemas.microsoft.com/office/drawing/2014/main" id="{555620B6-1A19-4589-BBF8-9344E81BA46D}"/>
              </a:ext>
            </a:extLst>
          </p:cNvPr>
          <p:cNvGrpSpPr>
            <a:grpSpLocks noChangeAspect="1"/>
          </p:cNvGrpSpPr>
          <p:nvPr/>
        </p:nvGrpSpPr>
        <p:grpSpPr>
          <a:xfrm>
            <a:off x="10912428" y="5645399"/>
            <a:ext cx="502920" cy="502920"/>
            <a:chOff x="4776788" y="2109788"/>
            <a:chExt cx="3552825" cy="35528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E83FCFF-CBB6-46E6-B8C5-ED2CE633177F}"/>
                </a:ext>
              </a:extLst>
            </p:cNvPr>
            <p:cNvSpPr/>
            <p:nvPr/>
          </p:nvSpPr>
          <p:spPr>
            <a:xfrm>
              <a:off x="4769644" y="2102644"/>
              <a:ext cx="3562350" cy="3562350"/>
            </a:xfrm>
            <a:custGeom>
              <a:avLst/>
              <a:gdLst>
                <a:gd name="connsiteX0" fmla="*/ 1783556 w 3562350"/>
                <a:gd name="connsiteY0" fmla="*/ 7144 h 3562350"/>
                <a:gd name="connsiteX1" fmla="*/ 7144 w 3562350"/>
                <a:gd name="connsiteY1" fmla="*/ 1783556 h 3562350"/>
                <a:gd name="connsiteX2" fmla="*/ 1783556 w 3562350"/>
                <a:gd name="connsiteY2" fmla="*/ 3559969 h 3562350"/>
                <a:gd name="connsiteX3" fmla="*/ 3559969 w 3562350"/>
                <a:gd name="connsiteY3" fmla="*/ 1783556 h 3562350"/>
                <a:gd name="connsiteX4" fmla="*/ 1783556 w 3562350"/>
                <a:gd name="connsiteY4" fmla="*/ 7144 h 3562350"/>
                <a:gd name="connsiteX5" fmla="*/ 1859756 w 3562350"/>
                <a:gd name="connsiteY5" fmla="*/ 3403759 h 3562350"/>
                <a:gd name="connsiteX6" fmla="*/ 1859756 w 3562350"/>
                <a:gd name="connsiteY6" fmla="*/ 3091339 h 3562350"/>
                <a:gd name="connsiteX7" fmla="*/ 1783556 w 3562350"/>
                <a:gd name="connsiteY7" fmla="*/ 3015139 h 3562350"/>
                <a:gd name="connsiteX8" fmla="*/ 1707356 w 3562350"/>
                <a:gd name="connsiteY8" fmla="*/ 3091339 h 3562350"/>
                <a:gd name="connsiteX9" fmla="*/ 1707356 w 3562350"/>
                <a:gd name="connsiteY9" fmla="*/ 3403759 h 3562350"/>
                <a:gd name="connsiteX10" fmla="*/ 163354 w 3562350"/>
                <a:gd name="connsiteY10" fmla="*/ 1859756 h 3562350"/>
                <a:gd name="connsiteX11" fmla="*/ 475774 w 3562350"/>
                <a:gd name="connsiteY11" fmla="*/ 1859756 h 3562350"/>
                <a:gd name="connsiteX12" fmla="*/ 551974 w 3562350"/>
                <a:gd name="connsiteY12" fmla="*/ 1783556 h 3562350"/>
                <a:gd name="connsiteX13" fmla="*/ 475774 w 3562350"/>
                <a:gd name="connsiteY13" fmla="*/ 1707356 h 3562350"/>
                <a:gd name="connsiteX14" fmla="*/ 163354 w 3562350"/>
                <a:gd name="connsiteY14" fmla="*/ 1707356 h 3562350"/>
                <a:gd name="connsiteX15" fmla="*/ 1707356 w 3562350"/>
                <a:gd name="connsiteY15" fmla="*/ 163354 h 3562350"/>
                <a:gd name="connsiteX16" fmla="*/ 1707356 w 3562350"/>
                <a:gd name="connsiteY16" fmla="*/ 475774 h 3562350"/>
                <a:gd name="connsiteX17" fmla="*/ 1783556 w 3562350"/>
                <a:gd name="connsiteY17" fmla="*/ 551974 h 3562350"/>
                <a:gd name="connsiteX18" fmla="*/ 1859756 w 3562350"/>
                <a:gd name="connsiteY18" fmla="*/ 475774 h 3562350"/>
                <a:gd name="connsiteX19" fmla="*/ 1859756 w 3562350"/>
                <a:gd name="connsiteY19" fmla="*/ 163354 h 3562350"/>
                <a:gd name="connsiteX20" fmla="*/ 3403759 w 3562350"/>
                <a:gd name="connsiteY20" fmla="*/ 1707356 h 3562350"/>
                <a:gd name="connsiteX21" fmla="*/ 3091339 w 3562350"/>
                <a:gd name="connsiteY21" fmla="*/ 1707356 h 3562350"/>
                <a:gd name="connsiteX22" fmla="*/ 3015139 w 3562350"/>
                <a:gd name="connsiteY22" fmla="*/ 1783556 h 3562350"/>
                <a:gd name="connsiteX23" fmla="*/ 3091339 w 3562350"/>
                <a:gd name="connsiteY23" fmla="*/ 1859756 h 3562350"/>
                <a:gd name="connsiteX24" fmla="*/ 3092291 w 3562350"/>
                <a:gd name="connsiteY24" fmla="*/ 1859756 h 3562350"/>
                <a:gd name="connsiteX25" fmla="*/ 3404711 w 3562350"/>
                <a:gd name="connsiteY25" fmla="*/ 1859756 h 3562350"/>
                <a:gd name="connsiteX26" fmla="*/ 1859756 w 3562350"/>
                <a:gd name="connsiteY26" fmla="*/ 3403759 h 3562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562350" h="3562350">
                  <a:moveTo>
                    <a:pt x="1783556" y="7144"/>
                  </a:moveTo>
                  <a:cubicBezTo>
                    <a:pt x="802481" y="7144"/>
                    <a:pt x="7144" y="802481"/>
                    <a:pt x="7144" y="1783556"/>
                  </a:cubicBezTo>
                  <a:cubicBezTo>
                    <a:pt x="7144" y="2764631"/>
                    <a:pt x="802481" y="3559969"/>
                    <a:pt x="1783556" y="3559969"/>
                  </a:cubicBezTo>
                  <a:cubicBezTo>
                    <a:pt x="2764631" y="3559969"/>
                    <a:pt x="3559969" y="2764631"/>
                    <a:pt x="3559969" y="1783556"/>
                  </a:cubicBezTo>
                  <a:cubicBezTo>
                    <a:pt x="3558064" y="802481"/>
                    <a:pt x="2763679" y="8096"/>
                    <a:pt x="1783556" y="7144"/>
                  </a:cubicBezTo>
                  <a:close/>
                  <a:moveTo>
                    <a:pt x="1859756" y="3403759"/>
                  </a:moveTo>
                  <a:lnTo>
                    <a:pt x="1859756" y="3091339"/>
                  </a:lnTo>
                  <a:cubicBezTo>
                    <a:pt x="1859756" y="3049429"/>
                    <a:pt x="1825466" y="3015139"/>
                    <a:pt x="1783556" y="3015139"/>
                  </a:cubicBezTo>
                  <a:cubicBezTo>
                    <a:pt x="1741646" y="3015139"/>
                    <a:pt x="1707356" y="3049429"/>
                    <a:pt x="1707356" y="3091339"/>
                  </a:cubicBezTo>
                  <a:lnTo>
                    <a:pt x="1707356" y="3403759"/>
                  </a:lnTo>
                  <a:cubicBezTo>
                    <a:pt x="872014" y="3363754"/>
                    <a:pt x="203359" y="2695099"/>
                    <a:pt x="163354" y="1859756"/>
                  </a:cubicBezTo>
                  <a:lnTo>
                    <a:pt x="475774" y="1859756"/>
                  </a:lnTo>
                  <a:cubicBezTo>
                    <a:pt x="517684" y="1859756"/>
                    <a:pt x="551974" y="1825466"/>
                    <a:pt x="551974" y="1783556"/>
                  </a:cubicBezTo>
                  <a:cubicBezTo>
                    <a:pt x="551974" y="1741646"/>
                    <a:pt x="517684" y="1707356"/>
                    <a:pt x="475774" y="1707356"/>
                  </a:cubicBezTo>
                  <a:lnTo>
                    <a:pt x="163354" y="1707356"/>
                  </a:lnTo>
                  <a:cubicBezTo>
                    <a:pt x="203359" y="872014"/>
                    <a:pt x="872014" y="203359"/>
                    <a:pt x="1707356" y="163354"/>
                  </a:cubicBezTo>
                  <a:lnTo>
                    <a:pt x="1707356" y="475774"/>
                  </a:lnTo>
                  <a:cubicBezTo>
                    <a:pt x="1707356" y="517684"/>
                    <a:pt x="1741646" y="551974"/>
                    <a:pt x="1783556" y="551974"/>
                  </a:cubicBezTo>
                  <a:cubicBezTo>
                    <a:pt x="1825466" y="551974"/>
                    <a:pt x="1859756" y="517684"/>
                    <a:pt x="1859756" y="475774"/>
                  </a:cubicBezTo>
                  <a:lnTo>
                    <a:pt x="1859756" y="163354"/>
                  </a:lnTo>
                  <a:cubicBezTo>
                    <a:pt x="2695099" y="203359"/>
                    <a:pt x="3363754" y="872014"/>
                    <a:pt x="3403759" y="1707356"/>
                  </a:cubicBezTo>
                  <a:lnTo>
                    <a:pt x="3091339" y="1707356"/>
                  </a:lnTo>
                  <a:cubicBezTo>
                    <a:pt x="3049429" y="1707356"/>
                    <a:pt x="3015139" y="1741646"/>
                    <a:pt x="3015139" y="1783556"/>
                  </a:cubicBezTo>
                  <a:cubicBezTo>
                    <a:pt x="3015139" y="1825466"/>
                    <a:pt x="3049429" y="1859756"/>
                    <a:pt x="3091339" y="1859756"/>
                  </a:cubicBezTo>
                  <a:lnTo>
                    <a:pt x="3092291" y="1859756"/>
                  </a:lnTo>
                  <a:lnTo>
                    <a:pt x="3404711" y="1859756"/>
                  </a:lnTo>
                  <a:cubicBezTo>
                    <a:pt x="3363754" y="2695099"/>
                    <a:pt x="2695099" y="3363754"/>
                    <a:pt x="1859756" y="34037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D24595A-1AA3-494F-8C0C-07EB5C7F88DC}"/>
                </a:ext>
              </a:extLst>
            </p:cNvPr>
            <p:cNvSpPr/>
            <p:nvPr/>
          </p:nvSpPr>
          <p:spPr>
            <a:xfrm>
              <a:off x="6469857" y="3002757"/>
              <a:ext cx="914400" cy="1724025"/>
            </a:xfrm>
            <a:custGeom>
              <a:avLst/>
              <a:gdLst>
                <a:gd name="connsiteX0" fmla="*/ 887254 w 914400"/>
                <a:gd name="connsiteY0" fmla="*/ 1592104 h 1724025"/>
                <a:gd name="connsiteX1" fmla="*/ 159544 w 914400"/>
                <a:gd name="connsiteY1" fmla="*/ 852011 h 1724025"/>
                <a:gd name="connsiteX2" fmla="*/ 159544 w 914400"/>
                <a:gd name="connsiteY2" fmla="*/ 83344 h 1724025"/>
                <a:gd name="connsiteX3" fmla="*/ 83344 w 914400"/>
                <a:gd name="connsiteY3" fmla="*/ 7144 h 1724025"/>
                <a:gd name="connsiteX4" fmla="*/ 7144 w 914400"/>
                <a:gd name="connsiteY4" fmla="*/ 83344 h 1724025"/>
                <a:gd name="connsiteX5" fmla="*/ 7144 w 914400"/>
                <a:gd name="connsiteY5" fmla="*/ 883444 h 1724025"/>
                <a:gd name="connsiteX6" fmla="*/ 29051 w 914400"/>
                <a:gd name="connsiteY6" fmla="*/ 936784 h 1724025"/>
                <a:gd name="connsiteX7" fmla="*/ 777716 w 914400"/>
                <a:gd name="connsiteY7" fmla="*/ 1698784 h 1724025"/>
                <a:gd name="connsiteX8" fmla="*/ 885349 w 914400"/>
                <a:gd name="connsiteY8" fmla="*/ 1699736 h 1724025"/>
                <a:gd name="connsiteX9" fmla="*/ 887254 w 914400"/>
                <a:gd name="connsiteY9" fmla="*/ 1592104 h 172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400" h="1724025">
                  <a:moveTo>
                    <a:pt x="887254" y="1592104"/>
                  </a:moveTo>
                  <a:lnTo>
                    <a:pt x="159544" y="852011"/>
                  </a:lnTo>
                  <a:lnTo>
                    <a:pt x="159544" y="83344"/>
                  </a:lnTo>
                  <a:cubicBezTo>
                    <a:pt x="159544" y="41434"/>
                    <a:pt x="125254" y="7144"/>
                    <a:pt x="83344" y="7144"/>
                  </a:cubicBezTo>
                  <a:cubicBezTo>
                    <a:pt x="41434" y="7144"/>
                    <a:pt x="7144" y="41434"/>
                    <a:pt x="7144" y="83344"/>
                  </a:cubicBezTo>
                  <a:lnTo>
                    <a:pt x="7144" y="883444"/>
                  </a:lnTo>
                  <a:cubicBezTo>
                    <a:pt x="7144" y="903446"/>
                    <a:pt x="14764" y="922496"/>
                    <a:pt x="29051" y="936784"/>
                  </a:cubicBezTo>
                  <a:lnTo>
                    <a:pt x="777716" y="1698784"/>
                  </a:lnTo>
                  <a:cubicBezTo>
                    <a:pt x="807244" y="1729264"/>
                    <a:pt x="855821" y="1729264"/>
                    <a:pt x="885349" y="1699736"/>
                  </a:cubicBezTo>
                  <a:cubicBezTo>
                    <a:pt x="914876" y="1670209"/>
                    <a:pt x="916781" y="1621631"/>
                    <a:pt x="887254" y="15921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2" name="Graphic 32">
            <a:extLst>
              <a:ext uri="{FF2B5EF4-FFF2-40B4-BE49-F238E27FC236}">
                <a16:creationId xmlns:a16="http://schemas.microsoft.com/office/drawing/2014/main" id="{5EBD0C62-F184-4759-94B0-4EF4BFFD2F6F}"/>
              </a:ext>
            </a:extLst>
          </p:cNvPr>
          <p:cNvSpPr>
            <a:spLocks noChangeAspect="1"/>
          </p:cNvSpPr>
          <p:nvPr/>
        </p:nvSpPr>
        <p:spPr>
          <a:xfrm>
            <a:off x="7503670" y="5645399"/>
            <a:ext cx="502920" cy="502920"/>
          </a:xfrm>
          <a:custGeom>
            <a:avLst/>
            <a:gdLst>
              <a:gd name="connsiteX0" fmla="*/ 4866799 w 4876800"/>
              <a:gd name="connsiteY0" fmla="*/ 974863 h 4876800"/>
              <a:gd name="connsiteX1" fmla="*/ 4765834 w 4876800"/>
              <a:gd name="connsiteY1" fmla="*/ 891996 h 4876800"/>
              <a:gd name="connsiteX2" fmla="*/ 4406741 w 4876800"/>
              <a:gd name="connsiteY2" fmla="*/ 845323 h 4876800"/>
              <a:gd name="connsiteX3" fmla="*/ 4360069 w 4876800"/>
              <a:gd name="connsiteY3" fmla="*/ 524331 h 4876800"/>
              <a:gd name="connsiteX4" fmla="*/ 4168616 w 4876800"/>
              <a:gd name="connsiteY4" fmla="*/ 445273 h 4876800"/>
              <a:gd name="connsiteX5" fmla="*/ 4168616 w 4876800"/>
              <a:gd name="connsiteY5" fmla="*/ 445273 h 4876800"/>
              <a:gd name="connsiteX6" fmla="*/ 4048601 w 4876800"/>
              <a:gd name="connsiteY6" fmla="*/ 473848 h 4876800"/>
              <a:gd name="connsiteX7" fmla="*/ 4001929 w 4876800"/>
              <a:gd name="connsiteY7" fmla="*/ 114756 h 4876800"/>
              <a:gd name="connsiteX8" fmla="*/ 3919061 w 4876800"/>
              <a:gd name="connsiteY8" fmla="*/ 13791 h 4876800"/>
              <a:gd name="connsiteX9" fmla="*/ 3791426 w 4876800"/>
              <a:gd name="connsiteY9" fmla="*/ 43318 h 4876800"/>
              <a:gd name="connsiteX10" fmla="*/ 3279934 w 4876800"/>
              <a:gd name="connsiteY10" fmla="*/ 554811 h 4876800"/>
              <a:gd name="connsiteX11" fmla="*/ 3245644 w 4876800"/>
              <a:gd name="connsiteY11" fmla="*/ 662443 h 4876800"/>
              <a:gd name="connsiteX12" fmla="*/ 3328511 w 4876800"/>
              <a:gd name="connsiteY12" fmla="*/ 1177746 h 4876800"/>
              <a:gd name="connsiteX13" fmla="*/ 3304699 w 4876800"/>
              <a:gd name="connsiteY13" fmla="*/ 1201558 h 4876800"/>
              <a:gd name="connsiteX14" fmla="*/ 2056924 w 4876800"/>
              <a:gd name="connsiteY14" fmla="*/ 777696 h 4876800"/>
              <a:gd name="connsiteX15" fmla="*/ 867251 w 4876800"/>
              <a:gd name="connsiteY15" fmla="*/ 1157743 h 4876800"/>
              <a:gd name="connsiteX16" fmla="*/ 851059 w 4876800"/>
              <a:gd name="connsiteY16" fmla="*/ 1257756 h 4876800"/>
              <a:gd name="connsiteX17" fmla="*/ 951071 w 4876800"/>
              <a:gd name="connsiteY17" fmla="*/ 1273948 h 4876800"/>
              <a:gd name="connsiteX18" fmla="*/ 2057876 w 4876800"/>
              <a:gd name="connsiteY18" fmla="*/ 920571 h 4876800"/>
              <a:gd name="connsiteX19" fmla="*/ 3202781 w 4876800"/>
              <a:gd name="connsiteY19" fmla="*/ 1304428 h 4876800"/>
              <a:gd name="connsiteX20" fmla="*/ 2913221 w 4876800"/>
              <a:gd name="connsiteY20" fmla="*/ 1594941 h 4876800"/>
              <a:gd name="connsiteX21" fmla="*/ 2057876 w 4876800"/>
              <a:gd name="connsiteY21" fmla="*/ 1326336 h 4876800"/>
              <a:gd name="connsiteX22" fmla="*/ 557689 w 4876800"/>
              <a:gd name="connsiteY22" fmla="*/ 2826523 h 4876800"/>
              <a:gd name="connsiteX23" fmla="*/ 2057876 w 4876800"/>
              <a:gd name="connsiteY23" fmla="*/ 4326711 h 4876800"/>
              <a:gd name="connsiteX24" fmla="*/ 3558064 w 4876800"/>
              <a:gd name="connsiteY24" fmla="*/ 2826523 h 4876800"/>
              <a:gd name="connsiteX25" fmla="*/ 3295174 w 4876800"/>
              <a:gd name="connsiteY25" fmla="*/ 1979751 h 4876800"/>
              <a:gd name="connsiteX26" fmla="*/ 3585686 w 4876800"/>
              <a:gd name="connsiteY26" fmla="*/ 1688286 h 4876800"/>
              <a:gd name="connsiteX27" fmla="*/ 3963829 w 4876800"/>
              <a:gd name="connsiteY27" fmla="*/ 2826523 h 4876800"/>
              <a:gd name="connsiteX28" fmla="*/ 2057876 w 4876800"/>
              <a:gd name="connsiteY28" fmla="*/ 4732476 h 4876800"/>
              <a:gd name="connsiteX29" fmla="*/ 150019 w 4876800"/>
              <a:gd name="connsiteY29" fmla="*/ 2824618 h 4876800"/>
              <a:gd name="connsiteX30" fmla="*/ 635794 w 4876800"/>
              <a:gd name="connsiteY30" fmla="*/ 1553983 h 4876800"/>
              <a:gd name="connsiteX31" fmla="*/ 630079 w 4876800"/>
              <a:gd name="connsiteY31" fmla="*/ 1453018 h 4876800"/>
              <a:gd name="connsiteX32" fmla="*/ 529114 w 4876800"/>
              <a:gd name="connsiteY32" fmla="*/ 1458733 h 4876800"/>
              <a:gd name="connsiteX33" fmla="*/ 7144 w 4876800"/>
              <a:gd name="connsiteY33" fmla="*/ 2824618 h 4876800"/>
              <a:gd name="connsiteX34" fmla="*/ 607219 w 4876800"/>
              <a:gd name="connsiteY34" fmla="*/ 4273371 h 4876800"/>
              <a:gd name="connsiteX35" fmla="*/ 2055971 w 4876800"/>
              <a:gd name="connsiteY35" fmla="*/ 4873446 h 4876800"/>
              <a:gd name="connsiteX36" fmla="*/ 3504724 w 4876800"/>
              <a:gd name="connsiteY36" fmla="*/ 4273371 h 4876800"/>
              <a:gd name="connsiteX37" fmla="*/ 4104799 w 4876800"/>
              <a:gd name="connsiteY37" fmla="*/ 2824618 h 4876800"/>
              <a:gd name="connsiteX38" fmla="*/ 3686651 w 4876800"/>
              <a:gd name="connsiteY38" fmla="*/ 1583511 h 4876800"/>
              <a:gd name="connsiteX39" fmla="*/ 3704749 w 4876800"/>
              <a:gd name="connsiteY39" fmla="*/ 1565413 h 4876800"/>
              <a:gd name="connsiteX40" fmla="*/ 4219099 w 4876800"/>
              <a:gd name="connsiteY40" fmla="*/ 1648281 h 4876800"/>
              <a:gd name="connsiteX41" fmla="*/ 4239101 w 4876800"/>
              <a:gd name="connsiteY41" fmla="*/ 1650186 h 4876800"/>
              <a:gd name="connsiteX42" fmla="*/ 4326731 w 4876800"/>
              <a:gd name="connsiteY42" fmla="*/ 1613991 h 4876800"/>
              <a:gd name="connsiteX43" fmla="*/ 4436269 w 4876800"/>
              <a:gd name="connsiteY43" fmla="*/ 1504453 h 4876800"/>
              <a:gd name="connsiteX44" fmla="*/ 4436269 w 4876800"/>
              <a:gd name="connsiteY44" fmla="*/ 1403488 h 4876800"/>
              <a:gd name="connsiteX45" fmla="*/ 4335304 w 4876800"/>
              <a:gd name="connsiteY45" fmla="*/ 1403488 h 4876800"/>
              <a:gd name="connsiteX46" fmla="*/ 4232434 w 4876800"/>
              <a:gd name="connsiteY46" fmla="*/ 1506358 h 4876800"/>
              <a:gd name="connsiteX47" fmla="*/ 3831431 w 4876800"/>
              <a:gd name="connsiteY47" fmla="*/ 1441588 h 4876800"/>
              <a:gd name="connsiteX48" fmla="*/ 4298156 w 4876800"/>
              <a:gd name="connsiteY48" fmla="*/ 974863 h 4876800"/>
              <a:gd name="connsiteX49" fmla="*/ 4710589 w 4876800"/>
              <a:gd name="connsiteY49" fmla="*/ 1028203 h 4876800"/>
              <a:gd name="connsiteX50" fmla="*/ 4648676 w 4876800"/>
              <a:gd name="connsiteY50" fmla="*/ 1090116 h 4876800"/>
              <a:gd name="connsiteX51" fmla="*/ 4648676 w 4876800"/>
              <a:gd name="connsiteY51" fmla="*/ 1191081 h 4876800"/>
              <a:gd name="connsiteX52" fmla="*/ 4749641 w 4876800"/>
              <a:gd name="connsiteY52" fmla="*/ 1191081 h 4876800"/>
              <a:gd name="connsiteX53" fmla="*/ 4838224 w 4876800"/>
              <a:gd name="connsiteY53" fmla="*/ 1102498 h 4876800"/>
              <a:gd name="connsiteX54" fmla="*/ 4866799 w 4876800"/>
              <a:gd name="connsiteY54" fmla="*/ 974863 h 4876800"/>
              <a:gd name="connsiteX55" fmla="*/ 3863816 w 4876800"/>
              <a:gd name="connsiteY55" fmla="*/ 170001 h 4876800"/>
              <a:gd name="connsiteX56" fmla="*/ 3917156 w 4876800"/>
              <a:gd name="connsiteY56" fmla="*/ 582433 h 4876800"/>
              <a:gd name="connsiteX57" fmla="*/ 3450431 w 4876800"/>
              <a:gd name="connsiteY57" fmla="*/ 1049158 h 4876800"/>
              <a:gd name="connsiteX58" fmla="*/ 3385661 w 4876800"/>
              <a:gd name="connsiteY58" fmla="*/ 648156 h 4876800"/>
              <a:gd name="connsiteX59" fmla="*/ 3863816 w 4876800"/>
              <a:gd name="connsiteY59" fmla="*/ 170001 h 4876800"/>
              <a:gd name="connsiteX60" fmla="*/ 3413284 w 4876800"/>
              <a:gd name="connsiteY60" fmla="*/ 2824618 h 4876800"/>
              <a:gd name="connsiteX61" fmla="*/ 2055971 w 4876800"/>
              <a:gd name="connsiteY61" fmla="*/ 4181931 h 4876800"/>
              <a:gd name="connsiteX62" fmla="*/ 697706 w 4876800"/>
              <a:gd name="connsiteY62" fmla="*/ 2824618 h 4876800"/>
              <a:gd name="connsiteX63" fmla="*/ 2055019 w 4876800"/>
              <a:gd name="connsiteY63" fmla="*/ 1467306 h 4876800"/>
              <a:gd name="connsiteX64" fmla="*/ 2807494 w 4876800"/>
              <a:gd name="connsiteY64" fmla="*/ 1695906 h 4876800"/>
              <a:gd name="connsiteX65" fmla="*/ 2512219 w 4876800"/>
              <a:gd name="connsiteY65" fmla="*/ 1993086 h 4876800"/>
              <a:gd name="connsiteX66" fmla="*/ 2055971 w 4876800"/>
              <a:gd name="connsiteY66" fmla="*/ 1875928 h 4876800"/>
              <a:gd name="connsiteX67" fmla="*/ 1107281 w 4876800"/>
              <a:gd name="connsiteY67" fmla="*/ 2825571 h 4876800"/>
              <a:gd name="connsiteX68" fmla="*/ 2055971 w 4876800"/>
              <a:gd name="connsiteY68" fmla="*/ 3774261 h 4876800"/>
              <a:gd name="connsiteX69" fmla="*/ 3004661 w 4876800"/>
              <a:gd name="connsiteY69" fmla="*/ 2825571 h 4876800"/>
              <a:gd name="connsiteX70" fmla="*/ 2893219 w 4876800"/>
              <a:gd name="connsiteY70" fmla="*/ 2379801 h 4876800"/>
              <a:gd name="connsiteX71" fmla="*/ 3190399 w 4876800"/>
              <a:gd name="connsiteY71" fmla="*/ 2081668 h 4876800"/>
              <a:gd name="connsiteX72" fmla="*/ 3413284 w 4876800"/>
              <a:gd name="connsiteY72" fmla="*/ 2824618 h 4876800"/>
              <a:gd name="connsiteX73" fmla="*/ 1922621 w 4876800"/>
              <a:gd name="connsiteY73" fmla="*/ 2968446 h 4876800"/>
              <a:gd name="connsiteX74" fmla="*/ 2114074 w 4876800"/>
              <a:gd name="connsiteY74" fmla="*/ 3047503 h 4876800"/>
              <a:gd name="connsiteX75" fmla="*/ 2114074 w 4876800"/>
              <a:gd name="connsiteY75" fmla="*/ 3047503 h 4876800"/>
              <a:gd name="connsiteX76" fmla="*/ 2305526 w 4876800"/>
              <a:gd name="connsiteY76" fmla="*/ 2967493 h 4876800"/>
              <a:gd name="connsiteX77" fmla="*/ 2406491 w 4876800"/>
              <a:gd name="connsiteY77" fmla="*/ 2865576 h 4876800"/>
              <a:gd name="connsiteX78" fmla="*/ 2054066 w 4876800"/>
              <a:gd name="connsiteY78" fmla="*/ 3178948 h 4876800"/>
              <a:gd name="connsiteX79" fmla="*/ 1699736 w 4876800"/>
              <a:gd name="connsiteY79" fmla="*/ 2824618 h 4876800"/>
              <a:gd name="connsiteX80" fmla="*/ 2035016 w 4876800"/>
              <a:gd name="connsiteY80" fmla="*/ 2470288 h 4876800"/>
              <a:gd name="connsiteX81" fmla="*/ 1921669 w 4876800"/>
              <a:gd name="connsiteY81" fmla="*/ 2584588 h 4876800"/>
              <a:gd name="connsiteX82" fmla="*/ 1922621 w 4876800"/>
              <a:gd name="connsiteY82" fmla="*/ 2968446 h 4876800"/>
              <a:gd name="connsiteX83" fmla="*/ 1557814 w 4876800"/>
              <a:gd name="connsiteY83" fmla="*/ 2824618 h 4876800"/>
              <a:gd name="connsiteX84" fmla="*/ 2055019 w 4876800"/>
              <a:gd name="connsiteY84" fmla="*/ 3321823 h 4876800"/>
              <a:gd name="connsiteX85" fmla="*/ 2552224 w 4876800"/>
              <a:gd name="connsiteY85" fmla="*/ 2824618 h 4876800"/>
              <a:gd name="connsiteX86" fmla="*/ 2542699 w 4876800"/>
              <a:gd name="connsiteY86" fmla="*/ 2729368 h 4876800"/>
              <a:gd name="connsiteX87" fmla="*/ 2785586 w 4876800"/>
              <a:gd name="connsiteY87" fmla="*/ 2485528 h 4876800"/>
              <a:gd name="connsiteX88" fmla="*/ 2860834 w 4876800"/>
              <a:gd name="connsiteY88" fmla="*/ 2824618 h 4876800"/>
              <a:gd name="connsiteX89" fmla="*/ 2054066 w 4876800"/>
              <a:gd name="connsiteY89" fmla="*/ 3631386 h 4876800"/>
              <a:gd name="connsiteX90" fmla="*/ 1247299 w 4876800"/>
              <a:gd name="connsiteY90" fmla="*/ 2824618 h 4876800"/>
              <a:gd name="connsiteX91" fmla="*/ 2054066 w 4876800"/>
              <a:gd name="connsiteY91" fmla="*/ 2017851 h 4876800"/>
              <a:gd name="connsiteX92" fmla="*/ 2405539 w 4876800"/>
              <a:gd name="connsiteY92" fmla="*/ 2098813 h 4876800"/>
              <a:gd name="connsiteX93" fmla="*/ 2166461 w 4876800"/>
              <a:gd name="connsiteY93" fmla="*/ 2339796 h 4876800"/>
              <a:gd name="connsiteX94" fmla="*/ 2055971 w 4876800"/>
              <a:gd name="connsiteY94" fmla="*/ 2327413 h 4876800"/>
              <a:gd name="connsiteX95" fmla="*/ 1557814 w 4876800"/>
              <a:gd name="connsiteY95" fmla="*/ 2824618 h 4876800"/>
              <a:gd name="connsiteX96" fmla="*/ 2205514 w 4876800"/>
              <a:gd name="connsiteY96" fmla="*/ 2866528 h 4876800"/>
              <a:gd name="connsiteX97" fmla="*/ 2115026 w 4876800"/>
              <a:gd name="connsiteY97" fmla="*/ 2904628 h 4876800"/>
              <a:gd name="connsiteX98" fmla="*/ 2115026 w 4876800"/>
              <a:gd name="connsiteY98" fmla="*/ 2904628 h 4876800"/>
              <a:gd name="connsiteX99" fmla="*/ 2024539 w 4876800"/>
              <a:gd name="connsiteY99" fmla="*/ 2867481 h 4876800"/>
              <a:gd name="connsiteX100" fmla="*/ 2024539 w 4876800"/>
              <a:gd name="connsiteY100" fmla="*/ 2686506 h 4876800"/>
              <a:gd name="connsiteX101" fmla="*/ 4077176 w 4876800"/>
              <a:gd name="connsiteY101" fmla="*/ 625296 h 4876800"/>
              <a:gd name="connsiteX102" fmla="*/ 4167664 w 4876800"/>
              <a:gd name="connsiteY102" fmla="*/ 587196 h 4876800"/>
              <a:gd name="connsiteX103" fmla="*/ 4167664 w 4876800"/>
              <a:gd name="connsiteY103" fmla="*/ 587196 h 4876800"/>
              <a:gd name="connsiteX104" fmla="*/ 4258151 w 4876800"/>
              <a:gd name="connsiteY104" fmla="*/ 624343 h 4876800"/>
              <a:gd name="connsiteX105" fmla="*/ 4258151 w 4876800"/>
              <a:gd name="connsiteY105" fmla="*/ 805318 h 4876800"/>
              <a:gd name="connsiteX106" fmla="*/ 2205514 w 4876800"/>
              <a:gd name="connsiteY106" fmla="*/ 2866528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4876800" h="4876800">
                <a:moveTo>
                  <a:pt x="4866799" y="974863"/>
                </a:moveTo>
                <a:cubicBezTo>
                  <a:pt x="4851559" y="930096"/>
                  <a:pt x="4812506" y="897711"/>
                  <a:pt x="4765834" y="891996"/>
                </a:cubicBezTo>
                <a:lnTo>
                  <a:pt x="4406741" y="845323"/>
                </a:lnTo>
                <a:cubicBezTo>
                  <a:pt x="4461987" y="742453"/>
                  <a:pt x="4446747" y="611008"/>
                  <a:pt x="4360069" y="524331"/>
                </a:cubicBezTo>
                <a:cubicBezTo>
                  <a:pt x="4308634" y="472896"/>
                  <a:pt x="4241006" y="445273"/>
                  <a:pt x="4168616" y="445273"/>
                </a:cubicBezTo>
                <a:cubicBezTo>
                  <a:pt x="4168616" y="445273"/>
                  <a:pt x="4168616" y="445273"/>
                  <a:pt x="4168616" y="445273"/>
                </a:cubicBezTo>
                <a:cubicBezTo>
                  <a:pt x="4125754" y="445273"/>
                  <a:pt x="4085749" y="454798"/>
                  <a:pt x="4048601" y="473848"/>
                </a:cubicBezTo>
                <a:lnTo>
                  <a:pt x="4001929" y="114756"/>
                </a:lnTo>
                <a:cubicBezTo>
                  <a:pt x="3996214" y="67131"/>
                  <a:pt x="3963829" y="29031"/>
                  <a:pt x="3919061" y="13791"/>
                </a:cubicBezTo>
                <a:cubicBezTo>
                  <a:pt x="3874294" y="-1449"/>
                  <a:pt x="3824764" y="9981"/>
                  <a:pt x="3791426" y="43318"/>
                </a:cubicBezTo>
                <a:lnTo>
                  <a:pt x="3279934" y="554811"/>
                </a:lnTo>
                <a:cubicBezTo>
                  <a:pt x="3252311" y="582433"/>
                  <a:pt x="3238976" y="623391"/>
                  <a:pt x="3245644" y="662443"/>
                </a:cubicBezTo>
                <a:lnTo>
                  <a:pt x="3328511" y="1177746"/>
                </a:lnTo>
                <a:lnTo>
                  <a:pt x="3304699" y="1201558"/>
                </a:lnTo>
                <a:cubicBezTo>
                  <a:pt x="2948464" y="927238"/>
                  <a:pt x="2514124" y="777696"/>
                  <a:pt x="2056924" y="777696"/>
                </a:cubicBezTo>
                <a:cubicBezTo>
                  <a:pt x="1627346" y="777696"/>
                  <a:pt x="1215866" y="909141"/>
                  <a:pt x="867251" y="1157743"/>
                </a:cubicBezTo>
                <a:cubicBezTo>
                  <a:pt x="834866" y="1180603"/>
                  <a:pt x="828199" y="1225371"/>
                  <a:pt x="851059" y="1257756"/>
                </a:cubicBezTo>
                <a:cubicBezTo>
                  <a:pt x="873919" y="1290141"/>
                  <a:pt x="918686" y="1296808"/>
                  <a:pt x="951071" y="1273948"/>
                </a:cubicBezTo>
                <a:cubicBezTo>
                  <a:pt x="1274921" y="1042491"/>
                  <a:pt x="1657826" y="920571"/>
                  <a:pt x="2057876" y="920571"/>
                </a:cubicBezTo>
                <a:cubicBezTo>
                  <a:pt x="2487454" y="920571"/>
                  <a:pt x="2883694" y="1063446"/>
                  <a:pt x="3202781" y="1304428"/>
                </a:cubicBezTo>
                <a:lnTo>
                  <a:pt x="2913221" y="1594941"/>
                </a:lnTo>
                <a:cubicBezTo>
                  <a:pt x="2670334" y="1425396"/>
                  <a:pt x="2376011" y="1326336"/>
                  <a:pt x="2057876" y="1326336"/>
                </a:cubicBezTo>
                <a:cubicBezTo>
                  <a:pt x="1231106" y="1326336"/>
                  <a:pt x="557689" y="1999753"/>
                  <a:pt x="557689" y="2826523"/>
                </a:cubicBezTo>
                <a:cubicBezTo>
                  <a:pt x="557689" y="3653293"/>
                  <a:pt x="1231106" y="4326711"/>
                  <a:pt x="2057876" y="4326711"/>
                </a:cubicBezTo>
                <a:cubicBezTo>
                  <a:pt x="2884646" y="4326711"/>
                  <a:pt x="3558064" y="3653293"/>
                  <a:pt x="3558064" y="2826523"/>
                </a:cubicBezTo>
                <a:cubicBezTo>
                  <a:pt x="3558064" y="2512198"/>
                  <a:pt x="3460909" y="2220733"/>
                  <a:pt x="3295174" y="1979751"/>
                </a:cubicBezTo>
                <a:lnTo>
                  <a:pt x="3585686" y="1688286"/>
                </a:lnTo>
                <a:cubicBezTo>
                  <a:pt x="3822859" y="2006421"/>
                  <a:pt x="3963829" y="2399803"/>
                  <a:pt x="3963829" y="2826523"/>
                </a:cubicBezTo>
                <a:cubicBezTo>
                  <a:pt x="3963829" y="3877131"/>
                  <a:pt x="3108484" y="4732476"/>
                  <a:pt x="2057876" y="4732476"/>
                </a:cubicBezTo>
                <a:cubicBezTo>
                  <a:pt x="1007269" y="4732476"/>
                  <a:pt x="150019" y="3876178"/>
                  <a:pt x="150019" y="2824618"/>
                </a:cubicBezTo>
                <a:cubicBezTo>
                  <a:pt x="150019" y="2355036"/>
                  <a:pt x="322421" y="1903551"/>
                  <a:pt x="635794" y="1553983"/>
                </a:cubicBezTo>
                <a:cubicBezTo>
                  <a:pt x="662464" y="1524456"/>
                  <a:pt x="659606" y="1479688"/>
                  <a:pt x="630079" y="1453018"/>
                </a:cubicBezTo>
                <a:cubicBezTo>
                  <a:pt x="600551" y="1426348"/>
                  <a:pt x="555784" y="1429206"/>
                  <a:pt x="529114" y="1458733"/>
                </a:cubicBezTo>
                <a:cubicBezTo>
                  <a:pt x="192881" y="1834971"/>
                  <a:pt x="7144" y="2319793"/>
                  <a:pt x="7144" y="2824618"/>
                </a:cubicBezTo>
                <a:cubicBezTo>
                  <a:pt x="7144" y="3372306"/>
                  <a:pt x="220504" y="3886656"/>
                  <a:pt x="607219" y="4273371"/>
                </a:cubicBezTo>
                <a:cubicBezTo>
                  <a:pt x="993934" y="4660086"/>
                  <a:pt x="1508284" y="4873446"/>
                  <a:pt x="2055971" y="4873446"/>
                </a:cubicBezTo>
                <a:cubicBezTo>
                  <a:pt x="2603659" y="4873446"/>
                  <a:pt x="3118009" y="4660086"/>
                  <a:pt x="3504724" y="4273371"/>
                </a:cubicBezTo>
                <a:cubicBezTo>
                  <a:pt x="3891439" y="3886656"/>
                  <a:pt x="4104799" y="3372306"/>
                  <a:pt x="4104799" y="2824618"/>
                </a:cubicBezTo>
                <a:cubicBezTo>
                  <a:pt x="4104799" y="2370276"/>
                  <a:pt x="3958114" y="1938793"/>
                  <a:pt x="3686651" y="1583511"/>
                </a:cubicBezTo>
                <a:lnTo>
                  <a:pt x="3704749" y="1565413"/>
                </a:lnTo>
                <a:lnTo>
                  <a:pt x="4219099" y="1648281"/>
                </a:lnTo>
                <a:cubicBezTo>
                  <a:pt x="4225766" y="1649233"/>
                  <a:pt x="4232434" y="1650186"/>
                  <a:pt x="4239101" y="1650186"/>
                </a:cubicBezTo>
                <a:cubicBezTo>
                  <a:pt x="4271487" y="1650186"/>
                  <a:pt x="4303872" y="1636851"/>
                  <a:pt x="4326731" y="1613991"/>
                </a:cubicBezTo>
                <a:lnTo>
                  <a:pt x="4436269" y="1504453"/>
                </a:lnTo>
                <a:cubicBezTo>
                  <a:pt x="4463891" y="1476831"/>
                  <a:pt x="4463891" y="1431111"/>
                  <a:pt x="4436269" y="1403488"/>
                </a:cubicBezTo>
                <a:cubicBezTo>
                  <a:pt x="4408647" y="1375866"/>
                  <a:pt x="4362926" y="1375866"/>
                  <a:pt x="4335304" y="1403488"/>
                </a:cubicBezTo>
                <a:lnTo>
                  <a:pt x="4232434" y="1506358"/>
                </a:lnTo>
                <a:lnTo>
                  <a:pt x="3831431" y="1441588"/>
                </a:lnTo>
                <a:lnTo>
                  <a:pt x="4298156" y="974863"/>
                </a:lnTo>
                <a:lnTo>
                  <a:pt x="4710589" y="1028203"/>
                </a:lnTo>
                <a:lnTo>
                  <a:pt x="4648676" y="1090116"/>
                </a:lnTo>
                <a:cubicBezTo>
                  <a:pt x="4621054" y="1117738"/>
                  <a:pt x="4621054" y="1163458"/>
                  <a:pt x="4648676" y="1191081"/>
                </a:cubicBezTo>
                <a:cubicBezTo>
                  <a:pt x="4676299" y="1218703"/>
                  <a:pt x="4722019" y="1218703"/>
                  <a:pt x="4749641" y="1191081"/>
                </a:cubicBezTo>
                <a:lnTo>
                  <a:pt x="4838224" y="1102498"/>
                </a:lnTo>
                <a:cubicBezTo>
                  <a:pt x="4870609" y="1069161"/>
                  <a:pt x="4882039" y="1019631"/>
                  <a:pt x="4866799" y="974863"/>
                </a:cubicBezTo>
                <a:close/>
                <a:moveTo>
                  <a:pt x="3863816" y="170001"/>
                </a:moveTo>
                <a:lnTo>
                  <a:pt x="3917156" y="582433"/>
                </a:lnTo>
                <a:lnTo>
                  <a:pt x="3450431" y="1049158"/>
                </a:lnTo>
                <a:lnTo>
                  <a:pt x="3385661" y="648156"/>
                </a:lnTo>
                <a:lnTo>
                  <a:pt x="3863816" y="170001"/>
                </a:lnTo>
                <a:close/>
                <a:moveTo>
                  <a:pt x="3413284" y="2824618"/>
                </a:moveTo>
                <a:cubicBezTo>
                  <a:pt x="3413284" y="3573283"/>
                  <a:pt x="2804636" y="4181931"/>
                  <a:pt x="2055971" y="4181931"/>
                </a:cubicBezTo>
                <a:cubicBezTo>
                  <a:pt x="1307306" y="4181931"/>
                  <a:pt x="697706" y="3573283"/>
                  <a:pt x="697706" y="2824618"/>
                </a:cubicBezTo>
                <a:cubicBezTo>
                  <a:pt x="697706" y="2075953"/>
                  <a:pt x="1306354" y="1467306"/>
                  <a:pt x="2055019" y="1467306"/>
                </a:cubicBezTo>
                <a:cubicBezTo>
                  <a:pt x="2333149" y="1467306"/>
                  <a:pt x="2592229" y="1551126"/>
                  <a:pt x="2807494" y="1695906"/>
                </a:cubicBezTo>
                <a:lnTo>
                  <a:pt x="2512219" y="1993086"/>
                </a:lnTo>
                <a:cubicBezTo>
                  <a:pt x="2376964" y="1917838"/>
                  <a:pt x="2220754" y="1875928"/>
                  <a:pt x="2055971" y="1875928"/>
                </a:cubicBezTo>
                <a:cubicBezTo>
                  <a:pt x="1533049" y="1875928"/>
                  <a:pt x="1107281" y="2301696"/>
                  <a:pt x="1107281" y="2825571"/>
                </a:cubicBezTo>
                <a:cubicBezTo>
                  <a:pt x="1107281" y="3348493"/>
                  <a:pt x="1533049" y="3774261"/>
                  <a:pt x="2055971" y="3774261"/>
                </a:cubicBezTo>
                <a:cubicBezTo>
                  <a:pt x="2578894" y="3774261"/>
                  <a:pt x="3004661" y="3348493"/>
                  <a:pt x="3004661" y="2825571"/>
                </a:cubicBezTo>
                <a:cubicBezTo>
                  <a:pt x="3004661" y="2664598"/>
                  <a:pt x="2964656" y="2513151"/>
                  <a:pt x="2893219" y="2379801"/>
                </a:cubicBezTo>
                <a:lnTo>
                  <a:pt x="3190399" y="2081668"/>
                </a:lnTo>
                <a:cubicBezTo>
                  <a:pt x="3331369" y="2295028"/>
                  <a:pt x="3413284" y="2550298"/>
                  <a:pt x="3413284" y="2824618"/>
                </a:cubicBezTo>
                <a:close/>
                <a:moveTo>
                  <a:pt x="1922621" y="2968446"/>
                </a:moveTo>
                <a:cubicBezTo>
                  <a:pt x="1974056" y="3019881"/>
                  <a:pt x="2041684" y="3047503"/>
                  <a:pt x="2114074" y="3047503"/>
                </a:cubicBezTo>
                <a:lnTo>
                  <a:pt x="2114074" y="3047503"/>
                </a:lnTo>
                <a:cubicBezTo>
                  <a:pt x="2186464" y="3047503"/>
                  <a:pt x="2255044" y="3018928"/>
                  <a:pt x="2305526" y="2967493"/>
                </a:cubicBezTo>
                <a:lnTo>
                  <a:pt x="2406491" y="2865576"/>
                </a:lnTo>
                <a:cubicBezTo>
                  <a:pt x="2385536" y="3041788"/>
                  <a:pt x="2235994" y="3178948"/>
                  <a:pt x="2054066" y="3178948"/>
                </a:cubicBezTo>
                <a:cubicBezTo>
                  <a:pt x="1858804" y="3178948"/>
                  <a:pt x="1699736" y="3019881"/>
                  <a:pt x="1699736" y="2824618"/>
                </a:cubicBezTo>
                <a:cubicBezTo>
                  <a:pt x="1699736" y="2635071"/>
                  <a:pt x="1848326" y="2480766"/>
                  <a:pt x="2035016" y="2470288"/>
                </a:cubicBezTo>
                <a:lnTo>
                  <a:pt x="1921669" y="2584588"/>
                </a:lnTo>
                <a:cubicBezTo>
                  <a:pt x="1816894" y="2690316"/>
                  <a:pt x="1817846" y="2862718"/>
                  <a:pt x="1922621" y="2968446"/>
                </a:cubicBezTo>
                <a:close/>
                <a:moveTo>
                  <a:pt x="1557814" y="2824618"/>
                </a:moveTo>
                <a:cubicBezTo>
                  <a:pt x="1557814" y="3098938"/>
                  <a:pt x="1780699" y="3321823"/>
                  <a:pt x="2055019" y="3321823"/>
                </a:cubicBezTo>
                <a:cubicBezTo>
                  <a:pt x="2329339" y="3321823"/>
                  <a:pt x="2552224" y="3098938"/>
                  <a:pt x="2552224" y="2824618"/>
                </a:cubicBezTo>
                <a:cubicBezTo>
                  <a:pt x="2552224" y="2792233"/>
                  <a:pt x="2549366" y="2759848"/>
                  <a:pt x="2542699" y="2729368"/>
                </a:cubicBezTo>
                <a:lnTo>
                  <a:pt x="2785586" y="2485528"/>
                </a:lnTo>
                <a:cubicBezTo>
                  <a:pt x="2833211" y="2588398"/>
                  <a:pt x="2860834" y="2703651"/>
                  <a:pt x="2860834" y="2824618"/>
                </a:cubicBezTo>
                <a:cubicBezTo>
                  <a:pt x="2860834" y="3269436"/>
                  <a:pt x="2498884" y="3631386"/>
                  <a:pt x="2054066" y="3631386"/>
                </a:cubicBezTo>
                <a:cubicBezTo>
                  <a:pt x="1609249" y="3631386"/>
                  <a:pt x="1247299" y="3269436"/>
                  <a:pt x="1247299" y="2824618"/>
                </a:cubicBezTo>
                <a:cubicBezTo>
                  <a:pt x="1247299" y="2379801"/>
                  <a:pt x="1609249" y="2017851"/>
                  <a:pt x="2054066" y="2017851"/>
                </a:cubicBezTo>
                <a:cubicBezTo>
                  <a:pt x="2179796" y="2017851"/>
                  <a:pt x="2298859" y="2047378"/>
                  <a:pt x="2405539" y="2098813"/>
                </a:cubicBezTo>
                <a:lnTo>
                  <a:pt x="2166461" y="2339796"/>
                </a:lnTo>
                <a:cubicBezTo>
                  <a:pt x="2131219" y="2331223"/>
                  <a:pt x="2094071" y="2327413"/>
                  <a:pt x="2055971" y="2327413"/>
                </a:cubicBezTo>
                <a:cubicBezTo>
                  <a:pt x="1781651" y="2327413"/>
                  <a:pt x="1557814" y="2550298"/>
                  <a:pt x="1557814" y="2824618"/>
                </a:cubicBezTo>
                <a:close/>
                <a:moveTo>
                  <a:pt x="2205514" y="2866528"/>
                </a:moveTo>
                <a:cubicBezTo>
                  <a:pt x="2181701" y="2891293"/>
                  <a:pt x="2149316" y="2904628"/>
                  <a:pt x="2115026" y="2904628"/>
                </a:cubicBezTo>
                <a:cubicBezTo>
                  <a:pt x="2115026" y="2904628"/>
                  <a:pt x="2115026" y="2904628"/>
                  <a:pt x="2115026" y="2904628"/>
                </a:cubicBezTo>
                <a:cubicBezTo>
                  <a:pt x="2080736" y="2904628"/>
                  <a:pt x="2048351" y="2891293"/>
                  <a:pt x="2024539" y="2867481"/>
                </a:cubicBezTo>
                <a:cubicBezTo>
                  <a:pt x="1975009" y="2817951"/>
                  <a:pt x="1974056" y="2736036"/>
                  <a:pt x="2024539" y="2686506"/>
                </a:cubicBezTo>
                <a:lnTo>
                  <a:pt x="4077176" y="625296"/>
                </a:lnTo>
                <a:cubicBezTo>
                  <a:pt x="4100989" y="600531"/>
                  <a:pt x="4133374" y="587196"/>
                  <a:pt x="4167664" y="587196"/>
                </a:cubicBezTo>
                <a:lnTo>
                  <a:pt x="4167664" y="587196"/>
                </a:lnTo>
                <a:cubicBezTo>
                  <a:pt x="4201954" y="587196"/>
                  <a:pt x="4234339" y="600531"/>
                  <a:pt x="4258151" y="624343"/>
                </a:cubicBezTo>
                <a:cubicBezTo>
                  <a:pt x="4307681" y="673873"/>
                  <a:pt x="4308634" y="755788"/>
                  <a:pt x="4258151" y="805318"/>
                </a:cubicBezTo>
                <a:lnTo>
                  <a:pt x="2205514" y="2866528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73" name="Graphic 33">
            <a:extLst>
              <a:ext uri="{FF2B5EF4-FFF2-40B4-BE49-F238E27FC236}">
                <a16:creationId xmlns:a16="http://schemas.microsoft.com/office/drawing/2014/main" id="{2AA31A73-8604-4F30-A898-B9A07EC63DAE}"/>
              </a:ext>
            </a:extLst>
          </p:cNvPr>
          <p:cNvGrpSpPr>
            <a:grpSpLocks noChangeAspect="1"/>
          </p:cNvGrpSpPr>
          <p:nvPr/>
        </p:nvGrpSpPr>
        <p:grpSpPr>
          <a:xfrm>
            <a:off x="3191129" y="5645399"/>
            <a:ext cx="521245" cy="502920"/>
            <a:chOff x="4114800" y="1533525"/>
            <a:chExt cx="4876800" cy="47053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D8F25A1-0352-4061-8A9D-DEA67E18E89B}"/>
                </a:ext>
              </a:extLst>
            </p:cNvPr>
            <p:cNvSpPr/>
            <p:nvPr/>
          </p:nvSpPr>
          <p:spPr>
            <a:xfrm>
              <a:off x="4107656" y="1526381"/>
              <a:ext cx="4514850" cy="3486150"/>
            </a:xfrm>
            <a:custGeom>
              <a:avLst/>
              <a:gdLst>
                <a:gd name="connsiteX0" fmla="*/ 78581 w 4514850"/>
                <a:gd name="connsiteY0" fmla="*/ 3481864 h 3486150"/>
                <a:gd name="connsiteX1" fmla="*/ 150019 w 4514850"/>
                <a:gd name="connsiteY1" fmla="*/ 3410426 h 3486150"/>
                <a:gd name="connsiteX2" fmla="*/ 150019 w 4514850"/>
                <a:gd name="connsiteY2" fmla="*/ 1330166 h 3486150"/>
                <a:gd name="connsiteX3" fmla="*/ 4370547 w 4514850"/>
                <a:gd name="connsiteY3" fmla="*/ 1330166 h 3486150"/>
                <a:gd name="connsiteX4" fmla="*/ 4370547 w 4514850"/>
                <a:gd name="connsiteY4" fmla="*/ 2115026 h 3486150"/>
                <a:gd name="connsiteX5" fmla="*/ 4441984 w 4514850"/>
                <a:gd name="connsiteY5" fmla="*/ 2186464 h 3486150"/>
                <a:gd name="connsiteX6" fmla="*/ 4513422 w 4514850"/>
                <a:gd name="connsiteY6" fmla="*/ 2115026 h 3486150"/>
                <a:gd name="connsiteX7" fmla="*/ 4513422 w 4514850"/>
                <a:gd name="connsiteY7" fmla="*/ 703421 h 3486150"/>
                <a:gd name="connsiteX8" fmla="*/ 4079081 w 4514850"/>
                <a:gd name="connsiteY8" fmla="*/ 269081 h 3486150"/>
                <a:gd name="connsiteX9" fmla="*/ 3891439 w 4514850"/>
                <a:gd name="connsiteY9" fmla="*/ 269081 h 3486150"/>
                <a:gd name="connsiteX10" fmla="*/ 3891439 w 4514850"/>
                <a:gd name="connsiteY10" fmla="*/ 180499 h 3486150"/>
                <a:gd name="connsiteX11" fmla="*/ 3718084 w 4514850"/>
                <a:gd name="connsiteY11" fmla="*/ 7144 h 3486150"/>
                <a:gd name="connsiteX12" fmla="*/ 3585686 w 4514850"/>
                <a:gd name="connsiteY12" fmla="*/ 7144 h 3486150"/>
                <a:gd name="connsiteX13" fmla="*/ 3412331 w 4514850"/>
                <a:gd name="connsiteY13" fmla="*/ 180499 h 3486150"/>
                <a:gd name="connsiteX14" fmla="*/ 3412331 w 4514850"/>
                <a:gd name="connsiteY14" fmla="*/ 269081 h 3486150"/>
                <a:gd name="connsiteX15" fmla="*/ 2938939 w 4514850"/>
                <a:gd name="connsiteY15" fmla="*/ 269081 h 3486150"/>
                <a:gd name="connsiteX16" fmla="*/ 2938939 w 4514850"/>
                <a:gd name="connsiteY16" fmla="*/ 180499 h 3486150"/>
                <a:gd name="connsiteX17" fmla="*/ 2765584 w 4514850"/>
                <a:gd name="connsiteY17" fmla="*/ 7144 h 3486150"/>
                <a:gd name="connsiteX18" fmla="*/ 2633186 w 4514850"/>
                <a:gd name="connsiteY18" fmla="*/ 7144 h 3486150"/>
                <a:gd name="connsiteX19" fmla="*/ 2459831 w 4514850"/>
                <a:gd name="connsiteY19" fmla="*/ 180499 h 3486150"/>
                <a:gd name="connsiteX20" fmla="*/ 2459831 w 4514850"/>
                <a:gd name="connsiteY20" fmla="*/ 269081 h 3486150"/>
                <a:gd name="connsiteX21" fmla="*/ 1986439 w 4514850"/>
                <a:gd name="connsiteY21" fmla="*/ 269081 h 3486150"/>
                <a:gd name="connsiteX22" fmla="*/ 1986439 w 4514850"/>
                <a:gd name="connsiteY22" fmla="*/ 180499 h 3486150"/>
                <a:gd name="connsiteX23" fmla="*/ 1813084 w 4514850"/>
                <a:gd name="connsiteY23" fmla="*/ 7144 h 3486150"/>
                <a:gd name="connsiteX24" fmla="*/ 1680686 w 4514850"/>
                <a:gd name="connsiteY24" fmla="*/ 7144 h 3486150"/>
                <a:gd name="connsiteX25" fmla="*/ 1507331 w 4514850"/>
                <a:gd name="connsiteY25" fmla="*/ 180499 h 3486150"/>
                <a:gd name="connsiteX26" fmla="*/ 1507331 w 4514850"/>
                <a:gd name="connsiteY26" fmla="*/ 269081 h 3486150"/>
                <a:gd name="connsiteX27" fmla="*/ 1033939 w 4514850"/>
                <a:gd name="connsiteY27" fmla="*/ 269081 h 3486150"/>
                <a:gd name="connsiteX28" fmla="*/ 1033939 w 4514850"/>
                <a:gd name="connsiteY28" fmla="*/ 180499 h 3486150"/>
                <a:gd name="connsiteX29" fmla="*/ 860584 w 4514850"/>
                <a:gd name="connsiteY29" fmla="*/ 7144 h 3486150"/>
                <a:gd name="connsiteX30" fmla="*/ 725329 w 4514850"/>
                <a:gd name="connsiteY30" fmla="*/ 7144 h 3486150"/>
                <a:gd name="connsiteX31" fmla="*/ 551974 w 4514850"/>
                <a:gd name="connsiteY31" fmla="*/ 180499 h 3486150"/>
                <a:gd name="connsiteX32" fmla="*/ 551974 w 4514850"/>
                <a:gd name="connsiteY32" fmla="*/ 269081 h 3486150"/>
                <a:gd name="connsiteX33" fmla="*/ 441484 w 4514850"/>
                <a:gd name="connsiteY33" fmla="*/ 269081 h 3486150"/>
                <a:gd name="connsiteX34" fmla="*/ 7144 w 4514850"/>
                <a:gd name="connsiteY34" fmla="*/ 703421 h 3486150"/>
                <a:gd name="connsiteX35" fmla="*/ 7144 w 4514850"/>
                <a:gd name="connsiteY35" fmla="*/ 3410426 h 3486150"/>
                <a:gd name="connsiteX36" fmla="*/ 78581 w 4514850"/>
                <a:gd name="connsiteY36" fmla="*/ 3481864 h 3486150"/>
                <a:gd name="connsiteX37" fmla="*/ 3555206 w 4514850"/>
                <a:gd name="connsiteY37" fmla="*/ 180499 h 3486150"/>
                <a:gd name="connsiteX38" fmla="*/ 3585686 w 4514850"/>
                <a:gd name="connsiteY38" fmla="*/ 150019 h 3486150"/>
                <a:gd name="connsiteX39" fmla="*/ 3718084 w 4514850"/>
                <a:gd name="connsiteY39" fmla="*/ 150019 h 3486150"/>
                <a:gd name="connsiteX40" fmla="*/ 3748564 w 4514850"/>
                <a:gd name="connsiteY40" fmla="*/ 180499 h 3486150"/>
                <a:gd name="connsiteX41" fmla="*/ 3748564 w 4514850"/>
                <a:gd name="connsiteY41" fmla="*/ 527209 h 3486150"/>
                <a:gd name="connsiteX42" fmla="*/ 3718084 w 4514850"/>
                <a:gd name="connsiteY42" fmla="*/ 557689 h 3486150"/>
                <a:gd name="connsiteX43" fmla="*/ 3585686 w 4514850"/>
                <a:gd name="connsiteY43" fmla="*/ 557689 h 3486150"/>
                <a:gd name="connsiteX44" fmla="*/ 3555206 w 4514850"/>
                <a:gd name="connsiteY44" fmla="*/ 527209 h 3486150"/>
                <a:gd name="connsiteX45" fmla="*/ 3555206 w 4514850"/>
                <a:gd name="connsiteY45" fmla="*/ 180499 h 3486150"/>
                <a:gd name="connsiteX46" fmla="*/ 2601754 w 4514850"/>
                <a:gd name="connsiteY46" fmla="*/ 180499 h 3486150"/>
                <a:gd name="connsiteX47" fmla="*/ 2632234 w 4514850"/>
                <a:gd name="connsiteY47" fmla="*/ 150019 h 3486150"/>
                <a:gd name="connsiteX48" fmla="*/ 2764631 w 4514850"/>
                <a:gd name="connsiteY48" fmla="*/ 150019 h 3486150"/>
                <a:gd name="connsiteX49" fmla="*/ 2795111 w 4514850"/>
                <a:gd name="connsiteY49" fmla="*/ 180499 h 3486150"/>
                <a:gd name="connsiteX50" fmla="*/ 2795111 w 4514850"/>
                <a:gd name="connsiteY50" fmla="*/ 527209 h 3486150"/>
                <a:gd name="connsiteX51" fmla="*/ 2764631 w 4514850"/>
                <a:gd name="connsiteY51" fmla="*/ 557689 h 3486150"/>
                <a:gd name="connsiteX52" fmla="*/ 2632234 w 4514850"/>
                <a:gd name="connsiteY52" fmla="*/ 557689 h 3486150"/>
                <a:gd name="connsiteX53" fmla="*/ 2601754 w 4514850"/>
                <a:gd name="connsiteY53" fmla="*/ 527209 h 3486150"/>
                <a:gd name="connsiteX54" fmla="*/ 2601754 w 4514850"/>
                <a:gd name="connsiteY54" fmla="*/ 180499 h 3486150"/>
                <a:gd name="connsiteX55" fmla="*/ 1648301 w 4514850"/>
                <a:gd name="connsiteY55" fmla="*/ 180499 h 3486150"/>
                <a:gd name="connsiteX56" fmla="*/ 1678781 w 4514850"/>
                <a:gd name="connsiteY56" fmla="*/ 150019 h 3486150"/>
                <a:gd name="connsiteX57" fmla="*/ 1811179 w 4514850"/>
                <a:gd name="connsiteY57" fmla="*/ 150019 h 3486150"/>
                <a:gd name="connsiteX58" fmla="*/ 1841659 w 4514850"/>
                <a:gd name="connsiteY58" fmla="*/ 180499 h 3486150"/>
                <a:gd name="connsiteX59" fmla="*/ 1841659 w 4514850"/>
                <a:gd name="connsiteY59" fmla="*/ 527209 h 3486150"/>
                <a:gd name="connsiteX60" fmla="*/ 1811179 w 4514850"/>
                <a:gd name="connsiteY60" fmla="*/ 557689 h 3486150"/>
                <a:gd name="connsiteX61" fmla="*/ 1678781 w 4514850"/>
                <a:gd name="connsiteY61" fmla="*/ 557689 h 3486150"/>
                <a:gd name="connsiteX62" fmla="*/ 1648301 w 4514850"/>
                <a:gd name="connsiteY62" fmla="*/ 527209 h 3486150"/>
                <a:gd name="connsiteX63" fmla="*/ 1648301 w 4514850"/>
                <a:gd name="connsiteY63" fmla="*/ 180499 h 3486150"/>
                <a:gd name="connsiteX64" fmla="*/ 694849 w 4514850"/>
                <a:gd name="connsiteY64" fmla="*/ 180499 h 3486150"/>
                <a:gd name="connsiteX65" fmla="*/ 725329 w 4514850"/>
                <a:gd name="connsiteY65" fmla="*/ 150019 h 3486150"/>
                <a:gd name="connsiteX66" fmla="*/ 857726 w 4514850"/>
                <a:gd name="connsiteY66" fmla="*/ 150019 h 3486150"/>
                <a:gd name="connsiteX67" fmla="*/ 888206 w 4514850"/>
                <a:gd name="connsiteY67" fmla="*/ 180499 h 3486150"/>
                <a:gd name="connsiteX68" fmla="*/ 888206 w 4514850"/>
                <a:gd name="connsiteY68" fmla="*/ 527209 h 3486150"/>
                <a:gd name="connsiteX69" fmla="*/ 857726 w 4514850"/>
                <a:gd name="connsiteY69" fmla="*/ 557689 h 3486150"/>
                <a:gd name="connsiteX70" fmla="*/ 725329 w 4514850"/>
                <a:gd name="connsiteY70" fmla="*/ 557689 h 3486150"/>
                <a:gd name="connsiteX71" fmla="*/ 694849 w 4514850"/>
                <a:gd name="connsiteY71" fmla="*/ 527209 h 3486150"/>
                <a:gd name="connsiteX72" fmla="*/ 694849 w 4514850"/>
                <a:gd name="connsiteY72" fmla="*/ 180499 h 3486150"/>
                <a:gd name="connsiteX73" fmla="*/ 441484 w 4514850"/>
                <a:gd name="connsiteY73" fmla="*/ 411956 h 3486150"/>
                <a:gd name="connsiteX74" fmla="*/ 551974 w 4514850"/>
                <a:gd name="connsiteY74" fmla="*/ 411956 h 3486150"/>
                <a:gd name="connsiteX75" fmla="*/ 551974 w 4514850"/>
                <a:gd name="connsiteY75" fmla="*/ 527209 h 3486150"/>
                <a:gd name="connsiteX76" fmla="*/ 725329 w 4514850"/>
                <a:gd name="connsiteY76" fmla="*/ 700564 h 3486150"/>
                <a:gd name="connsiteX77" fmla="*/ 857726 w 4514850"/>
                <a:gd name="connsiteY77" fmla="*/ 700564 h 3486150"/>
                <a:gd name="connsiteX78" fmla="*/ 1031081 w 4514850"/>
                <a:gd name="connsiteY78" fmla="*/ 527209 h 3486150"/>
                <a:gd name="connsiteX79" fmla="*/ 1031081 w 4514850"/>
                <a:gd name="connsiteY79" fmla="*/ 411956 h 3486150"/>
                <a:gd name="connsiteX80" fmla="*/ 1504474 w 4514850"/>
                <a:gd name="connsiteY80" fmla="*/ 411956 h 3486150"/>
                <a:gd name="connsiteX81" fmla="*/ 1504474 w 4514850"/>
                <a:gd name="connsiteY81" fmla="*/ 527209 h 3486150"/>
                <a:gd name="connsiteX82" fmla="*/ 1677829 w 4514850"/>
                <a:gd name="connsiteY82" fmla="*/ 700564 h 3486150"/>
                <a:gd name="connsiteX83" fmla="*/ 1810226 w 4514850"/>
                <a:gd name="connsiteY83" fmla="*/ 700564 h 3486150"/>
                <a:gd name="connsiteX84" fmla="*/ 1983581 w 4514850"/>
                <a:gd name="connsiteY84" fmla="*/ 527209 h 3486150"/>
                <a:gd name="connsiteX85" fmla="*/ 1983581 w 4514850"/>
                <a:gd name="connsiteY85" fmla="*/ 411956 h 3486150"/>
                <a:gd name="connsiteX86" fmla="*/ 2456974 w 4514850"/>
                <a:gd name="connsiteY86" fmla="*/ 411956 h 3486150"/>
                <a:gd name="connsiteX87" fmla="*/ 2456974 w 4514850"/>
                <a:gd name="connsiteY87" fmla="*/ 527209 h 3486150"/>
                <a:gd name="connsiteX88" fmla="*/ 2630329 w 4514850"/>
                <a:gd name="connsiteY88" fmla="*/ 700564 h 3486150"/>
                <a:gd name="connsiteX89" fmla="*/ 2762726 w 4514850"/>
                <a:gd name="connsiteY89" fmla="*/ 700564 h 3486150"/>
                <a:gd name="connsiteX90" fmla="*/ 2936081 w 4514850"/>
                <a:gd name="connsiteY90" fmla="*/ 527209 h 3486150"/>
                <a:gd name="connsiteX91" fmla="*/ 2936081 w 4514850"/>
                <a:gd name="connsiteY91" fmla="*/ 411956 h 3486150"/>
                <a:gd name="connsiteX92" fmla="*/ 3409474 w 4514850"/>
                <a:gd name="connsiteY92" fmla="*/ 411956 h 3486150"/>
                <a:gd name="connsiteX93" fmla="*/ 3409474 w 4514850"/>
                <a:gd name="connsiteY93" fmla="*/ 527209 h 3486150"/>
                <a:gd name="connsiteX94" fmla="*/ 3582829 w 4514850"/>
                <a:gd name="connsiteY94" fmla="*/ 700564 h 3486150"/>
                <a:gd name="connsiteX95" fmla="*/ 3715226 w 4514850"/>
                <a:gd name="connsiteY95" fmla="*/ 700564 h 3486150"/>
                <a:gd name="connsiteX96" fmla="*/ 3888581 w 4514850"/>
                <a:gd name="connsiteY96" fmla="*/ 527209 h 3486150"/>
                <a:gd name="connsiteX97" fmla="*/ 3888581 w 4514850"/>
                <a:gd name="connsiteY97" fmla="*/ 411956 h 3486150"/>
                <a:gd name="connsiteX98" fmla="*/ 4076224 w 4514850"/>
                <a:gd name="connsiteY98" fmla="*/ 411956 h 3486150"/>
                <a:gd name="connsiteX99" fmla="*/ 4367689 w 4514850"/>
                <a:gd name="connsiteY99" fmla="*/ 703421 h 3486150"/>
                <a:gd name="connsiteX100" fmla="*/ 4367689 w 4514850"/>
                <a:gd name="connsiteY100" fmla="*/ 1187291 h 3486150"/>
                <a:gd name="connsiteX101" fmla="*/ 150019 w 4514850"/>
                <a:gd name="connsiteY101" fmla="*/ 1187291 h 3486150"/>
                <a:gd name="connsiteX102" fmla="*/ 150019 w 4514850"/>
                <a:gd name="connsiteY102" fmla="*/ 703421 h 3486150"/>
                <a:gd name="connsiteX103" fmla="*/ 441484 w 4514850"/>
                <a:gd name="connsiteY103" fmla="*/ 411956 h 34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4514850" h="3486150">
                  <a:moveTo>
                    <a:pt x="78581" y="3481864"/>
                  </a:moveTo>
                  <a:cubicBezTo>
                    <a:pt x="117634" y="3481864"/>
                    <a:pt x="150019" y="3449479"/>
                    <a:pt x="150019" y="3410426"/>
                  </a:cubicBezTo>
                  <a:lnTo>
                    <a:pt x="150019" y="1330166"/>
                  </a:lnTo>
                  <a:lnTo>
                    <a:pt x="4370547" y="1330166"/>
                  </a:lnTo>
                  <a:lnTo>
                    <a:pt x="4370547" y="2115026"/>
                  </a:lnTo>
                  <a:cubicBezTo>
                    <a:pt x="4370547" y="2154079"/>
                    <a:pt x="4402931" y="2186464"/>
                    <a:pt x="4441984" y="2186464"/>
                  </a:cubicBezTo>
                  <a:cubicBezTo>
                    <a:pt x="4481037" y="2186464"/>
                    <a:pt x="4513422" y="2154079"/>
                    <a:pt x="4513422" y="2115026"/>
                  </a:cubicBezTo>
                  <a:lnTo>
                    <a:pt x="4513422" y="703421"/>
                  </a:lnTo>
                  <a:cubicBezTo>
                    <a:pt x="4513422" y="464344"/>
                    <a:pt x="4318159" y="269081"/>
                    <a:pt x="4079081" y="269081"/>
                  </a:cubicBezTo>
                  <a:lnTo>
                    <a:pt x="3891439" y="269081"/>
                  </a:lnTo>
                  <a:lnTo>
                    <a:pt x="3891439" y="180499"/>
                  </a:lnTo>
                  <a:cubicBezTo>
                    <a:pt x="3891439" y="85249"/>
                    <a:pt x="3813334" y="7144"/>
                    <a:pt x="3718084" y="7144"/>
                  </a:cubicBezTo>
                  <a:lnTo>
                    <a:pt x="3585686" y="7144"/>
                  </a:lnTo>
                  <a:cubicBezTo>
                    <a:pt x="3490436" y="7144"/>
                    <a:pt x="3412331" y="85249"/>
                    <a:pt x="3412331" y="180499"/>
                  </a:cubicBezTo>
                  <a:lnTo>
                    <a:pt x="3412331" y="269081"/>
                  </a:lnTo>
                  <a:lnTo>
                    <a:pt x="2938939" y="269081"/>
                  </a:lnTo>
                  <a:lnTo>
                    <a:pt x="2938939" y="180499"/>
                  </a:lnTo>
                  <a:cubicBezTo>
                    <a:pt x="2938939" y="85249"/>
                    <a:pt x="2860834" y="7144"/>
                    <a:pt x="2765584" y="7144"/>
                  </a:cubicBezTo>
                  <a:lnTo>
                    <a:pt x="2633186" y="7144"/>
                  </a:lnTo>
                  <a:cubicBezTo>
                    <a:pt x="2537936" y="7144"/>
                    <a:pt x="2459831" y="85249"/>
                    <a:pt x="2459831" y="180499"/>
                  </a:cubicBezTo>
                  <a:lnTo>
                    <a:pt x="2459831" y="269081"/>
                  </a:lnTo>
                  <a:lnTo>
                    <a:pt x="1986439" y="269081"/>
                  </a:lnTo>
                  <a:lnTo>
                    <a:pt x="1986439" y="180499"/>
                  </a:lnTo>
                  <a:cubicBezTo>
                    <a:pt x="1986439" y="85249"/>
                    <a:pt x="1908334" y="7144"/>
                    <a:pt x="1813084" y="7144"/>
                  </a:cubicBezTo>
                  <a:lnTo>
                    <a:pt x="1680686" y="7144"/>
                  </a:lnTo>
                  <a:cubicBezTo>
                    <a:pt x="1585436" y="7144"/>
                    <a:pt x="1507331" y="85249"/>
                    <a:pt x="1507331" y="180499"/>
                  </a:cubicBezTo>
                  <a:lnTo>
                    <a:pt x="1507331" y="269081"/>
                  </a:lnTo>
                  <a:lnTo>
                    <a:pt x="1033939" y="269081"/>
                  </a:lnTo>
                  <a:lnTo>
                    <a:pt x="1033939" y="180499"/>
                  </a:lnTo>
                  <a:cubicBezTo>
                    <a:pt x="1033939" y="85249"/>
                    <a:pt x="955834" y="7144"/>
                    <a:pt x="860584" y="7144"/>
                  </a:cubicBezTo>
                  <a:lnTo>
                    <a:pt x="725329" y="7144"/>
                  </a:lnTo>
                  <a:cubicBezTo>
                    <a:pt x="630079" y="7144"/>
                    <a:pt x="551974" y="85249"/>
                    <a:pt x="551974" y="180499"/>
                  </a:cubicBezTo>
                  <a:lnTo>
                    <a:pt x="551974" y="269081"/>
                  </a:lnTo>
                  <a:lnTo>
                    <a:pt x="441484" y="269081"/>
                  </a:lnTo>
                  <a:cubicBezTo>
                    <a:pt x="202406" y="269081"/>
                    <a:pt x="7144" y="464344"/>
                    <a:pt x="7144" y="703421"/>
                  </a:cubicBezTo>
                  <a:lnTo>
                    <a:pt x="7144" y="3410426"/>
                  </a:lnTo>
                  <a:cubicBezTo>
                    <a:pt x="7144" y="3450431"/>
                    <a:pt x="39529" y="3481864"/>
                    <a:pt x="78581" y="3481864"/>
                  </a:cubicBezTo>
                  <a:close/>
                  <a:moveTo>
                    <a:pt x="3555206" y="180499"/>
                  </a:moveTo>
                  <a:cubicBezTo>
                    <a:pt x="3555206" y="163354"/>
                    <a:pt x="3568541" y="150019"/>
                    <a:pt x="3585686" y="150019"/>
                  </a:cubicBezTo>
                  <a:lnTo>
                    <a:pt x="3718084" y="150019"/>
                  </a:lnTo>
                  <a:cubicBezTo>
                    <a:pt x="3735229" y="150019"/>
                    <a:pt x="3748564" y="163354"/>
                    <a:pt x="3748564" y="180499"/>
                  </a:cubicBezTo>
                  <a:lnTo>
                    <a:pt x="3748564" y="527209"/>
                  </a:lnTo>
                  <a:cubicBezTo>
                    <a:pt x="3748564" y="544354"/>
                    <a:pt x="3735229" y="557689"/>
                    <a:pt x="3718084" y="557689"/>
                  </a:cubicBezTo>
                  <a:lnTo>
                    <a:pt x="3585686" y="557689"/>
                  </a:lnTo>
                  <a:cubicBezTo>
                    <a:pt x="3568541" y="557689"/>
                    <a:pt x="3555206" y="544354"/>
                    <a:pt x="3555206" y="527209"/>
                  </a:cubicBezTo>
                  <a:lnTo>
                    <a:pt x="3555206" y="180499"/>
                  </a:lnTo>
                  <a:close/>
                  <a:moveTo>
                    <a:pt x="2601754" y="180499"/>
                  </a:moveTo>
                  <a:cubicBezTo>
                    <a:pt x="2601754" y="163354"/>
                    <a:pt x="2615089" y="150019"/>
                    <a:pt x="2632234" y="150019"/>
                  </a:cubicBezTo>
                  <a:lnTo>
                    <a:pt x="2764631" y="150019"/>
                  </a:lnTo>
                  <a:cubicBezTo>
                    <a:pt x="2781776" y="150019"/>
                    <a:pt x="2795111" y="163354"/>
                    <a:pt x="2795111" y="180499"/>
                  </a:cubicBezTo>
                  <a:lnTo>
                    <a:pt x="2795111" y="527209"/>
                  </a:lnTo>
                  <a:cubicBezTo>
                    <a:pt x="2795111" y="544354"/>
                    <a:pt x="2781776" y="557689"/>
                    <a:pt x="2764631" y="557689"/>
                  </a:cubicBezTo>
                  <a:lnTo>
                    <a:pt x="2632234" y="557689"/>
                  </a:lnTo>
                  <a:cubicBezTo>
                    <a:pt x="2615089" y="557689"/>
                    <a:pt x="2601754" y="544354"/>
                    <a:pt x="2601754" y="527209"/>
                  </a:cubicBezTo>
                  <a:lnTo>
                    <a:pt x="2601754" y="180499"/>
                  </a:lnTo>
                  <a:close/>
                  <a:moveTo>
                    <a:pt x="1648301" y="180499"/>
                  </a:moveTo>
                  <a:cubicBezTo>
                    <a:pt x="1648301" y="163354"/>
                    <a:pt x="1661636" y="150019"/>
                    <a:pt x="1678781" y="150019"/>
                  </a:cubicBezTo>
                  <a:lnTo>
                    <a:pt x="1811179" y="150019"/>
                  </a:lnTo>
                  <a:cubicBezTo>
                    <a:pt x="1828324" y="150019"/>
                    <a:pt x="1841659" y="163354"/>
                    <a:pt x="1841659" y="180499"/>
                  </a:cubicBezTo>
                  <a:lnTo>
                    <a:pt x="1841659" y="527209"/>
                  </a:lnTo>
                  <a:cubicBezTo>
                    <a:pt x="1841659" y="544354"/>
                    <a:pt x="1828324" y="557689"/>
                    <a:pt x="1811179" y="557689"/>
                  </a:cubicBezTo>
                  <a:lnTo>
                    <a:pt x="1678781" y="557689"/>
                  </a:lnTo>
                  <a:cubicBezTo>
                    <a:pt x="1661636" y="557689"/>
                    <a:pt x="1648301" y="544354"/>
                    <a:pt x="1648301" y="527209"/>
                  </a:cubicBezTo>
                  <a:lnTo>
                    <a:pt x="1648301" y="180499"/>
                  </a:lnTo>
                  <a:close/>
                  <a:moveTo>
                    <a:pt x="694849" y="180499"/>
                  </a:moveTo>
                  <a:cubicBezTo>
                    <a:pt x="694849" y="163354"/>
                    <a:pt x="708184" y="150019"/>
                    <a:pt x="725329" y="150019"/>
                  </a:cubicBezTo>
                  <a:lnTo>
                    <a:pt x="857726" y="150019"/>
                  </a:lnTo>
                  <a:cubicBezTo>
                    <a:pt x="874871" y="150019"/>
                    <a:pt x="888206" y="163354"/>
                    <a:pt x="888206" y="180499"/>
                  </a:cubicBezTo>
                  <a:lnTo>
                    <a:pt x="888206" y="527209"/>
                  </a:lnTo>
                  <a:cubicBezTo>
                    <a:pt x="888206" y="544354"/>
                    <a:pt x="874871" y="557689"/>
                    <a:pt x="857726" y="557689"/>
                  </a:cubicBezTo>
                  <a:lnTo>
                    <a:pt x="725329" y="557689"/>
                  </a:lnTo>
                  <a:cubicBezTo>
                    <a:pt x="708184" y="557689"/>
                    <a:pt x="694849" y="544354"/>
                    <a:pt x="694849" y="527209"/>
                  </a:cubicBezTo>
                  <a:lnTo>
                    <a:pt x="694849" y="180499"/>
                  </a:lnTo>
                  <a:close/>
                  <a:moveTo>
                    <a:pt x="441484" y="411956"/>
                  </a:moveTo>
                  <a:lnTo>
                    <a:pt x="551974" y="411956"/>
                  </a:lnTo>
                  <a:lnTo>
                    <a:pt x="551974" y="527209"/>
                  </a:lnTo>
                  <a:cubicBezTo>
                    <a:pt x="551974" y="622459"/>
                    <a:pt x="630079" y="700564"/>
                    <a:pt x="725329" y="700564"/>
                  </a:cubicBezTo>
                  <a:lnTo>
                    <a:pt x="857726" y="700564"/>
                  </a:lnTo>
                  <a:cubicBezTo>
                    <a:pt x="952976" y="700564"/>
                    <a:pt x="1031081" y="622459"/>
                    <a:pt x="1031081" y="527209"/>
                  </a:cubicBezTo>
                  <a:lnTo>
                    <a:pt x="1031081" y="411956"/>
                  </a:lnTo>
                  <a:lnTo>
                    <a:pt x="1504474" y="411956"/>
                  </a:lnTo>
                  <a:lnTo>
                    <a:pt x="1504474" y="527209"/>
                  </a:lnTo>
                  <a:cubicBezTo>
                    <a:pt x="1504474" y="622459"/>
                    <a:pt x="1582579" y="700564"/>
                    <a:pt x="1677829" y="700564"/>
                  </a:cubicBezTo>
                  <a:lnTo>
                    <a:pt x="1810226" y="700564"/>
                  </a:lnTo>
                  <a:cubicBezTo>
                    <a:pt x="1905476" y="700564"/>
                    <a:pt x="1983581" y="622459"/>
                    <a:pt x="1983581" y="527209"/>
                  </a:cubicBezTo>
                  <a:lnTo>
                    <a:pt x="1983581" y="411956"/>
                  </a:lnTo>
                  <a:lnTo>
                    <a:pt x="2456974" y="411956"/>
                  </a:lnTo>
                  <a:lnTo>
                    <a:pt x="2456974" y="527209"/>
                  </a:lnTo>
                  <a:cubicBezTo>
                    <a:pt x="2456974" y="622459"/>
                    <a:pt x="2535079" y="700564"/>
                    <a:pt x="2630329" y="700564"/>
                  </a:cubicBezTo>
                  <a:lnTo>
                    <a:pt x="2762726" y="700564"/>
                  </a:lnTo>
                  <a:cubicBezTo>
                    <a:pt x="2857976" y="700564"/>
                    <a:pt x="2936081" y="622459"/>
                    <a:pt x="2936081" y="527209"/>
                  </a:cubicBezTo>
                  <a:lnTo>
                    <a:pt x="2936081" y="411956"/>
                  </a:lnTo>
                  <a:lnTo>
                    <a:pt x="3409474" y="411956"/>
                  </a:lnTo>
                  <a:lnTo>
                    <a:pt x="3409474" y="527209"/>
                  </a:lnTo>
                  <a:cubicBezTo>
                    <a:pt x="3409474" y="622459"/>
                    <a:pt x="3487579" y="700564"/>
                    <a:pt x="3582829" y="700564"/>
                  </a:cubicBezTo>
                  <a:lnTo>
                    <a:pt x="3715226" y="700564"/>
                  </a:lnTo>
                  <a:cubicBezTo>
                    <a:pt x="3810476" y="700564"/>
                    <a:pt x="3888581" y="622459"/>
                    <a:pt x="3888581" y="527209"/>
                  </a:cubicBezTo>
                  <a:lnTo>
                    <a:pt x="3888581" y="411956"/>
                  </a:lnTo>
                  <a:lnTo>
                    <a:pt x="4076224" y="411956"/>
                  </a:lnTo>
                  <a:cubicBezTo>
                    <a:pt x="4237197" y="411956"/>
                    <a:pt x="4367689" y="542449"/>
                    <a:pt x="4367689" y="703421"/>
                  </a:cubicBezTo>
                  <a:lnTo>
                    <a:pt x="4367689" y="1187291"/>
                  </a:lnTo>
                  <a:lnTo>
                    <a:pt x="150019" y="1187291"/>
                  </a:lnTo>
                  <a:lnTo>
                    <a:pt x="150019" y="703421"/>
                  </a:lnTo>
                  <a:cubicBezTo>
                    <a:pt x="150019" y="542449"/>
                    <a:pt x="280511" y="411956"/>
                    <a:pt x="441484" y="411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FD1A66E-51AB-4291-8242-EFF6CE74C0A9}"/>
                </a:ext>
              </a:extLst>
            </p:cNvPr>
            <p:cNvSpPr/>
            <p:nvPr/>
          </p:nvSpPr>
          <p:spPr>
            <a:xfrm>
              <a:off x="4107656" y="5183981"/>
              <a:ext cx="885825" cy="638175"/>
            </a:xfrm>
            <a:custGeom>
              <a:avLst/>
              <a:gdLst>
                <a:gd name="connsiteX0" fmla="*/ 815816 w 885825"/>
                <a:gd name="connsiteY0" fmla="*/ 489109 h 638175"/>
                <a:gd name="connsiteX1" fmla="*/ 192881 w 885825"/>
                <a:gd name="connsiteY1" fmla="*/ 489109 h 638175"/>
                <a:gd name="connsiteX2" fmla="*/ 150019 w 885825"/>
                <a:gd name="connsiteY2" fmla="*/ 446246 h 638175"/>
                <a:gd name="connsiteX3" fmla="*/ 150019 w 885825"/>
                <a:gd name="connsiteY3" fmla="*/ 78581 h 638175"/>
                <a:gd name="connsiteX4" fmla="*/ 78581 w 885825"/>
                <a:gd name="connsiteY4" fmla="*/ 7144 h 638175"/>
                <a:gd name="connsiteX5" fmla="*/ 7144 w 885825"/>
                <a:gd name="connsiteY5" fmla="*/ 78581 h 638175"/>
                <a:gd name="connsiteX6" fmla="*/ 7144 w 885825"/>
                <a:gd name="connsiteY6" fmla="*/ 446246 h 638175"/>
                <a:gd name="connsiteX7" fmla="*/ 192881 w 885825"/>
                <a:gd name="connsiteY7" fmla="*/ 631984 h 638175"/>
                <a:gd name="connsiteX8" fmla="*/ 815816 w 885825"/>
                <a:gd name="connsiteY8" fmla="*/ 631984 h 638175"/>
                <a:gd name="connsiteX9" fmla="*/ 887254 w 885825"/>
                <a:gd name="connsiteY9" fmla="*/ 560546 h 638175"/>
                <a:gd name="connsiteX10" fmla="*/ 815816 w 885825"/>
                <a:gd name="connsiteY10" fmla="*/ 489109 h 63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5825" h="638175">
                  <a:moveTo>
                    <a:pt x="815816" y="489109"/>
                  </a:moveTo>
                  <a:lnTo>
                    <a:pt x="192881" y="489109"/>
                  </a:lnTo>
                  <a:cubicBezTo>
                    <a:pt x="169069" y="489109"/>
                    <a:pt x="150019" y="470059"/>
                    <a:pt x="150019" y="446246"/>
                  </a:cubicBezTo>
                  <a:lnTo>
                    <a:pt x="150019" y="78581"/>
                  </a:lnTo>
                  <a:cubicBezTo>
                    <a:pt x="150019" y="39529"/>
                    <a:pt x="117634" y="7144"/>
                    <a:pt x="78581" y="7144"/>
                  </a:cubicBezTo>
                  <a:cubicBezTo>
                    <a:pt x="39529" y="7144"/>
                    <a:pt x="7144" y="39529"/>
                    <a:pt x="7144" y="78581"/>
                  </a:cubicBezTo>
                  <a:lnTo>
                    <a:pt x="7144" y="446246"/>
                  </a:lnTo>
                  <a:cubicBezTo>
                    <a:pt x="7144" y="549116"/>
                    <a:pt x="90964" y="631984"/>
                    <a:pt x="192881" y="631984"/>
                  </a:cubicBezTo>
                  <a:lnTo>
                    <a:pt x="815816" y="631984"/>
                  </a:lnTo>
                  <a:cubicBezTo>
                    <a:pt x="854869" y="631984"/>
                    <a:pt x="887254" y="599599"/>
                    <a:pt x="887254" y="560546"/>
                  </a:cubicBezTo>
                  <a:cubicBezTo>
                    <a:pt x="887254" y="520541"/>
                    <a:pt x="855821" y="489109"/>
                    <a:pt x="815816" y="4891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8E1FC7DD-0343-4295-926B-85D68239C8B1}"/>
                </a:ext>
              </a:extLst>
            </p:cNvPr>
            <p:cNvSpPr/>
            <p:nvPr/>
          </p:nvSpPr>
          <p:spPr>
            <a:xfrm>
              <a:off x="4594384" y="3058001"/>
              <a:ext cx="400050" cy="152400"/>
            </a:xfrm>
            <a:custGeom>
              <a:avLst/>
              <a:gdLst>
                <a:gd name="connsiteX0" fmla="*/ 327184 w 400050"/>
                <a:gd name="connsiteY0" fmla="*/ 7144 h 152400"/>
                <a:gd name="connsiteX1" fmla="*/ 78581 w 400050"/>
                <a:gd name="connsiteY1" fmla="*/ 7144 h 152400"/>
                <a:gd name="connsiteX2" fmla="*/ 7144 w 400050"/>
                <a:gd name="connsiteY2" fmla="*/ 78581 h 152400"/>
                <a:gd name="connsiteX3" fmla="*/ 78581 w 400050"/>
                <a:gd name="connsiteY3" fmla="*/ 150019 h 152400"/>
                <a:gd name="connsiteX4" fmla="*/ 327184 w 400050"/>
                <a:gd name="connsiteY4" fmla="*/ 150019 h 152400"/>
                <a:gd name="connsiteX5" fmla="*/ 398621 w 400050"/>
                <a:gd name="connsiteY5" fmla="*/ 78581 h 152400"/>
                <a:gd name="connsiteX6" fmla="*/ 327184 w 400050"/>
                <a:gd name="connsiteY6" fmla="*/ 714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0050" h="152400">
                  <a:moveTo>
                    <a:pt x="327184" y="7144"/>
                  </a:moveTo>
                  <a:lnTo>
                    <a:pt x="78581" y="7144"/>
                  </a:lnTo>
                  <a:cubicBezTo>
                    <a:pt x="39529" y="7144"/>
                    <a:pt x="7144" y="39529"/>
                    <a:pt x="7144" y="78581"/>
                  </a:cubicBezTo>
                  <a:cubicBezTo>
                    <a:pt x="7144" y="117634"/>
                    <a:pt x="39529" y="150019"/>
                    <a:pt x="78581" y="150019"/>
                  </a:cubicBezTo>
                  <a:lnTo>
                    <a:pt x="327184" y="150019"/>
                  </a:lnTo>
                  <a:cubicBezTo>
                    <a:pt x="366236" y="150019"/>
                    <a:pt x="398621" y="117634"/>
                    <a:pt x="398621" y="78581"/>
                  </a:cubicBezTo>
                  <a:cubicBezTo>
                    <a:pt x="398621" y="38576"/>
                    <a:pt x="366236" y="7144"/>
                    <a:pt x="32718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F24CFCBF-C79A-4779-A038-A58D12F41F87}"/>
                </a:ext>
              </a:extLst>
            </p:cNvPr>
            <p:cNvSpPr/>
            <p:nvPr/>
          </p:nvSpPr>
          <p:spPr>
            <a:xfrm>
              <a:off x="5357336" y="3058001"/>
              <a:ext cx="400050" cy="152400"/>
            </a:xfrm>
            <a:custGeom>
              <a:avLst/>
              <a:gdLst>
                <a:gd name="connsiteX0" fmla="*/ 78581 w 400050"/>
                <a:gd name="connsiteY0" fmla="*/ 150019 h 152400"/>
                <a:gd name="connsiteX1" fmla="*/ 327184 w 400050"/>
                <a:gd name="connsiteY1" fmla="*/ 150019 h 152400"/>
                <a:gd name="connsiteX2" fmla="*/ 398621 w 400050"/>
                <a:gd name="connsiteY2" fmla="*/ 78581 h 152400"/>
                <a:gd name="connsiteX3" fmla="*/ 327184 w 400050"/>
                <a:gd name="connsiteY3" fmla="*/ 7144 h 152400"/>
                <a:gd name="connsiteX4" fmla="*/ 78581 w 400050"/>
                <a:gd name="connsiteY4" fmla="*/ 7144 h 152400"/>
                <a:gd name="connsiteX5" fmla="*/ 7144 w 400050"/>
                <a:gd name="connsiteY5" fmla="*/ 78581 h 152400"/>
                <a:gd name="connsiteX6" fmla="*/ 78581 w 400050"/>
                <a:gd name="connsiteY6" fmla="*/ 150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0050" h="152400">
                  <a:moveTo>
                    <a:pt x="78581" y="150019"/>
                  </a:moveTo>
                  <a:lnTo>
                    <a:pt x="327184" y="150019"/>
                  </a:lnTo>
                  <a:cubicBezTo>
                    <a:pt x="366236" y="150019"/>
                    <a:pt x="398621" y="117634"/>
                    <a:pt x="398621" y="78581"/>
                  </a:cubicBezTo>
                  <a:cubicBezTo>
                    <a:pt x="398621" y="39529"/>
                    <a:pt x="366236" y="7144"/>
                    <a:pt x="327184" y="7144"/>
                  </a:cubicBezTo>
                  <a:lnTo>
                    <a:pt x="78581" y="7144"/>
                  </a:lnTo>
                  <a:cubicBezTo>
                    <a:pt x="39529" y="7144"/>
                    <a:pt x="7144" y="39529"/>
                    <a:pt x="7144" y="78581"/>
                  </a:cubicBezTo>
                  <a:cubicBezTo>
                    <a:pt x="7144" y="117634"/>
                    <a:pt x="39529" y="150019"/>
                    <a:pt x="78581" y="150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0A4BC6A-A827-4386-B444-CAD298697ADD}"/>
                </a:ext>
              </a:extLst>
            </p:cNvPr>
            <p:cNvSpPr/>
            <p:nvPr/>
          </p:nvSpPr>
          <p:spPr>
            <a:xfrm>
              <a:off x="6120289" y="3058001"/>
              <a:ext cx="400050" cy="152400"/>
            </a:xfrm>
            <a:custGeom>
              <a:avLst/>
              <a:gdLst>
                <a:gd name="connsiteX0" fmla="*/ 78581 w 400050"/>
                <a:gd name="connsiteY0" fmla="*/ 150019 h 152400"/>
                <a:gd name="connsiteX1" fmla="*/ 327184 w 400050"/>
                <a:gd name="connsiteY1" fmla="*/ 150019 h 152400"/>
                <a:gd name="connsiteX2" fmla="*/ 398621 w 400050"/>
                <a:gd name="connsiteY2" fmla="*/ 78581 h 152400"/>
                <a:gd name="connsiteX3" fmla="*/ 327184 w 400050"/>
                <a:gd name="connsiteY3" fmla="*/ 7144 h 152400"/>
                <a:gd name="connsiteX4" fmla="*/ 78581 w 400050"/>
                <a:gd name="connsiteY4" fmla="*/ 7144 h 152400"/>
                <a:gd name="connsiteX5" fmla="*/ 7144 w 400050"/>
                <a:gd name="connsiteY5" fmla="*/ 78581 h 152400"/>
                <a:gd name="connsiteX6" fmla="*/ 78581 w 400050"/>
                <a:gd name="connsiteY6" fmla="*/ 150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0050" h="152400">
                  <a:moveTo>
                    <a:pt x="78581" y="150019"/>
                  </a:moveTo>
                  <a:lnTo>
                    <a:pt x="327184" y="150019"/>
                  </a:lnTo>
                  <a:cubicBezTo>
                    <a:pt x="366236" y="150019"/>
                    <a:pt x="398621" y="117634"/>
                    <a:pt x="398621" y="78581"/>
                  </a:cubicBezTo>
                  <a:cubicBezTo>
                    <a:pt x="398621" y="39529"/>
                    <a:pt x="366236" y="7144"/>
                    <a:pt x="327184" y="7144"/>
                  </a:cubicBezTo>
                  <a:lnTo>
                    <a:pt x="78581" y="7144"/>
                  </a:lnTo>
                  <a:cubicBezTo>
                    <a:pt x="39529" y="7144"/>
                    <a:pt x="7144" y="39529"/>
                    <a:pt x="7144" y="78581"/>
                  </a:cubicBezTo>
                  <a:cubicBezTo>
                    <a:pt x="7144" y="117634"/>
                    <a:pt x="39529" y="150019"/>
                    <a:pt x="78581" y="150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955ED53-E8E6-4EB2-848D-6EB94767B912}"/>
                </a:ext>
              </a:extLst>
            </p:cNvPr>
            <p:cNvSpPr/>
            <p:nvPr/>
          </p:nvSpPr>
          <p:spPr>
            <a:xfrm>
              <a:off x="6883241" y="3058001"/>
              <a:ext cx="400050" cy="152400"/>
            </a:xfrm>
            <a:custGeom>
              <a:avLst/>
              <a:gdLst>
                <a:gd name="connsiteX0" fmla="*/ 78581 w 400050"/>
                <a:gd name="connsiteY0" fmla="*/ 150019 h 152400"/>
                <a:gd name="connsiteX1" fmla="*/ 327184 w 400050"/>
                <a:gd name="connsiteY1" fmla="*/ 150019 h 152400"/>
                <a:gd name="connsiteX2" fmla="*/ 398621 w 400050"/>
                <a:gd name="connsiteY2" fmla="*/ 78581 h 152400"/>
                <a:gd name="connsiteX3" fmla="*/ 327184 w 400050"/>
                <a:gd name="connsiteY3" fmla="*/ 7144 h 152400"/>
                <a:gd name="connsiteX4" fmla="*/ 78581 w 400050"/>
                <a:gd name="connsiteY4" fmla="*/ 7144 h 152400"/>
                <a:gd name="connsiteX5" fmla="*/ 7144 w 400050"/>
                <a:gd name="connsiteY5" fmla="*/ 78581 h 152400"/>
                <a:gd name="connsiteX6" fmla="*/ 78581 w 400050"/>
                <a:gd name="connsiteY6" fmla="*/ 150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0050" h="152400">
                  <a:moveTo>
                    <a:pt x="78581" y="150019"/>
                  </a:moveTo>
                  <a:lnTo>
                    <a:pt x="327184" y="150019"/>
                  </a:lnTo>
                  <a:cubicBezTo>
                    <a:pt x="366236" y="150019"/>
                    <a:pt x="398621" y="117634"/>
                    <a:pt x="398621" y="78581"/>
                  </a:cubicBezTo>
                  <a:cubicBezTo>
                    <a:pt x="398621" y="39529"/>
                    <a:pt x="366236" y="7144"/>
                    <a:pt x="327184" y="7144"/>
                  </a:cubicBezTo>
                  <a:lnTo>
                    <a:pt x="78581" y="7144"/>
                  </a:lnTo>
                  <a:cubicBezTo>
                    <a:pt x="39529" y="7144"/>
                    <a:pt x="7144" y="39529"/>
                    <a:pt x="7144" y="78581"/>
                  </a:cubicBezTo>
                  <a:cubicBezTo>
                    <a:pt x="7144" y="117634"/>
                    <a:pt x="39529" y="150019"/>
                    <a:pt x="78581" y="150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7652181-C256-4013-8694-9DABE6E90C34}"/>
                </a:ext>
              </a:extLst>
            </p:cNvPr>
            <p:cNvSpPr/>
            <p:nvPr/>
          </p:nvSpPr>
          <p:spPr>
            <a:xfrm>
              <a:off x="7646194" y="3058001"/>
              <a:ext cx="400050" cy="152400"/>
            </a:xfrm>
            <a:custGeom>
              <a:avLst/>
              <a:gdLst>
                <a:gd name="connsiteX0" fmla="*/ 327184 w 400050"/>
                <a:gd name="connsiteY0" fmla="*/ 7144 h 152400"/>
                <a:gd name="connsiteX1" fmla="*/ 78581 w 400050"/>
                <a:gd name="connsiteY1" fmla="*/ 7144 h 152400"/>
                <a:gd name="connsiteX2" fmla="*/ 7144 w 400050"/>
                <a:gd name="connsiteY2" fmla="*/ 78581 h 152400"/>
                <a:gd name="connsiteX3" fmla="*/ 78581 w 400050"/>
                <a:gd name="connsiteY3" fmla="*/ 150019 h 152400"/>
                <a:gd name="connsiteX4" fmla="*/ 327184 w 400050"/>
                <a:gd name="connsiteY4" fmla="*/ 150019 h 152400"/>
                <a:gd name="connsiteX5" fmla="*/ 398621 w 400050"/>
                <a:gd name="connsiteY5" fmla="*/ 78581 h 152400"/>
                <a:gd name="connsiteX6" fmla="*/ 327184 w 400050"/>
                <a:gd name="connsiteY6" fmla="*/ 714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0050" h="152400">
                  <a:moveTo>
                    <a:pt x="327184" y="7144"/>
                  </a:moveTo>
                  <a:lnTo>
                    <a:pt x="78581" y="7144"/>
                  </a:lnTo>
                  <a:cubicBezTo>
                    <a:pt x="39529" y="7144"/>
                    <a:pt x="7144" y="39529"/>
                    <a:pt x="7144" y="78581"/>
                  </a:cubicBezTo>
                  <a:cubicBezTo>
                    <a:pt x="7144" y="117634"/>
                    <a:pt x="39529" y="150019"/>
                    <a:pt x="78581" y="150019"/>
                  </a:cubicBezTo>
                  <a:lnTo>
                    <a:pt x="327184" y="150019"/>
                  </a:lnTo>
                  <a:cubicBezTo>
                    <a:pt x="366236" y="150019"/>
                    <a:pt x="398621" y="117634"/>
                    <a:pt x="398621" y="78581"/>
                  </a:cubicBezTo>
                  <a:cubicBezTo>
                    <a:pt x="398621" y="38576"/>
                    <a:pt x="367189" y="7144"/>
                    <a:pt x="32718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3B9F5064-8F99-4932-B6F6-A147A4C456EA}"/>
                </a:ext>
              </a:extLst>
            </p:cNvPr>
            <p:cNvSpPr/>
            <p:nvPr/>
          </p:nvSpPr>
          <p:spPr>
            <a:xfrm>
              <a:off x="4594384" y="3417094"/>
              <a:ext cx="400050" cy="152400"/>
            </a:xfrm>
            <a:custGeom>
              <a:avLst/>
              <a:gdLst>
                <a:gd name="connsiteX0" fmla="*/ 327184 w 400050"/>
                <a:gd name="connsiteY0" fmla="*/ 7144 h 152400"/>
                <a:gd name="connsiteX1" fmla="*/ 78581 w 400050"/>
                <a:gd name="connsiteY1" fmla="*/ 7144 h 152400"/>
                <a:gd name="connsiteX2" fmla="*/ 7144 w 400050"/>
                <a:gd name="connsiteY2" fmla="*/ 78581 h 152400"/>
                <a:gd name="connsiteX3" fmla="*/ 78581 w 400050"/>
                <a:gd name="connsiteY3" fmla="*/ 150019 h 152400"/>
                <a:gd name="connsiteX4" fmla="*/ 327184 w 400050"/>
                <a:gd name="connsiteY4" fmla="*/ 150019 h 152400"/>
                <a:gd name="connsiteX5" fmla="*/ 398621 w 400050"/>
                <a:gd name="connsiteY5" fmla="*/ 78581 h 152400"/>
                <a:gd name="connsiteX6" fmla="*/ 327184 w 400050"/>
                <a:gd name="connsiteY6" fmla="*/ 714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0050" h="152400">
                  <a:moveTo>
                    <a:pt x="327184" y="7144"/>
                  </a:moveTo>
                  <a:lnTo>
                    <a:pt x="78581" y="7144"/>
                  </a:lnTo>
                  <a:cubicBezTo>
                    <a:pt x="39529" y="7144"/>
                    <a:pt x="7144" y="39529"/>
                    <a:pt x="7144" y="78581"/>
                  </a:cubicBezTo>
                  <a:cubicBezTo>
                    <a:pt x="7144" y="117634"/>
                    <a:pt x="39529" y="150019"/>
                    <a:pt x="78581" y="150019"/>
                  </a:cubicBezTo>
                  <a:lnTo>
                    <a:pt x="327184" y="150019"/>
                  </a:lnTo>
                  <a:cubicBezTo>
                    <a:pt x="366236" y="150019"/>
                    <a:pt x="398621" y="117634"/>
                    <a:pt x="398621" y="78581"/>
                  </a:cubicBezTo>
                  <a:cubicBezTo>
                    <a:pt x="398621" y="39529"/>
                    <a:pt x="366236" y="7144"/>
                    <a:pt x="32718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6B3D024-2B4E-43E8-B749-9269E829A25A}"/>
                </a:ext>
              </a:extLst>
            </p:cNvPr>
            <p:cNvSpPr/>
            <p:nvPr/>
          </p:nvSpPr>
          <p:spPr>
            <a:xfrm>
              <a:off x="5357336" y="3417094"/>
              <a:ext cx="400050" cy="152400"/>
            </a:xfrm>
            <a:custGeom>
              <a:avLst/>
              <a:gdLst>
                <a:gd name="connsiteX0" fmla="*/ 78581 w 400050"/>
                <a:gd name="connsiteY0" fmla="*/ 150019 h 152400"/>
                <a:gd name="connsiteX1" fmla="*/ 327184 w 400050"/>
                <a:gd name="connsiteY1" fmla="*/ 150019 h 152400"/>
                <a:gd name="connsiteX2" fmla="*/ 398621 w 400050"/>
                <a:gd name="connsiteY2" fmla="*/ 78581 h 152400"/>
                <a:gd name="connsiteX3" fmla="*/ 327184 w 400050"/>
                <a:gd name="connsiteY3" fmla="*/ 7144 h 152400"/>
                <a:gd name="connsiteX4" fmla="*/ 78581 w 400050"/>
                <a:gd name="connsiteY4" fmla="*/ 7144 h 152400"/>
                <a:gd name="connsiteX5" fmla="*/ 7144 w 400050"/>
                <a:gd name="connsiteY5" fmla="*/ 78581 h 152400"/>
                <a:gd name="connsiteX6" fmla="*/ 78581 w 400050"/>
                <a:gd name="connsiteY6" fmla="*/ 150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0050" h="152400">
                  <a:moveTo>
                    <a:pt x="78581" y="150019"/>
                  </a:moveTo>
                  <a:lnTo>
                    <a:pt x="327184" y="150019"/>
                  </a:lnTo>
                  <a:cubicBezTo>
                    <a:pt x="366236" y="150019"/>
                    <a:pt x="398621" y="117634"/>
                    <a:pt x="398621" y="78581"/>
                  </a:cubicBezTo>
                  <a:cubicBezTo>
                    <a:pt x="398621" y="39529"/>
                    <a:pt x="366236" y="7144"/>
                    <a:pt x="327184" y="7144"/>
                  </a:cubicBezTo>
                  <a:lnTo>
                    <a:pt x="78581" y="7144"/>
                  </a:lnTo>
                  <a:cubicBezTo>
                    <a:pt x="39529" y="7144"/>
                    <a:pt x="7144" y="39529"/>
                    <a:pt x="7144" y="78581"/>
                  </a:cubicBezTo>
                  <a:cubicBezTo>
                    <a:pt x="7144" y="117634"/>
                    <a:pt x="39529" y="150019"/>
                    <a:pt x="78581" y="150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7132EB04-DE64-4526-9015-7F7163995612}"/>
                </a:ext>
              </a:extLst>
            </p:cNvPr>
            <p:cNvSpPr/>
            <p:nvPr/>
          </p:nvSpPr>
          <p:spPr>
            <a:xfrm>
              <a:off x="6120289" y="3417094"/>
              <a:ext cx="400050" cy="152400"/>
            </a:xfrm>
            <a:custGeom>
              <a:avLst/>
              <a:gdLst>
                <a:gd name="connsiteX0" fmla="*/ 78581 w 400050"/>
                <a:gd name="connsiteY0" fmla="*/ 150019 h 152400"/>
                <a:gd name="connsiteX1" fmla="*/ 327184 w 400050"/>
                <a:gd name="connsiteY1" fmla="*/ 150019 h 152400"/>
                <a:gd name="connsiteX2" fmla="*/ 398621 w 400050"/>
                <a:gd name="connsiteY2" fmla="*/ 78581 h 152400"/>
                <a:gd name="connsiteX3" fmla="*/ 327184 w 400050"/>
                <a:gd name="connsiteY3" fmla="*/ 7144 h 152400"/>
                <a:gd name="connsiteX4" fmla="*/ 78581 w 400050"/>
                <a:gd name="connsiteY4" fmla="*/ 7144 h 152400"/>
                <a:gd name="connsiteX5" fmla="*/ 7144 w 400050"/>
                <a:gd name="connsiteY5" fmla="*/ 78581 h 152400"/>
                <a:gd name="connsiteX6" fmla="*/ 78581 w 400050"/>
                <a:gd name="connsiteY6" fmla="*/ 150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0050" h="152400">
                  <a:moveTo>
                    <a:pt x="78581" y="150019"/>
                  </a:moveTo>
                  <a:lnTo>
                    <a:pt x="327184" y="150019"/>
                  </a:lnTo>
                  <a:cubicBezTo>
                    <a:pt x="366236" y="150019"/>
                    <a:pt x="398621" y="117634"/>
                    <a:pt x="398621" y="78581"/>
                  </a:cubicBezTo>
                  <a:cubicBezTo>
                    <a:pt x="398621" y="39529"/>
                    <a:pt x="366236" y="7144"/>
                    <a:pt x="327184" y="7144"/>
                  </a:cubicBezTo>
                  <a:lnTo>
                    <a:pt x="78581" y="7144"/>
                  </a:lnTo>
                  <a:cubicBezTo>
                    <a:pt x="39529" y="7144"/>
                    <a:pt x="7144" y="39529"/>
                    <a:pt x="7144" y="78581"/>
                  </a:cubicBezTo>
                  <a:cubicBezTo>
                    <a:pt x="7144" y="117634"/>
                    <a:pt x="39529" y="150019"/>
                    <a:pt x="78581" y="150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F2E29501-9C37-41A1-A5B2-38A2E308AC08}"/>
                </a:ext>
              </a:extLst>
            </p:cNvPr>
            <p:cNvSpPr/>
            <p:nvPr/>
          </p:nvSpPr>
          <p:spPr>
            <a:xfrm>
              <a:off x="6883241" y="3417094"/>
              <a:ext cx="400050" cy="152400"/>
            </a:xfrm>
            <a:custGeom>
              <a:avLst/>
              <a:gdLst>
                <a:gd name="connsiteX0" fmla="*/ 78581 w 400050"/>
                <a:gd name="connsiteY0" fmla="*/ 150019 h 152400"/>
                <a:gd name="connsiteX1" fmla="*/ 327184 w 400050"/>
                <a:gd name="connsiteY1" fmla="*/ 150019 h 152400"/>
                <a:gd name="connsiteX2" fmla="*/ 398621 w 400050"/>
                <a:gd name="connsiteY2" fmla="*/ 78581 h 152400"/>
                <a:gd name="connsiteX3" fmla="*/ 327184 w 400050"/>
                <a:gd name="connsiteY3" fmla="*/ 7144 h 152400"/>
                <a:gd name="connsiteX4" fmla="*/ 78581 w 400050"/>
                <a:gd name="connsiteY4" fmla="*/ 7144 h 152400"/>
                <a:gd name="connsiteX5" fmla="*/ 7144 w 400050"/>
                <a:gd name="connsiteY5" fmla="*/ 78581 h 152400"/>
                <a:gd name="connsiteX6" fmla="*/ 78581 w 400050"/>
                <a:gd name="connsiteY6" fmla="*/ 150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0050" h="152400">
                  <a:moveTo>
                    <a:pt x="78581" y="150019"/>
                  </a:moveTo>
                  <a:lnTo>
                    <a:pt x="327184" y="150019"/>
                  </a:lnTo>
                  <a:cubicBezTo>
                    <a:pt x="366236" y="150019"/>
                    <a:pt x="398621" y="117634"/>
                    <a:pt x="398621" y="78581"/>
                  </a:cubicBezTo>
                  <a:cubicBezTo>
                    <a:pt x="398621" y="39529"/>
                    <a:pt x="366236" y="7144"/>
                    <a:pt x="327184" y="7144"/>
                  </a:cubicBezTo>
                  <a:lnTo>
                    <a:pt x="78581" y="7144"/>
                  </a:lnTo>
                  <a:cubicBezTo>
                    <a:pt x="39529" y="7144"/>
                    <a:pt x="7144" y="39529"/>
                    <a:pt x="7144" y="78581"/>
                  </a:cubicBezTo>
                  <a:cubicBezTo>
                    <a:pt x="7144" y="117634"/>
                    <a:pt x="39529" y="150019"/>
                    <a:pt x="78581" y="150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B9CCC35C-8A67-4640-ACBC-B19A6CD55B96}"/>
                </a:ext>
              </a:extLst>
            </p:cNvPr>
            <p:cNvSpPr/>
            <p:nvPr/>
          </p:nvSpPr>
          <p:spPr>
            <a:xfrm>
              <a:off x="7646194" y="3417094"/>
              <a:ext cx="400050" cy="152400"/>
            </a:xfrm>
            <a:custGeom>
              <a:avLst/>
              <a:gdLst>
                <a:gd name="connsiteX0" fmla="*/ 327184 w 400050"/>
                <a:gd name="connsiteY0" fmla="*/ 7144 h 152400"/>
                <a:gd name="connsiteX1" fmla="*/ 78581 w 400050"/>
                <a:gd name="connsiteY1" fmla="*/ 7144 h 152400"/>
                <a:gd name="connsiteX2" fmla="*/ 7144 w 400050"/>
                <a:gd name="connsiteY2" fmla="*/ 78581 h 152400"/>
                <a:gd name="connsiteX3" fmla="*/ 78581 w 400050"/>
                <a:gd name="connsiteY3" fmla="*/ 150019 h 152400"/>
                <a:gd name="connsiteX4" fmla="*/ 327184 w 400050"/>
                <a:gd name="connsiteY4" fmla="*/ 150019 h 152400"/>
                <a:gd name="connsiteX5" fmla="*/ 398621 w 400050"/>
                <a:gd name="connsiteY5" fmla="*/ 78581 h 152400"/>
                <a:gd name="connsiteX6" fmla="*/ 327184 w 400050"/>
                <a:gd name="connsiteY6" fmla="*/ 714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0050" h="152400">
                  <a:moveTo>
                    <a:pt x="327184" y="7144"/>
                  </a:moveTo>
                  <a:lnTo>
                    <a:pt x="78581" y="7144"/>
                  </a:lnTo>
                  <a:cubicBezTo>
                    <a:pt x="39529" y="7144"/>
                    <a:pt x="7144" y="39529"/>
                    <a:pt x="7144" y="78581"/>
                  </a:cubicBezTo>
                  <a:cubicBezTo>
                    <a:pt x="7144" y="117634"/>
                    <a:pt x="39529" y="150019"/>
                    <a:pt x="78581" y="150019"/>
                  </a:cubicBezTo>
                  <a:lnTo>
                    <a:pt x="327184" y="150019"/>
                  </a:lnTo>
                  <a:cubicBezTo>
                    <a:pt x="366236" y="150019"/>
                    <a:pt x="398621" y="117634"/>
                    <a:pt x="398621" y="78581"/>
                  </a:cubicBezTo>
                  <a:cubicBezTo>
                    <a:pt x="398621" y="39529"/>
                    <a:pt x="367189" y="7144"/>
                    <a:pt x="32718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ACF1BC2-5553-4487-8124-7E333F28A654}"/>
                </a:ext>
              </a:extLst>
            </p:cNvPr>
            <p:cNvSpPr/>
            <p:nvPr/>
          </p:nvSpPr>
          <p:spPr>
            <a:xfrm>
              <a:off x="5348526" y="3843576"/>
              <a:ext cx="1943100" cy="1581150"/>
            </a:xfrm>
            <a:custGeom>
              <a:avLst/>
              <a:gdLst>
                <a:gd name="connsiteX0" fmla="*/ 89297 w 1943100"/>
                <a:gd name="connsiteY0" fmla="*/ 1125617 h 1581150"/>
                <a:gd name="connsiteX1" fmla="*/ 456962 w 1943100"/>
                <a:gd name="connsiteY1" fmla="*/ 1493282 h 1581150"/>
                <a:gd name="connsiteX2" fmla="*/ 656034 w 1943100"/>
                <a:gd name="connsiteY2" fmla="*/ 1575197 h 1581150"/>
                <a:gd name="connsiteX3" fmla="*/ 855107 w 1943100"/>
                <a:gd name="connsiteY3" fmla="*/ 1493282 h 1581150"/>
                <a:gd name="connsiteX4" fmla="*/ 1860947 w 1943100"/>
                <a:gd name="connsiteY4" fmla="*/ 487442 h 1581150"/>
                <a:gd name="connsiteX5" fmla="*/ 1860947 w 1943100"/>
                <a:gd name="connsiteY5" fmla="*/ 89297 h 1581150"/>
                <a:gd name="connsiteX6" fmla="*/ 1462802 w 1943100"/>
                <a:gd name="connsiteY6" fmla="*/ 89297 h 1581150"/>
                <a:gd name="connsiteX7" fmla="*/ 656034 w 1943100"/>
                <a:gd name="connsiteY7" fmla="*/ 896065 h 1581150"/>
                <a:gd name="connsiteX8" fmla="*/ 487442 w 1943100"/>
                <a:gd name="connsiteY8" fmla="*/ 727472 h 1581150"/>
                <a:gd name="connsiteX9" fmla="*/ 89297 w 1943100"/>
                <a:gd name="connsiteY9" fmla="*/ 727472 h 1581150"/>
                <a:gd name="connsiteX10" fmla="*/ 89297 w 1943100"/>
                <a:gd name="connsiteY10" fmla="*/ 1125617 h 1581150"/>
                <a:gd name="connsiteX11" fmla="*/ 190262 w 1943100"/>
                <a:gd name="connsiteY11" fmla="*/ 829390 h 1581150"/>
                <a:gd name="connsiteX12" fmla="*/ 288369 w 1943100"/>
                <a:gd name="connsiteY12" fmla="*/ 788432 h 1581150"/>
                <a:gd name="connsiteX13" fmla="*/ 386477 w 1943100"/>
                <a:gd name="connsiteY13" fmla="*/ 829390 h 1581150"/>
                <a:gd name="connsiteX14" fmla="*/ 605552 w 1943100"/>
                <a:gd name="connsiteY14" fmla="*/ 1048465 h 1581150"/>
                <a:gd name="connsiteX15" fmla="*/ 706517 w 1943100"/>
                <a:gd name="connsiteY15" fmla="*/ 1048465 h 1581150"/>
                <a:gd name="connsiteX16" fmla="*/ 1563767 w 1943100"/>
                <a:gd name="connsiteY16" fmla="*/ 191214 h 1581150"/>
                <a:gd name="connsiteX17" fmla="*/ 1759982 w 1943100"/>
                <a:gd name="connsiteY17" fmla="*/ 191214 h 1581150"/>
                <a:gd name="connsiteX18" fmla="*/ 1759982 w 1943100"/>
                <a:gd name="connsiteY18" fmla="*/ 387430 h 1581150"/>
                <a:gd name="connsiteX19" fmla="*/ 753189 w 1943100"/>
                <a:gd name="connsiteY19" fmla="*/ 1392317 h 1581150"/>
                <a:gd name="connsiteX20" fmla="*/ 655082 w 1943100"/>
                <a:gd name="connsiteY20" fmla="*/ 1433274 h 1581150"/>
                <a:gd name="connsiteX21" fmla="*/ 556974 w 1943100"/>
                <a:gd name="connsiteY21" fmla="*/ 1392317 h 1581150"/>
                <a:gd name="connsiteX22" fmla="*/ 189309 w 1943100"/>
                <a:gd name="connsiteY22" fmla="*/ 1024652 h 1581150"/>
                <a:gd name="connsiteX23" fmla="*/ 190262 w 1943100"/>
                <a:gd name="connsiteY23" fmla="*/ 829390 h 158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43100" h="1581150">
                  <a:moveTo>
                    <a:pt x="89297" y="1125617"/>
                  </a:moveTo>
                  <a:lnTo>
                    <a:pt x="456962" y="1493282"/>
                  </a:lnTo>
                  <a:cubicBezTo>
                    <a:pt x="510302" y="1546622"/>
                    <a:pt x="580787" y="1575197"/>
                    <a:pt x="656034" y="1575197"/>
                  </a:cubicBezTo>
                  <a:cubicBezTo>
                    <a:pt x="731282" y="1575197"/>
                    <a:pt x="801767" y="1545669"/>
                    <a:pt x="855107" y="1493282"/>
                  </a:cubicBezTo>
                  <a:lnTo>
                    <a:pt x="1860947" y="487442"/>
                  </a:lnTo>
                  <a:cubicBezTo>
                    <a:pt x="1970484" y="377905"/>
                    <a:pt x="1970484" y="198834"/>
                    <a:pt x="1860947" y="89297"/>
                  </a:cubicBezTo>
                  <a:cubicBezTo>
                    <a:pt x="1751409" y="-20241"/>
                    <a:pt x="1572339" y="-20241"/>
                    <a:pt x="1462802" y="89297"/>
                  </a:cubicBezTo>
                  <a:lnTo>
                    <a:pt x="656034" y="896065"/>
                  </a:lnTo>
                  <a:lnTo>
                    <a:pt x="487442" y="727472"/>
                  </a:lnTo>
                  <a:cubicBezTo>
                    <a:pt x="377904" y="617934"/>
                    <a:pt x="198834" y="617934"/>
                    <a:pt x="89297" y="727472"/>
                  </a:cubicBezTo>
                  <a:cubicBezTo>
                    <a:pt x="-20241" y="837962"/>
                    <a:pt x="-20241" y="1016080"/>
                    <a:pt x="89297" y="1125617"/>
                  </a:cubicBezTo>
                  <a:close/>
                  <a:moveTo>
                    <a:pt x="190262" y="829390"/>
                  </a:moveTo>
                  <a:cubicBezTo>
                    <a:pt x="216932" y="802719"/>
                    <a:pt x="253127" y="788432"/>
                    <a:pt x="288369" y="788432"/>
                  </a:cubicBezTo>
                  <a:cubicBezTo>
                    <a:pt x="323612" y="788432"/>
                    <a:pt x="358854" y="801767"/>
                    <a:pt x="386477" y="829390"/>
                  </a:cubicBezTo>
                  <a:lnTo>
                    <a:pt x="605552" y="1048465"/>
                  </a:lnTo>
                  <a:cubicBezTo>
                    <a:pt x="633174" y="1076087"/>
                    <a:pt x="678894" y="1076087"/>
                    <a:pt x="706517" y="1048465"/>
                  </a:cubicBezTo>
                  <a:lnTo>
                    <a:pt x="1563767" y="191214"/>
                  </a:lnTo>
                  <a:cubicBezTo>
                    <a:pt x="1618059" y="136922"/>
                    <a:pt x="1705689" y="136922"/>
                    <a:pt x="1759982" y="191214"/>
                  </a:cubicBezTo>
                  <a:cubicBezTo>
                    <a:pt x="1814274" y="245507"/>
                    <a:pt x="1814274" y="333137"/>
                    <a:pt x="1759982" y="387430"/>
                  </a:cubicBezTo>
                  <a:lnTo>
                    <a:pt x="753189" y="1392317"/>
                  </a:lnTo>
                  <a:cubicBezTo>
                    <a:pt x="727472" y="1418034"/>
                    <a:pt x="692229" y="1433274"/>
                    <a:pt x="655082" y="1433274"/>
                  </a:cubicBezTo>
                  <a:cubicBezTo>
                    <a:pt x="617934" y="1433274"/>
                    <a:pt x="583644" y="1418987"/>
                    <a:pt x="556974" y="1392317"/>
                  </a:cubicBezTo>
                  <a:lnTo>
                    <a:pt x="189309" y="1024652"/>
                  </a:lnTo>
                  <a:cubicBezTo>
                    <a:pt x="135969" y="970359"/>
                    <a:pt x="135969" y="882730"/>
                    <a:pt x="190262" y="829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74883BC-D22F-466C-ADE8-6B90B106C61D}"/>
                </a:ext>
              </a:extLst>
            </p:cNvPr>
            <p:cNvSpPr/>
            <p:nvPr/>
          </p:nvSpPr>
          <p:spPr>
            <a:xfrm>
              <a:off x="5170646" y="3889534"/>
              <a:ext cx="3819525" cy="2352675"/>
            </a:xfrm>
            <a:custGeom>
              <a:avLst/>
              <a:gdLst>
                <a:gd name="connsiteX0" fmla="*/ 3450431 w 3819525"/>
                <a:gd name="connsiteY0" fmla="*/ 648176 h 2352675"/>
                <a:gd name="connsiteX1" fmla="*/ 3450431 w 3819525"/>
                <a:gd name="connsiteY1" fmla="*/ 78581 h 2352675"/>
                <a:gd name="connsiteX2" fmla="*/ 3378994 w 3819525"/>
                <a:gd name="connsiteY2" fmla="*/ 7144 h 2352675"/>
                <a:gd name="connsiteX3" fmla="*/ 3307556 w 3819525"/>
                <a:gd name="connsiteY3" fmla="*/ 78581 h 2352675"/>
                <a:gd name="connsiteX4" fmla="*/ 3307556 w 3819525"/>
                <a:gd name="connsiteY4" fmla="*/ 557689 h 2352675"/>
                <a:gd name="connsiteX5" fmla="*/ 2873216 w 3819525"/>
                <a:gd name="connsiteY5" fmla="*/ 451961 h 2352675"/>
                <a:gd name="connsiteX6" fmla="*/ 1925479 w 3819525"/>
                <a:gd name="connsiteY6" fmla="*/ 1399699 h 2352675"/>
                <a:gd name="connsiteX7" fmla="*/ 2007394 w 3819525"/>
                <a:gd name="connsiteY7" fmla="*/ 1784509 h 2352675"/>
                <a:gd name="connsiteX8" fmla="*/ 78581 w 3819525"/>
                <a:gd name="connsiteY8" fmla="*/ 1784509 h 2352675"/>
                <a:gd name="connsiteX9" fmla="*/ 7144 w 3819525"/>
                <a:gd name="connsiteY9" fmla="*/ 1855946 h 2352675"/>
                <a:gd name="connsiteX10" fmla="*/ 78581 w 3819525"/>
                <a:gd name="connsiteY10" fmla="*/ 1927384 h 2352675"/>
                <a:gd name="connsiteX11" fmla="*/ 2086451 w 3819525"/>
                <a:gd name="connsiteY11" fmla="*/ 1927384 h 2352675"/>
                <a:gd name="connsiteX12" fmla="*/ 2873216 w 3819525"/>
                <a:gd name="connsiteY12" fmla="*/ 2347436 h 2352675"/>
                <a:gd name="connsiteX13" fmla="*/ 3820954 w 3819525"/>
                <a:gd name="connsiteY13" fmla="*/ 1399699 h 2352675"/>
                <a:gd name="connsiteX14" fmla="*/ 3450431 w 3819525"/>
                <a:gd name="connsiteY14" fmla="*/ 648176 h 2352675"/>
                <a:gd name="connsiteX15" fmla="*/ 2873216 w 3819525"/>
                <a:gd name="connsiteY15" fmla="*/ 2203609 h 2352675"/>
                <a:gd name="connsiteX16" fmla="*/ 2068354 w 3819525"/>
                <a:gd name="connsiteY16" fmla="*/ 1398746 h 2352675"/>
                <a:gd name="connsiteX17" fmla="*/ 2873216 w 3819525"/>
                <a:gd name="connsiteY17" fmla="*/ 593884 h 2352675"/>
                <a:gd name="connsiteX18" fmla="*/ 3678079 w 3819525"/>
                <a:gd name="connsiteY18" fmla="*/ 1398746 h 2352675"/>
                <a:gd name="connsiteX19" fmla="*/ 2873216 w 3819525"/>
                <a:gd name="connsiteY19" fmla="*/ 2203609 h 2352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19525" h="2352675">
                  <a:moveTo>
                    <a:pt x="3450431" y="648176"/>
                  </a:moveTo>
                  <a:lnTo>
                    <a:pt x="3450431" y="78581"/>
                  </a:lnTo>
                  <a:cubicBezTo>
                    <a:pt x="3450431" y="39529"/>
                    <a:pt x="3418047" y="7144"/>
                    <a:pt x="3378994" y="7144"/>
                  </a:cubicBezTo>
                  <a:cubicBezTo>
                    <a:pt x="3339941" y="7144"/>
                    <a:pt x="3307556" y="39529"/>
                    <a:pt x="3307556" y="78581"/>
                  </a:cubicBezTo>
                  <a:lnTo>
                    <a:pt x="3307556" y="557689"/>
                  </a:lnTo>
                  <a:cubicBezTo>
                    <a:pt x="3177064" y="490061"/>
                    <a:pt x="3029426" y="451961"/>
                    <a:pt x="2873216" y="451961"/>
                  </a:cubicBezTo>
                  <a:cubicBezTo>
                    <a:pt x="2350294" y="451961"/>
                    <a:pt x="1925479" y="876776"/>
                    <a:pt x="1925479" y="1399699"/>
                  </a:cubicBezTo>
                  <a:cubicBezTo>
                    <a:pt x="1925479" y="1536859"/>
                    <a:pt x="1955006" y="1666399"/>
                    <a:pt x="2007394" y="1784509"/>
                  </a:cubicBezTo>
                  <a:lnTo>
                    <a:pt x="78581" y="1784509"/>
                  </a:lnTo>
                  <a:cubicBezTo>
                    <a:pt x="39529" y="1784509"/>
                    <a:pt x="7144" y="1816894"/>
                    <a:pt x="7144" y="1855946"/>
                  </a:cubicBezTo>
                  <a:cubicBezTo>
                    <a:pt x="7144" y="1894999"/>
                    <a:pt x="39529" y="1927384"/>
                    <a:pt x="78581" y="1927384"/>
                  </a:cubicBezTo>
                  <a:lnTo>
                    <a:pt x="2086451" y="1927384"/>
                  </a:lnTo>
                  <a:cubicBezTo>
                    <a:pt x="2256949" y="2180749"/>
                    <a:pt x="2545556" y="2347436"/>
                    <a:pt x="2873216" y="2347436"/>
                  </a:cubicBezTo>
                  <a:cubicBezTo>
                    <a:pt x="3396139" y="2347436"/>
                    <a:pt x="3820954" y="1922621"/>
                    <a:pt x="3820954" y="1399699"/>
                  </a:cubicBezTo>
                  <a:cubicBezTo>
                    <a:pt x="3820954" y="1092994"/>
                    <a:pt x="3676174" y="821531"/>
                    <a:pt x="3450431" y="648176"/>
                  </a:cubicBezTo>
                  <a:close/>
                  <a:moveTo>
                    <a:pt x="2873216" y="2203609"/>
                  </a:moveTo>
                  <a:cubicBezTo>
                    <a:pt x="2429351" y="2203609"/>
                    <a:pt x="2068354" y="1842611"/>
                    <a:pt x="2068354" y="1398746"/>
                  </a:cubicBezTo>
                  <a:cubicBezTo>
                    <a:pt x="2068354" y="954881"/>
                    <a:pt x="2429351" y="593884"/>
                    <a:pt x="2873216" y="593884"/>
                  </a:cubicBezTo>
                  <a:cubicBezTo>
                    <a:pt x="3317081" y="593884"/>
                    <a:pt x="3678079" y="954881"/>
                    <a:pt x="3678079" y="1398746"/>
                  </a:cubicBezTo>
                  <a:cubicBezTo>
                    <a:pt x="3678079" y="1842611"/>
                    <a:pt x="3317081" y="2203609"/>
                    <a:pt x="2873216" y="22036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1C7B2978-F8A5-4995-B462-7A5D494EF4A7}"/>
                </a:ext>
              </a:extLst>
            </p:cNvPr>
            <p:cNvSpPr/>
            <p:nvPr/>
          </p:nvSpPr>
          <p:spPr>
            <a:xfrm>
              <a:off x="7334726" y="4579144"/>
              <a:ext cx="1409700" cy="1409700"/>
            </a:xfrm>
            <a:custGeom>
              <a:avLst/>
              <a:gdLst>
                <a:gd name="connsiteX0" fmla="*/ 709136 w 1409700"/>
                <a:gd name="connsiteY0" fmla="*/ 7144 h 1409700"/>
                <a:gd name="connsiteX1" fmla="*/ 7144 w 1409700"/>
                <a:gd name="connsiteY1" fmla="*/ 709136 h 1409700"/>
                <a:gd name="connsiteX2" fmla="*/ 709136 w 1409700"/>
                <a:gd name="connsiteY2" fmla="*/ 1411129 h 1409700"/>
                <a:gd name="connsiteX3" fmla="*/ 1411129 w 1409700"/>
                <a:gd name="connsiteY3" fmla="*/ 709136 h 1409700"/>
                <a:gd name="connsiteX4" fmla="*/ 709136 w 1409700"/>
                <a:gd name="connsiteY4" fmla="*/ 7144 h 1409700"/>
                <a:gd name="connsiteX5" fmla="*/ 772954 w 1409700"/>
                <a:gd name="connsiteY5" fmla="*/ 1264444 h 1409700"/>
                <a:gd name="connsiteX6" fmla="*/ 780574 w 1409700"/>
                <a:gd name="connsiteY6" fmla="*/ 1233011 h 1409700"/>
                <a:gd name="connsiteX7" fmla="*/ 780574 w 1409700"/>
                <a:gd name="connsiteY7" fmla="*/ 1145381 h 1409700"/>
                <a:gd name="connsiteX8" fmla="*/ 709136 w 1409700"/>
                <a:gd name="connsiteY8" fmla="*/ 1073944 h 1409700"/>
                <a:gd name="connsiteX9" fmla="*/ 637699 w 1409700"/>
                <a:gd name="connsiteY9" fmla="*/ 1145381 h 1409700"/>
                <a:gd name="connsiteX10" fmla="*/ 637699 w 1409700"/>
                <a:gd name="connsiteY10" fmla="*/ 1232059 h 1409700"/>
                <a:gd name="connsiteX11" fmla="*/ 645319 w 1409700"/>
                <a:gd name="connsiteY11" fmla="*/ 1263491 h 1409700"/>
                <a:gd name="connsiteX12" fmla="*/ 153829 w 1409700"/>
                <a:gd name="connsiteY12" fmla="*/ 772001 h 1409700"/>
                <a:gd name="connsiteX13" fmla="*/ 185261 w 1409700"/>
                <a:gd name="connsiteY13" fmla="*/ 779621 h 1409700"/>
                <a:gd name="connsiteX14" fmla="*/ 271939 w 1409700"/>
                <a:gd name="connsiteY14" fmla="*/ 779621 h 1409700"/>
                <a:gd name="connsiteX15" fmla="*/ 343376 w 1409700"/>
                <a:gd name="connsiteY15" fmla="*/ 708184 h 1409700"/>
                <a:gd name="connsiteX16" fmla="*/ 271939 w 1409700"/>
                <a:gd name="connsiteY16" fmla="*/ 636746 h 1409700"/>
                <a:gd name="connsiteX17" fmla="*/ 185261 w 1409700"/>
                <a:gd name="connsiteY17" fmla="*/ 636746 h 1409700"/>
                <a:gd name="connsiteX18" fmla="*/ 153829 w 1409700"/>
                <a:gd name="connsiteY18" fmla="*/ 644366 h 1409700"/>
                <a:gd name="connsiteX19" fmla="*/ 645319 w 1409700"/>
                <a:gd name="connsiteY19" fmla="*/ 152876 h 1409700"/>
                <a:gd name="connsiteX20" fmla="*/ 637699 w 1409700"/>
                <a:gd name="connsiteY20" fmla="*/ 184309 h 1409700"/>
                <a:gd name="connsiteX21" fmla="*/ 637699 w 1409700"/>
                <a:gd name="connsiteY21" fmla="*/ 270986 h 1409700"/>
                <a:gd name="connsiteX22" fmla="*/ 709136 w 1409700"/>
                <a:gd name="connsiteY22" fmla="*/ 342424 h 1409700"/>
                <a:gd name="connsiteX23" fmla="*/ 780574 w 1409700"/>
                <a:gd name="connsiteY23" fmla="*/ 270986 h 1409700"/>
                <a:gd name="connsiteX24" fmla="*/ 780574 w 1409700"/>
                <a:gd name="connsiteY24" fmla="*/ 184309 h 1409700"/>
                <a:gd name="connsiteX25" fmla="*/ 772954 w 1409700"/>
                <a:gd name="connsiteY25" fmla="*/ 152876 h 1409700"/>
                <a:gd name="connsiteX26" fmla="*/ 1264444 w 1409700"/>
                <a:gd name="connsiteY26" fmla="*/ 644366 h 1409700"/>
                <a:gd name="connsiteX27" fmla="*/ 1233011 w 1409700"/>
                <a:gd name="connsiteY27" fmla="*/ 636746 h 1409700"/>
                <a:gd name="connsiteX28" fmla="*/ 1146334 w 1409700"/>
                <a:gd name="connsiteY28" fmla="*/ 636746 h 1409700"/>
                <a:gd name="connsiteX29" fmla="*/ 1074896 w 1409700"/>
                <a:gd name="connsiteY29" fmla="*/ 708184 h 1409700"/>
                <a:gd name="connsiteX30" fmla="*/ 1146334 w 1409700"/>
                <a:gd name="connsiteY30" fmla="*/ 779621 h 1409700"/>
                <a:gd name="connsiteX31" fmla="*/ 1233011 w 1409700"/>
                <a:gd name="connsiteY31" fmla="*/ 779621 h 1409700"/>
                <a:gd name="connsiteX32" fmla="*/ 1264444 w 1409700"/>
                <a:gd name="connsiteY32" fmla="*/ 772001 h 1409700"/>
                <a:gd name="connsiteX33" fmla="*/ 772954 w 1409700"/>
                <a:gd name="connsiteY33" fmla="*/ 1264444 h 140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409700" h="1409700">
                  <a:moveTo>
                    <a:pt x="709136" y="7144"/>
                  </a:moveTo>
                  <a:cubicBezTo>
                    <a:pt x="322421" y="7144"/>
                    <a:pt x="7144" y="322421"/>
                    <a:pt x="7144" y="709136"/>
                  </a:cubicBezTo>
                  <a:cubicBezTo>
                    <a:pt x="7144" y="1095851"/>
                    <a:pt x="321469" y="1411129"/>
                    <a:pt x="709136" y="1411129"/>
                  </a:cubicBezTo>
                  <a:cubicBezTo>
                    <a:pt x="1096804" y="1411129"/>
                    <a:pt x="1411129" y="1096804"/>
                    <a:pt x="1411129" y="709136"/>
                  </a:cubicBezTo>
                  <a:cubicBezTo>
                    <a:pt x="1411129" y="322421"/>
                    <a:pt x="1095851" y="7144"/>
                    <a:pt x="709136" y="7144"/>
                  </a:cubicBezTo>
                  <a:close/>
                  <a:moveTo>
                    <a:pt x="772954" y="1264444"/>
                  </a:moveTo>
                  <a:cubicBezTo>
                    <a:pt x="777717" y="1254919"/>
                    <a:pt x="780574" y="1244441"/>
                    <a:pt x="780574" y="1233011"/>
                  </a:cubicBezTo>
                  <a:lnTo>
                    <a:pt x="780574" y="1145381"/>
                  </a:lnTo>
                  <a:cubicBezTo>
                    <a:pt x="780574" y="1106329"/>
                    <a:pt x="748189" y="1073944"/>
                    <a:pt x="709136" y="1073944"/>
                  </a:cubicBezTo>
                  <a:cubicBezTo>
                    <a:pt x="670084" y="1073944"/>
                    <a:pt x="637699" y="1106329"/>
                    <a:pt x="637699" y="1145381"/>
                  </a:cubicBezTo>
                  <a:lnTo>
                    <a:pt x="637699" y="1232059"/>
                  </a:lnTo>
                  <a:cubicBezTo>
                    <a:pt x="637699" y="1243489"/>
                    <a:pt x="640556" y="1253966"/>
                    <a:pt x="645319" y="1263491"/>
                  </a:cubicBezTo>
                  <a:cubicBezTo>
                    <a:pt x="388144" y="1233964"/>
                    <a:pt x="183356" y="1029176"/>
                    <a:pt x="153829" y="772001"/>
                  </a:cubicBezTo>
                  <a:cubicBezTo>
                    <a:pt x="163354" y="776764"/>
                    <a:pt x="173831" y="779621"/>
                    <a:pt x="185261" y="779621"/>
                  </a:cubicBezTo>
                  <a:lnTo>
                    <a:pt x="271939" y="779621"/>
                  </a:lnTo>
                  <a:cubicBezTo>
                    <a:pt x="310991" y="779621"/>
                    <a:pt x="343376" y="747236"/>
                    <a:pt x="343376" y="708184"/>
                  </a:cubicBezTo>
                  <a:cubicBezTo>
                    <a:pt x="343376" y="669131"/>
                    <a:pt x="310991" y="636746"/>
                    <a:pt x="271939" y="636746"/>
                  </a:cubicBezTo>
                  <a:lnTo>
                    <a:pt x="185261" y="636746"/>
                  </a:lnTo>
                  <a:cubicBezTo>
                    <a:pt x="173831" y="636746"/>
                    <a:pt x="163354" y="639604"/>
                    <a:pt x="153829" y="644366"/>
                  </a:cubicBezTo>
                  <a:cubicBezTo>
                    <a:pt x="183356" y="387191"/>
                    <a:pt x="388144" y="182404"/>
                    <a:pt x="645319" y="152876"/>
                  </a:cubicBezTo>
                  <a:cubicBezTo>
                    <a:pt x="640556" y="162401"/>
                    <a:pt x="637699" y="172879"/>
                    <a:pt x="637699" y="184309"/>
                  </a:cubicBezTo>
                  <a:lnTo>
                    <a:pt x="637699" y="270986"/>
                  </a:lnTo>
                  <a:cubicBezTo>
                    <a:pt x="637699" y="310039"/>
                    <a:pt x="670084" y="342424"/>
                    <a:pt x="709136" y="342424"/>
                  </a:cubicBezTo>
                  <a:cubicBezTo>
                    <a:pt x="748189" y="342424"/>
                    <a:pt x="780574" y="310039"/>
                    <a:pt x="780574" y="270986"/>
                  </a:cubicBezTo>
                  <a:lnTo>
                    <a:pt x="780574" y="184309"/>
                  </a:lnTo>
                  <a:cubicBezTo>
                    <a:pt x="780574" y="172879"/>
                    <a:pt x="777717" y="162401"/>
                    <a:pt x="772954" y="152876"/>
                  </a:cubicBezTo>
                  <a:cubicBezTo>
                    <a:pt x="1030129" y="182404"/>
                    <a:pt x="1234917" y="387191"/>
                    <a:pt x="1264444" y="644366"/>
                  </a:cubicBezTo>
                  <a:cubicBezTo>
                    <a:pt x="1254919" y="639604"/>
                    <a:pt x="1244442" y="636746"/>
                    <a:pt x="1233011" y="636746"/>
                  </a:cubicBezTo>
                  <a:lnTo>
                    <a:pt x="1146334" y="636746"/>
                  </a:lnTo>
                  <a:cubicBezTo>
                    <a:pt x="1107281" y="636746"/>
                    <a:pt x="1074896" y="669131"/>
                    <a:pt x="1074896" y="708184"/>
                  </a:cubicBezTo>
                  <a:cubicBezTo>
                    <a:pt x="1074896" y="747236"/>
                    <a:pt x="1107281" y="779621"/>
                    <a:pt x="1146334" y="779621"/>
                  </a:cubicBezTo>
                  <a:lnTo>
                    <a:pt x="1233011" y="779621"/>
                  </a:lnTo>
                  <a:cubicBezTo>
                    <a:pt x="1244442" y="779621"/>
                    <a:pt x="1254919" y="776764"/>
                    <a:pt x="1264444" y="772001"/>
                  </a:cubicBezTo>
                  <a:cubicBezTo>
                    <a:pt x="1234917" y="1030129"/>
                    <a:pt x="1030129" y="1234916"/>
                    <a:pt x="772954" y="12644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5B77508B-47AB-4C7D-AFF4-C57753C154A1}"/>
                </a:ext>
              </a:extLst>
            </p:cNvPr>
            <p:cNvSpPr/>
            <p:nvPr/>
          </p:nvSpPr>
          <p:spPr>
            <a:xfrm>
              <a:off x="7965281" y="5064919"/>
              <a:ext cx="314325" cy="295275"/>
            </a:xfrm>
            <a:custGeom>
              <a:avLst/>
              <a:gdLst>
                <a:gd name="connsiteX0" fmla="*/ 235744 w 314325"/>
                <a:gd name="connsiteY0" fmla="*/ 151924 h 295275"/>
                <a:gd name="connsiteX1" fmla="*/ 150019 w 314325"/>
                <a:gd name="connsiteY1" fmla="*/ 151924 h 295275"/>
                <a:gd name="connsiteX2" fmla="*/ 150019 w 314325"/>
                <a:gd name="connsiteY2" fmla="*/ 78581 h 295275"/>
                <a:gd name="connsiteX3" fmla="*/ 78581 w 314325"/>
                <a:gd name="connsiteY3" fmla="*/ 7144 h 295275"/>
                <a:gd name="connsiteX4" fmla="*/ 7144 w 314325"/>
                <a:gd name="connsiteY4" fmla="*/ 78581 h 295275"/>
                <a:gd name="connsiteX5" fmla="*/ 7144 w 314325"/>
                <a:gd name="connsiteY5" fmla="*/ 223361 h 295275"/>
                <a:gd name="connsiteX6" fmla="*/ 78581 w 314325"/>
                <a:gd name="connsiteY6" fmla="*/ 294799 h 295275"/>
                <a:gd name="connsiteX7" fmla="*/ 235744 w 314325"/>
                <a:gd name="connsiteY7" fmla="*/ 294799 h 295275"/>
                <a:gd name="connsiteX8" fmla="*/ 307181 w 314325"/>
                <a:gd name="connsiteY8" fmla="*/ 223361 h 295275"/>
                <a:gd name="connsiteX9" fmla="*/ 235744 w 314325"/>
                <a:gd name="connsiteY9" fmla="*/ 15192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4325" h="295275">
                  <a:moveTo>
                    <a:pt x="235744" y="151924"/>
                  </a:moveTo>
                  <a:lnTo>
                    <a:pt x="150019" y="151924"/>
                  </a:lnTo>
                  <a:lnTo>
                    <a:pt x="150019" y="78581"/>
                  </a:lnTo>
                  <a:cubicBezTo>
                    <a:pt x="150019" y="39529"/>
                    <a:pt x="117634" y="7144"/>
                    <a:pt x="78581" y="7144"/>
                  </a:cubicBezTo>
                  <a:cubicBezTo>
                    <a:pt x="39529" y="7144"/>
                    <a:pt x="7144" y="39529"/>
                    <a:pt x="7144" y="78581"/>
                  </a:cubicBezTo>
                  <a:lnTo>
                    <a:pt x="7144" y="223361"/>
                  </a:lnTo>
                  <a:cubicBezTo>
                    <a:pt x="7144" y="262414"/>
                    <a:pt x="39529" y="294799"/>
                    <a:pt x="78581" y="294799"/>
                  </a:cubicBezTo>
                  <a:lnTo>
                    <a:pt x="235744" y="294799"/>
                  </a:lnTo>
                  <a:cubicBezTo>
                    <a:pt x="274796" y="294799"/>
                    <a:pt x="307181" y="262414"/>
                    <a:pt x="307181" y="223361"/>
                  </a:cubicBezTo>
                  <a:cubicBezTo>
                    <a:pt x="307181" y="184309"/>
                    <a:pt x="275749" y="151924"/>
                    <a:pt x="235744" y="1519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0" name="Graphic 34">
            <a:extLst>
              <a:ext uri="{FF2B5EF4-FFF2-40B4-BE49-F238E27FC236}">
                <a16:creationId xmlns:a16="http://schemas.microsoft.com/office/drawing/2014/main" id="{80492D0E-13AC-4B51-A6C9-76D9D4E10EC4}"/>
              </a:ext>
            </a:extLst>
          </p:cNvPr>
          <p:cNvGrpSpPr>
            <a:grpSpLocks noChangeAspect="1"/>
          </p:cNvGrpSpPr>
          <p:nvPr/>
        </p:nvGrpSpPr>
        <p:grpSpPr>
          <a:xfrm>
            <a:off x="2127993" y="5645399"/>
            <a:ext cx="502920" cy="502920"/>
            <a:chOff x="4114800" y="1447800"/>
            <a:chExt cx="487680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D2901102-0987-47EC-A12E-96D8E4009E7C}"/>
                </a:ext>
              </a:extLst>
            </p:cNvPr>
            <p:cNvSpPr/>
            <p:nvPr/>
          </p:nvSpPr>
          <p:spPr>
            <a:xfrm>
              <a:off x="5879306" y="2012156"/>
              <a:ext cx="200025" cy="200025"/>
            </a:xfrm>
            <a:custGeom>
              <a:avLst/>
              <a:gdLst>
                <a:gd name="connsiteX0" fmla="*/ 102394 w 200025"/>
                <a:gd name="connsiteY0" fmla="*/ 7144 h 200025"/>
                <a:gd name="connsiteX1" fmla="*/ 7144 w 200025"/>
                <a:gd name="connsiteY1" fmla="*/ 102394 h 200025"/>
                <a:gd name="connsiteX2" fmla="*/ 102394 w 200025"/>
                <a:gd name="connsiteY2" fmla="*/ 197644 h 200025"/>
                <a:gd name="connsiteX3" fmla="*/ 197644 w 200025"/>
                <a:gd name="connsiteY3" fmla="*/ 102394 h 200025"/>
                <a:gd name="connsiteX4" fmla="*/ 102394 w 200025"/>
                <a:gd name="connsiteY4" fmla="*/ 714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00025">
                  <a:moveTo>
                    <a:pt x="102394" y="7144"/>
                  </a:moveTo>
                  <a:cubicBezTo>
                    <a:pt x="50006" y="7144"/>
                    <a:pt x="7144" y="50006"/>
                    <a:pt x="7144" y="102394"/>
                  </a:cubicBezTo>
                  <a:cubicBezTo>
                    <a:pt x="7144" y="154781"/>
                    <a:pt x="50006" y="197644"/>
                    <a:pt x="102394" y="197644"/>
                  </a:cubicBezTo>
                  <a:cubicBezTo>
                    <a:pt x="154781" y="197644"/>
                    <a:pt x="197644" y="154781"/>
                    <a:pt x="197644" y="102394"/>
                  </a:cubicBezTo>
                  <a:cubicBezTo>
                    <a:pt x="197644" y="50006"/>
                    <a:pt x="154781" y="7144"/>
                    <a:pt x="1023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5DB3970-369D-473A-89A2-8CB4CA6FB3B4}"/>
                </a:ext>
              </a:extLst>
            </p:cNvPr>
            <p:cNvSpPr/>
            <p:nvPr/>
          </p:nvSpPr>
          <p:spPr>
            <a:xfrm>
              <a:off x="6253983" y="2202656"/>
              <a:ext cx="590550" cy="1343025"/>
            </a:xfrm>
            <a:custGeom>
              <a:avLst/>
              <a:gdLst>
                <a:gd name="connsiteX0" fmla="*/ 299217 w 590550"/>
                <a:gd name="connsiteY0" fmla="*/ 578644 h 1343025"/>
                <a:gd name="connsiteX1" fmla="*/ 203967 w 590550"/>
                <a:gd name="connsiteY1" fmla="*/ 483394 h 1343025"/>
                <a:gd name="connsiteX2" fmla="*/ 299217 w 590550"/>
                <a:gd name="connsiteY2" fmla="*/ 388144 h 1343025"/>
                <a:gd name="connsiteX3" fmla="*/ 402087 w 590550"/>
                <a:gd name="connsiteY3" fmla="*/ 437674 h 1343025"/>
                <a:gd name="connsiteX4" fmla="*/ 536389 w 590550"/>
                <a:gd name="connsiteY4" fmla="*/ 435769 h 1343025"/>
                <a:gd name="connsiteX5" fmla="*/ 534484 w 590550"/>
                <a:gd name="connsiteY5" fmla="*/ 301466 h 1343025"/>
                <a:gd name="connsiteX6" fmla="*/ 394467 w 590550"/>
                <a:gd name="connsiteY6" fmla="*/ 213836 h 1343025"/>
                <a:gd name="connsiteX7" fmla="*/ 394467 w 590550"/>
                <a:gd name="connsiteY7" fmla="*/ 102394 h 1343025"/>
                <a:gd name="connsiteX8" fmla="*/ 299217 w 590550"/>
                <a:gd name="connsiteY8" fmla="*/ 7144 h 1343025"/>
                <a:gd name="connsiteX9" fmla="*/ 203967 w 590550"/>
                <a:gd name="connsiteY9" fmla="*/ 102394 h 1343025"/>
                <a:gd name="connsiteX10" fmla="*/ 203967 w 590550"/>
                <a:gd name="connsiteY10" fmla="*/ 213836 h 1343025"/>
                <a:gd name="connsiteX11" fmla="*/ 13467 w 590550"/>
                <a:gd name="connsiteY11" fmla="*/ 483394 h 1343025"/>
                <a:gd name="connsiteX12" fmla="*/ 299217 w 590550"/>
                <a:gd name="connsiteY12" fmla="*/ 769144 h 1343025"/>
                <a:gd name="connsiteX13" fmla="*/ 394467 w 590550"/>
                <a:gd name="connsiteY13" fmla="*/ 864394 h 1343025"/>
                <a:gd name="connsiteX14" fmla="*/ 299217 w 590550"/>
                <a:gd name="connsiteY14" fmla="*/ 959644 h 1343025"/>
                <a:gd name="connsiteX15" fmla="*/ 175392 w 590550"/>
                <a:gd name="connsiteY15" fmla="*/ 887254 h 1343025"/>
                <a:gd name="connsiteX16" fmla="*/ 41089 w 590550"/>
                <a:gd name="connsiteY16" fmla="*/ 875824 h 1343025"/>
                <a:gd name="connsiteX17" fmla="*/ 29659 w 590550"/>
                <a:gd name="connsiteY17" fmla="*/ 1010126 h 1343025"/>
                <a:gd name="connsiteX18" fmla="*/ 203967 w 590550"/>
                <a:gd name="connsiteY18" fmla="*/ 1133951 h 1343025"/>
                <a:gd name="connsiteX19" fmla="*/ 203967 w 590550"/>
                <a:gd name="connsiteY19" fmla="*/ 1245394 h 1343025"/>
                <a:gd name="connsiteX20" fmla="*/ 299217 w 590550"/>
                <a:gd name="connsiteY20" fmla="*/ 1340644 h 1343025"/>
                <a:gd name="connsiteX21" fmla="*/ 394467 w 590550"/>
                <a:gd name="connsiteY21" fmla="*/ 1245394 h 1343025"/>
                <a:gd name="connsiteX22" fmla="*/ 394467 w 590550"/>
                <a:gd name="connsiteY22" fmla="*/ 1133951 h 1343025"/>
                <a:gd name="connsiteX23" fmla="*/ 584967 w 590550"/>
                <a:gd name="connsiteY23" fmla="*/ 864394 h 1343025"/>
                <a:gd name="connsiteX24" fmla="*/ 299217 w 590550"/>
                <a:gd name="connsiteY24" fmla="*/ 578644 h 134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0550" h="1343025">
                  <a:moveTo>
                    <a:pt x="299217" y="578644"/>
                  </a:moveTo>
                  <a:cubicBezTo>
                    <a:pt x="246829" y="578644"/>
                    <a:pt x="203967" y="535781"/>
                    <a:pt x="203967" y="483394"/>
                  </a:cubicBezTo>
                  <a:cubicBezTo>
                    <a:pt x="203967" y="431006"/>
                    <a:pt x="246829" y="388144"/>
                    <a:pt x="299217" y="388144"/>
                  </a:cubicBezTo>
                  <a:cubicBezTo>
                    <a:pt x="332554" y="388144"/>
                    <a:pt x="368749" y="405289"/>
                    <a:pt x="402087" y="437674"/>
                  </a:cubicBezTo>
                  <a:cubicBezTo>
                    <a:pt x="440187" y="473869"/>
                    <a:pt x="500194" y="472916"/>
                    <a:pt x="536389" y="435769"/>
                  </a:cubicBezTo>
                  <a:cubicBezTo>
                    <a:pt x="572584" y="397669"/>
                    <a:pt x="571632" y="337661"/>
                    <a:pt x="534484" y="301466"/>
                  </a:cubicBezTo>
                  <a:cubicBezTo>
                    <a:pt x="485907" y="254794"/>
                    <a:pt x="437329" y="228124"/>
                    <a:pt x="394467" y="213836"/>
                  </a:cubicBezTo>
                  <a:lnTo>
                    <a:pt x="394467" y="102394"/>
                  </a:lnTo>
                  <a:cubicBezTo>
                    <a:pt x="394467" y="50006"/>
                    <a:pt x="351604" y="7144"/>
                    <a:pt x="299217" y="7144"/>
                  </a:cubicBezTo>
                  <a:cubicBezTo>
                    <a:pt x="246829" y="7144"/>
                    <a:pt x="203967" y="50006"/>
                    <a:pt x="203967" y="102394"/>
                  </a:cubicBezTo>
                  <a:lnTo>
                    <a:pt x="203967" y="213836"/>
                  </a:lnTo>
                  <a:cubicBezTo>
                    <a:pt x="93477" y="252889"/>
                    <a:pt x="13467" y="358616"/>
                    <a:pt x="13467" y="483394"/>
                  </a:cubicBezTo>
                  <a:cubicBezTo>
                    <a:pt x="13467" y="640556"/>
                    <a:pt x="142054" y="769144"/>
                    <a:pt x="299217" y="769144"/>
                  </a:cubicBezTo>
                  <a:cubicBezTo>
                    <a:pt x="351604" y="769144"/>
                    <a:pt x="394467" y="812006"/>
                    <a:pt x="394467" y="864394"/>
                  </a:cubicBezTo>
                  <a:cubicBezTo>
                    <a:pt x="394467" y="916781"/>
                    <a:pt x="351604" y="959644"/>
                    <a:pt x="299217" y="959644"/>
                  </a:cubicBezTo>
                  <a:cubicBezTo>
                    <a:pt x="258259" y="959644"/>
                    <a:pt x="214444" y="933926"/>
                    <a:pt x="175392" y="887254"/>
                  </a:cubicBezTo>
                  <a:cubicBezTo>
                    <a:pt x="141102" y="847249"/>
                    <a:pt x="81094" y="841534"/>
                    <a:pt x="41089" y="875824"/>
                  </a:cubicBezTo>
                  <a:cubicBezTo>
                    <a:pt x="1084" y="910114"/>
                    <a:pt x="-4631" y="970121"/>
                    <a:pt x="29659" y="1010126"/>
                  </a:cubicBezTo>
                  <a:cubicBezTo>
                    <a:pt x="80142" y="1071086"/>
                    <a:pt x="140149" y="1112996"/>
                    <a:pt x="203967" y="1133951"/>
                  </a:cubicBezTo>
                  <a:lnTo>
                    <a:pt x="203967" y="1245394"/>
                  </a:lnTo>
                  <a:cubicBezTo>
                    <a:pt x="203967" y="1297781"/>
                    <a:pt x="246829" y="1340644"/>
                    <a:pt x="299217" y="1340644"/>
                  </a:cubicBezTo>
                  <a:cubicBezTo>
                    <a:pt x="351604" y="1340644"/>
                    <a:pt x="394467" y="1297781"/>
                    <a:pt x="394467" y="1245394"/>
                  </a:cubicBezTo>
                  <a:lnTo>
                    <a:pt x="394467" y="1133951"/>
                  </a:lnTo>
                  <a:cubicBezTo>
                    <a:pt x="504957" y="1094899"/>
                    <a:pt x="584967" y="989171"/>
                    <a:pt x="584967" y="864394"/>
                  </a:cubicBezTo>
                  <a:cubicBezTo>
                    <a:pt x="584967" y="707231"/>
                    <a:pt x="456379" y="578644"/>
                    <a:pt x="299217" y="5786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CE6A9199-616E-4B0A-BB3D-B4A3FC780572}"/>
                </a:ext>
              </a:extLst>
            </p:cNvPr>
            <p:cNvSpPr/>
            <p:nvPr/>
          </p:nvSpPr>
          <p:spPr>
            <a:xfrm>
              <a:off x="6888004" y="2831306"/>
              <a:ext cx="2105025" cy="3495675"/>
            </a:xfrm>
            <a:custGeom>
              <a:avLst/>
              <a:gdLst>
                <a:gd name="connsiteX0" fmla="*/ 1722596 w 2105025"/>
                <a:gd name="connsiteY0" fmla="*/ 7144 h 3495675"/>
                <a:gd name="connsiteX1" fmla="*/ 1341596 w 2105025"/>
                <a:gd name="connsiteY1" fmla="*/ 388144 h 3495675"/>
                <a:gd name="connsiteX2" fmla="*/ 1341596 w 2105025"/>
                <a:gd name="connsiteY2" fmla="*/ 1067276 h 3495675"/>
                <a:gd name="connsiteX3" fmla="*/ 976789 w 2105025"/>
                <a:gd name="connsiteY3" fmla="*/ 1166336 h 3495675"/>
                <a:gd name="connsiteX4" fmla="*/ 337661 w 2105025"/>
                <a:gd name="connsiteY4" fmla="*/ 1805464 h 3495675"/>
                <a:gd name="connsiteX5" fmla="*/ 197644 w 2105025"/>
                <a:gd name="connsiteY5" fmla="*/ 2142649 h 3495675"/>
                <a:gd name="connsiteX6" fmla="*/ 197644 w 2105025"/>
                <a:gd name="connsiteY6" fmla="*/ 2702719 h 3495675"/>
                <a:gd name="connsiteX7" fmla="*/ 102394 w 2105025"/>
                <a:gd name="connsiteY7" fmla="*/ 2702719 h 3495675"/>
                <a:gd name="connsiteX8" fmla="*/ 7144 w 2105025"/>
                <a:gd name="connsiteY8" fmla="*/ 2797969 h 3495675"/>
                <a:gd name="connsiteX9" fmla="*/ 7144 w 2105025"/>
                <a:gd name="connsiteY9" fmla="*/ 3398044 h 3495675"/>
                <a:gd name="connsiteX10" fmla="*/ 102394 w 2105025"/>
                <a:gd name="connsiteY10" fmla="*/ 3493294 h 3495675"/>
                <a:gd name="connsiteX11" fmla="*/ 1435894 w 2105025"/>
                <a:gd name="connsiteY11" fmla="*/ 3493294 h 3495675"/>
                <a:gd name="connsiteX12" fmla="*/ 1531144 w 2105025"/>
                <a:gd name="connsiteY12" fmla="*/ 3398044 h 3495675"/>
                <a:gd name="connsiteX13" fmla="*/ 1531144 w 2105025"/>
                <a:gd name="connsiteY13" fmla="*/ 2797969 h 3495675"/>
                <a:gd name="connsiteX14" fmla="*/ 1435894 w 2105025"/>
                <a:gd name="connsiteY14" fmla="*/ 2702719 h 3495675"/>
                <a:gd name="connsiteX15" fmla="*/ 1340644 w 2105025"/>
                <a:gd name="connsiteY15" fmla="*/ 2702719 h 3495675"/>
                <a:gd name="connsiteX16" fmla="*/ 1340644 w 2105025"/>
                <a:gd name="connsiteY16" fmla="*/ 2657951 h 3495675"/>
                <a:gd name="connsiteX17" fmla="*/ 1368266 w 2105025"/>
                <a:gd name="connsiteY17" fmla="*/ 2590324 h 3495675"/>
                <a:gd name="connsiteX18" fmla="*/ 1962626 w 2105025"/>
                <a:gd name="connsiteY18" fmla="*/ 1995964 h 3495675"/>
                <a:gd name="connsiteX19" fmla="*/ 2101691 w 2105025"/>
                <a:gd name="connsiteY19" fmla="*/ 1658779 h 3495675"/>
                <a:gd name="connsiteX20" fmla="*/ 2101691 w 2105025"/>
                <a:gd name="connsiteY20" fmla="*/ 388144 h 3495675"/>
                <a:gd name="connsiteX21" fmla="*/ 1722596 w 2105025"/>
                <a:gd name="connsiteY21" fmla="*/ 7144 h 3495675"/>
                <a:gd name="connsiteX22" fmla="*/ 1341596 w 2105025"/>
                <a:gd name="connsiteY22" fmla="*/ 3302794 h 3495675"/>
                <a:gd name="connsiteX23" fmla="*/ 198596 w 2105025"/>
                <a:gd name="connsiteY23" fmla="*/ 3302794 h 3495675"/>
                <a:gd name="connsiteX24" fmla="*/ 198596 w 2105025"/>
                <a:gd name="connsiteY24" fmla="*/ 2893219 h 3495675"/>
                <a:gd name="connsiteX25" fmla="*/ 1341596 w 2105025"/>
                <a:gd name="connsiteY25" fmla="*/ 2893219 h 3495675"/>
                <a:gd name="connsiteX26" fmla="*/ 1341596 w 2105025"/>
                <a:gd name="connsiteY26" fmla="*/ 3302794 h 3495675"/>
                <a:gd name="connsiteX27" fmla="*/ 1913096 w 2105025"/>
                <a:gd name="connsiteY27" fmla="*/ 1658779 h 3495675"/>
                <a:gd name="connsiteX28" fmla="*/ 1829276 w 2105025"/>
                <a:gd name="connsiteY28" fmla="*/ 1860709 h 3495675"/>
                <a:gd name="connsiteX29" fmla="*/ 1234916 w 2105025"/>
                <a:gd name="connsiteY29" fmla="*/ 2455069 h 3495675"/>
                <a:gd name="connsiteX30" fmla="*/ 1151096 w 2105025"/>
                <a:gd name="connsiteY30" fmla="*/ 2656999 h 3495675"/>
                <a:gd name="connsiteX31" fmla="*/ 1151096 w 2105025"/>
                <a:gd name="connsiteY31" fmla="*/ 2701766 h 3495675"/>
                <a:gd name="connsiteX32" fmla="*/ 389096 w 2105025"/>
                <a:gd name="connsiteY32" fmla="*/ 2701766 h 3495675"/>
                <a:gd name="connsiteX33" fmla="*/ 389096 w 2105025"/>
                <a:gd name="connsiteY33" fmla="*/ 2140744 h 3495675"/>
                <a:gd name="connsiteX34" fmla="*/ 472916 w 2105025"/>
                <a:gd name="connsiteY34" fmla="*/ 1938814 h 3495675"/>
                <a:gd name="connsiteX35" fmla="*/ 1112044 w 2105025"/>
                <a:gd name="connsiteY35" fmla="*/ 1299686 h 3495675"/>
                <a:gd name="connsiteX36" fmla="*/ 1373981 w 2105025"/>
                <a:gd name="connsiteY36" fmla="*/ 1292066 h 3495675"/>
                <a:gd name="connsiteX37" fmla="*/ 1375886 w 2105025"/>
                <a:gd name="connsiteY37" fmla="*/ 1293019 h 3495675"/>
                <a:gd name="connsiteX38" fmla="*/ 1382554 w 2105025"/>
                <a:gd name="connsiteY38" fmla="*/ 1298734 h 3495675"/>
                <a:gd name="connsiteX39" fmla="*/ 1438751 w 2105025"/>
                <a:gd name="connsiteY39" fmla="*/ 1433036 h 3495675"/>
                <a:gd name="connsiteX40" fmla="*/ 1382554 w 2105025"/>
                <a:gd name="connsiteY40" fmla="*/ 1567339 h 3495675"/>
                <a:gd name="connsiteX41" fmla="*/ 909161 w 2105025"/>
                <a:gd name="connsiteY41" fmla="*/ 2040731 h 3495675"/>
                <a:gd name="connsiteX42" fmla="*/ 909161 w 2105025"/>
                <a:gd name="connsiteY42" fmla="*/ 2175034 h 3495675"/>
                <a:gd name="connsiteX43" fmla="*/ 1043464 w 2105025"/>
                <a:gd name="connsiteY43" fmla="*/ 2175034 h 3495675"/>
                <a:gd name="connsiteX44" fmla="*/ 1516856 w 2105025"/>
                <a:gd name="connsiteY44" fmla="*/ 1701641 h 3495675"/>
                <a:gd name="connsiteX45" fmla="*/ 1628299 w 2105025"/>
                <a:gd name="connsiteY45" fmla="*/ 1432084 h 3495675"/>
                <a:gd name="connsiteX46" fmla="*/ 1533049 w 2105025"/>
                <a:gd name="connsiteY46" fmla="*/ 1180624 h 3495675"/>
                <a:gd name="connsiteX47" fmla="*/ 1533049 w 2105025"/>
                <a:gd name="connsiteY47" fmla="*/ 388144 h 3495675"/>
                <a:gd name="connsiteX48" fmla="*/ 1723549 w 2105025"/>
                <a:gd name="connsiteY48" fmla="*/ 197644 h 3495675"/>
                <a:gd name="connsiteX49" fmla="*/ 1914049 w 2105025"/>
                <a:gd name="connsiteY49" fmla="*/ 388144 h 3495675"/>
                <a:gd name="connsiteX50" fmla="*/ 1914049 w 2105025"/>
                <a:gd name="connsiteY50" fmla="*/ 1658779 h 3495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105025" h="3495675">
                  <a:moveTo>
                    <a:pt x="1722596" y="7144"/>
                  </a:moveTo>
                  <a:cubicBezTo>
                    <a:pt x="1512094" y="7144"/>
                    <a:pt x="1341596" y="177641"/>
                    <a:pt x="1341596" y="388144"/>
                  </a:cubicBezTo>
                  <a:lnTo>
                    <a:pt x="1341596" y="1067276"/>
                  </a:lnTo>
                  <a:cubicBezTo>
                    <a:pt x="1214914" y="1034891"/>
                    <a:pt x="1075849" y="1068229"/>
                    <a:pt x="976789" y="1166336"/>
                  </a:cubicBezTo>
                  <a:lnTo>
                    <a:pt x="337661" y="1805464"/>
                  </a:lnTo>
                  <a:cubicBezTo>
                    <a:pt x="248126" y="1894999"/>
                    <a:pt x="197644" y="2015014"/>
                    <a:pt x="197644" y="2142649"/>
                  </a:cubicBezTo>
                  <a:lnTo>
                    <a:pt x="197644" y="2702719"/>
                  </a:lnTo>
                  <a:lnTo>
                    <a:pt x="102394" y="2702719"/>
                  </a:lnTo>
                  <a:cubicBezTo>
                    <a:pt x="50006" y="2702719"/>
                    <a:pt x="7144" y="2745581"/>
                    <a:pt x="7144" y="2797969"/>
                  </a:cubicBezTo>
                  <a:lnTo>
                    <a:pt x="7144" y="3398044"/>
                  </a:lnTo>
                  <a:cubicBezTo>
                    <a:pt x="7144" y="3450431"/>
                    <a:pt x="50006" y="3493294"/>
                    <a:pt x="102394" y="3493294"/>
                  </a:cubicBezTo>
                  <a:lnTo>
                    <a:pt x="1435894" y="3493294"/>
                  </a:lnTo>
                  <a:cubicBezTo>
                    <a:pt x="1488281" y="3493294"/>
                    <a:pt x="1531144" y="3450431"/>
                    <a:pt x="1531144" y="3398044"/>
                  </a:cubicBezTo>
                  <a:lnTo>
                    <a:pt x="1531144" y="2797969"/>
                  </a:lnTo>
                  <a:cubicBezTo>
                    <a:pt x="1531144" y="2745581"/>
                    <a:pt x="1488281" y="2702719"/>
                    <a:pt x="1435894" y="2702719"/>
                  </a:cubicBezTo>
                  <a:lnTo>
                    <a:pt x="1340644" y="2702719"/>
                  </a:lnTo>
                  <a:lnTo>
                    <a:pt x="1340644" y="2657951"/>
                  </a:lnTo>
                  <a:cubicBezTo>
                    <a:pt x="1340644" y="2633186"/>
                    <a:pt x="1351121" y="2608421"/>
                    <a:pt x="1368266" y="2590324"/>
                  </a:cubicBezTo>
                  <a:lnTo>
                    <a:pt x="1962626" y="1995964"/>
                  </a:lnTo>
                  <a:cubicBezTo>
                    <a:pt x="2052161" y="1906429"/>
                    <a:pt x="2101691" y="1786414"/>
                    <a:pt x="2101691" y="1658779"/>
                  </a:cubicBezTo>
                  <a:lnTo>
                    <a:pt x="2101691" y="388144"/>
                  </a:lnTo>
                  <a:cubicBezTo>
                    <a:pt x="2103596" y="177641"/>
                    <a:pt x="1933099" y="7144"/>
                    <a:pt x="1722596" y="7144"/>
                  </a:cubicBezTo>
                  <a:close/>
                  <a:moveTo>
                    <a:pt x="1341596" y="3302794"/>
                  </a:moveTo>
                  <a:lnTo>
                    <a:pt x="198596" y="3302794"/>
                  </a:lnTo>
                  <a:lnTo>
                    <a:pt x="198596" y="2893219"/>
                  </a:lnTo>
                  <a:lnTo>
                    <a:pt x="1341596" y="2893219"/>
                  </a:lnTo>
                  <a:lnTo>
                    <a:pt x="1341596" y="3302794"/>
                  </a:lnTo>
                  <a:close/>
                  <a:moveTo>
                    <a:pt x="1913096" y="1658779"/>
                  </a:moveTo>
                  <a:cubicBezTo>
                    <a:pt x="1913096" y="1734979"/>
                    <a:pt x="1883569" y="1806416"/>
                    <a:pt x="1829276" y="1860709"/>
                  </a:cubicBezTo>
                  <a:lnTo>
                    <a:pt x="1234916" y="2455069"/>
                  </a:lnTo>
                  <a:cubicBezTo>
                    <a:pt x="1181576" y="2508409"/>
                    <a:pt x="1151096" y="2581751"/>
                    <a:pt x="1151096" y="2656999"/>
                  </a:cubicBezTo>
                  <a:lnTo>
                    <a:pt x="1151096" y="2701766"/>
                  </a:lnTo>
                  <a:lnTo>
                    <a:pt x="389096" y="2701766"/>
                  </a:lnTo>
                  <a:lnTo>
                    <a:pt x="389096" y="2140744"/>
                  </a:lnTo>
                  <a:cubicBezTo>
                    <a:pt x="389096" y="2064544"/>
                    <a:pt x="418624" y="1992154"/>
                    <a:pt x="472916" y="1938814"/>
                  </a:cubicBezTo>
                  <a:lnTo>
                    <a:pt x="1112044" y="1299686"/>
                  </a:lnTo>
                  <a:cubicBezTo>
                    <a:pt x="1183481" y="1228249"/>
                    <a:pt x="1298734" y="1225391"/>
                    <a:pt x="1373981" y="1292066"/>
                  </a:cubicBezTo>
                  <a:cubicBezTo>
                    <a:pt x="1374934" y="1292066"/>
                    <a:pt x="1374934" y="1293019"/>
                    <a:pt x="1375886" y="1293019"/>
                  </a:cubicBezTo>
                  <a:cubicBezTo>
                    <a:pt x="1377791" y="1294924"/>
                    <a:pt x="1379696" y="1296829"/>
                    <a:pt x="1382554" y="1298734"/>
                  </a:cubicBezTo>
                  <a:cubicBezTo>
                    <a:pt x="1418749" y="1334929"/>
                    <a:pt x="1438751" y="1382554"/>
                    <a:pt x="1438751" y="1433036"/>
                  </a:cubicBezTo>
                  <a:cubicBezTo>
                    <a:pt x="1438751" y="1483519"/>
                    <a:pt x="1418749" y="1532096"/>
                    <a:pt x="1382554" y="1567339"/>
                  </a:cubicBezTo>
                  <a:lnTo>
                    <a:pt x="909161" y="2040731"/>
                  </a:lnTo>
                  <a:cubicBezTo>
                    <a:pt x="872014" y="2077879"/>
                    <a:pt x="872014" y="2137886"/>
                    <a:pt x="909161" y="2175034"/>
                  </a:cubicBezTo>
                  <a:cubicBezTo>
                    <a:pt x="946309" y="2212181"/>
                    <a:pt x="1006316" y="2212181"/>
                    <a:pt x="1043464" y="2175034"/>
                  </a:cubicBezTo>
                  <a:lnTo>
                    <a:pt x="1516856" y="1701641"/>
                  </a:lnTo>
                  <a:cubicBezTo>
                    <a:pt x="1589246" y="1629251"/>
                    <a:pt x="1628299" y="1534001"/>
                    <a:pt x="1628299" y="1432084"/>
                  </a:cubicBezTo>
                  <a:cubicBezTo>
                    <a:pt x="1628299" y="1338739"/>
                    <a:pt x="1594961" y="1250156"/>
                    <a:pt x="1533049" y="1180624"/>
                  </a:cubicBezTo>
                  <a:lnTo>
                    <a:pt x="1533049" y="388144"/>
                  </a:lnTo>
                  <a:cubicBezTo>
                    <a:pt x="1533049" y="283369"/>
                    <a:pt x="1618774" y="197644"/>
                    <a:pt x="1723549" y="197644"/>
                  </a:cubicBezTo>
                  <a:cubicBezTo>
                    <a:pt x="1828324" y="197644"/>
                    <a:pt x="1914049" y="283369"/>
                    <a:pt x="1914049" y="388144"/>
                  </a:cubicBezTo>
                  <a:lnTo>
                    <a:pt x="1914049" y="16587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7D5081CC-8131-4447-B4CB-4D4D7D620E62}"/>
                </a:ext>
              </a:extLst>
            </p:cNvPr>
            <p:cNvSpPr/>
            <p:nvPr/>
          </p:nvSpPr>
          <p:spPr>
            <a:xfrm>
              <a:off x="4107656" y="2831306"/>
              <a:ext cx="2105025" cy="3495675"/>
            </a:xfrm>
            <a:custGeom>
              <a:avLst/>
              <a:gdLst>
                <a:gd name="connsiteX0" fmla="*/ 2007394 w 2105025"/>
                <a:gd name="connsiteY0" fmla="*/ 2702719 h 3495675"/>
                <a:gd name="connsiteX1" fmla="*/ 1912144 w 2105025"/>
                <a:gd name="connsiteY1" fmla="*/ 2702719 h 3495675"/>
                <a:gd name="connsiteX2" fmla="*/ 1912144 w 2105025"/>
                <a:gd name="connsiteY2" fmla="*/ 2141696 h 3495675"/>
                <a:gd name="connsiteX3" fmla="*/ 1773079 w 2105025"/>
                <a:gd name="connsiteY3" fmla="*/ 1804511 h 3495675"/>
                <a:gd name="connsiteX4" fmla="*/ 1133951 w 2105025"/>
                <a:gd name="connsiteY4" fmla="*/ 1165384 h 3495675"/>
                <a:gd name="connsiteX5" fmla="*/ 769144 w 2105025"/>
                <a:gd name="connsiteY5" fmla="*/ 1066324 h 3495675"/>
                <a:gd name="connsiteX6" fmla="*/ 769144 w 2105025"/>
                <a:gd name="connsiteY6" fmla="*/ 388144 h 3495675"/>
                <a:gd name="connsiteX7" fmla="*/ 388144 w 2105025"/>
                <a:gd name="connsiteY7" fmla="*/ 7144 h 3495675"/>
                <a:gd name="connsiteX8" fmla="*/ 7144 w 2105025"/>
                <a:gd name="connsiteY8" fmla="*/ 388144 h 3495675"/>
                <a:gd name="connsiteX9" fmla="*/ 7144 w 2105025"/>
                <a:gd name="connsiteY9" fmla="*/ 1658779 h 3495675"/>
                <a:gd name="connsiteX10" fmla="*/ 146209 w 2105025"/>
                <a:gd name="connsiteY10" fmla="*/ 1995964 h 3495675"/>
                <a:gd name="connsiteX11" fmla="*/ 740569 w 2105025"/>
                <a:gd name="connsiteY11" fmla="*/ 2590324 h 3495675"/>
                <a:gd name="connsiteX12" fmla="*/ 768191 w 2105025"/>
                <a:gd name="connsiteY12" fmla="*/ 2657951 h 3495675"/>
                <a:gd name="connsiteX13" fmla="*/ 768191 w 2105025"/>
                <a:gd name="connsiteY13" fmla="*/ 2702719 h 3495675"/>
                <a:gd name="connsiteX14" fmla="*/ 673894 w 2105025"/>
                <a:gd name="connsiteY14" fmla="*/ 2702719 h 3495675"/>
                <a:gd name="connsiteX15" fmla="*/ 578644 w 2105025"/>
                <a:gd name="connsiteY15" fmla="*/ 2797969 h 3495675"/>
                <a:gd name="connsiteX16" fmla="*/ 578644 w 2105025"/>
                <a:gd name="connsiteY16" fmla="*/ 3398044 h 3495675"/>
                <a:gd name="connsiteX17" fmla="*/ 673894 w 2105025"/>
                <a:gd name="connsiteY17" fmla="*/ 3493294 h 3495675"/>
                <a:gd name="connsiteX18" fmla="*/ 2007394 w 2105025"/>
                <a:gd name="connsiteY18" fmla="*/ 3493294 h 3495675"/>
                <a:gd name="connsiteX19" fmla="*/ 2102644 w 2105025"/>
                <a:gd name="connsiteY19" fmla="*/ 3398044 h 3495675"/>
                <a:gd name="connsiteX20" fmla="*/ 2102644 w 2105025"/>
                <a:gd name="connsiteY20" fmla="*/ 2797969 h 3495675"/>
                <a:gd name="connsiteX21" fmla="*/ 2007394 w 2105025"/>
                <a:gd name="connsiteY21" fmla="*/ 2702719 h 3495675"/>
                <a:gd name="connsiteX22" fmla="*/ 281464 w 2105025"/>
                <a:gd name="connsiteY22" fmla="*/ 1860709 h 3495675"/>
                <a:gd name="connsiteX23" fmla="*/ 197644 w 2105025"/>
                <a:gd name="connsiteY23" fmla="*/ 1658779 h 3495675"/>
                <a:gd name="connsiteX24" fmla="*/ 197644 w 2105025"/>
                <a:gd name="connsiteY24" fmla="*/ 388144 h 3495675"/>
                <a:gd name="connsiteX25" fmla="*/ 388144 w 2105025"/>
                <a:gd name="connsiteY25" fmla="*/ 197644 h 3495675"/>
                <a:gd name="connsiteX26" fmla="*/ 578644 w 2105025"/>
                <a:gd name="connsiteY26" fmla="*/ 388144 h 3495675"/>
                <a:gd name="connsiteX27" fmla="*/ 578644 w 2105025"/>
                <a:gd name="connsiteY27" fmla="*/ 1184434 h 3495675"/>
                <a:gd name="connsiteX28" fmla="*/ 483394 w 2105025"/>
                <a:gd name="connsiteY28" fmla="*/ 1435894 h 3495675"/>
                <a:gd name="connsiteX29" fmla="*/ 594836 w 2105025"/>
                <a:gd name="connsiteY29" fmla="*/ 1705451 h 3495675"/>
                <a:gd name="connsiteX30" fmla="*/ 1071086 w 2105025"/>
                <a:gd name="connsiteY30" fmla="*/ 2181701 h 3495675"/>
                <a:gd name="connsiteX31" fmla="*/ 1205389 w 2105025"/>
                <a:gd name="connsiteY31" fmla="*/ 2181701 h 3495675"/>
                <a:gd name="connsiteX32" fmla="*/ 1205389 w 2105025"/>
                <a:gd name="connsiteY32" fmla="*/ 2047399 h 3495675"/>
                <a:gd name="connsiteX33" fmla="*/ 729139 w 2105025"/>
                <a:gd name="connsiteY33" fmla="*/ 1571149 h 3495675"/>
                <a:gd name="connsiteX34" fmla="*/ 672941 w 2105025"/>
                <a:gd name="connsiteY34" fmla="*/ 1436846 h 3495675"/>
                <a:gd name="connsiteX35" fmla="*/ 729139 w 2105025"/>
                <a:gd name="connsiteY35" fmla="*/ 1302544 h 3495675"/>
                <a:gd name="connsiteX36" fmla="*/ 735806 w 2105025"/>
                <a:gd name="connsiteY36" fmla="*/ 1296829 h 3495675"/>
                <a:gd name="connsiteX37" fmla="*/ 737711 w 2105025"/>
                <a:gd name="connsiteY37" fmla="*/ 1295876 h 3495675"/>
                <a:gd name="connsiteX38" fmla="*/ 998696 w 2105025"/>
                <a:gd name="connsiteY38" fmla="*/ 1303496 h 3495675"/>
                <a:gd name="connsiteX39" fmla="*/ 1637824 w 2105025"/>
                <a:gd name="connsiteY39" fmla="*/ 1942624 h 3495675"/>
                <a:gd name="connsiteX40" fmla="*/ 1721644 w 2105025"/>
                <a:gd name="connsiteY40" fmla="*/ 2144554 h 3495675"/>
                <a:gd name="connsiteX41" fmla="*/ 1721644 w 2105025"/>
                <a:gd name="connsiteY41" fmla="*/ 2702719 h 3495675"/>
                <a:gd name="connsiteX42" fmla="*/ 959644 w 2105025"/>
                <a:gd name="connsiteY42" fmla="*/ 2702719 h 3495675"/>
                <a:gd name="connsiteX43" fmla="*/ 959644 w 2105025"/>
                <a:gd name="connsiteY43" fmla="*/ 2657951 h 3495675"/>
                <a:gd name="connsiteX44" fmla="*/ 875824 w 2105025"/>
                <a:gd name="connsiteY44" fmla="*/ 2456021 h 3495675"/>
                <a:gd name="connsiteX45" fmla="*/ 281464 w 2105025"/>
                <a:gd name="connsiteY45" fmla="*/ 1860709 h 3495675"/>
                <a:gd name="connsiteX46" fmla="*/ 1912144 w 2105025"/>
                <a:gd name="connsiteY46" fmla="*/ 3302794 h 3495675"/>
                <a:gd name="connsiteX47" fmla="*/ 769144 w 2105025"/>
                <a:gd name="connsiteY47" fmla="*/ 3302794 h 3495675"/>
                <a:gd name="connsiteX48" fmla="*/ 769144 w 2105025"/>
                <a:gd name="connsiteY48" fmla="*/ 2893219 h 3495675"/>
                <a:gd name="connsiteX49" fmla="*/ 1912144 w 2105025"/>
                <a:gd name="connsiteY49" fmla="*/ 2893219 h 3495675"/>
                <a:gd name="connsiteX50" fmla="*/ 1912144 w 2105025"/>
                <a:gd name="connsiteY50" fmla="*/ 3302794 h 3495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105025" h="3495675">
                  <a:moveTo>
                    <a:pt x="2007394" y="2702719"/>
                  </a:moveTo>
                  <a:lnTo>
                    <a:pt x="1912144" y="2702719"/>
                  </a:lnTo>
                  <a:lnTo>
                    <a:pt x="1912144" y="2141696"/>
                  </a:lnTo>
                  <a:cubicBezTo>
                    <a:pt x="1912144" y="2014061"/>
                    <a:pt x="1862614" y="1894999"/>
                    <a:pt x="1773079" y="1804511"/>
                  </a:cubicBezTo>
                  <a:lnTo>
                    <a:pt x="1133951" y="1165384"/>
                  </a:lnTo>
                  <a:cubicBezTo>
                    <a:pt x="1035844" y="1067276"/>
                    <a:pt x="895826" y="1032986"/>
                    <a:pt x="769144" y="1066324"/>
                  </a:cubicBezTo>
                  <a:lnTo>
                    <a:pt x="769144" y="388144"/>
                  </a:lnTo>
                  <a:cubicBezTo>
                    <a:pt x="769144" y="177641"/>
                    <a:pt x="598646" y="7144"/>
                    <a:pt x="388144" y="7144"/>
                  </a:cubicBezTo>
                  <a:cubicBezTo>
                    <a:pt x="177641" y="7144"/>
                    <a:pt x="7144" y="177641"/>
                    <a:pt x="7144" y="388144"/>
                  </a:cubicBezTo>
                  <a:lnTo>
                    <a:pt x="7144" y="1658779"/>
                  </a:lnTo>
                  <a:cubicBezTo>
                    <a:pt x="7144" y="1786414"/>
                    <a:pt x="56674" y="1905476"/>
                    <a:pt x="146209" y="1995964"/>
                  </a:cubicBezTo>
                  <a:lnTo>
                    <a:pt x="740569" y="2590324"/>
                  </a:lnTo>
                  <a:cubicBezTo>
                    <a:pt x="758666" y="2608421"/>
                    <a:pt x="768191" y="2632234"/>
                    <a:pt x="768191" y="2657951"/>
                  </a:cubicBezTo>
                  <a:lnTo>
                    <a:pt x="768191" y="2702719"/>
                  </a:lnTo>
                  <a:lnTo>
                    <a:pt x="673894" y="2702719"/>
                  </a:lnTo>
                  <a:cubicBezTo>
                    <a:pt x="621506" y="2702719"/>
                    <a:pt x="578644" y="2745581"/>
                    <a:pt x="578644" y="2797969"/>
                  </a:cubicBezTo>
                  <a:lnTo>
                    <a:pt x="578644" y="3398044"/>
                  </a:lnTo>
                  <a:cubicBezTo>
                    <a:pt x="578644" y="3450431"/>
                    <a:pt x="621506" y="3493294"/>
                    <a:pt x="673894" y="3493294"/>
                  </a:cubicBezTo>
                  <a:lnTo>
                    <a:pt x="2007394" y="3493294"/>
                  </a:lnTo>
                  <a:cubicBezTo>
                    <a:pt x="2059781" y="3493294"/>
                    <a:pt x="2102644" y="3450431"/>
                    <a:pt x="2102644" y="3398044"/>
                  </a:cubicBezTo>
                  <a:lnTo>
                    <a:pt x="2102644" y="2797969"/>
                  </a:lnTo>
                  <a:cubicBezTo>
                    <a:pt x="2102644" y="2745581"/>
                    <a:pt x="2059781" y="2702719"/>
                    <a:pt x="2007394" y="2702719"/>
                  </a:cubicBezTo>
                  <a:close/>
                  <a:moveTo>
                    <a:pt x="281464" y="1860709"/>
                  </a:moveTo>
                  <a:cubicBezTo>
                    <a:pt x="227171" y="1806416"/>
                    <a:pt x="197644" y="1734979"/>
                    <a:pt x="197644" y="1658779"/>
                  </a:cubicBezTo>
                  <a:lnTo>
                    <a:pt x="197644" y="388144"/>
                  </a:lnTo>
                  <a:cubicBezTo>
                    <a:pt x="197644" y="283369"/>
                    <a:pt x="283369" y="197644"/>
                    <a:pt x="388144" y="197644"/>
                  </a:cubicBezTo>
                  <a:cubicBezTo>
                    <a:pt x="492919" y="197644"/>
                    <a:pt x="578644" y="283369"/>
                    <a:pt x="578644" y="388144"/>
                  </a:cubicBezTo>
                  <a:lnTo>
                    <a:pt x="578644" y="1184434"/>
                  </a:lnTo>
                  <a:cubicBezTo>
                    <a:pt x="516731" y="1253966"/>
                    <a:pt x="483394" y="1342549"/>
                    <a:pt x="483394" y="1435894"/>
                  </a:cubicBezTo>
                  <a:cubicBezTo>
                    <a:pt x="483394" y="1537811"/>
                    <a:pt x="523399" y="1633061"/>
                    <a:pt x="594836" y="1705451"/>
                  </a:cubicBezTo>
                  <a:lnTo>
                    <a:pt x="1071086" y="2181701"/>
                  </a:lnTo>
                  <a:cubicBezTo>
                    <a:pt x="1108234" y="2218849"/>
                    <a:pt x="1168241" y="2218849"/>
                    <a:pt x="1205389" y="2181701"/>
                  </a:cubicBezTo>
                  <a:cubicBezTo>
                    <a:pt x="1242536" y="2144554"/>
                    <a:pt x="1242536" y="2084546"/>
                    <a:pt x="1205389" y="2047399"/>
                  </a:cubicBezTo>
                  <a:lnTo>
                    <a:pt x="729139" y="1571149"/>
                  </a:lnTo>
                  <a:cubicBezTo>
                    <a:pt x="692944" y="1534954"/>
                    <a:pt x="672941" y="1487329"/>
                    <a:pt x="672941" y="1436846"/>
                  </a:cubicBezTo>
                  <a:cubicBezTo>
                    <a:pt x="672941" y="1386364"/>
                    <a:pt x="692944" y="1337786"/>
                    <a:pt x="729139" y="1302544"/>
                  </a:cubicBezTo>
                  <a:cubicBezTo>
                    <a:pt x="731044" y="1300639"/>
                    <a:pt x="732949" y="1298734"/>
                    <a:pt x="735806" y="1296829"/>
                  </a:cubicBezTo>
                  <a:lnTo>
                    <a:pt x="737711" y="1295876"/>
                  </a:lnTo>
                  <a:cubicBezTo>
                    <a:pt x="812959" y="1228249"/>
                    <a:pt x="927259" y="1232059"/>
                    <a:pt x="998696" y="1303496"/>
                  </a:cubicBezTo>
                  <a:lnTo>
                    <a:pt x="1637824" y="1942624"/>
                  </a:lnTo>
                  <a:cubicBezTo>
                    <a:pt x="1692116" y="1996916"/>
                    <a:pt x="1721644" y="2068354"/>
                    <a:pt x="1721644" y="2144554"/>
                  </a:cubicBezTo>
                  <a:lnTo>
                    <a:pt x="1721644" y="2702719"/>
                  </a:lnTo>
                  <a:lnTo>
                    <a:pt x="959644" y="2702719"/>
                  </a:lnTo>
                  <a:lnTo>
                    <a:pt x="959644" y="2657951"/>
                  </a:lnTo>
                  <a:cubicBezTo>
                    <a:pt x="959644" y="2582704"/>
                    <a:pt x="929164" y="2509361"/>
                    <a:pt x="875824" y="2456021"/>
                  </a:cubicBezTo>
                  <a:lnTo>
                    <a:pt x="281464" y="1860709"/>
                  </a:lnTo>
                  <a:close/>
                  <a:moveTo>
                    <a:pt x="1912144" y="3302794"/>
                  </a:moveTo>
                  <a:lnTo>
                    <a:pt x="769144" y="3302794"/>
                  </a:lnTo>
                  <a:lnTo>
                    <a:pt x="769144" y="2893219"/>
                  </a:lnTo>
                  <a:lnTo>
                    <a:pt x="1912144" y="2893219"/>
                  </a:lnTo>
                  <a:lnTo>
                    <a:pt x="1912144" y="330279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497712-DA51-4DD4-A61A-23EF1546DF65}"/>
                </a:ext>
              </a:extLst>
            </p:cNvPr>
            <p:cNvSpPr/>
            <p:nvPr/>
          </p:nvSpPr>
          <p:spPr>
            <a:xfrm>
              <a:off x="5117306" y="1440656"/>
              <a:ext cx="2867025" cy="2867025"/>
            </a:xfrm>
            <a:custGeom>
              <a:avLst/>
              <a:gdLst>
                <a:gd name="connsiteX0" fmla="*/ 1435894 w 2867025"/>
                <a:gd name="connsiteY0" fmla="*/ 7144 h 2867025"/>
                <a:gd name="connsiteX1" fmla="*/ 7144 w 2867025"/>
                <a:gd name="connsiteY1" fmla="*/ 1435894 h 2867025"/>
                <a:gd name="connsiteX2" fmla="*/ 1435894 w 2867025"/>
                <a:gd name="connsiteY2" fmla="*/ 2864644 h 2867025"/>
                <a:gd name="connsiteX3" fmla="*/ 2864644 w 2867025"/>
                <a:gd name="connsiteY3" fmla="*/ 1435894 h 2867025"/>
                <a:gd name="connsiteX4" fmla="*/ 1435894 w 2867025"/>
                <a:gd name="connsiteY4" fmla="*/ 7144 h 2867025"/>
                <a:gd name="connsiteX5" fmla="*/ 1435894 w 2867025"/>
                <a:gd name="connsiteY5" fmla="*/ 2674144 h 2867025"/>
                <a:gd name="connsiteX6" fmla="*/ 197644 w 2867025"/>
                <a:gd name="connsiteY6" fmla="*/ 1435894 h 2867025"/>
                <a:gd name="connsiteX7" fmla="*/ 1435894 w 2867025"/>
                <a:gd name="connsiteY7" fmla="*/ 197644 h 2867025"/>
                <a:gd name="connsiteX8" fmla="*/ 2674144 w 2867025"/>
                <a:gd name="connsiteY8" fmla="*/ 1435894 h 2867025"/>
                <a:gd name="connsiteX9" fmla="*/ 1435894 w 2867025"/>
                <a:gd name="connsiteY9" fmla="*/ 2674144 h 286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67025" h="2867025">
                  <a:moveTo>
                    <a:pt x="1435894" y="7144"/>
                  </a:moveTo>
                  <a:cubicBezTo>
                    <a:pt x="648176" y="7144"/>
                    <a:pt x="7144" y="648176"/>
                    <a:pt x="7144" y="1435894"/>
                  </a:cubicBezTo>
                  <a:cubicBezTo>
                    <a:pt x="7144" y="2223611"/>
                    <a:pt x="648176" y="2864644"/>
                    <a:pt x="1435894" y="2864644"/>
                  </a:cubicBezTo>
                  <a:cubicBezTo>
                    <a:pt x="2223611" y="2864644"/>
                    <a:pt x="2864644" y="2223611"/>
                    <a:pt x="2864644" y="1435894"/>
                  </a:cubicBezTo>
                  <a:cubicBezTo>
                    <a:pt x="2864644" y="648176"/>
                    <a:pt x="2223611" y="7144"/>
                    <a:pt x="1435894" y="7144"/>
                  </a:cubicBezTo>
                  <a:close/>
                  <a:moveTo>
                    <a:pt x="1435894" y="2674144"/>
                  </a:moveTo>
                  <a:cubicBezTo>
                    <a:pt x="752951" y="2674144"/>
                    <a:pt x="197644" y="2118836"/>
                    <a:pt x="197644" y="1435894"/>
                  </a:cubicBezTo>
                  <a:cubicBezTo>
                    <a:pt x="197644" y="752951"/>
                    <a:pt x="752951" y="197644"/>
                    <a:pt x="1435894" y="197644"/>
                  </a:cubicBezTo>
                  <a:cubicBezTo>
                    <a:pt x="2118836" y="197644"/>
                    <a:pt x="2674144" y="752951"/>
                    <a:pt x="2674144" y="1435894"/>
                  </a:cubicBezTo>
                  <a:cubicBezTo>
                    <a:pt x="2674144" y="2118836"/>
                    <a:pt x="2118836" y="2674144"/>
                    <a:pt x="1435894" y="2674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484662AB-FAB0-4266-8504-663F2355E628}"/>
                </a:ext>
              </a:extLst>
            </p:cNvPr>
            <p:cNvSpPr/>
            <p:nvPr/>
          </p:nvSpPr>
          <p:spPr>
            <a:xfrm>
              <a:off x="5498306" y="1822584"/>
              <a:ext cx="2105025" cy="2105025"/>
            </a:xfrm>
            <a:custGeom>
              <a:avLst/>
              <a:gdLst>
                <a:gd name="connsiteX0" fmla="*/ 1713071 w 2105025"/>
                <a:gd name="connsiteY0" fmla="*/ 238626 h 2105025"/>
                <a:gd name="connsiteX1" fmla="*/ 823436 w 2105025"/>
                <a:gd name="connsiteY1" fmla="*/ 31934 h 2105025"/>
                <a:gd name="connsiteX2" fmla="*/ 750094 w 2105025"/>
                <a:gd name="connsiteY2" fmla="*/ 145281 h 2105025"/>
                <a:gd name="connsiteX3" fmla="*/ 863441 w 2105025"/>
                <a:gd name="connsiteY3" fmla="*/ 218624 h 2105025"/>
                <a:gd name="connsiteX4" fmla="*/ 1593056 w 2105025"/>
                <a:gd name="connsiteY4" fmla="*/ 388169 h 2105025"/>
                <a:gd name="connsiteX5" fmla="*/ 1912144 w 2105025"/>
                <a:gd name="connsiteY5" fmla="*/ 1053966 h 2105025"/>
                <a:gd name="connsiteX6" fmla="*/ 1054894 w 2105025"/>
                <a:gd name="connsiteY6" fmla="*/ 1911216 h 2105025"/>
                <a:gd name="connsiteX7" fmla="*/ 197644 w 2105025"/>
                <a:gd name="connsiteY7" fmla="*/ 1053966 h 2105025"/>
                <a:gd name="connsiteX8" fmla="*/ 298609 w 2105025"/>
                <a:gd name="connsiteY8" fmla="*/ 649154 h 2105025"/>
                <a:gd name="connsiteX9" fmla="*/ 259556 w 2105025"/>
                <a:gd name="connsiteY9" fmla="*/ 520566 h 2105025"/>
                <a:gd name="connsiteX10" fmla="*/ 130969 w 2105025"/>
                <a:gd name="connsiteY10" fmla="*/ 559619 h 2105025"/>
                <a:gd name="connsiteX11" fmla="*/ 7144 w 2105025"/>
                <a:gd name="connsiteY11" fmla="*/ 1053966 h 2105025"/>
                <a:gd name="connsiteX12" fmla="*/ 1054894 w 2105025"/>
                <a:gd name="connsiteY12" fmla="*/ 2101716 h 2105025"/>
                <a:gd name="connsiteX13" fmla="*/ 2102644 w 2105025"/>
                <a:gd name="connsiteY13" fmla="*/ 1053966 h 2105025"/>
                <a:gd name="connsiteX14" fmla="*/ 1713071 w 2105025"/>
                <a:gd name="connsiteY14" fmla="*/ 238626 h 2105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05025" h="2105025">
                  <a:moveTo>
                    <a:pt x="1713071" y="238626"/>
                  </a:moveTo>
                  <a:cubicBezTo>
                    <a:pt x="1465421" y="38601"/>
                    <a:pt x="1140619" y="-36646"/>
                    <a:pt x="823436" y="31934"/>
                  </a:cubicBezTo>
                  <a:cubicBezTo>
                    <a:pt x="772001" y="43364"/>
                    <a:pt x="739616" y="93846"/>
                    <a:pt x="750094" y="145281"/>
                  </a:cubicBezTo>
                  <a:cubicBezTo>
                    <a:pt x="761524" y="196716"/>
                    <a:pt x="812006" y="229101"/>
                    <a:pt x="863441" y="218624"/>
                  </a:cubicBezTo>
                  <a:cubicBezTo>
                    <a:pt x="1124426" y="162426"/>
                    <a:pt x="1390174" y="224339"/>
                    <a:pt x="1593056" y="388169"/>
                  </a:cubicBezTo>
                  <a:cubicBezTo>
                    <a:pt x="1795939" y="550094"/>
                    <a:pt x="1912144" y="793934"/>
                    <a:pt x="1912144" y="1053966"/>
                  </a:cubicBezTo>
                  <a:cubicBezTo>
                    <a:pt x="1912144" y="1526406"/>
                    <a:pt x="1527334" y="1911216"/>
                    <a:pt x="1054894" y="1911216"/>
                  </a:cubicBezTo>
                  <a:cubicBezTo>
                    <a:pt x="582454" y="1911216"/>
                    <a:pt x="197644" y="1526406"/>
                    <a:pt x="197644" y="1053966"/>
                  </a:cubicBezTo>
                  <a:cubicBezTo>
                    <a:pt x="197644" y="912996"/>
                    <a:pt x="232886" y="772979"/>
                    <a:pt x="298609" y="649154"/>
                  </a:cubicBezTo>
                  <a:cubicBezTo>
                    <a:pt x="323374" y="602481"/>
                    <a:pt x="306229" y="545331"/>
                    <a:pt x="259556" y="520566"/>
                  </a:cubicBezTo>
                  <a:cubicBezTo>
                    <a:pt x="212884" y="495801"/>
                    <a:pt x="155734" y="512946"/>
                    <a:pt x="130969" y="559619"/>
                  </a:cubicBezTo>
                  <a:cubicBezTo>
                    <a:pt x="50006" y="711066"/>
                    <a:pt x="7144" y="881563"/>
                    <a:pt x="7144" y="1053966"/>
                  </a:cubicBezTo>
                  <a:cubicBezTo>
                    <a:pt x="7144" y="1632134"/>
                    <a:pt x="476726" y="2101716"/>
                    <a:pt x="1054894" y="2101716"/>
                  </a:cubicBezTo>
                  <a:cubicBezTo>
                    <a:pt x="1633061" y="2101716"/>
                    <a:pt x="2102644" y="1632134"/>
                    <a:pt x="2102644" y="1053966"/>
                  </a:cubicBezTo>
                  <a:cubicBezTo>
                    <a:pt x="2102644" y="735831"/>
                    <a:pt x="1960721" y="438651"/>
                    <a:pt x="1713071" y="2386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7" name="Graphic 35">
            <a:extLst>
              <a:ext uri="{FF2B5EF4-FFF2-40B4-BE49-F238E27FC236}">
                <a16:creationId xmlns:a16="http://schemas.microsoft.com/office/drawing/2014/main" id="{0C9C6844-3E85-4C0E-8945-E05A21BCBA53}"/>
              </a:ext>
            </a:extLst>
          </p:cNvPr>
          <p:cNvGrpSpPr>
            <a:grpSpLocks noChangeAspect="1"/>
          </p:cNvGrpSpPr>
          <p:nvPr/>
        </p:nvGrpSpPr>
        <p:grpSpPr>
          <a:xfrm>
            <a:off x="1005787" y="3100778"/>
            <a:ext cx="598983" cy="502920"/>
            <a:chOff x="4533900" y="2190750"/>
            <a:chExt cx="4038600" cy="33909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204FF3B-E8B7-4393-9537-1965FB551F89}"/>
                </a:ext>
              </a:extLst>
            </p:cNvPr>
            <p:cNvSpPr/>
            <p:nvPr/>
          </p:nvSpPr>
          <p:spPr>
            <a:xfrm>
              <a:off x="7330916" y="2183606"/>
              <a:ext cx="1114425" cy="1114425"/>
            </a:xfrm>
            <a:custGeom>
              <a:avLst/>
              <a:gdLst>
                <a:gd name="connsiteX0" fmla="*/ 559594 w 1114425"/>
                <a:gd name="connsiteY0" fmla="*/ 7144 h 1114425"/>
                <a:gd name="connsiteX1" fmla="*/ 7144 w 1114425"/>
                <a:gd name="connsiteY1" fmla="*/ 563404 h 1114425"/>
                <a:gd name="connsiteX2" fmla="*/ 559594 w 1114425"/>
                <a:gd name="connsiteY2" fmla="*/ 1115854 h 1114425"/>
                <a:gd name="connsiteX3" fmla="*/ 1115854 w 1114425"/>
                <a:gd name="connsiteY3" fmla="*/ 559594 h 1114425"/>
                <a:gd name="connsiteX4" fmla="*/ 559594 w 1114425"/>
                <a:gd name="connsiteY4" fmla="*/ 7144 h 1114425"/>
                <a:gd name="connsiteX5" fmla="*/ 559594 w 1114425"/>
                <a:gd name="connsiteY5" fmla="*/ 993934 h 1114425"/>
                <a:gd name="connsiteX6" fmla="*/ 125254 w 1114425"/>
                <a:gd name="connsiteY6" fmla="*/ 559594 h 1114425"/>
                <a:gd name="connsiteX7" fmla="*/ 559594 w 1114425"/>
                <a:gd name="connsiteY7" fmla="*/ 129064 h 1114425"/>
                <a:gd name="connsiteX8" fmla="*/ 993934 w 1114425"/>
                <a:gd name="connsiteY8" fmla="*/ 563404 h 1114425"/>
                <a:gd name="connsiteX9" fmla="*/ 559594 w 1114425"/>
                <a:gd name="connsiteY9" fmla="*/ 993934 h 1114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14425" h="1114425">
                  <a:moveTo>
                    <a:pt x="559594" y="7144"/>
                  </a:moveTo>
                  <a:cubicBezTo>
                    <a:pt x="250984" y="7144"/>
                    <a:pt x="7144" y="254794"/>
                    <a:pt x="7144" y="563404"/>
                  </a:cubicBezTo>
                  <a:cubicBezTo>
                    <a:pt x="7144" y="872014"/>
                    <a:pt x="254794" y="1115854"/>
                    <a:pt x="559594" y="1115854"/>
                  </a:cubicBezTo>
                  <a:cubicBezTo>
                    <a:pt x="864394" y="1115854"/>
                    <a:pt x="1115854" y="868204"/>
                    <a:pt x="1115854" y="559594"/>
                  </a:cubicBezTo>
                  <a:cubicBezTo>
                    <a:pt x="1115854" y="250984"/>
                    <a:pt x="868204" y="7144"/>
                    <a:pt x="559594" y="7144"/>
                  </a:cubicBezTo>
                  <a:close/>
                  <a:moveTo>
                    <a:pt x="559594" y="993934"/>
                  </a:moveTo>
                  <a:cubicBezTo>
                    <a:pt x="319564" y="993934"/>
                    <a:pt x="125254" y="799624"/>
                    <a:pt x="125254" y="559594"/>
                  </a:cubicBezTo>
                  <a:cubicBezTo>
                    <a:pt x="125254" y="319564"/>
                    <a:pt x="323374" y="129064"/>
                    <a:pt x="559594" y="129064"/>
                  </a:cubicBezTo>
                  <a:cubicBezTo>
                    <a:pt x="799624" y="129064"/>
                    <a:pt x="993934" y="323374"/>
                    <a:pt x="993934" y="563404"/>
                  </a:cubicBezTo>
                  <a:cubicBezTo>
                    <a:pt x="993934" y="803434"/>
                    <a:pt x="799624" y="993934"/>
                    <a:pt x="559594" y="993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FCBE8210-4F93-4CF4-BCEC-4C43896458B3}"/>
                </a:ext>
              </a:extLst>
            </p:cNvPr>
            <p:cNvSpPr/>
            <p:nvPr/>
          </p:nvSpPr>
          <p:spPr>
            <a:xfrm>
              <a:off x="7704296" y="2377916"/>
              <a:ext cx="371475" cy="733425"/>
            </a:xfrm>
            <a:custGeom>
              <a:avLst/>
              <a:gdLst>
                <a:gd name="connsiteX0" fmla="*/ 361474 w 371475"/>
                <a:gd name="connsiteY0" fmla="*/ 452914 h 733425"/>
                <a:gd name="connsiteX1" fmla="*/ 350044 w 371475"/>
                <a:gd name="connsiteY1" fmla="*/ 422434 h 733425"/>
                <a:gd name="connsiteX2" fmla="*/ 334804 w 371475"/>
                <a:gd name="connsiteY2" fmla="*/ 395764 h 733425"/>
                <a:gd name="connsiteX3" fmla="*/ 315754 w 371475"/>
                <a:gd name="connsiteY3" fmla="*/ 372904 h 733425"/>
                <a:gd name="connsiteX4" fmla="*/ 289084 w 371475"/>
                <a:gd name="connsiteY4" fmla="*/ 353854 h 733425"/>
                <a:gd name="connsiteX5" fmla="*/ 262414 w 371475"/>
                <a:gd name="connsiteY5" fmla="*/ 338614 h 733425"/>
                <a:gd name="connsiteX6" fmla="*/ 231934 w 371475"/>
                <a:gd name="connsiteY6" fmla="*/ 323374 h 733425"/>
                <a:gd name="connsiteX7" fmla="*/ 201454 w 371475"/>
                <a:gd name="connsiteY7" fmla="*/ 311944 h 733425"/>
                <a:gd name="connsiteX8" fmla="*/ 186214 w 371475"/>
                <a:gd name="connsiteY8" fmla="*/ 304324 h 733425"/>
                <a:gd name="connsiteX9" fmla="*/ 170974 w 371475"/>
                <a:gd name="connsiteY9" fmla="*/ 296704 h 733425"/>
                <a:gd name="connsiteX10" fmla="*/ 155734 w 371475"/>
                <a:gd name="connsiteY10" fmla="*/ 289084 h 733425"/>
                <a:gd name="connsiteX11" fmla="*/ 144304 w 371475"/>
                <a:gd name="connsiteY11" fmla="*/ 277654 h 733425"/>
                <a:gd name="connsiteX12" fmla="*/ 136684 w 371475"/>
                <a:gd name="connsiteY12" fmla="*/ 262414 h 733425"/>
                <a:gd name="connsiteX13" fmla="*/ 132874 w 371475"/>
                <a:gd name="connsiteY13" fmla="*/ 247174 h 733425"/>
                <a:gd name="connsiteX14" fmla="*/ 132874 w 371475"/>
                <a:gd name="connsiteY14" fmla="*/ 228124 h 733425"/>
                <a:gd name="connsiteX15" fmla="*/ 136684 w 371475"/>
                <a:gd name="connsiteY15" fmla="*/ 212884 h 733425"/>
                <a:gd name="connsiteX16" fmla="*/ 144304 w 371475"/>
                <a:gd name="connsiteY16" fmla="*/ 197644 h 733425"/>
                <a:gd name="connsiteX17" fmla="*/ 155734 w 371475"/>
                <a:gd name="connsiteY17" fmla="*/ 186214 h 733425"/>
                <a:gd name="connsiteX18" fmla="*/ 174784 w 371475"/>
                <a:gd name="connsiteY18" fmla="*/ 178594 h 733425"/>
                <a:gd name="connsiteX19" fmla="*/ 193834 w 371475"/>
                <a:gd name="connsiteY19" fmla="*/ 174784 h 733425"/>
                <a:gd name="connsiteX20" fmla="*/ 205264 w 371475"/>
                <a:gd name="connsiteY20" fmla="*/ 174784 h 733425"/>
                <a:gd name="connsiteX21" fmla="*/ 216694 w 371475"/>
                <a:gd name="connsiteY21" fmla="*/ 174784 h 733425"/>
                <a:gd name="connsiteX22" fmla="*/ 235744 w 371475"/>
                <a:gd name="connsiteY22" fmla="*/ 178594 h 733425"/>
                <a:gd name="connsiteX23" fmla="*/ 254794 w 371475"/>
                <a:gd name="connsiteY23" fmla="*/ 182404 h 733425"/>
                <a:gd name="connsiteX24" fmla="*/ 270034 w 371475"/>
                <a:gd name="connsiteY24" fmla="*/ 186214 h 733425"/>
                <a:gd name="connsiteX25" fmla="*/ 285274 w 371475"/>
                <a:gd name="connsiteY25" fmla="*/ 190024 h 733425"/>
                <a:gd name="connsiteX26" fmla="*/ 304324 w 371475"/>
                <a:gd name="connsiteY26" fmla="*/ 197644 h 733425"/>
                <a:gd name="connsiteX27" fmla="*/ 308134 w 371475"/>
                <a:gd name="connsiteY27" fmla="*/ 174784 h 733425"/>
                <a:gd name="connsiteX28" fmla="*/ 315754 w 371475"/>
                <a:gd name="connsiteY28" fmla="*/ 113824 h 733425"/>
                <a:gd name="connsiteX29" fmla="*/ 315754 w 371475"/>
                <a:gd name="connsiteY29" fmla="*/ 98584 h 733425"/>
                <a:gd name="connsiteX30" fmla="*/ 300514 w 371475"/>
                <a:gd name="connsiteY30" fmla="*/ 94774 h 733425"/>
                <a:gd name="connsiteX31" fmla="*/ 285274 w 371475"/>
                <a:gd name="connsiteY31" fmla="*/ 90964 h 733425"/>
                <a:gd name="connsiteX32" fmla="*/ 270034 w 371475"/>
                <a:gd name="connsiteY32" fmla="*/ 87154 h 733425"/>
                <a:gd name="connsiteX33" fmla="*/ 250984 w 371475"/>
                <a:gd name="connsiteY33" fmla="*/ 83344 h 733425"/>
                <a:gd name="connsiteX34" fmla="*/ 231934 w 371475"/>
                <a:gd name="connsiteY34" fmla="*/ 79534 h 733425"/>
                <a:gd name="connsiteX35" fmla="*/ 228124 w 371475"/>
                <a:gd name="connsiteY35" fmla="*/ 79534 h 733425"/>
                <a:gd name="connsiteX36" fmla="*/ 228124 w 371475"/>
                <a:gd name="connsiteY36" fmla="*/ 26194 h 733425"/>
                <a:gd name="connsiteX37" fmla="*/ 228124 w 371475"/>
                <a:gd name="connsiteY37" fmla="*/ 7144 h 733425"/>
                <a:gd name="connsiteX38" fmla="*/ 209074 w 371475"/>
                <a:gd name="connsiteY38" fmla="*/ 7144 h 733425"/>
                <a:gd name="connsiteX39" fmla="*/ 155734 w 371475"/>
                <a:gd name="connsiteY39" fmla="*/ 7144 h 733425"/>
                <a:gd name="connsiteX40" fmla="*/ 136684 w 371475"/>
                <a:gd name="connsiteY40" fmla="*/ 7144 h 733425"/>
                <a:gd name="connsiteX41" fmla="*/ 136684 w 371475"/>
                <a:gd name="connsiteY41" fmla="*/ 26194 h 733425"/>
                <a:gd name="connsiteX42" fmla="*/ 136684 w 371475"/>
                <a:gd name="connsiteY42" fmla="*/ 83344 h 733425"/>
                <a:gd name="connsiteX43" fmla="*/ 132874 w 371475"/>
                <a:gd name="connsiteY43" fmla="*/ 83344 h 733425"/>
                <a:gd name="connsiteX44" fmla="*/ 98584 w 371475"/>
                <a:gd name="connsiteY44" fmla="*/ 98584 h 733425"/>
                <a:gd name="connsiteX45" fmla="*/ 71914 w 371475"/>
                <a:gd name="connsiteY45" fmla="*/ 117634 h 733425"/>
                <a:gd name="connsiteX46" fmla="*/ 49054 w 371475"/>
                <a:gd name="connsiteY46" fmla="*/ 144304 h 733425"/>
                <a:gd name="connsiteX47" fmla="*/ 33814 w 371475"/>
                <a:gd name="connsiteY47" fmla="*/ 174784 h 733425"/>
                <a:gd name="connsiteX48" fmla="*/ 22384 w 371475"/>
                <a:gd name="connsiteY48" fmla="*/ 209074 h 733425"/>
                <a:gd name="connsiteX49" fmla="*/ 18574 w 371475"/>
                <a:gd name="connsiteY49" fmla="*/ 247174 h 733425"/>
                <a:gd name="connsiteX50" fmla="*/ 22384 w 371475"/>
                <a:gd name="connsiteY50" fmla="*/ 277654 h 733425"/>
                <a:gd name="connsiteX51" fmla="*/ 33814 w 371475"/>
                <a:gd name="connsiteY51" fmla="*/ 308134 h 733425"/>
                <a:gd name="connsiteX52" fmla="*/ 49054 w 371475"/>
                <a:gd name="connsiteY52" fmla="*/ 334804 h 733425"/>
                <a:gd name="connsiteX53" fmla="*/ 68104 w 371475"/>
                <a:gd name="connsiteY53" fmla="*/ 357664 h 733425"/>
                <a:gd name="connsiteX54" fmla="*/ 94774 w 371475"/>
                <a:gd name="connsiteY54" fmla="*/ 376714 h 733425"/>
                <a:gd name="connsiteX55" fmla="*/ 121444 w 371475"/>
                <a:gd name="connsiteY55" fmla="*/ 391954 h 733425"/>
                <a:gd name="connsiteX56" fmla="*/ 151924 w 371475"/>
                <a:gd name="connsiteY56" fmla="*/ 407194 h 733425"/>
                <a:gd name="connsiteX57" fmla="*/ 182404 w 371475"/>
                <a:gd name="connsiteY57" fmla="*/ 418624 h 733425"/>
                <a:gd name="connsiteX58" fmla="*/ 197644 w 371475"/>
                <a:gd name="connsiteY58" fmla="*/ 426244 h 733425"/>
                <a:gd name="connsiteX59" fmla="*/ 212884 w 371475"/>
                <a:gd name="connsiteY59" fmla="*/ 433864 h 733425"/>
                <a:gd name="connsiteX60" fmla="*/ 224314 w 371475"/>
                <a:gd name="connsiteY60" fmla="*/ 441484 h 733425"/>
                <a:gd name="connsiteX61" fmla="*/ 235744 w 371475"/>
                <a:gd name="connsiteY61" fmla="*/ 452914 h 733425"/>
                <a:gd name="connsiteX62" fmla="*/ 243364 w 371475"/>
                <a:gd name="connsiteY62" fmla="*/ 468154 h 733425"/>
                <a:gd name="connsiteX63" fmla="*/ 247174 w 371475"/>
                <a:gd name="connsiteY63" fmla="*/ 487204 h 733425"/>
                <a:gd name="connsiteX64" fmla="*/ 247174 w 371475"/>
                <a:gd name="connsiteY64" fmla="*/ 506254 h 733425"/>
                <a:gd name="connsiteX65" fmla="*/ 239554 w 371475"/>
                <a:gd name="connsiteY65" fmla="*/ 521494 h 733425"/>
                <a:gd name="connsiteX66" fmla="*/ 228124 w 371475"/>
                <a:gd name="connsiteY66" fmla="*/ 532924 h 733425"/>
                <a:gd name="connsiteX67" fmla="*/ 212884 w 371475"/>
                <a:gd name="connsiteY67" fmla="*/ 544354 h 733425"/>
                <a:gd name="connsiteX68" fmla="*/ 197644 w 371475"/>
                <a:gd name="connsiteY68" fmla="*/ 551974 h 733425"/>
                <a:gd name="connsiteX69" fmla="*/ 178594 w 371475"/>
                <a:gd name="connsiteY69" fmla="*/ 555784 h 733425"/>
                <a:gd name="connsiteX70" fmla="*/ 163354 w 371475"/>
                <a:gd name="connsiteY70" fmla="*/ 555784 h 733425"/>
                <a:gd name="connsiteX71" fmla="*/ 148114 w 371475"/>
                <a:gd name="connsiteY71" fmla="*/ 555784 h 733425"/>
                <a:gd name="connsiteX72" fmla="*/ 129064 w 371475"/>
                <a:gd name="connsiteY72" fmla="*/ 555784 h 733425"/>
                <a:gd name="connsiteX73" fmla="*/ 110014 w 371475"/>
                <a:gd name="connsiteY73" fmla="*/ 551974 h 733425"/>
                <a:gd name="connsiteX74" fmla="*/ 87154 w 371475"/>
                <a:gd name="connsiteY74" fmla="*/ 544354 h 733425"/>
                <a:gd name="connsiteX75" fmla="*/ 64294 w 371475"/>
                <a:gd name="connsiteY75" fmla="*/ 536734 h 733425"/>
                <a:gd name="connsiteX76" fmla="*/ 52864 w 371475"/>
                <a:gd name="connsiteY76" fmla="*/ 532924 h 733425"/>
                <a:gd name="connsiteX77" fmla="*/ 41434 w 371475"/>
                <a:gd name="connsiteY77" fmla="*/ 529114 h 733425"/>
                <a:gd name="connsiteX78" fmla="*/ 18574 w 371475"/>
                <a:gd name="connsiteY78" fmla="*/ 517684 h 733425"/>
                <a:gd name="connsiteX79" fmla="*/ 14764 w 371475"/>
                <a:gd name="connsiteY79" fmla="*/ 544354 h 733425"/>
                <a:gd name="connsiteX80" fmla="*/ 7144 w 371475"/>
                <a:gd name="connsiteY80" fmla="*/ 612934 h 733425"/>
                <a:gd name="connsiteX81" fmla="*/ 7144 w 371475"/>
                <a:gd name="connsiteY81" fmla="*/ 624364 h 733425"/>
                <a:gd name="connsiteX82" fmla="*/ 18574 w 371475"/>
                <a:gd name="connsiteY82" fmla="*/ 628174 h 733425"/>
                <a:gd name="connsiteX83" fmla="*/ 52864 w 371475"/>
                <a:gd name="connsiteY83" fmla="*/ 631984 h 733425"/>
                <a:gd name="connsiteX84" fmla="*/ 79534 w 371475"/>
                <a:gd name="connsiteY84" fmla="*/ 639604 h 733425"/>
                <a:gd name="connsiteX85" fmla="*/ 110014 w 371475"/>
                <a:gd name="connsiteY85" fmla="*/ 647224 h 733425"/>
                <a:gd name="connsiteX86" fmla="*/ 140494 w 371475"/>
                <a:gd name="connsiteY86" fmla="*/ 651034 h 733425"/>
                <a:gd name="connsiteX87" fmla="*/ 148114 w 371475"/>
                <a:gd name="connsiteY87" fmla="*/ 651034 h 733425"/>
                <a:gd name="connsiteX88" fmla="*/ 148114 w 371475"/>
                <a:gd name="connsiteY88" fmla="*/ 708184 h 733425"/>
                <a:gd name="connsiteX89" fmla="*/ 148114 w 371475"/>
                <a:gd name="connsiteY89" fmla="*/ 727234 h 733425"/>
                <a:gd name="connsiteX90" fmla="*/ 167164 w 371475"/>
                <a:gd name="connsiteY90" fmla="*/ 727234 h 733425"/>
                <a:gd name="connsiteX91" fmla="*/ 220504 w 371475"/>
                <a:gd name="connsiteY91" fmla="*/ 727234 h 733425"/>
                <a:gd name="connsiteX92" fmla="*/ 239554 w 371475"/>
                <a:gd name="connsiteY92" fmla="*/ 727234 h 733425"/>
                <a:gd name="connsiteX93" fmla="*/ 239554 w 371475"/>
                <a:gd name="connsiteY93" fmla="*/ 708184 h 733425"/>
                <a:gd name="connsiteX94" fmla="*/ 239554 w 371475"/>
                <a:gd name="connsiteY94" fmla="*/ 647224 h 733425"/>
                <a:gd name="connsiteX95" fmla="*/ 243364 w 371475"/>
                <a:gd name="connsiteY95" fmla="*/ 647224 h 733425"/>
                <a:gd name="connsiteX96" fmla="*/ 277654 w 371475"/>
                <a:gd name="connsiteY96" fmla="*/ 631984 h 733425"/>
                <a:gd name="connsiteX97" fmla="*/ 308134 w 371475"/>
                <a:gd name="connsiteY97" fmla="*/ 612934 h 733425"/>
                <a:gd name="connsiteX98" fmla="*/ 330994 w 371475"/>
                <a:gd name="connsiteY98" fmla="*/ 586264 h 733425"/>
                <a:gd name="connsiteX99" fmla="*/ 350044 w 371475"/>
                <a:gd name="connsiteY99" fmla="*/ 555784 h 733425"/>
                <a:gd name="connsiteX100" fmla="*/ 361474 w 371475"/>
                <a:gd name="connsiteY100" fmla="*/ 521494 h 733425"/>
                <a:gd name="connsiteX101" fmla="*/ 365284 w 371475"/>
                <a:gd name="connsiteY101" fmla="*/ 483394 h 733425"/>
                <a:gd name="connsiteX102" fmla="*/ 361474 w 371475"/>
                <a:gd name="connsiteY102" fmla="*/ 452914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371475" h="733425">
                  <a:moveTo>
                    <a:pt x="361474" y="452914"/>
                  </a:moveTo>
                  <a:cubicBezTo>
                    <a:pt x="357664" y="441484"/>
                    <a:pt x="357664" y="433864"/>
                    <a:pt x="350044" y="422434"/>
                  </a:cubicBezTo>
                  <a:cubicBezTo>
                    <a:pt x="346234" y="414814"/>
                    <a:pt x="342424" y="403384"/>
                    <a:pt x="334804" y="395764"/>
                  </a:cubicBezTo>
                  <a:cubicBezTo>
                    <a:pt x="327184" y="388144"/>
                    <a:pt x="323374" y="380524"/>
                    <a:pt x="315754" y="372904"/>
                  </a:cubicBezTo>
                  <a:cubicBezTo>
                    <a:pt x="308134" y="365284"/>
                    <a:pt x="300514" y="357664"/>
                    <a:pt x="289084" y="353854"/>
                  </a:cubicBezTo>
                  <a:cubicBezTo>
                    <a:pt x="281464" y="346234"/>
                    <a:pt x="270034" y="342424"/>
                    <a:pt x="262414" y="338614"/>
                  </a:cubicBezTo>
                  <a:cubicBezTo>
                    <a:pt x="250984" y="334804"/>
                    <a:pt x="243364" y="327184"/>
                    <a:pt x="231934" y="323374"/>
                  </a:cubicBezTo>
                  <a:cubicBezTo>
                    <a:pt x="220504" y="319564"/>
                    <a:pt x="209074" y="315754"/>
                    <a:pt x="201454" y="311944"/>
                  </a:cubicBezTo>
                  <a:cubicBezTo>
                    <a:pt x="197644" y="311944"/>
                    <a:pt x="190024" y="308134"/>
                    <a:pt x="186214" y="304324"/>
                  </a:cubicBezTo>
                  <a:cubicBezTo>
                    <a:pt x="182404" y="300514"/>
                    <a:pt x="174784" y="300514"/>
                    <a:pt x="170974" y="296704"/>
                  </a:cubicBezTo>
                  <a:cubicBezTo>
                    <a:pt x="167164" y="292894"/>
                    <a:pt x="159544" y="292894"/>
                    <a:pt x="155734" y="289084"/>
                  </a:cubicBezTo>
                  <a:cubicBezTo>
                    <a:pt x="151924" y="285274"/>
                    <a:pt x="148114" y="281464"/>
                    <a:pt x="144304" y="277654"/>
                  </a:cubicBezTo>
                  <a:cubicBezTo>
                    <a:pt x="140494" y="273844"/>
                    <a:pt x="136684" y="270034"/>
                    <a:pt x="136684" y="262414"/>
                  </a:cubicBezTo>
                  <a:cubicBezTo>
                    <a:pt x="132874" y="258604"/>
                    <a:pt x="132874" y="250984"/>
                    <a:pt x="132874" y="247174"/>
                  </a:cubicBezTo>
                  <a:cubicBezTo>
                    <a:pt x="132874" y="239554"/>
                    <a:pt x="132874" y="235744"/>
                    <a:pt x="132874" y="228124"/>
                  </a:cubicBezTo>
                  <a:cubicBezTo>
                    <a:pt x="132874" y="224314"/>
                    <a:pt x="136684" y="216694"/>
                    <a:pt x="136684" y="212884"/>
                  </a:cubicBezTo>
                  <a:cubicBezTo>
                    <a:pt x="140494" y="209074"/>
                    <a:pt x="140494" y="201454"/>
                    <a:pt x="144304" y="197644"/>
                  </a:cubicBezTo>
                  <a:cubicBezTo>
                    <a:pt x="148114" y="193834"/>
                    <a:pt x="151924" y="190024"/>
                    <a:pt x="155734" y="186214"/>
                  </a:cubicBezTo>
                  <a:cubicBezTo>
                    <a:pt x="159544" y="182404"/>
                    <a:pt x="167164" y="178594"/>
                    <a:pt x="174784" y="178594"/>
                  </a:cubicBezTo>
                  <a:cubicBezTo>
                    <a:pt x="182404" y="174784"/>
                    <a:pt x="186214" y="174784"/>
                    <a:pt x="193834" y="174784"/>
                  </a:cubicBezTo>
                  <a:cubicBezTo>
                    <a:pt x="197644" y="174784"/>
                    <a:pt x="201454" y="174784"/>
                    <a:pt x="205264" y="174784"/>
                  </a:cubicBezTo>
                  <a:cubicBezTo>
                    <a:pt x="209074" y="174784"/>
                    <a:pt x="212884" y="174784"/>
                    <a:pt x="216694" y="174784"/>
                  </a:cubicBezTo>
                  <a:cubicBezTo>
                    <a:pt x="224314" y="174784"/>
                    <a:pt x="228124" y="174784"/>
                    <a:pt x="235744" y="178594"/>
                  </a:cubicBezTo>
                  <a:cubicBezTo>
                    <a:pt x="243364" y="178594"/>
                    <a:pt x="250984" y="182404"/>
                    <a:pt x="254794" y="182404"/>
                  </a:cubicBezTo>
                  <a:cubicBezTo>
                    <a:pt x="258604" y="182404"/>
                    <a:pt x="266224" y="186214"/>
                    <a:pt x="270034" y="186214"/>
                  </a:cubicBezTo>
                  <a:cubicBezTo>
                    <a:pt x="277654" y="186214"/>
                    <a:pt x="281464" y="190024"/>
                    <a:pt x="285274" y="190024"/>
                  </a:cubicBezTo>
                  <a:lnTo>
                    <a:pt x="304324" y="197644"/>
                  </a:lnTo>
                  <a:lnTo>
                    <a:pt x="308134" y="174784"/>
                  </a:lnTo>
                  <a:lnTo>
                    <a:pt x="315754" y="113824"/>
                  </a:lnTo>
                  <a:lnTo>
                    <a:pt x="315754" y="98584"/>
                  </a:lnTo>
                  <a:lnTo>
                    <a:pt x="300514" y="94774"/>
                  </a:lnTo>
                  <a:cubicBezTo>
                    <a:pt x="296704" y="94774"/>
                    <a:pt x="289084" y="90964"/>
                    <a:pt x="285274" y="90964"/>
                  </a:cubicBezTo>
                  <a:cubicBezTo>
                    <a:pt x="281464" y="90964"/>
                    <a:pt x="277654" y="87154"/>
                    <a:pt x="270034" y="87154"/>
                  </a:cubicBezTo>
                  <a:cubicBezTo>
                    <a:pt x="266224" y="87154"/>
                    <a:pt x="258604" y="83344"/>
                    <a:pt x="250984" y="83344"/>
                  </a:cubicBezTo>
                  <a:cubicBezTo>
                    <a:pt x="243364" y="83344"/>
                    <a:pt x="239554" y="79534"/>
                    <a:pt x="231934" y="79534"/>
                  </a:cubicBezTo>
                  <a:lnTo>
                    <a:pt x="228124" y="79534"/>
                  </a:lnTo>
                  <a:lnTo>
                    <a:pt x="228124" y="26194"/>
                  </a:lnTo>
                  <a:lnTo>
                    <a:pt x="228124" y="7144"/>
                  </a:lnTo>
                  <a:lnTo>
                    <a:pt x="209074" y="7144"/>
                  </a:lnTo>
                  <a:lnTo>
                    <a:pt x="155734" y="7144"/>
                  </a:lnTo>
                  <a:lnTo>
                    <a:pt x="136684" y="7144"/>
                  </a:lnTo>
                  <a:lnTo>
                    <a:pt x="136684" y="26194"/>
                  </a:lnTo>
                  <a:lnTo>
                    <a:pt x="136684" y="83344"/>
                  </a:lnTo>
                  <a:lnTo>
                    <a:pt x="132874" y="83344"/>
                  </a:lnTo>
                  <a:cubicBezTo>
                    <a:pt x="121444" y="87154"/>
                    <a:pt x="110014" y="90964"/>
                    <a:pt x="98584" y="98584"/>
                  </a:cubicBezTo>
                  <a:cubicBezTo>
                    <a:pt x="87154" y="102394"/>
                    <a:pt x="79534" y="110014"/>
                    <a:pt x="71914" y="117634"/>
                  </a:cubicBezTo>
                  <a:cubicBezTo>
                    <a:pt x="64294" y="125254"/>
                    <a:pt x="56674" y="132874"/>
                    <a:pt x="49054" y="144304"/>
                  </a:cubicBezTo>
                  <a:cubicBezTo>
                    <a:pt x="41434" y="151924"/>
                    <a:pt x="37624" y="163354"/>
                    <a:pt x="33814" y="174784"/>
                  </a:cubicBezTo>
                  <a:cubicBezTo>
                    <a:pt x="30004" y="186214"/>
                    <a:pt x="26194" y="197644"/>
                    <a:pt x="22384" y="209074"/>
                  </a:cubicBezTo>
                  <a:cubicBezTo>
                    <a:pt x="18574" y="220504"/>
                    <a:pt x="18574" y="235744"/>
                    <a:pt x="18574" y="247174"/>
                  </a:cubicBezTo>
                  <a:cubicBezTo>
                    <a:pt x="18574" y="258604"/>
                    <a:pt x="18574" y="266224"/>
                    <a:pt x="22384" y="277654"/>
                  </a:cubicBezTo>
                  <a:cubicBezTo>
                    <a:pt x="26194" y="289084"/>
                    <a:pt x="26194" y="296704"/>
                    <a:pt x="33814" y="308134"/>
                  </a:cubicBezTo>
                  <a:cubicBezTo>
                    <a:pt x="37624" y="315754"/>
                    <a:pt x="45244" y="327184"/>
                    <a:pt x="49054" y="334804"/>
                  </a:cubicBezTo>
                  <a:cubicBezTo>
                    <a:pt x="56674" y="342424"/>
                    <a:pt x="60484" y="350044"/>
                    <a:pt x="68104" y="357664"/>
                  </a:cubicBezTo>
                  <a:cubicBezTo>
                    <a:pt x="75724" y="365284"/>
                    <a:pt x="83344" y="372904"/>
                    <a:pt x="94774" y="376714"/>
                  </a:cubicBezTo>
                  <a:cubicBezTo>
                    <a:pt x="102394" y="384334"/>
                    <a:pt x="113824" y="388144"/>
                    <a:pt x="121444" y="391954"/>
                  </a:cubicBezTo>
                  <a:cubicBezTo>
                    <a:pt x="132874" y="395764"/>
                    <a:pt x="144304" y="403384"/>
                    <a:pt x="151924" y="407194"/>
                  </a:cubicBezTo>
                  <a:cubicBezTo>
                    <a:pt x="163354" y="411004"/>
                    <a:pt x="174784" y="414814"/>
                    <a:pt x="182404" y="418624"/>
                  </a:cubicBezTo>
                  <a:cubicBezTo>
                    <a:pt x="186214" y="418624"/>
                    <a:pt x="193834" y="422434"/>
                    <a:pt x="197644" y="426244"/>
                  </a:cubicBezTo>
                  <a:cubicBezTo>
                    <a:pt x="201454" y="430054"/>
                    <a:pt x="209074" y="430054"/>
                    <a:pt x="212884" y="433864"/>
                  </a:cubicBezTo>
                  <a:cubicBezTo>
                    <a:pt x="216694" y="437674"/>
                    <a:pt x="220504" y="441484"/>
                    <a:pt x="224314" y="441484"/>
                  </a:cubicBezTo>
                  <a:cubicBezTo>
                    <a:pt x="228124" y="445294"/>
                    <a:pt x="231934" y="449104"/>
                    <a:pt x="235744" y="452914"/>
                  </a:cubicBezTo>
                  <a:cubicBezTo>
                    <a:pt x="239554" y="456724"/>
                    <a:pt x="239554" y="460534"/>
                    <a:pt x="243364" y="468154"/>
                  </a:cubicBezTo>
                  <a:cubicBezTo>
                    <a:pt x="243364" y="471964"/>
                    <a:pt x="247174" y="479584"/>
                    <a:pt x="247174" y="487204"/>
                  </a:cubicBezTo>
                  <a:cubicBezTo>
                    <a:pt x="247174" y="494824"/>
                    <a:pt x="247174" y="498634"/>
                    <a:pt x="247174" y="506254"/>
                  </a:cubicBezTo>
                  <a:cubicBezTo>
                    <a:pt x="247174" y="510064"/>
                    <a:pt x="243364" y="517684"/>
                    <a:pt x="239554" y="521494"/>
                  </a:cubicBezTo>
                  <a:cubicBezTo>
                    <a:pt x="235744" y="525304"/>
                    <a:pt x="231934" y="529114"/>
                    <a:pt x="228124" y="532924"/>
                  </a:cubicBezTo>
                  <a:cubicBezTo>
                    <a:pt x="224314" y="536734"/>
                    <a:pt x="220504" y="540544"/>
                    <a:pt x="212884" y="544354"/>
                  </a:cubicBezTo>
                  <a:cubicBezTo>
                    <a:pt x="209074" y="548164"/>
                    <a:pt x="201454" y="548164"/>
                    <a:pt x="197644" y="551974"/>
                  </a:cubicBezTo>
                  <a:cubicBezTo>
                    <a:pt x="193834" y="551974"/>
                    <a:pt x="186214" y="555784"/>
                    <a:pt x="178594" y="555784"/>
                  </a:cubicBezTo>
                  <a:cubicBezTo>
                    <a:pt x="174784" y="555784"/>
                    <a:pt x="170974" y="555784"/>
                    <a:pt x="163354" y="555784"/>
                  </a:cubicBezTo>
                  <a:cubicBezTo>
                    <a:pt x="159544" y="555784"/>
                    <a:pt x="151924" y="555784"/>
                    <a:pt x="148114" y="555784"/>
                  </a:cubicBezTo>
                  <a:cubicBezTo>
                    <a:pt x="140494" y="555784"/>
                    <a:pt x="132874" y="555784"/>
                    <a:pt x="129064" y="555784"/>
                  </a:cubicBezTo>
                  <a:cubicBezTo>
                    <a:pt x="121444" y="555784"/>
                    <a:pt x="113824" y="551974"/>
                    <a:pt x="110014" y="551974"/>
                  </a:cubicBezTo>
                  <a:cubicBezTo>
                    <a:pt x="102394" y="551974"/>
                    <a:pt x="94774" y="548164"/>
                    <a:pt x="87154" y="544354"/>
                  </a:cubicBezTo>
                  <a:cubicBezTo>
                    <a:pt x="79534" y="540544"/>
                    <a:pt x="71914" y="540544"/>
                    <a:pt x="64294" y="536734"/>
                  </a:cubicBezTo>
                  <a:cubicBezTo>
                    <a:pt x="60484" y="536734"/>
                    <a:pt x="56674" y="532924"/>
                    <a:pt x="52864" y="532924"/>
                  </a:cubicBezTo>
                  <a:cubicBezTo>
                    <a:pt x="49054" y="532924"/>
                    <a:pt x="45244" y="529114"/>
                    <a:pt x="41434" y="529114"/>
                  </a:cubicBezTo>
                  <a:lnTo>
                    <a:pt x="18574" y="517684"/>
                  </a:lnTo>
                  <a:lnTo>
                    <a:pt x="14764" y="544354"/>
                  </a:lnTo>
                  <a:lnTo>
                    <a:pt x="7144" y="612934"/>
                  </a:lnTo>
                  <a:lnTo>
                    <a:pt x="7144" y="624364"/>
                  </a:lnTo>
                  <a:lnTo>
                    <a:pt x="18574" y="628174"/>
                  </a:lnTo>
                  <a:cubicBezTo>
                    <a:pt x="33814" y="624364"/>
                    <a:pt x="41434" y="628174"/>
                    <a:pt x="52864" y="631984"/>
                  </a:cubicBezTo>
                  <a:cubicBezTo>
                    <a:pt x="60484" y="635794"/>
                    <a:pt x="71914" y="639604"/>
                    <a:pt x="79534" y="639604"/>
                  </a:cubicBezTo>
                  <a:cubicBezTo>
                    <a:pt x="87154" y="643414"/>
                    <a:pt x="98584" y="643414"/>
                    <a:pt x="110014" y="647224"/>
                  </a:cubicBezTo>
                  <a:cubicBezTo>
                    <a:pt x="121444" y="651034"/>
                    <a:pt x="129064" y="651034"/>
                    <a:pt x="140494" y="651034"/>
                  </a:cubicBezTo>
                  <a:lnTo>
                    <a:pt x="148114" y="651034"/>
                  </a:lnTo>
                  <a:lnTo>
                    <a:pt x="148114" y="708184"/>
                  </a:lnTo>
                  <a:lnTo>
                    <a:pt x="148114" y="727234"/>
                  </a:lnTo>
                  <a:lnTo>
                    <a:pt x="167164" y="727234"/>
                  </a:lnTo>
                  <a:lnTo>
                    <a:pt x="220504" y="727234"/>
                  </a:lnTo>
                  <a:lnTo>
                    <a:pt x="239554" y="727234"/>
                  </a:lnTo>
                  <a:lnTo>
                    <a:pt x="239554" y="708184"/>
                  </a:lnTo>
                  <a:lnTo>
                    <a:pt x="239554" y="647224"/>
                  </a:lnTo>
                  <a:lnTo>
                    <a:pt x="243364" y="647224"/>
                  </a:lnTo>
                  <a:cubicBezTo>
                    <a:pt x="254794" y="643414"/>
                    <a:pt x="266224" y="639604"/>
                    <a:pt x="277654" y="631984"/>
                  </a:cubicBezTo>
                  <a:cubicBezTo>
                    <a:pt x="289084" y="628174"/>
                    <a:pt x="296704" y="620554"/>
                    <a:pt x="308134" y="612934"/>
                  </a:cubicBezTo>
                  <a:cubicBezTo>
                    <a:pt x="315754" y="605314"/>
                    <a:pt x="323374" y="597694"/>
                    <a:pt x="330994" y="586264"/>
                  </a:cubicBezTo>
                  <a:cubicBezTo>
                    <a:pt x="338614" y="578644"/>
                    <a:pt x="342424" y="567214"/>
                    <a:pt x="350044" y="555784"/>
                  </a:cubicBezTo>
                  <a:cubicBezTo>
                    <a:pt x="353854" y="544354"/>
                    <a:pt x="357664" y="532924"/>
                    <a:pt x="361474" y="521494"/>
                  </a:cubicBezTo>
                  <a:cubicBezTo>
                    <a:pt x="365284" y="510064"/>
                    <a:pt x="365284" y="498634"/>
                    <a:pt x="365284" y="483394"/>
                  </a:cubicBezTo>
                  <a:cubicBezTo>
                    <a:pt x="365284" y="471964"/>
                    <a:pt x="365284" y="464344"/>
                    <a:pt x="361474" y="4529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5D75F685-A933-4426-AAAB-990459DE57AB}"/>
                </a:ext>
              </a:extLst>
            </p:cNvPr>
            <p:cNvSpPr/>
            <p:nvPr/>
          </p:nvSpPr>
          <p:spPr>
            <a:xfrm>
              <a:off x="5179114" y="3341370"/>
              <a:ext cx="2457450" cy="904875"/>
            </a:xfrm>
            <a:custGeom>
              <a:avLst/>
              <a:gdLst>
                <a:gd name="connsiteX0" fmla="*/ 2444696 w 2457450"/>
                <a:gd name="connsiteY0" fmla="*/ 30480 h 904875"/>
                <a:gd name="connsiteX1" fmla="*/ 2357066 w 2457450"/>
                <a:gd name="connsiteY1" fmla="*/ 19050 h 904875"/>
                <a:gd name="connsiteX2" fmla="*/ 1739846 w 2457450"/>
                <a:gd name="connsiteY2" fmla="*/ 510540 h 904875"/>
                <a:gd name="connsiteX3" fmla="*/ 943556 w 2457450"/>
                <a:gd name="connsiteY3" fmla="*/ 179070 h 904875"/>
                <a:gd name="connsiteX4" fmla="*/ 886406 w 2457450"/>
                <a:gd name="connsiteY4" fmla="*/ 186690 h 904875"/>
                <a:gd name="connsiteX5" fmla="*/ 32966 w 2457450"/>
                <a:gd name="connsiteY5" fmla="*/ 796290 h 904875"/>
                <a:gd name="connsiteX6" fmla="*/ 17726 w 2457450"/>
                <a:gd name="connsiteY6" fmla="*/ 880110 h 904875"/>
                <a:gd name="connsiteX7" fmla="*/ 67256 w 2457450"/>
                <a:gd name="connsiteY7" fmla="*/ 906780 h 904875"/>
                <a:gd name="connsiteX8" fmla="*/ 101546 w 2457450"/>
                <a:gd name="connsiteY8" fmla="*/ 895350 h 904875"/>
                <a:gd name="connsiteX9" fmla="*/ 928316 w 2457450"/>
                <a:gd name="connsiteY9" fmla="*/ 304800 h 904875"/>
                <a:gd name="connsiteX10" fmla="*/ 1728416 w 2457450"/>
                <a:gd name="connsiteY10" fmla="*/ 636270 h 904875"/>
                <a:gd name="connsiteX11" fmla="*/ 1789376 w 2457450"/>
                <a:gd name="connsiteY11" fmla="*/ 628650 h 904875"/>
                <a:gd name="connsiteX12" fmla="*/ 2433266 w 2457450"/>
                <a:gd name="connsiteY12" fmla="*/ 118110 h 904875"/>
                <a:gd name="connsiteX13" fmla="*/ 2444696 w 2457450"/>
                <a:gd name="connsiteY13" fmla="*/ 30480 h 90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57450" h="904875">
                  <a:moveTo>
                    <a:pt x="2444696" y="30480"/>
                  </a:moveTo>
                  <a:cubicBezTo>
                    <a:pt x="2425646" y="3810"/>
                    <a:pt x="2383736" y="0"/>
                    <a:pt x="2357066" y="19050"/>
                  </a:cubicBezTo>
                  <a:lnTo>
                    <a:pt x="1739846" y="510540"/>
                  </a:lnTo>
                  <a:lnTo>
                    <a:pt x="943556" y="179070"/>
                  </a:lnTo>
                  <a:cubicBezTo>
                    <a:pt x="924506" y="171450"/>
                    <a:pt x="901646" y="175260"/>
                    <a:pt x="886406" y="186690"/>
                  </a:cubicBezTo>
                  <a:lnTo>
                    <a:pt x="32966" y="796290"/>
                  </a:lnTo>
                  <a:cubicBezTo>
                    <a:pt x="6296" y="815340"/>
                    <a:pt x="-1324" y="853440"/>
                    <a:pt x="17726" y="880110"/>
                  </a:cubicBezTo>
                  <a:cubicBezTo>
                    <a:pt x="29156" y="899160"/>
                    <a:pt x="48206" y="906780"/>
                    <a:pt x="67256" y="906780"/>
                  </a:cubicBezTo>
                  <a:cubicBezTo>
                    <a:pt x="78686" y="906780"/>
                    <a:pt x="90116" y="902970"/>
                    <a:pt x="101546" y="895350"/>
                  </a:cubicBezTo>
                  <a:lnTo>
                    <a:pt x="928316" y="304800"/>
                  </a:lnTo>
                  <a:lnTo>
                    <a:pt x="1728416" y="636270"/>
                  </a:lnTo>
                  <a:cubicBezTo>
                    <a:pt x="1747466" y="643890"/>
                    <a:pt x="1774136" y="640080"/>
                    <a:pt x="1789376" y="628650"/>
                  </a:cubicBezTo>
                  <a:lnTo>
                    <a:pt x="2433266" y="118110"/>
                  </a:lnTo>
                  <a:cubicBezTo>
                    <a:pt x="2459936" y="99060"/>
                    <a:pt x="2463746" y="57150"/>
                    <a:pt x="2444696" y="30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7C8AFB43-7400-4353-BF94-C7280331A835}"/>
                </a:ext>
              </a:extLst>
            </p:cNvPr>
            <p:cNvSpPr/>
            <p:nvPr/>
          </p:nvSpPr>
          <p:spPr>
            <a:xfrm>
              <a:off x="4526756" y="3627596"/>
              <a:ext cx="4048125" cy="1952625"/>
            </a:xfrm>
            <a:custGeom>
              <a:avLst/>
              <a:gdLst>
                <a:gd name="connsiteX0" fmla="*/ 3988594 w 4048125"/>
                <a:gd name="connsiteY0" fmla="*/ 1832134 h 1952625"/>
                <a:gd name="connsiteX1" fmla="*/ 3706654 w 4048125"/>
                <a:gd name="connsiteY1" fmla="*/ 1832134 h 1952625"/>
                <a:gd name="connsiteX2" fmla="*/ 3706654 w 4048125"/>
                <a:gd name="connsiteY2" fmla="*/ 68104 h 1952625"/>
                <a:gd name="connsiteX3" fmla="*/ 3645694 w 4048125"/>
                <a:gd name="connsiteY3" fmla="*/ 7144 h 1952625"/>
                <a:gd name="connsiteX4" fmla="*/ 3085624 w 4048125"/>
                <a:gd name="connsiteY4" fmla="*/ 7144 h 1952625"/>
                <a:gd name="connsiteX5" fmla="*/ 3024664 w 4048125"/>
                <a:gd name="connsiteY5" fmla="*/ 68104 h 1952625"/>
                <a:gd name="connsiteX6" fmla="*/ 3024664 w 4048125"/>
                <a:gd name="connsiteY6" fmla="*/ 1832134 h 1952625"/>
                <a:gd name="connsiteX7" fmla="*/ 2818924 w 4048125"/>
                <a:gd name="connsiteY7" fmla="*/ 1832134 h 1952625"/>
                <a:gd name="connsiteX8" fmla="*/ 2818924 w 4048125"/>
                <a:gd name="connsiteY8" fmla="*/ 677704 h 1952625"/>
                <a:gd name="connsiteX9" fmla="*/ 2757964 w 4048125"/>
                <a:gd name="connsiteY9" fmla="*/ 616744 h 1952625"/>
                <a:gd name="connsiteX10" fmla="*/ 2194084 w 4048125"/>
                <a:gd name="connsiteY10" fmla="*/ 616744 h 1952625"/>
                <a:gd name="connsiteX11" fmla="*/ 2133124 w 4048125"/>
                <a:gd name="connsiteY11" fmla="*/ 677704 h 1952625"/>
                <a:gd name="connsiteX12" fmla="*/ 2133124 w 4048125"/>
                <a:gd name="connsiteY12" fmla="*/ 1832134 h 1952625"/>
                <a:gd name="connsiteX13" fmla="*/ 1927384 w 4048125"/>
                <a:gd name="connsiteY13" fmla="*/ 1832134 h 1952625"/>
                <a:gd name="connsiteX14" fmla="*/ 1927384 w 4048125"/>
                <a:gd name="connsiteY14" fmla="*/ 586264 h 1952625"/>
                <a:gd name="connsiteX15" fmla="*/ 1866424 w 4048125"/>
                <a:gd name="connsiteY15" fmla="*/ 525304 h 1952625"/>
                <a:gd name="connsiteX16" fmla="*/ 1306354 w 4048125"/>
                <a:gd name="connsiteY16" fmla="*/ 525304 h 1952625"/>
                <a:gd name="connsiteX17" fmla="*/ 1245394 w 4048125"/>
                <a:gd name="connsiteY17" fmla="*/ 586264 h 1952625"/>
                <a:gd name="connsiteX18" fmla="*/ 1245394 w 4048125"/>
                <a:gd name="connsiteY18" fmla="*/ 1832134 h 1952625"/>
                <a:gd name="connsiteX19" fmla="*/ 1039654 w 4048125"/>
                <a:gd name="connsiteY19" fmla="*/ 1832134 h 1952625"/>
                <a:gd name="connsiteX20" fmla="*/ 1039654 w 4048125"/>
                <a:gd name="connsiteY20" fmla="*/ 944404 h 1952625"/>
                <a:gd name="connsiteX21" fmla="*/ 978694 w 4048125"/>
                <a:gd name="connsiteY21" fmla="*/ 883444 h 1952625"/>
                <a:gd name="connsiteX22" fmla="*/ 414814 w 4048125"/>
                <a:gd name="connsiteY22" fmla="*/ 883444 h 1952625"/>
                <a:gd name="connsiteX23" fmla="*/ 353854 w 4048125"/>
                <a:gd name="connsiteY23" fmla="*/ 944404 h 1952625"/>
                <a:gd name="connsiteX24" fmla="*/ 353854 w 4048125"/>
                <a:gd name="connsiteY24" fmla="*/ 1832134 h 1952625"/>
                <a:gd name="connsiteX25" fmla="*/ 68104 w 4048125"/>
                <a:gd name="connsiteY25" fmla="*/ 1832134 h 1952625"/>
                <a:gd name="connsiteX26" fmla="*/ 7144 w 4048125"/>
                <a:gd name="connsiteY26" fmla="*/ 1893094 h 1952625"/>
                <a:gd name="connsiteX27" fmla="*/ 68104 w 4048125"/>
                <a:gd name="connsiteY27" fmla="*/ 1954054 h 1952625"/>
                <a:gd name="connsiteX28" fmla="*/ 411004 w 4048125"/>
                <a:gd name="connsiteY28" fmla="*/ 1954054 h 1952625"/>
                <a:gd name="connsiteX29" fmla="*/ 971074 w 4048125"/>
                <a:gd name="connsiteY29" fmla="*/ 1954054 h 1952625"/>
                <a:gd name="connsiteX30" fmla="*/ 1306354 w 4048125"/>
                <a:gd name="connsiteY30" fmla="*/ 1954054 h 1952625"/>
                <a:gd name="connsiteX31" fmla="*/ 1866424 w 4048125"/>
                <a:gd name="connsiteY31" fmla="*/ 1954054 h 1952625"/>
                <a:gd name="connsiteX32" fmla="*/ 2194084 w 4048125"/>
                <a:gd name="connsiteY32" fmla="*/ 1954054 h 1952625"/>
                <a:gd name="connsiteX33" fmla="*/ 2754154 w 4048125"/>
                <a:gd name="connsiteY33" fmla="*/ 1954054 h 1952625"/>
                <a:gd name="connsiteX34" fmla="*/ 3081814 w 4048125"/>
                <a:gd name="connsiteY34" fmla="*/ 1954054 h 1952625"/>
                <a:gd name="connsiteX35" fmla="*/ 3641884 w 4048125"/>
                <a:gd name="connsiteY35" fmla="*/ 1954054 h 1952625"/>
                <a:gd name="connsiteX36" fmla="*/ 3984784 w 4048125"/>
                <a:gd name="connsiteY36" fmla="*/ 1954054 h 1952625"/>
                <a:gd name="connsiteX37" fmla="*/ 4045744 w 4048125"/>
                <a:gd name="connsiteY37" fmla="*/ 1893094 h 1952625"/>
                <a:gd name="connsiteX38" fmla="*/ 3988594 w 4048125"/>
                <a:gd name="connsiteY38" fmla="*/ 1832134 h 1952625"/>
                <a:gd name="connsiteX39" fmla="*/ 913924 w 4048125"/>
                <a:gd name="connsiteY39" fmla="*/ 1832134 h 1952625"/>
                <a:gd name="connsiteX40" fmla="*/ 475774 w 4048125"/>
                <a:gd name="connsiteY40" fmla="*/ 1832134 h 1952625"/>
                <a:gd name="connsiteX41" fmla="*/ 475774 w 4048125"/>
                <a:gd name="connsiteY41" fmla="*/ 1005364 h 1952625"/>
                <a:gd name="connsiteX42" fmla="*/ 913924 w 4048125"/>
                <a:gd name="connsiteY42" fmla="*/ 1005364 h 1952625"/>
                <a:gd name="connsiteX43" fmla="*/ 913924 w 4048125"/>
                <a:gd name="connsiteY43" fmla="*/ 1832134 h 1952625"/>
                <a:gd name="connsiteX44" fmla="*/ 1805464 w 4048125"/>
                <a:gd name="connsiteY44" fmla="*/ 1832134 h 1952625"/>
                <a:gd name="connsiteX45" fmla="*/ 1367314 w 4048125"/>
                <a:gd name="connsiteY45" fmla="*/ 1832134 h 1952625"/>
                <a:gd name="connsiteX46" fmla="*/ 1367314 w 4048125"/>
                <a:gd name="connsiteY46" fmla="*/ 647224 h 1952625"/>
                <a:gd name="connsiteX47" fmla="*/ 1805464 w 4048125"/>
                <a:gd name="connsiteY47" fmla="*/ 647224 h 1952625"/>
                <a:gd name="connsiteX48" fmla="*/ 1805464 w 4048125"/>
                <a:gd name="connsiteY48" fmla="*/ 1832134 h 1952625"/>
                <a:gd name="connsiteX49" fmla="*/ 2693194 w 4048125"/>
                <a:gd name="connsiteY49" fmla="*/ 1832134 h 1952625"/>
                <a:gd name="connsiteX50" fmla="*/ 2255044 w 4048125"/>
                <a:gd name="connsiteY50" fmla="*/ 1832134 h 1952625"/>
                <a:gd name="connsiteX51" fmla="*/ 2255044 w 4048125"/>
                <a:gd name="connsiteY51" fmla="*/ 738664 h 1952625"/>
                <a:gd name="connsiteX52" fmla="*/ 2693194 w 4048125"/>
                <a:gd name="connsiteY52" fmla="*/ 738664 h 1952625"/>
                <a:gd name="connsiteX53" fmla="*/ 2693194 w 4048125"/>
                <a:gd name="connsiteY53" fmla="*/ 1832134 h 1952625"/>
                <a:gd name="connsiteX54" fmla="*/ 3584734 w 4048125"/>
                <a:gd name="connsiteY54" fmla="*/ 1832134 h 1952625"/>
                <a:gd name="connsiteX55" fmla="*/ 3146584 w 4048125"/>
                <a:gd name="connsiteY55" fmla="*/ 1832134 h 1952625"/>
                <a:gd name="connsiteX56" fmla="*/ 3146584 w 4048125"/>
                <a:gd name="connsiteY56" fmla="*/ 129064 h 1952625"/>
                <a:gd name="connsiteX57" fmla="*/ 3584734 w 4048125"/>
                <a:gd name="connsiteY57" fmla="*/ 129064 h 1952625"/>
                <a:gd name="connsiteX58" fmla="*/ 3584734 w 4048125"/>
                <a:gd name="connsiteY58" fmla="*/ 1832134 h 195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048125" h="1952625">
                  <a:moveTo>
                    <a:pt x="3988594" y="1832134"/>
                  </a:moveTo>
                  <a:lnTo>
                    <a:pt x="3706654" y="1832134"/>
                  </a:lnTo>
                  <a:lnTo>
                    <a:pt x="3706654" y="68104"/>
                  </a:lnTo>
                  <a:cubicBezTo>
                    <a:pt x="3706654" y="33814"/>
                    <a:pt x="3679984" y="7144"/>
                    <a:pt x="3645694" y="7144"/>
                  </a:cubicBezTo>
                  <a:lnTo>
                    <a:pt x="3085624" y="7144"/>
                  </a:lnTo>
                  <a:cubicBezTo>
                    <a:pt x="3051334" y="7144"/>
                    <a:pt x="3024664" y="33814"/>
                    <a:pt x="3024664" y="68104"/>
                  </a:cubicBezTo>
                  <a:lnTo>
                    <a:pt x="3024664" y="1832134"/>
                  </a:lnTo>
                  <a:lnTo>
                    <a:pt x="2818924" y="1832134"/>
                  </a:lnTo>
                  <a:lnTo>
                    <a:pt x="2818924" y="677704"/>
                  </a:lnTo>
                  <a:cubicBezTo>
                    <a:pt x="2818924" y="643414"/>
                    <a:pt x="2792254" y="616744"/>
                    <a:pt x="2757964" y="616744"/>
                  </a:cubicBezTo>
                  <a:lnTo>
                    <a:pt x="2194084" y="616744"/>
                  </a:lnTo>
                  <a:cubicBezTo>
                    <a:pt x="2159794" y="616744"/>
                    <a:pt x="2133124" y="643414"/>
                    <a:pt x="2133124" y="677704"/>
                  </a:cubicBezTo>
                  <a:lnTo>
                    <a:pt x="2133124" y="1832134"/>
                  </a:lnTo>
                  <a:lnTo>
                    <a:pt x="1927384" y="1832134"/>
                  </a:lnTo>
                  <a:lnTo>
                    <a:pt x="1927384" y="586264"/>
                  </a:lnTo>
                  <a:cubicBezTo>
                    <a:pt x="1927384" y="551974"/>
                    <a:pt x="1900714" y="525304"/>
                    <a:pt x="1866424" y="525304"/>
                  </a:cubicBezTo>
                  <a:lnTo>
                    <a:pt x="1306354" y="525304"/>
                  </a:lnTo>
                  <a:cubicBezTo>
                    <a:pt x="1272064" y="525304"/>
                    <a:pt x="1245394" y="551974"/>
                    <a:pt x="1245394" y="586264"/>
                  </a:cubicBezTo>
                  <a:lnTo>
                    <a:pt x="1245394" y="1832134"/>
                  </a:lnTo>
                  <a:lnTo>
                    <a:pt x="1039654" y="1832134"/>
                  </a:lnTo>
                  <a:lnTo>
                    <a:pt x="1039654" y="944404"/>
                  </a:lnTo>
                  <a:cubicBezTo>
                    <a:pt x="1039654" y="910114"/>
                    <a:pt x="1012984" y="883444"/>
                    <a:pt x="978694" y="883444"/>
                  </a:cubicBezTo>
                  <a:lnTo>
                    <a:pt x="414814" y="883444"/>
                  </a:lnTo>
                  <a:cubicBezTo>
                    <a:pt x="380524" y="883444"/>
                    <a:pt x="353854" y="910114"/>
                    <a:pt x="353854" y="944404"/>
                  </a:cubicBezTo>
                  <a:lnTo>
                    <a:pt x="353854" y="1832134"/>
                  </a:lnTo>
                  <a:lnTo>
                    <a:pt x="68104" y="1832134"/>
                  </a:lnTo>
                  <a:cubicBezTo>
                    <a:pt x="33814" y="1832134"/>
                    <a:pt x="7144" y="1858804"/>
                    <a:pt x="7144" y="1893094"/>
                  </a:cubicBezTo>
                  <a:cubicBezTo>
                    <a:pt x="7144" y="1927384"/>
                    <a:pt x="33814" y="1954054"/>
                    <a:pt x="68104" y="1954054"/>
                  </a:cubicBezTo>
                  <a:lnTo>
                    <a:pt x="411004" y="1954054"/>
                  </a:lnTo>
                  <a:lnTo>
                    <a:pt x="971074" y="1954054"/>
                  </a:lnTo>
                  <a:lnTo>
                    <a:pt x="1306354" y="1954054"/>
                  </a:lnTo>
                  <a:lnTo>
                    <a:pt x="1866424" y="1954054"/>
                  </a:lnTo>
                  <a:lnTo>
                    <a:pt x="2194084" y="1954054"/>
                  </a:lnTo>
                  <a:lnTo>
                    <a:pt x="2754154" y="1954054"/>
                  </a:lnTo>
                  <a:lnTo>
                    <a:pt x="3081814" y="1954054"/>
                  </a:lnTo>
                  <a:lnTo>
                    <a:pt x="3641884" y="1954054"/>
                  </a:lnTo>
                  <a:lnTo>
                    <a:pt x="3984784" y="1954054"/>
                  </a:lnTo>
                  <a:cubicBezTo>
                    <a:pt x="4019074" y="1954054"/>
                    <a:pt x="4045744" y="1927384"/>
                    <a:pt x="4045744" y="1893094"/>
                  </a:cubicBezTo>
                  <a:cubicBezTo>
                    <a:pt x="4049554" y="1858804"/>
                    <a:pt x="4022884" y="1832134"/>
                    <a:pt x="3988594" y="1832134"/>
                  </a:cubicBezTo>
                  <a:close/>
                  <a:moveTo>
                    <a:pt x="913924" y="1832134"/>
                  </a:moveTo>
                  <a:lnTo>
                    <a:pt x="475774" y="1832134"/>
                  </a:lnTo>
                  <a:lnTo>
                    <a:pt x="475774" y="1005364"/>
                  </a:lnTo>
                  <a:lnTo>
                    <a:pt x="913924" y="1005364"/>
                  </a:lnTo>
                  <a:lnTo>
                    <a:pt x="913924" y="1832134"/>
                  </a:lnTo>
                  <a:close/>
                  <a:moveTo>
                    <a:pt x="1805464" y="1832134"/>
                  </a:moveTo>
                  <a:lnTo>
                    <a:pt x="1367314" y="1832134"/>
                  </a:lnTo>
                  <a:lnTo>
                    <a:pt x="1367314" y="647224"/>
                  </a:lnTo>
                  <a:lnTo>
                    <a:pt x="1805464" y="647224"/>
                  </a:lnTo>
                  <a:lnTo>
                    <a:pt x="1805464" y="1832134"/>
                  </a:lnTo>
                  <a:close/>
                  <a:moveTo>
                    <a:pt x="2693194" y="1832134"/>
                  </a:moveTo>
                  <a:lnTo>
                    <a:pt x="2255044" y="1832134"/>
                  </a:lnTo>
                  <a:lnTo>
                    <a:pt x="2255044" y="738664"/>
                  </a:lnTo>
                  <a:lnTo>
                    <a:pt x="2693194" y="738664"/>
                  </a:lnTo>
                  <a:lnTo>
                    <a:pt x="2693194" y="1832134"/>
                  </a:lnTo>
                  <a:close/>
                  <a:moveTo>
                    <a:pt x="3584734" y="1832134"/>
                  </a:moveTo>
                  <a:lnTo>
                    <a:pt x="3146584" y="1832134"/>
                  </a:lnTo>
                  <a:lnTo>
                    <a:pt x="3146584" y="129064"/>
                  </a:lnTo>
                  <a:lnTo>
                    <a:pt x="3584734" y="129064"/>
                  </a:lnTo>
                  <a:lnTo>
                    <a:pt x="3584734" y="183213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02" name="Graphic 36">
            <a:extLst>
              <a:ext uri="{FF2B5EF4-FFF2-40B4-BE49-F238E27FC236}">
                <a16:creationId xmlns:a16="http://schemas.microsoft.com/office/drawing/2014/main" id="{6C73BD13-4FAC-445E-8C57-118F9F172707}"/>
              </a:ext>
            </a:extLst>
          </p:cNvPr>
          <p:cNvGrpSpPr>
            <a:grpSpLocks noChangeAspect="1"/>
          </p:cNvGrpSpPr>
          <p:nvPr/>
        </p:nvGrpSpPr>
        <p:grpSpPr>
          <a:xfrm>
            <a:off x="4219373" y="5645399"/>
            <a:ext cx="502920" cy="502920"/>
            <a:chOff x="4114800" y="1447800"/>
            <a:chExt cx="487680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EC81D7E-BB26-45A2-B1EA-AE50030A0297}"/>
                </a:ext>
              </a:extLst>
            </p:cNvPr>
            <p:cNvSpPr/>
            <p:nvPr/>
          </p:nvSpPr>
          <p:spPr>
            <a:xfrm>
              <a:off x="4107656" y="1440656"/>
              <a:ext cx="4886325" cy="4886325"/>
            </a:xfrm>
            <a:custGeom>
              <a:avLst/>
              <a:gdLst>
                <a:gd name="connsiteX0" fmla="*/ 4856322 w 4886325"/>
                <a:gd name="connsiteY0" fmla="*/ 901541 h 4886325"/>
                <a:gd name="connsiteX1" fmla="*/ 3989546 w 4886325"/>
                <a:gd name="connsiteY1" fmla="*/ 34766 h 4886325"/>
                <a:gd name="connsiteX2" fmla="*/ 3921919 w 4886325"/>
                <a:gd name="connsiteY2" fmla="*/ 7144 h 4886325"/>
                <a:gd name="connsiteX3" fmla="*/ 1092994 w 4886325"/>
                <a:gd name="connsiteY3" fmla="*/ 7144 h 4886325"/>
                <a:gd name="connsiteX4" fmla="*/ 807244 w 4886325"/>
                <a:gd name="connsiteY4" fmla="*/ 292894 h 4886325"/>
                <a:gd name="connsiteX5" fmla="*/ 807244 w 4886325"/>
                <a:gd name="connsiteY5" fmla="*/ 474821 h 4886325"/>
                <a:gd name="connsiteX6" fmla="*/ 7144 w 4886325"/>
                <a:gd name="connsiteY6" fmla="*/ 1646396 h 4886325"/>
                <a:gd name="connsiteX7" fmla="*/ 102394 w 4886325"/>
                <a:gd name="connsiteY7" fmla="*/ 1741646 h 4886325"/>
                <a:gd name="connsiteX8" fmla="*/ 1265396 w 4886325"/>
                <a:gd name="connsiteY8" fmla="*/ 1741646 h 4886325"/>
                <a:gd name="connsiteX9" fmla="*/ 1360646 w 4886325"/>
                <a:gd name="connsiteY9" fmla="*/ 1646396 h 4886325"/>
                <a:gd name="connsiteX10" fmla="*/ 1360646 w 4886325"/>
                <a:gd name="connsiteY10" fmla="*/ 483394 h 4886325"/>
                <a:gd name="connsiteX11" fmla="*/ 1265396 w 4886325"/>
                <a:gd name="connsiteY11" fmla="*/ 388144 h 4886325"/>
                <a:gd name="connsiteX12" fmla="*/ 997744 w 4886325"/>
                <a:gd name="connsiteY12" fmla="*/ 416719 h 4886325"/>
                <a:gd name="connsiteX13" fmla="*/ 997744 w 4886325"/>
                <a:gd name="connsiteY13" fmla="*/ 292894 h 4886325"/>
                <a:gd name="connsiteX14" fmla="*/ 1092994 w 4886325"/>
                <a:gd name="connsiteY14" fmla="*/ 197644 h 4886325"/>
                <a:gd name="connsiteX15" fmla="*/ 3826669 w 4886325"/>
                <a:gd name="connsiteY15" fmla="*/ 197644 h 4886325"/>
                <a:gd name="connsiteX16" fmla="*/ 3826669 w 4886325"/>
                <a:gd name="connsiteY16" fmla="*/ 778669 h 4886325"/>
                <a:gd name="connsiteX17" fmla="*/ 4112419 w 4886325"/>
                <a:gd name="connsiteY17" fmla="*/ 1064419 h 4886325"/>
                <a:gd name="connsiteX18" fmla="*/ 4693444 w 4886325"/>
                <a:gd name="connsiteY18" fmla="*/ 1064419 h 4886325"/>
                <a:gd name="connsiteX19" fmla="*/ 4693444 w 4886325"/>
                <a:gd name="connsiteY19" fmla="*/ 4598194 h 4886325"/>
                <a:gd name="connsiteX20" fmla="*/ 4598194 w 4886325"/>
                <a:gd name="connsiteY20" fmla="*/ 4693444 h 4886325"/>
                <a:gd name="connsiteX21" fmla="*/ 1092994 w 4886325"/>
                <a:gd name="connsiteY21" fmla="*/ 4693444 h 4886325"/>
                <a:gd name="connsiteX22" fmla="*/ 997744 w 4886325"/>
                <a:gd name="connsiteY22" fmla="*/ 4598194 h 4886325"/>
                <a:gd name="connsiteX23" fmla="*/ 997744 w 4886325"/>
                <a:gd name="connsiteY23" fmla="*/ 3781901 h 4886325"/>
                <a:gd name="connsiteX24" fmla="*/ 902494 w 4886325"/>
                <a:gd name="connsiteY24" fmla="*/ 3686651 h 4886325"/>
                <a:gd name="connsiteX25" fmla="*/ 807244 w 4886325"/>
                <a:gd name="connsiteY25" fmla="*/ 3781901 h 4886325"/>
                <a:gd name="connsiteX26" fmla="*/ 807244 w 4886325"/>
                <a:gd name="connsiteY26" fmla="*/ 4598194 h 4886325"/>
                <a:gd name="connsiteX27" fmla="*/ 1092994 w 4886325"/>
                <a:gd name="connsiteY27" fmla="*/ 4883944 h 4886325"/>
                <a:gd name="connsiteX28" fmla="*/ 4598194 w 4886325"/>
                <a:gd name="connsiteY28" fmla="*/ 4883944 h 4886325"/>
                <a:gd name="connsiteX29" fmla="*/ 4883944 w 4886325"/>
                <a:gd name="connsiteY29" fmla="*/ 4598194 h 4886325"/>
                <a:gd name="connsiteX30" fmla="*/ 4883944 w 4886325"/>
                <a:gd name="connsiteY30" fmla="*/ 969169 h 4886325"/>
                <a:gd name="connsiteX31" fmla="*/ 4856322 w 4886325"/>
                <a:gd name="connsiteY31" fmla="*/ 901541 h 4886325"/>
                <a:gd name="connsiteX32" fmla="*/ 1170146 w 4886325"/>
                <a:gd name="connsiteY32" fmla="*/ 582454 h 4886325"/>
                <a:gd name="connsiteX33" fmla="*/ 1170146 w 4886325"/>
                <a:gd name="connsiteY33" fmla="*/ 1550194 h 4886325"/>
                <a:gd name="connsiteX34" fmla="*/ 201454 w 4886325"/>
                <a:gd name="connsiteY34" fmla="*/ 1550194 h 4886325"/>
                <a:gd name="connsiteX35" fmla="*/ 1170146 w 4886325"/>
                <a:gd name="connsiteY35" fmla="*/ 582454 h 4886325"/>
                <a:gd name="connsiteX36" fmla="*/ 4112419 w 4886325"/>
                <a:gd name="connsiteY36" fmla="*/ 873919 h 4886325"/>
                <a:gd name="connsiteX37" fmla="*/ 4017169 w 4886325"/>
                <a:gd name="connsiteY37" fmla="*/ 778669 h 4886325"/>
                <a:gd name="connsiteX38" fmla="*/ 4017169 w 4886325"/>
                <a:gd name="connsiteY38" fmla="*/ 331946 h 4886325"/>
                <a:gd name="connsiteX39" fmla="*/ 4559141 w 4886325"/>
                <a:gd name="connsiteY39" fmla="*/ 873919 h 4886325"/>
                <a:gd name="connsiteX40" fmla="*/ 4112419 w 4886325"/>
                <a:gd name="connsiteY40" fmla="*/ 873919 h 488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886325" h="4886325">
                  <a:moveTo>
                    <a:pt x="4856322" y="901541"/>
                  </a:moveTo>
                  <a:lnTo>
                    <a:pt x="3989546" y="34766"/>
                  </a:lnTo>
                  <a:cubicBezTo>
                    <a:pt x="3971449" y="17621"/>
                    <a:pt x="3947636" y="7144"/>
                    <a:pt x="3921919" y="7144"/>
                  </a:cubicBezTo>
                  <a:lnTo>
                    <a:pt x="1092994" y="7144"/>
                  </a:lnTo>
                  <a:cubicBezTo>
                    <a:pt x="935831" y="7144"/>
                    <a:pt x="807244" y="135731"/>
                    <a:pt x="807244" y="292894"/>
                  </a:cubicBezTo>
                  <a:lnTo>
                    <a:pt x="807244" y="474821"/>
                  </a:lnTo>
                  <a:cubicBezTo>
                    <a:pt x="339566" y="658654"/>
                    <a:pt x="7144" y="1114901"/>
                    <a:pt x="7144" y="1646396"/>
                  </a:cubicBezTo>
                  <a:cubicBezTo>
                    <a:pt x="7144" y="1698784"/>
                    <a:pt x="50006" y="1741646"/>
                    <a:pt x="102394" y="1741646"/>
                  </a:cubicBezTo>
                  <a:lnTo>
                    <a:pt x="1265396" y="1741646"/>
                  </a:lnTo>
                  <a:cubicBezTo>
                    <a:pt x="1317784" y="1741646"/>
                    <a:pt x="1360646" y="1698784"/>
                    <a:pt x="1360646" y="1646396"/>
                  </a:cubicBezTo>
                  <a:lnTo>
                    <a:pt x="1360646" y="483394"/>
                  </a:lnTo>
                  <a:cubicBezTo>
                    <a:pt x="1360646" y="431006"/>
                    <a:pt x="1317784" y="388144"/>
                    <a:pt x="1265396" y="388144"/>
                  </a:cubicBezTo>
                  <a:cubicBezTo>
                    <a:pt x="1173956" y="388144"/>
                    <a:pt x="1084421" y="397669"/>
                    <a:pt x="997744" y="416719"/>
                  </a:cubicBezTo>
                  <a:lnTo>
                    <a:pt x="997744" y="292894"/>
                  </a:lnTo>
                  <a:cubicBezTo>
                    <a:pt x="997744" y="240506"/>
                    <a:pt x="1040606" y="197644"/>
                    <a:pt x="1092994" y="197644"/>
                  </a:cubicBezTo>
                  <a:lnTo>
                    <a:pt x="3826669" y="197644"/>
                  </a:lnTo>
                  <a:lnTo>
                    <a:pt x="3826669" y="778669"/>
                  </a:lnTo>
                  <a:cubicBezTo>
                    <a:pt x="3826669" y="935831"/>
                    <a:pt x="3955256" y="1064419"/>
                    <a:pt x="4112419" y="1064419"/>
                  </a:cubicBezTo>
                  <a:lnTo>
                    <a:pt x="4693444" y="1064419"/>
                  </a:lnTo>
                  <a:lnTo>
                    <a:pt x="4693444" y="4598194"/>
                  </a:lnTo>
                  <a:cubicBezTo>
                    <a:pt x="4693444" y="4650581"/>
                    <a:pt x="4650581" y="4693444"/>
                    <a:pt x="4598194" y="4693444"/>
                  </a:cubicBezTo>
                  <a:lnTo>
                    <a:pt x="1092994" y="4693444"/>
                  </a:lnTo>
                  <a:cubicBezTo>
                    <a:pt x="1040606" y="4693444"/>
                    <a:pt x="997744" y="4650581"/>
                    <a:pt x="997744" y="4598194"/>
                  </a:cubicBezTo>
                  <a:lnTo>
                    <a:pt x="997744" y="3781901"/>
                  </a:lnTo>
                  <a:cubicBezTo>
                    <a:pt x="997744" y="3729514"/>
                    <a:pt x="954881" y="3686651"/>
                    <a:pt x="902494" y="3686651"/>
                  </a:cubicBezTo>
                  <a:cubicBezTo>
                    <a:pt x="850106" y="3686651"/>
                    <a:pt x="807244" y="3729514"/>
                    <a:pt x="807244" y="3781901"/>
                  </a:cubicBezTo>
                  <a:lnTo>
                    <a:pt x="807244" y="4598194"/>
                  </a:lnTo>
                  <a:cubicBezTo>
                    <a:pt x="807244" y="4755356"/>
                    <a:pt x="935831" y="4883944"/>
                    <a:pt x="1092994" y="4883944"/>
                  </a:cubicBezTo>
                  <a:lnTo>
                    <a:pt x="4598194" y="4883944"/>
                  </a:lnTo>
                  <a:cubicBezTo>
                    <a:pt x="4755356" y="4883944"/>
                    <a:pt x="4883944" y="4755356"/>
                    <a:pt x="4883944" y="4598194"/>
                  </a:cubicBezTo>
                  <a:lnTo>
                    <a:pt x="4883944" y="969169"/>
                  </a:lnTo>
                  <a:cubicBezTo>
                    <a:pt x="4883944" y="943451"/>
                    <a:pt x="4873466" y="919639"/>
                    <a:pt x="4856322" y="901541"/>
                  </a:cubicBezTo>
                  <a:close/>
                  <a:moveTo>
                    <a:pt x="1170146" y="582454"/>
                  </a:moveTo>
                  <a:lnTo>
                    <a:pt x="1170146" y="1550194"/>
                  </a:lnTo>
                  <a:lnTo>
                    <a:pt x="201454" y="1550194"/>
                  </a:lnTo>
                  <a:cubicBezTo>
                    <a:pt x="247174" y="1037749"/>
                    <a:pt x="656749" y="628174"/>
                    <a:pt x="1170146" y="582454"/>
                  </a:cubicBezTo>
                  <a:close/>
                  <a:moveTo>
                    <a:pt x="4112419" y="873919"/>
                  </a:moveTo>
                  <a:cubicBezTo>
                    <a:pt x="4060031" y="873919"/>
                    <a:pt x="4017169" y="831056"/>
                    <a:pt x="4017169" y="778669"/>
                  </a:cubicBezTo>
                  <a:lnTo>
                    <a:pt x="4017169" y="331946"/>
                  </a:lnTo>
                  <a:lnTo>
                    <a:pt x="4559141" y="873919"/>
                  </a:lnTo>
                  <a:lnTo>
                    <a:pt x="4112419" y="8739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5AC3FDB-6954-466A-AEF9-C2D4CA3DE534}"/>
                </a:ext>
              </a:extLst>
            </p:cNvPr>
            <p:cNvSpPr/>
            <p:nvPr/>
          </p:nvSpPr>
          <p:spPr>
            <a:xfrm>
              <a:off x="4907756" y="4774406"/>
              <a:ext cx="200025" cy="200025"/>
            </a:xfrm>
            <a:custGeom>
              <a:avLst/>
              <a:gdLst>
                <a:gd name="connsiteX0" fmla="*/ 170021 w 200025"/>
                <a:gd name="connsiteY0" fmla="*/ 34766 h 200025"/>
                <a:gd name="connsiteX1" fmla="*/ 102394 w 200025"/>
                <a:gd name="connsiteY1" fmla="*/ 7144 h 200025"/>
                <a:gd name="connsiteX2" fmla="*/ 34766 w 200025"/>
                <a:gd name="connsiteY2" fmla="*/ 34766 h 200025"/>
                <a:gd name="connsiteX3" fmla="*/ 7144 w 200025"/>
                <a:gd name="connsiteY3" fmla="*/ 102394 h 200025"/>
                <a:gd name="connsiteX4" fmla="*/ 34766 w 200025"/>
                <a:gd name="connsiteY4" fmla="*/ 170021 h 200025"/>
                <a:gd name="connsiteX5" fmla="*/ 102394 w 200025"/>
                <a:gd name="connsiteY5" fmla="*/ 197644 h 200025"/>
                <a:gd name="connsiteX6" fmla="*/ 170021 w 200025"/>
                <a:gd name="connsiteY6" fmla="*/ 170021 h 200025"/>
                <a:gd name="connsiteX7" fmla="*/ 197644 w 200025"/>
                <a:gd name="connsiteY7" fmla="*/ 102394 h 200025"/>
                <a:gd name="connsiteX8" fmla="*/ 170021 w 200025"/>
                <a:gd name="connsiteY8" fmla="*/ 34766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200025">
                  <a:moveTo>
                    <a:pt x="170021" y="34766"/>
                  </a:moveTo>
                  <a:cubicBezTo>
                    <a:pt x="151924" y="16669"/>
                    <a:pt x="128111" y="7144"/>
                    <a:pt x="102394" y="7144"/>
                  </a:cubicBezTo>
                  <a:cubicBezTo>
                    <a:pt x="76676" y="7144"/>
                    <a:pt x="52864" y="17621"/>
                    <a:pt x="34766" y="34766"/>
                  </a:cubicBezTo>
                  <a:cubicBezTo>
                    <a:pt x="16669" y="52864"/>
                    <a:pt x="7144" y="76676"/>
                    <a:pt x="7144" y="102394"/>
                  </a:cubicBezTo>
                  <a:cubicBezTo>
                    <a:pt x="7144" y="128111"/>
                    <a:pt x="17621" y="151924"/>
                    <a:pt x="34766" y="170021"/>
                  </a:cubicBezTo>
                  <a:cubicBezTo>
                    <a:pt x="52864" y="188119"/>
                    <a:pt x="76676" y="197644"/>
                    <a:pt x="102394" y="197644"/>
                  </a:cubicBezTo>
                  <a:cubicBezTo>
                    <a:pt x="128111" y="197644"/>
                    <a:pt x="151924" y="187166"/>
                    <a:pt x="170021" y="170021"/>
                  </a:cubicBezTo>
                  <a:cubicBezTo>
                    <a:pt x="188119" y="151924"/>
                    <a:pt x="197644" y="128111"/>
                    <a:pt x="197644" y="102394"/>
                  </a:cubicBezTo>
                  <a:cubicBezTo>
                    <a:pt x="197644" y="76676"/>
                    <a:pt x="187166" y="52864"/>
                    <a:pt x="17002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34C6517-4AB6-4220-96FD-8D32F8DED142}"/>
                </a:ext>
              </a:extLst>
            </p:cNvPr>
            <p:cNvSpPr/>
            <p:nvPr/>
          </p:nvSpPr>
          <p:spPr>
            <a:xfrm>
              <a:off x="4448651" y="2162651"/>
              <a:ext cx="2524125" cy="2524125"/>
            </a:xfrm>
            <a:custGeom>
              <a:avLst/>
              <a:gdLst>
                <a:gd name="connsiteX0" fmla="*/ 1265396 w 2524125"/>
                <a:gd name="connsiteY0" fmla="*/ 7144 h 2524125"/>
                <a:gd name="connsiteX1" fmla="*/ 1170146 w 2524125"/>
                <a:gd name="connsiteY1" fmla="*/ 102394 h 2524125"/>
                <a:gd name="connsiteX2" fmla="*/ 1170146 w 2524125"/>
                <a:gd name="connsiteY2" fmla="*/ 1170146 h 2524125"/>
                <a:gd name="connsiteX3" fmla="*/ 102394 w 2524125"/>
                <a:gd name="connsiteY3" fmla="*/ 1170146 h 2524125"/>
                <a:gd name="connsiteX4" fmla="*/ 7144 w 2524125"/>
                <a:gd name="connsiteY4" fmla="*/ 1265396 h 2524125"/>
                <a:gd name="connsiteX5" fmla="*/ 1265396 w 2524125"/>
                <a:gd name="connsiteY5" fmla="*/ 2523649 h 2524125"/>
                <a:gd name="connsiteX6" fmla="*/ 2523649 w 2524125"/>
                <a:gd name="connsiteY6" fmla="*/ 1265396 h 2524125"/>
                <a:gd name="connsiteX7" fmla="*/ 1265396 w 2524125"/>
                <a:gd name="connsiteY7" fmla="*/ 7144 h 2524125"/>
                <a:gd name="connsiteX8" fmla="*/ 1360646 w 2524125"/>
                <a:gd name="connsiteY8" fmla="*/ 202406 h 2524125"/>
                <a:gd name="connsiteX9" fmla="*/ 1949291 w 2524125"/>
                <a:gd name="connsiteY9" fmla="*/ 447199 h 2524125"/>
                <a:gd name="connsiteX10" fmla="*/ 1360646 w 2524125"/>
                <a:gd name="connsiteY10" fmla="*/ 1035844 h 2524125"/>
                <a:gd name="connsiteX11" fmla="*/ 1360646 w 2524125"/>
                <a:gd name="connsiteY11" fmla="*/ 202406 h 2524125"/>
                <a:gd name="connsiteX12" fmla="*/ 1265396 w 2524125"/>
                <a:gd name="connsiteY12" fmla="*/ 2333149 h 2524125"/>
                <a:gd name="connsiteX13" fmla="*/ 202406 w 2524125"/>
                <a:gd name="connsiteY13" fmla="*/ 1360646 h 2524125"/>
                <a:gd name="connsiteX14" fmla="*/ 1265396 w 2524125"/>
                <a:gd name="connsiteY14" fmla="*/ 1360646 h 2524125"/>
                <a:gd name="connsiteX15" fmla="*/ 1333024 w 2524125"/>
                <a:gd name="connsiteY15" fmla="*/ 1333024 h 2524125"/>
                <a:gd name="connsiteX16" fmla="*/ 1333024 w 2524125"/>
                <a:gd name="connsiteY16" fmla="*/ 1333024 h 2524125"/>
                <a:gd name="connsiteX17" fmla="*/ 2084546 w 2524125"/>
                <a:gd name="connsiteY17" fmla="*/ 581501 h 2524125"/>
                <a:gd name="connsiteX18" fmla="*/ 2333149 w 2524125"/>
                <a:gd name="connsiteY18" fmla="*/ 1265396 h 2524125"/>
                <a:gd name="connsiteX19" fmla="*/ 1265396 w 2524125"/>
                <a:gd name="connsiteY19" fmla="*/ 2333149 h 2524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524125" h="2524125">
                  <a:moveTo>
                    <a:pt x="1265396" y="7144"/>
                  </a:moveTo>
                  <a:cubicBezTo>
                    <a:pt x="1213009" y="7144"/>
                    <a:pt x="1170146" y="50006"/>
                    <a:pt x="1170146" y="102394"/>
                  </a:cubicBezTo>
                  <a:lnTo>
                    <a:pt x="1170146" y="1170146"/>
                  </a:lnTo>
                  <a:lnTo>
                    <a:pt x="102394" y="1170146"/>
                  </a:lnTo>
                  <a:cubicBezTo>
                    <a:pt x="50006" y="1170146"/>
                    <a:pt x="7144" y="1213009"/>
                    <a:pt x="7144" y="1265396"/>
                  </a:cubicBezTo>
                  <a:cubicBezTo>
                    <a:pt x="7144" y="1958816"/>
                    <a:pt x="571976" y="2523649"/>
                    <a:pt x="1265396" y="2523649"/>
                  </a:cubicBezTo>
                  <a:cubicBezTo>
                    <a:pt x="1958816" y="2523649"/>
                    <a:pt x="2523649" y="1958816"/>
                    <a:pt x="2523649" y="1265396"/>
                  </a:cubicBezTo>
                  <a:cubicBezTo>
                    <a:pt x="2523649" y="571976"/>
                    <a:pt x="1958816" y="7144"/>
                    <a:pt x="1265396" y="7144"/>
                  </a:cubicBezTo>
                  <a:close/>
                  <a:moveTo>
                    <a:pt x="1360646" y="202406"/>
                  </a:moveTo>
                  <a:cubicBezTo>
                    <a:pt x="1583531" y="222409"/>
                    <a:pt x="1787366" y="310991"/>
                    <a:pt x="1949291" y="447199"/>
                  </a:cubicBezTo>
                  <a:lnTo>
                    <a:pt x="1360646" y="1035844"/>
                  </a:lnTo>
                  <a:lnTo>
                    <a:pt x="1360646" y="202406"/>
                  </a:lnTo>
                  <a:close/>
                  <a:moveTo>
                    <a:pt x="1265396" y="2333149"/>
                  </a:moveTo>
                  <a:cubicBezTo>
                    <a:pt x="709136" y="2333149"/>
                    <a:pt x="250031" y="1905476"/>
                    <a:pt x="202406" y="1360646"/>
                  </a:cubicBezTo>
                  <a:lnTo>
                    <a:pt x="1265396" y="1360646"/>
                  </a:lnTo>
                  <a:cubicBezTo>
                    <a:pt x="1292066" y="1360646"/>
                    <a:pt x="1315879" y="1350169"/>
                    <a:pt x="1333024" y="1333024"/>
                  </a:cubicBezTo>
                  <a:cubicBezTo>
                    <a:pt x="1333024" y="1333024"/>
                    <a:pt x="1333024" y="1333024"/>
                    <a:pt x="1333024" y="1333024"/>
                  </a:cubicBezTo>
                  <a:lnTo>
                    <a:pt x="2084546" y="581501"/>
                  </a:lnTo>
                  <a:cubicBezTo>
                    <a:pt x="2239804" y="767239"/>
                    <a:pt x="2333149" y="1005364"/>
                    <a:pt x="2333149" y="1265396"/>
                  </a:cubicBezTo>
                  <a:cubicBezTo>
                    <a:pt x="2333149" y="1854041"/>
                    <a:pt x="1854041" y="2333149"/>
                    <a:pt x="1265396" y="23331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426F0480-BB7F-4B55-8DC0-578EA66B9D65}"/>
                </a:ext>
              </a:extLst>
            </p:cNvPr>
            <p:cNvSpPr/>
            <p:nvPr/>
          </p:nvSpPr>
          <p:spPr>
            <a:xfrm>
              <a:off x="5574506" y="4446746"/>
              <a:ext cx="3000375" cy="1495425"/>
            </a:xfrm>
            <a:custGeom>
              <a:avLst/>
              <a:gdLst>
                <a:gd name="connsiteX0" fmla="*/ 2713196 w 3000375"/>
                <a:gd name="connsiteY0" fmla="*/ 7144 h 1495425"/>
                <a:gd name="connsiteX1" fmla="*/ 2427446 w 3000375"/>
                <a:gd name="connsiteY1" fmla="*/ 292894 h 1495425"/>
                <a:gd name="connsiteX2" fmla="*/ 2450306 w 3000375"/>
                <a:gd name="connsiteY2" fmla="*/ 404336 h 1495425"/>
                <a:gd name="connsiteX3" fmla="*/ 1901666 w 3000375"/>
                <a:gd name="connsiteY3" fmla="*/ 952976 h 1495425"/>
                <a:gd name="connsiteX4" fmla="*/ 1776889 w 3000375"/>
                <a:gd name="connsiteY4" fmla="*/ 924401 h 1495425"/>
                <a:gd name="connsiteX5" fmla="*/ 1654969 w 3000375"/>
                <a:gd name="connsiteY5" fmla="*/ 952024 h 1495425"/>
                <a:gd name="connsiteX6" fmla="*/ 1290161 w 3000375"/>
                <a:gd name="connsiteY6" fmla="*/ 587216 h 1495425"/>
                <a:gd name="connsiteX7" fmla="*/ 1310164 w 3000375"/>
                <a:gd name="connsiteY7" fmla="*/ 483394 h 1495425"/>
                <a:gd name="connsiteX8" fmla="*/ 1024414 w 3000375"/>
                <a:gd name="connsiteY8" fmla="*/ 197644 h 1495425"/>
                <a:gd name="connsiteX9" fmla="*/ 738664 w 3000375"/>
                <a:gd name="connsiteY9" fmla="*/ 483394 h 1495425"/>
                <a:gd name="connsiteX10" fmla="*/ 765334 w 3000375"/>
                <a:gd name="connsiteY10" fmla="*/ 603409 h 1495425"/>
                <a:gd name="connsiteX11" fmla="*/ 415766 w 3000375"/>
                <a:gd name="connsiteY11" fmla="*/ 952976 h 1495425"/>
                <a:gd name="connsiteX12" fmla="*/ 292894 w 3000375"/>
                <a:gd name="connsiteY12" fmla="*/ 925354 h 1495425"/>
                <a:gd name="connsiteX13" fmla="*/ 7144 w 3000375"/>
                <a:gd name="connsiteY13" fmla="*/ 1211104 h 1495425"/>
                <a:gd name="connsiteX14" fmla="*/ 292894 w 3000375"/>
                <a:gd name="connsiteY14" fmla="*/ 1496854 h 1495425"/>
                <a:gd name="connsiteX15" fmla="*/ 578644 w 3000375"/>
                <a:gd name="connsiteY15" fmla="*/ 1211104 h 1495425"/>
                <a:gd name="connsiteX16" fmla="*/ 551021 w 3000375"/>
                <a:gd name="connsiteY16" fmla="*/ 1087279 h 1495425"/>
                <a:gd name="connsiteX17" fmla="*/ 898684 w 3000375"/>
                <a:gd name="connsiteY17" fmla="*/ 739616 h 1495425"/>
                <a:gd name="connsiteX18" fmla="*/ 1025366 w 3000375"/>
                <a:gd name="connsiteY18" fmla="*/ 769144 h 1495425"/>
                <a:gd name="connsiteX19" fmla="*/ 1166336 w 3000375"/>
                <a:gd name="connsiteY19" fmla="*/ 731996 h 1495425"/>
                <a:gd name="connsiteX20" fmla="*/ 1520666 w 3000375"/>
                <a:gd name="connsiteY20" fmla="*/ 1086326 h 1495425"/>
                <a:gd name="connsiteX21" fmla="*/ 1492091 w 3000375"/>
                <a:gd name="connsiteY21" fmla="*/ 1210151 h 1495425"/>
                <a:gd name="connsiteX22" fmla="*/ 1777841 w 3000375"/>
                <a:gd name="connsiteY22" fmla="*/ 1495901 h 1495425"/>
                <a:gd name="connsiteX23" fmla="*/ 2063591 w 3000375"/>
                <a:gd name="connsiteY23" fmla="*/ 1210151 h 1495425"/>
                <a:gd name="connsiteX24" fmla="*/ 2035969 w 3000375"/>
                <a:gd name="connsiteY24" fmla="*/ 1088231 h 1495425"/>
                <a:gd name="connsiteX25" fmla="*/ 2579846 w 3000375"/>
                <a:gd name="connsiteY25" fmla="*/ 544354 h 1495425"/>
                <a:gd name="connsiteX26" fmla="*/ 2714149 w 3000375"/>
                <a:gd name="connsiteY26" fmla="*/ 577691 h 1495425"/>
                <a:gd name="connsiteX27" fmla="*/ 2999899 w 3000375"/>
                <a:gd name="connsiteY27" fmla="*/ 291941 h 1495425"/>
                <a:gd name="connsiteX28" fmla="*/ 2713196 w 3000375"/>
                <a:gd name="connsiteY28" fmla="*/ 7144 h 1495425"/>
                <a:gd name="connsiteX29" fmla="*/ 291941 w 3000375"/>
                <a:gd name="connsiteY29" fmla="*/ 1305401 h 1495425"/>
                <a:gd name="connsiteX30" fmla="*/ 196691 w 3000375"/>
                <a:gd name="connsiteY30" fmla="*/ 1210151 h 1495425"/>
                <a:gd name="connsiteX31" fmla="*/ 291941 w 3000375"/>
                <a:gd name="connsiteY31" fmla="*/ 1114901 h 1495425"/>
                <a:gd name="connsiteX32" fmla="*/ 357664 w 3000375"/>
                <a:gd name="connsiteY32" fmla="*/ 1141571 h 1495425"/>
                <a:gd name="connsiteX33" fmla="*/ 358616 w 3000375"/>
                <a:gd name="connsiteY33" fmla="*/ 1142524 h 1495425"/>
                <a:gd name="connsiteX34" fmla="*/ 359569 w 3000375"/>
                <a:gd name="connsiteY34" fmla="*/ 1143476 h 1495425"/>
                <a:gd name="connsiteX35" fmla="*/ 386239 w 3000375"/>
                <a:gd name="connsiteY35" fmla="*/ 1209199 h 1495425"/>
                <a:gd name="connsiteX36" fmla="*/ 291941 w 3000375"/>
                <a:gd name="connsiteY36" fmla="*/ 1305401 h 1495425"/>
                <a:gd name="connsiteX37" fmla="*/ 1023461 w 3000375"/>
                <a:gd name="connsiteY37" fmla="*/ 578644 h 1495425"/>
                <a:gd name="connsiteX38" fmla="*/ 928211 w 3000375"/>
                <a:gd name="connsiteY38" fmla="*/ 483394 h 1495425"/>
                <a:gd name="connsiteX39" fmla="*/ 1023461 w 3000375"/>
                <a:gd name="connsiteY39" fmla="*/ 388144 h 1495425"/>
                <a:gd name="connsiteX40" fmla="*/ 1118711 w 3000375"/>
                <a:gd name="connsiteY40" fmla="*/ 483394 h 1495425"/>
                <a:gd name="connsiteX41" fmla="*/ 1023461 w 3000375"/>
                <a:gd name="connsiteY41" fmla="*/ 578644 h 1495425"/>
                <a:gd name="connsiteX42" fmla="*/ 1775936 w 3000375"/>
                <a:gd name="connsiteY42" fmla="*/ 1305401 h 1495425"/>
                <a:gd name="connsiteX43" fmla="*/ 1680686 w 3000375"/>
                <a:gd name="connsiteY43" fmla="*/ 1210151 h 1495425"/>
                <a:gd name="connsiteX44" fmla="*/ 1775936 w 3000375"/>
                <a:gd name="connsiteY44" fmla="*/ 1114901 h 1495425"/>
                <a:gd name="connsiteX45" fmla="*/ 1871186 w 3000375"/>
                <a:gd name="connsiteY45" fmla="*/ 1210151 h 1495425"/>
                <a:gd name="connsiteX46" fmla="*/ 1775936 w 3000375"/>
                <a:gd name="connsiteY46" fmla="*/ 1305401 h 1495425"/>
                <a:gd name="connsiteX47" fmla="*/ 2713196 w 3000375"/>
                <a:gd name="connsiteY47" fmla="*/ 388144 h 1495425"/>
                <a:gd name="connsiteX48" fmla="*/ 2617946 w 3000375"/>
                <a:gd name="connsiteY48" fmla="*/ 292894 h 1495425"/>
                <a:gd name="connsiteX49" fmla="*/ 2713196 w 3000375"/>
                <a:gd name="connsiteY49" fmla="*/ 197644 h 1495425"/>
                <a:gd name="connsiteX50" fmla="*/ 2808446 w 3000375"/>
                <a:gd name="connsiteY50" fmla="*/ 292894 h 1495425"/>
                <a:gd name="connsiteX51" fmla="*/ 2713196 w 3000375"/>
                <a:gd name="connsiteY51" fmla="*/ 388144 h 149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000375" h="1495425">
                  <a:moveTo>
                    <a:pt x="2713196" y="7144"/>
                  </a:moveTo>
                  <a:cubicBezTo>
                    <a:pt x="2556034" y="7144"/>
                    <a:pt x="2427446" y="135731"/>
                    <a:pt x="2427446" y="292894"/>
                  </a:cubicBezTo>
                  <a:cubicBezTo>
                    <a:pt x="2427446" y="331946"/>
                    <a:pt x="2435066" y="370046"/>
                    <a:pt x="2450306" y="404336"/>
                  </a:cubicBezTo>
                  <a:lnTo>
                    <a:pt x="1901666" y="952976"/>
                  </a:lnTo>
                  <a:cubicBezTo>
                    <a:pt x="1863566" y="934879"/>
                    <a:pt x="1821656" y="924401"/>
                    <a:pt x="1776889" y="924401"/>
                  </a:cubicBezTo>
                  <a:cubicBezTo>
                    <a:pt x="1733074" y="924401"/>
                    <a:pt x="1692116" y="933926"/>
                    <a:pt x="1654969" y="952024"/>
                  </a:cubicBezTo>
                  <a:lnTo>
                    <a:pt x="1290161" y="587216"/>
                  </a:lnTo>
                  <a:cubicBezTo>
                    <a:pt x="1302544" y="554831"/>
                    <a:pt x="1310164" y="519589"/>
                    <a:pt x="1310164" y="483394"/>
                  </a:cubicBezTo>
                  <a:cubicBezTo>
                    <a:pt x="1310164" y="326231"/>
                    <a:pt x="1181576" y="197644"/>
                    <a:pt x="1024414" y="197644"/>
                  </a:cubicBezTo>
                  <a:cubicBezTo>
                    <a:pt x="867251" y="197644"/>
                    <a:pt x="738664" y="326231"/>
                    <a:pt x="738664" y="483394"/>
                  </a:cubicBezTo>
                  <a:cubicBezTo>
                    <a:pt x="738664" y="526256"/>
                    <a:pt x="748189" y="566261"/>
                    <a:pt x="765334" y="603409"/>
                  </a:cubicBezTo>
                  <a:lnTo>
                    <a:pt x="415766" y="952976"/>
                  </a:lnTo>
                  <a:cubicBezTo>
                    <a:pt x="378619" y="934879"/>
                    <a:pt x="336709" y="925354"/>
                    <a:pt x="292894" y="925354"/>
                  </a:cubicBezTo>
                  <a:cubicBezTo>
                    <a:pt x="135731" y="925354"/>
                    <a:pt x="7144" y="1053941"/>
                    <a:pt x="7144" y="1211104"/>
                  </a:cubicBezTo>
                  <a:cubicBezTo>
                    <a:pt x="7144" y="1368266"/>
                    <a:pt x="135731" y="1496854"/>
                    <a:pt x="292894" y="1496854"/>
                  </a:cubicBezTo>
                  <a:cubicBezTo>
                    <a:pt x="450056" y="1496854"/>
                    <a:pt x="578644" y="1368266"/>
                    <a:pt x="578644" y="1211104"/>
                  </a:cubicBezTo>
                  <a:cubicBezTo>
                    <a:pt x="578644" y="1167289"/>
                    <a:pt x="568166" y="1125379"/>
                    <a:pt x="551021" y="1087279"/>
                  </a:cubicBezTo>
                  <a:lnTo>
                    <a:pt x="898684" y="739616"/>
                  </a:lnTo>
                  <a:cubicBezTo>
                    <a:pt x="936784" y="758666"/>
                    <a:pt x="979646" y="769144"/>
                    <a:pt x="1025366" y="769144"/>
                  </a:cubicBezTo>
                  <a:cubicBezTo>
                    <a:pt x="1076801" y="769144"/>
                    <a:pt x="1124426" y="755809"/>
                    <a:pt x="1166336" y="731996"/>
                  </a:cubicBezTo>
                  <a:lnTo>
                    <a:pt x="1520666" y="1086326"/>
                  </a:lnTo>
                  <a:cubicBezTo>
                    <a:pt x="1502569" y="1123474"/>
                    <a:pt x="1492091" y="1166336"/>
                    <a:pt x="1492091" y="1210151"/>
                  </a:cubicBezTo>
                  <a:cubicBezTo>
                    <a:pt x="1492091" y="1367314"/>
                    <a:pt x="1620679" y="1495901"/>
                    <a:pt x="1777841" y="1495901"/>
                  </a:cubicBezTo>
                  <a:cubicBezTo>
                    <a:pt x="1935004" y="1495901"/>
                    <a:pt x="2063591" y="1367314"/>
                    <a:pt x="2063591" y="1210151"/>
                  </a:cubicBezTo>
                  <a:cubicBezTo>
                    <a:pt x="2063591" y="1166336"/>
                    <a:pt x="2054066" y="1125379"/>
                    <a:pt x="2035969" y="1088231"/>
                  </a:cubicBezTo>
                  <a:lnTo>
                    <a:pt x="2579846" y="544354"/>
                  </a:lnTo>
                  <a:cubicBezTo>
                    <a:pt x="2619851" y="566261"/>
                    <a:pt x="2665571" y="577691"/>
                    <a:pt x="2714149" y="577691"/>
                  </a:cubicBezTo>
                  <a:cubicBezTo>
                    <a:pt x="2871311" y="577691"/>
                    <a:pt x="2999899" y="449104"/>
                    <a:pt x="2999899" y="291941"/>
                  </a:cubicBezTo>
                  <a:cubicBezTo>
                    <a:pt x="2999899" y="134779"/>
                    <a:pt x="2870359" y="7144"/>
                    <a:pt x="2713196" y="7144"/>
                  </a:cubicBezTo>
                  <a:close/>
                  <a:moveTo>
                    <a:pt x="291941" y="1305401"/>
                  </a:moveTo>
                  <a:cubicBezTo>
                    <a:pt x="239554" y="1305401"/>
                    <a:pt x="196691" y="1262539"/>
                    <a:pt x="196691" y="1210151"/>
                  </a:cubicBezTo>
                  <a:cubicBezTo>
                    <a:pt x="196691" y="1157764"/>
                    <a:pt x="239554" y="1114901"/>
                    <a:pt x="291941" y="1114901"/>
                  </a:cubicBezTo>
                  <a:cubicBezTo>
                    <a:pt x="317659" y="1114901"/>
                    <a:pt x="340519" y="1125379"/>
                    <a:pt x="357664" y="1141571"/>
                  </a:cubicBezTo>
                  <a:cubicBezTo>
                    <a:pt x="357664" y="1141571"/>
                    <a:pt x="358616" y="1142524"/>
                    <a:pt x="358616" y="1142524"/>
                  </a:cubicBezTo>
                  <a:cubicBezTo>
                    <a:pt x="358616" y="1142524"/>
                    <a:pt x="359569" y="1143476"/>
                    <a:pt x="359569" y="1143476"/>
                  </a:cubicBezTo>
                  <a:cubicBezTo>
                    <a:pt x="375761" y="1160621"/>
                    <a:pt x="386239" y="1183481"/>
                    <a:pt x="386239" y="1209199"/>
                  </a:cubicBezTo>
                  <a:cubicBezTo>
                    <a:pt x="387191" y="1263491"/>
                    <a:pt x="344329" y="1305401"/>
                    <a:pt x="291941" y="1305401"/>
                  </a:cubicBezTo>
                  <a:close/>
                  <a:moveTo>
                    <a:pt x="1023461" y="578644"/>
                  </a:moveTo>
                  <a:cubicBezTo>
                    <a:pt x="971074" y="578644"/>
                    <a:pt x="928211" y="535781"/>
                    <a:pt x="928211" y="483394"/>
                  </a:cubicBezTo>
                  <a:cubicBezTo>
                    <a:pt x="928211" y="431006"/>
                    <a:pt x="971074" y="388144"/>
                    <a:pt x="1023461" y="388144"/>
                  </a:cubicBezTo>
                  <a:cubicBezTo>
                    <a:pt x="1075849" y="388144"/>
                    <a:pt x="1118711" y="431006"/>
                    <a:pt x="1118711" y="483394"/>
                  </a:cubicBezTo>
                  <a:cubicBezTo>
                    <a:pt x="1118711" y="535781"/>
                    <a:pt x="1075849" y="578644"/>
                    <a:pt x="1023461" y="578644"/>
                  </a:cubicBezTo>
                  <a:close/>
                  <a:moveTo>
                    <a:pt x="1775936" y="1305401"/>
                  </a:moveTo>
                  <a:cubicBezTo>
                    <a:pt x="1723549" y="1305401"/>
                    <a:pt x="1680686" y="1262539"/>
                    <a:pt x="1680686" y="1210151"/>
                  </a:cubicBezTo>
                  <a:cubicBezTo>
                    <a:pt x="1680686" y="1157764"/>
                    <a:pt x="1723549" y="1114901"/>
                    <a:pt x="1775936" y="1114901"/>
                  </a:cubicBezTo>
                  <a:cubicBezTo>
                    <a:pt x="1828324" y="1114901"/>
                    <a:pt x="1871186" y="1157764"/>
                    <a:pt x="1871186" y="1210151"/>
                  </a:cubicBezTo>
                  <a:cubicBezTo>
                    <a:pt x="1871186" y="1262539"/>
                    <a:pt x="1829276" y="1305401"/>
                    <a:pt x="1775936" y="1305401"/>
                  </a:cubicBezTo>
                  <a:close/>
                  <a:moveTo>
                    <a:pt x="2713196" y="388144"/>
                  </a:moveTo>
                  <a:cubicBezTo>
                    <a:pt x="2660809" y="388144"/>
                    <a:pt x="2617946" y="345281"/>
                    <a:pt x="2617946" y="292894"/>
                  </a:cubicBezTo>
                  <a:cubicBezTo>
                    <a:pt x="2617946" y="240506"/>
                    <a:pt x="2660809" y="197644"/>
                    <a:pt x="2713196" y="197644"/>
                  </a:cubicBezTo>
                  <a:cubicBezTo>
                    <a:pt x="2765584" y="197644"/>
                    <a:pt x="2808446" y="240506"/>
                    <a:pt x="2808446" y="292894"/>
                  </a:cubicBezTo>
                  <a:cubicBezTo>
                    <a:pt x="2808446" y="345281"/>
                    <a:pt x="2765584" y="388144"/>
                    <a:pt x="2713196" y="388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7B49946F-3EA5-419C-9159-D59F8097B162}"/>
                </a:ext>
              </a:extLst>
            </p:cNvPr>
            <p:cNvSpPr/>
            <p:nvPr/>
          </p:nvSpPr>
          <p:spPr>
            <a:xfrm>
              <a:off x="7206139" y="3679031"/>
              <a:ext cx="704850" cy="200025"/>
            </a:xfrm>
            <a:custGeom>
              <a:avLst/>
              <a:gdLst>
                <a:gd name="connsiteX0" fmla="*/ 605314 w 704850"/>
                <a:gd name="connsiteY0" fmla="*/ 7144 h 200025"/>
                <a:gd name="connsiteX1" fmla="*/ 102394 w 704850"/>
                <a:gd name="connsiteY1" fmla="*/ 7144 h 200025"/>
                <a:gd name="connsiteX2" fmla="*/ 7144 w 704850"/>
                <a:gd name="connsiteY2" fmla="*/ 102394 h 200025"/>
                <a:gd name="connsiteX3" fmla="*/ 102394 w 704850"/>
                <a:gd name="connsiteY3" fmla="*/ 197644 h 200025"/>
                <a:gd name="connsiteX4" fmla="*/ 605314 w 704850"/>
                <a:gd name="connsiteY4" fmla="*/ 197644 h 200025"/>
                <a:gd name="connsiteX5" fmla="*/ 700564 w 704850"/>
                <a:gd name="connsiteY5" fmla="*/ 102394 h 200025"/>
                <a:gd name="connsiteX6" fmla="*/ 605314 w 704850"/>
                <a:gd name="connsiteY6" fmla="*/ 714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4850" h="200025">
                  <a:moveTo>
                    <a:pt x="605314" y="7144"/>
                  </a:moveTo>
                  <a:lnTo>
                    <a:pt x="102394" y="7144"/>
                  </a:lnTo>
                  <a:cubicBezTo>
                    <a:pt x="50006" y="7144"/>
                    <a:pt x="7144" y="50006"/>
                    <a:pt x="7144" y="102394"/>
                  </a:cubicBezTo>
                  <a:cubicBezTo>
                    <a:pt x="7144" y="154781"/>
                    <a:pt x="50006" y="197644"/>
                    <a:pt x="102394" y="197644"/>
                  </a:cubicBezTo>
                  <a:lnTo>
                    <a:pt x="605314" y="197644"/>
                  </a:lnTo>
                  <a:cubicBezTo>
                    <a:pt x="657701" y="197644"/>
                    <a:pt x="700564" y="154781"/>
                    <a:pt x="700564" y="102394"/>
                  </a:cubicBezTo>
                  <a:cubicBezTo>
                    <a:pt x="700564" y="50006"/>
                    <a:pt x="657701" y="7144"/>
                    <a:pt x="60531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6B0C985B-205B-4D89-987D-C367DE95022F}"/>
                </a:ext>
              </a:extLst>
            </p:cNvPr>
            <p:cNvSpPr/>
            <p:nvPr/>
          </p:nvSpPr>
          <p:spPr>
            <a:xfrm>
              <a:off x="8142446" y="3679031"/>
              <a:ext cx="200025" cy="200025"/>
            </a:xfrm>
            <a:custGeom>
              <a:avLst/>
              <a:gdLst>
                <a:gd name="connsiteX0" fmla="*/ 170021 w 200025"/>
                <a:gd name="connsiteY0" fmla="*/ 34766 h 200025"/>
                <a:gd name="connsiteX1" fmla="*/ 102394 w 200025"/>
                <a:gd name="connsiteY1" fmla="*/ 7144 h 200025"/>
                <a:gd name="connsiteX2" fmla="*/ 34766 w 200025"/>
                <a:gd name="connsiteY2" fmla="*/ 34766 h 200025"/>
                <a:gd name="connsiteX3" fmla="*/ 7144 w 200025"/>
                <a:gd name="connsiteY3" fmla="*/ 102394 h 200025"/>
                <a:gd name="connsiteX4" fmla="*/ 34766 w 200025"/>
                <a:gd name="connsiteY4" fmla="*/ 170021 h 200025"/>
                <a:gd name="connsiteX5" fmla="*/ 102394 w 200025"/>
                <a:gd name="connsiteY5" fmla="*/ 197644 h 200025"/>
                <a:gd name="connsiteX6" fmla="*/ 170021 w 200025"/>
                <a:gd name="connsiteY6" fmla="*/ 170021 h 200025"/>
                <a:gd name="connsiteX7" fmla="*/ 197644 w 200025"/>
                <a:gd name="connsiteY7" fmla="*/ 102394 h 200025"/>
                <a:gd name="connsiteX8" fmla="*/ 170021 w 200025"/>
                <a:gd name="connsiteY8" fmla="*/ 34766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200025">
                  <a:moveTo>
                    <a:pt x="170021" y="34766"/>
                  </a:moveTo>
                  <a:cubicBezTo>
                    <a:pt x="151924" y="16669"/>
                    <a:pt x="128111" y="7144"/>
                    <a:pt x="102394" y="7144"/>
                  </a:cubicBezTo>
                  <a:cubicBezTo>
                    <a:pt x="76676" y="7144"/>
                    <a:pt x="52864" y="17621"/>
                    <a:pt x="34766" y="34766"/>
                  </a:cubicBezTo>
                  <a:cubicBezTo>
                    <a:pt x="16669" y="52864"/>
                    <a:pt x="7144" y="76676"/>
                    <a:pt x="7144" y="102394"/>
                  </a:cubicBezTo>
                  <a:cubicBezTo>
                    <a:pt x="7144" y="128111"/>
                    <a:pt x="17621" y="151924"/>
                    <a:pt x="34766" y="170021"/>
                  </a:cubicBezTo>
                  <a:cubicBezTo>
                    <a:pt x="52864" y="188119"/>
                    <a:pt x="76676" y="197644"/>
                    <a:pt x="102394" y="197644"/>
                  </a:cubicBezTo>
                  <a:cubicBezTo>
                    <a:pt x="127159" y="197644"/>
                    <a:pt x="151924" y="187166"/>
                    <a:pt x="170021" y="170021"/>
                  </a:cubicBezTo>
                  <a:cubicBezTo>
                    <a:pt x="188119" y="151924"/>
                    <a:pt x="197644" y="128111"/>
                    <a:pt x="197644" y="102394"/>
                  </a:cubicBezTo>
                  <a:cubicBezTo>
                    <a:pt x="197644" y="76676"/>
                    <a:pt x="187166" y="52864"/>
                    <a:pt x="17002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FB35C7C6-2B89-4675-9280-E4336B5DE042}"/>
                </a:ext>
              </a:extLst>
            </p:cNvPr>
            <p:cNvSpPr/>
            <p:nvPr/>
          </p:nvSpPr>
          <p:spPr>
            <a:xfrm>
              <a:off x="7206139" y="2764631"/>
              <a:ext cx="1362075" cy="200025"/>
            </a:xfrm>
            <a:custGeom>
              <a:avLst/>
              <a:gdLst>
                <a:gd name="connsiteX0" fmla="*/ 1266349 w 1362075"/>
                <a:gd name="connsiteY0" fmla="*/ 7144 h 200025"/>
                <a:gd name="connsiteX1" fmla="*/ 102394 w 1362075"/>
                <a:gd name="connsiteY1" fmla="*/ 7144 h 200025"/>
                <a:gd name="connsiteX2" fmla="*/ 7144 w 1362075"/>
                <a:gd name="connsiteY2" fmla="*/ 102394 h 200025"/>
                <a:gd name="connsiteX3" fmla="*/ 102394 w 1362075"/>
                <a:gd name="connsiteY3" fmla="*/ 197644 h 200025"/>
                <a:gd name="connsiteX4" fmla="*/ 1266349 w 1362075"/>
                <a:gd name="connsiteY4" fmla="*/ 197644 h 200025"/>
                <a:gd name="connsiteX5" fmla="*/ 1361599 w 1362075"/>
                <a:gd name="connsiteY5" fmla="*/ 102394 h 200025"/>
                <a:gd name="connsiteX6" fmla="*/ 1266349 w 1362075"/>
                <a:gd name="connsiteY6" fmla="*/ 714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2075" h="200025">
                  <a:moveTo>
                    <a:pt x="1266349" y="7144"/>
                  </a:moveTo>
                  <a:lnTo>
                    <a:pt x="102394" y="7144"/>
                  </a:lnTo>
                  <a:cubicBezTo>
                    <a:pt x="50006" y="7144"/>
                    <a:pt x="7144" y="50006"/>
                    <a:pt x="7144" y="102394"/>
                  </a:cubicBezTo>
                  <a:cubicBezTo>
                    <a:pt x="7144" y="154781"/>
                    <a:pt x="50006" y="197644"/>
                    <a:pt x="102394" y="197644"/>
                  </a:cubicBezTo>
                  <a:lnTo>
                    <a:pt x="1266349" y="197644"/>
                  </a:lnTo>
                  <a:cubicBezTo>
                    <a:pt x="1318736" y="197644"/>
                    <a:pt x="1361599" y="154781"/>
                    <a:pt x="1361599" y="102394"/>
                  </a:cubicBezTo>
                  <a:cubicBezTo>
                    <a:pt x="1361599" y="50006"/>
                    <a:pt x="1318736" y="7144"/>
                    <a:pt x="126634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F8DE3487-9C75-4068-8CAF-B02CFD562159}"/>
                </a:ext>
              </a:extLst>
            </p:cNvPr>
            <p:cNvSpPr/>
            <p:nvPr/>
          </p:nvSpPr>
          <p:spPr>
            <a:xfrm>
              <a:off x="7206139" y="3221831"/>
              <a:ext cx="1362075" cy="200025"/>
            </a:xfrm>
            <a:custGeom>
              <a:avLst/>
              <a:gdLst>
                <a:gd name="connsiteX0" fmla="*/ 1266349 w 1362075"/>
                <a:gd name="connsiteY0" fmla="*/ 7144 h 200025"/>
                <a:gd name="connsiteX1" fmla="*/ 102394 w 1362075"/>
                <a:gd name="connsiteY1" fmla="*/ 7144 h 200025"/>
                <a:gd name="connsiteX2" fmla="*/ 7144 w 1362075"/>
                <a:gd name="connsiteY2" fmla="*/ 102394 h 200025"/>
                <a:gd name="connsiteX3" fmla="*/ 102394 w 1362075"/>
                <a:gd name="connsiteY3" fmla="*/ 197644 h 200025"/>
                <a:gd name="connsiteX4" fmla="*/ 1266349 w 1362075"/>
                <a:gd name="connsiteY4" fmla="*/ 197644 h 200025"/>
                <a:gd name="connsiteX5" fmla="*/ 1361599 w 1362075"/>
                <a:gd name="connsiteY5" fmla="*/ 102394 h 200025"/>
                <a:gd name="connsiteX6" fmla="*/ 1266349 w 1362075"/>
                <a:gd name="connsiteY6" fmla="*/ 714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2075" h="200025">
                  <a:moveTo>
                    <a:pt x="1266349" y="7144"/>
                  </a:moveTo>
                  <a:lnTo>
                    <a:pt x="102394" y="7144"/>
                  </a:lnTo>
                  <a:cubicBezTo>
                    <a:pt x="50006" y="7144"/>
                    <a:pt x="7144" y="50006"/>
                    <a:pt x="7144" y="102394"/>
                  </a:cubicBezTo>
                  <a:cubicBezTo>
                    <a:pt x="7144" y="154781"/>
                    <a:pt x="50006" y="197644"/>
                    <a:pt x="102394" y="197644"/>
                  </a:cubicBezTo>
                  <a:lnTo>
                    <a:pt x="1266349" y="197644"/>
                  </a:lnTo>
                  <a:cubicBezTo>
                    <a:pt x="1318736" y="197644"/>
                    <a:pt x="1361599" y="154781"/>
                    <a:pt x="1361599" y="102394"/>
                  </a:cubicBezTo>
                  <a:cubicBezTo>
                    <a:pt x="1361599" y="50006"/>
                    <a:pt x="1318736" y="7144"/>
                    <a:pt x="126634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4" name="Graphic 39">
            <a:extLst>
              <a:ext uri="{FF2B5EF4-FFF2-40B4-BE49-F238E27FC236}">
                <a16:creationId xmlns:a16="http://schemas.microsoft.com/office/drawing/2014/main" id="{71248546-2176-4F56-B50D-258605640D2E}"/>
              </a:ext>
            </a:extLst>
          </p:cNvPr>
          <p:cNvSpPr>
            <a:spLocks noChangeAspect="1"/>
          </p:cNvSpPr>
          <p:nvPr/>
        </p:nvSpPr>
        <p:spPr>
          <a:xfrm>
            <a:off x="10884553" y="3100778"/>
            <a:ext cx="558671" cy="502920"/>
          </a:xfrm>
          <a:custGeom>
            <a:avLst/>
            <a:gdLst>
              <a:gd name="connsiteX0" fmla="*/ 4350544 w 4581525"/>
              <a:gd name="connsiteY0" fmla="*/ 692944 h 4124325"/>
              <a:gd name="connsiteX1" fmla="*/ 3359944 w 4581525"/>
              <a:gd name="connsiteY1" fmla="*/ 692944 h 4124325"/>
              <a:gd name="connsiteX2" fmla="*/ 3359944 w 4581525"/>
              <a:gd name="connsiteY2" fmla="*/ 388144 h 4124325"/>
              <a:gd name="connsiteX3" fmla="*/ 2978944 w 4581525"/>
              <a:gd name="connsiteY3" fmla="*/ 7144 h 4124325"/>
              <a:gd name="connsiteX4" fmla="*/ 1607344 w 4581525"/>
              <a:gd name="connsiteY4" fmla="*/ 7144 h 4124325"/>
              <a:gd name="connsiteX5" fmla="*/ 1226344 w 4581525"/>
              <a:gd name="connsiteY5" fmla="*/ 388144 h 4124325"/>
              <a:gd name="connsiteX6" fmla="*/ 1226344 w 4581525"/>
              <a:gd name="connsiteY6" fmla="*/ 692944 h 4124325"/>
              <a:gd name="connsiteX7" fmla="*/ 235744 w 4581525"/>
              <a:gd name="connsiteY7" fmla="*/ 692944 h 4124325"/>
              <a:gd name="connsiteX8" fmla="*/ 7144 w 4581525"/>
              <a:gd name="connsiteY8" fmla="*/ 921544 h 4124325"/>
              <a:gd name="connsiteX9" fmla="*/ 7144 w 4581525"/>
              <a:gd name="connsiteY9" fmla="*/ 2617946 h 4124325"/>
              <a:gd name="connsiteX10" fmla="*/ 159544 w 4581525"/>
              <a:gd name="connsiteY10" fmla="*/ 2833211 h 4124325"/>
              <a:gd name="connsiteX11" fmla="*/ 159544 w 4581525"/>
              <a:gd name="connsiteY11" fmla="*/ 3893344 h 4124325"/>
              <a:gd name="connsiteX12" fmla="*/ 388144 w 4581525"/>
              <a:gd name="connsiteY12" fmla="*/ 4121944 h 4124325"/>
              <a:gd name="connsiteX13" fmla="*/ 4198144 w 4581525"/>
              <a:gd name="connsiteY13" fmla="*/ 4121944 h 4124325"/>
              <a:gd name="connsiteX14" fmla="*/ 4426744 w 4581525"/>
              <a:gd name="connsiteY14" fmla="*/ 3893344 h 4124325"/>
              <a:gd name="connsiteX15" fmla="*/ 4426744 w 4581525"/>
              <a:gd name="connsiteY15" fmla="*/ 2833211 h 4124325"/>
              <a:gd name="connsiteX16" fmla="*/ 4579144 w 4581525"/>
              <a:gd name="connsiteY16" fmla="*/ 2617946 h 4124325"/>
              <a:gd name="connsiteX17" fmla="*/ 4579144 w 4581525"/>
              <a:gd name="connsiteY17" fmla="*/ 921544 h 4124325"/>
              <a:gd name="connsiteX18" fmla="*/ 4350544 w 4581525"/>
              <a:gd name="connsiteY18" fmla="*/ 692944 h 4124325"/>
              <a:gd name="connsiteX19" fmla="*/ 1378744 w 4581525"/>
              <a:gd name="connsiteY19" fmla="*/ 388144 h 4124325"/>
              <a:gd name="connsiteX20" fmla="*/ 1607344 w 4581525"/>
              <a:gd name="connsiteY20" fmla="*/ 159544 h 4124325"/>
              <a:gd name="connsiteX21" fmla="*/ 2978944 w 4581525"/>
              <a:gd name="connsiteY21" fmla="*/ 159544 h 4124325"/>
              <a:gd name="connsiteX22" fmla="*/ 3207544 w 4581525"/>
              <a:gd name="connsiteY22" fmla="*/ 388144 h 4124325"/>
              <a:gd name="connsiteX23" fmla="*/ 3207544 w 4581525"/>
              <a:gd name="connsiteY23" fmla="*/ 692944 h 4124325"/>
              <a:gd name="connsiteX24" fmla="*/ 3055144 w 4581525"/>
              <a:gd name="connsiteY24" fmla="*/ 692944 h 4124325"/>
              <a:gd name="connsiteX25" fmla="*/ 3055144 w 4581525"/>
              <a:gd name="connsiteY25" fmla="*/ 388144 h 4124325"/>
              <a:gd name="connsiteX26" fmla="*/ 2978944 w 4581525"/>
              <a:gd name="connsiteY26" fmla="*/ 311944 h 4124325"/>
              <a:gd name="connsiteX27" fmla="*/ 1607344 w 4581525"/>
              <a:gd name="connsiteY27" fmla="*/ 311944 h 4124325"/>
              <a:gd name="connsiteX28" fmla="*/ 1531144 w 4581525"/>
              <a:gd name="connsiteY28" fmla="*/ 388144 h 4124325"/>
              <a:gd name="connsiteX29" fmla="*/ 1531144 w 4581525"/>
              <a:gd name="connsiteY29" fmla="*/ 692944 h 4124325"/>
              <a:gd name="connsiteX30" fmla="*/ 1378744 w 4581525"/>
              <a:gd name="connsiteY30" fmla="*/ 692944 h 4124325"/>
              <a:gd name="connsiteX31" fmla="*/ 1378744 w 4581525"/>
              <a:gd name="connsiteY31" fmla="*/ 388144 h 4124325"/>
              <a:gd name="connsiteX32" fmla="*/ 2902744 w 4581525"/>
              <a:gd name="connsiteY32" fmla="*/ 692944 h 4124325"/>
              <a:gd name="connsiteX33" fmla="*/ 1683544 w 4581525"/>
              <a:gd name="connsiteY33" fmla="*/ 692944 h 4124325"/>
              <a:gd name="connsiteX34" fmla="*/ 1683544 w 4581525"/>
              <a:gd name="connsiteY34" fmla="*/ 464344 h 4124325"/>
              <a:gd name="connsiteX35" fmla="*/ 2902744 w 4581525"/>
              <a:gd name="connsiteY35" fmla="*/ 464344 h 4124325"/>
              <a:gd name="connsiteX36" fmla="*/ 2902744 w 4581525"/>
              <a:gd name="connsiteY36" fmla="*/ 692944 h 4124325"/>
              <a:gd name="connsiteX37" fmla="*/ 4274344 w 4581525"/>
              <a:gd name="connsiteY37" fmla="*/ 3893344 h 4124325"/>
              <a:gd name="connsiteX38" fmla="*/ 4198144 w 4581525"/>
              <a:gd name="connsiteY38" fmla="*/ 3969544 h 4124325"/>
              <a:gd name="connsiteX39" fmla="*/ 388144 w 4581525"/>
              <a:gd name="connsiteY39" fmla="*/ 3969544 h 4124325"/>
              <a:gd name="connsiteX40" fmla="*/ 311944 w 4581525"/>
              <a:gd name="connsiteY40" fmla="*/ 3893344 h 4124325"/>
              <a:gd name="connsiteX41" fmla="*/ 311944 w 4581525"/>
              <a:gd name="connsiteY41" fmla="*/ 2858929 h 4124325"/>
              <a:gd name="connsiteX42" fmla="*/ 1988344 w 4581525"/>
              <a:gd name="connsiteY42" fmla="*/ 3090386 h 4124325"/>
              <a:gd name="connsiteX43" fmla="*/ 1988344 w 4581525"/>
              <a:gd name="connsiteY43" fmla="*/ 3283744 h 4124325"/>
              <a:gd name="connsiteX44" fmla="*/ 2216944 w 4581525"/>
              <a:gd name="connsiteY44" fmla="*/ 3512344 h 4124325"/>
              <a:gd name="connsiteX45" fmla="*/ 2369344 w 4581525"/>
              <a:gd name="connsiteY45" fmla="*/ 3512344 h 4124325"/>
              <a:gd name="connsiteX46" fmla="*/ 2597944 w 4581525"/>
              <a:gd name="connsiteY46" fmla="*/ 3283744 h 4124325"/>
              <a:gd name="connsiteX47" fmla="*/ 2597944 w 4581525"/>
              <a:gd name="connsiteY47" fmla="*/ 3090386 h 4124325"/>
              <a:gd name="connsiteX48" fmla="*/ 4274344 w 4581525"/>
              <a:gd name="connsiteY48" fmla="*/ 2858929 h 4124325"/>
              <a:gd name="connsiteX49" fmla="*/ 4274344 w 4581525"/>
              <a:gd name="connsiteY49" fmla="*/ 3893344 h 4124325"/>
              <a:gd name="connsiteX50" fmla="*/ 2445544 w 4581525"/>
              <a:gd name="connsiteY50" fmla="*/ 3283744 h 4124325"/>
              <a:gd name="connsiteX51" fmla="*/ 2369344 w 4581525"/>
              <a:gd name="connsiteY51" fmla="*/ 3359944 h 4124325"/>
              <a:gd name="connsiteX52" fmla="*/ 2216944 w 4581525"/>
              <a:gd name="connsiteY52" fmla="*/ 3359944 h 4124325"/>
              <a:gd name="connsiteX53" fmla="*/ 2140744 w 4581525"/>
              <a:gd name="connsiteY53" fmla="*/ 3283744 h 4124325"/>
              <a:gd name="connsiteX54" fmla="*/ 2140744 w 4581525"/>
              <a:gd name="connsiteY54" fmla="*/ 2826544 h 4124325"/>
              <a:gd name="connsiteX55" fmla="*/ 2216944 w 4581525"/>
              <a:gd name="connsiteY55" fmla="*/ 2750344 h 4124325"/>
              <a:gd name="connsiteX56" fmla="*/ 2369344 w 4581525"/>
              <a:gd name="connsiteY56" fmla="*/ 2750344 h 4124325"/>
              <a:gd name="connsiteX57" fmla="*/ 2445544 w 4581525"/>
              <a:gd name="connsiteY57" fmla="*/ 2826544 h 4124325"/>
              <a:gd name="connsiteX58" fmla="*/ 2445544 w 4581525"/>
              <a:gd name="connsiteY58" fmla="*/ 3283744 h 4124325"/>
              <a:gd name="connsiteX59" fmla="*/ 4426744 w 4581525"/>
              <a:gd name="connsiteY59" fmla="*/ 2617946 h 4124325"/>
              <a:gd name="connsiteX60" fmla="*/ 4361022 w 4581525"/>
              <a:gd name="connsiteY60" fmla="*/ 2693194 h 4124325"/>
              <a:gd name="connsiteX61" fmla="*/ 4340066 w 4581525"/>
              <a:gd name="connsiteY61" fmla="*/ 2696051 h 4124325"/>
              <a:gd name="connsiteX62" fmla="*/ 2597944 w 4581525"/>
              <a:gd name="connsiteY62" fmla="*/ 2936081 h 4124325"/>
              <a:gd name="connsiteX63" fmla="*/ 2597944 w 4581525"/>
              <a:gd name="connsiteY63" fmla="*/ 2826544 h 4124325"/>
              <a:gd name="connsiteX64" fmla="*/ 2369344 w 4581525"/>
              <a:gd name="connsiteY64" fmla="*/ 2597944 h 4124325"/>
              <a:gd name="connsiteX65" fmla="*/ 2216944 w 4581525"/>
              <a:gd name="connsiteY65" fmla="*/ 2597944 h 4124325"/>
              <a:gd name="connsiteX66" fmla="*/ 1988344 w 4581525"/>
              <a:gd name="connsiteY66" fmla="*/ 2826544 h 4124325"/>
              <a:gd name="connsiteX67" fmla="*/ 1988344 w 4581525"/>
              <a:gd name="connsiteY67" fmla="*/ 2936081 h 4124325"/>
              <a:gd name="connsiteX68" fmla="*/ 225266 w 4581525"/>
              <a:gd name="connsiteY68" fmla="*/ 2693194 h 4124325"/>
              <a:gd name="connsiteX69" fmla="*/ 159544 w 4581525"/>
              <a:gd name="connsiteY69" fmla="*/ 2617946 h 4124325"/>
              <a:gd name="connsiteX70" fmla="*/ 159544 w 4581525"/>
              <a:gd name="connsiteY70" fmla="*/ 921544 h 4124325"/>
              <a:gd name="connsiteX71" fmla="*/ 235744 w 4581525"/>
              <a:gd name="connsiteY71" fmla="*/ 845344 h 4124325"/>
              <a:gd name="connsiteX72" fmla="*/ 4350544 w 4581525"/>
              <a:gd name="connsiteY72" fmla="*/ 845344 h 4124325"/>
              <a:gd name="connsiteX73" fmla="*/ 4426744 w 4581525"/>
              <a:gd name="connsiteY73" fmla="*/ 921544 h 4124325"/>
              <a:gd name="connsiteX74" fmla="*/ 4426744 w 4581525"/>
              <a:gd name="connsiteY74" fmla="*/ 2617946 h 412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4581525" h="4124325">
                <a:moveTo>
                  <a:pt x="4350544" y="692944"/>
                </a:moveTo>
                <a:lnTo>
                  <a:pt x="3359944" y="692944"/>
                </a:lnTo>
                <a:lnTo>
                  <a:pt x="3359944" y="388144"/>
                </a:lnTo>
                <a:cubicBezTo>
                  <a:pt x="3359944" y="177641"/>
                  <a:pt x="3189446" y="7144"/>
                  <a:pt x="2978944" y="7144"/>
                </a:cubicBezTo>
                <a:lnTo>
                  <a:pt x="1607344" y="7144"/>
                </a:lnTo>
                <a:cubicBezTo>
                  <a:pt x="1396841" y="7144"/>
                  <a:pt x="1226344" y="177641"/>
                  <a:pt x="1226344" y="388144"/>
                </a:cubicBezTo>
                <a:lnTo>
                  <a:pt x="1226344" y="692944"/>
                </a:lnTo>
                <a:lnTo>
                  <a:pt x="235744" y="692944"/>
                </a:lnTo>
                <a:cubicBezTo>
                  <a:pt x="109061" y="692944"/>
                  <a:pt x="7144" y="794861"/>
                  <a:pt x="7144" y="921544"/>
                </a:cubicBezTo>
                <a:lnTo>
                  <a:pt x="7144" y="2617946"/>
                </a:lnTo>
                <a:cubicBezTo>
                  <a:pt x="8096" y="2714149"/>
                  <a:pt x="68104" y="2800826"/>
                  <a:pt x="159544" y="2833211"/>
                </a:cubicBezTo>
                <a:lnTo>
                  <a:pt x="159544" y="3893344"/>
                </a:lnTo>
                <a:cubicBezTo>
                  <a:pt x="159544" y="4020026"/>
                  <a:pt x="261461" y="4121944"/>
                  <a:pt x="388144" y="4121944"/>
                </a:cubicBezTo>
                <a:lnTo>
                  <a:pt x="4198144" y="4121944"/>
                </a:lnTo>
                <a:cubicBezTo>
                  <a:pt x="4324826" y="4121944"/>
                  <a:pt x="4426744" y="4020026"/>
                  <a:pt x="4426744" y="3893344"/>
                </a:cubicBezTo>
                <a:lnTo>
                  <a:pt x="4426744" y="2833211"/>
                </a:lnTo>
                <a:cubicBezTo>
                  <a:pt x="4518184" y="2800826"/>
                  <a:pt x="4579144" y="2715101"/>
                  <a:pt x="4579144" y="2617946"/>
                </a:cubicBezTo>
                <a:lnTo>
                  <a:pt x="4579144" y="921544"/>
                </a:lnTo>
                <a:cubicBezTo>
                  <a:pt x="4579144" y="794861"/>
                  <a:pt x="4477226" y="692944"/>
                  <a:pt x="4350544" y="692944"/>
                </a:cubicBezTo>
                <a:close/>
                <a:moveTo>
                  <a:pt x="1378744" y="388144"/>
                </a:moveTo>
                <a:cubicBezTo>
                  <a:pt x="1378744" y="261461"/>
                  <a:pt x="1480661" y="159544"/>
                  <a:pt x="1607344" y="159544"/>
                </a:cubicBezTo>
                <a:lnTo>
                  <a:pt x="2978944" y="159544"/>
                </a:lnTo>
                <a:cubicBezTo>
                  <a:pt x="3105626" y="159544"/>
                  <a:pt x="3207544" y="261461"/>
                  <a:pt x="3207544" y="388144"/>
                </a:cubicBezTo>
                <a:lnTo>
                  <a:pt x="3207544" y="692944"/>
                </a:lnTo>
                <a:lnTo>
                  <a:pt x="3055144" y="692944"/>
                </a:lnTo>
                <a:lnTo>
                  <a:pt x="3055144" y="388144"/>
                </a:lnTo>
                <a:cubicBezTo>
                  <a:pt x="3055144" y="346234"/>
                  <a:pt x="3020854" y="311944"/>
                  <a:pt x="2978944" y="311944"/>
                </a:cubicBezTo>
                <a:lnTo>
                  <a:pt x="1607344" y="311944"/>
                </a:lnTo>
                <a:cubicBezTo>
                  <a:pt x="1565434" y="311944"/>
                  <a:pt x="1531144" y="346234"/>
                  <a:pt x="1531144" y="388144"/>
                </a:cubicBezTo>
                <a:lnTo>
                  <a:pt x="1531144" y="692944"/>
                </a:lnTo>
                <a:lnTo>
                  <a:pt x="1378744" y="692944"/>
                </a:lnTo>
                <a:lnTo>
                  <a:pt x="1378744" y="388144"/>
                </a:lnTo>
                <a:close/>
                <a:moveTo>
                  <a:pt x="2902744" y="692944"/>
                </a:moveTo>
                <a:lnTo>
                  <a:pt x="1683544" y="692944"/>
                </a:lnTo>
                <a:lnTo>
                  <a:pt x="1683544" y="464344"/>
                </a:lnTo>
                <a:lnTo>
                  <a:pt x="2902744" y="464344"/>
                </a:lnTo>
                <a:lnTo>
                  <a:pt x="2902744" y="692944"/>
                </a:lnTo>
                <a:close/>
                <a:moveTo>
                  <a:pt x="4274344" y="3893344"/>
                </a:moveTo>
                <a:cubicBezTo>
                  <a:pt x="4274344" y="3935254"/>
                  <a:pt x="4240054" y="3969544"/>
                  <a:pt x="4198144" y="3969544"/>
                </a:cubicBezTo>
                <a:lnTo>
                  <a:pt x="388144" y="3969544"/>
                </a:lnTo>
                <a:cubicBezTo>
                  <a:pt x="346234" y="3969544"/>
                  <a:pt x="311944" y="3935254"/>
                  <a:pt x="311944" y="3893344"/>
                </a:cubicBezTo>
                <a:lnTo>
                  <a:pt x="311944" y="2858929"/>
                </a:lnTo>
                <a:lnTo>
                  <a:pt x="1988344" y="3090386"/>
                </a:lnTo>
                <a:lnTo>
                  <a:pt x="1988344" y="3283744"/>
                </a:lnTo>
                <a:cubicBezTo>
                  <a:pt x="1988344" y="3410426"/>
                  <a:pt x="2090261" y="3512344"/>
                  <a:pt x="2216944" y="3512344"/>
                </a:cubicBezTo>
                <a:lnTo>
                  <a:pt x="2369344" y="3512344"/>
                </a:lnTo>
                <a:cubicBezTo>
                  <a:pt x="2496026" y="3512344"/>
                  <a:pt x="2597944" y="3410426"/>
                  <a:pt x="2597944" y="3283744"/>
                </a:cubicBezTo>
                <a:lnTo>
                  <a:pt x="2597944" y="3090386"/>
                </a:lnTo>
                <a:lnTo>
                  <a:pt x="4274344" y="2858929"/>
                </a:lnTo>
                <a:lnTo>
                  <a:pt x="4274344" y="3893344"/>
                </a:lnTo>
                <a:close/>
                <a:moveTo>
                  <a:pt x="2445544" y="3283744"/>
                </a:moveTo>
                <a:cubicBezTo>
                  <a:pt x="2445544" y="3325654"/>
                  <a:pt x="2411254" y="3359944"/>
                  <a:pt x="2369344" y="3359944"/>
                </a:cubicBezTo>
                <a:lnTo>
                  <a:pt x="2216944" y="3359944"/>
                </a:lnTo>
                <a:cubicBezTo>
                  <a:pt x="2175034" y="3359944"/>
                  <a:pt x="2140744" y="3325654"/>
                  <a:pt x="2140744" y="3283744"/>
                </a:cubicBezTo>
                <a:lnTo>
                  <a:pt x="2140744" y="2826544"/>
                </a:lnTo>
                <a:cubicBezTo>
                  <a:pt x="2140744" y="2784634"/>
                  <a:pt x="2175034" y="2750344"/>
                  <a:pt x="2216944" y="2750344"/>
                </a:cubicBezTo>
                <a:lnTo>
                  <a:pt x="2369344" y="2750344"/>
                </a:lnTo>
                <a:cubicBezTo>
                  <a:pt x="2411254" y="2750344"/>
                  <a:pt x="2445544" y="2784634"/>
                  <a:pt x="2445544" y="2826544"/>
                </a:cubicBezTo>
                <a:lnTo>
                  <a:pt x="2445544" y="3283744"/>
                </a:lnTo>
                <a:close/>
                <a:moveTo>
                  <a:pt x="4426744" y="2617946"/>
                </a:moveTo>
                <a:cubicBezTo>
                  <a:pt x="4426744" y="2656046"/>
                  <a:pt x="4399122" y="2688431"/>
                  <a:pt x="4361022" y="2693194"/>
                </a:cubicBezTo>
                <a:lnTo>
                  <a:pt x="4340066" y="2696051"/>
                </a:lnTo>
                <a:lnTo>
                  <a:pt x="2597944" y="2936081"/>
                </a:lnTo>
                <a:lnTo>
                  <a:pt x="2597944" y="2826544"/>
                </a:lnTo>
                <a:cubicBezTo>
                  <a:pt x="2597944" y="2699861"/>
                  <a:pt x="2496026" y="2597944"/>
                  <a:pt x="2369344" y="2597944"/>
                </a:cubicBezTo>
                <a:lnTo>
                  <a:pt x="2216944" y="2597944"/>
                </a:lnTo>
                <a:cubicBezTo>
                  <a:pt x="2090261" y="2597944"/>
                  <a:pt x="1988344" y="2699861"/>
                  <a:pt x="1988344" y="2826544"/>
                </a:cubicBezTo>
                <a:lnTo>
                  <a:pt x="1988344" y="2936081"/>
                </a:lnTo>
                <a:lnTo>
                  <a:pt x="225266" y="2693194"/>
                </a:lnTo>
                <a:cubicBezTo>
                  <a:pt x="188119" y="2687479"/>
                  <a:pt x="159544" y="2656046"/>
                  <a:pt x="159544" y="2617946"/>
                </a:cubicBezTo>
                <a:lnTo>
                  <a:pt x="159544" y="921544"/>
                </a:lnTo>
                <a:cubicBezTo>
                  <a:pt x="159544" y="879634"/>
                  <a:pt x="193834" y="845344"/>
                  <a:pt x="235744" y="845344"/>
                </a:cubicBezTo>
                <a:lnTo>
                  <a:pt x="4350544" y="845344"/>
                </a:lnTo>
                <a:cubicBezTo>
                  <a:pt x="4392454" y="845344"/>
                  <a:pt x="4426744" y="879634"/>
                  <a:pt x="4426744" y="921544"/>
                </a:cubicBezTo>
                <a:lnTo>
                  <a:pt x="4426744" y="2617946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25" name="Graphic 40">
            <a:extLst>
              <a:ext uri="{FF2B5EF4-FFF2-40B4-BE49-F238E27FC236}">
                <a16:creationId xmlns:a16="http://schemas.microsoft.com/office/drawing/2014/main" id="{ED506E0F-045A-4448-9E6B-8D87C193E25C}"/>
              </a:ext>
            </a:extLst>
          </p:cNvPr>
          <p:cNvGrpSpPr>
            <a:grpSpLocks noChangeAspect="1"/>
          </p:cNvGrpSpPr>
          <p:nvPr/>
        </p:nvGrpSpPr>
        <p:grpSpPr>
          <a:xfrm>
            <a:off x="8588456" y="5645399"/>
            <a:ext cx="502920" cy="502920"/>
            <a:chOff x="4114800" y="1447800"/>
            <a:chExt cx="487680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0C0584D-FBB4-43ED-94C4-F9C4F9CCD126}"/>
                </a:ext>
              </a:extLst>
            </p:cNvPr>
            <p:cNvSpPr/>
            <p:nvPr/>
          </p:nvSpPr>
          <p:spPr>
            <a:xfrm>
              <a:off x="8334851" y="2416016"/>
              <a:ext cx="657225" cy="657225"/>
            </a:xfrm>
            <a:custGeom>
              <a:avLst/>
              <a:gdLst>
                <a:gd name="connsiteX0" fmla="*/ 331946 w 657225"/>
                <a:gd name="connsiteY0" fmla="*/ 7144 h 657225"/>
                <a:gd name="connsiteX1" fmla="*/ 7144 w 657225"/>
                <a:gd name="connsiteY1" fmla="*/ 331946 h 657225"/>
                <a:gd name="connsiteX2" fmla="*/ 331946 w 657225"/>
                <a:gd name="connsiteY2" fmla="*/ 656749 h 657225"/>
                <a:gd name="connsiteX3" fmla="*/ 656749 w 657225"/>
                <a:gd name="connsiteY3" fmla="*/ 331946 h 657225"/>
                <a:gd name="connsiteX4" fmla="*/ 331946 w 657225"/>
                <a:gd name="connsiteY4" fmla="*/ 7144 h 657225"/>
                <a:gd name="connsiteX5" fmla="*/ 331946 w 657225"/>
                <a:gd name="connsiteY5" fmla="*/ 494824 h 657225"/>
                <a:gd name="connsiteX6" fmla="*/ 169069 w 657225"/>
                <a:gd name="connsiteY6" fmla="*/ 331946 h 657225"/>
                <a:gd name="connsiteX7" fmla="*/ 331946 w 657225"/>
                <a:gd name="connsiteY7" fmla="*/ 169069 h 657225"/>
                <a:gd name="connsiteX8" fmla="*/ 494824 w 657225"/>
                <a:gd name="connsiteY8" fmla="*/ 331946 h 657225"/>
                <a:gd name="connsiteX9" fmla="*/ 331946 w 657225"/>
                <a:gd name="connsiteY9" fmla="*/ 494824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7225" h="657225">
                  <a:moveTo>
                    <a:pt x="331946" y="7144"/>
                  </a:moveTo>
                  <a:cubicBezTo>
                    <a:pt x="152876" y="7144"/>
                    <a:pt x="7144" y="152876"/>
                    <a:pt x="7144" y="331946"/>
                  </a:cubicBezTo>
                  <a:cubicBezTo>
                    <a:pt x="7144" y="511016"/>
                    <a:pt x="152876" y="656749"/>
                    <a:pt x="331946" y="656749"/>
                  </a:cubicBezTo>
                  <a:cubicBezTo>
                    <a:pt x="511016" y="656749"/>
                    <a:pt x="656749" y="511016"/>
                    <a:pt x="656749" y="331946"/>
                  </a:cubicBezTo>
                  <a:cubicBezTo>
                    <a:pt x="656749" y="152876"/>
                    <a:pt x="511016" y="7144"/>
                    <a:pt x="331946" y="7144"/>
                  </a:cubicBezTo>
                  <a:close/>
                  <a:moveTo>
                    <a:pt x="331946" y="494824"/>
                  </a:moveTo>
                  <a:cubicBezTo>
                    <a:pt x="242411" y="494824"/>
                    <a:pt x="169069" y="421481"/>
                    <a:pt x="169069" y="331946"/>
                  </a:cubicBezTo>
                  <a:cubicBezTo>
                    <a:pt x="169069" y="242411"/>
                    <a:pt x="242411" y="169069"/>
                    <a:pt x="331946" y="169069"/>
                  </a:cubicBezTo>
                  <a:cubicBezTo>
                    <a:pt x="421481" y="169069"/>
                    <a:pt x="494824" y="242411"/>
                    <a:pt x="494824" y="331946"/>
                  </a:cubicBezTo>
                  <a:cubicBezTo>
                    <a:pt x="493871" y="421481"/>
                    <a:pt x="421481" y="494824"/>
                    <a:pt x="331946" y="4948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F49B434-4B9E-412F-B36F-E788D30AF1C7}"/>
                </a:ext>
              </a:extLst>
            </p:cNvPr>
            <p:cNvSpPr/>
            <p:nvPr/>
          </p:nvSpPr>
          <p:spPr>
            <a:xfrm>
              <a:off x="4107656" y="5098256"/>
              <a:ext cx="657225" cy="657225"/>
            </a:xfrm>
            <a:custGeom>
              <a:avLst/>
              <a:gdLst>
                <a:gd name="connsiteX0" fmla="*/ 331946 w 657225"/>
                <a:gd name="connsiteY0" fmla="*/ 7144 h 657225"/>
                <a:gd name="connsiteX1" fmla="*/ 7144 w 657225"/>
                <a:gd name="connsiteY1" fmla="*/ 331946 h 657225"/>
                <a:gd name="connsiteX2" fmla="*/ 331946 w 657225"/>
                <a:gd name="connsiteY2" fmla="*/ 656749 h 657225"/>
                <a:gd name="connsiteX3" fmla="*/ 656749 w 657225"/>
                <a:gd name="connsiteY3" fmla="*/ 331946 h 657225"/>
                <a:gd name="connsiteX4" fmla="*/ 331946 w 657225"/>
                <a:gd name="connsiteY4" fmla="*/ 7144 h 657225"/>
                <a:gd name="connsiteX5" fmla="*/ 331946 w 657225"/>
                <a:gd name="connsiteY5" fmla="*/ 494824 h 657225"/>
                <a:gd name="connsiteX6" fmla="*/ 169069 w 657225"/>
                <a:gd name="connsiteY6" fmla="*/ 331946 h 657225"/>
                <a:gd name="connsiteX7" fmla="*/ 331946 w 657225"/>
                <a:gd name="connsiteY7" fmla="*/ 169069 h 657225"/>
                <a:gd name="connsiteX8" fmla="*/ 494824 w 657225"/>
                <a:gd name="connsiteY8" fmla="*/ 331946 h 657225"/>
                <a:gd name="connsiteX9" fmla="*/ 331946 w 657225"/>
                <a:gd name="connsiteY9" fmla="*/ 494824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7225" h="657225">
                  <a:moveTo>
                    <a:pt x="331946" y="7144"/>
                  </a:moveTo>
                  <a:cubicBezTo>
                    <a:pt x="152876" y="7144"/>
                    <a:pt x="7144" y="152876"/>
                    <a:pt x="7144" y="331946"/>
                  </a:cubicBezTo>
                  <a:cubicBezTo>
                    <a:pt x="7144" y="511016"/>
                    <a:pt x="152876" y="656749"/>
                    <a:pt x="331946" y="656749"/>
                  </a:cubicBezTo>
                  <a:cubicBezTo>
                    <a:pt x="511016" y="656749"/>
                    <a:pt x="656749" y="511016"/>
                    <a:pt x="656749" y="331946"/>
                  </a:cubicBezTo>
                  <a:cubicBezTo>
                    <a:pt x="656749" y="152876"/>
                    <a:pt x="511969" y="7144"/>
                    <a:pt x="331946" y="7144"/>
                  </a:cubicBezTo>
                  <a:close/>
                  <a:moveTo>
                    <a:pt x="331946" y="494824"/>
                  </a:moveTo>
                  <a:cubicBezTo>
                    <a:pt x="242411" y="494824"/>
                    <a:pt x="169069" y="421481"/>
                    <a:pt x="169069" y="331946"/>
                  </a:cubicBezTo>
                  <a:cubicBezTo>
                    <a:pt x="169069" y="242411"/>
                    <a:pt x="242411" y="169069"/>
                    <a:pt x="331946" y="169069"/>
                  </a:cubicBezTo>
                  <a:cubicBezTo>
                    <a:pt x="421481" y="169069"/>
                    <a:pt x="494824" y="242411"/>
                    <a:pt x="494824" y="331946"/>
                  </a:cubicBezTo>
                  <a:cubicBezTo>
                    <a:pt x="494824" y="421481"/>
                    <a:pt x="421481" y="494824"/>
                    <a:pt x="331946" y="4948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6DAB9D90-4903-41C4-857D-D35A9AC4850F}"/>
                </a:ext>
              </a:extLst>
            </p:cNvPr>
            <p:cNvSpPr/>
            <p:nvPr/>
          </p:nvSpPr>
          <p:spPr>
            <a:xfrm>
              <a:off x="7683970" y="2172390"/>
              <a:ext cx="876300" cy="514350"/>
            </a:xfrm>
            <a:custGeom>
              <a:avLst/>
              <a:gdLst>
                <a:gd name="connsiteX0" fmla="*/ 824712 w 876300"/>
                <a:gd name="connsiteY0" fmla="*/ 353640 h 514350"/>
                <a:gd name="connsiteX1" fmla="*/ 123672 w 876300"/>
                <a:gd name="connsiteY1" fmla="*/ 15503 h 514350"/>
                <a:gd name="connsiteX2" fmla="*/ 15087 w 876300"/>
                <a:gd name="connsiteY2" fmla="*/ 53603 h 514350"/>
                <a:gd name="connsiteX3" fmla="*/ 53187 w 876300"/>
                <a:gd name="connsiteY3" fmla="*/ 162188 h 514350"/>
                <a:gd name="connsiteX4" fmla="*/ 754227 w 876300"/>
                <a:gd name="connsiteY4" fmla="*/ 500325 h 514350"/>
                <a:gd name="connsiteX5" fmla="*/ 789470 w 876300"/>
                <a:gd name="connsiteY5" fmla="*/ 508898 h 514350"/>
                <a:gd name="connsiteX6" fmla="*/ 862812 w 876300"/>
                <a:gd name="connsiteY6" fmla="*/ 463178 h 514350"/>
                <a:gd name="connsiteX7" fmla="*/ 824712 w 876300"/>
                <a:gd name="connsiteY7" fmla="*/ 353640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300" h="514350">
                  <a:moveTo>
                    <a:pt x="824712" y="353640"/>
                  </a:moveTo>
                  <a:lnTo>
                    <a:pt x="123672" y="15503"/>
                  </a:lnTo>
                  <a:cubicBezTo>
                    <a:pt x="82715" y="-4500"/>
                    <a:pt x="35090" y="12645"/>
                    <a:pt x="15087" y="53603"/>
                  </a:cubicBezTo>
                  <a:cubicBezTo>
                    <a:pt x="-3963" y="93608"/>
                    <a:pt x="12230" y="142185"/>
                    <a:pt x="53187" y="162188"/>
                  </a:cubicBezTo>
                  <a:lnTo>
                    <a:pt x="754227" y="500325"/>
                  </a:lnTo>
                  <a:cubicBezTo>
                    <a:pt x="765657" y="506040"/>
                    <a:pt x="778040" y="508898"/>
                    <a:pt x="789470" y="508898"/>
                  </a:cubicBezTo>
                  <a:cubicBezTo>
                    <a:pt x="819950" y="508898"/>
                    <a:pt x="848525" y="491753"/>
                    <a:pt x="862812" y="463178"/>
                  </a:cubicBezTo>
                  <a:cubicBezTo>
                    <a:pt x="881862" y="421268"/>
                    <a:pt x="865670" y="372690"/>
                    <a:pt x="824712" y="35364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431A7781-24D9-436B-9785-58F63041ED93}"/>
                </a:ext>
              </a:extLst>
            </p:cNvPr>
            <p:cNvSpPr/>
            <p:nvPr/>
          </p:nvSpPr>
          <p:spPr>
            <a:xfrm>
              <a:off x="7440454" y="5666899"/>
              <a:ext cx="657225" cy="657225"/>
            </a:xfrm>
            <a:custGeom>
              <a:avLst/>
              <a:gdLst>
                <a:gd name="connsiteX0" fmla="*/ 331946 w 657225"/>
                <a:gd name="connsiteY0" fmla="*/ 7144 h 657225"/>
                <a:gd name="connsiteX1" fmla="*/ 7144 w 657225"/>
                <a:gd name="connsiteY1" fmla="*/ 331946 h 657225"/>
                <a:gd name="connsiteX2" fmla="*/ 331946 w 657225"/>
                <a:gd name="connsiteY2" fmla="*/ 657701 h 657225"/>
                <a:gd name="connsiteX3" fmla="*/ 656749 w 657225"/>
                <a:gd name="connsiteY3" fmla="*/ 332899 h 657225"/>
                <a:gd name="connsiteX4" fmla="*/ 331946 w 657225"/>
                <a:gd name="connsiteY4" fmla="*/ 7144 h 657225"/>
                <a:gd name="connsiteX5" fmla="*/ 331946 w 657225"/>
                <a:gd name="connsiteY5" fmla="*/ 494824 h 657225"/>
                <a:gd name="connsiteX6" fmla="*/ 169069 w 657225"/>
                <a:gd name="connsiteY6" fmla="*/ 331946 h 657225"/>
                <a:gd name="connsiteX7" fmla="*/ 331946 w 657225"/>
                <a:gd name="connsiteY7" fmla="*/ 169069 h 657225"/>
                <a:gd name="connsiteX8" fmla="*/ 494824 w 657225"/>
                <a:gd name="connsiteY8" fmla="*/ 331946 h 657225"/>
                <a:gd name="connsiteX9" fmla="*/ 331946 w 657225"/>
                <a:gd name="connsiteY9" fmla="*/ 494824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7225" h="657225">
                  <a:moveTo>
                    <a:pt x="331946" y="7144"/>
                  </a:moveTo>
                  <a:cubicBezTo>
                    <a:pt x="152876" y="7144"/>
                    <a:pt x="7144" y="152876"/>
                    <a:pt x="7144" y="331946"/>
                  </a:cubicBezTo>
                  <a:cubicBezTo>
                    <a:pt x="7144" y="511016"/>
                    <a:pt x="152876" y="657701"/>
                    <a:pt x="331946" y="657701"/>
                  </a:cubicBezTo>
                  <a:cubicBezTo>
                    <a:pt x="511016" y="657701"/>
                    <a:pt x="656749" y="511969"/>
                    <a:pt x="656749" y="332899"/>
                  </a:cubicBezTo>
                  <a:cubicBezTo>
                    <a:pt x="656749" y="153829"/>
                    <a:pt x="511016" y="7144"/>
                    <a:pt x="331946" y="7144"/>
                  </a:cubicBezTo>
                  <a:close/>
                  <a:moveTo>
                    <a:pt x="331946" y="494824"/>
                  </a:moveTo>
                  <a:cubicBezTo>
                    <a:pt x="242411" y="494824"/>
                    <a:pt x="169069" y="421481"/>
                    <a:pt x="169069" y="331946"/>
                  </a:cubicBezTo>
                  <a:cubicBezTo>
                    <a:pt x="169069" y="242411"/>
                    <a:pt x="242411" y="169069"/>
                    <a:pt x="331946" y="169069"/>
                  </a:cubicBezTo>
                  <a:cubicBezTo>
                    <a:pt x="421481" y="169069"/>
                    <a:pt x="494824" y="242411"/>
                    <a:pt x="494824" y="331946"/>
                  </a:cubicBezTo>
                  <a:cubicBezTo>
                    <a:pt x="494824" y="421481"/>
                    <a:pt x="421481" y="494824"/>
                    <a:pt x="331946" y="4948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D5EB1363-5FD8-4D08-A3F4-BCE44DFCFA61}"/>
                </a:ext>
              </a:extLst>
            </p:cNvPr>
            <p:cNvSpPr/>
            <p:nvPr/>
          </p:nvSpPr>
          <p:spPr>
            <a:xfrm>
              <a:off x="6789573" y="5423272"/>
              <a:ext cx="876300" cy="514350"/>
            </a:xfrm>
            <a:custGeom>
              <a:avLst/>
              <a:gdLst>
                <a:gd name="connsiteX0" fmla="*/ 825665 w 876300"/>
                <a:gd name="connsiteY0" fmla="*/ 353640 h 514350"/>
                <a:gd name="connsiteX1" fmla="*/ 123672 w 876300"/>
                <a:gd name="connsiteY1" fmla="*/ 15503 h 514350"/>
                <a:gd name="connsiteX2" fmla="*/ 15087 w 876300"/>
                <a:gd name="connsiteY2" fmla="*/ 53603 h 514350"/>
                <a:gd name="connsiteX3" fmla="*/ 53187 w 876300"/>
                <a:gd name="connsiteY3" fmla="*/ 162188 h 514350"/>
                <a:gd name="connsiteX4" fmla="*/ 754227 w 876300"/>
                <a:gd name="connsiteY4" fmla="*/ 500325 h 514350"/>
                <a:gd name="connsiteX5" fmla="*/ 789470 w 876300"/>
                <a:gd name="connsiteY5" fmla="*/ 508898 h 514350"/>
                <a:gd name="connsiteX6" fmla="*/ 862812 w 876300"/>
                <a:gd name="connsiteY6" fmla="*/ 463178 h 514350"/>
                <a:gd name="connsiteX7" fmla="*/ 825665 w 876300"/>
                <a:gd name="connsiteY7" fmla="*/ 353640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300" h="514350">
                  <a:moveTo>
                    <a:pt x="825665" y="353640"/>
                  </a:moveTo>
                  <a:lnTo>
                    <a:pt x="123672" y="15503"/>
                  </a:lnTo>
                  <a:cubicBezTo>
                    <a:pt x="82715" y="-4500"/>
                    <a:pt x="35090" y="12645"/>
                    <a:pt x="15087" y="53603"/>
                  </a:cubicBezTo>
                  <a:cubicBezTo>
                    <a:pt x="-3963" y="93608"/>
                    <a:pt x="12230" y="142185"/>
                    <a:pt x="53187" y="162188"/>
                  </a:cubicBezTo>
                  <a:lnTo>
                    <a:pt x="754227" y="500325"/>
                  </a:lnTo>
                  <a:cubicBezTo>
                    <a:pt x="765657" y="506040"/>
                    <a:pt x="778040" y="508898"/>
                    <a:pt x="789470" y="508898"/>
                  </a:cubicBezTo>
                  <a:cubicBezTo>
                    <a:pt x="819950" y="508898"/>
                    <a:pt x="848525" y="491753"/>
                    <a:pt x="862812" y="463178"/>
                  </a:cubicBezTo>
                  <a:cubicBezTo>
                    <a:pt x="882815" y="422220"/>
                    <a:pt x="865670" y="373643"/>
                    <a:pt x="825665" y="35364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B525F156-58AE-4714-9A2B-7DA8477CE54D}"/>
                </a:ext>
              </a:extLst>
            </p:cNvPr>
            <p:cNvSpPr/>
            <p:nvPr/>
          </p:nvSpPr>
          <p:spPr>
            <a:xfrm>
              <a:off x="6221254" y="3635216"/>
              <a:ext cx="657225" cy="657225"/>
            </a:xfrm>
            <a:custGeom>
              <a:avLst/>
              <a:gdLst>
                <a:gd name="connsiteX0" fmla="*/ 331946 w 657225"/>
                <a:gd name="connsiteY0" fmla="*/ 7144 h 657225"/>
                <a:gd name="connsiteX1" fmla="*/ 7144 w 657225"/>
                <a:gd name="connsiteY1" fmla="*/ 331946 h 657225"/>
                <a:gd name="connsiteX2" fmla="*/ 331946 w 657225"/>
                <a:gd name="connsiteY2" fmla="*/ 656749 h 657225"/>
                <a:gd name="connsiteX3" fmla="*/ 656749 w 657225"/>
                <a:gd name="connsiteY3" fmla="*/ 331946 h 657225"/>
                <a:gd name="connsiteX4" fmla="*/ 331946 w 657225"/>
                <a:gd name="connsiteY4" fmla="*/ 7144 h 657225"/>
                <a:gd name="connsiteX5" fmla="*/ 331946 w 657225"/>
                <a:gd name="connsiteY5" fmla="*/ 494824 h 657225"/>
                <a:gd name="connsiteX6" fmla="*/ 169069 w 657225"/>
                <a:gd name="connsiteY6" fmla="*/ 331946 h 657225"/>
                <a:gd name="connsiteX7" fmla="*/ 331946 w 657225"/>
                <a:gd name="connsiteY7" fmla="*/ 169069 h 657225"/>
                <a:gd name="connsiteX8" fmla="*/ 494824 w 657225"/>
                <a:gd name="connsiteY8" fmla="*/ 331946 h 657225"/>
                <a:gd name="connsiteX9" fmla="*/ 331946 w 657225"/>
                <a:gd name="connsiteY9" fmla="*/ 494824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7225" h="657225">
                  <a:moveTo>
                    <a:pt x="331946" y="7144"/>
                  </a:moveTo>
                  <a:cubicBezTo>
                    <a:pt x="152876" y="7144"/>
                    <a:pt x="7144" y="152876"/>
                    <a:pt x="7144" y="331946"/>
                  </a:cubicBezTo>
                  <a:cubicBezTo>
                    <a:pt x="7144" y="511016"/>
                    <a:pt x="152876" y="656749"/>
                    <a:pt x="331946" y="656749"/>
                  </a:cubicBezTo>
                  <a:cubicBezTo>
                    <a:pt x="511016" y="656749"/>
                    <a:pt x="656749" y="511016"/>
                    <a:pt x="656749" y="331946"/>
                  </a:cubicBezTo>
                  <a:cubicBezTo>
                    <a:pt x="656749" y="152876"/>
                    <a:pt x="511016" y="7144"/>
                    <a:pt x="331946" y="7144"/>
                  </a:cubicBezTo>
                  <a:close/>
                  <a:moveTo>
                    <a:pt x="331946" y="494824"/>
                  </a:moveTo>
                  <a:cubicBezTo>
                    <a:pt x="242411" y="494824"/>
                    <a:pt x="169069" y="421481"/>
                    <a:pt x="169069" y="331946"/>
                  </a:cubicBezTo>
                  <a:cubicBezTo>
                    <a:pt x="169069" y="242411"/>
                    <a:pt x="242411" y="169069"/>
                    <a:pt x="331946" y="169069"/>
                  </a:cubicBezTo>
                  <a:cubicBezTo>
                    <a:pt x="421481" y="169069"/>
                    <a:pt x="494824" y="242411"/>
                    <a:pt x="494824" y="331946"/>
                  </a:cubicBezTo>
                  <a:cubicBezTo>
                    <a:pt x="494824" y="421481"/>
                    <a:pt x="421481" y="494824"/>
                    <a:pt x="331946" y="4948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7C9BB18B-D9F6-438A-A1ED-76619C63626C}"/>
                </a:ext>
              </a:extLst>
            </p:cNvPr>
            <p:cNvSpPr/>
            <p:nvPr/>
          </p:nvSpPr>
          <p:spPr>
            <a:xfrm>
              <a:off x="5732684" y="3309524"/>
              <a:ext cx="714375" cy="590550"/>
            </a:xfrm>
            <a:custGeom>
              <a:avLst/>
              <a:gdLst>
                <a:gd name="connsiteX0" fmla="*/ 677641 w 714375"/>
                <a:gd name="connsiteY0" fmla="*/ 444278 h 590550"/>
                <a:gd name="connsiteX1" fmla="*/ 138526 w 714375"/>
                <a:gd name="connsiteY1" fmla="*/ 24226 h 590550"/>
                <a:gd name="connsiteX2" fmla="*/ 24226 w 714375"/>
                <a:gd name="connsiteY2" fmla="*/ 38513 h 590550"/>
                <a:gd name="connsiteX3" fmla="*/ 38513 w 714375"/>
                <a:gd name="connsiteY3" fmla="*/ 152813 h 590550"/>
                <a:gd name="connsiteX4" fmla="*/ 577629 w 714375"/>
                <a:gd name="connsiteY4" fmla="*/ 572866 h 590550"/>
                <a:gd name="connsiteX5" fmla="*/ 627158 w 714375"/>
                <a:gd name="connsiteY5" fmla="*/ 590011 h 590550"/>
                <a:gd name="connsiteX6" fmla="*/ 690976 w 714375"/>
                <a:gd name="connsiteY6" fmla="*/ 558579 h 590550"/>
                <a:gd name="connsiteX7" fmla="*/ 677641 w 714375"/>
                <a:gd name="connsiteY7" fmla="*/ 444278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4375" h="590550">
                  <a:moveTo>
                    <a:pt x="677641" y="444278"/>
                  </a:moveTo>
                  <a:lnTo>
                    <a:pt x="138526" y="24226"/>
                  </a:lnTo>
                  <a:cubicBezTo>
                    <a:pt x="103283" y="-3397"/>
                    <a:pt x="51849" y="3271"/>
                    <a:pt x="24226" y="38513"/>
                  </a:cubicBezTo>
                  <a:cubicBezTo>
                    <a:pt x="-3397" y="73756"/>
                    <a:pt x="3271" y="125191"/>
                    <a:pt x="38513" y="152813"/>
                  </a:cubicBezTo>
                  <a:lnTo>
                    <a:pt x="577629" y="572866"/>
                  </a:lnTo>
                  <a:cubicBezTo>
                    <a:pt x="592869" y="584296"/>
                    <a:pt x="610013" y="590011"/>
                    <a:pt x="627158" y="590011"/>
                  </a:cubicBezTo>
                  <a:cubicBezTo>
                    <a:pt x="650971" y="590011"/>
                    <a:pt x="675736" y="579533"/>
                    <a:pt x="690976" y="558579"/>
                  </a:cubicBezTo>
                  <a:cubicBezTo>
                    <a:pt x="719551" y="523336"/>
                    <a:pt x="712883" y="471901"/>
                    <a:pt x="677641" y="4442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51AC2654-7865-4810-8004-0122C6B2A44C}"/>
                </a:ext>
              </a:extLst>
            </p:cNvPr>
            <p:cNvSpPr/>
            <p:nvPr/>
          </p:nvSpPr>
          <p:spPr>
            <a:xfrm>
              <a:off x="7114699" y="3554254"/>
              <a:ext cx="1800225" cy="1800225"/>
            </a:xfrm>
            <a:custGeom>
              <a:avLst/>
              <a:gdLst>
                <a:gd name="connsiteX0" fmla="*/ 901541 w 1800225"/>
                <a:gd name="connsiteY0" fmla="*/ 7144 h 1800225"/>
                <a:gd name="connsiteX1" fmla="*/ 7144 w 1800225"/>
                <a:gd name="connsiteY1" fmla="*/ 901541 h 1800225"/>
                <a:gd name="connsiteX2" fmla="*/ 901541 w 1800225"/>
                <a:gd name="connsiteY2" fmla="*/ 1795939 h 1800225"/>
                <a:gd name="connsiteX3" fmla="*/ 1795939 w 1800225"/>
                <a:gd name="connsiteY3" fmla="*/ 901541 h 1800225"/>
                <a:gd name="connsiteX4" fmla="*/ 901541 w 1800225"/>
                <a:gd name="connsiteY4" fmla="*/ 7144 h 1800225"/>
                <a:gd name="connsiteX5" fmla="*/ 901541 w 1800225"/>
                <a:gd name="connsiteY5" fmla="*/ 1632109 h 1800225"/>
                <a:gd name="connsiteX6" fmla="*/ 170021 w 1800225"/>
                <a:gd name="connsiteY6" fmla="*/ 900589 h 1800225"/>
                <a:gd name="connsiteX7" fmla="*/ 901541 w 1800225"/>
                <a:gd name="connsiteY7" fmla="*/ 169069 h 1800225"/>
                <a:gd name="connsiteX8" fmla="*/ 1633061 w 1800225"/>
                <a:gd name="connsiteY8" fmla="*/ 900589 h 1800225"/>
                <a:gd name="connsiteX9" fmla="*/ 901541 w 1800225"/>
                <a:gd name="connsiteY9" fmla="*/ 1632109 h 180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25" h="1800225">
                  <a:moveTo>
                    <a:pt x="901541" y="7144"/>
                  </a:moveTo>
                  <a:cubicBezTo>
                    <a:pt x="408146" y="7144"/>
                    <a:pt x="7144" y="408146"/>
                    <a:pt x="7144" y="901541"/>
                  </a:cubicBezTo>
                  <a:cubicBezTo>
                    <a:pt x="7144" y="1394936"/>
                    <a:pt x="408146" y="1795939"/>
                    <a:pt x="901541" y="1795939"/>
                  </a:cubicBezTo>
                  <a:cubicBezTo>
                    <a:pt x="1394936" y="1795939"/>
                    <a:pt x="1795939" y="1394936"/>
                    <a:pt x="1795939" y="901541"/>
                  </a:cubicBezTo>
                  <a:cubicBezTo>
                    <a:pt x="1795939" y="408146"/>
                    <a:pt x="1394936" y="7144"/>
                    <a:pt x="901541" y="7144"/>
                  </a:cubicBezTo>
                  <a:close/>
                  <a:moveTo>
                    <a:pt x="901541" y="1632109"/>
                  </a:moveTo>
                  <a:cubicBezTo>
                    <a:pt x="497681" y="1632109"/>
                    <a:pt x="170021" y="1304449"/>
                    <a:pt x="170021" y="900589"/>
                  </a:cubicBezTo>
                  <a:cubicBezTo>
                    <a:pt x="170021" y="496729"/>
                    <a:pt x="497681" y="169069"/>
                    <a:pt x="901541" y="169069"/>
                  </a:cubicBezTo>
                  <a:cubicBezTo>
                    <a:pt x="1305401" y="169069"/>
                    <a:pt x="1633061" y="496729"/>
                    <a:pt x="1633061" y="900589"/>
                  </a:cubicBezTo>
                  <a:cubicBezTo>
                    <a:pt x="1633061" y="1304449"/>
                    <a:pt x="1305401" y="1632109"/>
                    <a:pt x="901541" y="16321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0ADCC72A-E779-4DEE-B100-2E42C96B6960}"/>
                </a:ext>
              </a:extLst>
            </p:cNvPr>
            <p:cNvSpPr/>
            <p:nvPr/>
          </p:nvSpPr>
          <p:spPr>
            <a:xfrm>
              <a:off x="7684294" y="3879056"/>
              <a:ext cx="657225" cy="657225"/>
            </a:xfrm>
            <a:custGeom>
              <a:avLst/>
              <a:gdLst>
                <a:gd name="connsiteX0" fmla="*/ 331946 w 657225"/>
                <a:gd name="connsiteY0" fmla="*/ 7144 h 657225"/>
                <a:gd name="connsiteX1" fmla="*/ 7144 w 657225"/>
                <a:gd name="connsiteY1" fmla="*/ 331946 h 657225"/>
                <a:gd name="connsiteX2" fmla="*/ 331946 w 657225"/>
                <a:gd name="connsiteY2" fmla="*/ 656749 h 657225"/>
                <a:gd name="connsiteX3" fmla="*/ 656749 w 657225"/>
                <a:gd name="connsiteY3" fmla="*/ 331946 h 657225"/>
                <a:gd name="connsiteX4" fmla="*/ 331946 w 657225"/>
                <a:gd name="connsiteY4" fmla="*/ 7144 h 657225"/>
                <a:gd name="connsiteX5" fmla="*/ 331946 w 657225"/>
                <a:gd name="connsiteY5" fmla="*/ 494824 h 657225"/>
                <a:gd name="connsiteX6" fmla="*/ 169069 w 657225"/>
                <a:gd name="connsiteY6" fmla="*/ 331946 h 657225"/>
                <a:gd name="connsiteX7" fmla="*/ 331946 w 657225"/>
                <a:gd name="connsiteY7" fmla="*/ 169069 h 657225"/>
                <a:gd name="connsiteX8" fmla="*/ 494824 w 657225"/>
                <a:gd name="connsiteY8" fmla="*/ 331946 h 657225"/>
                <a:gd name="connsiteX9" fmla="*/ 331946 w 657225"/>
                <a:gd name="connsiteY9" fmla="*/ 494824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7225" h="657225">
                  <a:moveTo>
                    <a:pt x="331946" y="7144"/>
                  </a:moveTo>
                  <a:cubicBezTo>
                    <a:pt x="152876" y="7144"/>
                    <a:pt x="7144" y="152876"/>
                    <a:pt x="7144" y="331946"/>
                  </a:cubicBezTo>
                  <a:cubicBezTo>
                    <a:pt x="7144" y="511016"/>
                    <a:pt x="152876" y="656749"/>
                    <a:pt x="331946" y="656749"/>
                  </a:cubicBezTo>
                  <a:cubicBezTo>
                    <a:pt x="511016" y="656749"/>
                    <a:pt x="656749" y="511016"/>
                    <a:pt x="656749" y="331946"/>
                  </a:cubicBezTo>
                  <a:cubicBezTo>
                    <a:pt x="656749" y="152876"/>
                    <a:pt x="511016" y="7144"/>
                    <a:pt x="331946" y="7144"/>
                  </a:cubicBezTo>
                  <a:close/>
                  <a:moveTo>
                    <a:pt x="331946" y="494824"/>
                  </a:moveTo>
                  <a:cubicBezTo>
                    <a:pt x="242411" y="494824"/>
                    <a:pt x="169069" y="421481"/>
                    <a:pt x="169069" y="331946"/>
                  </a:cubicBezTo>
                  <a:cubicBezTo>
                    <a:pt x="169069" y="242411"/>
                    <a:pt x="242411" y="169069"/>
                    <a:pt x="331946" y="169069"/>
                  </a:cubicBezTo>
                  <a:cubicBezTo>
                    <a:pt x="421481" y="169069"/>
                    <a:pt x="494824" y="242411"/>
                    <a:pt x="494824" y="331946"/>
                  </a:cubicBezTo>
                  <a:cubicBezTo>
                    <a:pt x="494824" y="421481"/>
                    <a:pt x="421481" y="494824"/>
                    <a:pt x="331946" y="4948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F1B584FC-0F43-43CD-ADD9-360FA4824819}"/>
                </a:ext>
              </a:extLst>
            </p:cNvPr>
            <p:cNvSpPr/>
            <p:nvPr/>
          </p:nvSpPr>
          <p:spPr>
            <a:xfrm>
              <a:off x="7522369" y="4691539"/>
              <a:ext cx="981075" cy="657225"/>
            </a:xfrm>
            <a:custGeom>
              <a:avLst/>
              <a:gdLst>
                <a:gd name="connsiteX0" fmla="*/ 730091 w 981075"/>
                <a:gd name="connsiteY0" fmla="*/ 7144 h 657225"/>
                <a:gd name="connsiteX1" fmla="*/ 258604 w 981075"/>
                <a:gd name="connsiteY1" fmla="*/ 7144 h 657225"/>
                <a:gd name="connsiteX2" fmla="*/ 7144 w 981075"/>
                <a:gd name="connsiteY2" fmla="*/ 251936 h 657225"/>
                <a:gd name="connsiteX3" fmla="*/ 7144 w 981075"/>
                <a:gd name="connsiteY3" fmla="*/ 466249 h 657225"/>
                <a:gd name="connsiteX4" fmla="*/ 48101 w 981075"/>
                <a:gd name="connsiteY4" fmla="*/ 536734 h 657225"/>
                <a:gd name="connsiteX5" fmla="*/ 494824 w 981075"/>
                <a:gd name="connsiteY5" fmla="*/ 657701 h 657225"/>
                <a:gd name="connsiteX6" fmla="*/ 941546 w 981075"/>
                <a:gd name="connsiteY6" fmla="*/ 536734 h 657225"/>
                <a:gd name="connsiteX7" fmla="*/ 982504 w 981075"/>
                <a:gd name="connsiteY7" fmla="*/ 466249 h 657225"/>
                <a:gd name="connsiteX8" fmla="*/ 982504 w 981075"/>
                <a:gd name="connsiteY8" fmla="*/ 251936 h 657225"/>
                <a:gd name="connsiteX9" fmla="*/ 730091 w 981075"/>
                <a:gd name="connsiteY9" fmla="*/ 7144 h 657225"/>
                <a:gd name="connsiteX10" fmla="*/ 818674 w 981075"/>
                <a:gd name="connsiteY10" fmla="*/ 418624 h 657225"/>
                <a:gd name="connsiteX11" fmla="*/ 168116 w 981075"/>
                <a:gd name="connsiteY11" fmla="*/ 418624 h 657225"/>
                <a:gd name="connsiteX12" fmla="*/ 168116 w 981075"/>
                <a:gd name="connsiteY12" fmla="*/ 252889 h 657225"/>
                <a:gd name="connsiteX13" fmla="*/ 257651 w 981075"/>
                <a:gd name="connsiteY13" fmla="*/ 170021 h 657225"/>
                <a:gd name="connsiteX14" fmla="*/ 729139 w 981075"/>
                <a:gd name="connsiteY14" fmla="*/ 170021 h 657225"/>
                <a:gd name="connsiteX15" fmla="*/ 818674 w 981075"/>
                <a:gd name="connsiteY15" fmla="*/ 252889 h 657225"/>
                <a:gd name="connsiteX16" fmla="*/ 818674 w 981075"/>
                <a:gd name="connsiteY16" fmla="*/ 418624 h 657225"/>
                <a:gd name="connsiteX17" fmla="*/ 818674 w 981075"/>
                <a:gd name="connsiteY17" fmla="*/ 418624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75" h="657225">
                  <a:moveTo>
                    <a:pt x="730091" y="7144"/>
                  </a:moveTo>
                  <a:lnTo>
                    <a:pt x="258604" y="7144"/>
                  </a:lnTo>
                  <a:cubicBezTo>
                    <a:pt x="119539" y="7144"/>
                    <a:pt x="7144" y="116681"/>
                    <a:pt x="7144" y="251936"/>
                  </a:cubicBezTo>
                  <a:lnTo>
                    <a:pt x="7144" y="466249"/>
                  </a:lnTo>
                  <a:cubicBezTo>
                    <a:pt x="7144" y="494824"/>
                    <a:pt x="22384" y="522446"/>
                    <a:pt x="48101" y="536734"/>
                  </a:cubicBezTo>
                  <a:cubicBezTo>
                    <a:pt x="184309" y="615792"/>
                    <a:pt x="338614" y="657701"/>
                    <a:pt x="494824" y="657701"/>
                  </a:cubicBezTo>
                  <a:cubicBezTo>
                    <a:pt x="651034" y="657701"/>
                    <a:pt x="805339" y="615792"/>
                    <a:pt x="941546" y="536734"/>
                  </a:cubicBezTo>
                  <a:cubicBezTo>
                    <a:pt x="966311" y="522446"/>
                    <a:pt x="982504" y="495776"/>
                    <a:pt x="982504" y="466249"/>
                  </a:cubicBezTo>
                  <a:lnTo>
                    <a:pt x="982504" y="251936"/>
                  </a:lnTo>
                  <a:cubicBezTo>
                    <a:pt x="981551" y="117634"/>
                    <a:pt x="868204" y="7144"/>
                    <a:pt x="730091" y="7144"/>
                  </a:cubicBezTo>
                  <a:close/>
                  <a:moveTo>
                    <a:pt x="818674" y="418624"/>
                  </a:moveTo>
                  <a:cubicBezTo>
                    <a:pt x="616744" y="519589"/>
                    <a:pt x="370999" y="519589"/>
                    <a:pt x="168116" y="418624"/>
                  </a:cubicBezTo>
                  <a:lnTo>
                    <a:pt x="168116" y="252889"/>
                  </a:lnTo>
                  <a:cubicBezTo>
                    <a:pt x="168116" y="207169"/>
                    <a:pt x="208121" y="170021"/>
                    <a:pt x="257651" y="170021"/>
                  </a:cubicBezTo>
                  <a:lnTo>
                    <a:pt x="729139" y="170021"/>
                  </a:lnTo>
                  <a:cubicBezTo>
                    <a:pt x="778669" y="170021"/>
                    <a:pt x="818674" y="207169"/>
                    <a:pt x="818674" y="252889"/>
                  </a:cubicBezTo>
                  <a:lnTo>
                    <a:pt x="818674" y="418624"/>
                  </a:lnTo>
                  <a:lnTo>
                    <a:pt x="818674" y="4186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8E5EF1E8-BB32-487F-9A53-AC764E534B72}"/>
                </a:ext>
              </a:extLst>
            </p:cNvPr>
            <p:cNvSpPr/>
            <p:nvPr/>
          </p:nvSpPr>
          <p:spPr>
            <a:xfrm>
              <a:off x="5163979" y="4529614"/>
              <a:ext cx="1800225" cy="1800225"/>
            </a:xfrm>
            <a:custGeom>
              <a:avLst/>
              <a:gdLst>
                <a:gd name="connsiteX0" fmla="*/ 901541 w 1800225"/>
                <a:gd name="connsiteY0" fmla="*/ 7144 h 1800225"/>
                <a:gd name="connsiteX1" fmla="*/ 7144 w 1800225"/>
                <a:gd name="connsiteY1" fmla="*/ 901542 h 1800225"/>
                <a:gd name="connsiteX2" fmla="*/ 901541 w 1800225"/>
                <a:gd name="connsiteY2" fmla="*/ 1794986 h 1800225"/>
                <a:gd name="connsiteX3" fmla="*/ 1795939 w 1800225"/>
                <a:gd name="connsiteY3" fmla="*/ 900589 h 1800225"/>
                <a:gd name="connsiteX4" fmla="*/ 901541 w 1800225"/>
                <a:gd name="connsiteY4" fmla="*/ 7144 h 1800225"/>
                <a:gd name="connsiteX5" fmla="*/ 901541 w 1800225"/>
                <a:gd name="connsiteY5" fmla="*/ 1632109 h 1800225"/>
                <a:gd name="connsiteX6" fmla="*/ 170021 w 1800225"/>
                <a:gd name="connsiteY6" fmla="*/ 900589 h 1800225"/>
                <a:gd name="connsiteX7" fmla="*/ 901541 w 1800225"/>
                <a:gd name="connsiteY7" fmla="*/ 169069 h 1800225"/>
                <a:gd name="connsiteX8" fmla="*/ 1633061 w 1800225"/>
                <a:gd name="connsiteY8" fmla="*/ 900589 h 1800225"/>
                <a:gd name="connsiteX9" fmla="*/ 901541 w 1800225"/>
                <a:gd name="connsiteY9" fmla="*/ 1632109 h 180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25" h="1800225">
                  <a:moveTo>
                    <a:pt x="901541" y="7144"/>
                  </a:moveTo>
                  <a:cubicBezTo>
                    <a:pt x="408146" y="7144"/>
                    <a:pt x="7144" y="408146"/>
                    <a:pt x="7144" y="901542"/>
                  </a:cubicBezTo>
                  <a:cubicBezTo>
                    <a:pt x="7144" y="1394936"/>
                    <a:pt x="408146" y="1794986"/>
                    <a:pt x="901541" y="1794986"/>
                  </a:cubicBezTo>
                  <a:cubicBezTo>
                    <a:pt x="1394936" y="1794986"/>
                    <a:pt x="1795939" y="1393984"/>
                    <a:pt x="1795939" y="900589"/>
                  </a:cubicBezTo>
                  <a:cubicBezTo>
                    <a:pt x="1795939" y="407194"/>
                    <a:pt x="1394936" y="7144"/>
                    <a:pt x="901541" y="7144"/>
                  </a:cubicBezTo>
                  <a:close/>
                  <a:moveTo>
                    <a:pt x="901541" y="1632109"/>
                  </a:moveTo>
                  <a:cubicBezTo>
                    <a:pt x="497681" y="1632109"/>
                    <a:pt x="170021" y="1304449"/>
                    <a:pt x="170021" y="900589"/>
                  </a:cubicBezTo>
                  <a:cubicBezTo>
                    <a:pt x="170021" y="496729"/>
                    <a:pt x="497681" y="169069"/>
                    <a:pt x="901541" y="169069"/>
                  </a:cubicBezTo>
                  <a:cubicBezTo>
                    <a:pt x="1305401" y="169069"/>
                    <a:pt x="1633061" y="496729"/>
                    <a:pt x="1633061" y="900589"/>
                  </a:cubicBezTo>
                  <a:cubicBezTo>
                    <a:pt x="1633061" y="1304449"/>
                    <a:pt x="1305401" y="1632109"/>
                    <a:pt x="901541" y="16321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BCBB73FA-225E-4B03-BCBC-5CCB649C3D3D}"/>
                </a:ext>
              </a:extLst>
            </p:cNvPr>
            <p:cNvSpPr/>
            <p:nvPr/>
          </p:nvSpPr>
          <p:spPr>
            <a:xfrm>
              <a:off x="5733574" y="4854416"/>
              <a:ext cx="657225" cy="657225"/>
            </a:xfrm>
            <a:custGeom>
              <a:avLst/>
              <a:gdLst>
                <a:gd name="connsiteX0" fmla="*/ 331946 w 657225"/>
                <a:gd name="connsiteY0" fmla="*/ 7144 h 657225"/>
                <a:gd name="connsiteX1" fmla="*/ 7144 w 657225"/>
                <a:gd name="connsiteY1" fmla="*/ 331946 h 657225"/>
                <a:gd name="connsiteX2" fmla="*/ 331946 w 657225"/>
                <a:gd name="connsiteY2" fmla="*/ 656749 h 657225"/>
                <a:gd name="connsiteX3" fmla="*/ 656749 w 657225"/>
                <a:gd name="connsiteY3" fmla="*/ 331946 h 657225"/>
                <a:gd name="connsiteX4" fmla="*/ 331946 w 657225"/>
                <a:gd name="connsiteY4" fmla="*/ 7144 h 657225"/>
                <a:gd name="connsiteX5" fmla="*/ 331946 w 657225"/>
                <a:gd name="connsiteY5" fmla="*/ 494824 h 657225"/>
                <a:gd name="connsiteX6" fmla="*/ 169069 w 657225"/>
                <a:gd name="connsiteY6" fmla="*/ 331946 h 657225"/>
                <a:gd name="connsiteX7" fmla="*/ 331946 w 657225"/>
                <a:gd name="connsiteY7" fmla="*/ 169069 h 657225"/>
                <a:gd name="connsiteX8" fmla="*/ 494824 w 657225"/>
                <a:gd name="connsiteY8" fmla="*/ 331946 h 657225"/>
                <a:gd name="connsiteX9" fmla="*/ 331946 w 657225"/>
                <a:gd name="connsiteY9" fmla="*/ 494824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7225" h="657225">
                  <a:moveTo>
                    <a:pt x="331946" y="7144"/>
                  </a:moveTo>
                  <a:cubicBezTo>
                    <a:pt x="152876" y="7144"/>
                    <a:pt x="7144" y="152876"/>
                    <a:pt x="7144" y="331946"/>
                  </a:cubicBezTo>
                  <a:cubicBezTo>
                    <a:pt x="7144" y="511016"/>
                    <a:pt x="152876" y="656749"/>
                    <a:pt x="331946" y="656749"/>
                  </a:cubicBezTo>
                  <a:cubicBezTo>
                    <a:pt x="511016" y="656749"/>
                    <a:pt x="656749" y="511016"/>
                    <a:pt x="656749" y="331946"/>
                  </a:cubicBezTo>
                  <a:cubicBezTo>
                    <a:pt x="656749" y="152876"/>
                    <a:pt x="511016" y="7144"/>
                    <a:pt x="331946" y="7144"/>
                  </a:cubicBezTo>
                  <a:close/>
                  <a:moveTo>
                    <a:pt x="331946" y="494824"/>
                  </a:moveTo>
                  <a:cubicBezTo>
                    <a:pt x="242411" y="494824"/>
                    <a:pt x="169069" y="421481"/>
                    <a:pt x="169069" y="331946"/>
                  </a:cubicBezTo>
                  <a:cubicBezTo>
                    <a:pt x="169069" y="242411"/>
                    <a:pt x="242411" y="169069"/>
                    <a:pt x="331946" y="169069"/>
                  </a:cubicBezTo>
                  <a:cubicBezTo>
                    <a:pt x="421481" y="169069"/>
                    <a:pt x="494824" y="242411"/>
                    <a:pt x="494824" y="331946"/>
                  </a:cubicBezTo>
                  <a:cubicBezTo>
                    <a:pt x="494824" y="421481"/>
                    <a:pt x="421481" y="494824"/>
                    <a:pt x="331946" y="4948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BF2FB5F2-6D78-450E-8034-354FB24FAA7B}"/>
                </a:ext>
              </a:extLst>
            </p:cNvPr>
            <p:cNvSpPr/>
            <p:nvPr/>
          </p:nvSpPr>
          <p:spPr>
            <a:xfrm>
              <a:off x="5570696" y="5666899"/>
              <a:ext cx="981075" cy="657225"/>
            </a:xfrm>
            <a:custGeom>
              <a:avLst/>
              <a:gdLst>
                <a:gd name="connsiteX0" fmla="*/ 731044 w 981075"/>
                <a:gd name="connsiteY0" fmla="*/ 7144 h 657225"/>
                <a:gd name="connsiteX1" fmla="*/ 258604 w 981075"/>
                <a:gd name="connsiteY1" fmla="*/ 7144 h 657225"/>
                <a:gd name="connsiteX2" fmla="*/ 7144 w 981075"/>
                <a:gd name="connsiteY2" fmla="*/ 251936 h 657225"/>
                <a:gd name="connsiteX3" fmla="*/ 7144 w 981075"/>
                <a:gd name="connsiteY3" fmla="*/ 467201 h 657225"/>
                <a:gd name="connsiteX4" fmla="*/ 48101 w 981075"/>
                <a:gd name="connsiteY4" fmla="*/ 537686 h 657225"/>
                <a:gd name="connsiteX5" fmla="*/ 494824 w 981075"/>
                <a:gd name="connsiteY5" fmla="*/ 658653 h 657225"/>
                <a:gd name="connsiteX6" fmla="*/ 941546 w 981075"/>
                <a:gd name="connsiteY6" fmla="*/ 537686 h 657225"/>
                <a:gd name="connsiteX7" fmla="*/ 982504 w 981075"/>
                <a:gd name="connsiteY7" fmla="*/ 467201 h 657225"/>
                <a:gd name="connsiteX8" fmla="*/ 982504 w 981075"/>
                <a:gd name="connsiteY8" fmla="*/ 252889 h 657225"/>
                <a:gd name="connsiteX9" fmla="*/ 731044 w 981075"/>
                <a:gd name="connsiteY9" fmla="*/ 7144 h 657225"/>
                <a:gd name="connsiteX10" fmla="*/ 819626 w 981075"/>
                <a:gd name="connsiteY10" fmla="*/ 418624 h 657225"/>
                <a:gd name="connsiteX11" fmla="*/ 169069 w 981075"/>
                <a:gd name="connsiteY11" fmla="*/ 418624 h 657225"/>
                <a:gd name="connsiteX12" fmla="*/ 169069 w 981075"/>
                <a:gd name="connsiteY12" fmla="*/ 252889 h 657225"/>
                <a:gd name="connsiteX13" fmla="*/ 258604 w 981075"/>
                <a:gd name="connsiteY13" fmla="*/ 170021 h 657225"/>
                <a:gd name="connsiteX14" fmla="*/ 730091 w 981075"/>
                <a:gd name="connsiteY14" fmla="*/ 170021 h 657225"/>
                <a:gd name="connsiteX15" fmla="*/ 819626 w 981075"/>
                <a:gd name="connsiteY15" fmla="*/ 252889 h 657225"/>
                <a:gd name="connsiteX16" fmla="*/ 819626 w 981075"/>
                <a:gd name="connsiteY16" fmla="*/ 418624 h 657225"/>
                <a:gd name="connsiteX17" fmla="*/ 819626 w 981075"/>
                <a:gd name="connsiteY17" fmla="*/ 418624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75" h="657225">
                  <a:moveTo>
                    <a:pt x="731044" y="7144"/>
                  </a:moveTo>
                  <a:lnTo>
                    <a:pt x="258604" y="7144"/>
                  </a:lnTo>
                  <a:cubicBezTo>
                    <a:pt x="119539" y="7144"/>
                    <a:pt x="7144" y="116681"/>
                    <a:pt x="7144" y="251936"/>
                  </a:cubicBezTo>
                  <a:lnTo>
                    <a:pt x="7144" y="467201"/>
                  </a:lnTo>
                  <a:cubicBezTo>
                    <a:pt x="7144" y="495776"/>
                    <a:pt x="22384" y="523399"/>
                    <a:pt x="48101" y="537686"/>
                  </a:cubicBezTo>
                  <a:cubicBezTo>
                    <a:pt x="184309" y="616744"/>
                    <a:pt x="338614" y="658653"/>
                    <a:pt x="494824" y="658653"/>
                  </a:cubicBezTo>
                  <a:cubicBezTo>
                    <a:pt x="651034" y="658653"/>
                    <a:pt x="805339" y="616744"/>
                    <a:pt x="941546" y="537686"/>
                  </a:cubicBezTo>
                  <a:cubicBezTo>
                    <a:pt x="966311" y="523399"/>
                    <a:pt x="982504" y="496729"/>
                    <a:pt x="982504" y="467201"/>
                  </a:cubicBezTo>
                  <a:lnTo>
                    <a:pt x="982504" y="252889"/>
                  </a:lnTo>
                  <a:cubicBezTo>
                    <a:pt x="982504" y="117634"/>
                    <a:pt x="869156" y="7144"/>
                    <a:pt x="731044" y="7144"/>
                  </a:cubicBezTo>
                  <a:close/>
                  <a:moveTo>
                    <a:pt x="819626" y="418624"/>
                  </a:moveTo>
                  <a:cubicBezTo>
                    <a:pt x="617696" y="519589"/>
                    <a:pt x="371951" y="519589"/>
                    <a:pt x="169069" y="418624"/>
                  </a:cubicBezTo>
                  <a:lnTo>
                    <a:pt x="169069" y="252889"/>
                  </a:lnTo>
                  <a:cubicBezTo>
                    <a:pt x="169069" y="207169"/>
                    <a:pt x="209074" y="170021"/>
                    <a:pt x="258604" y="170021"/>
                  </a:cubicBezTo>
                  <a:lnTo>
                    <a:pt x="730091" y="170021"/>
                  </a:lnTo>
                  <a:cubicBezTo>
                    <a:pt x="779621" y="170021"/>
                    <a:pt x="819626" y="207169"/>
                    <a:pt x="819626" y="252889"/>
                  </a:cubicBezTo>
                  <a:lnTo>
                    <a:pt x="819626" y="418624"/>
                  </a:lnTo>
                  <a:lnTo>
                    <a:pt x="819626" y="4186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CF62DE26-937E-436F-95B5-2924847301D7}"/>
                </a:ext>
              </a:extLst>
            </p:cNvPr>
            <p:cNvSpPr/>
            <p:nvPr/>
          </p:nvSpPr>
          <p:spPr>
            <a:xfrm>
              <a:off x="4107656" y="2496979"/>
              <a:ext cx="1800225" cy="1800225"/>
            </a:xfrm>
            <a:custGeom>
              <a:avLst/>
              <a:gdLst>
                <a:gd name="connsiteX0" fmla="*/ 901541 w 1800225"/>
                <a:gd name="connsiteY0" fmla="*/ 7144 h 1800225"/>
                <a:gd name="connsiteX1" fmla="*/ 7144 w 1800225"/>
                <a:gd name="connsiteY1" fmla="*/ 901541 h 1800225"/>
                <a:gd name="connsiteX2" fmla="*/ 901541 w 1800225"/>
                <a:gd name="connsiteY2" fmla="*/ 1795939 h 1800225"/>
                <a:gd name="connsiteX3" fmla="*/ 1795939 w 1800225"/>
                <a:gd name="connsiteY3" fmla="*/ 901541 h 1800225"/>
                <a:gd name="connsiteX4" fmla="*/ 901541 w 1800225"/>
                <a:gd name="connsiteY4" fmla="*/ 7144 h 1800225"/>
                <a:gd name="connsiteX5" fmla="*/ 901541 w 1800225"/>
                <a:gd name="connsiteY5" fmla="*/ 1633061 h 1800225"/>
                <a:gd name="connsiteX6" fmla="*/ 170021 w 1800225"/>
                <a:gd name="connsiteY6" fmla="*/ 901541 h 1800225"/>
                <a:gd name="connsiteX7" fmla="*/ 901541 w 1800225"/>
                <a:gd name="connsiteY7" fmla="*/ 170021 h 1800225"/>
                <a:gd name="connsiteX8" fmla="*/ 1633061 w 1800225"/>
                <a:gd name="connsiteY8" fmla="*/ 901541 h 1800225"/>
                <a:gd name="connsiteX9" fmla="*/ 901541 w 1800225"/>
                <a:gd name="connsiteY9" fmla="*/ 1633061 h 180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25" h="1800225">
                  <a:moveTo>
                    <a:pt x="901541" y="7144"/>
                  </a:moveTo>
                  <a:cubicBezTo>
                    <a:pt x="408146" y="7144"/>
                    <a:pt x="7144" y="408146"/>
                    <a:pt x="7144" y="901541"/>
                  </a:cubicBezTo>
                  <a:cubicBezTo>
                    <a:pt x="7144" y="1394936"/>
                    <a:pt x="408146" y="1795939"/>
                    <a:pt x="901541" y="1795939"/>
                  </a:cubicBezTo>
                  <a:cubicBezTo>
                    <a:pt x="1394936" y="1795939"/>
                    <a:pt x="1795939" y="1394936"/>
                    <a:pt x="1795939" y="901541"/>
                  </a:cubicBezTo>
                  <a:cubicBezTo>
                    <a:pt x="1794986" y="408146"/>
                    <a:pt x="1393984" y="7144"/>
                    <a:pt x="901541" y="7144"/>
                  </a:cubicBezTo>
                  <a:close/>
                  <a:moveTo>
                    <a:pt x="901541" y="1633061"/>
                  </a:moveTo>
                  <a:cubicBezTo>
                    <a:pt x="497681" y="1633061"/>
                    <a:pt x="170021" y="1305401"/>
                    <a:pt x="170021" y="901541"/>
                  </a:cubicBezTo>
                  <a:cubicBezTo>
                    <a:pt x="170021" y="497681"/>
                    <a:pt x="497681" y="170021"/>
                    <a:pt x="901541" y="170021"/>
                  </a:cubicBezTo>
                  <a:cubicBezTo>
                    <a:pt x="1305401" y="170021"/>
                    <a:pt x="1633061" y="497681"/>
                    <a:pt x="1633061" y="901541"/>
                  </a:cubicBezTo>
                  <a:cubicBezTo>
                    <a:pt x="1633061" y="1305401"/>
                    <a:pt x="1304449" y="1633061"/>
                    <a:pt x="901541" y="16330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1FEBA10B-3738-4145-8FB3-B5FAF7A413A2}"/>
                </a:ext>
              </a:extLst>
            </p:cNvPr>
            <p:cNvSpPr/>
            <p:nvPr/>
          </p:nvSpPr>
          <p:spPr>
            <a:xfrm>
              <a:off x="4677251" y="2822734"/>
              <a:ext cx="657225" cy="657225"/>
            </a:xfrm>
            <a:custGeom>
              <a:avLst/>
              <a:gdLst>
                <a:gd name="connsiteX0" fmla="*/ 331946 w 657225"/>
                <a:gd name="connsiteY0" fmla="*/ 7144 h 657225"/>
                <a:gd name="connsiteX1" fmla="*/ 7144 w 657225"/>
                <a:gd name="connsiteY1" fmla="*/ 331946 h 657225"/>
                <a:gd name="connsiteX2" fmla="*/ 331946 w 657225"/>
                <a:gd name="connsiteY2" fmla="*/ 656749 h 657225"/>
                <a:gd name="connsiteX3" fmla="*/ 656749 w 657225"/>
                <a:gd name="connsiteY3" fmla="*/ 331946 h 657225"/>
                <a:gd name="connsiteX4" fmla="*/ 331946 w 657225"/>
                <a:gd name="connsiteY4" fmla="*/ 7144 h 657225"/>
                <a:gd name="connsiteX5" fmla="*/ 331946 w 657225"/>
                <a:gd name="connsiteY5" fmla="*/ 494824 h 657225"/>
                <a:gd name="connsiteX6" fmla="*/ 169069 w 657225"/>
                <a:gd name="connsiteY6" fmla="*/ 331946 h 657225"/>
                <a:gd name="connsiteX7" fmla="*/ 331946 w 657225"/>
                <a:gd name="connsiteY7" fmla="*/ 169069 h 657225"/>
                <a:gd name="connsiteX8" fmla="*/ 494824 w 657225"/>
                <a:gd name="connsiteY8" fmla="*/ 331946 h 657225"/>
                <a:gd name="connsiteX9" fmla="*/ 331946 w 657225"/>
                <a:gd name="connsiteY9" fmla="*/ 494824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7225" h="657225">
                  <a:moveTo>
                    <a:pt x="331946" y="7144"/>
                  </a:moveTo>
                  <a:cubicBezTo>
                    <a:pt x="152876" y="7144"/>
                    <a:pt x="7144" y="152876"/>
                    <a:pt x="7144" y="331946"/>
                  </a:cubicBezTo>
                  <a:cubicBezTo>
                    <a:pt x="7144" y="511016"/>
                    <a:pt x="152876" y="656749"/>
                    <a:pt x="331946" y="656749"/>
                  </a:cubicBezTo>
                  <a:cubicBezTo>
                    <a:pt x="511016" y="656749"/>
                    <a:pt x="656749" y="511016"/>
                    <a:pt x="656749" y="331946"/>
                  </a:cubicBezTo>
                  <a:cubicBezTo>
                    <a:pt x="656749" y="152876"/>
                    <a:pt x="511016" y="7144"/>
                    <a:pt x="331946" y="7144"/>
                  </a:cubicBezTo>
                  <a:close/>
                  <a:moveTo>
                    <a:pt x="331946" y="494824"/>
                  </a:moveTo>
                  <a:cubicBezTo>
                    <a:pt x="242411" y="494824"/>
                    <a:pt x="169069" y="421481"/>
                    <a:pt x="169069" y="331946"/>
                  </a:cubicBezTo>
                  <a:cubicBezTo>
                    <a:pt x="169069" y="242411"/>
                    <a:pt x="242411" y="169069"/>
                    <a:pt x="331946" y="169069"/>
                  </a:cubicBezTo>
                  <a:cubicBezTo>
                    <a:pt x="421481" y="169069"/>
                    <a:pt x="494824" y="242411"/>
                    <a:pt x="494824" y="331946"/>
                  </a:cubicBezTo>
                  <a:cubicBezTo>
                    <a:pt x="494824" y="421481"/>
                    <a:pt x="421481" y="494824"/>
                    <a:pt x="331946" y="4948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B8C3BE0E-BC70-47E7-8A11-56A8C74B603C}"/>
                </a:ext>
              </a:extLst>
            </p:cNvPr>
            <p:cNvSpPr/>
            <p:nvPr/>
          </p:nvSpPr>
          <p:spPr>
            <a:xfrm>
              <a:off x="4514374" y="3635216"/>
              <a:ext cx="981075" cy="657225"/>
            </a:xfrm>
            <a:custGeom>
              <a:avLst/>
              <a:gdLst>
                <a:gd name="connsiteX0" fmla="*/ 730091 w 981075"/>
                <a:gd name="connsiteY0" fmla="*/ 7144 h 657225"/>
                <a:gd name="connsiteX1" fmla="*/ 258604 w 981075"/>
                <a:gd name="connsiteY1" fmla="*/ 7144 h 657225"/>
                <a:gd name="connsiteX2" fmla="*/ 7144 w 981075"/>
                <a:gd name="connsiteY2" fmla="*/ 251936 h 657225"/>
                <a:gd name="connsiteX3" fmla="*/ 7144 w 981075"/>
                <a:gd name="connsiteY3" fmla="*/ 466249 h 657225"/>
                <a:gd name="connsiteX4" fmla="*/ 48101 w 981075"/>
                <a:gd name="connsiteY4" fmla="*/ 536734 h 657225"/>
                <a:gd name="connsiteX5" fmla="*/ 494824 w 981075"/>
                <a:gd name="connsiteY5" fmla="*/ 657701 h 657225"/>
                <a:gd name="connsiteX6" fmla="*/ 941546 w 981075"/>
                <a:gd name="connsiteY6" fmla="*/ 536734 h 657225"/>
                <a:gd name="connsiteX7" fmla="*/ 982504 w 981075"/>
                <a:gd name="connsiteY7" fmla="*/ 466249 h 657225"/>
                <a:gd name="connsiteX8" fmla="*/ 982504 w 981075"/>
                <a:gd name="connsiteY8" fmla="*/ 251936 h 657225"/>
                <a:gd name="connsiteX9" fmla="*/ 730091 w 981075"/>
                <a:gd name="connsiteY9" fmla="*/ 7144 h 657225"/>
                <a:gd name="connsiteX10" fmla="*/ 819626 w 981075"/>
                <a:gd name="connsiteY10" fmla="*/ 417671 h 657225"/>
                <a:gd name="connsiteX11" fmla="*/ 169069 w 981075"/>
                <a:gd name="connsiteY11" fmla="*/ 417671 h 657225"/>
                <a:gd name="connsiteX12" fmla="*/ 169069 w 981075"/>
                <a:gd name="connsiteY12" fmla="*/ 251936 h 657225"/>
                <a:gd name="connsiteX13" fmla="*/ 258604 w 981075"/>
                <a:gd name="connsiteY13" fmla="*/ 169069 h 657225"/>
                <a:gd name="connsiteX14" fmla="*/ 730091 w 981075"/>
                <a:gd name="connsiteY14" fmla="*/ 169069 h 657225"/>
                <a:gd name="connsiteX15" fmla="*/ 819626 w 981075"/>
                <a:gd name="connsiteY15" fmla="*/ 251936 h 657225"/>
                <a:gd name="connsiteX16" fmla="*/ 819626 w 981075"/>
                <a:gd name="connsiteY16" fmla="*/ 417671 h 657225"/>
                <a:gd name="connsiteX17" fmla="*/ 819626 w 981075"/>
                <a:gd name="connsiteY17" fmla="*/ 417671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75" h="657225">
                  <a:moveTo>
                    <a:pt x="730091" y="7144"/>
                  </a:moveTo>
                  <a:lnTo>
                    <a:pt x="258604" y="7144"/>
                  </a:lnTo>
                  <a:cubicBezTo>
                    <a:pt x="119539" y="7144"/>
                    <a:pt x="7144" y="116681"/>
                    <a:pt x="7144" y="251936"/>
                  </a:cubicBezTo>
                  <a:lnTo>
                    <a:pt x="7144" y="466249"/>
                  </a:lnTo>
                  <a:cubicBezTo>
                    <a:pt x="7144" y="494824"/>
                    <a:pt x="22384" y="522446"/>
                    <a:pt x="48101" y="536734"/>
                  </a:cubicBezTo>
                  <a:cubicBezTo>
                    <a:pt x="184309" y="615791"/>
                    <a:pt x="338614" y="657701"/>
                    <a:pt x="494824" y="657701"/>
                  </a:cubicBezTo>
                  <a:cubicBezTo>
                    <a:pt x="651034" y="657701"/>
                    <a:pt x="805339" y="615791"/>
                    <a:pt x="941546" y="536734"/>
                  </a:cubicBezTo>
                  <a:cubicBezTo>
                    <a:pt x="966311" y="522446"/>
                    <a:pt x="982504" y="495776"/>
                    <a:pt x="982504" y="466249"/>
                  </a:cubicBezTo>
                  <a:lnTo>
                    <a:pt x="982504" y="251936"/>
                  </a:lnTo>
                  <a:cubicBezTo>
                    <a:pt x="982504" y="116681"/>
                    <a:pt x="869156" y="7144"/>
                    <a:pt x="730091" y="7144"/>
                  </a:cubicBezTo>
                  <a:close/>
                  <a:moveTo>
                    <a:pt x="819626" y="417671"/>
                  </a:moveTo>
                  <a:cubicBezTo>
                    <a:pt x="617696" y="518636"/>
                    <a:pt x="371951" y="518636"/>
                    <a:pt x="169069" y="417671"/>
                  </a:cubicBezTo>
                  <a:lnTo>
                    <a:pt x="169069" y="251936"/>
                  </a:lnTo>
                  <a:cubicBezTo>
                    <a:pt x="169069" y="206216"/>
                    <a:pt x="209074" y="169069"/>
                    <a:pt x="258604" y="169069"/>
                  </a:cubicBezTo>
                  <a:lnTo>
                    <a:pt x="730091" y="169069"/>
                  </a:lnTo>
                  <a:cubicBezTo>
                    <a:pt x="779621" y="169069"/>
                    <a:pt x="819626" y="206216"/>
                    <a:pt x="819626" y="251936"/>
                  </a:cubicBezTo>
                  <a:lnTo>
                    <a:pt x="819626" y="417671"/>
                  </a:lnTo>
                  <a:lnTo>
                    <a:pt x="819626" y="4176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1432219C-D5FB-4F89-BE49-C6AD71952870}"/>
                </a:ext>
              </a:extLst>
            </p:cNvPr>
            <p:cNvSpPr/>
            <p:nvPr/>
          </p:nvSpPr>
          <p:spPr>
            <a:xfrm>
              <a:off x="6058376" y="1440656"/>
              <a:ext cx="1800225" cy="1800225"/>
            </a:xfrm>
            <a:custGeom>
              <a:avLst/>
              <a:gdLst>
                <a:gd name="connsiteX0" fmla="*/ 901541 w 1800225"/>
                <a:gd name="connsiteY0" fmla="*/ 7144 h 1800225"/>
                <a:gd name="connsiteX1" fmla="*/ 7144 w 1800225"/>
                <a:gd name="connsiteY1" fmla="*/ 901541 h 1800225"/>
                <a:gd name="connsiteX2" fmla="*/ 901541 w 1800225"/>
                <a:gd name="connsiteY2" fmla="*/ 1795939 h 1800225"/>
                <a:gd name="connsiteX3" fmla="*/ 1795939 w 1800225"/>
                <a:gd name="connsiteY3" fmla="*/ 901541 h 1800225"/>
                <a:gd name="connsiteX4" fmla="*/ 901541 w 1800225"/>
                <a:gd name="connsiteY4" fmla="*/ 7144 h 1800225"/>
                <a:gd name="connsiteX5" fmla="*/ 901541 w 1800225"/>
                <a:gd name="connsiteY5" fmla="*/ 1633061 h 1800225"/>
                <a:gd name="connsiteX6" fmla="*/ 170021 w 1800225"/>
                <a:gd name="connsiteY6" fmla="*/ 901541 h 1800225"/>
                <a:gd name="connsiteX7" fmla="*/ 901541 w 1800225"/>
                <a:gd name="connsiteY7" fmla="*/ 170021 h 1800225"/>
                <a:gd name="connsiteX8" fmla="*/ 1633061 w 1800225"/>
                <a:gd name="connsiteY8" fmla="*/ 901541 h 1800225"/>
                <a:gd name="connsiteX9" fmla="*/ 901541 w 1800225"/>
                <a:gd name="connsiteY9" fmla="*/ 1633061 h 180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25" h="1800225">
                  <a:moveTo>
                    <a:pt x="901541" y="7144"/>
                  </a:moveTo>
                  <a:cubicBezTo>
                    <a:pt x="408146" y="7144"/>
                    <a:pt x="7144" y="408146"/>
                    <a:pt x="7144" y="901541"/>
                  </a:cubicBezTo>
                  <a:cubicBezTo>
                    <a:pt x="7144" y="1394936"/>
                    <a:pt x="408146" y="1795939"/>
                    <a:pt x="901541" y="1795939"/>
                  </a:cubicBezTo>
                  <a:cubicBezTo>
                    <a:pt x="1394936" y="1795939"/>
                    <a:pt x="1795939" y="1394936"/>
                    <a:pt x="1795939" y="901541"/>
                  </a:cubicBezTo>
                  <a:cubicBezTo>
                    <a:pt x="1794986" y="408146"/>
                    <a:pt x="1393984" y="7144"/>
                    <a:pt x="901541" y="7144"/>
                  </a:cubicBezTo>
                  <a:close/>
                  <a:moveTo>
                    <a:pt x="901541" y="1633061"/>
                  </a:moveTo>
                  <a:cubicBezTo>
                    <a:pt x="497681" y="1633061"/>
                    <a:pt x="170021" y="1305401"/>
                    <a:pt x="170021" y="901541"/>
                  </a:cubicBezTo>
                  <a:cubicBezTo>
                    <a:pt x="170021" y="497681"/>
                    <a:pt x="497681" y="170021"/>
                    <a:pt x="901541" y="170021"/>
                  </a:cubicBezTo>
                  <a:cubicBezTo>
                    <a:pt x="1305401" y="170021"/>
                    <a:pt x="1633061" y="497681"/>
                    <a:pt x="1633061" y="901541"/>
                  </a:cubicBezTo>
                  <a:cubicBezTo>
                    <a:pt x="1633061" y="1304449"/>
                    <a:pt x="1304449" y="1633061"/>
                    <a:pt x="901541" y="16330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9268088-D166-4366-9276-C0DD7106F52D}"/>
                </a:ext>
              </a:extLst>
            </p:cNvPr>
            <p:cNvSpPr/>
            <p:nvPr/>
          </p:nvSpPr>
          <p:spPr>
            <a:xfrm>
              <a:off x="6627971" y="1765459"/>
              <a:ext cx="657225" cy="657225"/>
            </a:xfrm>
            <a:custGeom>
              <a:avLst/>
              <a:gdLst>
                <a:gd name="connsiteX0" fmla="*/ 331946 w 657225"/>
                <a:gd name="connsiteY0" fmla="*/ 7144 h 657225"/>
                <a:gd name="connsiteX1" fmla="*/ 7144 w 657225"/>
                <a:gd name="connsiteY1" fmla="*/ 331946 h 657225"/>
                <a:gd name="connsiteX2" fmla="*/ 331946 w 657225"/>
                <a:gd name="connsiteY2" fmla="*/ 656749 h 657225"/>
                <a:gd name="connsiteX3" fmla="*/ 656749 w 657225"/>
                <a:gd name="connsiteY3" fmla="*/ 331946 h 657225"/>
                <a:gd name="connsiteX4" fmla="*/ 331946 w 657225"/>
                <a:gd name="connsiteY4" fmla="*/ 7144 h 657225"/>
                <a:gd name="connsiteX5" fmla="*/ 331946 w 657225"/>
                <a:gd name="connsiteY5" fmla="*/ 494824 h 657225"/>
                <a:gd name="connsiteX6" fmla="*/ 169069 w 657225"/>
                <a:gd name="connsiteY6" fmla="*/ 331946 h 657225"/>
                <a:gd name="connsiteX7" fmla="*/ 331946 w 657225"/>
                <a:gd name="connsiteY7" fmla="*/ 169069 h 657225"/>
                <a:gd name="connsiteX8" fmla="*/ 494824 w 657225"/>
                <a:gd name="connsiteY8" fmla="*/ 331946 h 657225"/>
                <a:gd name="connsiteX9" fmla="*/ 331946 w 657225"/>
                <a:gd name="connsiteY9" fmla="*/ 494824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7225" h="657225">
                  <a:moveTo>
                    <a:pt x="331946" y="7144"/>
                  </a:moveTo>
                  <a:cubicBezTo>
                    <a:pt x="152876" y="7144"/>
                    <a:pt x="7144" y="152876"/>
                    <a:pt x="7144" y="331946"/>
                  </a:cubicBezTo>
                  <a:cubicBezTo>
                    <a:pt x="7144" y="511016"/>
                    <a:pt x="152876" y="656749"/>
                    <a:pt x="331946" y="656749"/>
                  </a:cubicBezTo>
                  <a:cubicBezTo>
                    <a:pt x="511016" y="656749"/>
                    <a:pt x="656749" y="511016"/>
                    <a:pt x="656749" y="331946"/>
                  </a:cubicBezTo>
                  <a:cubicBezTo>
                    <a:pt x="656749" y="152876"/>
                    <a:pt x="511016" y="7144"/>
                    <a:pt x="331946" y="7144"/>
                  </a:cubicBezTo>
                  <a:close/>
                  <a:moveTo>
                    <a:pt x="331946" y="494824"/>
                  </a:moveTo>
                  <a:cubicBezTo>
                    <a:pt x="242411" y="494824"/>
                    <a:pt x="169069" y="421481"/>
                    <a:pt x="169069" y="331946"/>
                  </a:cubicBezTo>
                  <a:cubicBezTo>
                    <a:pt x="169069" y="242411"/>
                    <a:pt x="242411" y="169069"/>
                    <a:pt x="331946" y="169069"/>
                  </a:cubicBezTo>
                  <a:cubicBezTo>
                    <a:pt x="421481" y="169069"/>
                    <a:pt x="494824" y="242411"/>
                    <a:pt x="494824" y="331946"/>
                  </a:cubicBezTo>
                  <a:cubicBezTo>
                    <a:pt x="493871" y="422434"/>
                    <a:pt x="421481" y="494824"/>
                    <a:pt x="331946" y="4948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A4A54C1C-4470-43F6-B93D-F16A977870DA}"/>
                </a:ext>
              </a:extLst>
            </p:cNvPr>
            <p:cNvSpPr/>
            <p:nvPr/>
          </p:nvSpPr>
          <p:spPr>
            <a:xfrm>
              <a:off x="6465094" y="2578894"/>
              <a:ext cx="981075" cy="657225"/>
            </a:xfrm>
            <a:custGeom>
              <a:avLst/>
              <a:gdLst>
                <a:gd name="connsiteX0" fmla="*/ 730091 w 981075"/>
                <a:gd name="connsiteY0" fmla="*/ 7144 h 657225"/>
                <a:gd name="connsiteX1" fmla="*/ 258604 w 981075"/>
                <a:gd name="connsiteY1" fmla="*/ 7144 h 657225"/>
                <a:gd name="connsiteX2" fmla="*/ 7144 w 981075"/>
                <a:gd name="connsiteY2" fmla="*/ 251936 h 657225"/>
                <a:gd name="connsiteX3" fmla="*/ 7144 w 981075"/>
                <a:gd name="connsiteY3" fmla="*/ 466249 h 657225"/>
                <a:gd name="connsiteX4" fmla="*/ 48101 w 981075"/>
                <a:gd name="connsiteY4" fmla="*/ 536734 h 657225"/>
                <a:gd name="connsiteX5" fmla="*/ 494824 w 981075"/>
                <a:gd name="connsiteY5" fmla="*/ 657701 h 657225"/>
                <a:gd name="connsiteX6" fmla="*/ 941546 w 981075"/>
                <a:gd name="connsiteY6" fmla="*/ 536734 h 657225"/>
                <a:gd name="connsiteX7" fmla="*/ 982504 w 981075"/>
                <a:gd name="connsiteY7" fmla="*/ 466249 h 657225"/>
                <a:gd name="connsiteX8" fmla="*/ 982504 w 981075"/>
                <a:gd name="connsiteY8" fmla="*/ 251936 h 657225"/>
                <a:gd name="connsiteX9" fmla="*/ 730091 w 981075"/>
                <a:gd name="connsiteY9" fmla="*/ 7144 h 657225"/>
                <a:gd name="connsiteX10" fmla="*/ 819626 w 981075"/>
                <a:gd name="connsiteY10" fmla="*/ 417671 h 657225"/>
                <a:gd name="connsiteX11" fmla="*/ 169069 w 981075"/>
                <a:gd name="connsiteY11" fmla="*/ 417671 h 657225"/>
                <a:gd name="connsiteX12" fmla="*/ 169069 w 981075"/>
                <a:gd name="connsiteY12" fmla="*/ 251936 h 657225"/>
                <a:gd name="connsiteX13" fmla="*/ 258604 w 981075"/>
                <a:gd name="connsiteY13" fmla="*/ 169069 h 657225"/>
                <a:gd name="connsiteX14" fmla="*/ 730091 w 981075"/>
                <a:gd name="connsiteY14" fmla="*/ 169069 h 657225"/>
                <a:gd name="connsiteX15" fmla="*/ 819626 w 981075"/>
                <a:gd name="connsiteY15" fmla="*/ 251936 h 657225"/>
                <a:gd name="connsiteX16" fmla="*/ 819626 w 981075"/>
                <a:gd name="connsiteY16" fmla="*/ 417671 h 657225"/>
                <a:gd name="connsiteX17" fmla="*/ 819626 w 981075"/>
                <a:gd name="connsiteY17" fmla="*/ 417671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75" h="657225">
                  <a:moveTo>
                    <a:pt x="730091" y="7144"/>
                  </a:moveTo>
                  <a:lnTo>
                    <a:pt x="258604" y="7144"/>
                  </a:lnTo>
                  <a:cubicBezTo>
                    <a:pt x="119539" y="7144"/>
                    <a:pt x="7144" y="116681"/>
                    <a:pt x="7144" y="251936"/>
                  </a:cubicBezTo>
                  <a:lnTo>
                    <a:pt x="7144" y="466249"/>
                  </a:lnTo>
                  <a:cubicBezTo>
                    <a:pt x="7144" y="494824"/>
                    <a:pt x="22384" y="522446"/>
                    <a:pt x="48101" y="536734"/>
                  </a:cubicBezTo>
                  <a:cubicBezTo>
                    <a:pt x="184309" y="615791"/>
                    <a:pt x="338614" y="657701"/>
                    <a:pt x="494824" y="657701"/>
                  </a:cubicBezTo>
                  <a:cubicBezTo>
                    <a:pt x="651034" y="657701"/>
                    <a:pt x="805339" y="615791"/>
                    <a:pt x="941546" y="536734"/>
                  </a:cubicBezTo>
                  <a:cubicBezTo>
                    <a:pt x="966311" y="522446"/>
                    <a:pt x="982504" y="495776"/>
                    <a:pt x="982504" y="466249"/>
                  </a:cubicBezTo>
                  <a:lnTo>
                    <a:pt x="982504" y="251936"/>
                  </a:lnTo>
                  <a:cubicBezTo>
                    <a:pt x="982504" y="116681"/>
                    <a:pt x="869156" y="7144"/>
                    <a:pt x="730091" y="7144"/>
                  </a:cubicBezTo>
                  <a:close/>
                  <a:moveTo>
                    <a:pt x="819626" y="417671"/>
                  </a:moveTo>
                  <a:cubicBezTo>
                    <a:pt x="617696" y="518636"/>
                    <a:pt x="371951" y="518636"/>
                    <a:pt x="169069" y="417671"/>
                  </a:cubicBezTo>
                  <a:lnTo>
                    <a:pt x="169069" y="251936"/>
                  </a:lnTo>
                  <a:cubicBezTo>
                    <a:pt x="169069" y="206216"/>
                    <a:pt x="209074" y="169069"/>
                    <a:pt x="258604" y="169069"/>
                  </a:cubicBezTo>
                  <a:lnTo>
                    <a:pt x="730091" y="169069"/>
                  </a:lnTo>
                  <a:cubicBezTo>
                    <a:pt x="779621" y="169069"/>
                    <a:pt x="819626" y="206216"/>
                    <a:pt x="819626" y="251936"/>
                  </a:cubicBezTo>
                  <a:lnTo>
                    <a:pt x="819626" y="417671"/>
                  </a:lnTo>
                  <a:lnTo>
                    <a:pt x="819626" y="4176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04841385-A95B-462D-8188-C5F0ED0F4252}"/>
                </a:ext>
              </a:extLst>
            </p:cNvPr>
            <p:cNvSpPr/>
            <p:nvPr/>
          </p:nvSpPr>
          <p:spPr>
            <a:xfrm>
              <a:off x="5495581" y="2253271"/>
              <a:ext cx="733425" cy="657225"/>
            </a:xfrm>
            <a:custGeom>
              <a:avLst/>
              <a:gdLst>
                <a:gd name="connsiteX0" fmla="*/ 712814 w 733425"/>
                <a:gd name="connsiteY0" fmla="*/ 35587 h 657225"/>
                <a:gd name="connsiteX1" fmla="*/ 598514 w 733425"/>
                <a:gd name="connsiteY1" fmla="*/ 27014 h 657225"/>
                <a:gd name="connsiteX2" fmla="*/ 35586 w 733425"/>
                <a:gd name="connsiteY2" fmla="*/ 508979 h 657225"/>
                <a:gd name="connsiteX3" fmla="*/ 27014 w 733425"/>
                <a:gd name="connsiteY3" fmla="*/ 623279 h 657225"/>
                <a:gd name="connsiteX4" fmla="*/ 88927 w 733425"/>
                <a:gd name="connsiteY4" fmla="*/ 651854 h 657225"/>
                <a:gd name="connsiteX5" fmla="*/ 141314 w 733425"/>
                <a:gd name="connsiteY5" fmla="*/ 631851 h 657225"/>
                <a:gd name="connsiteX6" fmla="*/ 704241 w 733425"/>
                <a:gd name="connsiteY6" fmla="*/ 149887 h 657225"/>
                <a:gd name="connsiteX7" fmla="*/ 712814 w 733425"/>
                <a:gd name="connsiteY7" fmla="*/ 35587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3425" h="657225">
                  <a:moveTo>
                    <a:pt x="712814" y="35587"/>
                  </a:moveTo>
                  <a:cubicBezTo>
                    <a:pt x="683286" y="1296"/>
                    <a:pt x="632804" y="-2513"/>
                    <a:pt x="598514" y="27014"/>
                  </a:cubicBezTo>
                  <a:lnTo>
                    <a:pt x="35586" y="508979"/>
                  </a:lnTo>
                  <a:cubicBezTo>
                    <a:pt x="1297" y="538507"/>
                    <a:pt x="-2514" y="588989"/>
                    <a:pt x="27014" y="623279"/>
                  </a:cubicBezTo>
                  <a:cubicBezTo>
                    <a:pt x="43206" y="642329"/>
                    <a:pt x="66066" y="651854"/>
                    <a:pt x="88927" y="651854"/>
                  </a:cubicBezTo>
                  <a:cubicBezTo>
                    <a:pt x="107977" y="651854"/>
                    <a:pt x="126074" y="645187"/>
                    <a:pt x="141314" y="631851"/>
                  </a:cubicBezTo>
                  <a:lnTo>
                    <a:pt x="704241" y="149887"/>
                  </a:lnTo>
                  <a:cubicBezTo>
                    <a:pt x="738532" y="121312"/>
                    <a:pt x="742341" y="69876"/>
                    <a:pt x="712814" y="35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01A97388-4EDB-4DAD-9442-E6EE0CEB87F6}"/>
                </a:ext>
              </a:extLst>
            </p:cNvPr>
            <p:cNvSpPr/>
            <p:nvPr/>
          </p:nvSpPr>
          <p:spPr>
            <a:xfrm>
              <a:off x="7359429" y="2903634"/>
              <a:ext cx="657225" cy="819150"/>
            </a:xfrm>
            <a:custGeom>
              <a:avLst/>
              <a:gdLst>
                <a:gd name="connsiteX0" fmla="*/ 640618 w 657225"/>
                <a:gd name="connsiteY0" fmla="*/ 690148 h 819150"/>
                <a:gd name="connsiteX1" fmla="*/ 152939 w 657225"/>
                <a:gd name="connsiteY1" fmla="*/ 39591 h 819150"/>
                <a:gd name="connsiteX2" fmla="*/ 39591 w 657225"/>
                <a:gd name="connsiteY2" fmla="*/ 23398 h 819150"/>
                <a:gd name="connsiteX3" fmla="*/ 23398 w 657225"/>
                <a:gd name="connsiteY3" fmla="*/ 136746 h 819150"/>
                <a:gd name="connsiteX4" fmla="*/ 511078 w 657225"/>
                <a:gd name="connsiteY4" fmla="*/ 787303 h 819150"/>
                <a:gd name="connsiteX5" fmla="*/ 575848 w 657225"/>
                <a:gd name="connsiteY5" fmla="*/ 819688 h 819150"/>
                <a:gd name="connsiteX6" fmla="*/ 624426 w 657225"/>
                <a:gd name="connsiteY6" fmla="*/ 803496 h 819150"/>
                <a:gd name="connsiteX7" fmla="*/ 640618 w 657225"/>
                <a:gd name="connsiteY7" fmla="*/ 690148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7225" h="819150">
                  <a:moveTo>
                    <a:pt x="640618" y="690148"/>
                  </a:moveTo>
                  <a:lnTo>
                    <a:pt x="152939" y="39591"/>
                  </a:lnTo>
                  <a:cubicBezTo>
                    <a:pt x="126268" y="3396"/>
                    <a:pt x="74833" y="-3272"/>
                    <a:pt x="39591" y="23398"/>
                  </a:cubicBezTo>
                  <a:cubicBezTo>
                    <a:pt x="3396" y="50068"/>
                    <a:pt x="-3272" y="101503"/>
                    <a:pt x="23398" y="136746"/>
                  </a:cubicBezTo>
                  <a:lnTo>
                    <a:pt x="511078" y="787303"/>
                  </a:lnTo>
                  <a:cubicBezTo>
                    <a:pt x="527271" y="808258"/>
                    <a:pt x="551083" y="819688"/>
                    <a:pt x="575848" y="819688"/>
                  </a:cubicBezTo>
                  <a:cubicBezTo>
                    <a:pt x="592993" y="819688"/>
                    <a:pt x="610139" y="813973"/>
                    <a:pt x="624426" y="803496"/>
                  </a:cubicBezTo>
                  <a:cubicBezTo>
                    <a:pt x="660621" y="776826"/>
                    <a:pt x="667289" y="726343"/>
                    <a:pt x="640618" y="6901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42A3F4F9-CF4C-4A5B-A55F-5319CBE009C8}"/>
                </a:ext>
              </a:extLst>
            </p:cNvPr>
            <p:cNvSpPr/>
            <p:nvPr/>
          </p:nvSpPr>
          <p:spPr>
            <a:xfrm>
              <a:off x="6725064" y="4684809"/>
              <a:ext cx="628650" cy="514350"/>
            </a:xfrm>
            <a:custGeom>
              <a:avLst/>
              <a:gdLst>
                <a:gd name="connsiteX0" fmla="*/ 608233 w 628650"/>
                <a:gd name="connsiteY0" fmla="*/ 39591 h 514350"/>
                <a:gd name="connsiteX1" fmla="*/ 494886 w 628650"/>
                <a:gd name="connsiteY1" fmla="*/ 23398 h 514350"/>
                <a:gd name="connsiteX2" fmla="*/ 39591 w 628650"/>
                <a:gd name="connsiteY2" fmla="*/ 363441 h 514350"/>
                <a:gd name="connsiteX3" fmla="*/ 23398 w 628650"/>
                <a:gd name="connsiteY3" fmla="*/ 476788 h 514350"/>
                <a:gd name="connsiteX4" fmla="*/ 88168 w 628650"/>
                <a:gd name="connsiteY4" fmla="*/ 509173 h 514350"/>
                <a:gd name="connsiteX5" fmla="*/ 136746 w 628650"/>
                <a:gd name="connsiteY5" fmla="*/ 492981 h 514350"/>
                <a:gd name="connsiteX6" fmla="*/ 591088 w 628650"/>
                <a:gd name="connsiteY6" fmla="*/ 152938 h 514350"/>
                <a:gd name="connsiteX7" fmla="*/ 608233 w 628650"/>
                <a:gd name="connsiteY7" fmla="*/ 3959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8650" h="514350">
                  <a:moveTo>
                    <a:pt x="608233" y="39591"/>
                  </a:moveTo>
                  <a:cubicBezTo>
                    <a:pt x="581563" y="3396"/>
                    <a:pt x="530128" y="-3272"/>
                    <a:pt x="494886" y="23398"/>
                  </a:cubicBezTo>
                  <a:lnTo>
                    <a:pt x="39591" y="363441"/>
                  </a:lnTo>
                  <a:cubicBezTo>
                    <a:pt x="3396" y="390111"/>
                    <a:pt x="-3272" y="441546"/>
                    <a:pt x="23398" y="476788"/>
                  </a:cubicBezTo>
                  <a:cubicBezTo>
                    <a:pt x="39591" y="497743"/>
                    <a:pt x="63403" y="509173"/>
                    <a:pt x="88168" y="509173"/>
                  </a:cubicBezTo>
                  <a:cubicBezTo>
                    <a:pt x="105313" y="509173"/>
                    <a:pt x="122458" y="503458"/>
                    <a:pt x="136746" y="492981"/>
                  </a:cubicBezTo>
                  <a:lnTo>
                    <a:pt x="591088" y="152938"/>
                  </a:lnTo>
                  <a:cubicBezTo>
                    <a:pt x="627283" y="126268"/>
                    <a:pt x="634903" y="74833"/>
                    <a:pt x="608233" y="395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937B5DD7-9747-48B7-AD18-B34AB8F3695D}"/>
                </a:ext>
              </a:extLst>
            </p:cNvPr>
            <p:cNvSpPr/>
            <p:nvPr/>
          </p:nvSpPr>
          <p:spPr>
            <a:xfrm>
              <a:off x="4595336" y="5342096"/>
              <a:ext cx="742950" cy="171450"/>
            </a:xfrm>
            <a:custGeom>
              <a:avLst/>
              <a:gdLst>
                <a:gd name="connsiteX0" fmla="*/ 657701 w 742950"/>
                <a:gd name="connsiteY0" fmla="*/ 7144 h 171450"/>
                <a:gd name="connsiteX1" fmla="*/ 88106 w 742950"/>
                <a:gd name="connsiteY1" fmla="*/ 7144 h 171450"/>
                <a:gd name="connsiteX2" fmla="*/ 7144 w 742950"/>
                <a:gd name="connsiteY2" fmla="*/ 88106 h 171450"/>
                <a:gd name="connsiteX3" fmla="*/ 88106 w 742950"/>
                <a:gd name="connsiteY3" fmla="*/ 169069 h 171450"/>
                <a:gd name="connsiteX4" fmla="*/ 656749 w 742950"/>
                <a:gd name="connsiteY4" fmla="*/ 169069 h 171450"/>
                <a:gd name="connsiteX5" fmla="*/ 737711 w 742950"/>
                <a:gd name="connsiteY5" fmla="*/ 88106 h 171450"/>
                <a:gd name="connsiteX6" fmla="*/ 657701 w 742950"/>
                <a:gd name="connsiteY6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2950" h="171450">
                  <a:moveTo>
                    <a:pt x="657701" y="7144"/>
                  </a:moveTo>
                  <a:lnTo>
                    <a:pt x="88106" y="7144"/>
                  </a:lnTo>
                  <a:cubicBezTo>
                    <a:pt x="43339" y="7144"/>
                    <a:pt x="7144" y="43339"/>
                    <a:pt x="7144" y="88106"/>
                  </a:cubicBezTo>
                  <a:cubicBezTo>
                    <a:pt x="7144" y="132874"/>
                    <a:pt x="43339" y="169069"/>
                    <a:pt x="88106" y="169069"/>
                  </a:cubicBezTo>
                  <a:lnTo>
                    <a:pt x="656749" y="169069"/>
                  </a:lnTo>
                  <a:cubicBezTo>
                    <a:pt x="701516" y="169069"/>
                    <a:pt x="737711" y="132874"/>
                    <a:pt x="737711" y="88106"/>
                  </a:cubicBezTo>
                  <a:cubicBezTo>
                    <a:pt x="737711" y="43339"/>
                    <a:pt x="702469" y="7144"/>
                    <a:pt x="657701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8C876369-EA3D-46BE-A0F6-090D46D9C28A}"/>
                </a:ext>
              </a:extLst>
            </p:cNvPr>
            <p:cNvSpPr/>
            <p:nvPr/>
          </p:nvSpPr>
          <p:spPr>
            <a:xfrm>
              <a:off x="4676299" y="1440656"/>
              <a:ext cx="657225" cy="657225"/>
            </a:xfrm>
            <a:custGeom>
              <a:avLst/>
              <a:gdLst>
                <a:gd name="connsiteX0" fmla="*/ 332899 w 657225"/>
                <a:gd name="connsiteY0" fmla="*/ 7144 h 657225"/>
                <a:gd name="connsiteX1" fmla="*/ 7144 w 657225"/>
                <a:gd name="connsiteY1" fmla="*/ 331946 h 657225"/>
                <a:gd name="connsiteX2" fmla="*/ 332899 w 657225"/>
                <a:gd name="connsiteY2" fmla="*/ 657701 h 657225"/>
                <a:gd name="connsiteX3" fmla="*/ 657701 w 657225"/>
                <a:gd name="connsiteY3" fmla="*/ 332899 h 657225"/>
                <a:gd name="connsiteX4" fmla="*/ 332899 w 657225"/>
                <a:gd name="connsiteY4" fmla="*/ 7144 h 657225"/>
                <a:gd name="connsiteX5" fmla="*/ 332899 w 657225"/>
                <a:gd name="connsiteY5" fmla="*/ 494824 h 657225"/>
                <a:gd name="connsiteX6" fmla="*/ 170021 w 657225"/>
                <a:gd name="connsiteY6" fmla="*/ 331946 h 657225"/>
                <a:gd name="connsiteX7" fmla="*/ 332899 w 657225"/>
                <a:gd name="connsiteY7" fmla="*/ 169069 h 657225"/>
                <a:gd name="connsiteX8" fmla="*/ 495776 w 657225"/>
                <a:gd name="connsiteY8" fmla="*/ 331946 h 657225"/>
                <a:gd name="connsiteX9" fmla="*/ 332899 w 657225"/>
                <a:gd name="connsiteY9" fmla="*/ 494824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7225" h="657225">
                  <a:moveTo>
                    <a:pt x="332899" y="7144"/>
                  </a:moveTo>
                  <a:cubicBezTo>
                    <a:pt x="152876" y="7144"/>
                    <a:pt x="7144" y="152876"/>
                    <a:pt x="7144" y="331946"/>
                  </a:cubicBezTo>
                  <a:cubicBezTo>
                    <a:pt x="7144" y="511969"/>
                    <a:pt x="152876" y="657701"/>
                    <a:pt x="332899" y="657701"/>
                  </a:cubicBezTo>
                  <a:cubicBezTo>
                    <a:pt x="511969" y="657701"/>
                    <a:pt x="657701" y="511969"/>
                    <a:pt x="657701" y="332899"/>
                  </a:cubicBezTo>
                  <a:cubicBezTo>
                    <a:pt x="657701" y="152876"/>
                    <a:pt x="511969" y="7144"/>
                    <a:pt x="332899" y="7144"/>
                  </a:cubicBezTo>
                  <a:close/>
                  <a:moveTo>
                    <a:pt x="332899" y="494824"/>
                  </a:moveTo>
                  <a:cubicBezTo>
                    <a:pt x="243364" y="494824"/>
                    <a:pt x="170021" y="421481"/>
                    <a:pt x="170021" y="331946"/>
                  </a:cubicBezTo>
                  <a:cubicBezTo>
                    <a:pt x="170021" y="242411"/>
                    <a:pt x="243364" y="169069"/>
                    <a:pt x="332899" y="169069"/>
                  </a:cubicBezTo>
                  <a:cubicBezTo>
                    <a:pt x="422434" y="169069"/>
                    <a:pt x="495776" y="242411"/>
                    <a:pt x="495776" y="331946"/>
                  </a:cubicBezTo>
                  <a:cubicBezTo>
                    <a:pt x="494824" y="421481"/>
                    <a:pt x="422434" y="494824"/>
                    <a:pt x="332899" y="4948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425C0EEB-809E-4B07-A804-5E9B7D2A5F33}"/>
                </a:ext>
              </a:extLst>
            </p:cNvPr>
            <p:cNvSpPr/>
            <p:nvPr/>
          </p:nvSpPr>
          <p:spPr>
            <a:xfrm>
              <a:off x="4921091" y="1928336"/>
              <a:ext cx="171450" cy="742950"/>
            </a:xfrm>
            <a:custGeom>
              <a:avLst/>
              <a:gdLst>
                <a:gd name="connsiteX0" fmla="*/ 88106 w 171450"/>
                <a:gd name="connsiteY0" fmla="*/ 7144 h 742950"/>
                <a:gd name="connsiteX1" fmla="*/ 7144 w 171450"/>
                <a:gd name="connsiteY1" fmla="*/ 88106 h 742950"/>
                <a:gd name="connsiteX2" fmla="*/ 7144 w 171450"/>
                <a:gd name="connsiteY2" fmla="*/ 656749 h 742950"/>
                <a:gd name="connsiteX3" fmla="*/ 88106 w 171450"/>
                <a:gd name="connsiteY3" fmla="*/ 737711 h 742950"/>
                <a:gd name="connsiteX4" fmla="*/ 169069 w 171450"/>
                <a:gd name="connsiteY4" fmla="*/ 656749 h 742950"/>
                <a:gd name="connsiteX5" fmla="*/ 169069 w 171450"/>
                <a:gd name="connsiteY5" fmla="*/ 88106 h 742950"/>
                <a:gd name="connsiteX6" fmla="*/ 88106 w 171450"/>
                <a:gd name="connsiteY6" fmla="*/ 7144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450" h="742950">
                  <a:moveTo>
                    <a:pt x="88106" y="7144"/>
                  </a:moveTo>
                  <a:cubicBezTo>
                    <a:pt x="43339" y="7144"/>
                    <a:pt x="7144" y="43339"/>
                    <a:pt x="7144" y="88106"/>
                  </a:cubicBezTo>
                  <a:lnTo>
                    <a:pt x="7144" y="656749"/>
                  </a:lnTo>
                  <a:cubicBezTo>
                    <a:pt x="7144" y="701516"/>
                    <a:pt x="43339" y="737711"/>
                    <a:pt x="88106" y="737711"/>
                  </a:cubicBezTo>
                  <a:cubicBezTo>
                    <a:pt x="132874" y="737711"/>
                    <a:pt x="169069" y="701516"/>
                    <a:pt x="169069" y="656749"/>
                  </a:cubicBezTo>
                  <a:lnTo>
                    <a:pt x="169069" y="88106"/>
                  </a:lnTo>
                  <a:cubicBezTo>
                    <a:pt x="169069" y="43339"/>
                    <a:pt x="132874" y="7144"/>
                    <a:pt x="8810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1" name="Graphic 41">
            <a:extLst>
              <a:ext uri="{FF2B5EF4-FFF2-40B4-BE49-F238E27FC236}">
                <a16:creationId xmlns:a16="http://schemas.microsoft.com/office/drawing/2014/main" id="{8BC0D845-49C6-4388-95F3-BAA5EA6A9D84}"/>
              </a:ext>
            </a:extLst>
          </p:cNvPr>
          <p:cNvGrpSpPr>
            <a:grpSpLocks noChangeAspect="1"/>
          </p:cNvGrpSpPr>
          <p:nvPr/>
        </p:nvGrpSpPr>
        <p:grpSpPr>
          <a:xfrm>
            <a:off x="1053818" y="5645399"/>
            <a:ext cx="502920" cy="502920"/>
            <a:chOff x="4267200" y="1600200"/>
            <a:chExt cx="4572000" cy="45720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955BE2D0-B20F-45AD-B2A2-F2196FC4FBAC}"/>
                </a:ext>
              </a:extLst>
            </p:cNvPr>
            <p:cNvSpPr/>
            <p:nvPr/>
          </p:nvSpPr>
          <p:spPr>
            <a:xfrm>
              <a:off x="4641056" y="2050256"/>
              <a:ext cx="1000125" cy="161925"/>
            </a:xfrm>
            <a:custGeom>
              <a:avLst/>
              <a:gdLst>
                <a:gd name="connsiteX0" fmla="*/ 7144 w 1000125"/>
                <a:gd name="connsiteY0" fmla="*/ 7144 h 161925"/>
                <a:gd name="connsiteX1" fmla="*/ 997744 w 1000125"/>
                <a:gd name="connsiteY1" fmla="*/ 7144 h 161925"/>
                <a:gd name="connsiteX2" fmla="*/ 997744 w 1000125"/>
                <a:gd name="connsiteY2" fmla="*/ 159544 h 161925"/>
                <a:gd name="connsiteX3" fmla="*/ 7144 w 1000125"/>
                <a:gd name="connsiteY3" fmla="*/ 1595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125" h="161925">
                  <a:moveTo>
                    <a:pt x="7144" y="7144"/>
                  </a:moveTo>
                  <a:lnTo>
                    <a:pt x="997744" y="7144"/>
                  </a:lnTo>
                  <a:lnTo>
                    <a:pt x="997744" y="159544"/>
                  </a:lnTo>
                  <a:lnTo>
                    <a:pt x="7144" y="159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A939E371-E1F0-465A-A8A0-885920250137}"/>
                </a:ext>
              </a:extLst>
            </p:cNvPr>
            <p:cNvSpPr/>
            <p:nvPr/>
          </p:nvSpPr>
          <p:spPr>
            <a:xfrm>
              <a:off x="4641056" y="2355056"/>
              <a:ext cx="1000125" cy="161925"/>
            </a:xfrm>
            <a:custGeom>
              <a:avLst/>
              <a:gdLst>
                <a:gd name="connsiteX0" fmla="*/ 7144 w 1000125"/>
                <a:gd name="connsiteY0" fmla="*/ 7144 h 161925"/>
                <a:gd name="connsiteX1" fmla="*/ 997744 w 1000125"/>
                <a:gd name="connsiteY1" fmla="*/ 7144 h 161925"/>
                <a:gd name="connsiteX2" fmla="*/ 997744 w 1000125"/>
                <a:gd name="connsiteY2" fmla="*/ 159544 h 161925"/>
                <a:gd name="connsiteX3" fmla="*/ 7144 w 1000125"/>
                <a:gd name="connsiteY3" fmla="*/ 1595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125" h="161925">
                  <a:moveTo>
                    <a:pt x="7144" y="7144"/>
                  </a:moveTo>
                  <a:lnTo>
                    <a:pt x="997744" y="7144"/>
                  </a:lnTo>
                  <a:lnTo>
                    <a:pt x="997744" y="159544"/>
                  </a:lnTo>
                  <a:lnTo>
                    <a:pt x="7144" y="159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3FBDD42E-ACD6-4E6D-9FBD-A1EC3D41ADD3}"/>
                </a:ext>
              </a:extLst>
            </p:cNvPr>
            <p:cNvSpPr/>
            <p:nvPr/>
          </p:nvSpPr>
          <p:spPr>
            <a:xfrm>
              <a:off x="4641056" y="2659856"/>
              <a:ext cx="695325" cy="161925"/>
            </a:xfrm>
            <a:custGeom>
              <a:avLst/>
              <a:gdLst>
                <a:gd name="connsiteX0" fmla="*/ 7144 w 695325"/>
                <a:gd name="connsiteY0" fmla="*/ 7144 h 161925"/>
                <a:gd name="connsiteX1" fmla="*/ 692944 w 695325"/>
                <a:gd name="connsiteY1" fmla="*/ 7144 h 161925"/>
                <a:gd name="connsiteX2" fmla="*/ 692944 w 695325"/>
                <a:gd name="connsiteY2" fmla="*/ 159544 h 161925"/>
                <a:gd name="connsiteX3" fmla="*/ 7144 w 695325"/>
                <a:gd name="connsiteY3" fmla="*/ 1595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5325" h="161925">
                  <a:moveTo>
                    <a:pt x="7144" y="7144"/>
                  </a:moveTo>
                  <a:lnTo>
                    <a:pt x="692944" y="7144"/>
                  </a:lnTo>
                  <a:lnTo>
                    <a:pt x="692944" y="159544"/>
                  </a:lnTo>
                  <a:lnTo>
                    <a:pt x="7144" y="159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454CAF51-780E-47B4-86AC-CC317D6B02DB}"/>
                </a:ext>
              </a:extLst>
            </p:cNvPr>
            <p:cNvSpPr/>
            <p:nvPr/>
          </p:nvSpPr>
          <p:spPr>
            <a:xfrm>
              <a:off x="4641056" y="2964656"/>
              <a:ext cx="695325" cy="161925"/>
            </a:xfrm>
            <a:custGeom>
              <a:avLst/>
              <a:gdLst>
                <a:gd name="connsiteX0" fmla="*/ 7144 w 695325"/>
                <a:gd name="connsiteY0" fmla="*/ 7144 h 161925"/>
                <a:gd name="connsiteX1" fmla="*/ 692944 w 695325"/>
                <a:gd name="connsiteY1" fmla="*/ 7144 h 161925"/>
                <a:gd name="connsiteX2" fmla="*/ 692944 w 695325"/>
                <a:gd name="connsiteY2" fmla="*/ 159544 h 161925"/>
                <a:gd name="connsiteX3" fmla="*/ 7144 w 695325"/>
                <a:gd name="connsiteY3" fmla="*/ 1595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5325" h="161925">
                  <a:moveTo>
                    <a:pt x="7144" y="7144"/>
                  </a:moveTo>
                  <a:lnTo>
                    <a:pt x="692944" y="7144"/>
                  </a:lnTo>
                  <a:lnTo>
                    <a:pt x="692944" y="159544"/>
                  </a:lnTo>
                  <a:lnTo>
                    <a:pt x="7144" y="159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D427260-F7E7-45DB-B00B-66CBF15D9EB0}"/>
                </a:ext>
              </a:extLst>
            </p:cNvPr>
            <p:cNvSpPr/>
            <p:nvPr/>
          </p:nvSpPr>
          <p:spPr>
            <a:xfrm>
              <a:off x="4260056" y="6012656"/>
              <a:ext cx="4581525" cy="161925"/>
            </a:xfrm>
            <a:custGeom>
              <a:avLst/>
              <a:gdLst>
                <a:gd name="connsiteX0" fmla="*/ 7144 w 4581525"/>
                <a:gd name="connsiteY0" fmla="*/ 7144 h 161925"/>
                <a:gd name="connsiteX1" fmla="*/ 4579144 w 4581525"/>
                <a:gd name="connsiteY1" fmla="*/ 7144 h 161925"/>
                <a:gd name="connsiteX2" fmla="*/ 4579144 w 4581525"/>
                <a:gd name="connsiteY2" fmla="*/ 159544 h 161925"/>
                <a:gd name="connsiteX3" fmla="*/ 7144 w 4581525"/>
                <a:gd name="connsiteY3" fmla="*/ 1595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1525" h="161925">
                  <a:moveTo>
                    <a:pt x="7144" y="7144"/>
                  </a:moveTo>
                  <a:lnTo>
                    <a:pt x="4579144" y="7144"/>
                  </a:lnTo>
                  <a:lnTo>
                    <a:pt x="4579144" y="159544"/>
                  </a:lnTo>
                  <a:lnTo>
                    <a:pt x="7144" y="159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06A23407-A512-49A3-9651-907B36B5F14E}"/>
                </a:ext>
              </a:extLst>
            </p:cNvPr>
            <p:cNvSpPr/>
            <p:nvPr/>
          </p:nvSpPr>
          <p:spPr>
            <a:xfrm>
              <a:off x="4558189" y="1592475"/>
              <a:ext cx="4133850" cy="3438525"/>
            </a:xfrm>
            <a:custGeom>
              <a:avLst/>
              <a:gdLst>
                <a:gd name="connsiteX0" fmla="*/ 4120991 w 4133850"/>
                <a:gd name="connsiteY0" fmla="*/ 659235 h 3438525"/>
                <a:gd name="connsiteX1" fmla="*/ 3816191 w 4133850"/>
                <a:gd name="connsiteY1" fmla="*/ 49635 h 3438525"/>
                <a:gd name="connsiteX2" fmla="*/ 3714274 w 4133850"/>
                <a:gd name="connsiteY2" fmla="*/ 15345 h 3438525"/>
                <a:gd name="connsiteX3" fmla="*/ 3714274 w 4133850"/>
                <a:gd name="connsiteY3" fmla="*/ 15345 h 3438525"/>
                <a:gd name="connsiteX4" fmla="*/ 3104674 w 4133850"/>
                <a:gd name="connsiteY4" fmla="*/ 320145 h 3438525"/>
                <a:gd name="connsiteX5" fmla="*/ 3070384 w 4133850"/>
                <a:gd name="connsiteY5" fmla="*/ 422063 h 3438525"/>
                <a:gd name="connsiteX6" fmla="*/ 3172301 w 4133850"/>
                <a:gd name="connsiteY6" fmla="*/ 456353 h 3438525"/>
                <a:gd name="connsiteX7" fmla="*/ 3613309 w 4133850"/>
                <a:gd name="connsiteY7" fmla="*/ 236325 h 3438525"/>
                <a:gd name="connsiteX8" fmla="*/ 3493294 w 4133850"/>
                <a:gd name="connsiteY8" fmla="*/ 580178 h 3438525"/>
                <a:gd name="connsiteX9" fmla="*/ 7144 w 4133850"/>
                <a:gd name="connsiteY9" fmla="*/ 3284325 h 3438525"/>
                <a:gd name="connsiteX10" fmla="*/ 20479 w 4133850"/>
                <a:gd name="connsiteY10" fmla="*/ 3436725 h 3438525"/>
                <a:gd name="connsiteX11" fmla="*/ 3637121 w 4133850"/>
                <a:gd name="connsiteY11" fmla="*/ 630660 h 3438525"/>
                <a:gd name="connsiteX12" fmla="*/ 3759994 w 4133850"/>
                <a:gd name="connsiteY12" fmla="*/ 279188 h 3438525"/>
                <a:gd name="connsiteX13" fmla="*/ 3983831 w 4133850"/>
                <a:gd name="connsiteY13" fmla="*/ 727815 h 3438525"/>
                <a:gd name="connsiteX14" fmla="*/ 4085749 w 4133850"/>
                <a:gd name="connsiteY14" fmla="*/ 762105 h 3438525"/>
                <a:gd name="connsiteX15" fmla="*/ 4120991 w 4133850"/>
                <a:gd name="connsiteY15" fmla="*/ 659235 h 3438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133850" h="3438525">
                  <a:moveTo>
                    <a:pt x="4120991" y="659235"/>
                  </a:moveTo>
                  <a:lnTo>
                    <a:pt x="3816191" y="49635"/>
                  </a:lnTo>
                  <a:cubicBezTo>
                    <a:pt x="3797141" y="11535"/>
                    <a:pt x="3751421" y="-3705"/>
                    <a:pt x="3714274" y="15345"/>
                  </a:cubicBezTo>
                  <a:cubicBezTo>
                    <a:pt x="3714274" y="15345"/>
                    <a:pt x="3714274" y="15345"/>
                    <a:pt x="3714274" y="15345"/>
                  </a:cubicBezTo>
                  <a:lnTo>
                    <a:pt x="3104674" y="320145"/>
                  </a:lnTo>
                  <a:cubicBezTo>
                    <a:pt x="3066574" y="339195"/>
                    <a:pt x="3051334" y="384915"/>
                    <a:pt x="3070384" y="422063"/>
                  </a:cubicBezTo>
                  <a:cubicBezTo>
                    <a:pt x="3089434" y="459210"/>
                    <a:pt x="3135154" y="475403"/>
                    <a:pt x="3172301" y="456353"/>
                  </a:cubicBezTo>
                  <a:lnTo>
                    <a:pt x="3613309" y="236325"/>
                  </a:lnTo>
                  <a:lnTo>
                    <a:pt x="3493294" y="580178"/>
                  </a:lnTo>
                  <a:cubicBezTo>
                    <a:pt x="2963704" y="2087985"/>
                    <a:pt x="1599724" y="3146213"/>
                    <a:pt x="7144" y="3284325"/>
                  </a:cubicBezTo>
                  <a:lnTo>
                    <a:pt x="20479" y="3436725"/>
                  </a:lnTo>
                  <a:cubicBezTo>
                    <a:pt x="1673066" y="3293850"/>
                    <a:pt x="3088481" y="2195618"/>
                    <a:pt x="3637121" y="630660"/>
                  </a:cubicBezTo>
                  <a:lnTo>
                    <a:pt x="3759994" y="279188"/>
                  </a:lnTo>
                  <a:lnTo>
                    <a:pt x="3983831" y="727815"/>
                  </a:lnTo>
                  <a:cubicBezTo>
                    <a:pt x="4002881" y="765915"/>
                    <a:pt x="4048601" y="781155"/>
                    <a:pt x="4085749" y="762105"/>
                  </a:cubicBezTo>
                  <a:cubicBezTo>
                    <a:pt x="4123849" y="743055"/>
                    <a:pt x="4139089" y="697335"/>
                    <a:pt x="4120991" y="6592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E20B500F-05DE-4B36-99D4-6F4AD4E0FBC8}"/>
                </a:ext>
              </a:extLst>
            </p:cNvPr>
            <p:cNvSpPr/>
            <p:nvPr/>
          </p:nvSpPr>
          <p:spPr>
            <a:xfrm>
              <a:off x="4564856" y="5250656"/>
              <a:ext cx="695325" cy="619125"/>
            </a:xfrm>
            <a:custGeom>
              <a:avLst/>
              <a:gdLst>
                <a:gd name="connsiteX0" fmla="*/ 616744 w 695325"/>
                <a:gd name="connsiteY0" fmla="*/ 7144 h 619125"/>
                <a:gd name="connsiteX1" fmla="*/ 83344 w 695325"/>
                <a:gd name="connsiteY1" fmla="*/ 7144 h 619125"/>
                <a:gd name="connsiteX2" fmla="*/ 7144 w 695325"/>
                <a:gd name="connsiteY2" fmla="*/ 83344 h 619125"/>
                <a:gd name="connsiteX3" fmla="*/ 7144 w 695325"/>
                <a:gd name="connsiteY3" fmla="*/ 540544 h 619125"/>
                <a:gd name="connsiteX4" fmla="*/ 83344 w 695325"/>
                <a:gd name="connsiteY4" fmla="*/ 616744 h 619125"/>
                <a:gd name="connsiteX5" fmla="*/ 616744 w 695325"/>
                <a:gd name="connsiteY5" fmla="*/ 616744 h 619125"/>
                <a:gd name="connsiteX6" fmla="*/ 692944 w 695325"/>
                <a:gd name="connsiteY6" fmla="*/ 540544 h 619125"/>
                <a:gd name="connsiteX7" fmla="*/ 692944 w 695325"/>
                <a:gd name="connsiteY7" fmla="*/ 83344 h 619125"/>
                <a:gd name="connsiteX8" fmla="*/ 616744 w 695325"/>
                <a:gd name="connsiteY8" fmla="*/ 7144 h 619125"/>
                <a:gd name="connsiteX9" fmla="*/ 540544 w 695325"/>
                <a:gd name="connsiteY9" fmla="*/ 464344 h 619125"/>
                <a:gd name="connsiteX10" fmla="*/ 159544 w 695325"/>
                <a:gd name="connsiteY10" fmla="*/ 464344 h 619125"/>
                <a:gd name="connsiteX11" fmla="*/ 159544 w 695325"/>
                <a:gd name="connsiteY11" fmla="*/ 159544 h 619125"/>
                <a:gd name="connsiteX12" fmla="*/ 540544 w 695325"/>
                <a:gd name="connsiteY12" fmla="*/ 159544 h 619125"/>
                <a:gd name="connsiteX13" fmla="*/ 540544 w 695325"/>
                <a:gd name="connsiteY13" fmla="*/ 464344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5325" h="619125">
                  <a:moveTo>
                    <a:pt x="616744" y="7144"/>
                  </a:move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lnTo>
                    <a:pt x="7144" y="540544"/>
                  </a:lnTo>
                  <a:cubicBezTo>
                    <a:pt x="7144" y="582454"/>
                    <a:pt x="41434" y="616744"/>
                    <a:pt x="83344" y="616744"/>
                  </a:cubicBezTo>
                  <a:lnTo>
                    <a:pt x="616744" y="616744"/>
                  </a:lnTo>
                  <a:cubicBezTo>
                    <a:pt x="658654" y="616744"/>
                    <a:pt x="692944" y="582454"/>
                    <a:pt x="692944" y="540544"/>
                  </a:cubicBezTo>
                  <a:lnTo>
                    <a:pt x="692944" y="83344"/>
                  </a:lnTo>
                  <a:cubicBezTo>
                    <a:pt x="692944" y="41434"/>
                    <a:pt x="658654" y="7144"/>
                    <a:pt x="616744" y="7144"/>
                  </a:cubicBezTo>
                  <a:close/>
                  <a:moveTo>
                    <a:pt x="540544" y="464344"/>
                  </a:moveTo>
                  <a:lnTo>
                    <a:pt x="159544" y="464344"/>
                  </a:lnTo>
                  <a:lnTo>
                    <a:pt x="159544" y="159544"/>
                  </a:lnTo>
                  <a:lnTo>
                    <a:pt x="540544" y="159544"/>
                  </a:lnTo>
                  <a:lnTo>
                    <a:pt x="540544" y="464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9AE62716-71CA-40B9-8D85-04C714093A03}"/>
                </a:ext>
              </a:extLst>
            </p:cNvPr>
            <p:cNvSpPr/>
            <p:nvPr/>
          </p:nvSpPr>
          <p:spPr>
            <a:xfrm>
              <a:off x="5403056" y="5022056"/>
              <a:ext cx="695325" cy="847725"/>
            </a:xfrm>
            <a:custGeom>
              <a:avLst/>
              <a:gdLst>
                <a:gd name="connsiteX0" fmla="*/ 616744 w 695325"/>
                <a:gd name="connsiteY0" fmla="*/ 7144 h 847725"/>
                <a:gd name="connsiteX1" fmla="*/ 83344 w 695325"/>
                <a:gd name="connsiteY1" fmla="*/ 7144 h 847725"/>
                <a:gd name="connsiteX2" fmla="*/ 7144 w 695325"/>
                <a:gd name="connsiteY2" fmla="*/ 83344 h 847725"/>
                <a:gd name="connsiteX3" fmla="*/ 7144 w 695325"/>
                <a:gd name="connsiteY3" fmla="*/ 769144 h 847725"/>
                <a:gd name="connsiteX4" fmla="*/ 83344 w 695325"/>
                <a:gd name="connsiteY4" fmla="*/ 845344 h 847725"/>
                <a:gd name="connsiteX5" fmla="*/ 616744 w 695325"/>
                <a:gd name="connsiteY5" fmla="*/ 845344 h 847725"/>
                <a:gd name="connsiteX6" fmla="*/ 692944 w 695325"/>
                <a:gd name="connsiteY6" fmla="*/ 769144 h 847725"/>
                <a:gd name="connsiteX7" fmla="*/ 692944 w 695325"/>
                <a:gd name="connsiteY7" fmla="*/ 83344 h 847725"/>
                <a:gd name="connsiteX8" fmla="*/ 616744 w 695325"/>
                <a:gd name="connsiteY8" fmla="*/ 7144 h 847725"/>
                <a:gd name="connsiteX9" fmla="*/ 540544 w 695325"/>
                <a:gd name="connsiteY9" fmla="*/ 692944 h 847725"/>
                <a:gd name="connsiteX10" fmla="*/ 159544 w 695325"/>
                <a:gd name="connsiteY10" fmla="*/ 692944 h 847725"/>
                <a:gd name="connsiteX11" fmla="*/ 159544 w 695325"/>
                <a:gd name="connsiteY11" fmla="*/ 159544 h 847725"/>
                <a:gd name="connsiteX12" fmla="*/ 540544 w 695325"/>
                <a:gd name="connsiteY12" fmla="*/ 159544 h 847725"/>
                <a:gd name="connsiteX13" fmla="*/ 540544 w 695325"/>
                <a:gd name="connsiteY13" fmla="*/ 692944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5325" h="847725">
                  <a:moveTo>
                    <a:pt x="616744" y="7144"/>
                  </a:move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lnTo>
                    <a:pt x="7144" y="769144"/>
                  </a:lnTo>
                  <a:cubicBezTo>
                    <a:pt x="7144" y="811054"/>
                    <a:pt x="41434" y="845344"/>
                    <a:pt x="83344" y="845344"/>
                  </a:cubicBezTo>
                  <a:lnTo>
                    <a:pt x="616744" y="845344"/>
                  </a:lnTo>
                  <a:cubicBezTo>
                    <a:pt x="658654" y="845344"/>
                    <a:pt x="692944" y="811054"/>
                    <a:pt x="692944" y="769144"/>
                  </a:cubicBezTo>
                  <a:lnTo>
                    <a:pt x="692944" y="83344"/>
                  </a:lnTo>
                  <a:cubicBezTo>
                    <a:pt x="692944" y="41434"/>
                    <a:pt x="658654" y="7144"/>
                    <a:pt x="616744" y="7144"/>
                  </a:cubicBezTo>
                  <a:close/>
                  <a:moveTo>
                    <a:pt x="540544" y="692944"/>
                  </a:moveTo>
                  <a:lnTo>
                    <a:pt x="159544" y="692944"/>
                  </a:lnTo>
                  <a:lnTo>
                    <a:pt x="159544" y="159544"/>
                  </a:lnTo>
                  <a:lnTo>
                    <a:pt x="540544" y="159544"/>
                  </a:lnTo>
                  <a:lnTo>
                    <a:pt x="540544" y="692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84EE5C0F-03CE-45AC-82A1-2D99BD85F6FD}"/>
                </a:ext>
              </a:extLst>
            </p:cNvPr>
            <p:cNvSpPr/>
            <p:nvPr/>
          </p:nvSpPr>
          <p:spPr>
            <a:xfrm>
              <a:off x="6241256" y="4641056"/>
              <a:ext cx="695325" cy="1228725"/>
            </a:xfrm>
            <a:custGeom>
              <a:avLst/>
              <a:gdLst>
                <a:gd name="connsiteX0" fmla="*/ 616744 w 695325"/>
                <a:gd name="connsiteY0" fmla="*/ 7144 h 1228725"/>
                <a:gd name="connsiteX1" fmla="*/ 83344 w 695325"/>
                <a:gd name="connsiteY1" fmla="*/ 7144 h 1228725"/>
                <a:gd name="connsiteX2" fmla="*/ 7144 w 695325"/>
                <a:gd name="connsiteY2" fmla="*/ 83344 h 1228725"/>
                <a:gd name="connsiteX3" fmla="*/ 7144 w 695325"/>
                <a:gd name="connsiteY3" fmla="*/ 1150144 h 1228725"/>
                <a:gd name="connsiteX4" fmla="*/ 83344 w 695325"/>
                <a:gd name="connsiteY4" fmla="*/ 1226344 h 1228725"/>
                <a:gd name="connsiteX5" fmla="*/ 616744 w 695325"/>
                <a:gd name="connsiteY5" fmla="*/ 1226344 h 1228725"/>
                <a:gd name="connsiteX6" fmla="*/ 692944 w 695325"/>
                <a:gd name="connsiteY6" fmla="*/ 1150144 h 1228725"/>
                <a:gd name="connsiteX7" fmla="*/ 692944 w 695325"/>
                <a:gd name="connsiteY7" fmla="*/ 83344 h 1228725"/>
                <a:gd name="connsiteX8" fmla="*/ 616744 w 695325"/>
                <a:gd name="connsiteY8" fmla="*/ 7144 h 1228725"/>
                <a:gd name="connsiteX9" fmla="*/ 540544 w 695325"/>
                <a:gd name="connsiteY9" fmla="*/ 1073944 h 1228725"/>
                <a:gd name="connsiteX10" fmla="*/ 159544 w 695325"/>
                <a:gd name="connsiteY10" fmla="*/ 1073944 h 1228725"/>
                <a:gd name="connsiteX11" fmla="*/ 159544 w 695325"/>
                <a:gd name="connsiteY11" fmla="*/ 159544 h 1228725"/>
                <a:gd name="connsiteX12" fmla="*/ 540544 w 695325"/>
                <a:gd name="connsiteY12" fmla="*/ 159544 h 1228725"/>
                <a:gd name="connsiteX13" fmla="*/ 540544 w 695325"/>
                <a:gd name="connsiteY13" fmla="*/ 1073944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5325" h="1228725">
                  <a:moveTo>
                    <a:pt x="616744" y="7144"/>
                  </a:move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lnTo>
                    <a:pt x="7144" y="1150144"/>
                  </a:lnTo>
                  <a:cubicBezTo>
                    <a:pt x="7144" y="1192054"/>
                    <a:pt x="41434" y="1226344"/>
                    <a:pt x="83344" y="1226344"/>
                  </a:cubicBezTo>
                  <a:lnTo>
                    <a:pt x="616744" y="1226344"/>
                  </a:lnTo>
                  <a:cubicBezTo>
                    <a:pt x="658654" y="1226344"/>
                    <a:pt x="692944" y="1192054"/>
                    <a:pt x="692944" y="1150144"/>
                  </a:cubicBezTo>
                  <a:lnTo>
                    <a:pt x="692944" y="83344"/>
                  </a:lnTo>
                  <a:cubicBezTo>
                    <a:pt x="692944" y="41434"/>
                    <a:pt x="658654" y="7144"/>
                    <a:pt x="616744" y="7144"/>
                  </a:cubicBezTo>
                  <a:close/>
                  <a:moveTo>
                    <a:pt x="540544" y="1073944"/>
                  </a:moveTo>
                  <a:lnTo>
                    <a:pt x="159544" y="1073944"/>
                  </a:lnTo>
                  <a:lnTo>
                    <a:pt x="159544" y="159544"/>
                  </a:lnTo>
                  <a:lnTo>
                    <a:pt x="540544" y="159544"/>
                  </a:lnTo>
                  <a:lnTo>
                    <a:pt x="540544" y="1073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EC222DD4-9EA4-4DDA-BA05-89112B01113D}"/>
                </a:ext>
              </a:extLst>
            </p:cNvPr>
            <p:cNvSpPr/>
            <p:nvPr/>
          </p:nvSpPr>
          <p:spPr>
            <a:xfrm>
              <a:off x="7079456" y="4107656"/>
              <a:ext cx="695325" cy="1762125"/>
            </a:xfrm>
            <a:custGeom>
              <a:avLst/>
              <a:gdLst>
                <a:gd name="connsiteX0" fmla="*/ 616744 w 695325"/>
                <a:gd name="connsiteY0" fmla="*/ 7144 h 1762125"/>
                <a:gd name="connsiteX1" fmla="*/ 83344 w 695325"/>
                <a:gd name="connsiteY1" fmla="*/ 7144 h 1762125"/>
                <a:gd name="connsiteX2" fmla="*/ 7144 w 695325"/>
                <a:gd name="connsiteY2" fmla="*/ 83344 h 1762125"/>
                <a:gd name="connsiteX3" fmla="*/ 7144 w 695325"/>
                <a:gd name="connsiteY3" fmla="*/ 1683544 h 1762125"/>
                <a:gd name="connsiteX4" fmla="*/ 83344 w 695325"/>
                <a:gd name="connsiteY4" fmla="*/ 1759744 h 1762125"/>
                <a:gd name="connsiteX5" fmla="*/ 616744 w 695325"/>
                <a:gd name="connsiteY5" fmla="*/ 1759744 h 1762125"/>
                <a:gd name="connsiteX6" fmla="*/ 692944 w 695325"/>
                <a:gd name="connsiteY6" fmla="*/ 1683544 h 1762125"/>
                <a:gd name="connsiteX7" fmla="*/ 692944 w 695325"/>
                <a:gd name="connsiteY7" fmla="*/ 83344 h 1762125"/>
                <a:gd name="connsiteX8" fmla="*/ 616744 w 695325"/>
                <a:gd name="connsiteY8" fmla="*/ 7144 h 1762125"/>
                <a:gd name="connsiteX9" fmla="*/ 540544 w 695325"/>
                <a:gd name="connsiteY9" fmla="*/ 1607344 h 1762125"/>
                <a:gd name="connsiteX10" fmla="*/ 159544 w 695325"/>
                <a:gd name="connsiteY10" fmla="*/ 1607344 h 1762125"/>
                <a:gd name="connsiteX11" fmla="*/ 159544 w 695325"/>
                <a:gd name="connsiteY11" fmla="*/ 159544 h 1762125"/>
                <a:gd name="connsiteX12" fmla="*/ 540544 w 695325"/>
                <a:gd name="connsiteY12" fmla="*/ 159544 h 1762125"/>
                <a:gd name="connsiteX13" fmla="*/ 540544 w 695325"/>
                <a:gd name="connsiteY13" fmla="*/ 1607344 h 1762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5325" h="1762125">
                  <a:moveTo>
                    <a:pt x="616744" y="7144"/>
                  </a:move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lnTo>
                    <a:pt x="7144" y="1683544"/>
                  </a:lnTo>
                  <a:cubicBezTo>
                    <a:pt x="7144" y="1725454"/>
                    <a:pt x="41434" y="1759744"/>
                    <a:pt x="83344" y="1759744"/>
                  </a:cubicBezTo>
                  <a:lnTo>
                    <a:pt x="616744" y="1759744"/>
                  </a:lnTo>
                  <a:cubicBezTo>
                    <a:pt x="658654" y="1759744"/>
                    <a:pt x="692944" y="1725454"/>
                    <a:pt x="692944" y="1683544"/>
                  </a:cubicBezTo>
                  <a:lnTo>
                    <a:pt x="692944" y="83344"/>
                  </a:lnTo>
                  <a:cubicBezTo>
                    <a:pt x="692944" y="41434"/>
                    <a:pt x="658654" y="7144"/>
                    <a:pt x="616744" y="7144"/>
                  </a:cubicBezTo>
                  <a:close/>
                  <a:moveTo>
                    <a:pt x="540544" y="1607344"/>
                  </a:moveTo>
                  <a:lnTo>
                    <a:pt x="159544" y="1607344"/>
                  </a:lnTo>
                  <a:lnTo>
                    <a:pt x="159544" y="159544"/>
                  </a:lnTo>
                  <a:lnTo>
                    <a:pt x="540544" y="159544"/>
                  </a:lnTo>
                  <a:lnTo>
                    <a:pt x="540544" y="1607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3AF4428A-0BA9-4BD1-A4E6-2E3B31652300}"/>
                </a:ext>
              </a:extLst>
            </p:cNvPr>
            <p:cNvSpPr/>
            <p:nvPr/>
          </p:nvSpPr>
          <p:spPr>
            <a:xfrm>
              <a:off x="7917656" y="3040856"/>
              <a:ext cx="695325" cy="2828925"/>
            </a:xfrm>
            <a:custGeom>
              <a:avLst/>
              <a:gdLst>
                <a:gd name="connsiteX0" fmla="*/ 616744 w 695325"/>
                <a:gd name="connsiteY0" fmla="*/ 7144 h 2828925"/>
                <a:gd name="connsiteX1" fmla="*/ 83344 w 695325"/>
                <a:gd name="connsiteY1" fmla="*/ 7144 h 2828925"/>
                <a:gd name="connsiteX2" fmla="*/ 7144 w 695325"/>
                <a:gd name="connsiteY2" fmla="*/ 83344 h 2828925"/>
                <a:gd name="connsiteX3" fmla="*/ 7144 w 695325"/>
                <a:gd name="connsiteY3" fmla="*/ 2750344 h 2828925"/>
                <a:gd name="connsiteX4" fmla="*/ 83344 w 695325"/>
                <a:gd name="connsiteY4" fmla="*/ 2826544 h 2828925"/>
                <a:gd name="connsiteX5" fmla="*/ 616744 w 695325"/>
                <a:gd name="connsiteY5" fmla="*/ 2826544 h 2828925"/>
                <a:gd name="connsiteX6" fmla="*/ 692944 w 695325"/>
                <a:gd name="connsiteY6" fmla="*/ 2750344 h 2828925"/>
                <a:gd name="connsiteX7" fmla="*/ 692944 w 695325"/>
                <a:gd name="connsiteY7" fmla="*/ 83344 h 2828925"/>
                <a:gd name="connsiteX8" fmla="*/ 616744 w 695325"/>
                <a:gd name="connsiteY8" fmla="*/ 7144 h 2828925"/>
                <a:gd name="connsiteX9" fmla="*/ 540544 w 695325"/>
                <a:gd name="connsiteY9" fmla="*/ 2674144 h 2828925"/>
                <a:gd name="connsiteX10" fmla="*/ 159544 w 695325"/>
                <a:gd name="connsiteY10" fmla="*/ 2674144 h 2828925"/>
                <a:gd name="connsiteX11" fmla="*/ 159544 w 695325"/>
                <a:gd name="connsiteY11" fmla="*/ 159544 h 2828925"/>
                <a:gd name="connsiteX12" fmla="*/ 540544 w 695325"/>
                <a:gd name="connsiteY12" fmla="*/ 159544 h 2828925"/>
                <a:gd name="connsiteX13" fmla="*/ 540544 w 695325"/>
                <a:gd name="connsiteY13" fmla="*/ 2674144 h 282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5325" h="2828925">
                  <a:moveTo>
                    <a:pt x="616744" y="7144"/>
                  </a:move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lnTo>
                    <a:pt x="7144" y="2750344"/>
                  </a:lnTo>
                  <a:cubicBezTo>
                    <a:pt x="7144" y="2792254"/>
                    <a:pt x="41434" y="2826544"/>
                    <a:pt x="83344" y="2826544"/>
                  </a:cubicBezTo>
                  <a:lnTo>
                    <a:pt x="616744" y="2826544"/>
                  </a:lnTo>
                  <a:cubicBezTo>
                    <a:pt x="658654" y="2826544"/>
                    <a:pt x="692944" y="2792254"/>
                    <a:pt x="692944" y="2750344"/>
                  </a:cubicBezTo>
                  <a:lnTo>
                    <a:pt x="692944" y="83344"/>
                  </a:lnTo>
                  <a:cubicBezTo>
                    <a:pt x="692944" y="41434"/>
                    <a:pt x="658654" y="7144"/>
                    <a:pt x="616744" y="7144"/>
                  </a:cubicBezTo>
                  <a:close/>
                  <a:moveTo>
                    <a:pt x="540544" y="2674144"/>
                  </a:moveTo>
                  <a:lnTo>
                    <a:pt x="159544" y="2674144"/>
                  </a:lnTo>
                  <a:lnTo>
                    <a:pt x="159544" y="159544"/>
                  </a:lnTo>
                  <a:lnTo>
                    <a:pt x="540544" y="159544"/>
                  </a:lnTo>
                  <a:lnTo>
                    <a:pt x="540544" y="2674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3" name="Graphic 42">
            <a:extLst>
              <a:ext uri="{FF2B5EF4-FFF2-40B4-BE49-F238E27FC236}">
                <a16:creationId xmlns:a16="http://schemas.microsoft.com/office/drawing/2014/main" id="{7C5C6CBD-951A-4ED2-9DB6-935CFD830846}"/>
              </a:ext>
            </a:extLst>
          </p:cNvPr>
          <p:cNvSpPr>
            <a:spLocks noChangeAspect="1"/>
          </p:cNvSpPr>
          <p:nvPr/>
        </p:nvSpPr>
        <p:spPr>
          <a:xfrm>
            <a:off x="6360567" y="5645399"/>
            <a:ext cx="557784" cy="502920"/>
          </a:xfrm>
          <a:custGeom>
            <a:avLst/>
            <a:gdLst>
              <a:gd name="connsiteX0" fmla="*/ 578644 w 581025"/>
              <a:gd name="connsiteY0" fmla="*/ 178594 h 523875"/>
              <a:gd name="connsiteX1" fmla="*/ 519589 w 581025"/>
              <a:gd name="connsiteY1" fmla="*/ 139541 h 523875"/>
              <a:gd name="connsiteX2" fmla="*/ 521494 w 581025"/>
              <a:gd name="connsiteY2" fmla="*/ 130969 h 523875"/>
              <a:gd name="connsiteX3" fmla="*/ 521494 w 581025"/>
              <a:gd name="connsiteY3" fmla="*/ 64294 h 523875"/>
              <a:gd name="connsiteX4" fmla="*/ 521494 w 581025"/>
              <a:gd name="connsiteY4" fmla="*/ 64294 h 523875"/>
              <a:gd name="connsiteX5" fmla="*/ 264319 w 581025"/>
              <a:gd name="connsiteY5" fmla="*/ 7144 h 523875"/>
              <a:gd name="connsiteX6" fmla="*/ 7144 w 581025"/>
              <a:gd name="connsiteY6" fmla="*/ 64294 h 523875"/>
              <a:gd name="connsiteX7" fmla="*/ 7144 w 581025"/>
              <a:gd name="connsiteY7" fmla="*/ 64294 h 523875"/>
              <a:gd name="connsiteX8" fmla="*/ 7144 w 581025"/>
              <a:gd name="connsiteY8" fmla="*/ 65246 h 523875"/>
              <a:gd name="connsiteX9" fmla="*/ 7144 w 581025"/>
              <a:gd name="connsiteY9" fmla="*/ 65246 h 523875"/>
              <a:gd name="connsiteX10" fmla="*/ 7144 w 581025"/>
              <a:gd name="connsiteY10" fmla="*/ 65246 h 523875"/>
              <a:gd name="connsiteX11" fmla="*/ 7144 w 581025"/>
              <a:gd name="connsiteY11" fmla="*/ 130969 h 523875"/>
              <a:gd name="connsiteX12" fmla="*/ 65246 w 581025"/>
              <a:gd name="connsiteY12" fmla="*/ 173831 h 523875"/>
              <a:gd name="connsiteX13" fmla="*/ 64294 w 581025"/>
              <a:gd name="connsiteY13" fmla="*/ 178594 h 523875"/>
              <a:gd name="connsiteX14" fmla="*/ 64294 w 581025"/>
              <a:gd name="connsiteY14" fmla="*/ 178594 h 523875"/>
              <a:gd name="connsiteX15" fmla="*/ 64294 w 581025"/>
              <a:gd name="connsiteY15" fmla="*/ 179546 h 523875"/>
              <a:gd name="connsiteX16" fmla="*/ 64294 w 581025"/>
              <a:gd name="connsiteY16" fmla="*/ 179546 h 523875"/>
              <a:gd name="connsiteX17" fmla="*/ 64294 w 581025"/>
              <a:gd name="connsiteY17" fmla="*/ 179546 h 523875"/>
              <a:gd name="connsiteX18" fmla="*/ 64294 w 581025"/>
              <a:gd name="connsiteY18" fmla="*/ 245269 h 523875"/>
              <a:gd name="connsiteX19" fmla="*/ 7144 w 581025"/>
              <a:gd name="connsiteY19" fmla="*/ 283369 h 523875"/>
              <a:gd name="connsiteX20" fmla="*/ 7144 w 581025"/>
              <a:gd name="connsiteY20" fmla="*/ 283369 h 523875"/>
              <a:gd name="connsiteX21" fmla="*/ 7144 w 581025"/>
              <a:gd name="connsiteY21" fmla="*/ 284321 h 523875"/>
              <a:gd name="connsiteX22" fmla="*/ 7144 w 581025"/>
              <a:gd name="connsiteY22" fmla="*/ 284321 h 523875"/>
              <a:gd name="connsiteX23" fmla="*/ 7144 w 581025"/>
              <a:gd name="connsiteY23" fmla="*/ 284321 h 523875"/>
              <a:gd name="connsiteX24" fmla="*/ 7144 w 581025"/>
              <a:gd name="connsiteY24" fmla="*/ 350044 h 523875"/>
              <a:gd name="connsiteX25" fmla="*/ 36671 w 581025"/>
              <a:gd name="connsiteY25" fmla="*/ 382429 h 523875"/>
              <a:gd name="connsiteX26" fmla="*/ 35719 w 581025"/>
              <a:gd name="connsiteY26" fmla="*/ 388144 h 523875"/>
              <a:gd name="connsiteX27" fmla="*/ 35719 w 581025"/>
              <a:gd name="connsiteY27" fmla="*/ 388144 h 523875"/>
              <a:gd name="connsiteX28" fmla="*/ 35719 w 581025"/>
              <a:gd name="connsiteY28" fmla="*/ 389096 h 523875"/>
              <a:gd name="connsiteX29" fmla="*/ 35719 w 581025"/>
              <a:gd name="connsiteY29" fmla="*/ 389096 h 523875"/>
              <a:gd name="connsiteX30" fmla="*/ 35719 w 581025"/>
              <a:gd name="connsiteY30" fmla="*/ 389096 h 523875"/>
              <a:gd name="connsiteX31" fmla="*/ 35719 w 581025"/>
              <a:gd name="connsiteY31" fmla="*/ 454819 h 523875"/>
              <a:gd name="connsiteX32" fmla="*/ 186214 w 581025"/>
              <a:gd name="connsiteY32" fmla="*/ 515779 h 523875"/>
              <a:gd name="connsiteX33" fmla="*/ 188119 w 581025"/>
              <a:gd name="connsiteY33" fmla="*/ 515779 h 523875"/>
              <a:gd name="connsiteX34" fmla="*/ 189071 w 581025"/>
              <a:gd name="connsiteY34" fmla="*/ 515779 h 523875"/>
              <a:gd name="connsiteX35" fmla="*/ 234791 w 581025"/>
              <a:gd name="connsiteY35" fmla="*/ 519589 h 523875"/>
              <a:gd name="connsiteX36" fmla="*/ 235744 w 581025"/>
              <a:gd name="connsiteY36" fmla="*/ 519589 h 523875"/>
              <a:gd name="connsiteX37" fmla="*/ 236696 w 581025"/>
              <a:gd name="connsiteY37" fmla="*/ 519589 h 523875"/>
              <a:gd name="connsiteX38" fmla="*/ 292894 w 581025"/>
              <a:gd name="connsiteY38" fmla="*/ 521494 h 523875"/>
              <a:gd name="connsiteX39" fmla="*/ 349091 w 581025"/>
              <a:gd name="connsiteY39" fmla="*/ 519589 h 523875"/>
              <a:gd name="connsiteX40" fmla="*/ 350044 w 581025"/>
              <a:gd name="connsiteY40" fmla="*/ 519589 h 523875"/>
              <a:gd name="connsiteX41" fmla="*/ 350996 w 581025"/>
              <a:gd name="connsiteY41" fmla="*/ 519589 h 523875"/>
              <a:gd name="connsiteX42" fmla="*/ 396716 w 581025"/>
              <a:gd name="connsiteY42" fmla="*/ 515779 h 523875"/>
              <a:gd name="connsiteX43" fmla="*/ 397669 w 581025"/>
              <a:gd name="connsiteY43" fmla="*/ 515779 h 523875"/>
              <a:gd name="connsiteX44" fmla="*/ 399574 w 581025"/>
              <a:gd name="connsiteY44" fmla="*/ 515779 h 523875"/>
              <a:gd name="connsiteX45" fmla="*/ 550069 w 581025"/>
              <a:gd name="connsiteY45" fmla="*/ 454819 h 523875"/>
              <a:gd name="connsiteX46" fmla="*/ 550069 w 581025"/>
              <a:gd name="connsiteY46" fmla="*/ 388144 h 523875"/>
              <a:gd name="connsiteX47" fmla="*/ 550069 w 581025"/>
              <a:gd name="connsiteY47" fmla="*/ 388144 h 523875"/>
              <a:gd name="connsiteX48" fmla="*/ 519589 w 581025"/>
              <a:gd name="connsiteY48" fmla="*/ 358616 h 523875"/>
              <a:gd name="connsiteX49" fmla="*/ 521494 w 581025"/>
              <a:gd name="connsiteY49" fmla="*/ 350044 h 523875"/>
              <a:gd name="connsiteX50" fmla="*/ 521494 w 581025"/>
              <a:gd name="connsiteY50" fmla="*/ 288131 h 523875"/>
              <a:gd name="connsiteX51" fmla="*/ 578644 w 581025"/>
              <a:gd name="connsiteY51" fmla="*/ 245269 h 523875"/>
              <a:gd name="connsiteX52" fmla="*/ 578644 w 581025"/>
              <a:gd name="connsiteY52" fmla="*/ 178594 h 523875"/>
              <a:gd name="connsiteX53" fmla="*/ 578644 w 581025"/>
              <a:gd name="connsiteY53" fmla="*/ 178594 h 523875"/>
              <a:gd name="connsiteX54" fmla="*/ 501491 w 581025"/>
              <a:gd name="connsiteY54" fmla="*/ 352901 h 523875"/>
              <a:gd name="connsiteX55" fmla="*/ 498634 w 581025"/>
              <a:gd name="connsiteY55" fmla="*/ 355759 h 523875"/>
              <a:gd name="connsiteX56" fmla="*/ 473869 w 581025"/>
              <a:gd name="connsiteY56" fmla="*/ 369094 h 523875"/>
              <a:gd name="connsiteX57" fmla="*/ 473869 w 581025"/>
              <a:gd name="connsiteY57" fmla="*/ 323374 h 523875"/>
              <a:gd name="connsiteX58" fmla="*/ 502444 w 581025"/>
              <a:gd name="connsiteY58" fmla="*/ 310039 h 523875"/>
              <a:gd name="connsiteX59" fmla="*/ 502444 w 581025"/>
              <a:gd name="connsiteY59" fmla="*/ 350044 h 523875"/>
              <a:gd name="connsiteX60" fmla="*/ 501491 w 581025"/>
              <a:gd name="connsiteY60" fmla="*/ 352901 h 523875"/>
              <a:gd name="connsiteX61" fmla="*/ 288131 w 581025"/>
              <a:gd name="connsiteY61" fmla="*/ 397669 h 523875"/>
              <a:gd name="connsiteX62" fmla="*/ 284321 w 581025"/>
              <a:gd name="connsiteY62" fmla="*/ 397669 h 523875"/>
              <a:gd name="connsiteX63" fmla="*/ 273844 w 581025"/>
              <a:gd name="connsiteY63" fmla="*/ 397669 h 523875"/>
              <a:gd name="connsiteX64" fmla="*/ 273844 w 581025"/>
              <a:gd name="connsiteY64" fmla="*/ 350044 h 523875"/>
              <a:gd name="connsiteX65" fmla="*/ 281464 w 581025"/>
              <a:gd name="connsiteY65" fmla="*/ 350044 h 523875"/>
              <a:gd name="connsiteX66" fmla="*/ 283369 w 581025"/>
              <a:gd name="connsiteY66" fmla="*/ 350044 h 523875"/>
              <a:gd name="connsiteX67" fmla="*/ 311944 w 581025"/>
              <a:gd name="connsiteY67" fmla="*/ 349091 h 523875"/>
              <a:gd name="connsiteX68" fmla="*/ 311944 w 581025"/>
              <a:gd name="connsiteY68" fmla="*/ 396716 h 523875"/>
              <a:gd name="connsiteX69" fmla="*/ 306229 w 581025"/>
              <a:gd name="connsiteY69" fmla="*/ 396716 h 523875"/>
              <a:gd name="connsiteX70" fmla="*/ 288131 w 581025"/>
              <a:gd name="connsiteY70" fmla="*/ 397669 h 523875"/>
              <a:gd name="connsiteX71" fmla="*/ 247174 w 581025"/>
              <a:gd name="connsiteY71" fmla="*/ 397669 h 523875"/>
              <a:gd name="connsiteX72" fmla="*/ 233839 w 581025"/>
              <a:gd name="connsiteY72" fmla="*/ 397669 h 523875"/>
              <a:gd name="connsiteX73" fmla="*/ 231934 w 581025"/>
              <a:gd name="connsiteY73" fmla="*/ 397669 h 523875"/>
              <a:gd name="connsiteX74" fmla="*/ 216694 w 581025"/>
              <a:gd name="connsiteY74" fmla="*/ 396716 h 523875"/>
              <a:gd name="connsiteX75" fmla="*/ 216694 w 581025"/>
              <a:gd name="connsiteY75" fmla="*/ 349091 h 523875"/>
              <a:gd name="connsiteX76" fmla="*/ 245269 w 581025"/>
              <a:gd name="connsiteY76" fmla="*/ 350044 h 523875"/>
              <a:gd name="connsiteX77" fmla="*/ 247174 w 581025"/>
              <a:gd name="connsiteY77" fmla="*/ 350044 h 523875"/>
              <a:gd name="connsiteX78" fmla="*/ 254794 w 581025"/>
              <a:gd name="connsiteY78" fmla="*/ 350044 h 523875"/>
              <a:gd name="connsiteX79" fmla="*/ 254794 w 581025"/>
              <a:gd name="connsiteY79" fmla="*/ 397669 h 523875"/>
              <a:gd name="connsiteX80" fmla="*/ 249079 w 581025"/>
              <a:gd name="connsiteY80" fmla="*/ 397669 h 523875"/>
              <a:gd name="connsiteX81" fmla="*/ 247174 w 581025"/>
              <a:gd name="connsiteY81" fmla="*/ 397669 h 523875"/>
              <a:gd name="connsiteX82" fmla="*/ 74771 w 581025"/>
              <a:gd name="connsiteY82" fmla="*/ 375761 h 523875"/>
              <a:gd name="connsiteX83" fmla="*/ 74771 w 581025"/>
              <a:gd name="connsiteY83" fmla="*/ 375761 h 523875"/>
              <a:gd name="connsiteX84" fmla="*/ 73819 w 581025"/>
              <a:gd name="connsiteY84" fmla="*/ 329089 h 523875"/>
              <a:gd name="connsiteX85" fmla="*/ 102394 w 581025"/>
              <a:gd name="connsiteY85" fmla="*/ 335756 h 523875"/>
              <a:gd name="connsiteX86" fmla="*/ 102394 w 581025"/>
              <a:gd name="connsiteY86" fmla="*/ 382429 h 523875"/>
              <a:gd name="connsiteX87" fmla="*/ 78581 w 581025"/>
              <a:gd name="connsiteY87" fmla="*/ 376714 h 523875"/>
              <a:gd name="connsiteX88" fmla="*/ 74771 w 581025"/>
              <a:gd name="connsiteY88" fmla="*/ 375761 h 523875"/>
              <a:gd name="connsiteX89" fmla="*/ 275749 w 581025"/>
              <a:gd name="connsiteY89" fmla="*/ 454819 h 523875"/>
              <a:gd name="connsiteX90" fmla="*/ 283369 w 581025"/>
              <a:gd name="connsiteY90" fmla="*/ 454819 h 523875"/>
              <a:gd name="connsiteX91" fmla="*/ 283369 w 581025"/>
              <a:gd name="connsiteY91" fmla="*/ 502444 h 523875"/>
              <a:gd name="connsiteX92" fmla="*/ 245269 w 581025"/>
              <a:gd name="connsiteY92" fmla="*/ 501491 h 523875"/>
              <a:gd name="connsiteX93" fmla="*/ 245269 w 581025"/>
              <a:gd name="connsiteY93" fmla="*/ 453866 h 523875"/>
              <a:gd name="connsiteX94" fmla="*/ 273844 w 581025"/>
              <a:gd name="connsiteY94" fmla="*/ 454819 h 523875"/>
              <a:gd name="connsiteX95" fmla="*/ 275749 w 581025"/>
              <a:gd name="connsiteY95" fmla="*/ 454819 h 523875"/>
              <a:gd name="connsiteX96" fmla="*/ 311944 w 581025"/>
              <a:gd name="connsiteY96" fmla="*/ 454819 h 523875"/>
              <a:gd name="connsiteX97" fmla="*/ 340519 w 581025"/>
              <a:gd name="connsiteY97" fmla="*/ 453866 h 523875"/>
              <a:gd name="connsiteX98" fmla="*/ 340519 w 581025"/>
              <a:gd name="connsiteY98" fmla="*/ 501491 h 523875"/>
              <a:gd name="connsiteX99" fmla="*/ 302419 w 581025"/>
              <a:gd name="connsiteY99" fmla="*/ 502444 h 523875"/>
              <a:gd name="connsiteX100" fmla="*/ 302419 w 581025"/>
              <a:gd name="connsiteY100" fmla="*/ 454819 h 523875"/>
              <a:gd name="connsiteX101" fmla="*/ 310039 w 581025"/>
              <a:gd name="connsiteY101" fmla="*/ 454819 h 523875"/>
              <a:gd name="connsiteX102" fmla="*/ 311944 w 581025"/>
              <a:gd name="connsiteY102" fmla="*/ 454819 h 523875"/>
              <a:gd name="connsiteX103" fmla="*/ 388144 w 581025"/>
              <a:gd name="connsiteY103" fmla="*/ 450056 h 523875"/>
              <a:gd name="connsiteX104" fmla="*/ 388144 w 581025"/>
              <a:gd name="connsiteY104" fmla="*/ 497681 h 523875"/>
              <a:gd name="connsiteX105" fmla="*/ 359569 w 581025"/>
              <a:gd name="connsiteY105" fmla="*/ 500539 h 523875"/>
              <a:gd name="connsiteX106" fmla="*/ 359569 w 581025"/>
              <a:gd name="connsiteY106" fmla="*/ 452914 h 523875"/>
              <a:gd name="connsiteX107" fmla="*/ 388144 w 581025"/>
              <a:gd name="connsiteY107" fmla="*/ 450056 h 523875"/>
              <a:gd name="connsiteX108" fmla="*/ 407194 w 581025"/>
              <a:gd name="connsiteY108" fmla="*/ 448151 h 523875"/>
              <a:gd name="connsiteX109" fmla="*/ 435769 w 581025"/>
              <a:gd name="connsiteY109" fmla="*/ 444341 h 523875"/>
              <a:gd name="connsiteX110" fmla="*/ 435769 w 581025"/>
              <a:gd name="connsiteY110" fmla="*/ 491014 h 523875"/>
              <a:gd name="connsiteX111" fmla="*/ 407194 w 581025"/>
              <a:gd name="connsiteY111" fmla="*/ 495776 h 523875"/>
              <a:gd name="connsiteX112" fmla="*/ 407194 w 581025"/>
              <a:gd name="connsiteY112" fmla="*/ 448151 h 523875"/>
              <a:gd name="connsiteX113" fmla="*/ 454819 w 581025"/>
              <a:gd name="connsiteY113" fmla="*/ 440531 h 523875"/>
              <a:gd name="connsiteX114" fmla="*/ 483394 w 581025"/>
              <a:gd name="connsiteY114" fmla="*/ 433864 h 523875"/>
              <a:gd name="connsiteX115" fmla="*/ 483394 w 581025"/>
              <a:gd name="connsiteY115" fmla="*/ 479584 h 523875"/>
              <a:gd name="connsiteX116" fmla="*/ 454819 w 581025"/>
              <a:gd name="connsiteY116" fmla="*/ 486251 h 523875"/>
              <a:gd name="connsiteX117" fmla="*/ 454819 w 581025"/>
              <a:gd name="connsiteY117" fmla="*/ 440531 h 523875"/>
              <a:gd name="connsiteX118" fmla="*/ 130969 w 581025"/>
              <a:gd name="connsiteY118" fmla="*/ 440531 h 523875"/>
              <a:gd name="connsiteX119" fmla="*/ 130969 w 581025"/>
              <a:gd name="connsiteY119" fmla="*/ 487204 h 523875"/>
              <a:gd name="connsiteX120" fmla="*/ 102394 w 581025"/>
              <a:gd name="connsiteY120" fmla="*/ 480536 h 523875"/>
              <a:gd name="connsiteX121" fmla="*/ 102394 w 581025"/>
              <a:gd name="connsiteY121" fmla="*/ 434816 h 523875"/>
              <a:gd name="connsiteX122" fmla="*/ 130969 w 581025"/>
              <a:gd name="connsiteY122" fmla="*/ 440531 h 523875"/>
              <a:gd name="connsiteX123" fmla="*/ 150019 w 581025"/>
              <a:gd name="connsiteY123" fmla="*/ 444341 h 523875"/>
              <a:gd name="connsiteX124" fmla="*/ 178594 w 581025"/>
              <a:gd name="connsiteY124" fmla="*/ 448151 h 523875"/>
              <a:gd name="connsiteX125" fmla="*/ 178594 w 581025"/>
              <a:gd name="connsiteY125" fmla="*/ 494824 h 523875"/>
              <a:gd name="connsiteX126" fmla="*/ 150019 w 581025"/>
              <a:gd name="connsiteY126" fmla="*/ 490061 h 523875"/>
              <a:gd name="connsiteX127" fmla="*/ 150019 w 581025"/>
              <a:gd name="connsiteY127" fmla="*/ 444341 h 523875"/>
              <a:gd name="connsiteX128" fmla="*/ 197644 w 581025"/>
              <a:gd name="connsiteY128" fmla="*/ 450056 h 523875"/>
              <a:gd name="connsiteX129" fmla="*/ 226219 w 581025"/>
              <a:gd name="connsiteY129" fmla="*/ 451961 h 523875"/>
              <a:gd name="connsiteX130" fmla="*/ 226219 w 581025"/>
              <a:gd name="connsiteY130" fmla="*/ 499586 h 523875"/>
              <a:gd name="connsiteX131" fmla="*/ 197644 w 581025"/>
              <a:gd name="connsiteY131" fmla="*/ 496729 h 523875"/>
              <a:gd name="connsiteX132" fmla="*/ 197644 w 581025"/>
              <a:gd name="connsiteY132" fmla="*/ 450056 h 523875"/>
              <a:gd name="connsiteX133" fmla="*/ 173831 w 581025"/>
              <a:gd name="connsiteY133" fmla="*/ 392906 h 523875"/>
              <a:gd name="connsiteX134" fmla="*/ 170974 w 581025"/>
              <a:gd name="connsiteY134" fmla="*/ 392906 h 523875"/>
              <a:gd name="connsiteX135" fmla="*/ 169069 w 581025"/>
              <a:gd name="connsiteY135" fmla="*/ 392906 h 523875"/>
              <a:gd name="connsiteX136" fmla="*/ 169069 w 581025"/>
              <a:gd name="connsiteY136" fmla="*/ 345281 h 523875"/>
              <a:gd name="connsiteX137" fmla="*/ 197644 w 581025"/>
              <a:gd name="connsiteY137" fmla="*/ 347186 h 523875"/>
              <a:gd name="connsiteX138" fmla="*/ 197644 w 581025"/>
              <a:gd name="connsiteY138" fmla="*/ 394811 h 523875"/>
              <a:gd name="connsiteX139" fmla="*/ 173831 w 581025"/>
              <a:gd name="connsiteY139" fmla="*/ 392906 h 523875"/>
              <a:gd name="connsiteX140" fmla="*/ 150019 w 581025"/>
              <a:gd name="connsiteY140" fmla="*/ 343376 h 523875"/>
              <a:gd name="connsiteX141" fmla="*/ 150019 w 581025"/>
              <a:gd name="connsiteY141" fmla="*/ 390049 h 523875"/>
              <a:gd name="connsiteX142" fmla="*/ 121444 w 581025"/>
              <a:gd name="connsiteY142" fmla="*/ 385286 h 523875"/>
              <a:gd name="connsiteX143" fmla="*/ 121444 w 581025"/>
              <a:gd name="connsiteY143" fmla="*/ 338614 h 523875"/>
              <a:gd name="connsiteX144" fmla="*/ 150019 w 581025"/>
              <a:gd name="connsiteY144" fmla="*/ 343376 h 523875"/>
              <a:gd name="connsiteX145" fmla="*/ 337661 w 581025"/>
              <a:gd name="connsiteY145" fmla="*/ 394811 h 523875"/>
              <a:gd name="connsiteX146" fmla="*/ 330994 w 581025"/>
              <a:gd name="connsiteY146" fmla="*/ 394811 h 523875"/>
              <a:gd name="connsiteX147" fmla="*/ 330994 w 581025"/>
              <a:gd name="connsiteY147" fmla="*/ 347186 h 523875"/>
              <a:gd name="connsiteX148" fmla="*/ 359569 w 581025"/>
              <a:gd name="connsiteY148" fmla="*/ 345281 h 523875"/>
              <a:gd name="connsiteX149" fmla="*/ 359569 w 581025"/>
              <a:gd name="connsiteY149" fmla="*/ 392906 h 523875"/>
              <a:gd name="connsiteX150" fmla="*/ 341471 w 581025"/>
              <a:gd name="connsiteY150" fmla="*/ 394811 h 523875"/>
              <a:gd name="connsiteX151" fmla="*/ 337661 w 581025"/>
              <a:gd name="connsiteY151" fmla="*/ 394811 h 523875"/>
              <a:gd name="connsiteX152" fmla="*/ 378619 w 581025"/>
              <a:gd name="connsiteY152" fmla="*/ 391001 h 523875"/>
              <a:gd name="connsiteX153" fmla="*/ 378619 w 581025"/>
              <a:gd name="connsiteY153" fmla="*/ 344329 h 523875"/>
              <a:gd name="connsiteX154" fmla="*/ 407194 w 581025"/>
              <a:gd name="connsiteY154" fmla="*/ 340519 h 523875"/>
              <a:gd name="connsiteX155" fmla="*/ 407194 w 581025"/>
              <a:gd name="connsiteY155" fmla="*/ 387191 h 523875"/>
              <a:gd name="connsiteX156" fmla="*/ 378619 w 581025"/>
              <a:gd name="connsiteY156" fmla="*/ 391001 h 523875"/>
              <a:gd name="connsiteX157" fmla="*/ 426244 w 581025"/>
              <a:gd name="connsiteY157" fmla="*/ 335756 h 523875"/>
              <a:gd name="connsiteX158" fmla="*/ 454819 w 581025"/>
              <a:gd name="connsiteY158" fmla="*/ 329089 h 523875"/>
              <a:gd name="connsiteX159" fmla="*/ 454819 w 581025"/>
              <a:gd name="connsiteY159" fmla="*/ 374809 h 523875"/>
              <a:gd name="connsiteX160" fmla="*/ 426244 w 581025"/>
              <a:gd name="connsiteY160" fmla="*/ 381476 h 523875"/>
              <a:gd name="connsiteX161" fmla="*/ 426244 w 581025"/>
              <a:gd name="connsiteY161" fmla="*/ 335756 h 523875"/>
              <a:gd name="connsiteX162" fmla="*/ 295751 w 581025"/>
              <a:gd name="connsiteY162" fmla="*/ 292894 h 523875"/>
              <a:gd name="connsiteX163" fmla="*/ 274796 w 581025"/>
              <a:gd name="connsiteY163" fmla="*/ 291941 h 523875"/>
              <a:gd name="connsiteX164" fmla="*/ 273844 w 581025"/>
              <a:gd name="connsiteY164" fmla="*/ 291941 h 523875"/>
              <a:gd name="connsiteX165" fmla="*/ 273844 w 581025"/>
              <a:gd name="connsiteY165" fmla="*/ 244316 h 523875"/>
              <a:gd name="connsiteX166" fmla="*/ 302419 w 581025"/>
              <a:gd name="connsiteY166" fmla="*/ 245269 h 523875"/>
              <a:gd name="connsiteX167" fmla="*/ 304324 w 581025"/>
              <a:gd name="connsiteY167" fmla="*/ 245269 h 523875"/>
              <a:gd name="connsiteX168" fmla="*/ 311944 w 581025"/>
              <a:gd name="connsiteY168" fmla="*/ 245269 h 523875"/>
              <a:gd name="connsiteX169" fmla="*/ 311944 w 581025"/>
              <a:gd name="connsiteY169" fmla="*/ 292894 h 523875"/>
              <a:gd name="connsiteX170" fmla="*/ 297656 w 581025"/>
              <a:gd name="connsiteY170" fmla="*/ 292894 h 523875"/>
              <a:gd name="connsiteX171" fmla="*/ 295751 w 581025"/>
              <a:gd name="connsiteY171" fmla="*/ 292894 h 523875"/>
              <a:gd name="connsiteX172" fmla="*/ 73819 w 581025"/>
              <a:gd name="connsiteY172" fmla="*/ 156686 h 523875"/>
              <a:gd name="connsiteX173" fmla="*/ 73819 w 581025"/>
              <a:gd name="connsiteY173" fmla="*/ 110966 h 523875"/>
              <a:gd name="connsiteX174" fmla="*/ 102394 w 581025"/>
              <a:gd name="connsiteY174" fmla="*/ 117634 h 523875"/>
              <a:gd name="connsiteX175" fmla="*/ 102394 w 581025"/>
              <a:gd name="connsiteY175" fmla="*/ 164306 h 523875"/>
              <a:gd name="connsiteX176" fmla="*/ 98584 w 581025"/>
              <a:gd name="connsiteY176" fmla="*/ 163354 h 523875"/>
              <a:gd name="connsiteX177" fmla="*/ 84296 w 581025"/>
              <a:gd name="connsiteY177" fmla="*/ 159544 h 523875"/>
              <a:gd name="connsiteX178" fmla="*/ 73819 w 581025"/>
              <a:gd name="connsiteY178" fmla="*/ 156686 h 523875"/>
              <a:gd name="connsiteX179" fmla="*/ 247174 w 581025"/>
              <a:gd name="connsiteY179" fmla="*/ 130969 h 523875"/>
              <a:gd name="connsiteX180" fmla="*/ 254794 w 581025"/>
              <a:gd name="connsiteY180" fmla="*/ 130969 h 523875"/>
              <a:gd name="connsiteX181" fmla="*/ 254794 w 581025"/>
              <a:gd name="connsiteY181" fmla="*/ 178594 h 523875"/>
              <a:gd name="connsiteX182" fmla="*/ 216694 w 581025"/>
              <a:gd name="connsiteY182" fmla="*/ 177641 h 523875"/>
              <a:gd name="connsiteX183" fmla="*/ 216694 w 581025"/>
              <a:gd name="connsiteY183" fmla="*/ 130016 h 523875"/>
              <a:gd name="connsiteX184" fmla="*/ 245269 w 581025"/>
              <a:gd name="connsiteY184" fmla="*/ 130969 h 523875"/>
              <a:gd name="connsiteX185" fmla="*/ 247174 w 581025"/>
              <a:gd name="connsiteY185" fmla="*/ 130969 h 523875"/>
              <a:gd name="connsiteX186" fmla="*/ 283369 w 581025"/>
              <a:gd name="connsiteY186" fmla="*/ 130969 h 523875"/>
              <a:gd name="connsiteX187" fmla="*/ 311944 w 581025"/>
              <a:gd name="connsiteY187" fmla="*/ 130016 h 523875"/>
              <a:gd name="connsiteX188" fmla="*/ 311944 w 581025"/>
              <a:gd name="connsiteY188" fmla="*/ 177641 h 523875"/>
              <a:gd name="connsiteX189" fmla="*/ 307181 w 581025"/>
              <a:gd name="connsiteY189" fmla="*/ 177641 h 523875"/>
              <a:gd name="connsiteX190" fmla="*/ 307181 w 581025"/>
              <a:gd name="connsiteY190" fmla="*/ 177641 h 523875"/>
              <a:gd name="connsiteX191" fmla="*/ 288131 w 581025"/>
              <a:gd name="connsiteY191" fmla="*/ 178594 h 523875"/>
              <a:gd name="connsiteX192" fmla="*/ 285274 w 581025"/>
              <a:gd name="connsiteY192" fmla="*/ 178594 h 523875"/>
              <a:gd name="connsiteX193" fmla="*/ 274796 w 581025"/>
              <a:gd name="connsiteY193" fmla="*/ 178594 h 523875"/>
              <a:gd name="connsiteX194" fmla="*/ 274796 w 581025"/>
              <a:gd name="connsiteY194" fmla="*/ 130969 h 523875"/>
              <a:gd name="connsiteX195" fmla="*/ 282416 w 581025"/>
              <a:gd name="connsiteY195" fmla="*/ 130969 h 523875"/>
              <a:gd name="connsiteX196" fmla="*/ 283369 w 581025"/>
              <a:gd name="connsiteY196" fmla="*/ 130969 h 523875"/>
              <a:gd name="connsiteX197" fmla="*/ 500539 w 581025"/>
              <a:gd name="connsiteY197" fmla="*/ 135731 h 523875"/>
              <a:gd name="connsiteX198" fmla="*/ 500539 w 581025"/>
              <a:gd name="connsiteY198" fmla="*/ 135731 h 523875"/>
              <a:gd name="connsiteX199" fmla="*/ 496729 w 581025"/>
              <a:gd name="connsiteY199" fmla="*/ 138589 h 523875"/>
              <a:gd name="connsiteX200" fmla="*/ 473869 w 581025"/>
              <a:gd name="connsiteY200" fmla="*/ 150019 h 523875"/>
              <a:gd name="connsiteX201" fmla="*/ 473869 w 581025"/>
              <a:gd name="connsiteY201" fmla="*/ 104299 h 523875"/>
              <a:gd name="connsiteX202" fmla="*/ 502444 w 581025"/>
              <a:gd name="connsiteY202" fmla="*/ 90964 h 523875"/>
              <a:gd name="connsiteX203" fmla="*/ 502444 w 581025"/>
              <a:gd name="connsiteY203" fmla="*/ 130969 h 523875"/>
              <a:gd name="connsiteX204" fmla="*/ 500539 w 581025"/>
              <a:gd name="connsiteY204" fmla="*/ 135731 h 523875"/>
              <a:gd name="connsiteX205" fmla="*/ 378619 w 581025"/>
              <a:gd name="connsiteY205" fmla="*/ 171926 h 523875"/>
              <a:gd name="connsiteX206" fmla="*/ 378619 w 581025"/>
              <a:gd name="connsiteY206" fmla="*/ 125254 h 523875"/>
              <a:gd name="connsiteX207" fmla="*/ 407194 w 581025"/>
              <a:gd name="connsiteY207" fmla="*/ 121444 h 523875"/>
              <a:gd name="connsiteX208" fmla="*/ 407194 w 581025"/>
              <a:gd name="connsiteY208" fmla="*/ 168116 h 523875"/>
              <a:gd name="connsiteX209" fmla="*/ 378619 w 581025"/>
              <a:gd name="connsiteY209" fmla="*/ 171926 h 523875"/>
              <a:gd name="connsiteX210" fmla="*/ 426244 w 581025"/>
              <a:gd name="connsiteY210" fmla="*/ 163354 h 523875"/>
              <a:gd name="connsiteX211" fmla="*/ 426244 w 581025"/>
              <a:gd name="connsiteY211" fmla="*/ 116681 h 523875"/>
              <a:gd name="connsiteX212" fmla="*/ 454819 w 581025"/>
              <a:gd name="connsiteY212" fmla="*/ 110014 h 523875"/>
              <a:gd name="connsiteX213" fmla="*/ 454819 w 581025"/>
              <a:gd name="connsiteY213" fmla="*/ 155734 h 523875"/>
              <a:gd name="connsiteX214" fmla="*/ 426244 w 581025"/>
              <a:gd name="connsiteY214" fmla="*/ 163354 h 523875"/>
              <a:gd name="connsiteX215" fmla="*/ 359569 w 581025"/>
              <a:gd name="connsiteY215" fmla="*/ 126206 h 523875"/>
              <a:gd name="connsiteX216" fmla="*/ 359569 w 581025"/>
              <a:gd name="connsiteY216" fmla="*/ 173831 h 523875"/>
              <a:gd name="connsiteX217" fmla="*/ 330994 w 581025"/>
              <a:gd name="connsiteY217" fmla="*/ 176689 h 523875"/>
              <a:gd name="connsiteX218" fmla="*/ 330994 w 581025"/>
              <a:gd name="connsiteY218" fmla="*/ 129064 h 523875"/>
              <a:gd name="connsiteX219" fmla="*/ 359569 w 581025"/>
              <a:gd name="connsiteY219" fmla="*/ 126206 h 523875"/>
              <a:gd name="connsiteX220" fmla="*/ 169069 w 581025"/>
              <a:gd name="connsiteY220" fmla="*/ 173831 h 523875"/>
              <a:gd name="connsiteX221" fmla="*/ 169069 w 581025"/>
              <a:gd name="connsiteY221" fmla="*/ 126206 h 523875"/>
              <a:gd name="connsiteX222" fmla="*/ 197644 w 581025"/>
              <a:gd name="connsiteY222" fmla="*/ 128111 h 523875"/>
              <a:gd name="connsiteX223" fmla="*/ 197644 w 581025"/>
              <a:gd name="connsiteY223" fmla="*/ 175736 h 523875"/>
              <a:gd name="connsiteX224" fmla="*/ 169069 w 581025"/>
              <a:gd name="connsiteY224" fmla="*/ 173831 h 523875"/>
              <a:gd name="connsiteX225" fmla="*/ 150019 w 581025"/>
              <a:gd name="connsiteY225" fmla="*/ 124301 h 523875"/>
              <a:gd name="connsiteX226" fmla="*/ 150019 w 581025"/>
              <a:gd name="connsiteY226" fmla="*/ 170974 h 523875"/>
              <a:gd name="connsiteX227" fmla="*/ 144304 w 581025"/>
              <a:gd name="connsiteY227" fmla="*/ 170021 h 523875"/>
              <a:gd name="connsiteX228" fmla="*/ 140494 w 581025"/>
              <a:gd name="connsiteY228" fmla="*/ 169069 h 523875"/>
              <a:gd name="connsiteX229" fmla="*/ 124301 w 581025"/>
              <a:gd name="connsiteY229" fmla="*/ 166211 h 523875"/>
              <a:gd name="connsiteX230" fmla="*/ 121444 w 581025"/>
              <a:gd name="connsiteY230" fmla="*/ 165259 h 523875"/>
              <a:gd name="connsiteX231" fmla="*/ 121444 w 581025"/>
              <a:gd name="connsiteY231" fmla="*/ 118586 h 523875"/>
              <a:gd name="connsiteX232" fmla="*/ 150019 w 581025"/>
              <a:gd name="connsiteY232" fmla="*/ 124301 h 523875"/>
              <a:gd name="connsiteX233" fmla="*/ 252889 w 581025"/>
              <a:gd name="connsiteY233" fmla="*/ 290036 h 523875"/>
              <a:gd name="connsiteX234" fmla="*/ 249079 w 581025"/>
              <a:gd name="connsiteY234" fmla="*/ 290036 h 523875"/>
              <a:gd name="connsiteX235" fmla="*/ 230981 w 581025"/>
              <a:gd name="connsiteY235" fmla="*/ 288131 h 523875"/>
              <a:gd name="connsiteX236" fmla="*/ 227171 w 581025"/>
              <a:gd name="connsiteY236" fmla="*/ 288131 h 523875"/>
              <a:gd name="connsiteX237" fmla="*/ 226219 w 581025"/>
              <a:gd name="connsiteY237" fmla="*/ 288131 h 523875"/>
              <a:gd name="connsiteX238" fmla="*/ 226219 w 581025"/>
              <a:gd name="connsiteY238" fmla="*/ 240506 h 523875"/>
              <a:gd name="connsiteX239" fmla="*/ 254794 w 581025"/>
              <a:gd name="connsiteY239" fmla="*/ 242411 h 523875"/>
              <a:gd name="connsiteX240" fmla="*/ 254794 w 581025"/>
              <a:gd name="connsiteY240" fmla="*/ 290036 h 523875"/>
              <a:gd name="connsiteX241" fmla="*/ 252889 w 581025"/>
              <a:gd name="connsiteY241" fmla="*/ 290036 h 523875"/>
              <a:gd name="connsiteX242" fmla="*/ 189071 w 581025"/>
              <a:gd name="connsiteY242" fmla="*/ 283369 h 523875"/>
              <a:gd name="connsiteX243" fmla="*/ 178594 w 581025"/>
              <a:gd name="connsiteY243" fmla="*/ 281464 h 523875"/>
              <a:gd name="connsiteX244" fmla="*/ 178594 w 581025"/>
              <a:gd name="connsiteY244" fmla="*/ 234791 h 523875"/>
              <a:gd name="connsiteX245" fmla="*/ 207169 w 581025"/>
              <a:gd name="connsiteY245" fmla="*/ 238601 h 523875"/>
              <a:gd name="connsiteX246" fmla="*/ 207169 w 581025"/>
              <a:gd name="connsiteY246" fmla="*/ 285274 h 523875"/>
              <a:gd name="connsiteX247" fmla="*/ 189071 w 581025"/>
              <a:gd name="connsiteY247" fmla="*/ 283369 h 523875"/>
              <a:gd name="connsiteX248" fmla="*/ 189071 w 581025"/>
              <a:gd name="connsiteY248" fmla="*/ 283369 h 523875"/>
              <a:gd name="connsiteX249" fmla="*/ 159544 w 581025"/>
              <a:gd name="connsiteY249" fmla="*/ 230981 h 523875"/>
              <a:gd name="connsiteX250" fmla="*/ 159544 w 581025"/>
              <a:gd name="connsiteY250" fmla="*/ 277654 h 523875"/>
              <a:gd name="connsiteX251" fmla="*/ 130969 w 581025"/>
              <a:gd name="connsiteY251" fmla="*/ 270034 h 523875"/>
              <a:gd name="connsiteX252" fmla="*/ 130969 w 581025"/>
              <a:gd name="connsiteY252" fmla="*/ 224314 h 523875"/>
              <a:gd name="connsiteX253" fmla="*/ 159544 w 581025"/>
              <a:gd name="connsiteY253" fmla="*/ 230981 h 523875"/>
              <a:gd name="connsiteX254" fmla="*/ 111919 w 581025"/>
              <a:gd name="connsiteY254" fmla="*/ 218599 h 523875"/>
              <a:gd name="connsiteX255" fmla="*/ 111919 w 581025"/>
              <a:gd name="connsiteY255" fmla="*/ 264319 h 523875"/>
              <a:gd name="connsiteX256" fmla="*/ 84296 w 581025"/>
              <a:gd name="connsiteY256" fmla="*/ 247174 h 523875"/>
              <a:gd name="connsiteX257" fmla="*/ 83344 w 581025"/>
              <a:gd name="connsiteY257" fmla="*/ 246221 h 523875"/>
              <a:gd name="connsiteX258" fmla="*/ 83344 w 581025"/>
              <a:gd name="connsiteY258" fmla="*/ 245269 h 523875"/>
              <a:gd name="connsiteX259" fmla="*/ 83344 w 581025"/>
              <a:gd name="connsiteY259" fmla="*/ 206216 h 523875"/>
              <a:gd name="connsiteX260" fmla="*/ 111919 w 581025"/>
              <a:gd name="connsiteY260" fmla="*/ 218599 h 523875"/>
              <a:gd name="connsiteX261" fmla="*/ 340519 w 581025"/>
              <a:gd name="connsiteY261" fmla="*/ 245269 h 523875"/>
              <a:gd name="connsiteX262" fmla="*/ 369094 w 581025"/>
              <a:gd name="connsiteY262" fmla="*/ 244316 h 523875"/>
              <a:gd name="connsiteX263" fmla="*/ 369094 w 581025"/>
              <a:gd name="connsiteY263" fmla="*/ 291941 h 523875"/>
              <a:gd name="connsiteX264" fmla="*/ 330994 w 581025"/>
              <a:gd name="connsiteY264" fmla="*/ 292894 h 523875"/>
              <a:gd name="connsiteX265" fmla="*/ 330994 w 581025"/>
              <a:gd name="connsiteY265" fmla="*/ 245269 h 523875"/>
              <a:gd name="connsiteX266" fmla="*/ 338614 w 581025"/>
              <a:gd name="connsiteY266" fmla="*/ 245269 h 523875"/>
              <a:gd name="connsiteX267" fmla="*/ 340519 w 581025"/>
              <a:gd name="connsiteY267" fmla="*/ 245269 h 523875"/>
              <a:gd name="connsiteX268" fmla="*/ 463391 w 581025"/>
              <a:gd name="connsiteY268" fmla="*/ 281464 h 523875"/>
              <a:gd name="connsiteX269" fmla="*/ 451009 w 581025"/>
              <a:gd name="connsiteY269" fmla="*/ 283369 h 523875"/>
              <a:gd name="connsiteX270" fmla="*/ 443389 w 581025"/>
              <a:gd name="connsiteY270" fmla="*/ 284321 h 523875"/>
              <a:gd name="connsiteX271" fmla="*/ 435769 w 581025"/>
              <a:gd name="connsiteY271" fmla="*/ 285274 h 523875"/>
              <a:gd name="connsiteX272" fmla="*/ 435769 w 581025"/>
              <a:gd name="connsiteY272" fmla="*/ 238601 h 523875"/>
              <a:gd name="connsiteX273" fmla="*/ 464344 w 581025"/>
              <a:gd name="connsiteY273" fmla="*/ 234791 h 523875"/>
              <a:gd name="connsiteX274" fmla="*/ 463391 w 581025"/>
              <a:gd name="connsiteY274" fmla="*/ 281464 h 523875"/>
              <a:gd name="connsiteX275" fmla="*/ 463391 w 581025"/>
              <a:gd name="connsiteY275" fmla="*/ 281464 h 523875"/>
              <a:gd name="connsiteX276" fmla="*/ 398621 w 581025"/>
              <a:gd name="connsiteY276" fmla="*/ 290036 h 523875"/>
              <a:gd name="connsiteX277" fmla="*/ 388144 w 581025"/>
              <a:gd name="connsiteY277" fmla="*/ 290989 h 523875"/>
              <a:gd name="connsiteX278" fmla="*/ 388144 w 581025"/>
              <a:gd name="connsiteY278" fmla="*/ 243364 h 523875"/>
              <a:gd name="connsiteX279" fmla="*/ 416719 w 581025"/>
              <a:gd name="connsiteY279" fmla="*/ 241459 h 523875"/>
              <a:gd name="connsiteX280" fmla="*/ 416719 w 581025"/>
              <a:gd name="connsiteY280" fmla="*/ 289084 h 523875"/>
              <a:gd name="connsiteX281" fmla="*/ 399574 w 581025"/>
              <a:gd name="connsiteY281" fmla="*/ 290989 h 523875"/>
              <a:gd name="connsiteX282" fmla="*/ 398621 w 581025"/>
              <a:gd name="connsiteY282" fmla="*/ 290036 h 523875"/>
              <a:gd name="connsiteX283" fmla="*/ 508159 w 581025"/>
              <a:gd name="connsiteY283" fmla="*/ 271939 h 523875"/>
              <a:gd name="connsiteX284" fmla="*/ 492919 w 581025"/>
              <a:gd name="connsiteY284" fmla="*/ 275749 h 523875"/>
              <a:gd name="connsiteX285" fmla="*/ 485299 w 581025"/>
              <a:gd name="connsiteY285" fmla="*/ 277654 h 523875"/>
              <a:gd name="connsiteX286" fmla="*/ 483394 w 581025"/>
              <a:gd name="connsiteY286" fmla="*/ 277654 h 523875"/>
              <a:gd name="connsiteX287" fmla="*/ 483394 w 581025"/>
              <a:gd name="connsiteY287" fmla="*/ 230981 h 523875"/>
              <a:gd name="connsiteX288" fmla="*/ 511969 w 581025"/>
              <a:gd name="connsiteY288" fmla="*/ 224314 h 523875"/>
              <a:gd name="connsiteX289" fmla="*/ 511969 w 581025"/>
              <a:gd name="connsiteY289" fmla="*/ 270034 h 523875"/>
              <a:gd name="connsiteX290" fmla="*/ 508159 w 581025"/>
              <a:gd name="connsiteY290" fmla="*/ 271939 h 523875"/>
              <a:gd name="connsiteX291" fmla="*/ 559594 w 581025"/>
              <a:gd name="connsiteY291" fmla="*/ 179546 h 523875"/>
              <a:gd name="connsiteX292" fmla="*/ 517684 w 581025"/>
              <a:gd name="connsiteY292" fmla="*/ 202406 h 523875"/>
              <a:gd name="connsiteX293" fmla="*/ 517684 w 581025"/>
              <a:gd name="connsiteY293" fmla="*/ 202406 h 523875"/>
              <a:gd name="connsiteX294" fmla="*/ 364331 w 581025"/>
              <a:gd name="connsiteY294" fmla="*/ 225266 h 523875"/>
              <a:gd name="connsiteX295" fmla="*/ 353854 w 581025"/>
              <a:gd name="connsiteY295" fmla="*/ 225266 h 523875"/>
              <a:gd name="connsiteX296" fmla="*/ 345281 w 581025"/>
              <a:gd name="connsiteY296" fmla="*/ 225266 h 523875"/>
              <a:gd name="connsiteX297" fmla="*/ 321469 w 581025"/>
              <a:gd name="connsiteY297" fmla="*/ 225266 h 523875"/>
              <a:gd name="connsiteX298" fmla="*/ 297656 w 581025"/>
              <a:gd name="connsiteY298" fmla="*/ 225266 h 523875"/>
              <a:gd name="connsiteX299" fmla="*/ 289084 w 581025"/>
              <a:gd name="connsiteY299" fmla="*/ 225266 h 523875"/>
              <a:gd name="connsiteX300" fmla="*/ 278606 w 581025"/>
              <a:gd name="connsiteY300" fmla="*/ 225266 h 523875"/>
              <a:gd name="connsiteX301" fmla="*/ 125254 w 581025"/>
              <a:gd name="connsiteY301" fmla="*/ 202406 h 523875"/>
              <a:gd name="connsiteX302" fmla="*/ 125254 w 581025"/>
              <a:gd name="connsiteY302" fmla="*/ 202406 h 523875"/>
              <a:gd name="connsiteX303" fmla="*/ 83344 w 581025"/>
              <a:gd name="connsiteY303" fmla="*/ 179546 h 523875"/>
              <a:gd name="connsiteX304" fmla="*/ 83344 w 581025"/>
              <a:gd name="connsiteY304" fmla="*/ 178594 h 523875"/>
              <a:gd name="connsiteX305" fmla="*/ 85249 w 581025"/>
              <a:gd name="connsiteY305" fmla="*/ 178594 h 523875"/>
              <a:gd name="connsiteX306" fmla="*/ 96679 w 581025"/>
              <a:gd name="connsiteY306" fmla="*/ 181451 h 523875"/>
              <a:gd name="connsiteX307" fmla="*/ 158591 w 581025"/>
              <a:gd name="connsiteY307" fmla="*/ 190976 h 523875"/>
              <a:gd name="connsiteX308" fmla="*/ 158591 w 581025"/>
              <a:gd name="connsiteY308" fmla="*/ 190976 h 523875"/>
              <a:gd name="connsiteX309" fmla="*/ 158591 w 581025"/>
              <a:gd name="connsiteY309" fmla="*/ 190976 h 523875"/>
              <a:gd name="connsiteX310" fmla="*/ 206216 w 581025"/>
              <a:gd name="connsiteY310" fmla="*/ 194786 h 523875"/>
              <a:gd name="connsiteX311" fmla="*/ 206216 w 581025"/>
              <a:gd name="connsiteY311" fmla="*/ 194786 h 523875"/>
              <a:gd name="connsiteX312" fmla="*/ 206216 w 581025"/>
              <a:gd name="connsiteY312" fmla="*/ 194786 h 523875"/>
              <a:gd name="connsiteX313" fmla="*/ 241459 w 581025"/>
              <a:gd name="connsiteY313" fmla="*/ 196691 h 523875"/>
              <a:gd name="connsiteX314" fmla="*/ 263366 w 581025"/>
              <a:gd name="connsiteY314" fmla="*/ 196691 h 523875"/>
              <a:gd name="connsiteX315" fmla="*/ 278606 w 581025"/>
              <a:gd name="connsiteY315" fmla="*/ 196691 h 523875"/>
              <a:gd name="connsiteX316" fmla="*/ 456724 w 581025"/>
              <a:gd name="connsiteY316" fmla="*/ 174784 h 523875"/>
              <a:gd name="connsiteX317" fmla="*/ 462439 w 581025"/>
              <a:gd name="connsiteY317" fmla="*/ 172879 h 523875"/>
              <a:gd name="connsiteX318" fmla="*/ 466249 w 581025"/>
              <a:gd name="connsiteY318" fmla="*/ 171926 h 523875"/>
              <a:gd name="connsiteX319" fmla="*/ 475774 w 581025"/>
              <a:gd name="connsiteY319" fmla="*/ 168116 h 523875"/>
              <a:gd name="connsiteX320" fmla="*/ 477679 w 581025"/>
              <a:gd name="connsiteY320" fmla="*/ 167164 h 523875"/>
              <a:gd name="connsiteX321" fmla="*/ 485299 w 581025"/>
              <a:gd name="connsiteY321" fmla="*/ 164306 h 523875"/>
              <a:gd name="connsiteX322" fmla="*/ 487204 w 581025"/>
              <a:gd name="connsiteY322" fmla="*/ 163354 h 523875"/>
              <a:gd name="connsiteX323" fmla="*/ 494824 w 581025"/>
              <a:gd name="connsiteY323" fmla="*/ 159544 h 523875"/>
              <a:gd name="connsiteX324" fmla="*/ 497681 w 581025"/>
              <a:gd name="connsiteY324" fmla="*/ 157639 h 523875"/>
              <a:gd name="connsiteX325" fmla="*/ 501491 w 581025"/>
              <a:gd name="connsiteY325" fmla="*/ 155734 h 523875"/>
              <a:gd name="connsiteX326" fmla="*/ 503396 w 581025"/>
              <a:gd name="connsiteY326" fmla="*/ 154781 h 523875"/>
              <a:gd name="connsiteX327" fmla="*/ 559594 w 581025"/>
              <a:gd name="connsiteY327" fmla="*/ 179546 h 523875"/>
              <a:gd name="connsiteX328" fmla="*/ 264319 w 581025"/>
              <a:gd name="connsiteY328" fmla="*/ 26194 h 523875"/>
              <a:gd name="connsiteX329" fmla="*/ 502444 w 581025"/>
              <a:gd name="connsiteY329" fmla="*/ 65246 h 523875"/>
              <a:gd name="connsiteX330" fmla="*/ 460534 w 581025"/>
              <a:gd name="connsiteY330" fmla="*/ 88106 h 523875"/>
              <a:gd name="connsiteX331" fmla="*/ 460534 w 581025"/>
              <a:gd name="connsiteY331" fmla="*/ 88106 h 523875"/>
              <a:gd name="connsiteX332" fmla="*/ 307181 w 581025"/>
              <a:gd name="connsiteY332" fmla="*/ 110966 h 523875"/>
              <a:gd name="connsiteX333" fmla="*/ 296704 w 581025"/>
              <a:gd name="connsiteY333" fmla="*/ 110966 h 523875"/>
              <a:gd name="connsiteX334" fmla="*/ 288131 w 581025"/>
              <a:gd name="connsiteY334" fmla="*/ 110966 h 523875"/>
              <a:gd name="connsiteX335" fmla="*/ 264319 w 581025"/>
              <a:gd name="connsiteY335" fmla="*/ 110966 h 523875"/>
              <a:gd name="connsiteX336" fmla="*/ 240506 w 581025"/>
              <a:gd name="connsiteY336" fmla="*/ 110966 h 523875"/>
              <a:gd name="connsiteX337" fmla="*/ 231934 w 581025"/>
              <a:gd name="connsiteY337" fmla="*/ 110966 h 523875"/>
              <a:gd name="connsiteX338" fmla="*/ 221456 w 581025"/>
              <a:gd name="connsiteY338" fmla="*/ 110966 h 523875"/>
              <a:gd name="connsiteX339" fmla="*/ 68104 w 581025"/>
              <a:gd name="connsiteY339" fmla="*/ 88106 h 523875"/>
              <a:gd name="connsiteX340" fmla="*/ 68104 w 581025"/>
              <a:gd name="connsiteY340" fmla="*/ 88106 h 523875"/>
              <a:gd name="connsiteX341" fmla="*/ 26194 w 581025"/>
              <a:gd name="connsiteY341" fmla="*/ 65246 h 523875"/>
              <a:gd name="connsiteX342" fmla="*/ 264319 w 581025"/>
              <a:gd name="connsiteY342" fmla="*/ 26194 h 523875"/>
              <a:gd name="connsiteX343" fmla="*/ 26194 w 581025"/>
              <a:gd name="connsiteY343" fmla="*/ 130969 h 523875"/>
              <a:gd name="connsiteX344" fmla="*/ 26194 w 581025"/>
              <a:gd name="connsiteY344" fmla="*/ 91916 h 523875"/>
              <a:gd name="connsiteX345" fmla="*/ 54769 w 581025"/>
              <a:gd name="connsiteY345" fmla="*/ 105251 h 523875"/>
              <a:gd name="connsiteX346" fmla="*/ 54769 w 581025"/>
              <a:gd name="connsiteY346" fmla="*/ 150019 h 523875"/>
              <a:gd name="connsiteX347" fmla="*/ 26194 w 581025"/>
              <a:gd name="connsiteY347" fmla="*/ 130969 h 523875"/>
              <a:gd name="connsiteX348" fmla="*/ 71914 w 581025"/>
              <a:gd name="connsiteY348" fmla="*/ 262414 h 523875"/>
              <a:gd name="connsiteX349" fmla="*/ 71914 w 581025"/>
              <a:gd name="connsiteY349" fmla="*/ 262414 h 523875"/>
              <a:gd name="connsiteX350" fmla="*/ 146209 w 581025"/>
              <a:gd name="connsiteY350" fmla="*/ 293846 h 523875"/>
              <a:gd name="connsiteX351" fmla="*/ 148114 w 581025"/>
              <a:gd name="connsiteY351" fmla="*/ 294799 h 523875"/>
              <a:gd name="connsiteX352" fmla="*/ 155734 w 581025"/>
              <a:gd name="connsiteY352" fmla="*/ 296704 h 523875"/>
              <a:gd name="connsiteX353" fmla="*/ 263366 w 581025"/>
              <a:gd name="connsiteY353" fmla="*/ 310039 h 523875"/>
              <a:gd name="connsiteX354" fmla="*/ 263366 w 581025"/>
              <a:gd name="connsiteY354" fmla="*/ 310039 h 523875"/>
              <a:gd name="connsiteX355" fmla="*/ 263366 w 581025"/>
              <a:gd name="connsiteY355" fmla="*/ 310039 h 523875"/>
              <a:gd name="connsiteX356" fmla="*/ 303371 w 581025"/>
              <a:gd name="connsiteY356" fmla="*/ 311944 h 523875"/>
              <a:gd name="connsiteX357" fmla="*/ 320516 w 581025"/>
              <a:gd name="connsiteY357" fmla="*/ 311944 h 523875"/>
              <a:gd name="connsiteX358" fmla="*/ 340519 w 581025"/>
              <a:gd name="connsiteY358" fmla="*/ 311944 h 523875"/>
              <a:gd name="connsiteX359" fmla="*/ 377666 w 581025"/>
              <a:gd name="connsiteY359" fmla="*/ 310039 h 523875"/>
              <a:gd name="connsiteX360" fmla="*/ 377666 w 581025"/>
              <a:gd name="connsiteY360" fmla="*/ 310039 h 523875"/>
              <a:gd name="connsiteX361" fmla="*/ 377666 w 581025"/>
              <a:gd name="connsiteY361" fmla="*/ 310039 h 523875"/>
              <a:gd name="connsiteX362" fmla="*/ 487204 w 581025"/>
              <a:gd name="connsiteY362" fmla="*/ 295751 h 523875"/>
              <a:gd name="connsiteX363" fmla="*/ 458629 w 581025"/>
              <a:gd name="connsiteY363" fmla="*/ 307181 h 523875"/>
              <a:gd name="connsiteX364" fmla="*/ 458629 w 581025"/>
              <a:gd name="connsiteY364" fmla="*/ 307181 h 523875"/>
              <a:gd name="connsiteX365" fmla="*/ 293846 w 581025"/>
              <a:gd name="connsiteY365" fmla="*/ 330041 h 523875"/>
              <a:gd name="connsiteX366" fmla="*/ 287179 w 581025"/>
              <a:gd name="connsiteY366" fmla="*/ 330041 h 523875"/>
              <a:gd name="connsiteX367" fmla="*/ 280511 w 581025"/>
              <a:gd name="connsiteY367" fmla="*/ 330041 h 523875"/>
              <a:gd name="connsiteX368" fmla="*/ 262414 w 581025"/>
              <a:gd name="connsiteY368" fmla="*/ 330041 h 523875"/>
              <a:gd name="connsiteX369" fmla="*/ 238601 w 581025"/>
              <a:gd name="connsiteY369" fmla="*/ 330041 h 523875"/>
              <a:gd name="connsiteX370" fmla="*/ 230029 w 581025"/>
              <a:gd name="connsiteY370" fmla="*/ 330041 h 523875"/>
              <a:gd name="connsiteX371" fmla="*/ 219551 w 581025"/>
              <a:gd name="connsiteY371" fmla="*/ 330041 h 523875"/>
              <a:gd name="connsiteX372" fmla="*/ 66199 w 581025"/>
              <a:gd name="connsiteY372" fmla="*/ 307181 h 523875"/>
              <a:gd name="connsiteX373" fmla="*/ 66199 w 581025"/>
              <a:gd name="connsiteY373" fmla="*/ 307181 h 523875"/>
              <a:gd name="connsiteX374" fmla="*/ 24289 w 581025"/>
              <a:gd name="connsiteY374" fmla="*/ 284321 h 523875"/>
              <a:gd name="connsiteX375" fmla="*/ 71914 w 581025"/>
              <a:gd name="connsiteY375" fmla="*/ 262414 h 523875"/>
              <a:gd name="connsiteX376" fmla="*/ 26194 w 581025"/>
              <a:gd name="connsiteY376" fmla="*/ 350044 h 523875"/>
              <a:gd name="connsiteX377" fmla="*/ 26194 w 581025"/>
              <a:gd name="connsiteY377" fmla="*/ 310991 h 523875"/>
              <a:gd name="connsiteX378" fmla="*/ 54769 w 581025"/>
              <a:gd name="connsiteY378" fmla="*/ 324326 h 523875"/>
              <a:gd name="connsiteX379" fmla="*/ 54769 w 581025"/>
              <a:gd name="connsiteY379" fmla="*/ 369094 h 523875"/>
              <a:gd name="connsiteX380" fmla="*/ 49054 w 581025"/>
              <a:gd name="connsiteY380" fmla="*/ 367189 h 523875"/>
              <a:gd name="connsiteX381" fmla="*/ 49054 w 581025"/>
              <a:gd name="connsiteY381" fmla="*/ 367189 h 523875"/>
              <a:gd name="connsiteX382" fmla="*/ 26194 w 581025"/>
              <a:gd name="connsiteY382" fmla="*/ 350044 h 523875"/>
              <a:gd name="connsiteX383" fmla="*/ 54769 w 581025"/>
              <a:gd name="connsiteY383" fmla="*/ 454819 h 523875"/>
              <a:gd name="connsiteX384" fmla="*/ 54769 w 581025"/>
              <a:gd name="connsiteY384" fmla="*/ 415766 h 523875"/>
              <a:gd name="connsiteX385" fmla="*/ 83344 w 581025"/>
              <a:gd name="connsiteY385" fmla="*/ 429101 h 523875"/>
              <a:gd name="connsiteX386" fmla="*/ 83344 w 581025"/>
              <a:gd name="connsiteY386" fmla="*/ 473869 h 523875"/>
              <a:gd name="connsiteX387" fmla="*/ 54769 w 581025"/>
              <a:gd name="connsiteY387" fmla="*/ 454819 h 523875"/>
              <a:gd name="connsiteX388" fmla="*/ 502444 w 581025"/>
              <a:gd name="connsiteY388" fmla="*/ 473869 h 523875"/>
              <a:gd name="connsiteX389" fmla="*/ 502444 w 581025"/>
              <a:gd name="connsiteY389" fmla="*/ 428149 h 523875"/>
              <a:gd name="connsiteX390" fmla="*/ 531019 w 581025"/>
              <a:gd name="connsiteY390" fmla="*/ 414814 h 523875"/>
              <a:gd name="connsiteX391" fmla="*/ 531019 w 581025"/>
              <a:gd name="connsiteY391" fmla="*/ 454819 h 523875"/>
              <a:gd name="connsiteX392" fmla="*/ 502444 w 581025"/>
              <a:gd name="connsiteY392" fmla="*/ 473869 h 523875"/>
              <a:gd name="connsiteX393" fmla="*/ 531019 w 581025"/>
              <a:gd name="connsiteY393" fmla="*/ 389096 h 523875"/>
              <a:gd name="connsiteX394" fmla="*/ 489109 w 581025"/>
              <a:gd name="connsiteY394" fmla="*/ 411956 h 523875"/>
              <a:gd name="connsiteX395" fmla="*/ 489109 w 581025"/>
              <a:gd name="connsiteY395" fmla="*/ 411956 h 523875"/>
              <a:gd name="connsiteX396" fmla="*/ 335756 w 581025"/>
              <a:gd name="connsiteY396" fmla="*/ 434816 h 523875"/>
              <a:gd name="connsiteX397" fmla="*/ 325279 w 581025"/>
              <a:gd name="connsiteY397" fmla="*/ 434816 h 523875"/>
              <a:gd name="connsiteX398" fmla="*/ 316706 w 581025"/>
              <a:gd name="connsiteY398" fmla="*/ 434816 h 523875"/>
              <a:gd name="connsiteX399" fmla="*/ 292894 w 581025"/>
              <a:gd name="connsiteY399" fmla="*/ 434816 h 523875"/>
              <a:gd name="connsiteX400" fmla="*/ 269081 w 581025"/>
              <a:gd name="connsiteY400" fmla="*/ 434816 h 523875"/>
              <a:gd name="connsiteX401" fmla="*/ 260509 w 581025"/>
              <a:gd name="connsiteY401" fmla="*/ 434816 h 523875"/>
              <a:gd name="connsiteX402" fmla="*/ 250031 w 581025"/>
              <a:gd name="connsiteY402" fmla="*/ 434816 h 523875"/>
              <a:gd name="connsiteX403" fmla="*/ 96679 w 581025"/>
              <a:gd name="connsiteY403" fmla="*/ 411956 h 523875"/>
              <a:gd name="connsiteX404" fmla="*/ 96679 w 581025"/>
              <a:gd name="connsiteY404" fmla="*/ 411956 h 523875"/>
              <a:gd name="connsiteX405" fmla="*/ 54769 w 581025"/>
              <a:gd name="connsiteY405" fmla="*/ 389096 h 523875"/>
              <a:gd name="connsiteX406" fmla="*/ 63341 w 581025"/>
              <a:gd name="connsiteY406" fmla="*/ 391954 h 523875"/>
              <a:gd name="connsiteX407" fmla="*/ 64294 w 581025"/>
              <a:gd name="connsiteY407" fmla="*/ 391954 h 523875"/>
              <a:gd name="connsiteX408" fmla="*/ 71914 w 581025"/>
              <a:gd name="connsiteY408" fmla="*/ 393859 h 523875"/>
              <a:gd name="connsiteX409" fmla="*/ 74771 w 581025"/>
              <a:gd name="connsiteY409" fmla="*/ 394811 h 523875"/>
              <a:gd name="connsiteX410" fmla="*/ 79534 w 581025"/>
              <a:gd name="connsiteY410" fmla="*/ 395764 h 523875"/>
              <a:gd name="connsiteX411" fmla="*/ 206216 w 581025"/>
              <a:gd name="connsiteY411" fmla="*/ 413861 h 523875"/>
              <a:gd name="connsiteX412" fmla="*/ 206216 w 581025"/>
              <a:gd name="connsiteY412" fmla="*/ 413861 h 523875"/>
              <a:gd name="connsiteX413" fmla="*/ 206216 w 581025"/>
              <a:gd name="connsiteY413" fmla="*/ 413861 h 523875"/>
              <a:gd name="connsiteX414" fmla="*/ 250984 w 581025"/>
              <a:gd name="connsiteY414" fmla="*/ 415766 h 523875"/>
              <a:gd name="connsiteX415" fmla="*/ 263366 w 581025"/>
              <a:gd name="connsiteY415" fmla="*/ 415766 h 523875"/>
              <a:gd name="connsiteX416" fmla="*/ 279559 w 581025"/>
              <a:gd name="connsiteY416" fmla="*/ 415766 h 523875"/>
              <a:gd name="connsiteX417" fmla="*/ 320516 w 581025"/>
              <a:gd name="connsiteY417" fmla="*/ 413861 h 523875"/>
              <a:gd name="connsiteX418" fmla="*/ 320516 w 581025"/>
              <a:gd name="connsiteY418" fmla="*/ 413861 h 523875"/>
              <a:gd name="connsiteX419" fmla="*/ 320516 w 581025"/>
              <a:gd name="connsiteY419" fmla="*/ 413861 h 523875"/>
              <a:gd name="connsiteX420" fmla="*/ 368141 w 581025"/>
              <a:gd name="connsiteY420" fmla="*/ 410051 h 523875"/>
              <a:gd name="connsiteX421" fmla="*/ 368141 w 581025"/>
              <a:gd name="connsiteY421" fmla="*/ 410051 h 523875"/>
              <a:gd name="connsiteX422" fmla="*/ 369094 w 581025"/>
              <a:gd name="connsiteY422" fmla="*/ 410051 h 523875"/>
              <a:gd name="connsiteX423" fmla="*/ 416719 w 581025"/>
              <a:gd name="connsiteY423" fmla="*/ 402431 h 523875"/>
              <a:gd name="connsiteX424" fmla="*/ 426244 w 581025"/>
              <a:gd name="connsiteY424" fmla="*/ 400526 h 523875"/>
              <a:gd name="connsiteX425" fmla="*/ 428149 w 581025"/>
              <a:gd name="connsiteY425" fmla="*/ 400526 h 523875"/>
              <a:gd name="connsiteX426" fmla="*/ 497681 w 581025"/>
              <a:gd name="connsiteY426" fmla="*/ 377666 h 523875"/>
              <a:gd name="connsiteX427" fmla="*/ 500539 w 581025"/>
              <a:gd name="connsiteY427" fmla="*/ 375761 h 523875"/>
              <a:gd name="connsiteX428" fmla="*/ 503396 w 581025"/>
              <a:gd name="connsiteY428" fmla="*/ 373856 h 523875"/>
              <a:gd name="connsiteX429" fmla="*/ 506254 w 581025"/>
              <a:gd name="connsiteY429" fmla="*/ 371951 h 523875"/>
              <a:gd name="connsiteX430" fmla="*/ 531019 w 581025"/>
              <a:gd name="connsiteY430" fmla="*/ 389096 h 523875"/>
              <a:gd name="connsiteX431" fmla="*/ 531019 w 581025"/>
              <a:gd name="connsiteY431" fmla="*/ 264319 h 523875"/>
              <a:gd name="connsiteX432" fmla="*/ 531019 w 581025"/>
              <a:gd name="connsiteY432" fmla="*/ 218599 h 523875"/>
              <a:gd name="connsiteX433" fmla="*/ 559594 w 581025"/>
              <a:gd name="connsiteY433" fmla="*/ 205264 h 523875"/>
              <a:gd name="connsiteX434" fmla="*/ 559594 w 581025"/>
              <a:gd name="connsiteY434" fmla="*/ 245269 h 523875"/>
              <a:gd name="connsiteX435" fmla="*/ 531019 w 581025"/>
              <a:gd name="connsiteY435" fmla="*/ 264319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</a:cxnLst>
            <a:rect l="l" t="t" r="r" b="b"/>
            <a:pathLst>
              <a:path w="581025" h="523875">
                <a:moveTo>
                  <a:pt x="578644" y="178594"/>
                </a:moveTo>
                <a:cubicBezTo>
                  <a:pt x="577691" y="162401"/>
                  <a:pt x="558641" y="150019"/>
                  <a:pt x="519589" y="139541"/>
                </a:cubicBezTo>
                <a:cubicBezTo>
                  <a:pt x="520541" y="136684"/>
                  <a:pt x="521494" y="133826"/>
                  <a:pt x="521494" y="130969"/>
                </a:cubicBezTo>
                <a:lnTo>
                  <a:pt x="521494" y="64294"/>
                </a:lnTo>
                <a:lnTo>
                  <a:pt x="521494" y="64294"/>
                </a:lnTo>
                <a:cubicBezTo>
                  <a:pt x="517684" y="9049"/>
                  <a:pt x="290989" y="7144"/>
                  <a:pt x="264319" y="7144"/>
                </a:cubicBezTo>
                <a:cubicBezTo>
                  <a:pt x="237649" y="7144"/>
                  <a:pt x="10954" y="9049"/>
                  <a:pt x="7144" y="64294"/>
                </a:cubicBezTo>
                <a:lnTo>
                  <a:pt x="7144" y="64294"/>
                </a:lnTo>
                <a:lnTo>
                  <a:pt x="7144" y="65246"/>
                </a:lnTo>
                <a:lnTo>
                  <a:pt x="7144" y="65246"/>
                </a:lnTo>
                <a:lnTo>
                  <a:pt x="7144" y="65246"/>
                </a:lnTo>
                <a:lnTo>
                  <a:pt x="7144" y="130969"/>
                </a:lnTo>
                <a:cubicBezTo>
                  <a:pt x="7144" y="149066"/>
                  <a:pt x="30956" y="163354"/>
                  <a:pt x="65246" y="173831"/>
                </a:cubicBezTo>
                <a:cubicBezTo>
                  <a:pt x="65246" y="175736"/>
                  <a:pt x="64294" y="176689"/>
                  <a:pt x="64294" y="178594"/>
                </a:cubicBezTo>
                <a:lnTo>
                  <a:pt x="64294" y="178594"/>
                </a:lnTo>
                <a:lnTo>
                  <a:pt x="64294" y="179546"/>
                </a:lnTo>
                <a:lnTo>
                  <a:pt x="64294" y="179546"/>
                </a:lnTo>
                <a:lnTo>
                  <a:pt x="64294" y="179546"/>
                </a:lnTo>
                <a:lnTo>
                  <a:pt x="64294" y="245269"/>
                </a:lnTo>
                <a:cubicBezTo>
                  <a:pt x="27146" y="254794"/>
                  <a:pt x="8096" y="267176"/>
                  <a:pt x="7144" y="283369"/>
                </a:cubicBezTo>
                <a:lnTo>
                  <a:pt x="7144" y="283369"/>
                </a:lnTo>
                <a:lnTo>
                  <a:pt x="7144" y="284321"/>
                </a:lnTo>
                <a:lnTo>
                  <a:pt x="7144" y="284321"/>
                </a:lnTo>
                <a:lnTo>
                  <a:pt x="7144" y="284321"/>
                </a:lnTo>
                <a:lnTo>
                  <a:pt x="7144" y="350044"/>
                </a:lnTo>
                <a:cubicBezTo>
                  <a:pt x="7144" y="362426"/>
                  <a:pt x="18574" y="372904"/>
                  <a:pt x="36671" y="382429"/>
                </a:cubicBezTo>
                <a:cubicBezTo>
                  <a:pt x="36671" y="384334"/>
                  <a:pt x="35719" y="386239"/>
                  <a:pt x="35719" y="388144"/>
                </a:cubicBezTo>
                <a:lnTo>
                  <a:pt x="35719" y="388144"/>
                </a:lnTo>
                <a:lnTo>
                  <a:pt x="35719" y="389096"/>
                </a:lnTo>
                <a:lnTo>
                  <a:pt x="35719" y="389096"/>
                </a:lnTo>
                <a:lnTo>
                  <a:pt x="35719" y="389096"/>
                </a:lnTo>
                <a:lnTo>
                  <a:pt x="35719" y="454819"/>
                </a:lnTo>
                <a:cubicBezTo>
                  <a:pt x="35719" y="486251"/>
                  <a:pt x="107156" y="506254"/>
                  <a:pt x="186214" y="515779"/>
                </a:cubicBezTo>
                <a:cubicBezTo>
                  <a:pt x="187166" y="515779"/>
                  <a:pt x="187166" y="515779"/>
                  <a:pt x="188119" y="515779"/>
                </a:cubicBezTo>
                <a:cubicBezTo>
                  <a:pt x="188119" y="515779"/>
                  <a:pt x="188119" y="515779"/>
                  <a:pt x="189071" y="515779"/>
                </a:cubicBezTo>
                <a:cubicBezTo>
                  <a:pt x="204311" y="517684"/>
                  <a:pt x="219551" y="518636"/>
                  <a:pt x="234791" y="519589"/>
                </a:cubicBezTo>
                <a:cubicBezTo>
                  <a:pt x="234791" y="519589"/>
                  <a:pt x="235744" y="519589"/>
                  <a:pt x="235744" y="519589"/>
                </a:cubicBezTo>
                <a:cubicBezTo>
                  <a:pt x="235744" y="519589"/>
                  <a:pt x="235744" y="519589"/>
                  <a:pt x="236696" y="519589"/>
                </a:cubicBezTo>
                <a:cubicBezTo>
                  <a:pt x="255746" y="520541"/>
                  <a:pt x="275749" y="521494"/>
                  <a:pt x="292894" y="521494"/>
                </a:cubicBezTo>
                <a:cubicBezTo>
                  <a:pt x="310039" y="521494"/>
                  <a:pt x="330041" y="520541"/>
                  <a:pt x="349091" y="519589"/>
                </a:cubicBezTo>
                <a:cubicBezTo>
                  <a:pt x="349091" y="519589"/>
                  <a:pt x="349091" y="519589"/>
                  <a:pt x="350044" y="519589"/>
                </a:cubicBezTo>
                <a:cubicBezTo>
                  <a:pt x="350044" y="519589"/>
                  <a:pt x="350996" y="519589"/>
                  <a:pt x="350996" y="519589"/>
                </a:cubicBezTo>
                <a:cubicBezTo>
                  <a:pt x="366236" y="518636"/>
                  <a:pt x="381476" y="517684"/>
                  <a:pt x="396716" y="515779"/>
                </a:cubicBezTo>
                <a:cubicBezTo>
                  <a:pt x="396716" y="515779"/>
                  <a:pt x="396716" y="515779"/>
                  <a:pt x="397669" y="515779"/>
                </a:cubicBezTo>
                <a:cubicBezTo>
                  <a:pt x="398621" y="515779"/>
                  <a:pt x="398621" y="515779"/>
                  <a:pt x="399574" y="515779"/>
                </a:cubicBezTo>
                <a:cubicBezTo>
                  <a:pt x="478631" y="506254"/>
                  <a:pt x="550069" y="487204"/>
                  <a:pt x="550069" y="454819"/>
                </a:cubicBezTo>
                <a:lnTo>
                  <a:pt x="550069" y="388144"/>
                </a:lnTo>
                <a:lnTo>
                  <a:pt x="550069" y="388144"/>
                </a:lnTo>
                <a:cubicBezTo>
                  <a:pt x="549116" y="376714"/>
                  <a:pt x="539591" y="367189"/>
                  <a:pt x="519589" y="358616"/>
                </a:cubicBezTo>
                <a:cubicBezTo>
                  <a:pt x="520541" y="355759"/>
                  <a:pt x="521494" y="352901"/>
                  <a:pt x="521494" y="350044"/>
                </a:cubicBezTo>
                <a:lnTo>
                  <a:pt x="521494" y="288131"/>
                </a:lnTo>
                <a:cubicBezTo>
                  <a:pt x="555784" y="277654"/>
                  <a:pt x="578644" y="263366"/>
                  <a:pt x="578644" y="245269"/>
                </a:cubicBezTo>
                <a:lnTo>
                  <a:pt x="578644" y="178594"/>
                </a:lnTo>
                <a:lnTo>
                  <a:pt x="578644" y="178594"/>
                </a:lnTo>
                <a:close/>
                <a:moveTo>
                  <a:pt x="501491" y="352901"/>
                </a:moveTo>
                <a:lnTo>
                  <a:pt x="498634" y="355759"/>
                </a:lnTo>
                <a:cubicBezTo>
                  <a:pt x="492919" y="360521"/>
                  <a:pt x="485299" y="364331"/>
                  <a:pt x="473869" y="369094"/>
                </a:cubicBezTo>
                <a:lnTo>
                  <a:pt x="473869" y="323374"/>
                </a:lnTo>
                <a:cubicBezTo>
                  <a:pt x="485299" y="319564"/>
                  <a:pt x="494824" y="314801"/>
                  <a:pt x="502444" y="310039"/>
                </a:cubicBezTo>
                <a:lnTo>
                  <a:pt x="502444" y="350044"/>
                </a:lnTo>
                <a:cubicBezTo>
                  <a:pt x="502444" y="350996"/>
                  <a:pt x="502444" y="351949"/>
                  <a:pt x="501491" y="352901"/>
                </a:cubicBezTo>
                <a:close/>
                <a:moveTo>
                  <a:pt x="288131" y="397669"/>
                </a:moveTo>
                <a:cubicBezTo>
                  <a:pt x="287179" y="397669"/>
                  <a:pt x="285274" y="397669"/>
                  <a:pt x="284321" y="397669"/>
                </a:cubicBezTo>
                <a:cubicBezTo>
                  <a:pt x="280511" y="397669"/>
                  <a:pt x="277654" y="397669"/>
                  <a:pt x="273844" y="397669"/>
                </a:cubicBezTo>
                <a:lnTo>
                  <a:pt x="273844" y="350044"/>
                </a:lnTo>
                <a:cubicBezTo>
                  <a:pt x="276701" y="350044"/>
                  <a:pt x="278606" y="350044"/>
                  <a:pt x="281464" y="350044"/>
                </a:cubicBezTo>
                <a:cubicBezTo>
                  <a:pt x="282416" y="350044"/>
                  <a:pt x="282416" y="350044"/>
                  <a:pt x="283369" y="350044"/>
                </a:cubicBezTo>
                <a:cubicBezTo>
                  <a:pt x="292894" y="350044"/>
                  <a:pt x="302419" y="350044"/>
                  <a:pt x="311944" y="349091"/>
                </a:cubicBezTo>
                <a:lnTo>
                  <a:pt x="311944" y="396716"/>
                </a:lnTo>
                <a:cubicBezTo>
                  <a:pt x="310039" y="396716"/>
                  <a:pt x="308134" y="396716"/>
                  <a:pt x="306229" y="396716"/>
                </a:cubicBezTo>
                <a:cubicBezTo>
                  <a:pt x="300514" y="396716"/>
                  <a:pt x="293846" y="397669"/>
                  <a:pt x="288131" y="397669"/>
                </a:cubicBezTo>
                <a:close/>
                <a:moveTo>
                  <a:pt x="247174" y="397669"/>
                </a:moveTo>
                <a:cubicBezTo>
                  <a:pt x="242411" y="397669"/>
                  <a:pt x="238601" y="397669"/>
                  <a:pt x="233839" y="397669"/>
                </a:cubicBezTo>
                <a:cubicBezTo>
                  <a:pt x="232886" y="397669"/>
                  <a:pt x="232886" y="397669"/>
                  <a:pt x="231934" y="397669"/>
                </a:cubicBezTo>
                <a:cubicBezTo>
                  <a:pt x="227171" y="397669"/>
                  <a:pt x="221456" y="397669"/>
                  <a:pt x="216694" y="396716"/>
                </a:cubicBezTo>
                <a:lnTo>
                  <a:pt x="216694" y="349091"/>
                </a:lnTo>
                <a:cubicBezTo>
                  <a:pt x="226219" y="349091"/>
                  <a:pt x="235744" y="350044"/>
                  <a:pt x="245269" y="350044"/>
                </a:cubicBezTo>
                <a:cubicBezTo>
                  <a:pt x="246221" y="350044"/>
                  <a:pt x="246221" y="350044"/>
                  <a:pt x="247174" y="350044"/>
                </a:cubicBezTo>
                <a:cubicBezTo>
                  <a:pt x="250031" y="350044"/>
                  <a:pt x="251936" y="350044"/>
                  <a:pt x="254794" y="350044"/>
                </a:cubicBezTo>
                <a:lnTo>
                  <a:pt x="254794" y="397669"/>
                </a:lnTo>
                <a:cubicBezTo>
                  <a:pt x="252889" y="397669"/>
                  <a:pt x="250984" y="397669"/>
                  <a:pt x="249079" y="397669"/>
                </a:cubicBezTo>
                <a:cubicBezTo>
                  <a:pt x="248126" y="397669"/>
                  <a:pt x="247174" y="397669"/>
                  <a:pt x="247174" y="397669"/>
                </a:cubicBezTo>
                <a:close/>
                <a:moveTo>
                  <a:pt x="74771" y="375761"/>
                </a:moveTo>
                <a:cubicBezTo>
                  <a:pt x="74771" y="375761"/>
                  <a:pt x="73819" y="375761"/>
                  <a:pt x="74771" y="375761"/>
                </a:cubicBezTo>
                <a:lnTo>
                  <a:pt x="73819" y="329089"/>
                </a:lnTo>
                <a:cubicBezTo>
                  <a:pt x="82391" y="331946"/>
                  <a:pt x="91916" y="333851"/>
                  <a:pt x="102394" y="335756"/>
                </a:cubicBezTo>
                <a:lnTo>
                  <a:pt x="102394" y="382429"/>
                </a:lnTo>
                <a:cubicBezTo>
                  <a:pt x="93821" y="380524"/>
                  <a:pt x="85249" y="378619"/>
                  <a:pt x="78581" y="376714"/>
                </a:cubicBezTo>
                <a:cubicBezTo>
                  <a:pt x="76676" y="376714"/>
                  <a:pt x="75724" y="375761"/>
                  <a:pt x="74771" y="375761"/>
                </a:cubicBezTo>
                <a:close/>
                <a:moveTo>
                  <a:pt x="275749" y="454819"/>
                </a:moveTo>
                <a:cubicBezTo>
                  <a:pt x="278606" y="454819"/>
                  <a:pt x="280511" y="454819"/>
                  <a:pt x="283369" y="454819"/>
                </a:cubicBezTo>
                <a:lnTo>
                  <a:pt x="283369" y="502444"/>
                </a:lnTo>
                <a:cubicBezTo>
                  <a:pt x="270034" y="502444"/>
                  <a:pt x="257651" y="501491"/>
                  <a:pt x="245269" y="501491"/>
                </a:cubicBezTo>
                <a:lnTo>
                  <a:pt x="245269" y="453866"/>
                </a:lnTo>
                <a:cubicBezTo>
                  <a:pt x="254794" y="453866"/>
                  <a:pt x="264319" y="454819"/>
                  <a:pt x="273844" y="454819"/>
                </a:cubicBezTo>
                <a:cubicBezTo>
                  <a:pt x="274796" y="454819"/>
                  <a:pt x="274796" y="454819"/>
                  <a:pt x="275749" y="454819"/>
                </a:cubicBezTo>
                <a:close/>
                <a:moveTo>
                  <a:pt x="311944" y="454819"/>
                </a:moveTo>
                <a:cubicBezTo>
                  <a:pt x="321469" y="454819"/>
                  <a:pt x="330994" y="454819"/>
                  <a:pt x="340519" y="453866"/>
                </a:cubicBezTo>
                <a:lnTo>
                  <a:pt x="340519" y="501491"/>
                </a:lnTo>
                <a:cubicBezTo>
                  <a:pt x="328136" y="502444"/>
                  <a:pt x="315754" y="502444"/>
                  <a:pt x="302419" y="502444"/>
                </a:cubicBezTo>
                <a:lnTo>
                  <a:pt x="302419" y="454819"/>
                </a:lnTo>
                <a:cubicBezTo>
                  <a:pt x="305276" y="454819"/>
                  <a:pt x="307181" y="454819"/>
                  <a:pt x="310039" y="454819"/>
                </a:cubicBezTo>
                <a:cubicBezTo>
                  <a:pt x="310991" y="454819"/>
                  <a:pt x="310991" y="454819"/>
                  <a:pt x="311944" y="454819"/>
                </a:cubicBezTo>
                <a:close/>
                <a:moveTo>
                  <a:pt x="388144" y="450056"/>
                </a:moveTo>
                <a:lnTo>
                  <a:pt x="388144" y="497681"/>
                </a:lnTo>
                <a:cubicBezTo>
                  <a:pt x="378619" y="498634"/>
                  <a:pt x="369094" y="499586"/>
                  <a:pt x="359569" y="500539"/>
                </a:cubicBezTo>
                <a:lnTo>
                  <a:pt x="359569" y="452914"/>
                </a:lnTo>
                <a:cubicBezTo>
                  <a:pt x="369094" y="451961"/>
                  <a:pt x="378619" y="451009"/>
                  <a:pt x="388144" y="450056"/>
                </a:cubicBezTo>
                <a:close/>
                <a:moveTo>
                  <a:pt x="407194" y="448151"/>
                </a:moveTo>
                <a:cubicBezTo>
                  <a:pt x="416719" y="447199"/>
                  <a:pt x="426244" y="445294"/>
                  <a:pt x="435769" y="444341"/>
                </a:cubicBezTo>
                <a:lnTo>
                  <a:pt x="435769" y="491014"/>
                </a:lnTo>
                <a:cubicBezTo>
                  <a:pt x="427196" y="492919"/>
                  <a:pt x="417671" y="493871"/>
                  <a:pt x="407194" y="495776"/>
                </a:cubicBezTo>
                <a:lnTo>
                  <a:pt x="407194" y="448151"/>
                </a:lnTo>
                <a:close/>
                <a:moveTo>
                  <a:pt x="454819" y="440531"/>
                </a:moveTo>
                <a:cubicBezTo>
                  <a:pt x="465296" y="438626"/>
                  <a:pt x="474821" y="436721"/>
                  <a:pt x="483394" y="433864"/>
                </a:cubicBezTo>
                <a:lnTo>
                  <a:pt x="483394" y="479584"/>
                </a:lnTo>
                <a:cubicBezTo>
                  <a:pt x="474821" y="482441"/>
                  <a:pt x="465296" y="484346"/>
                  <a:pt x="454819" y="486251"/>
                </a:cubicBezTo>
                <a:lnTo>
                  <a:pt x="454819" y="440531"/>
                </a:lnTo>
                <a:close/>
                <a:moveTo>
                  <a:pt x="130969" y="440531"/>
                </a:moveTo>
                <a:lnTo>
                  <a:pt x="130969" y="487204"/>
                </a:lnTo>
                <a:cubicBezTo>
                  <a:pt x="120491" y="485299"/>
                  <a:pt x="110966" y="482441"/>
                  <a:pt x="102394" y="480536"/>
                </a:cubicBezTo>
                <a:lnTo>
                  <a:pt x="102394" y="434816"/>
                </a:lnTo>
                <a:cubicBezTo>
                  <a:pt x="110966" y="436721"/>
                  <a:pt x="120491" y="438626"/>
                  <a:pt x="130969" y="440531"/>
                </a:cubicBezTo>
                <a:close/>
                <a:moveTo>
                  <a:pt x="150019" y="444341"/>
                </a:moveTo>
                <a:cubicBezTo>
                  <a:pt x="159544" y="446246"/>
                  <a:pt x="169069" y="447199"/>
                  <a:pt x="178594" y="448151"/>
                </a:cubicBezTo>
                <a:lnTo>
                  <a:pt x="178594" y="494824"/>
                </a:lnTo>
                <a:cubicBezTo>
                  <a:pt x="168116" y="493871"/>
                  <a:pt x="158591" y="491966"/>
                  <a:pt x="150019" y="490061"/>
                </a:cubicBezTo>
                <a:lnTo>
                  <a:pt x="150019" y="444341"/>
                </a:lnTo>
                <a:close/>
                <a:moveTo>
                  <a:pt x="197644" y="450056"/>
                </a:moveTo>
                <a:cubicBezTo>
                  <a:pt x="207169" y="451009"/>
                  <a:pt x="216694" y="451961"/>
                  <a:pt x="226219" y="451961"/>
                </a:cubicBezTo>
                <a:lnTo>
                  <a:pt x="226219" y="499586"/>
                </a:lnTo>
                <a:cubicBezTo>
                  <a:pt x="216694" y="498634"/>
                  <a:pt x="207169" y="497681"/>
                  <a:pt x="197644" y="496729"/>
                </a:cubicBezTo>
                <a:lnTo>
                  <a:pt x="197644" y="450056"/>
                </a:lnTo>
                <a:close/>
                <a:moveTo>
                  <a:pt x="173831" y="392906"/>
                </a:moveTo>
                <a:cubicBezTo>
                  <a:pt x="172879" y="392906"/>
                  <a:pt x="171926" y="392906"/>
                  <a:pt x="170974" y="392906"/>
                </a:cubicBezTo>
                <a:cubicBezTo>
                  <a:pt x="170021" y="392906"/>
                  <a:pt x="170021" y="392906"/>
                  <a:pt x="169069" y="392906"/>
                </a:cubicBezTo>
                <a:lnTo>
                  <a:pt x="169069" y="345281"/>
                </a:lnTo>
                <a:cubicBezTo>
                  <a:pt x="178594" y="346234"/>
                  <a:pt x="188119" y="347186"/>
                  <a:pt x="197644" y="347186"/>
                </a:cubicBezTo>
                <a:lnTo>
                  <a:pt x="197644" y="394811"/>
                </a:lnTo>
                <a:cubicBezTo>
                  <a:pt x="190024" y="394811"/>
                  <a:pt x="181451" y="393859"/>
                  <a:pt x="173831" y="392906"/>
                </a:cubicBezTo>
                <a:close/>
                <a:moveTo>
                  <a:pt x="150019" y="343376"/>
                </a:moveTo>
                <a:lnTo>
                  <a:pt x="150019" y="390049"/>
                </a:lnTo>
                <a:cubicBezTo>
                  <a:pt x="139541" y="389096"/>
                  <a:pt x="130016" y="387191"/>
                  <a:pt x="121444" y="385286"/>
                </a:cubicBezTo>
                <a:lnTo>
                  <a:pt x="121444" y="338614"/>
                </a:lnTo>
                <a:cubicBezTo>
                  <a:pt x="130969" y="340519"/>
                  <a:pt x="140494" y="342424"/>
                  <a:pt x="150019" y="343376"/>
                </a:cubicBezTo>
                <a:close/>
                <a:moveTo>
                  <a:pt x="337661" y="394811"/>
                </a:moveTo>
                <a:cubicBezTo>
                  <a:pt x="335756" y="394811"/>
                  <a:pt x="333851" y="394811"/>
                  <a:pt x="330994" y="394811"/>
                </a:cubicBezTo>
                <a:lnTo>
                  <a:pt x="330994" y="347186"/>
                </a:lnTo>
                <a:cubicBezTo>
                  <a:pt x="340519" y="346234"/>
                  <a:pt x="350044" y="346234"/>
                  <a:pt x="359569" y="345281"/>
                </a:cubicBezTo>
                <a:lnTo>
                  <a:pt x="359569" y="392906"/>
                </a:lnTo>
                <a:cubicBezTo>
                  <a:pt x="353854" y="393859"/>
                  <a:pt x="347186" y="393859"/>
                  <a:pt x="341471" y="394811"/>
                </a:cubicBezTo>
                <a:cubicBezTo>
                  <a:pt x="340519" y="394811"/>
                  <a:pt x="338614" y="394811"/>
                  <a:pt x="337661" y="394811"/>
                </a:cubicBezTo>
                <a:close/>
                <a:moveTo>
                  <a:pt x="378619" y="391001"/>
                </a:moveTo>
                <a:lnTo>
                  <a:pt x="378619" y="344329"/>
                </a:lnTo>
                <a:cubicBezTo>
                  <a:pt x="388144" y="343376"/>
                  <a:pt x="397669" y="341471"/>
                  <a:pt x="407194" y="340519"/>
                </a:cubicBezTo>
                <a:lnTo>
                  <a:pt x="407194" y="387191"/>
                </a:lnTo>
                <a:cubicBezTo>
                  <a:pt x="398621" y="388144"/>
                  <a:pt x="389096" y="389096"/>
                  <a:pt x="378619" y="391001"/>
                </a:cubicBezTo>
                <a:close/>
                <a:moveTo>
                  <a:pt x="426244" y="335756"/>
                </a:moveTo>
                <a:cubicBezTo>
                  <a:pt x="436721" y="333851"/>
                  <a:pt x="446246" y="331946"/>
                  <a:pt x="454819" y="329089"/>
                </a:cubicBezTo>
                <a:lnTo>
                  <a:pt x="454819" y="374809"/>
                </a:lnTo>
                <a:cubicBezTo>
                  <a:pt x="446246" y="377666"/>
                  <a:pt x="436721" y="379571"/>
                  <a:pt x="426244" y="381476"/>
                </a:cubicBezTo>
                <a:lnTo>
                  <a:pt x="426244" y="335756"/>
                </a:lnTo>
                <a:close/>
                <a:moveTo>
                  <a:pt x="295751" y="292894"/>
                </a:moveTo>
                <a:cubicBezTo>
                  <a:pt x="288131" y="292894"/>
                  <a:pt x="281464" y="292894"/>
                  <a:pt x="274796" y="291941"/>
                </a:cubicBezTo>
                <a:cubicBezTo>
                  <a:pt x="274796" y="291941"/>
                  <a:pt x="273844" y="291941"/>
                  <a:pt x="273844" y="291941"/>
                </a:cubicBezTo>
                <a:lnTo>
                  <a:pt x="273844" y="244316"/>
                </a:lnTo>
                <a:cubicBezTo>
                  <a:pt x="283369" y="244316"/>
                  <a:pt x="292894" y="245269"/>
                  <a:pt x="302419" y="245269"/>
                </a:cubicBezTo>
                <a:cubicBezTo>
                  <a:pt x="303371" y="245269"/>
                  <a:pt x="303371" y="245269"/>
                  <a:pt x="304324" y="245269"/>
                </a:cubicBezTo>
                <a:cubicBezTo>
                  <a:pt x="307181" y="245269"/>
                  <a:pt x="309086" y="245269"/>
                  <a:pt x="311944" y="245269"/>
                </a:cubicBezTo>
                <a:lnTo>
                  <a:pt x="311944" y="292894"/>
                </a:lnTo>
                <a:cubicBezTo>
                  <a:pt x="307181" y="292894"/>
                  <a:pt x="302419" y="292894"/>
                  <a:pt x="297656" y="292894"/>
                </a:cubicBezTo>
                <a:cubicBezTo>
                  <a:pt x="297656" y="292894"/>
                  <a:pt x="296704" y="292894"/>
                  <a:pt x="295751" y="292894"/>
                </a:cubicBezTo>
                <a:close/>
                <a:moveTo>
                  <a:pt x="73819" y="156686"/>
                </a:moveTo>
                <a:lnTo>
                  <a:pt x="73819" y="110966"/>
                </a:lnTo>
                <a:cubicBezTo>
                  <a:pt x="82391" y="113824"/>
                  <a:pt x="91916" y="115729"/>
                  <a:pt x="102394" y="117634"/>
                </a:cubicBezTo>
                <a:lnTo>
                  <a:pt x="102394" y="164306"/>
                </a:lnTo>
                <a:cubicBezTo>
                  <a:pt x="101441" y="164306"/>
                  <a:pt x="99536" y="163354"/>
                  <a:pt x="98584" y="163354"/>
                </a:cubicBezTo>
                <a:cubicBezTo>
                  <a:pt x="93821" y="162401"/>
                  <a:pt x="88106" y="161449"/>
                  <a:pt x="84296" y="159544"/>
                </a:cubicBezTo>
                <a:cubicBezTo>
                  <a:pt x="80486" y="158591"/>
                  <a:pt x="76676" y="157639"/>
                  <a:pt x="73819" y="156686"/>
                </a:cubicBezTo>
                <a:close/>
                <a:moveTo>
                  <a:pt x="247174" y="130969"/>
                </a:moveTo>
                <a:cubicBezTo>
                  <a:pt x="250031" y="130969"/>
                  <a:pt x="251936" y="130969"/>
                  <a:pt x="254794" y="130969"/>
                </a:cubicBezTo>
                <a:lnTo>
                  <a:pt x="254794" y="178594"/>
                </a:lnTo>
                <a:cubicBezTo>
                  <a:pt x="242411" y="178594"/>
                  <a:pt x="229076" y="178594"/>
                  <a:pt x="216694" y="177641"/>
                </a:cubicBezTo>
                <a:lnTo>
                  <a:pt x="216694" y="130016"/>
                </a:lnTo>
                <a:cubicBezTo>
                  <a:pt x="226219" y="130016"/>
                  <a:pt x="235744" y="130969"/>
                  <a:pt x="245269" y="130969"/>
                </a:cubicBezTo>
                <a:cubicBezTo>
                  <a:pt x="246221" y="130969"/>
                  <a:pt x="246221" y="130969"/>
                  <a:pt x="247174" y="130969"/>
                </a:cubicBezTo>
                <a:close/>
                <a:moveTo>
                  <a:pt x="283369" y="130969"/>
                </a:moveTo>
                <a:cubicBezTo>
                  <a:pt x="292894" y="130969"/>
                  <a:pt x="302419" y="130016"/>
                  <a:pt x="311944" y="130016"/>
                </a:cubicBezTo>
                <a:lnTo>
                  <a:pt x="311944" y="177641"/>
                </a:lnTo>
                <a:cubicBezTo>
                  <a:pt x="310039" y="177641"/>
                  <a:pt x="309086" y="177641"/>
                  <a:pt x="307181" y="177641"/>
                </a:cubicBezTo>
                <a:cubicBezTo>
                  <a:pt x="307181" y="177641"/>
                  <a:pt x="307181" y="177641"/>
                  <a:pt x="307181" y="177641"/>
                </a:cubicBezTo>
                <a:cubicBezTo>
                  <a:pt x="300514" y="177641"/>
                  <a:pt x="293846" y="178594"/>
                  <a:pt x="288131" y="178594"/>
                </a:cubicBezTo>
                <a:cubicBezTo>
                  <a:pt x="287179" y="178594"/>
                  <a:pt x="286226" y="178594"/>
                  <a:pt x="285274" y="178594"/>
                </a:cubicBezTo>
                <a:cubicBezTo>
                  <a:pt x="281464" y="178594"/>
                  <a:pt x="278606" y="178594"/>
                  <a:pt x="274796" y="178594"/>
                </a:cubicBezTo>
                <a:lnTo>
                  <a:pt x="274796" y="130969"/>
                </a:lnTo>
                <a:cubicBezTo>
                  <a:pt x="277654" y="130969"/>
                  <a:pt x="279559" y="130969"/>
                  <a:pt x="282416" y="130969"/>
                </a:cubicBezTo>
                <a:cubicBezTo>
                  <a:pt x="282416" y="130969"/>
                  <a:pt x="282416" y="130969"/>
                  <a:pt x="283369" y="130969"/>
                </a:cubicBezTo>
                <a:close/>
                <a:moveTo>
                  <a:pt x="500539" y="135731"/>
                </a:moveTo>
                <a:lnTo>
                  <a:pt x="500539" y="135731"/>
                </a:lnTo>
                <a:lnTo>
                  <a:pt x="496729" y="138589"/>
                </a:lnTo>
                <a:cubicBezTo>
                  <a:pt x="491966" y="142399"/>
                  <a:pt x="483394" y="146209"/>
                  <a:pt x="473869" y="150019"/>
                </a:cubicBezTo>
                <a:lnTo>
                  <a:pt x="473869" y="104299"/>
                </a:lnTo>
                <a:cubicBezTo>
                  <a:pt x="485299" y="100489"/>
                  <a:pt x="494824" y="95726"/>
                  <a:pt x="502444" y="90964"/>
                </a:cubicBezTo>
                <a:lnTo>
                  <a:pt x="502444" y="130969"/>
                </a:lnTo>
                <a:cubicBezTo>
                  <a:pt x="502444" y="131921"/>
                  <a:pt x="501491" y="133826"/>
                  <a:pt x="500539" y="135731"/>
                </a:cubicBezTo>
                <a:close/>
                <a:moveTo>
                  <a:pt x="378619" y="171926"/>
                </a:moveTo>
                <a:lnTo>
                  <a:pt x="378619" y="125254"/>
                </a:lnTo>
                <a:cubicBezTo>
                  <a:pt x="388144" y="124301"/>
                  <a:pt x="397669" y="122396"/>
                  <a:pt x="407194" y="121444"/>
                </a:cubicBezTo>
                <a:lnTo>
                  <a:pt x="407194" y="168116"/>
                </a:lnTo>
                <a:cubicBezTo>
                  <a:pt x="398621" y="169069"/>
                  <a:pt x="389096" y="170021"/>
                  <a:pt x="378619" y="171926"/>
                </a:cubicBezTo>
                <a:close/>
                <a:moveTo>
                  <a:pt x="426244" y="163354"/>
                </a:moveTo>
                <a:lnTo>
                  <a:pt x="426244" y="116681"/>
                </a:lnTo>
                <a:cubicBezTo>
                  <a:pt x="436721" y="114776"/>
                  <a:pt x="446246" y="112871"/>
                  <a:pt x="454819" y="110014"/>
                </a:cubicBezTo>
                <a:lnTo>
                  <a:pt x="454819" y="155734"/>
                </a:lnTo>
                <a:cubicBezTo>
                  <a:pt x="446246" y="158591"/>
                  <a:pt x="436721" y="161449"/>
                  <a:pt x="426244" y="163354"/>
                </a:cubicBezTo>
                <a:close/>
                <a:moveTo>
                  <a:pt x="359569" y="126206"/>
                </a:moveTo>
                <a:lnTo>
                  <a:pt x="359569" y="173831"/>
                </a:lnTo>
                <a:cubicBezTo>
                  <a:pt x="350044" y="174784"/>
                  <a:pt x="340519" y="175736"/>
                  <a:pt x="330994" y="176689"/>
                </a:cubicBezTo>
                <a:lnTo>
                  <a:pt x="330994" y="129064"/>
                </a:lnTo>
                <a:cubicBezTo>
                  <a:pt x="340519" y="128111"/>
                  <a:pt x="350044" y="127159"/>
                  <a:pt x="359569" y="126206"/>
                </a:cubicBezTo>
                <a:close/>
                <a:moveTo>
                  <a:pt x="169069" y="173831"/>
                </a:moveTo>
                <a:lnTo>
                  <a:pt x="169069" y="126206"/>
                </a:lnTo>
                <a:cubicBezTo>
                  <a:pt x="178594" y="127159"/>
                  <a:pt x="188119" y="128111"/>
                  <a:pt x="197644" y="128111"/>
                </a:cubicBezTo>
                <a:lnTo>
                  <a:pt x="197644" y="175736"/>
                </a:lnTo>
                <a:cubicBezTo>
                  <a:pt x="188119" y="175736"/>
                  <a:pt x="178594" y="174784"/>
                  <a:pt x="169069" y="173831"/>
                </a:cubicBezTo>
                <a:close/>
                <a:moveTo>
                  <a:pt x="150019" y="124301"/>
                </a:moveTo>
                <a:lnTo>
                  <a:pt x="150019" y="170974"/>
                </a:lnTo>
                <a:cubicBezTo>
                  <a:pt x="148114" y="170974"/>
                  <a:pt x="146209" y="170974"/>
                  <a:pt x="144304" y="170021"/>
                </a:cubicBezTo>
                <a:cubicBezTo>
                  <a:pt x="143351" y="170021"/>
                  <a:pt x="141446" y="170021"/>
                  <a:pt x="140494" y="169069"/>
                </a:cubicBezTo>
                <a:cubicBezTo>
                  <a:pt x="134779" y="168116"/>
                  <a:pt x="130016" y="167164"/>
                  <a:pt x="124301" y="166211"/>
                </a:cubicBezTo>
                <a:cubicBezTo>
                  <a:pt x="123349" y="166211"/>
                  <a:pt x="122396" y="166211"/>
                  <a:pt x="121444" y="165259"/>
                </a:cubicBezTo>
                <a:lnTo>
                  <a:pt x="121444" y="118586"/>
                </a:lnTo>
                <a:cubicBezTo>
                  <a:pt x="130969" y="121444"/>
                  <a:pt x="140494" y="123349"/>
                  <a:pt x="150019" y="124301"/>
                </a:cubicBezTo>
                <a:close/>
                <a:moveTo>
                  <a:pt x="252889" y="290036"/>
                </a:moveTo>
                <a:cubicBezTo>
                  <a:pt x="251936" y="290036"/>
                  <a:pt x="250031" y="290036"/>
                  <a:pt x="249079" y="290036"/>
                </a:cubicBezTo>
                <a:cubicBezTo>
                  <a:pt x="243364" y="290036"/>
                  <a:pt x="236696" y="289084"/>
                  <a:pt x="230981" y="288131"/>
                </a:cubicBezTo>
                <a:cubicBezTo>
                  <a:pt x="230029" y="288131"/>
                  <a:pt x="228124" y="288131"/>
                  <a:pt x="227171" y="288131"/>
                </a:cubicBezTo>
                <a:cubicBezTo>
                  <a:pt x="227171" y="288131"/>
                  <a:pt x="226219" y="288131"/>
                  <a:pt x="226219" y="288131"/>
                </a:cubicBezTo>
                <a:lnTo>
                  <a:pt x="226219" y="240506"/>
                </a:lnTo>
                <a:cubicBezTo>
                  <a:pt x="235744" y="241459"/>
                  <a:pt x="245269" y="242411"/>
                  <a:pt x="254794" y="242411"/>
                </a:cubicBezTo>
                <a:lnTo>
                  <a:pt x="254794" y="290036"/>
                </a:lnTo>
                <a:cubicBezTo>
                  <a:pt x="253841" y="290036"/>
                  <a:pt x="252889" y="290036"/>
                  <a:pt x="252889" y="290036"/>
                </a:cubicBezTo>
                <a:close/>
                <a:moveTo>
                  <a:pt x="189071" y="283369"/>
                </a:moveTo>
                <a:cubicBezTo>
                  <a:pt x="185261" y="282416"/>
                  <a:pt x="181451" y="282416"/>
                  <a:pt x="178594" y="281464"/>
                </a:cubicBezTo>
                <a:lnTo>
                  <a:pt x="178594" y="234791"/>
                </a:lnTo>
                <a:cubicBezTo>
                  <a:pt x="188119" y="236696"/>
                  <a:pt x="197644" y="237649"/>
                  <a:pt x="207169" y="238601"/>
                </a:cubicBezTo>
                <a:lnTo>
                  <a:pt x="207169" y="285274"/>
                </a:lnTo>
                <a:cubicBezTo>
                  <a:pt x="201454" y="285274"/>
                  <a:pt x="195739" y="284321"/>
                  <a:pt x="189071" y="283369"/>
                </a:cubicBezTo>
                <a:cubicBezTo>
                  <a:pt x="190024" y="283369"/>
                  <a:pt x="190024" y="283369"/>
                  <a:pt x="189071" y="283369"/>
                </a:cubicBezTo>
                <a:close/>
                <a:moveTo>
                  <a:pt x="159544" y="230981"/>
                </a:moveTo>
                <a:lnTo>
                  <a:pt x="159544" y="277654"/>
                </a:lnTo>
                <a:cubicBezTo>
                  <a:pt x="149066" y="275749"/>
                  <a:pt x="139541" y="272891"/>
                  <a:pt x="130969" y="270034"/>
                </a:cubicBezTo>
                <a:lnTo>
                  <a:pt x="130969" y="224314"/>
                </a:lnTo>
                <a:cubicBezTo>
                  <a:pt x="139541" y="227171"/>
                  <a:pt x="149066" y="229076"/>
                  <a:pt x="159544" y="230981"/>
                </a:cubicBezTo>
                <a:close/>
                <a:moveTo>
                  <a:pt x="111919" y="218599"/>
                </a:moveTo>
                <a:lnTo>
                  <a:pt x="111919" y="264319"/>
                </a:lnTo>
                <a:cubicBezTo>
                  <a:pt x="96679" y="258604"/>
                  <a:pt x="87154" y="252889"/>
                  <a:pt x="84296" y="247174"/>
                </a:cubicBezTo>
                <a:lnTo>
                  <a:pt x="83344" y="246221"/>
                </a:lnTo>
                <a:cubicBezTo>
                  <a:pt x="83344" y="246221"/>
                  <a:pt x="83344" y="245269"/>
                  <a:pt x="83344" y="245269"/>
                </a:cubicBezTo>
                <a:lnTo>
                  <a:pt x="83344" y="206216"/>
                </a:lnTo>
                <a:cubicBezTo>
                  <a:pt x="90964" y="210979"/>
                  <a:pt x="100489" y="214789"/>
                  <a:pt x="111919" y="218599"/>
                </a:cubicBezTo>
                <a:close/>
                <a:moveTo>
                  <a:pt x="340519" y="245269"/>
                </a:moveTo>
                <a:cubicBezTo>
                  <a:pt x="350044" y="245269"/>
                  <a:pt x="359569" y="245269"/>
                  <a:pt x="369094" y="244316"/>
                </a:cubicBezTo>
                <a:lnTo>
                  <a:pt x="369094" y="291941"/>
                </a:lnTo>
                <a:cubicBezTo>
                  <a:pt x="356711" y="292894"/>
                  <a:pt x="343376" y="292894"/>
                  <a:pt x="330994" y="292894"/>
                </a:cubicBezTo>
                <a:lnTo>
                  <a:pt x="330994" y="245269"/>
                </a:lnTo>
                <a:cubicBezTo>
                  <a:pt x="333851" y="245269"/>
                  <a:pt x="335756" y="245269"/>
                  <a:pt x="338614" y="245269"/>
                </a:cubicBezTo>
                <a:cubicBezTo>
                  <a:pt x="339566" y="245269"/>
                  <a:pt x="339566" y="245269"/>
                  <a:pt x="340519" y="245269"/>
                </a:cubicBezTo>
                <a:close/>
                <a:moveTo>
                  <a:pt x="463391" y="281464"/>
                </a:moveTo>
                <a:cubicBezTo>
                  <a:pt x="459581" y="282416"/>
                  <a:pt x="454819" y="283369"/>
                  <a:pt x="451009" y="283369"/>
                </a:cubicBezTo>
                <a:cubicBezTo>
                  <a:pt x="448151" y="283369"/>
                  <a:pt x="446246" y="284321"/>
                  <a:pt x="443389" y="284321"/>
                </a:cubicBezTo>
                <a:cubicBezTo>
                  <a:pt x="440531" y="284321"/>
                  <a:pt x="438626" y="285274"/>
                  <a:pt x="435769" y="285274"/>
                </a:cubicBezTo>
                <a:lnTo>
                  <a:pt x="435769" y="238601"/>
                </a:lnTo>
                <a:cubicBezTo>
                  <a:pt x="445294" y="237649"/>
                  <a:pt x="454819" y="235744"/>
                  <a:pt x="464344" y="234791"/>
                </a:cubicBezTo>
                <a:lnTo>
                  <a:pt x="463391" y="281464"/>
                </a:lnTo>
                <a:cubicBezTo>
                  <a:pt x="464344" y="281464"/>
                  <a:pt x="463391" y="281464"/>
                  <a:pt x="463391" y="281464"/>
                </a:cubicBezTo>
                <a:close/>
                <a:moveTo>
                  <a:pt x="398621" y="290036"/>
                </a:moveTo>
                <a:cubicBezTo>
                  <a:pt x="394811" y="290036"/>
                  <a:pt x="391001" y="290989"/>
                  <a:pt x="388144" y="290989"/>
                </a:cubicBezTo>
                <a:lnTo>
                  <a:pt x="388144" y="243364"/>
                </a:lnTo>
                <a:cubicBezTo>
                  <a:pt x="397669" y="242411"/>
                  <a:pt x="407194" y="242411"/>
                  <a:pt x="416719" y="241459"/>
                </a:cubicBezTo>
                <a:lnTo>
                  <a:pt x="416719" y="289084"/>
                </a:lnTo>
                <a:cubicBezTo>
                  <a:pt x="411004" y="290036"/>
                  <a:pt x="405289" y="290036"/>
                  <a:pt x="399574" y="290989"/>
                </a:cubicBezTo>
                <a:cubicBezTo>
                  <a:pt x="399574" y="290036"/>
                  <a:pt x="399574" y="290036"/>
                  <a:pt x="398621" y="290036"/>
                </a:cubicBezTo>
                <a:close/>
                <a:moveTo>
                  <a:pt x="508159" y="271939"/>
                </a:moveTo>
                <a:cubicBezTo>
                  <a:pt x="503396" y="272891"/>
                  <a:pt x="498634" y="274796"/>
                  <a:pt x="492919" y="275749"/>
                </a:cubicBezTo>
                <a:cubicBezTo>
                  <a:pt x="491014" y="276701"/>
                  <a:pt x="488156" y="276701"/>
                  <a:pt x="485299" y="277654"/>
                </a:cubicBezTo>
                <a:cubicBezTo>
                  <a:pt x="484346" y="277654"/>
                  <a:pt x="483394" y="277654"/>
                  <a:pt x="483394" y="277654"/>
                </a:cubicBezTo>
                <a:lnTo>
                  <a:pt x="483394" y="230981"/>
                </a:lnTo>
                <a:cubicBezTo>
                  <a:pt x="493871" y="229076"/>
                  <a:pt x="503396" y="227171"/>
                  <a:pt x="511969" y="224314"/>
                </a:cubicBezTo>
                <a:lnTo>
                  <a:pt x="511969" y="270034"/>
                </a:lnTo>
                <a:cubicBezTo>
                  <a:pt x="511016" y="270986"/>
                  <a:pt x="509111" y="271939"/>
                  <a:pt x="508159" y="271939"/>
                </a:cubicBezTo>
                <a:close/>
                <a:moveTo>
                  <a:pt x="559594" y="179546"/>
                </a:moveTo>
                <a:cubicBezTo>
                  <a:pt x="558641" y="186214"/>
                  <a:pt x="544354" y="194786"/>
                  <a:pt x="517684" y="202406"/>
                </a:cubicBezTo>
                <a:lnTo>
                  <a:pt x="517684" y="202406"/>
                </a:lnTo>
                <a:cubicBezTo>
                  <a:pt x="484346" y="212884"/>
                  <a:pt x="431006" y="222409"/>
                  <a:pt x="364331" y="225266"/>
                </a:cubicBezTo>
                <a:cubicBezTo>
                  <a:pt x="360521" y="225266"/>
                  <a:pt x="357664" y="225266"/>
                  <a:pt x="353854" y="225266"/>
                </a:cubicBezTo>
                <a:cubicBezTo>
                  <a:pt x="350996" y="225266"/>
                  <a:pt x="348139" y="225266"/>
                  <a:pt x="345281" y="225266"/>
                </a:cubicBezTo>
                <a:cubicBezTo>
                  <a:pt x="337661" y="225266"/>
                  <a:pt x="329089" y="225266"/>
                  <a:pt x="321469" y="225266"/>
                </a:cubicBezTo>
                <a:cubicBezTo>
                  <a:pt x="313849" y="225266"/>
                  <a:pt x="305276" y="225266"/>
                  <a:pt x="297656" y="225266"/>
                </a:cubicBezTo>
                <a:cubicBezTo>
                  <a:pt x="294799" y="225266"/>
                  <a:pt x="291941" y="225266"/>
                  <a:pt x="289084" y="225266"/>
                </a:cubicBezTo>
                <a:cubicBezTo>
                  <a:pt x="285274" y="225266"/>
                  <a:pt x="282416" y="225266"/>
                  <a:pt x="278606" y="225266"/>
                </a:cubicBezTo>
                <a:cubicBezTo>
                  <a:pt x="211931" y="222409"/>
                  <a:pt x="158591" y="212884"/>
                  <a:pt x="125254" y="202406"/>
                </a:cubicBezTo>
                <a:lnTo>
                  <a:pt x="125254" y="202406"/>
                </a:lnTo>
                <a:cubicBezTo>
                  <a:pt x="99536" y="194786"/>
                  <a:pt x="84296" y="186214"/>
                  <a:pt x="83344" y="179546"/>
                </a:cubicBezTo>
                <a:cubicBezTo>
                  <a:pt x="83344" y="179546"/>
                  <a:pt x="83344" y="179546"/>
                  <a:pt x="83344" y="178594"/>
                </a:cubicBezTo>
                <a:cubicBezTo>
                  <a:pt x="84296" y="178594"/>
                  <a:pt x="84296" y="178594"/>
                  <a:pt x="85249" y="178594"/>
                </a:cubicBezTo>
                <a:cubicBezTo>
                  <a:pt x="89059" y="179546"/>
                  <a:pt x="92869" y="180499"/>
                  <a:pt x="96679" y="181451"/>
                </a:cubicBezTo>
                <a:cubicBezTo>
                  <a:pt x="115729" y="185261"/>
                  <a:pt x="136684" y="189071"/>
                  <a:pt x="158591" y="190976"/>
                </a:cubicBezTo>
                <a:cubicBezTo>
                  <a:pt x="158591" y="190976"/>
                  <a:pt x="158591" y="190976"/>
                  <a:pt x="158591" y="190976"/>
                </a:cubicBezTo>
                <a:cubicBezTo>
                  <a:pt x="158591" y="190976"/>
                  <a:pt x="158591" y="190976"/>
                  <a:pt x="158591" y="190976"/>
                </a:cubicBezTo>
                <a:cubicBezTo>
                  <a:pt x="173831" y="192881"/>
                  <a:pt x="190024" y="193834"/>
                  <a:pt x="206216" y="194786"/>
                </a:cubicBezTo>
                <a:cubicBezTo>
                  <a:pt x="206216" y="194786"/>
                  <a:pt x="206216" y="194786"/>
                  <a:pt x="206216" y="194786"/>
                </a:cubicBezTo>
                <a:cubicBezTo>
                  <a:pt x="206216" y="194786"/>
                  <a:pt x="206216" y="194786"/>
                  <a:pt x="206216" y="194786"/>
                </a:cubicBezTo>
                <a:cubicBezTo>
                  <a:pt x="217646" y="195739"/>
                  <a:pt x="230029" y="195739"/>
                  <a:pt x="241459" y="196691"/>
                </a:cubicBezTo>
                <a:cubicBezTo>
                  <a:pt x="249079" y="196691"/>
                  <a:pt x="255746" y="196691"/>
                  <a:pt x="263366" y="196691"/>
                </a:cubicBezTo>
                <a:cubicBezTo>
                  <a:pt x="268129" y="196691"/>
                  <a:pt x="273844" y="196691"/>
                  <a:pt x="278606" y="196691"/>
                </a:cubicBezTo>
                <a:cubicBezTo>
                  <a:pt x="348139" y="195739"/>
                  <a:pt x="411956" y="187166"/>
                  <a:pt x="456724" y="174784"/>
                </a:cubicBezTo>
                <a:cubicBezTo>
                  <a:pt x="458629" y="173831"/>
                  <a:pt x="460534" y="173831"/>
                  <a:pt x="462439" y="172879"/>
                </a:cubicBezTo>
                <a:cubicBezTo>
                  <a:pt x="463391" y="172879"/>
                  <a:pt x="465296" y="171926"/>
                  <a:pt x="466249" y="171926"/>
                </a:cubicBezTo>
                <a:cubicBezTo>
                  <a:pt x="470059" y="170974"/>
                  <a:pt x="472916" y="170021"/>
                  <a:pt x="475774" y="168116"/>
                </a:cubicBezTo>
                <a:cubicBezTo>
                  <a:pt x="476726" y="168116"/>
                  <a:pt x="476726" y="168116"/>
                  <a:pt x="477679" y="167164"/>
                </a:cubicBezTo>
                <a:cubicBezTo>
                  <a:pt x="480536" y="166211"/>
                  <a:pt x="483394" y="165259"/>
                  <a:pt x="485299" y="164306"/>
                </a:cubicBezTo>
                <a:cubicBezTo>
                  <a:pt x="486251" y="164306"/>
                  <a:pt x="487204" y="163354"/>
                  <a:pt x="487204" y="163354"/>
                </a:cubicBezTo>
                <a:cubicBezTo>
                  <a:pt x="490061" y="162401"/>
                  <a:pt x="491966" y="160496"/>
                  <a:pt x="494824" y="159544"/>
                </a:cubicBezTo>
                <a:cubicBezTo>
                  <a:pt x="495776" y="158591"/>
                  <a:pt x="496729" y="158591"/>
                  <a:pt x="497681" y="157639"/>
                </a:cubicBezTo>
                <a:cubicBezTo>
                  <a:pt x="498634" y="156686"/>
                  <a:pt x="499586" y="156686"/>
                  <a:pt x="501491" y="155734"/>
                </a:cubicBezTo>
                <a:cubicBezTo>
                  <a:pt x="502444" y="155734"/>
                  <a:pt x="502444" y="154781"/>
                  <a:pt x="503396" y="154781"/>
                </a:cubicBezTo>
                <a:cubicBezTo>
                  <a:pt x="547211" y="165259"/>
                  <a:pt x="558641" y="175736"/>
                  <a:pt x="559594" y="179546"/>
                </a:cubicBezTo>
                <a:close/>
                <a:moveTo>
                  <a:pt x="264319" y="26194"/>
                </a:moveTo>
                <a:cubicBezTo>
                  <a:pt x="421481" y="26194"/>
                  <a:pt x="500539" y="50959"/>
                  <a:pt x="502444" y="65246"/>
                </a:cubicBezTo>
                <a:cubicBezTo>
                  <a:pt x="501491" y="71914"/>
                  <a:pt x="486251" y="80486"/>
                  <a:pt x="460534" y="88106"/>
                </a:cubicBezTo>
                <a:lnTo>
                  <a:pt x="460534" y="88106"/>
                </a:lnTo>
                <a:cubicBezTo>
                  <a:pt x="427196" y="98584"/>
                  <a:pt x="373856" y="108109"/>
                  <a:pt x="307181" y="110966"/>
                </a:cubicBezTo>
                <a:cubicBezTo>
                  <a:pt x="303371" y="110966"/>
                  <a:pt x="300514" y="110966"/>
                  <a:pt x="296704" y="110966"/>
                </a:cubicBezTo>
                <a:cubicBezTo>
                  <a:pt x="293846" y="110966"/>
                  <a:pt x="290989" y="110966"/>
                  <a:pt x="288131" y="110966"/>
                </a:cubicBezTo>
                <a:cubicBezTo>
                  <a:pt x="280511" y="110966"/>
                  <a:pt x="271939" y="110966"/>
                  <a:pt x="264319" y="110966"/>
                </a:cubicBezTo>
                <a:cubicBezTo>
                  <a:pt x="256699" y="110966"/>
                  <a:pt x="248126" y="110966"/>
                  <a:pt x="240506" y="110966"/>
                </a:cubicBezTo>
                <a:cubicBezTo>
                  <a:pt x="237649" y="110966"/>
                  <a:pt x="234791" y="110966"/>
                  <a:pt x="231934" y="110966"/>
                </a:cubicBezTo>
                <a:cubicBezTo>
                  <a:pt x="228124" y="110966"/>
                  <a:pt x="225266" y="110966"/>
                  <a:pt x="221456" y="110966"/>
                </a:cubicBezTo>
                <a:cubicBezTo>
                  <a:pt x="154781" y="108109"/>
                  <a:pt x="101441" y="98584"/>
                  <a:pt x="68104" y="88106"/>
                </a:cubicBezTo>
                <a:lnTo>
                  <a:pt x="68104" y="88106"/>
                </a:lnTo>
                <a:cubicBezTo>
                  <a:pt x="42386" y="80486"/>
                  <a:pt x="27146" y="71914"/>
                  <a:pt x="26194" y="65246"/>
                </a:cubicBezTo>
                <a:cubicBezTo>
                  <a:pt x="28099" y="50959"/>
                  <a:pt x="107156" y="26194"/>
                  <a:pt x="264319" y="26194"/>
                </a:cubicBezTo>
                <a:close/>
                <a:moveTo>
                  <a:pt x="26194" y="130969"/>
                </a:moveTo>
                <a:lnTo>
                  <a:pt x="26194" y="91916"/>
                </a:lnTo>
                <a:cubicBezTo>
                  <a:pt x="33814" y="96679"/>
                  <a:pt x="43339" y="101441"/>
                  <a:pt x="54769" y="105251"/>
                </a:cubicBezTo>
                <a:lnTo>
                  <a:pt x="54769" y="150019"/>
                </a:lnTo>
                <a:cubicBezTo>
                  <a:pt x="36671" y="143351"/>
                  <a:pt x="26194" y="136684"/>
                  <a:pt x="26194" y="130969"/>
                </a:cubicBezTo>
                <a:close/>
                <a:moveTo>
                  <a:pt x="71914" y="262414"/>
                </a:moveTo>
                <a:cubicBezTo>
                  <a:pt x="72866" y="263366"/>
                  <a:pt x="72866" y="263366"/>
                  <a:pt x="71914" y="262414"/>
                </a:cubicBezTo>
                <a:cubicBezTo>
                  <a:pt x="85249" y="275749"/>
                  <a:pt x="112871" y="286226"/>
                  <a:pt x="146209" y="293846"/>
                </a:cubicBezTo>
                <a:cubicBezTo>
                  <a:pt x="147161" y="293846"/>
                  <a:pt x="148114" y="293846"/>
                  <a:pt x="148114" y="294799"/>
                </a:cubicBezTo>
                <a:cubicBezTo>
                  <a:pt x="150971" y="295751"/>
                  <a:pt x="152876" y="295751"/>
                  <a:pt x="155734" y="296704"/>
                </a:cubicBezTo>
                <a:cubicBezTo>
                  <a:pt x="186214" y="303371"/>
                  <a:pt x="223361" y="308134"/>
                  <a:pt x="263366" y="310039"/>
                </a:cubicBezTo>
                <a:cubicBezTo>
                  <a:pt x="263366" y="310039"/>
                  <a:pt x="263366" y="310039"/>
                  <a:pt x="263366" y="310039"/>
                </a:cubicBezTo>
                <a:cubicBezTo>
                  <a:pt x="263366" y="310039"/>
                  <a:pt x="263366" y="310039"/>
                  <a:pt x="263366" y="310039"/>
                </a:cubicBezTo>
                <a:cubicBezTo>
                  <a:pt x="276701" y="310991"/>
                  <a:pt x="289084" y="310991"/>
                  <a:pt x="303371" y="311944"/>
                </a:cubicBezTo>
                <a:cubicBezTo>
                  <a:pt x="309086" y="311944"/>
                  <a:pt x="314801" y="311944"/>
                  <a:pt x="320516" y="311944"/>
                </a:cubicBezTo>
                <a:cubicBezTo>
                  <a:pt x="327184" y="311944"/>
                  <a:pt x="333851" y="311944"/>
                  <a:pt x="340519" y="311944"/>
                </a:cubicBezTo>
                <a:cubicBezTo>
                  <a:pt x="352901" y="311944"/>
                  <a:pt x="365284" y="310991"/>
                  <a:pt x="377666" y="310039"/>
                </a:cubicBezTo>
                <a:cubicBezTo>
                  <a:pt x="377666" y="310039"/>
                  <a:pt x="377666" y="310039"/>
                  <a:pt x="377666" y="310039"/>
                </a:cubicBezTo>
                <a:cubicBezTo>
                  <a:pt x="377666" y="310039"/>
                  <a:pt x="377666" y="310039"/>
                  <a:pt x="377666" y="310039"/>
                </a:cubicBezTo>
                <a:cubicBezTo>
                  <a:pt x="417671" y="308134"/>
                  <a:pt x="455771" y="302419"/>
                  <a:pt x="487204" y="295751"/>
                </a:cubicBezTo>
                <a:cubicBezTo>
                  <a:pt x="480536" y="299561"/>
                  <a:pt x="471011" y="303371"/>
                  <a:pt x="458629" y="307181"/>
                </a:cubicBezTo>
                <a:lnTo>
                  <a:pt x="458629" y="307181"/>
                </a:lnTo>
                <a:cubicBezTo>
                  <a:pt x="423386" y="318611"/>
                  <a:pt x="366236" y="328136"/>
                  <a:pt x="293846" y="330041"/>
                </a:cubicBezTo>
                <a:cubicBezTo>
                  <a:pt x="291941" y="330041"/>
                  <a:pt x="290036" y="330041"/>
                  <a:pt x="287179" y="330041"/>
                </a:cubicBezTo>
                <a:cubicBezTo>
                  <a:pt x="285274" y="330041"/>
                  <a:pt x="282416" y="330041"/>
                  <a:pt x="280511" y="330041"/>
                </a:cubicBezTo>
                <a:cubicBezTo>
                  <a:pt x="274796" y="330041"/>
                  <a:pt x="268129" y="330041"/>
                  <a:pt x="262414" y="330041"/>
                </a:cubicBezTo>
                <a:cubicBezTo>
                  <a:pt x="253841" y="330041"/>
                  <a:pt x="246221" y="330041"/>
                  <a:pt x="238601" y="330041"/>
                </a:cubicBezTo>
                <a:cubicBezTo>
                  <a:pt x="235744" y="330041"/>
                  <a:pt x="232886" y="330041"/>
                  <a:pt x="230029" y="330041"/>
                </a:cubicBezTo>
                <a:cubicBezTo>
                  <a:pt x="226219" y="330041"/>
                  <a:pt x="223361" y="330041"/>
                  <a:pt x="219551" y="330041"/>
                </a:cubicBezTo>
                <a:cubicBezTo>
                  <a:pt x="152876" y="327184"/>
                  <a:pt x="99536" y="317659"/>
                  <a:pt x="66199" y="307181"/>
                </a:cubicBezTo>
                <a:lnTo>
                  <a:pt x="66199" y="307181"/>
                </a:lnTo>
                <a:cubicBezTo>
                  <a:pt x="39529" y="299561"/>
                  <a:pt x="25241" y="290036"/>
                  <a:pt x="24289" y="284321"/>
                </a:cubicBezTo>
                <a:cubicBezTo>
                  <a:pt x="27146" y="280511"/>
                  <a:pt x="36671" y="270986"/>
                  <a:pt x="71914" y="262414"/>
                </a:cubicBezTo>
                <a:close/>
                <a:moveTo>
                  <a:pt x="26194" y="350044"/>
                </a:moveTo>
                <a:lnTo>
                  <a:pt x="26194" y="310991"/>
                </a:lnTo>
                <a:cubicBezTo>
                  <a:pt x="33814" y="315754"/>
                  <a:pt x="43339" y="320516"/>
                  <a:pt x="54769" y="324326"/>
                </a:cubicBezTo>
                <a:lnTo>
                  <a:pt x="54769" y="369094"/>
                </a:lnTo>
                <a:lnTo>
                  <a:pt x="49054" y="367189"/>
                </a:lnTo>
                <a:lnTo>
                  <a:pt x="49054" y="367189"/>
                </a:lnTo>
                <a:cubicBezTo>
                  <a:pt x="33814" y="360521"/>
                  <a:pt x="26194" y="354806"/>
                  <a:pt x="26194" y="350044"/>
                </a:cubicBezTo>
                <a:close/>
                <a:moveTo>
                  <a:pt x="54769" y="454819"/>
                </a:moveTo>
                <a:lnTo>
                  <a:pt x="54769" y="415766"/>
                </a:lnTo>
                <a:cubicBezTo>
                  <a:pt x="62389" y="420529"/>
                  <a:pt x="71914" y="425291"/>
                  <a:pt x="83344" y="429101"/>
                </a:cubicBezTo>
                <a:lnTo>
                  <a:pt x="83344" y="473869"/>
                </a:lnTo>
                <a:cubicBezTo>
                  <a:pt x="65246" y="467201"/>
                  <a:pt x="54769" y="460534"/>
                  <a:pt x="54769" y="454819"/>
                </a:cubicBezTo>
                <a:close/>
                <a:moveTo>
                  <a:pt x="502444" y="473869"/>
                </a:moveTo>
                <a:lnTo>
                  <a:pt x="502444" y="428149"/>
                </a:lnTo>
                <a:cubicBezTo>
                  <a:pt x="513874" y="424339"/>
                  <a:pt x="523399" y="419576"/>
                  <a:pt x="531019" y="414814"/>
                </a:cubicBezTo>
                <a:lnTo>
                  <a:pt x="531019" y="454819"/>
                </a:lnTo>
                <a:cubicBezTo>
                  <a:pt x="531019" y="460534"/>
                  <a:pt x="520541" y="467201"/>
                  <a:pt x="502444" y="473869"/>
                </a:cubicBezTo>
                <a:close/>
                <a:moveTo>
                  <a:pt x="531019" y="389096"/>
                </a:moveTo>
                <a:cubicBezTo>
                  <a:pt x="530066" y="395764"/>
                  <a:pt x="515779" y="404336"/>
                  <a:pt x="489109" y="411956"/>
                </a:cubicBezTo>
                <a:lnTo>
                  <a:pt x="489109" y="411956"/>
                </a:lnTo>
                <a:cubicBezTo>
                  <a:pt x="455771" y="422434"/>
                  <a:pt x="402431" y="431959"/>
                  <a:pt x="335756" y="434816"/>
                </a:cubicBezTo>
                <a:cubicBezTo>
                  <a:pt x="331946" y="434816"/>
                  <a:pt x="329089" y="434816"/>
                  <a:pt x="325279" y="434816"/>
                </a:cubicBezTo>
                <a:cubicBezTo>
                  <a:pt x="322421" y="434816"/>
                  <a:pt x="319564" y="434816"/>
                  <a:pt x="316706" y="434816"/>
                </a:cubicBezTo>
                <a:cubicBezTo>
                  <a:pt x="309086" y="434816"/>
                  <a:pt x="300514" y="434816"/>
                  <a:pt x="292894" y="434816"/>
                </a:cubicBezTo>
                <a:cubicBezTo>
                  <a:pt x="285274" y="434816"/>
                  <a:pt x="276701" y="434816"/>
                  <a:pt x="269081" y="434816"/>
                </a:cubicBezTo>
                <a:cubicBezTo>
                  <a:pt x="266224" y="434816"/>
                  <a:pt x="263366" y="434816"/>
                  <a:pt x="260509" y="434816"/>
                </a:cubicBezTo>
                <a:cubicBezTo>
                  <a:pt x="256699" y="434816"/>
                  <a:pt x="253841" y="434816"/>
                  <a:pt x="250031" y="434816"/>
                </a:cubicBezTo>
                <a:cubicBezTo>
                  <a:pt x="183356" y="431959"/>
                  <a:pt x="130016" y="422434"/>
                  <a:pt x="96679" y="411956"/>
                </a:cubicBezTo>
                <a:lnTo>
                  <a:pt x="96679" y="411956"/>
                </a:lnTo>
                <a:cubicBezTo>
                  <a:pt x="71914" y="404336"/>
                  <a:pt x="56674" y="395764"/>
                  <a:pt x="54769" y="389096"/>
                </a:cubicBezTo>
                <a:cubicBezTo>
                  <a:pt x="57626" y="390049"/>
                  <a:pt x="60484" y="391001"/>
                  <a:pt x="63341" y="391954"/>
                </a:cubicBezTo>
                <a:cubicBezTo>
                  <a:pt x="63341" y="391954"/>
                  <a:pt x="64294" y="391954"/>
                  <a:pt x="64294" y="391954"/>
                </a:cubicBezTo>
                <a:cubicBezTo>
                  <a:pt x="67151" y="392906"/>
                  <a:pt x="69056" y="393859"/>
                  <a:pt x="71914" y="393859"/>
                </a:cubicBezTo>
                <a:cubicBezTo>
                  <a:pt x="72866" y="393859"/>
                  <a:pt x="73819" y="394811"/>
                  <a:pt x="74771" y="394811"/>
                </a:cubicBezTo>
                <a:cubicBezTo>
                  <a:pt x="76676" y="394811"/>
                  <a:pt x="77629" y="395764"/>
                  <a:pt x="79534" y="395764"/>
                </a:cubicBezTo>
                <a:cubicBezTo>
                  <a:pt x="113824" y="404336"/>
                  <a:pt x="158591" y="411004"/>
                  <a:pt x="206216" y="413861"/>
                </a:cubicBezTo>
                <a:cubicBezTo>
                  <a:pt x="206216" y="413861"/>
                  <a:pt x="206216" y="413861"/>
                  <a:pt x="206216" y="413861"/>
                </a:cubicBezTo>
                <a:cubicBezTo>
                  <a:pt x="206216" y="413861"/>
                  <a:pt x="206216" y="413861"/>
                  <a:pt x="206216" y="413861"/>
                </a:cubicBezTo>
                <a:cubicBezTo>
                  <a:pt x="220504" y="414814"/>
                  <a:pt x="235744" y="414814"/>
                  <a:pt x="250984" y="415766"/>
                </a:cubicBezTo>
                <a:cubicBezTo>
                  <a:pt x="254794" y="415766"/>
                  <a:pt x="258604" y="415766"/>
                  <a:pt x="263366" y="415766"/>
                </a:cubicBezTo>
                <a:cubicBezTo>
                  <a:pt x="269081" y="415766"/>
                  <a:pt x="273844" y="415766"/>
                  <a:pt x="279559" y="415766"/>
                </a:cubicBezTo>
                <a:cubicBezTo>
                  <a:pt x="293846" y="415766"/>
                  <a:pt x="307181" y="414814"/>
                  <a:pt x="320516" y="413861"/>
                </a:cubicBezTo>
                <a:cubicBezTo>
                  <a:pt x="320516" y="413861"/>
                  <a:pt x="320516" y="413861"/>
                  <a:pt x="320516" y="413861"/>
                </a:cubicBezTo>
                <a:cubicBezTo>
                  <a:pt x="320516" y="413861"/>
                  <a:pt x="320516" y="413861"/>
                  <a:pt x="320516" y="413861"/>
                </a:cubicBezTo>
                <a:cubicBezTo>
                  <a:pt x="336709" y="412909"/>
                  <a:pt x="352901" y="411004"/>
                  <a:pt x="368141" y="410051"/>
                </a:cubicBezTo>
                <a:cubicBezTo>
                  <a:pt x="368141" y="410051"/>
                  <a:pt x="368141" y="410051"/>
                  <a:pt x="368141" y="410051"/>
                </a:cubicBezTo>
                <a:cubicBezTo>
                  <a:pt x="368141" y="410051"/>
                  <a:pt x="368141" y="410051"/>
                  <a:pt x="369094" y="410051"/>
                </a:cubicBezTo>
                <a:cubicBezTo>
                  <a:pt x="386239" y="408146"/>
                  <a:pt x="402431" y="405289"/>
                  <a:pt x="416719" y="402431"/>
                </a:cubicBezTo>
                <a:cubicBezTo>
                  <a:pt x="419576" y="401479"/>
                  <a:pt x="422434" y="401479"/>
                  <a:pt x="426244" y="400526"/>
                </a:cubicBezTo>
                <a:cubicBezTo>
                  <a:pt x="427196" y="400526"/>
                  <a:pt x="427196" y="400526"/>
                  <a:pt x="428149" y="400526"/>
                </a:cubicBezTo>
                <a:cubicBezTo>
                  <a:pt x="456724" y="394811"/>
                  <a:pt x="480536" y="387191"/>
                  <a:pt x="497681" y="377666"/>
                </a:cubicBezTo>
                <a:cubicBezTo>
                  <a:pt x="498634" y="376714"/>
                  <a:pt x="499586" y="376714"/>
                  <a:pt x="500539" y="375761"/>
                </a:cubicBezTo>
                <a:cubicBezTo>
                  <a:pt x="501491" y="374809"/>
                  <a:pt x="502444" y="374809"/>
                  <a:pt x="503396" y="373856"/>
                </a:cubicBezTo>
                <a:cubicBezTo>
                  <a:pt x="504349" y="372904"/>
                  <a:pt x="505301" y="372904"/>
                  <a:pt x="506254" y="371951"/>
                </a:cubicBezTo>
                <a:cubicBezTo>
                  <a:pt x="525304" y="380524"/>
                  <a:pt x="530066" y="386239"/>
                  <a:pt x="531019" y="389096"/>
                </a:cubicBezTo>
                <a:close/>
                <a:moveTo>
                  <a:pt x="531019" y="264319"/>
                </a:moveTo>
                <a:lnTo>
                  <a:pt x="531019" y="218599"/>
                </a:lnTo>
                <a:cubicBezTo>
                  <a:pt x="542449" y="214789"/>
                  <a:pt x="551974" y="210026"/>
                  <a:pt x="559594" y="205264"/>
                </a:cubicBezTo>
                <a:lnTo>
                  <a:pt x="559594" y="245269"/>
                </a:lnTo>
                <a:cubicBezTo>
                  <a:pt x="559594" y="250984"/>
                  <a:pt x="549116" y="257651"/>
                  <a:pt x="531019" y="264319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64" name="Graphic 43">
            <a:extLst>
              <a:ext uri="{FF2B5EF4-FFF2-40B4-BE49-F238E27FC236}">
                <a16:creationId xmlns:a16="http://schemas.microsoft.com/office/drawing/2014/main" id="{D1670626-9D4F-4535-AF62-B6EEDFFAAF0B}"/>
              </a:ext>
            </a:extLst>
          </p:cNvPr>
          <p:cNvGrpSpPr>
            <a:grpSpLocks noChangeAspect="1"/>
          </p:cNvGrpSpPr>
          <p:nvPr/>
        </p:nvGrpSpPr>
        <p:grpSpPr>
          <a:xfrm>
            <a:off x="5253198" y="5645399"/>
            <a:ext cx="368808" cy="502920"/>
            <a:chOff x="4876800" y="1600200"/>
            <a:chExt cx="3352800" cy="45720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90116D08-6892-4145-BC48-62A3785C20A6}"/>
                </a:ext>
              </a:extLst>
            </p:cNvPr>
            <p:cNvSpPr/>
            <p:nvPr/>
          </p:nvSpPr>
          <p:spPr>
            <a:xfrm>
              <a:off x="4869656" y="1593056"/>
              <a:ext cx="3362325" cy="4581525"/>
            </a:xfrm>
            <a:custGeom>
              <a:avLst/>
              <a:gdLst>
                <a:gd name="connsiteX0" fmla="*/ 3346609 w 3362325"/>
                <a:gd name="connsiteY0" fmla="*/ 1984534 h 4581525"/>
                <a:gd name="connsiteX1" fmla="*/ 3131344 w 3362325"/>
                <a:gd name="connsiteY1" fmla="*/ 1833086 h 4581525"/>
                <a:gd name="connsiteX2" fmla="*/ 2917031 w 3362325"/>
                <a:gd name="connsiteY2" fmla="*/ 1985486 h 4581525"/>
                <a:gd name="connsiteX3" fmla="*/ 2445544 w 3362325"/>
                <a:gd name="connsiteY3" fmla="*/ 1985486 h 4581525"/>
                <a:gd name="connsiteX4" fmla="*/ 2445544 w 3362325"/>
                <a:gd name="connsiteY4" fmla="*/ 1680686 h 4581525"/>
                <a:gd name="connsiteX5" fmla="*/ 2750344 w 3362325"/>
                <a:gd name="connsiteY5" fmla="*/ 1680686 h 4581525"/>
                <a:gd name="connsiteX6" fmla="*/ 2826544 w 3362325"/>
                <a:gd name="connsiteY6" fmla="*/ 1604486 h 4581525"/>
                <a:gd name="connsiteX7" fmla="*/ 2826544 w 3362325"/>
                <a:gd name="connsiteY7" fmla="*/ 1604486 h 4581525"/>
                <a:gd name="connsiteX8" fmla="*/ 2826544 w 3362325"/>
                <a:gd name="connsiteY8" fmla="*/ 1285399 h 4581525"/>
                <a:gd name="connsiteX9" fmla="*/ 2965609 w 3362325"/>
                <a:gd name="connsiteY9" fmla="*/ 993934 h 4581525"/>
                <a:gd name="connsiteX10" fmla="*/ 2674144 w 3362325"/>
                <a:gd name="connsiteY10" fmla="*/ 854869 h 4581525"/>
                <a:gd name="connsiteX11" fmla="*/ 2535079 w 3362325"/>
                <a:gd name="connsiteY11" fmla="*/ 1146334 h 4581525"/>
                <a:gd name="connsiteX12" fmla="*/ 2674144 w 3362325"/>
                <a:gd name="connsiteY12" fmla="*/ 1285399 h 4581525"/>
                <a:gd name="connsiteX13" fmla="*/ 2674144 w 3362325"/>
                <a:gd name="connsiteY13" fmla="*/ 1528286 h 4581525"/>
                <a:gd name="connsiteX14" fmla="*/ 2445544 w 3362325"/>
                <a:gd name="connsiteY14" fmla="*/ 1528286 h 4581525"/>
                <a:gd name="connsiteX15" fmla="*/ 2445544 w 3362325"/>
                <a:gd name="connsiteY15" fmla="*/ 1375886 h 4581525"/>
                <a:gd name="connsiteX16" fmla="*/ 2369344 w 3362325"/>
                <a:gd name="connsiteY16" fmla="*/ 1299686 h 4581525"/>
                <a:gd name="connsiteX17" fmla="*/ 2369344 w 3362325"/>
                <a:gd name="connsiteY17" fmla="*/ 1299686 h 4581525"/>
                <a:gd name="connsiteX18" fmla="*/ 2216944 w 3362325"/>
                <a:gd name="connsiteY18" fmla="*/ 1299686 h 4581525"/>
                <a:gd name="connsiteX19" fmla="*/ 2216944 w 3362325"/>
                <a:gd name="connsiteY19" fmla="*/ 904399 h 4581525"/>
                <a:gd name="connsiteX20" fmla="*/ 2356009 w 3362325"/>
                <a:gd name="connsiteY20" fmla="*/ 612934 h 4581525"/>
                <a:gd name="connsiteX21" fmla="*/ 2064544 w 3362325"/>
                <a:gd name="connsiteY21" fmla="*/ 473869 h 4581525"/>
                <a:gd name="connsiteX22" fmla="*/ 1925479 w 3362325"/>
                <a:gd name="connsiteY22" fmla="*/ 765334 h 4581525"/>
                <a:gd name="connsiteX23" fmla="*/ 2064544 w 3362325"/>
                <a:gd name="connsiteY23" fmla="*/ 904399 h 4581525"/>
                <a:gd name="connsiteX24" fmla="*/ 2064544 w 3362325"/>
                <a:gd name="connsiteY24" fmla="*/ 1299686 h 4581525"/>
                <a:gd name="connsiteX25" fmla="*/ 1759744 w 3362325"/>
                <a:gd name="connsiteY25" fmla="*/ 1299686 h 4581525"/>
                <a:gd name="connsiteX26" fmla="*/ 1759744 w 3362325"/>
                <a:gd name="connsiteY26" fmla="*/ 83344 h 4581525"/>
                <a:gd name="connsiteX27" fmla="*/ 1683544 w 3362325"/>
                <a:gd name="connsiteY27" fmla="*/ 7144 h 4581525"/>
                <a:gd name="connsiteX28" fmla="*/ 1683544 w 3362325"/>
                <a:gd name="connsiteY28" fmla="*/ 7144 h 4581525"/>
                <a:gd name="connsiteX29" fmla="*/ 7144 w 3362325"/>
                <a:gd name="connsiteY29" fmla="*/ 1556861 h 4581525"/>
                <a:gd name="connsiteX30" fmla="*/ 434816 w 3362325"/>
                <a:gd name="connsiteY30" fmla="*/ 2982754 h 4581525"/>
                <a:gd name="connsiteX31" fmla="*/ 609124 w 3362325"/>
                <a:gd name="connsiteY31" fmla="*/ 3247549 h 4581525"/>
                <a:gd name="connsiteX32" fmla="*/ 917734 w 3362325"/>
                <a:gd name="connsiteY32" fmla="*/ 3859054 h 4581525"/>
                <a:gd name="connsiteX33" fmla="*/ 826294 w 3362325"/>
                <a:gd name="connsiteY33" fmla="*/ 4040029 h 4581525"/>
                <a:gd name="connsiteX34" fmla="*/ 876776 w 3362325"/>
                <a:gd name="connsiteY34" fmla="*/ 4181951 h 4581525"/>
                <a:gd name="connsiteX35" fmla="*/ 807244 w 3362325"/>
                <a:gd name="connsiteY35" fmla="*/ 4350544 h 4581525"/>
                <a:gd name="connsiteX36" fmla="*/ 1035844 w 3362325"/>
                <a:gd name="connsiteY36" fmla="*/ 4579144 h 4581525"/>
                <a:gd name="connsiteX37" fmla="*/ 2331244 w 3362325"/>
                <a:gd name="connsiteY37" fmla="*/ 4579144 h 4581525"/>
                <a:gd name="connsiteX38" fmla="*/ 2559844 w 3362325"/>
                <a:gd name="connsiteY38" fmla="*/ 4347687 h 4581525"/>
                <a:gd name="connsiteX39" fmla="*/ 2559844 w 3362325"/>
                <a:gd name="connsiteY39" fmla="*/ 4344829 h 4581525"/>
                <a:gd name="connsiteX40" fmla="*/ 2489359 w 3362325"/>
                <a:gd name="connsiteY40" fmla="*/ 4180999 h 4581525"/>
                <a:gd name="connsiteX41" fmla="*/ 2539841 w 3362325"/>
                <a:gd name="connsiteY41" fmla="*/ 4035266 h 4581525"/>
                <a:gd name="connsiteX42" fmla="*/ 2320766 w 3362325"/>
                <a:gd name="connsiteY42" fmla="*/ 3817144 h 4581525"/>
                <a:gd name="connsiteX43" fmla="*/ 2311241 w 3362325"/>
                <a:gd name="connsiteY43" fmla="*/ 3817144 h 4581525"/>
                <a:gd name="connsiteX44" fmla="*/ 1758791 w 3362325"/>
                <a:gd name="connsiteY44" fmla="*/ 3817144 h 4581525"/>
                <a:gd name="connsiteX45" fmla="*/ 1758791 w 3362325"/>
                <a:gd name="connsiteY45" fmla="*/ 2366486 h 4581525"/>
                <a:gd name="connsiteX46" fmla="*/ 1911191 w 3362325"/>
                <a:gd name="connsiteY46" fmla="*/ 2366486 h 4581525"/>
                <a:gd name="connsiteX47" fmla="*/ 1911191 w 3362325"/>
                <a:gd name="connsiteY47" fmla="*/ 2595086 h 4581525"/>
                <a:gd name="connsiteX48" fmla="*/ 1987391 w 3362325"/>
                <a:gd name="connsiteY48" fmla="*/ 2671286 h 4581525"/>
                <a:gd name="connsiteX49" fmla="*/ 1987391 w 3362325"/>
                <a:gd name="connsiteY49" fmla="*/ 2671286 h 4581525"/>
                <a:gd name="connsiteX50" fmla="*/ 2215991 w 3362325"/>
                <a:gd name="connsiteY50" fmla="*/ 2671286 h 4581525"/>
                <a:gd name="connsiteX51" fmla="*/ 2215991 w 3362325"/>
                <a:gd name="connsiteY51" fmla="*/ 2761774 h 4581525"/>
                <a:gd name="connsiteX52" fmla="*/ 2076926 w 3362325"/>
                <a:gd name="connsiteY52" fmla="*/ 3053239 h 4581525"/>
                <a:gd name="connsiteX53" fmla="*/ 2368391 w 3362325"/>
                <a:gd name="connsiteY53" fmla="*/ 3192304 h 4581525"/>
                <a:gd name="connsiteX54" fmla="*/ 2507456 w 3362325"/>
                <a:gd name="connsiteY54" fmla="*/ 2900839 h 4581525"/>
                <a:gd name="connsiteX55" fmla="*/ 2368391 w 3362325"/>
                <a:gd name="connsiteY55" fmla="*/ 2761774 h 4581525"/>
                <a:gd name="connsiteX56" fmla="*/ 2368391 w 3362325"/>
                <a:gd name="connsiteY56" fmla="*/ 2595086 h 4581525"/>
                <a:gd name="connsiteX57" fmla="*/ 2292191 w 3362325"/>
                <a:gd name="connsiteY57" fmla="*/ 2518886 h 4581525"/>
                <a:gd name="connsiteX58" fmla="*/ 2292191 w 3362325"/>
                <a:gd name="connsiteY58" fmla="*/ 2518886 h 4581525"/>
                <a:gd name="connsiteX59" fmla="*/ 2063591 w 3362325"/>
                <a:gd name="connsiteY59" fmla="*/ 2518886 h 4581525"/>
                <a:gd name="connsiteX60" fmla="*/ 2063591 w 3362325"/>
                <a:gd name="connsiteY60" fmla="*/ 2366486 h 4581525"/>
                <a:gd name="connsiteX61" fmla="*/ 2368391 w 3362325"/>
                <a:gd name="connsiteY61" fmla="*/ 2366486 h 4581525"/>
                <a:gd name="connsiteX62" fmla="*/ 2444591 w 3362325"/>
                <a:gd name="connsiteY62" fmla="*/ 2290286 h 4581525"/>
                <a:gd name="connsiteX63" fmla="*/ 2444591 w 3362325"/>
                <a:gd name="connsiteY63" fmla="*/ 2290286 h 4581525"/>
                <a:gd name="connsiteX64" fmla="*/ 2444591 w 3362325"/>
                <a:gd name="connsiteY64" fmla="*/ 2137886 h 4581525"/>
                <a:gd name="connsiteX65" fmla="*/ 2916079 w 3362325"/>
                <a:gd name="connsiteY65" fmla="*/ 2137886 h 4581525"/>
                <a:gd name="connsiteX66" fmla="*/ 3207544 w 3362325"/>
                <a:gd name="connsiteY66" fmla="*/ 2275999 h 4581525"/>
                <a:gd name="connsiteX67" fmla="*/ 3346609 w 3362325"/>
                <a:gd name="connsiteY67" fmla="*/ 1984534 h 4581525"/>
                <a:gd name="connsiteX68" fmla="*/ 2750344 w 3362325"/>
                <a:gd name="connsiteY68" fmla="*/ 994886 h 4581525"/>
                <a:gd name="connsiteX69" fmla="*/ 2826544 w 3362325"/>
                <a:gd name="connsiteY69" fmla="*/ 1071086 h 4581525"/>
                <a:gd name="connsiteX70" fmla="*/ 2750344 w 3362325"/>
                <a:gd name="connsiteY70" fmla="*/ 1147286 h 4581525"/>
                <a:gd name="connsiteX71" fmla="*/ 2674144 w 3362325"/>
                <a:gd name="connsiteY71" fmla="*/ 1071086 h 4581525"/>
                <a:gd name="connsiteX72" fmla="*/ 2750344 w 3362325"/>
                <a:gd name="connsiteY72" fmla="*/ 994886 h 4581525"/>
                <a:gd name="connsiteX73" fmla="*/ 733901 w 3362325"/>
                <a:gd name="connsiteY73" fmla="*/ 3159919 h 4581525"/>
                <a:gd name="connsiteX74" fmla="*/ 567214 w 3362325"/>
                <a:gd name="connsiteY74" fmla="*/ 2907506 h 4581525"/>
                <a:gd name="connsiteX75" fmla="*/ 159544 w 3362325"/>
                <a:gd name="connsiteY75" fmla="*/ 1556861 h 4581525"/>
                <a:gd name="connsiteX76" fmla="*/ 1607344 w 3362325"/>
                <a:gd name="connsiteY76" fmla="*/ 161449 h 4581525"/>
                <a:gd name="connsiteX77" fmla="*/ 1607344 w 3362325"/>
                <a:gd name="connsiteY77" fmla="*/ 693896 h 4581525"/>
                <a:gd name="connsiteX78" fmla="*/ 1544479 w 3362325"/>
                <a:gd name="connsiteY78" fmla="*/ 699611 h 4581525"/>
                <a:gd name="connsiteX79" fmla="*/ 1478756 w 3362325"/>
                <a:gd name="connsiteY79" fmla="*/ 759619 h 4581525"/>
                <a:gd name="connsiteX80" fmla="*/ 1455896 w 3362325"/>
                <a:gd name="connsiteY80" fmla="*/ 870109 h 4581525"/>
                <a:gd name="connsiteX81" fmla="*/ 1398746 w 3362325"/>
                <a:gd name="connsiteY81" fmla="*/ 885349 h 4581525"/>
                <a:gd name="connsiteX82" fmla="*/ 1322546 w 3362325"/>
                <a:gd name="connsiteY82" fmla="*/ 800576 h 4581525"/>
                <a:gd name="connsiteX83" fmla="*/ 1235869 w 3362325"/>
                <a:gd name="connsiteY83" fmla="*/ 781526 h 4581525"/>
                <a:gd name="connsiteX84" fmla="*/ 995839 w 3362325"/>
                <a:gd name="connsiteY84" fmla="*/ 921544 h 4581525"/>
                <a:gd name="connsiteX85" fmla="*/ 969169 w 3362325"/>
                <a:gd name="connsiteY85" fmla="*/ 1006316 h 4581525"/>
                <a:gd name="connsiteX86" fmla="*/ 1004411 w 3362325"/>
                <a:gd name="connsiteY86" fmla="*/ 1112996 h 4581525"/>
                <a:gd name="connsiteX87" fmla="*/ 962501 w 3362325"/>
                <a:gd name="connsiteY87" fmla="*/ 1154906 h 4581525"/>
                <a:gd name="connsiteX88" fmla="*/ 855821 w 3362325"/>
                <a:gd name="connsiteY88" fmla="*/ 1119664 h 4581525"/>
                <a:gd name="connsiteX89" fmla="*/ 771049 w 3362325"/>
                <a:gd name="connsiteY89" fmla="*/ 1146334 h 4581525"/>
                <a:gd name="connsiteX90" fmla="*/ 631031 w 3362325"/>
                <a:gd name="connsiteY90" fmla="*/ 1386364 h 4581525"/>
                <a:gd name="connsiteX91" fmla="*/ 650081 w 3362325"/>
                <a:gd name="connsiteY91" fmla="*/ 1473041 h 4581525"/>
                <a:gd name="connsiteX92" fmla="*/ 734854 w 3362325"/>
                <a:gd name="connsiteY92" fmla="*/ 1549241 h 4581525"/>
                <a:gd name="connsiteX93" fmla="*/ 719614 w 3362325"/>
                <a:gd name="connsiteY93" fmla="*/ 1605439 h 4581525"/>
                <a:gd name="connsiteX94" fmla="*/ 601504 w 3362325"/>
                <a:gd name="connsiteY94" fmla="*/ 1629251 h 4581525"/>
                <a:gd name="connsiteX95" fmla="*/ 540544 w 3362325"/>
                <a:gd name="connsiteY95" fmla="*/ 1703546 h 4581525"/>
                <a:gd name="connsiteX96" fmla="*/ 540544 w 3362325"/>
                <a:gd name="connsiteY96" fmla="*/ 1963579 h 4581525"/>
                <a:gd name="connsiteX97" fmla="*/ 601504 w 3362325"/>
                <a:gd name="connsiteY97" fmla="*/ 2037874 h 4581525"/>
                <a:gd name="connsiteX98" fmla="*/ 719614 w 3362325"/>
                <a:gd name="connsiteY98" fmla="*/ 2061686 h 4581525"/>
                <a:gd name="connsiteX99" fmla="*/ 734854 w 3362325"/>
                <a:gd name="connsiteY99" fmla="*/ 2117884 h 4581525"/>
                <a:gd name="connsiteX100" fmla="*/ 650081 w 3362325"/>
                <a:gd name="connsiteY100" fmla="*/ 2194084 h 4581525"/>
                <a:gd name="connsiteX101" fmla="*/ 631031 w 3362325"/>
                <a:gd name="connsiteY101" fmla="*/ 2280761 h 4581525"/>
                <a:gd name="connsiteX102" fmla="*/ 771049 w 3362325"/>
                <a:gd name="connsiteY102" fmla="*/ 2520791 h 4581525"/>
                <a:gd name="connsiteX103" fmla="*/ 855821 w 3362325"/>
                <a:gd name="connsiteY103" fmla="*/ 2547461 h 4581525"/>
                <a:gd name="connsiteX104" fmla="*/ 962501 w 3362325"/>
                <a:gd name="connsiteY104" fmla="*/ 2512219 h 4581525"/>
                <a:gd name="connsiteX105" fmla="*/ 1004411 w 3362325"/>
                <a:gd name="connsiteY105" fmla="*/ 2554129 h 4581525"/>
                <a:gd name="connsiteX106" fmla="*/ 969169 w 3362325"/>
                <a:gd name="connsiteY106" fmla="*/ 2660809 h 4581525"/>
                <a:gd name="connsiteX107" fmla="*/ 995839 w 3362325"/>
                <a:gd name="connsiteY107" fmla="*/ 2745581 h 4581525"/>
                <a:gd name="connsiteX108" fmla="*/ 1235869 w 3362325"/>
                <a:gd name="connsiteY108" fmla="*/ 2885599 h 4581525"/>
                <a:gd name="connsiteX109" fmla="*/ 1322546 w 3362325"/>
                <a:gd name="connsiteY109" fmla="*/ 2866549 h 4581525"/>
                <a:gd name="connsiteX110" fmla="*/ 1398746 w 3362325"/>
                <a:gd name="connsiteY110" fmla="*/ 2781776 h 4581525"/>
                <a:gd name="connsiteX111" fmla="*/ 1455896 w 3362325"/>
                <a:gd name="connsiteY111" fmla="*/ 2797016 h 4581525"/>
                <a:gd name="connsiteX112" fmla="*/ 1478756 w 3362325"/>
                <a:gd name="connsiteY112" fmla="*/ 2907506 h 4581525"/>
                <a:gd name="connsiteX113" fmla="*/ 1544479 w 3362325"/>
                <a:gd name="connsiteY113" fmla="*/ 2967514 h 4581525"/>
                <a:gd name="connsiteX114" fmla="*/ 1607344 w 3362325"/>
                <a:gd name="connsiteY114" fmla="*/ 2973229 h 4581525"/>
                <a:gd name="connsiteX115" fmla="*/ 1607344 w 3362325"/>
                <a:gd name="connsiteY115" fmla="*/ 3817144 h 4581525"/>
                <a:gd name="connsiteX116" fmla="*/ 1067276 w 3362325"/>
                <a:gd name="connsiteY116" fmla="*/ 3817144 h 4581525"/>
                <a:gd name="connsiteX117" fmla="*/ 733901 w 3362325"/>
                <a:gd name="connsiteY117" fmla="*/ 3159919 h 4581525"/>
                <a:gd name="connsiteX118" fmla="*/ 997744 w 3362325"/>
                <a:gd name="connsiteY118" fmla="*/ 1833086 h 4581525"/>
                <a:gd name="connsiteX119" fmla="*/ 1607344 w 3362325"/>
                <a:gd name="connsiteY119" fmla="*/ 2514124 h 4581525"/>
                <a:gd name="connsiteX120" fmla="*/ 1607344 w 3362325"/>
                <a:gd name="connsiteY120" fmla="*/ 2776061 h 4581525"/>
                <a:gd name="connsiteX121" fmla="*/ 1594961 w 3362325"/>
                <a:gd name="connsiteY121" fmla="*/ 2716054 h 4581525"/>
                <a:gd name="connsiteX122" fmla="*/ 1534001 w 3362325"/>
                <a:gd name="connsiteY122" fmla="*/ 2656999 h 4581525"/>
                <a:gd name="connsiteX123" fmla="*/ 1401604 w 3362325"/>
                <a:gd name="connsiteY123" fmla="*/ 2620804 h 4581525"/>
                <a:gd name="connsiteX124" fmla="*/ 1375886 w 3362325"/>
                <a:gd name="connsiteY124" fmla="*/ 2616041 h 4581525"/>
                <a:gd name="connsiteX125" fmla="*/ 1318736 w 3362325"/>
                <a:gd name="connsiteY125" fmla="*/ 2641759 h 4581525"/>
                <a:gd name="connsiteX126" fmla="*/ 1247299 w 3362325"/>
                <a:gd name="connsiteY126" fmla="*/ 2721769 h 4581525"/>
                <a:gd name="connsiteX127" fmla="*/ 1132999 w 3362325"/>
                <a:gd name="connsiteY127" fmla="*/ 2654141 h 4581525"/>
                <a:gd name="connsiteX128" fmla="*/ 1166336 w 3362325"/>
                <a:gd name="connsiteY128" fmla="*/ 2553176 h 4581525"/>
                <a:gd name="connsiteX129" fmla="*/ 1143476 w 3362325"/>
                <a:gd name="connsiteY129" fmla="*/ 2471261 h 4581525"/>
                <a:gd name="connsiteX130" fmla="*/ 1046321 w 3362325"/>
                <a:gd name="connsiteY130" fmla="*/ 2374106 h 4581525"/>
                <a:gd name="connsiteX131" fmla="*/ 964406 w 3362325"/>
                <a:gd name="connsiteY131" fmla="*/ 2351246 h 4581525"/>
                <a:gd name="connsiteX132" fmla="*/ 863441 w 3362325"/>
                <a:gd name="connsiteY132" fmla="*/ 2384584 h 4581525"/>
                <a:gd name="connsiteX133" fmla="*/ 795814 w 3362325"/>
                <a:gd name="connsiteY133" fmla="*/ 2270284 h 4581525"/>
                <a:gd name="connsiteX134" fmla="*/ 875824 w 3362325"/>
                <a:gd name="connsiteY134" fmla="*/ 2198846 h 4581525"/>
                <a:gd name="connsiteX135" fmla="*/ 896779 w 3362325"/>
                <a:gd name="connsiteY135" fmla="*/ 2115979 h 4581525"/>
                <a:gd name="connsiteX136" fmla="*/ 860584 w 3362325"/>
                <a:gd name="connsiteY136" fmla="*/ 1983581 h 4581525"/>
                <a:gd name="connsiteX137" fmla="*/ 800576 w 3362325"/>
                <a:gd name="connsiteY137" fmla="*/ 1922621 h 4581525"/>
                <a:gd name="connsiteX138" fmla="*/ 692944 w 3362325"/>
                <a:gd name="connsiteY138" fmla="*/ 1900714 h 4581525"/>
                <a:gd name="connsiteX139" fmla="*/ 692944 w 3362325"/>
                <a:gd name="connsiteY139" fmla="*/ 1765459 h 4581525"/>
                <a:gd name="connsiteX140" fmla="*/ 799624 w 3362325"/>
                <a:gd name="connsiteY140" fmla="*/ 1744504 h 4581525"/>
                <a:gd name="connsiteX141" fmla="*/ 859631 w 3362325"/>
                <a:gd name="connsiteY141" fmla="*/ 1683544 h 4581525"/>
                <a:gd name="connsiteX142" fmla="*/ 895826 w 3362325"/>
                <a:gd name="connsiteY142" fmla="*/ 1551146 h 4581525"/>
                <a:gd name="connsiteX143" fmla="*/ 874871 w 3362325"/>
                <a:gd name="connsiteY143" fmla="*/ 1468279 h 4581525"/>
                <a:gd name="connsiteX144" fmla="*/ 794861 w 3362325"/>
                <a:gd name="connsiteY144" fmla="*/ 1396841 h 4581525"/>
                <a:gd name="connsiteX145" fmla="*/ 862489 w 3362325"/>
                <a:gd name="connsiteY145" fmla="*/ 1282541 h 4581525"/>
                <a:gd name="connsiteX146" fmla="*/ 963454 w 3362325"/>
                <a:gd name="connsiteY146" fmla="*/ 1315879 h 4581525"/>
                <a:gd name="connsiteX147" fmla="*/ 1045369 w 3362325"/>
                <a:gd name="connsiteY147" fmla="*/ 1293019 h 4581525"/>
                <a:gd name="connsiteX148" fmla="*/ 1142524 w 3362325"/>
                <a:gd name="connsiteY148" fmla="*/ 1194911 h 4581525"/>
                <a:gd name="connsiteX149" fmla="*/ 1165384 w 3362325"/>
                <a:gd name="connsiteY149" fmla="*/ 1112996 h 4581525"/>
                <a:gd name="connsiteX150" fmla="*/ 1132046 w 3362325"/>
                <a:gd name="connsiteY150" fmla="*/ 1012031 h 4581525"/>
                <a:gd name="connsiteX151" fmla="*/ 1246346 w 3362325"/>
                <a:gd name="connsiteY151" fmla="*/ 944404 h 4581525"/>
                <a:gd name="connsiteX152" fmla="*/ 1317784 w 3362325"/>
                <a:gd name="connsiteY152" fmla="*/ 1024414 h 4581525"/>
                <a:gd name="connsiteX153" fmla="*/ 1400651 w 3362325"/>
                <a:gd name="connsiteY153" fmla="*/ 1045369 h 4581525"/>
                <a:gd name="connsiteX154" fmla="*/ 1533049 w 3362325"/>
                <a:gd name="connsiteY154" fmla="*/ 1009174 h 4581525"/>
                <a:gd name="connsiteX155" fmla="*/ 1594009 w 3362325"/>
                <a:gd name="connsiteY155" fmla="*/ 950119 h 4581525"/>
                <a:gd name="connsiteX156" fmla="*/ 1606391 w 3362325"/>
                <a:gd name="connsiteY156" fmla="*/ 890111 h 4581525"/>
                <a:gd name="connsiteX157" fmla="*/ 1606391 w 3362325"/>
                <a:gd name="connsiteY157" fmla="*/ 1152049 h 4581525"/>
                <a:gd name="connsiteX158" fmla="*/ 997744 w 3362325"/>
                <a:gd name="connsiteY158" fmla="*/ 1833086 h 4581525"/>
                <a:gd name="connsiteX159" fmla="*/ 1607344 w 3362325"/>
                <a:gd name="connsiteY159" fmla="*/ 1306354 h 4581525"/>
                <a:gd name="connsiteX160" fmla="*/ 1607344 w 3362325"/>
                <a:gd name="connsiteY160" fmla="*/ 2360771 h 4581525"/>
                <a:gd name="connsiteX161" fmla="*/ 1155859 w 3362325"/>
                <a:gd name="connsiteY161" fmla="*/ 1757839 h 4581525"/>
                <a:gd name="connsiteX162" fmla="*/ 1607344 w 3362325"/>
                <a:gd name="connsiteY162" fmla="*/ 1306354 h 4581525"/>
                <a:gd name="connsiteX163" fmla="*/ 2407444 w 3362325"/>
                <a:gd name="connsiteY163" fmla="*/ 4350544 h 4581525"/>
                <a:gd name="connsiteX164" fmla="*/ 2331244 w 3362325"/>
                <a:gd name="connsiteY164" fmla="*/ 4426744 h 4581525"/>
                <a:gd name="connsiteX165" fmla="*/ 1035844 w 3362325"/>
                <a:gd name="connsiteY165" fmla="*/ 4426744 h 4581525"/>
                <a:gd name="connsiteX166" fmla="*/ 959644 w 3362325"/>
                <a:gd name="connsiteY166" fmla="*/ 4347687 h 4581525"/>
                <a:gd name="connsiteX167" fmla="*/ 959644 w 3362325"/>
                <a:gd name="connsiteY167" fmla="*/ 4344829 h 4581525"/>
                <a:gd name="connsiteX168" fmla="*/ 1035844 w 3362325"/>
                <a:gd name="connsiteY168" fmla="*/ 4268629 h 4581525"/>
                <a:gd name="connsiteX169" fmla="*/ 2331244 w 3362325"/>
                <a:gd name="connsiteY169" fmla="*/ 4268629 h 4581525"/>
                <a:gd name="connsiteX170" fmla="*/ 2407444 w 3362325"/>
                <a:gd name="connsiteY170" fmla="*/ 4347687 h 4581525"/>
                <a:gd name="connsiteX171" fmla="*/ 2407444 w 3362325"/>
                <a:gd name="connsiteY171" fmla="*/ 4350544 h 4581525"/>
                <a:gd name="connsiteX172" fmla="*/ 2312194 w 3362325"/>
                <a:gd name="connsiteY172" fmla="*/ 3969544 h 4581525"/>
                <a:gd name="connsiteX173" fmla="*/ 2388394 w 3362325"/>
                <a:gd name="connsiteY173" fmla="*/ 4032409 h 4581525"/>
                <a:gd name="connsiteX174" fmla="*/ 2388394 w 3362325"/>
                <a:gd name="connsiteY174" fmla="*/ 4040029 h 4581525"/>
                <a:gd name="connsiteX175" fmla="*/ 2312194 w 3362325"/>
                <a:gd name="connsiteY175" fmla="*/ 4116229 h 4581525"/>
                <a:gd name="connsiteX176" fmla="*/ 1054894 w 3362325"/>
                <a:gd name="connsiteY176" fmla="*/ 4116229 h 4581525"/>
                <a:gd name="connsiteX177" fmla="*/ 978694 w 3362325"/>
                <a:gd name="connsiteY177" fmla="*/ 4037171 h 4581525"/>
                <a:gd name="connsiteX178" fmla="*/ 978694 w 3362325"/>
                <a:gd name="connsiteY178" fmla="*/ 4034314 h 4581525"/>
                <a:gd name="connsiteX179" fmla="*/ 1050131 w 3362325"/>
                <a:gd name="connsiteY179" fmla="*/ 3968591 h 4581525"/>
                <a:gd name="connsiteX180" fmla="*/ 1054894 w 3362325"/>
                <a:gd name="connsiteY180" fmla="*/ 3968591 h 4581525"/>
                <a:gd name="connsiteX181" fmla="*/ 2312194 w 3362325"/>
                <a:gd name="connsiteY181" fmla="*/ 3969544 h 4581525"/>
                <a:gd name="connsiteX182" fmla="*/ 2312194 w 3362325"/>
                <a:gd name="connsiteY182" fmla="*/ 3969544 h 4581525"/>
                <a:gd name="connsiteX183" fmla="*/ 2293144 w 3362325"/>
                <a:gd name="connsiteY183" fmla="*/ 2899886 h 4581525"/>
                <a:gd name="connsiteX184" fmla="*/ 2369344 w 3362325"/>
                <a:gd name="connsiteY184" fmla="*/ 2976086 h 4581525"/>
                <a:gd name="connsiteX185" fmla="*/ 2293144 w 3362325"/>
                <a:gd name="connsiteY185" fmla="*/ 3052286 h 4581525"/>
                <a:gd name="connsiteX186" fmla="*/ 2216944 w 3362325"/>
                <a:gd name="connsiteY186" fmla="*/ 2976086 h 4581525"/>
                <a:gd name="connsiteX187" fmla="*/ 2293144 w 3362325"/>
                <a:gd name="connsiteY187" fmla="*/ 2899886 h 4581525"/>
                <a:gd name="connsiteX188" fmla="*/ 2140744 w 3362325"/>
                <a:gd name="connsiteY188" fmla="*/ 613886 h 4581525"/>
                <a:gd name="connsiteX189" fmla="*/ 2216944 w 3362325"/>
                <a:gd name="connsiteY189" fmla="*/ 690086 h 4581525"/>
                <a:gd name="connsiteX190" fmla="*/ 2140744 w 3362325"/>
                <a:gd name="connsiteY190" fmla="*/ 766286 h 4581525"/>
                <a:gd name="connsiteX191" fmla="*/ 2064544 w 3362325"/>
                <a:gd name="connsiteY191" fmla="*/ 690086 h 4581525"/>
                <a:gd name="connsiteX192" fmla="*/ 2140744 w 3362325"/>
                <a:gd name="connsiteY192" fmla="*/ 613886 h 4581525"/>
                <a:gd name="connsiteX193" fmla="*/ 2293144 w 3362325"/>
                <a:gd name="connsiteY193" fmla="*/ 2214086 h 4581525"/>
                <a:gd name="connsiteX194" fmla="*/ 1759744 w 3362325"/>
                <a:gd name="connsiteY194" fmla="*/ 2214086 h 4581525"/>
                <a:gd name="connsiteX195" fmla="*/ 1759744 w 3362325"/>
                <a:gd name="connsiteY195" fmla="*/ 1452086 h 4581525"/>
                <a:gd name="connsiteX196" fmla="*/ 2293144 w 3362325"/>
                <a:gd name="connsiteY196" fmla="*/ 1452086 h 4581525"/>
                <a:gd name="connsiteX197" fmla="*/ 2293144 w 3362325"/>
                <a:gd name="connsiteY197" fmla="*/ 2214086 h 4581525"/>
                <a:gd name="connsiteX198" fmla="*/ 3131344 w 3362325"/>
                <a:gd name="connsiteY198" fmla="*/ 2137886 h 4581525"/>
                <a:gd name="connsiteX199" fmla="*/ 3055144 w 3362325"/>
                <a:gd name="connsiteY199" fmla="*/ 2061686 h 4581525"/>
                <a:gd name="connsiteX200" fmla="*/ 3131344 w 3362325"/>
                <a:gd name="connsiteY200" fmla="*/ 1985486 h 4581525"/>
                <a:gd name="connsiteX201" fmla="*/ 3207544 w 3362325"/>
                <a:gd name="connsiteY201" fmla="*/ 2061686 h 4581525"/>
                <a:gd name="connsiteX202" fmla="*/ 3131344 w 3362325"/>
                <a:gd name="connsiteY202" fmla="*/ 2137886 h 458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</a:cxnLst>
              <a:rect l="l" t="t" r="r" b="b"/>
              <a:pathLst>
                <a:path w="3362325" h="4581525">
                  <a:moveTo>
                    <a:pt x="3346609" y="1984534"/>
                  </a:moveTo>
                  <a:cubicBezTo>
                    <a:pt x="3314224" y="1893094"/>
                    <a:pt x="3227546" y="1833086"/>
                    <a:pt x="3131344" y="1833086"/>
                  </a:cubicBezTo>
                  <a:cubicBezTo>
                    <a:pt x="3035141" y="1833086"/>
                    <a:pt x="2948464" y="1894046"/>
                    <a:pt x="2917031" y="1985486"/>
                  </a:cubicBezTo>
                  <a:lnTo>
                    <a:pt x="2445544" y="1985486"/>
                  </a:lnTo>
                  <a:lnTo>
                    <a:pt x="2445544" y="1680686"/>
                  </a:lnTo>
                  <a:lnTo>
                    <a:pt x="2750344" y="1680686"/>
                  </a:lnTo>
                  <a:cubicBezTo>
                    <a:pt x="2792254" y="1680686"/>
                    <a:pt x="2826544" y="1646396"/>
                    <a:pt x="2826544" y="1604486"/>
                  </a:cubicBezTo>
                  <a:cubicBezTo>
                    <a:pt x="2826544" y="1604486"/>
                    <a:pt x="2826544" y="1604486"/>
                    <a:pt x="2826544" y="1604486"/>
                  </a:cubicBezTo>
                  <a:lnTo>
                    <a:pt x="2826544" y="1285399"/>
                  </a:lnTo>
                  <a:cubicBezTo>
                    <a:pt x="2945606" y="1243489"/>
                    <a:pt x="3007519" y="1112996"/>
                    <a:pt x="2965609" y="993934"/>
                  </a:cubicBezTo>
                  <a:cubicBezTo>
                    <a:pt x="2923699" y="874871"/>
                    <a:pt x="2793206" y="812959"/>
                    <a:pt x="2674144" y="854869"/>
                  </a:cubicBezTo>
                  <a:cubicBezTo>
                    <a:pt x="2555081" y="896779"/>
                    <a:pt x="2493169" y="1027271"/>
                    <a:pt x="2535079" y="1146334"/>
                  </a:cubicBezTo>
                  <a:cubicBezTo>
                    <a:pt x="2557939" y="1211104"/>
                    <a:pt x="2609374" y="1262539"/>
                    <a:pt x="2674144" y="1285399"/>
                  </a:cubicBezTo>
                  <a:lnTo>
                    <a:pt x="2674144" y="1528286"/>
                  </a:lnTo>
                  <a:lnTo>
                    <a:pt x="2445544" y="1528286"/>
                  </a:lnTo>
                  <a:lnTo>
                    <a:pt x="2445544" y="1375886"/>
                  </a:lnTo>
                  <a:cubicBezTo>
                    <a:pt x="2445544" y="1333976"/>
                    <a:pt x="2411254" y="1299686"/>
                    <a:pt x="2369344" y="1299686"/>
                  </a:cubicBezTo>
                  <a:cubicBezTo>
                    <a:pt x="2369344" y="1299686"/>
                    <a:pt x="2369344" y="1299686"/>
                    <a:pt x="2369344" y="1299686"/>
                  </a:cubicBezTo>
                  <a:lnTo>
                    <a:pt x="2216944" y="1299686"/>
                  </a:lnTo>
                  <a:lnTo>
                    <a:pt x="2216944" y="904399"/>
                  </a:lnTo>
                  <a:cubicBezTo>
                    <a:pt x="2336006" y="862489"/>
                    <a:pt x="2397919" y="731996"/>
                    <a:pt x="2356009" y="612934"/>
                  </a:cubicBezTo>
                  <a:cubicBezTo>
                    <a:pt x="2314099" y="493871"/>
                    <a:pt x="2183606" y="431959"/>
                    <a:pt x="2064544" y="473869"/>
                  </a:cubicBezTo>
                  <a:cubicBezTo>
                    <a:pt x="1945481" y="515779"/>
                    <a:pt x="1883569" y="646271"/>
                    <a:pt x="1925479" y="765334"/>
                  </a:cubicBezTo>
                  <a:cubicBezTo>
                    <a:pt x="1948339" y="830104"/>
                    <a:pt x="1999774" y="881539"/>
                    <a:pt x="2064544" y="904399"/>
                  </a:cubicBezTo>
                  <a:lnTo>
                    <a:pt x="2064544" y="1299686"/>
                  </a:lnTo>
                  <a:lnTo>
                    <a:pt x="1759744" y="1299686"/>
                  </a:lnTo>
                  <a:lnTo>
                    <a:pt x="1759744" y="83344"/>
                  </a:lnTo>
                  <a:cubicBezTo>
                    <a:pt x="1759744" y="41434"/>
                    <a:pt x="1725454" y="7144"/>
                    <a:pt x="1683544" y="7144"/>
                  </a:cubicBezTo>
                  <a:cubicBezTo>
                    <a:pt x="1683544" y="7144"/>
                    <a:pt x="1683544" y="7144"/>
                    <a:pt x="1683544" y="7144"/>
                  </a:cubicBezTo>
                  <a:cubicBezTo>
                    <a:pt x="743426" y="7144"/>
                    <a:pt x="7144" y="688181"/>
                    <a:pt x="7144" y="1556861"/>
                  </a:cubicBezTo>
                  <a:cubicBezTo>
                    <a:pt x="7144" y="1969294"/>
                    <a:pt x="170974" y="2516029"/>
                    <a:pt x="434816" y="2982754"/>
                  </a:cubicBezTo>
                  <a:cubicBezTo>
                    <a:pt x="482441" y="3066574"/>
                    <a:pt x="544354" y="3154204"/>
                    <a:pt x="609124" y="3247549"/>
                  </a:cubicBezTo>
                  <a:cubicBezTo>
                    <a:pt x="747236" y="3444716"/>
                    <a:pt x="901541" y="3666649"/>
                    <a:pt x="917734" y="3859054"/>
                  </a:cubicBezTo>
                  <a:cubicBezTo>
                    <a:pt x="859631" y="3900011"/>
                    <a:pt x="825341" y="3968591"/>
                    <a:pt x="826294" y="4040029"/>
                  </a:cubicBezTo>
                  <a:cubicBezTo>
                    <a:pt x="826294" y="4091464"/>
                    <a:pt x="844391" y="4140994"/>
                    <a:pt x="876776" y="4181951"/>
                  </a:cubicBezTo>
                  <a:cubicBezTo>
                    <a:pt x="832009" y="4226719"/>
                    <a:pt x="807244" y="4286726"/>
                    <a:pt x="807244" y="4350544"/>
                  </a:cubicBezTo>
                  <a:cubicBezTo>
                    <a:pt x="807244" y="4476274"/>
                    <a:pt x="910114" y="4579144"/>
                    <a:pt x="1035844" y="4579144"/>
                  </a:cubicBezTo>
                  <a:lnTo>
                    <a:pt x="2331244" y="4579144"/>
                  </a:lnTo>
                  <a:cubicBezTo>
                    <a:pt x="2457926" y="4578191"/>
                    <a:pt x="2560796" y="4474369"/>
                    <a:pt x="2559844" y="4347687"/>
                  </a:cubicBezTo>
                  <a:cubicBezTo>
                    <a:pt x="2559844" y="4346734"/>
                    <a:pt x="2559844" y="4345781"/>
                    <a:pt x="2559844" y="4344829"/>
                  </a:cubicBezTo>
                  <a:cubicBezTo>
                    <a:pt x="2559844" y="4282916"/>
                    <a:pt x="2534126" y="4223862"/>
                    <a:pt x="2489359" y="4180999"/>
                  </a:cubicBezTo>
                  <a:cubicBezTo>
                    <a:pt x="2521744" y="4139089"/>
                    <a:pt x="2539841" y="4087654"/>
                    <a:pt x="2539841" y="4035266"/>
                  </a:cubicBezTo>
                  <a:cubicBezTo>
                    <a:pt x="2539841" y="3914299"/>
                    <a:pt x="2441734" y="3817144"/>
                    <a:pt x="2320766" y="3817144"/>
                  </a:cubicBezTo>
                  <a:cubicBezTo>
                    <a:pt x="2317909" y="3817144"/>
                    <a:pt x="2314099" y="3817144"/>
                    <a:pt x="2311241" y="3817144"/>
                  </a:cubicBezTo>
                  <a:lnTo>
                    <a:pt x="1758791" y="3817144"/>
                  </a:lnTo>
                  <a:lnTo>
                    <a:pt x="1758791" y="2366486"/>
                  </a:lnTo>
                  <a:lnTo>
                    <a:pt x="1911191" y="2366486"/>
                  </a:lnTo>
                  <a:lnTo>
                    <a:pt x="1911191" y="2595086"/>
                  </a:lnTo>
                  <a:cubicBezTo>
                    <a:pt x="1911191" y="2636996"/>
                    <a:pt x="1945481" y="2671286"/>
                    <a:pt x="1987391" y="2671286"/>
                  </a:cubicBezTo>
                  <a:cubicBezTo>
                    <a:pt x="1987391" y="2671286"/>
                    <a:pt x="1987391" y="2671286"/>
                    <a:pt x="1987391" y="2671286"/>
                  </a:cubicBezTo>
                  <a:lnTo>
                    <a:pt x="2215991" y="2671286"/>
                  </a:lnTo>
                  <a:lnTo>
                    <a:pt x="2215991" y="2761774"/>
                  </a:lnTo>
                  <a:cubicBezTo>
                    <a:pt x="2096929" y="2803684"/>
                    <a:pt x="2035016" y="2934176"/>
                    <a:pt x="2076926" y="3053239"/>
                  </a:cubicBezTo>
                  <a:cubicBezTo>
                    <a:pt x="2118836" y="3172301"/>
                    <a:pt x="2249329" y="3234214"/>
                    <a:pt x="2368391" y="3192304"/>
                  </a:cubicBezTo>
                  <a:cubicBezTo>
                    <a:pt x="2487454" y="3150394"/>
                    <a:pt x="2549366" y="3019901"/>
                    <a:pt x="2507456" y="2900839"/>
                  </a:cubicBezTo>
                  <a:cubicBezTo>
                    <a:pt x="2484596" y="2836069"/>
                    <a:pt x="2433161" y="2784634"/>
                    <a:pt x="2368391" y="2761774"/>
                  </a:cubicBezTo>
                  <a:lnTo>
                    <a:pt x="2368391" y="2595086"/>
                  </a:lnTo>
                  <a:cubicBezTo>
                    <a:pt x="2368391" y="2553176"/>
                    <a:pt x="2334101" y="2518886"/>
                    <a:pt x="2292191" y="2518886"/>
                  </a:cubicBezTo>
                  <a:cubicBezTo>
                    <a:pt x="2292191" y="2518886"/>
                    <a:pt x="2292191" y="2518886"/>
                    <a:pt x="2292191" y="2518886"/>
                  </a:cubicBezTo>
                  <a:lnTo>
                    <a:pt x="2063591" y="2518886"/>
                  </a:lnTo>
                  <a:lnTo>
                    <a:pt x="2063591" y="2366486"/>
                  </a:lnTo>
                  <a:lnTo>
                    <a:pt x="2368391" y="2366486"/>
                  </a:lnTo>
                  <a:cubicBezTo>
                    <a:pt x="2410301" y="2366486"/>
                    <a:pt x="2444591" y="2332196"/>
                    <a:pt x="2444591" y="2290286"/>
                  </a:cubicBezTo>
                  <a:cubicBezTo>
                    <a:pt x="2444591" y="2290286"/>
                    <a:pt x="2444591" y="2290286"/>
                    <a:pt x="2444591" y="2290286"/>
                  </a:cubicBezTo>
                  <a:lnTo>
                    <a:pt x="2444591" y="2137886"/>
                  </a:lnTo>
                  <a:lnTo>
                    <a:pt x="2916079" y="2137886"/>
                  </a:lnTo>
                  <a:cubicBezTo>
                    <a:pt x="2957989" y="2256949"/>
                    <a:pt x="3088481" y="2318861"/>
                    <a:pt x="3207544" y="2275999"/>
                  </a:cubicBezTo>
                  <a:cubicBezTo>
                    <a:pt x="3326606" y="2234089"/>
                    <a:pt x="3389471" y="2103596"/>
                    <a:pt x="3346609" y="1984534"/>
                  </a:cubicBezTo>
                  <a:close/>
                  <a:moveTo>
                    <a:pt x="2750344" y="994886"/>
                  </a:moveTo>
                  <a:cubicBezTo>
                    <a:pt x="2792254" y="994886"/>
                    <a:pt x="2826544" y="1029176"/>
                    <a:pt x="2826544" y="1071086"/>
                  </a:cubicBezTo>
                  <a:cubicBezTo>
                    <a:pt x="2826544" y="1112996"/>
                    <a:pt x="2792254" y="1147286"/>
                    <a:pt x="2750344" y="1147286"/>
                  </a:cubicBezTo>
                  <a:cubicBezTo>
                    <a:pt x="2708434" y="1147286"/>
                    <a:pt x="2674144" y="1112996"/>
                    <a:pt x="2674144" y="1071086"/>
                  </a:cubicBezTo>
                  <a:cubicBezTo>
                    <a:pt x="2674144" y="1029176"/>
                    <a:pt x="2708434" y="994886"/>
                    <a:pt x="2750344" y="994886"/>
                  </a:cubicBezTo>
                  <a:close/>
                  <a:moveTo>
                    <a:pt x="733901" y="3159919"/>
                  </a:moveTo>
                  <a:cubicBezTo>
                    <a:pt x="671036" y="3069431"/>
                    <a:pt x="611029" y="2984659"/>
                    <a:pt x="567214" y="2907506"/>
                  </a:cubicBezTo>
                  <a:cubicBezTo>
                    <a:pt x="319564" y="2469356"/>
                    <a:pt x="159544" y="1938814"/>
                    <a:pt x="159544" y="1556861"/>
                  </a:cubicBezTo>
                  <a:cubicBezTo>
                    <a:pt x="159544" y="796766"/>
                    <a:pt x="789146" y="196691"/>
                    <a:pt x="1607344" y="161449"/>
                  </a:cubicBezTo>
                  <a:lnTo>
                    <a:pt x="1607344" y="693896"/>
                  </a:lnTo>
                  <a:cubicBezTo>
                    <a:pt x="1587341" y="695801"/>
                    <a:pt x="1566386" y="697706"/>
                    <a:pt x="1544479" y="699611"/>
                  </a:cubicBezTo>
                  <a:cubicBezTo>
                    <a:pt x="1512094" y="703421"/>
                    <a:pt x="1485424" y="727234"/>
                    <a:pt x="1478756" y="759619"/>
                  </a:cubicBezTo>
                  <a:lnTo>
                    <a:pt x="1455896" y="870109"/>
                  </a:lnTo>
                  <a:cubicBezTo>
                    <a:pt x="1436846" y="874871"/>
                    <a:pt x="1417796" y="879634"/>
                    <a:pt x="1398746" y="885349"/>
                  </a:cubicBezTo>
                  <a:lnTo>
                    <a:pt x="1322546" y="800576"/>
                  </a:lnTo>
                  <a:cubicBezTo>
                    <a:pt x="1300639" y="775811"/>
                    <a:pt x="1266349" y="768191"/>
                    <a:pt x="1235869" y="781526"/>
                  </a:cubicBezTo>
                  <a:cubicBezTo>
                    <a:pt x="1150144" y="818674"/>
                    <a:pt x="1070134" y="865346"/>
                    <a:pt x="995839" y="921544"/>
                  </a:cubicBezTo>
                  <a:cubicBezTo>
                    <a:pt x="970121" y="941546"/>
                    <a:pt x="958691" y="974884"/>
                    <a:pt x="969169" y="1006316"/>
                  </a:cubicBezTo>
                  <a:lnTo>
                    <a:pt x="1004411" y="1112996"/>
                  </a:lnTo>
                  <a:cubicBezTo>
                    <a:pt x="990124" y="1126331"/>
                    <a:pt x="975836" y="1140619"/>
                    <a:pt x="962501" y="1154906"/>
                  </a:cubicBezTo>
                  <a:lnTo>
                    <a:pt x="855821" y="1119664"/>
                  </a:lnTo>
                  <a:cubicBezTo>
                    <a:pt x="824389" y="1109186"/>
                    <a:pt x="791051" y="1120616"/>
                    <a:pt x="771049" y="1146334"/>
                  </a:cubicBezTo>
                  <a:cubicBezTo>
                    <a:pt x="714851" y="1220629"/>
                    <a:pt x="668179" y="1300639"/>
                    <a:pt x="631031" y="1386364"/>
                  </a:cubicBezTo>
                  <a:cubicBezTo>
                    <a:pt x="618649" y="1416844"/>
                    <a:pt x="626269" y="1451134"/>
                    <a:pt x="650081" y="1473041"/>
                  </a:cubicBezTo>
                  <a:lnTo>
                    <a:pt x="734854" y="1549241"/>
                  </a:lnTo>
                  <a:cubicBezTo>
                    <a:pt x="729139" y="1568291"/>
                    <a:pt x="724376" y="1587341"/>
                    <a:pt x="719614" y="1605439"/>
                  </a:cubicBezTo>
                  <a:lnTo>
                    <a:pt x="601504" y="1629251"/>
                  </a:lnTo>
                  <a:cubicBezTo>
                    <a:pt x="566261" y="1635919"/>
                    <a:pt x="540544" y="1667351"/>
                    <a:pt x="540544" y="1703546"/>
                  </a:cubicBezTo>
                  <a:lnTo>
                    <a:pt x="540544" y="1963579"/>
                  </a:lnTo>
                  <a:cubicBezTo>
                    <a:pt x="540544" y="1999774"/>
                    <a:pt x="566261" y="2031206"/>
                    <a:pt x="601504" y="2037874"/>
                  </a:cubicBezTo>
                  <a:lnTo>
                    <a:pt x="719614" y="2061686"/>
                  </a:lnTo>
                  <a:cubicBezTo>
                    <a:pt x="724376" y="2080736"/>
                    <a:pt x="729139" y="2099786"/>
                    <a:pt x="734854" y="2117884"/>
                  </a:cubicBezTo>
                  <a:lnTo>
                    <a:pt x="650081" y="2194084"/>
                  </a:lnTo>
                  <a:cubicBezTo>
                    <a:pt x="625316" y="2215991"/>
                    <a:pt x="617696" y="2250281"/>
                    <a:pt x="631031" y="2280761"/>
                  </a:cubicBezTo>
                  <a:cubicBezTo>
                    <a:pt x="668179" y="2366486"/>
                    <a:pt x="714851" y="2446496"/>
                    <a:pt x="771049" y="2520791"/>
                  </a:cubicBezTo>
                  <a:cubicBezTo>
                    <a:pt x="791051" y="2546509"/>
                    <a:pt x="824389" y="2556986"/>
                    <a:pt x="855821" y="2547461"/>
                  </a:cubicBezTo>
                  <a:lnTo>
                    <a:pt x="962501" y="2512219"/>
                  </a:lnTo>
                  <a:cubicBezTo>
                    <a:pt x="975836" y="2526506"/>
                    <a:pt x="990124" y="2540794"/>
                    <a:pt x="1004411" y="2554129"/>
                  </a:cubicBezTo>
                  <a:lnTo>
                    <a:pt x="969169" y="2660809"/>
                  </a:lnTo>
                  <a:cubicBezTo>
                    <a:pt x="958691" y="2692241"/>
                    <a:pt x="970121" y="2725579"/>
                    <a:pt x="995839" y="2745581"/>
                  </a:cubicBezTo>
                  <a:cubicBezTo>
                    <a:pt x="1070134" y="2801779"/>
                    <a:pt x="1150144" y="2848451"/>
                    <a:pt x="1235869" y="2885599"/>
                  </a:cubicBezTo>
                  <a:cubicBezTo>
                    <a:pt x="1266349" y="2897981"/>
                    <a:pt x="1300639" y="2890361"/>
                    <a:pt x="1322546" y="2866549"/>
                  </a:cubicBezTo>
                  <a:lnTo>
                    <a:pt x="1398746" y="2781776"/>
                  </a:lnTo>
                  <a:cubicBezTo>
                    <a:pt x="1417796" y="2787491"/>
                    <a:pt x="1436846" y="2792254"/>
                    <a:pt x="1455896" y="2797016"/>
                  </a:cubicBezTo>
                  <a:lnTo>
                    <a:pt x="1478756" y="2907506"/>
                  </a:lnTo>
                  <a:cubicBezTo>
                    <a:pt x="1485424" y="2939891"/>
                    <a:pt x="1512094" y="2963704"/>
                    <a:pt x="1544479" y="2967514"/>
                  </a:cubicBezTo>
                  <a:cubicBezTo>
                    <a:pt x="1566386" y="2970371"/>
                    <a:pt x="1587341" y="2972276"/>
                    <a:pt x="1607344" y="2973229"/>
                  </a:cubicBezTo>
                  <a:lnTo>
                    <a:pt x="1607344" y="3817144"/>
                  </a:lnTo>
                  <a:lnTo>
                    <a:pt x="1067276" y="3817144"/>
                  </a:lnTo>
                  <a:cubicBezTo>
                    <a:pt x="1035844" y="3592354"/>
                    <a:pt x="876776" y="3363754"/>
                    <a:pt x="733901" y="3159919"/>
                  </a:cubicBezTo>
                  <a:close/>
                  <a:moveTo>
                    <a:pt x="997744" y="1833086"/>
                  </a:moveTo>
                  <a:cubicBezTo>
                    <a:pt x="998696" y="2181701"/>
                    <a:pt x="1260634" y="2475071"/>
                    <a:pt x="1607344" y="2514124"/>
                  </a:cubicBezTo>
                  <a:lnTo>
                    <a:pt x="1607344" y="2776061"/>
                  </a:lnTo>
                  <a:lnTo>
                    <a:pt x="1594961" y="2716054"/>
                  </a:lnTo>
                  <a:cubicBezTo>
                    <a:pt x="1588294" y="2685574"/>
                    <a:pt x="1564481" y="2661761"/>
                    <a:pt x="1534001" y="2656999"/>
                  </a:cubicBezTo>
                  <a:cubicBezTo>
                    <a:pt x="1489234" y="2648426"/>
                    <a:pt x="1444466" y="2636996"/>
                    <a:pt x="1401604" y="2620804"/>
                  </a:cubicBezTo>
                  <a:cubicBezTo>
                    <a:pt x="1393031" y="2617946"/>
                    <a:pt x="1384459" y="2616041"/>
                    <a:pt x="1375886" y="2616041"/>
                  </a:cubicBezTo>
                  <a:cubicBezTo>
                    <a:pt x="1353979" y="2616041"/>
                    <a:pt x="1333976" y="2625566"/>
                    <a:pt x="1318736" y="2641759"/>
                  </a:cubicBezTo>
                  <a:lnTo>
                    <a:pt x="1247299" y="2721769"/>
                  </a:lnTo>
                  <a:cubicBezTo>
                    <a:pt x="1207294" y="2701766"/>
                    <a:pt x="1169194" y="2679859"/>
                    <a:pt x="1132999" y="2654141"/>
                  </a:cubicBezTo>
                  <a:lnTo>
                    <a:pt x="1166336" y="2553176"/>
                  </a:lnTo>
                  <a:cubicBezTo>
                    <a:pt x="1175861" y="2523649"/>
                    <a:pt x="1167289" y="2491264"/>
                    <a:pt x="1143476" y="2471261"/>
                  </a:cubicBezTo>
                  <a:cubicBezTo>
                    <a:pt x="1108234" y="2441734"/>
                    <a:pt x="1075849" y="2409349"/>
                    <a:pt x="1046321" y="2374106"/>
                  </a:cubicBezTo>
                  <a:cubicBezTo>
                    <a:pt x="1026319" y="2350294"/>
                    <a:pt x="993934" y="2341721"/>
                    <a:pt x="964406" y="2351246"/>
                  </a:cubicBezTo>
                  <a:lnTo>
                    <a:pt x="863441" y="2384584"/>
                  </a:lnTo>
                  <a:cubicBezTo>
                    <a:pt x="838676" y="2347436"/>
                    <a:pt x="815816" y="2309336"/>
                    <a:pt x="795814" y="2270284"/>
                  </a:cubicBezTo>
                  <a:lnTo>
                    <a:pt x="875824" y="2198846"/>
                  </a:lnTo>
                  <a:cubicBezTo>
                    <a:pt x="898684" y="2177891"/>
                    <a:pt x="907256" y="2145506"/>
                    <a:pt x="896779" y="2115979"/>
                  </a:cubicBezTo>
                  <a:cubicBezTo>
                    <a:pt x="881539" y="2073116"/>
                    <a:pt x="869156" y="2028349"/>
                    <a:pt x="860584" y="1983581"/>
                  </a:cubicBezTo>
                  <a:cubicBezTo>
                    <a:pt x="854869" y="1953101"/>
                    <a:pt x="831056" y="1928336"/>
                    <a:pt x="800576" y="1922621"/>
                  </a:cubicBezTo>
                  <a:lnTo>
                    <a:pt x="692944" y="1900714"/>
                  </a:lnTo>
                  <a:lnTo>
                    <a:pt x="692944" y="1765459"/>
                  </a:lnTo>
                  <a:lnTo>
                    <a:pt x="799624" y="1744504"/>
                  </a:lnTo>
                  <a:cubicBezTo>
                    <a:pt x="830104" y="1738789"/>
                    <a:pt x="853916" y="1714024"/>
                    <a:pt x="859631" y="1683544"/>
                  </a:cubicBezTo>
                  <a:cubicBezTo>
                    <a:pt x="868204" y="1638776"/>
                    <a:pt x="879634" y="1594009"/>
                    <a:pt x="895826" y="1551146"/>
                  </a:cubicBezTo>
                  <a:cubicBezTo>
                    <a:pt x="906304" y="1521619"/>
                    <a:pt x="897731" y="1489234"/>
                    <a:pt x="874871" y="1468279"/>
                  </a:cubicBezTo>
                  <a:lnTo>
                    <a:pt x="794861" y="1396841"/>
                  </a:lnTo>
                  <a:cubicBezTo>
                    <a:pt x="814864" y="1356836"/>
                    <a:pt x="836771" y="1318736"/>
                    <a:pt x="862489" y="1282541"/>
                  </a:cubicBezTo>
                  <a:lnTo>
                    <a:pt x="963454" y="1315879"/>
                  </a:lnTo>
                  <a:cubicBezTo>
                    <a:pt x="992981" y="1325404"/>
                    <a:pt x="1025366" y="1315879"/>
                    <a:pt x="1045369" y="1293019"/>
                  </a:cubicBezTo>
                  <a:cubicBezTo>
                    <a:pt x="1074896" y="1257776"/>
                    <a:pt x="1108234" y="1225391"/>
                    <a:pt x="1142524" y="1194911"/>
                  </a:cubicBezTo>
                  <a:cubicBezTo>
                    <a:pt x="1166336" y="1174909"/>
                    <a:pt x="1174909" y="1142524"/>
                    <a:pt x="1165384" y="1112996"/>
                  </a:cubicBezTo>
                  <a:lnTo>
                    <a:pt x="1132046" y="1012031"/>
                  </a:lnTo>
                  <a:cubicBezTo>
                    <a:pt x="1169194" y="987266"/>
                    <a:pt x="1207294" y="964406"/>
                    <a:pt x="1246346" y="944404"/>
                  </a:cubicBezTo>
                  <a:lnTo>
                    <a:pt x="1317784" y="1024414"/>
                  </a:lnTo>
                  <a:cubicBezTo>
                    <a:pt x="1338739" y="1047274"/>
                    <a:pt x="1371124" y="1055846"/>
                    <a:pt x="1400651" y="1045369"/>
                  </a:cubicBezTo>
                  <a:cubicBezTo>
                    <a:pt x="1443514" y="1030129"/>
                    <a:pt x="1488281" y="1017746"/>
                    <a:pt x="1533049" y="1009174"/>
                  </a:cubicBezTo>
                  <a:cubicBezTo>
                    <a:pt x="1563529" y="1003459"/>
                    <a:pt x="1587341" y="980599"/>
                    <a:pt x="1594009" y="950119"/>
                  </a:cubicBezTo>
                  <a:lnTo>
                    <a:pt x="1606391" y="890111"/>
                  </a:lnTo>
                  <a:lnTo>
                    <a:pt x="1606391" y="1152049"/>
                  </a:lnTo>
                  <a:cubicBezTo>
                    <a:pt x="1260634" y="1191101"/>
                    <a:pt x="998696" y="1484471"/>
                    <a:pt x="997744" y="1833086"/>
                  </a:cubicBezTo>
                  <a:close/>
                  <a:moveTo>
                    <a:pt x="1607344" y="1306354"/>
                  </a:moveTo>
                  <a:lnTo>
                    <a:pt x="1607344" y="2360771"/>
                  </a:lnTo>
                  <a:cubicBezTo>
                    <a:pt x="1315879" y="2318861"/>
                    <a:pt x="1113949" y="2049304"/>
                    <a:pt x="1155859" y="1757839"/>
                  </a:cubicBezTo>
                  <a:cubicBezTo>
                    <a:pt x="1189196" y="1523524"/>
                    <a:pt x="1373029" y="1339691"/>
                    <a:pt x="1607344" y="1306354"/>
                  </a:cubicBezTo>
                  <a:close/>
                  <a:moveTo>
                    <a:pt x="2407444" y="4350544"/>
                  </a:moveTo>
                  <a:cubicBezTo>
                    <a:pt x="2407444" y="4392454"/>
                    <a:pt x="2373154" y="4426744"/>
                    <a:pt x="2331244" y="4426744"/>
                  </a:cubicBezTo>
                  <a:lnTo>
                    <a:pt x="1035844" y="4426744"/>
                  </a:lnTo>
                  <a:cubicBezTo>
                    <a:pt x="992981" y="4425791"/>
                    <a:pt x="958691" y="4390549"/>
                    <a:pt x="959644" y="4347687"/>
                  </a:cubicBezTo>
                  <a:cubicBezTo>
                    <a:pt x="959644" y="4346734"/>
                    <a:pt x="959644" y="4345781"/>
                    <a:pt x="959644" y="4344829"/>
                  </a:cubicBezTo>
                  <a:cubicBezTo>
                    <a:pt x="959644" y="4302919"/>
                    <a:pt x="993934" y="4268629"/>
                    <a:pt x="1035844" y="4268629"/>
                  </a:cubicBezTo>
                  <a:lnTo>
                    <a:pt x="2331244" y="4268629"/>
                  </a:lnTo>
                  <a:cubicBezTo>
                    <a:pt x="2374106" y="4269581"/>
                    <a:pt x="2408396" y="4304824"/>
                    <a:pt x="2407444" y="4347687"/>
                  </a:cubicBezTo>
                  <a:cubicBezTo>
                    <a:pt x="2407444" y="4348639"/>
                    <a:pt x="2407444" y="4349591"/>
                    <a:pt x="2407444" y="4350544"/>
                  </a:cubicBezTo>
                  <a:close/>
                  <a:moveTo>
                    <a:pt x="2312194" y="3969544"/>
                  </a:moveTo>
                  <a:cubicBezTo>
                    <a:pt x="2350294" y="3965734"/>
                    <a:pt x="2384584" y="3994309"/>
                    <a:pt x="2388394" y="4032409"/>
                  </a:cubicBezTo>
                  <a:cubicBezTo>
                    <a:pt x="2388394" y="4035266"/>
                    <a:pt x="2388394" y="4037171"/>
                    <a:pt x="2388394" y="4040029"/>
                  </a:cubicBezTo>
                  <a:cubicBezTo>
                    <a:pt x="2388394" y="4081939"/>
                    <a:pt x="2354104" y="4116229"/>
                    <a:pt x="2312194" y="4116229"/>
                  </a:cubicBezTo>
                  <a:lnTo>
                    <a:pt x="1054894" y="4116229"/>
                  </a:lnTo>
                  <a:cubicBezTo>
                    <a:pt x="1012031" y="4115276"/>
                    <a:pt x="977741" y="4080034"/>
                    <a:pt x="978694" y="4037171"/>
                  </a:cubicBezTo>
                  <a:cubicBezTo>
                    <a:pt x="978694" y="4036219"/>
                    <a:pt x="978694" y="4035266"/>
                    <a:pt x="978694" y="4034314"/>
                  </a:cubicBezTo>
                  <a:cubicBezTo>
                    <a:pt x="980599" y="3996214"/>
                    <a:pt x="1012031" y="3966686"/>
                    <a:pt x="1050131" y="3968591"/>
                  </a:cubicBezTo>
                  <a:cubicBezTo>
                    <a:pt x="1052036" y="3968591"/>
                    <a:pt x="1052989" y="3968591"/>
                    <a:pt x="1054894" y="3968591"/>
                  </a:cubicBezTo>
                  <a:lnTo>
                    <a:pt x="2312194" y="3969544"/>
                  </a:lnTo>
                  <a:lnTo>
                    <a:pt x="2312194" y="3969544"/>
                  </a:lnTo>
                  <a:close/>
                  <a:moveTo>
                    <a:pt x="2293144" y="2899886"/>
                  </a:moveTo>
                  <a:cubicBezTo>
                    <a:pt x="2335054" y="2899886"/>
                    <a:pt x="2369344" y="2934176"/>
                    <a:pt x="2369344" y="2976086"/>
                  </a:cubicBezTo>
                  <a:cubicBezTo>
                    <a:pt x="2369344" y="3017996"/>
                    <a:pt x="2335054" y="3052286"/>
                    <a:pt x="2293144" y="3052286"/>
                  </a:cubicBezTo>
                  <a:cubicBezTo>
                    <a:pt x="2251234" y="3052286"/>
                    <a:pt x="2216944" y="3017996"/>
                    <a:pt x="2216944" y="2976086"/>
                  </a:cubicBezTo>
                  <a:cubicBezTo>
                    <a:pt x="2216944" y="2934176"/>
                    <a:pt x="2251234" y="2899886"/>
                    <a:pt x="2293144" y="2899886"/>
                  </a:cubicBezTo>
                  <a:close/>
                  <a:moveTo>
                    <a:pt x="2140744" y="613886"/>
                  </a:moveTo>
                  <a:cubicBezTo>
                    <a:pt x="2182654" y="613886"/>
                    <a:pt x="2216944" y="648176"/>
                    <a:pt x="2216944" y="690086"/>
                  </a:cubicBezTo>
                  <a:cubicBezTo>
                    <a:pt x="2216944" y="731996"/>
                    <a:pt x="2182654" y="766286"/>
                    <a:pt x="2140744" y="766286"/>
                  </a:cubicBezTo>
                  <a:cubicBezTo>
                    <a:pt x="2098834" y="766286"/>
                    <a:pt x="2064544" y="731996"/>
                    <a:pt x="2064544" y="690086"/>
                  </a:cubicBezTo>
                  <a:cubicBezTo>
                    <a:pt x="2064544" y="648176"/>
                    <a:pt x="2098834" y="613886"/>
                    <a:pt x="2140744" y="613886"/>
                  </a:cubicBezTo>
                  <a:close/>
                  <a:moveTo>
                    <a:pt x="2293144" y="2214086"/>
                  </a:moveTo>
                  <a:lnTo>
                    <a:pt x="1759744" y="2214086"/>
                  </a:lnTo>
                  <a:lnTo>
                    <a:pt x="1759744" y="1452086"/>
                  </a:lnTo>
                  <a:lnTo>
                    <a:pt x="2293144" y="1452086"/>
                  </a:lnTo>
                  <a:lnTo>
                    <a:pt x="2293144" y="2214086"/>
                  </a:lnTo>
                  <a:close/>
                  <a:moveTo>
                    <a:pt x="3131344" y="2137886"/>
                  </a:moveTo>
                  <a:cubicBezTo>
                    <a:pt x="3089434" y="2137886"/>
                    <a:pt x="3055144" y="2103596"/>
                    <a:pt x="3055144" y="2061686"/>
                  </a:cubicBezTo>
                  <a:cubicBezTo>
                    <a:pt x="3055144" y="2019776"/>
                    <a:pt x="3089434" y="1985486"/>
                    <a:pt x="3131344" y="1985486"/>
                  </a:cubicBezTo>
                  <a:cubicBezTo>
                    <a:pt x="3173254" y="1985486"/>
                    <a:pt x="3207544" y="2019776"/>
                    <a:pt x="3207544" y="2061686"/>
                  </a:cubicBezTo>
                  <a:cubicBezTo>
                    <a:pt x="3207544" y="2103596"/>
                    <a:pt x="3173254" y="2137886"/>
                    <a:pt x="3131344" y="21378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5C07BD05-27E2-47EF-B5E3-1AD482DC06F9}"/>
                </a:ext>
              </a:extLst>
            </p:cNvPr>
            <p:cNvSpPr/>
            <p:nvPr/>
          </p:nvSpPr>
          <p:spPr>
            <a:xfrm>
              <a:off x="7209949" y="5076349"/>
              <a:ext cx="219075" cy="219075"/>
            </a:xfrm>
            <a:custGeom>
              <a:avLst/>
              <a:gdLst>
                <a:gd name="connsiteX0" fmla="*/ 78581 w 219075"/>
                <a:gd name="connsiteY0" fmla="*/ 7144 h 219075"/>
                <a:gd name="connsiteX1" fmla="*/ 7144 w 219075"/>
                <a:gd name="connsiteY1" fmla="*/ 155734 h 219075"/>
                <a:gd name="connsiteX2" fmla="*/ 149066 w 219075"/>
                <a:gd name="connsiteY2" fmla="*/ 211931 h 219075"/>
                <a:gd name="connsiteX3" fmla="*/ 211931 w 219075"/>
                <a:gd name="connsiteY3" fmla="*/ 80486 h 219075"/>
                <a:gd name="connsiteX4" fmla="*/ 78581 w 219075"/>
                <a:gd name="connsiteY4" fmla="*/ 7144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219075">
                  <a:moveTo>
                    <a:pt x="78581" y="7144"/>
                  </a:moveTo>
                  <a:cubicBezTo>
                    <a:pt x="51911" y="54769"/>
                    <a:pt x="28099" y="105251"/>
                    <a:pt x="7144" y="155734"/>
                  </a:cubicBezTo>
                  <a:lnTo>
                    <a:pt x="149066" y="211931"/>
                  </a:lnTo>
                  <a:cubicBezTo>
                    <a:pt x="167164" y="167164"/>
                    <a:pt x="188119" y="123349"/>
                    <a:pt x="211931" y="80486"/>
                  </a:cubicBezTo>
                  <a:lnTo>
                    <a:pt x="78581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4B8BE4BA-1BA8-4351-82D4-6A1A5A414EA0}"/>
                </a:ext>
              </a:extLst>
            </p:cNvPr>
            <p:cNvSpPr/>
            <p:nvPr/>
          </p:nvSpPr>
          <p:spPr>
            <a:xfrm>
              <a:off x="7363301" y="4807744"/>
              <a:ext cx="219075" cy="228600"/>
            </a:xfrm>
            <a:custGeom>
              <a:avLst/>
              <a:gdLst>
                <a:gd name="connsiteX0" fmla="*/ 95726 w 219075"/>
                <a:gd name="connsiteY0" fmla="*/ 7144 h 228600"/>
                <a:gd name="connsiteX1" fmla="*/ 7144 w 219075"/>
                <a:gd name="connsiteY1" fmla="*/ 138589 h 228600"/>
                <a:gd name="connsiteX2" fmla="*/ 134779 w 219075"/>
                <a:gd name="connsiteY2" fmla="*/ 221456 h 228600"/>
                <a:gd name="connsiteX3" fmla="*/ 220504 w 219075"/>
                <a:gd name="connsiteY3" fmla="*/ 94774 h 228600"/>
                <a:gd name="connsiteX4" fmla="*/ 95726 w 219075"/>
                <a:gd name="connsiteY4" fmla="*/ 714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228600">
                  <a:moveTo>
                    <a:pt x="95726" y="7144"/>
                  </a:moveTo>
                  <a:cubicBezTo>
                    <a:pt x="66199" y="50006"/>
                    <a:pt x="35719" y="93821"/>
                    <a:pt x="7144" y="138589"/>
                  </a:cubicBezTo>
                  <a:lnTo>
                    <a:pt x="134779" y="221456"/>
                  </a:lnTo>
                  <a:cubicBezTo>
                    <a:pt x="162401" y="178594"/>
                    <a:pt x="190976" y="136684"/>
                    <a:pt x="220504" y="94774"/>
                  </a:cubicBezTo>
                  <a:lnTo>
                    <a:pt x="95726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5869D493-F620-4FC3-AD16-9F0C0EBADD15}"/>
                </a:ext>
              </a:extLst>
            </p:cNvPr>
            <p:cNvSpPr/>
            <p:nvPr/>
          </p:nvSpPr>
          <p:spPr>
            <a:xfrm>
              <a:off x="7540466" y="4554379"/>
              <a:ext cx="219075" cy="219075"/>
            </a:xfrm>
            <a:custGeom>
              <a:avLst/>
              <a:gdLst>
                <a:gd name="connsiteX0" fmla="*/ 91916 w 219075"/>
                <a:gd name="connsiteY0" fmla="*/ 7144 h 219075"/>
                <a:gd name="connsiteX1" fmla="*/ 7144 w 219075"/>
                <a:gd name="connsiteY1" fmla="*/ 133826 h 219075"/>
                <a:gd name="connsiteX2" fmla="*/ 131921 w 219075"/>
                <a:gd name="connsiteY2" fmla="*/ 220504 h 219075"/>
                <a:gd name="connsiteX3" fmla="*/ 220504 w 219075"/>
                <a:gd name="connsiteY3" fmla="*/ 88106 h 219075"/>
                <a:gd name="connsiteX4" fmla="*/ 91916 w 219075"/>
                <a:gd name="connsiteY4" fmla="*/ 7144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219075">
                  <a:moveTo>
                    <a:pt x="91916" y="7144"/>
                  </a:moveTo>
                  <a:cubicBezTo>
                    <a:pt x="66199" y="48101"/>
                    <a:pt x="37624" y="90011"/>
                    <a:pt x="7144" y="133826"/>
                  </a:cubicBezTo>
                  <a:lnTo>
                    <a:pt x="131921" y="220504"/>
                  </a:lnTo>
                  <a:cubicBezTo>
                    <a:pt x="163354" y="174784"/>
                    <a:pt x="192881" y="130969"/>
                    <a:pt x="220504" y="88106"/>
                  </a:cubicBezTo>
                  <a:lnTo>
                    <a:pt x="91916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21C7D4B-3C08-405B-850A-21F69F755C31}"/>
                </a:ext>
              </a:extLst>
            </p:cNvPr>
            <p:cNvSpPr/>
            <p:nvPr/>
          </p:nvSpPr>
          <p:spPr>
            <a:xfrm>
              <a:off x="7700486" y="4288631"/>
              <a:ext cx="219075" cy="219075"/>
            </a:xfrm>
            <a:custGeom>
              <a:avLst/>
              <a:gdLst>
                <a:gd name="connsiteX0" fmla="*/ 75724 w 219075"/>
                <a:gd name="connsiteY0" fmla="*/ 7144 h 219075"/>
                <a:gd name="connsiteX1" fmla="*/ 7144 w 219075"/>
                <a:gd name="connsiteY1" fmla="*/ 142399 h 219075"/>
                <a:gd name="connsiteX2" fmla="*/ 141446 w 219075"/>
                <a:gd name="connsiteY2" fmla="*/ 213836 h 219075"/>
                <a:gd name="connsiteX3" fmla="*/ 212884 w 219075"/>
                <a:gd name="connsiteY3" fmla="*/ 71914 h 219075"/>
                <a:gd name="connsiteX4" fmla="*/ 75724 w 219075"/>
                <a:gd name="connsiteY4" fmla="*/ 7144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219075">
                  <a:moveTo>
                    <a:pt x="75724" y="7144"/>
                  </a:moveTo>
                  <a:cubicBezTo>
                    <a:pt x="53816" y="52864"/>
                    <a:pt x="30956" y="97631"/>
                    <a:pt x="7144" y="142399"/>
                  </a:cubicBezTo>
                  <a:lnTo>
                    <a:pt x="141446" y="213836"/>
                  </a:lnTo>
                  <a:cubicBezTo>
                    <a:pt x="166211" y="167164"/>
                    <a:pt x="190024" y="119539"/>
                    <a:pt x="212884" y="71914"/>
                  </a:cubicBezTo>
                  <a:lnTo>
                    <a:pt x="7572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E07DCF8B-6CB4-4CBE-A09F-0E9CFF52BC75}"/>
                </a:ext>
              </a:extLst>
            </p:cNvPr>
            <p:cNvSpPr/>
            <p:nvPr/>
          </p:nvSpPr>
          <p:spPr>
            <a:xfrm>
              <a:off x="7831931" y="4008596"/>
              <a:ext cx="209550" cy="209550"/>
            </a:xfrm>
            <a:custGeom>
              <a:avLst/>
              <a:gdLst>
                <a:gd name="connsiteX0" fmla="*/ 63341 w 209550"/>
                <a:gd name="connsiteY0" fmla="*/ 7144 h 209550"/>
                <a:gd name="connsiteX1" fmla="*/ 7144 w 209550"/>
                <a:gd name="connsiteY1" fmla="*/ 148114 h 209550"/>
                <a:gd name="connsiteX2" fmla="*/ 147161 w 209550"/>
                <a:gd name="connsiteY2" fmla="*/ 208121 h 209550"/>
                <a:gd name="connsiteX3" fmla="*/ 206216 w 209550"/>
                <a:gd name="connsiteY3" fmla="*/ 60484 h 209550"/>
                <a:gd name="connsiteX4" fmla="*/ 63341 w 209550"/>
                <a:gd name="connsiteY4" fmla="*/ 7144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09550">
                  <a:moveTo>
                    <a:pt x="63341" y="7144"/>
                  </a:moveTo>
                  <a:cubicBezTo>
                    <a:pt x="45244" y="53816"/>
                    <a:pt x="27146" y="101441"/>
                    <a:pt x="7144" y="148114"/>
                  </a:cubicBezTo>
                  <a:lnTo>
                    <a:pt x="147161" y="208121"/>
                  </a:lnTo>
                  <a:cubicBezTo>
                    <a:pt x="168116" y="159544"/>
                    <a:pt x="187166" y="110014"/>
                    <a:pt x="206216" y="60484"/>
                  </a:cubicBezTo>
                  <a:lnTo>
                    <a:pt x="63341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49CF29F2-BE27-43B5-9A6A-6A7B855392A5}"/>
                </a:ext>
              </a:extLst>
            </p:cNvPr>
            <p:cNvSpPr/>
            <p:nvPr/>
          </p:nvSpPr>
          <p:spPr>
            <a:xfrm>
              <a:off x="8064341" y="3127534"/>
              <a:ext cx="171450" cy="171450"/>
            </a:xfrm>
            <a:custGeom>
              <a:avLst/>
              <a:gdLst>
                <a:gd name="connsiteX0" fmla="*/ 165259 w 171450"/>
                <a:gd name="connsiteY0" fmla="*/ 7144 h 171450"/>
                <a:gd name="connsiteX1" fmla="*/ 12859 w 171450"/>
                <a:gd name="connsiteY1" fmla="*/ 8096 h 171450"/>
                <a:gd name="connsiteX2" fmla="*/ 12859 w 171450"/>
                <a:gd name="connsiteY2" fmla="*/ 22384 h 171450"/>
                <a:gd name="connsiteX3" fmla="*/ 7144 w 171450"/>
                <a:gd name="connsiteY3" fmla="*/ 156686 h 171450"/>
                <a:gd name="connsiteX4" fmla="*/ 158591 w 171450"/>
                <a:gd name="connsiteY4" fmla="*/ 169069 h 171450"/>
                <a:gd name="connsiteX5" fmla="*/ 165259 w 171450"/>
                <a:gd name="connsiteY5" fmla="*/ 22384 h 171450"/>
                <a:gd name="connsiteX6" fmla="*/ 165259 w 171450"/>
                <a:gd name="connsiteY6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450" h="171450">
                  <a:moveTo>
                    <a:pt x="165259" y="7144"/>
                  </a:moveTo>
                  <a:lnTo>
                    <a:pt x="12859" y="8096"/>
                  </a:lnTo>
                  <a:lnTo>
                    <a:pt x="12859" y="22384"/>
                  </a:lnTo>
                  <a:cubicBezTo>
                    <a:pt x="12859" y="65246"/>
                    <a:pt x="10954" y="110014"/>
                    <a:pt x="7144" y="156686"/>
                  </a:cubicBezTo>
                  <a:lnTo>
                    <a:pt x="158591" y="169069"/>
                  </a:lnTo>
                  <a:cubicBezTo>
                    <a:pt x="162401" y="118586"/>
                    <a:pt x="165259" y="69056"/>
                    <a:pt x="165259" y="22384"/>
                  </a:cubicBezTo>
                  <a:lnTo>
                    <a:pt x="16525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E255BEFE-5709-434F-8D8D-549C5CA44FB1}"/>
                </a:ext>
              </a:extLst>
            </p:cNvPr>
            <p:cNvSpPr/>
            <p:nvPr/>
          </p:nvSpPr>
          <p:spPr>
            <a:xfrm>
              <a:off x="8034814" y="2802731"/>
              <a:ext cx="190500" cy="190500"/>
            </a:xfrm>
            <a:custGeom>
              <a:avLst/>
              <a:gdLst>
                <a:gd name="connsiteX0" fmla="*/ 155734 w 190500"/>
                <a:gd name="connsiteY0" fmla="*/ 7144 h 190500"/>
                <a:gd name="connsiteX1" fmla="*/ 7144 w 190500"/>
                <a:gd name="connsiteY1" fmla="*/ 41434 h 190500"/>
                <a:gd name="connsiteX2" fmla="*/ 32861 w 190500"/>
                <a:gd name="connsiteY2" fmla="*/ 186214 h 190500"/>
                <a:gd name="connsiteX3" fmla="*/ 184309 w 190500"/>
                <a:gd name="connsiteY3" fmla="*/ 168116 h 190500"/>
                <a:gd name="connsiteX4" fmla="*/ 155734 w 190500"/>
                <a:gd name="connsiteY4" fmla="*/ 714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0" h="190500">
                  <a:moveTo>
                    <a:pt x="155734" y="7144"/>
                  </a:moveTo>
                  <a:lnTo>
                    <a:pt x="7144" y="41434"/>
                  </a:lnTo>
                  <a:cubicBezTo>
                    <a:pt x="18574" y="89059"/>
                    <a:pt x="27146" y="137636"/>
                    <a:pt x="32861" y="186214"/>
                  </a:cubicBezTo>
                  <a:lnTo>
                    <a:pt x="184309" y="168116"/>
                  </a:lnTo>
                  <a:cubicBezTo>
                    <a:pt x="177641" y="113824"/>
                    <a:pt x="168116" y="60484"/>
                    <a:pt x="15573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ABF33E29-E851-4642-9FA8-97D470F3A48E}"/>
                </a:ext>
              </a:extLst>
            </p:cNvPr>
            <p:cNvSpPr/>
            <p:nvPr/>
          </p:nvSpPr>
          <p:spPr>
            <a:xfrm>
              <a:off x="7936706" y="2495074"/>
              <a:ext cx="209550" cy="209550"/>
            </a:xfrm>
            <a:custGeom>
              <a:avLst/>
              <a:gdLst>
                <a:gd name="connsiteX0" fmla="*/ 144304 w 209550"/>
                <a:gd name="connsiteY0" fmla="*/ 7144 h 209550"/>
                <a:gd name="connsiteX1" fmla="*/ 7144 w 209550"/>
                <a:gd name="connsiteY1" fmla="*/ 73819 h 209550"/>
                <a:gd name="connsiteX2" fmla="*/ 64294 w 209550"/>
                <a:gd name="connsiteY2" fmla="*/ 209074 h 209550"/>
                <a:gd name="connsiteX3" fmla="*/ 208121 w 209550"/>
                <a:gd name="connsiteY3" fmla="*/ 157639 h 209550"/>
                <a:gd name="connsiteX4" fmla="*/ 144304 w 209550"/>
                <a:gd name="connsiteY4" fmla="*/ 7144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09550">
                  <a:moveTo>
                    <a:pt x="144304" y="7144"/>
                  </a:moveTo>
                  <a:lnTo>
                    <a:pt x="7144" y="73819"/>
                  </a:lnTo>
                  <a:cubicBezTo>
                    <a:pt x="28099" y="117634"/>
                    <a:pt x="47149" y="163354"/>
                    <a:pt x="64294" y="209074"/>
                  </a:cubicBezTo>
                  <a:lnTo>
                    <a:pt x="208121" y="157639"/>
                  </a:lnTo>
                  <a:cubicBezTo>
                    <a:pt x="190024" y="106204"/>
                    <a:pt x="168116" y="55721"/>
                    <a:pt x="14430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2A1353B-5308-417E-9E60-1A70CE32ADB5}"/>
                </a:ext>
              </a:extLst>
            </p:cNvPr>
            <p:cNvSpPr/>
            <p:nvPr/>
          </p:nvSpPr>
          <p:spPr>
            <a:xfrm>
              <a:off x="7780496" y="2218849"/>
              <a:ext cx="219075" cy="228600"/>
            </a:xfrm>
            <a:custGeom>
              <a:avLst/>
              <a:gdLst>
                <a:gd name="connsiteX0" fmla="*/ 126206 w 219075"/>
                <a:gd name="connsiteY0" fmla="*/ 7144 h 228600"/>
                <a:gd name="connsiteX1" fmla="*/ 7144 w 219075"/>
                <a:gd name="connsiteY1" fmla="*/ 102394 h 228600"/>
                <a:gd name="connsiteX2" fmla="*/ 91916 w 219075"/>
                <a:gd name="connsiteY2" fmla="*/ 222409 h 228600"/>
                <a:gd name="connsiteX3" fmla="*/ 220504 w 219075"/>
                <a:gd name="connsiteY3" fmla="*/ 141446 h 228600"/>
                <a:gd name="connsiteX4" fmla="*/ 126206 w 219075"/>
                <a:gd name="connsiteY4" fmla="*/ 714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228600">
                  <a:moveTo>
                    <a:pt x="126206" y="7144"/>
                  </a:moveTo>
                  <a:lnTo>
                    <a:pt x="7144" y="102394"/>
                  </a:lnTo>
                  <a:cubicBezTo>
                    <a:pt x="37624" y="140494"/>
                    <a:pt x="66199" y="180499"/>
                    <a:pt x="91916" y="222409"/>
                  </a:cubicBezTo>
                  <a:lnTo>
                    <a:pt x="220504" y="141446"/>
                  </a:lnTo>
                  <a:cubicBezTo>
                    <a:pt x="191929" y="94774"/>
                    <a:pt x="160496" y="50006"/>
                    <a:pt x="12620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20E8CD92-FD73-490F-A24B-117090D33D16}"/>
                </a:ext>
              </a:extLst>
            </p:cNvPr>
            <p:cNvSpPr/>
            <p:nvPr/>
          </p:nvSpPr>
          <p:spPr>
            <a:xfrm>
              <a:off x="7573804" y="1986439"/>
              <a:ext cx="228600" cy="228600"/>
            </a:xfrm>
            <a:custGeom>
              <a:avLst/>
              <a:gdLst>
                <a:gd name="connsiteX0" fmla="*/ 104299 w 228600"/>
                <a:gd name="connsiteY0" fmla="*/ 7144 h 228600"/>
                <a:gd name="connsiteX1" fmla="*/ 7144 w 228600"/>
                <a:gd name="connsiteY1" fmla="*/ 124301 h 228600"/>
                <a:gd name="connsiteX2" fmla="*/ 115729 w 228600"/>
                <a:gd name="connsiteY2" fmla="*/ 224314 h 228600"/>
                <a:gd name="connsiteX3" fmla="*/ 224314 w 228600"/>
                <a:gd name="connsiteY3" fmla="*/ 117634 h 228600"/>
                <a:gd name="connsiteX4" fmla="*/ 104299 w 228600"/>
                <a:gd name="connsiteY4" fmla="*/ 714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" h="228600">
                  <a:moveTo>
                    <a:pt x="104299" y="7144"/>
                  </a:moveTo>
                  <a:lnTo>
                    <a:pt x="7144" y="124301"/>
                  </a:lnTo>
                  <a:cubicBezTo>
                    <a:pt x="45244" y="155734"/>
                    <a:pt x="81439" y="189071"/>
                    <a:pt x="115729" y="224314"/>
                  </a:cubicBezTo>
                  <a:lnTo>
                    <a:pt x="224314" y="117634"/>
                  </a:lnTo>
                  <a:cubicBezTo>
                    <a:pt x="186214" y="78581"/>
                    <a:pt x="146209" y="41434"/>
                    <a:pt x="10429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DB56740C-66CD-40C6-8890-4223C358F777}"/>
                </a:ext>
              </a:extLst>
            </p:cNvPr>
            <p:cNvSpPr/>
            <p:nvPr/>
          </p:nvSpPr>
          <p:spPr>
            <a:xfrm>
              <a:off x="7329011" y="1804511"/>
              <a:ext cx="219075" cy="219075"/>
            </a:xfrm>
            <a:custGeom>
              <a:avLst/>
              <a:gdLst>
                <a:gd name="connsiteX0" fmla="*/ 79534 w 219075"/>
                <a:gd name="connsiteY0" fmla="*/ 7144 h 219075"/>
                <a:gd name="connsiteX1" fmla="*/ 7144 w 219075"/>
                <a:gd name="connsiteY1" fmla="*/ 141446 h 219075"/>
                <a:gd name="connsiteX2" fmla="*/ 133826 w 219075"/>
                <a:gd name="connsiteY2" fmla="*/ 217646 h 219075"/>
                <a:gd name="connsiteX3" fmla="*/ 218599 w 219075"/>
                <a:gd name="connsiteY3" fmla="*/ 90964 h 219075"/>
                <a:gd name="connsiteX4" fmla="*/ 79534 w 219075"/>
                <a:gd name="connsiteY4" fmla="*/ 7144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219075">
                  <a:moveTo>
                    <a:pt x="79534" y="7144"/>
                  </a:moveTo>
                  <a:lnTo>
                    <a:pt x="7144" y="141446"/>
                  </a:lnTo>
                  <a:cubicBezTo>
                    <a:pt x="50959" y="165259"/>
                    <a:pt x="92869" y="190976"/>
                    <a:pt x="133826" y="217646"/>
                  </a:cubicBezTo>
                  <a:lnTo>
                    <a:pt x="218599" y="90964"/>
                  </a:lnTo>
                  <a:cubicBezTo>
                    <a:pt x="174784" y="61436"/>
                    <a:pt x="128111" y="33814"/>
                    <a:pt x="7953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2829B132-F80D-4A04-A845-2050CDDE941B}"/>
                </a:ext>
              </a:extLst>
            </p:cNvPr>
            <p:cNvSpPr/>
            <p:nvPr/>
          </p:nvSpPr>
          <p:spPr>
            <a:xfrm>
              <a:off x="7057549" y="1678781"/>
              <a:ext cx="209550" cy="209550"/>
            </a:xfrm>
            <a:custGeom>
              <a:avLst/>
              <a:gdLst>
                <a:gd name="connsiteX0" fmla="*/ 52864 w 209550"/>
                <a:gd name="connsiteY0" fmla="*/ 7144 h 209550"/>
                <a:gd name="connsiteX1" fmla="*/ 7144 w 209550"/>
                <a:gd name="connsiteY1" fmla="*/ 152876 h 209550"/>
                <a:gd name="connsiteX2" fmla="*/ 146209 w 209550"/>
                <a:gd name="connsiteY2" fmla="*/ 204311 h 209550"/>
                <a:gd name="connsiteX3" fmla="*/ 206216 w 209550"/>
                <a:gd name="connsiteY3" fmla="*/ 64294 h 209550"/>
                <a:gd name="connsiteX4" fmla="*/ 52864 w 209550"/>
                <a:gd name="connsiteY4" fmla="*/ 7144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09550">
                  <a:moveTo>
                    <a:pt x="52864" y="7144"/>
                  </a:moveTo>
                  <a:lnTo>
                    <a:pt x="7144" y="152876"/>
                  </a:lnTo>
                  <a:cubicBezTo>
                    <a:pt x="54769" y="168116"/>
                    <a:pt x="101441" y="185261"/>
                    <a:pt x="146209" y="204311"/>
                  </a:cubicBezTo>
                  <a:lnTo>
                    <a:pt x="206216" y="64294"/>
                  </a:lnTo>
                  <a:cubicBezTo>
                    <a:pt x="155734" y="42386"/>
                    <a:pt x="104299" y="23336"/>
                    <a:pt x="5286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DEA6E7C-8346-4F33-8E6A-809664B4DDBE}"/>
                </a:ext>
              </a:extLst>
            </p:cNvPr>
            <p:cNvSpPr/>
            <p:nvPr/>
          </p:nvSpPr>
          <p:spPr>
            <a:xfrm>
              <a:off x="6767989" y="1608296"/>
              <a:ext cx="190500" cy="190500"/>
            </a:xfrm>
            <a:custGeom>
              <a:avLst/>
              <a:gdLst>
                <a:gd name="connsiteX0" fmla="*/ 26194 w 190500"/>
                <a:gd name="connsiteY0" fmla="*/ 7144 h 190500"/>
                <a:gd name="connsiteX1" fmla="*/ 7144 w 190500"/>
                <a:gd name="connsiteY1" fmla="*/ 158591 h 190500"/>
                <a:gd name="connsiteX2" fmla="*/ 152876 w 190500"/>
                <a:gd name="connsiteY2" fmla="*/ 184309 h 190500"/>
                <a:gd name="connsiteX3" fmla="*/ 185261 w 190500"/>
                <a:gd name="connsiteY3" fmla="*/ 34766 h 190500"/>
                <a:gd name="connsiteX4" fmla="*/ 26194 w 190500"/>
                <a:gd name="connsiteY4" fmla="*/ 714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0" h="190500">
                  <a:moveTo>
                    <a:pt x="26194" y="7144"/>
                  </a:moveTo>
                  <a:lnTo>
                    <a:pt x="7144" y="158591"/>
                  </a:lnTo>
                  <a:cubicBezTo>
                    <a:pt x="56674" y="165259"/>
                    <a:pt x="105251" y="173831"/>
                    <a:pt x="152876" y="184309"/>
                  </a:cubicBezTo>
                  <a:lnTo>
                    <a:pt x="185261" y="34766"/>
                  </a:lnTo>
                  <a:cubicBezTo>
                    <a:pt x="133826" y="23336"/>
                    <a:pt x="79534" y="14764"/>
                    <a:pt x="261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92" name="Graphic 47">
            <a:extLst>
              <a:ext uri="{FF2B5EF4-FFF2-40B4-BE49-F238E27FC236}">
                <a16:creationId xmlns:a16="http://schemas.microsoft.com/office/drawing/2014/main" id="{9896BE7A-27DF-4C77-9434-7C2ACAF13622}"/>
              </a:ext>
            </a:extLst>
          </p:cNvPr>
          <p:cNvGrpSpPr>
            <a:grpSpLocks noChangeAspect="1"/>
          </p:cNvGrpSpPr>
          <p:nvPr/>
        </p:nvGrpSpPr>
        <p:grpSpPr>
          <a:xfrm>
            <a:off x="9815896" y="5645399"/>
            <a:ext cx="502920" cy="502920"/>
            <a:chOff x="4114800" y="1447800"/>
            <a:chExt cx="487680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34F9D3E4-DB59-4C64-B7E7-762D62E722BF}"/>
                </a:ext>
              </a:extLst>
            </p:cNvPr>
            <p:cNvSpPr/>
            <p:nvPr/>
          </p:nvSpPr>
          <p:spPr>
            <a:xfrm>
              <a:off x="4107656" y="1440656"/>
              <a:ext cx="4886325" cy="4886325"/>
            </a:xfrm>
            <a:custGeom>
              <a:avLst/>
              <a:gdLst>
                <a:gd name="connsiteX0" fmla="*/ 4758214 w 4886325"/>
                <a:gd name="connsiteY0" fmla="*/ 1541621 h 4886325"/>
                <a:gd name="connsiteX1" fmla="*/ 4152424 w 4886325"/>
                <a:gd name="connsiteY1" fmla="*/ 1541621 h 4886325"/>
                <a:gd name="connsiteX2" fmla="*/ 3722846 w 4886325"/>
                <a:gd name="connsiteY2" fmla="*/ 1972151 h 4886325"/>
                <a:gd name="connsiteX3" fmla="*/ 3722846 w 4886325"/>
                <a:gd name="connsiteY3" fmla="*/ 839629 h 4886325"/>
                <a:gd name="connsiteX4" fmla="*/ 3597116 w 4886325"/>
                <a:gd name="connsiteY4" fmla="*/ 536734 h 4886325"/>
                <a:gd name="connsiteX5" fmla="*/ 3193256 w 4886325"/>
                <a:gd name="connsiteY5" fmla="*/ 132874 h 4886325"/>
                <a:gd name="connsiteX6" fmla="*/ 2889409 w 4886325"/>
                <a:gd name="connsiteY6" fmla="*/ 7144 h 4886325"/>
                <a:gd name="connsiteX7" fmla="*/ 435769 w 4886325"/>
                <a:gd name="connsiteY7" fmla="*/ 7144 h 4886325"/>
                <a:gd name="connsiteX8" fmla="*/ 7144 w 4886325"/>
                <a:gd name="connsiteY8" fmla="*/ 435769 h 4886325"/>
                <a:gd name="connsiteX9" fmla="*/ 7144 w 4886325"/>
                <a:gd name="connsiteY9" fmla="*/ 4455319 h 4886325"/>
                <a:gd name="connsiteX10" fmla="*/ 435769 w 4886325"/>
                <a:gd name="connsiteY10" fmla="*/ 4883944 h 4886325"/>
                <a:gd name="connsiteX11" fmla="*/ 3293269 w 4886325"/>
                <a:gd name="connsiteY11" fmla="*/ 4883944 h 4886325"/>
                <a:gd name="connsiteX12" fmla="*/ 3721894 w 4886325"/>
                <a:gd name="connsiteY12" fmla="*/ 4455319 h 4886325"/>
                <a:gd name="connsiteX13" fmla="*/ 3721894 w 4886325"/>
                <a:gd name="connsiteY13" fmla="*/ 3184684 h 4886325"/>
                <a:gd name="connsiteX14" fmla="*/ 4758214 w 4886325"/>
                <a:gd name="connsiteY14" fmla="*/ 2147411 h 4886325"/>
                <a:gd name="connsiteX15" fmla="*/ 4758214 w 4886325"/>
                <a:gd name="connsiteY15" fmla="*/ 1541621 h 4886325"/>
                <a:gd name="connsiteX16" fmla="*/ 2864644 w 4886325"/>
                <a:gd name="connsiteY16" fmla="*/ 292894 h 4886325"/>
                <a:gd name="connsiteX17" fmla="*/ 2990374 w 4886325"/>
                <a:gd name="connsiteY17" fmla="*/ 334804 h 4886325"/>
                <a:gd name="connsiteX18" fmla="*/ 3394234 w 4886325"/>
                <a:gd name="connsiteY18" fmla="*/ 738664 h 4886325"/>
                <a:gd name="connsiteX19" fmla="*/ 3436144 w 4886325"/>
                <a:gd name="connsiteY19" fmla="*/ 864394 h 4886325"/>
                <a:gd name="connsiteX20" fmla="*/ 2864644 w 4886325"/>
                <a:gd name="connsiteY20" fmla="*/ 864394 h 4886325"/>
                <a:gd name="connsiteX21" fmla="*/ 2864644 w 4886325"/>
                <a:gd name="connsiteY21" fmla="*/ 292894 h 4886325"/>
                <a:gd name="connsiteX22" fmla="*/ 3436144 w 4886325"/>
                <a:gd name="connsiteY22" fmla="*/ 4455319 h 4886325"/>
                <a:gd name="connsiteX23" fmla="*/ 3293269 w 4886325"/>
                <a:gd name="connsiteY23" fmla="*/ 4598194 h 4886325"/>
                <a:gd name="connsiteX24" fmla="*/ 435769 w 4886325"/>
                <a:gd name="connsiteY24" fmla="*/ 4598194 h 4886325"/>
                <a:gd name="connsiteX25" fmla="*/ 292894 w 4886325"/>
                <a:gd name="connsiteY25" fmla="*/ 4455319 h 4886325"/>
                <a:gd name="connsiteX26" fmla="*/ 292894 w 4886325"/>
                <a:gd name="connsiteY26" fmla="*/ 435769 h 4886325"/>
                <a:gd name="connsiteX27" fmla="*/ 435769 w 4886325"/>
                <a:gd name="connsiteY27" fmla="*/ 292894 h 4886325"/>
                <a:gd name="connsiteX28" fmla="*/ 2578894 w 4886325"/>
                <a:gd name="connsiteY28" fmla="*/ 292894 h 4886325"/>
                <a:gd name="connsiteX29" fmla="*/ 2578894 w 4886325"/>
                <a:gd name="connsiteY29" fmla="*/ 1007269 h 4886325"/>
                <a:gd name="connsiteX30" fmla="*/ 2721769 w 4886325"/>
                <a:gd name="connsiteY30" fmla="*/ 1150144 h 4886325"/>
                <a:gd name="connsiteX31" fmla="*/ 3436144 w 4886325"/>
                <a:gd name="connsiteY31" fmla="*/ 1150144 h 4886325"/>
                <a:gd name="connsiteX32" fmla="*/ 3436144 w 4886325"/>
                <a:gd name="connsiteY32" fmla="*/ 2257901 h 4886325"/>
                <a:gd name="connsiteX33" fmla="*/ 3014186 w 4886325"/>
                <a:gd name="connsiteY33" fmla="*/ 2679859 h 4886325"/>
                <a:gd name="connsiteX34" fmla="*/ 2812256 w 4886325"/>
                <a:gd name="connsiteY34" fmla="*/ 2881789 h 4886325"/>
                <a:gd name="connsiteX35" fmla="*/ 2777966 w 4886325"/>
                <a:gd name="connsiteY35" fmla="*/ 2937986 h 4886325"/>
                <a:gd name="connsiteX36" fmla="*/ 2576036 w 4886325"/>
                <a:gd name="connsiteY36" fmla="*/ 3543776 h 4886325"/>
                <a:gd name="connsiteX37" fmla="*/ 2610326 w 4886325"/>
                <a:gd name="connsiteY37" fmla="*/ 3690461 h 4886325"/>
                <a:gd name="connsiteX38" fmla="*/ 2757011 w 4886325"/>
                <a:gd name="connsiteY38" fmla="*/ 3724751 h 4886325"/>
                <a:gd name="connsiteX39" fmla="*/ 3362801 w 4886325"/>
                <a:gd name="connsiteY39" fmla="*/ 3522821 h 4886325"/>
                <a:gd name="connsiteX40" fmla="*/ 3418999 w 4886325"/>
                <a:gd name="connsiteY40" fmla="*/ 3488531 h 4886325"/>
                <a:gd name="connsiteX41" fmla="*/ 3436144 w 4886325"/>
                <a:gd name="connsiteY41" fmla="*/ 3471386 h 4886325"/>
                <a:gd name="connsiteX42" fmla="*/ 3436144 w 4886325"/>
                <a:gd name="connsiteY42" fmla="*/ 4455319 h 4886325"/>
                <a:gd name="connsiteX43" fmla="*/ 3436144 w 4886325"/>
                <a:gd name="connsiteY43" fmla="*/ 4455319 h 4886325"/>
                <a:gd name="connsiteX44" fmla="*/ 3116104 w 4886325"/>
                <a:gd name="connsiteY44" fmla="*/ 2982754 h 4886325"/>
                <a:gd name="connsiteX45" fmla="*/ 3318034 w 4886325"/>
                <a:gd name="connsiteY45" fmla="*/ 3184684 h 4886325"/>
                <a:gd name="connsiteX46" fmla="*/ 3240881 w 4886325"/>
                <a:gd name="connsiteY46" fmla="*/ 3261836 h 4886325"/>
                <a:gd name="connsiteX47" fmla="*/ 2937986 w 4886325"/>
                <a:gd name="connsiteY47" fmla="*/ 3362801 h 4886325"/>
                <a:gd name="connsiteX48" fmla="*/ 3038951 w 4886325"/>
                <a:gd name="connsiteY48" fmla="*/ 3059906 h 4886325"/>
                <a:gd name="connsiteX49" fmla="*/ 3116104 w 4886325"/>
                <a:gd name="connsiteY49" fmla="*/ 2982754 h 4886325"/>
                <a:gd name="connsiteX50" fmla="*/ 3519964 w 4886325"/>
                <a:gd name="connsiteY50" fmla="*/ 2982754 h 4886325"/>
                <a:gd name="connsiteX51" fmla="*/ 3318034 w 4886325"/>
                <a:gd name="connsiteY51" fmla="*/ 2780824 h 4886325"/>
                <a:gd name="connsiteX52" fmla="*/ 4004786 w 4886325"/>
                <a:gd name="connsiteY52" fmla="*/ 2093119 h 4886325"/>
                <a:gd name="connsiteX53" fmla="*/ 4206716 w 4886325"/>
                <a:gd name="connsiteY53" fmla="*/ 2295049 h 4886325"/>
                <a:gd name="connsiteX54" fmla="*/ 3519964 w 4886325"/>
                <a:gd name="connsiteY54" fmla="*/ 2982754 h 4886325"/>
                <a:gd name="connsiteX55" fmla="*/ 4556284 w 4886325"/>
                <a:gd name="connsiteY55" fmla="*/ 1946434 h 4886325"/>
                <a:gd name="connsiteX56" fmla="*/ 4408647 w 4886325"/>
                <a:gd name="connsiteY56" fmla="*/ 2093119 h 4886325"/>
                <a:gd name="connsiteX57" fmla="*/ 4206716 w 4886325"/>
                <a:gd name="connsiteY57" fmla="*/ 1891189 h 4886325"/>
                <a:gd name="connsiteX58" fmla="*/ 4354354 w 4886325"/>
                <a:gd name="connsiteY58" fmla="*/ 1743551 h 4886325"/>
                <a:gd name="connsiteX59" fmla="*/ 4556284 w 4886325"/>
                <a:gd name="connsiteY59" fmla="*/ 1743551 h 4886325"/>
                <a:gd name="connsiteX60" fmla="*/ 4556284 w 4886325"/>
                <a:gd name="connsiteY60" fmla="*/ 1946434 h 488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886325" h="4886325">
                  <a:moveTo>
                    <a:pt x="4758214" y="1541621"/>
                  </a:moveTo>
                  <a:cubicBezTo>
                    <a:pt x="4591526" y="1374934"/>
                    <a:pt x="4319112" y="1374934"/>
                    <a:pt x="4152424" y="1541621"/>
                  </a:cubicBezTo>
                  <a:cubicBezTo>
                    <a:pt x="4100989" y="1593056"/>
                    <a:pt x="3772376" y="1921669"/>
                    <a:pt x="3722846" y="1972151"/>
                  </a:cubicBezTo>
                  <a:lnTo>
                    <a:pt x="3722846" y="839629"/>
                  </a:lnTo>
                  <a:cubicBezTo>
                    <a:pt x="3722846" y="725329"/>
                    <a:pt x="3678079" y="617696"/>
                    <a:pt x="3597116" y="536734"/>
                  </a:cubicBezTo>
                  <a:lnTo>
                    <a:pt x="3193256" y="132874"/>
                  </a:lnTo>
                  <a:cubicBezTo>
                    <a:pt x="3111341" y="51911"/>
                    <a:pt x="3003709" y="7144"/>
                    <a:pt x="2889409" y="7144"/>
                  </a:cubicBezTo>
                  <a:lnTo>
                    <a:pt x="435769" y="7144"/>
                  </a:lnTo>
                  <a:cubicBezTo>
                    <a:pt x="199549" y="7144"/>
                    <a:pt x="7144" y="199549"/>
                    <a:pt x="7144" y="435769"/>
                  </a:cubicBezTo>
                  <a:lnTo>
                    <a:pt x="7144" y="4455319"/>
                  </a:lnTo>
                  <a:cubicBezTo>
                    <a:pt x="7144" y="4691539"/>
                    <a:pt x="199549" y="4883944"/>
                    <a:pt x="435769" y="4883944"/>
                  </a:cubicBezTo>
                  <a:lnTo>
                    <a:pt x="3293269" y="4883944"/>
                  </a:lnTo>
                  <a:cubicBezTo>
                    <a:pt x="3529489" y="4883944"/>
                    <a:pt x="3721894" y="4691539"/>
                    <a:pt x="3721894" y="4455319"/>
                  </a:cubicBezTo>
                  <a:lnTo>
                    <a:pt x="3721894" y="3184684"/>
                  </a:lnTo>
                  <a:lnTo>
                    <a:pt x="4758214" y="2147411"/>
                  </a:lnTo>
                  <a:cubicBezTo>
                    <a:pt x="4925854" y="1980724"/>
                    <a:pt x="4925854" y="1709261"/>
                    <a:pt x="4758214" y="1541621"/>
                  </a:cubicBezTo>
                  <a:close/>
                  <a:moveTo>
                    <a:pt x="2864644" y="292894"/>
                  </a:moveTo>
                  <a:cubicBezTo>
                    <a:pt x="2891314" y="292894"/>
                    <a:pt x="2943701" y="288131"/>
                    <a:pt x="2990374" y="334804"/>
                  </a:cubicBezTo>
                  <a:lnTo>
                    <a:pt x="3394234" y="738664"/>
                  </a:lnTo>
                  <a:cubicBezTo>
                    <a:pt x="3439954" y="784384"/>
                    <a:pt x="3436144" y="833914"/>
                    <a:pt x="3436144" y="864394"/>
                  </a:cubicBezTo>
                  <a:lnTo>
                    <a:pt x="2864644" y="864394"/>
                  </a:lnTo>
                  <a:lnTo>
                    <a:pt x="2864644" y="292894"/>
                  </a:lnTo>
                  <a:close/>
                  <a:moveTo>
                    <a:pt x="3436144" y="4455319"/>
                  </a:moveTo>
                  <a:cubicBezTo>
                    <a:pt x="3436144" y="4534376"/>
                    <a:pt x="3372326" y="4598194"/>
                    <a:pt x="3293269" y="4598194"/>
                  </a:cubicBezTo>
                  <a:lnTo>
                    <a:pt x="435769" y="4598194"/>
                  </a:lnTo>
                  <a:cubicBezTo>
                    <a:pt x="356711" y="4598194"/>
                    <a:pt x="292894" y="4534376"/>
                    <a:pt x="292894" y="4455319"/>
                  </a:cubicBezTo>
                  <a:lnTo>
                    <a:pt x="292894" y="435769"/>
                  </a:lnTo>
                  <a:cubicBezTo>
                    <a:pt x="292894" y="356711"/>
                    <a:pt x="356711" y="292894"/>
                    <a:pt x="435769" y="292894"/>
                  </a:cubicBezTo>
                  <a:lnTo>
                    <a:pt x="2578894" y="292894"/>
                  </a:lnTo>
                  <a:lnTo>
                    <a:pt x="2578894" y="1007269"/>
                  </a:lnTo>
                  <a:cubicBezTo>
                    <a:pt x="2578894" y="1086326"/>
                    <a:pt x="2642711" y="1150144"/>
                    <a:pt x="2721769" y="1150144"/>
                  </a:cubicBezTo>
                  <a:lnTo>
                    <a:pt x="3436144" y="1150144"/>
                  </a:lnTo>
                  <a:lnTo>
                    <a:pt x="3436144" y="2257901"/>
                  </a:lnTo>
                  <a:cubicBezTo>
                    <a:pt x="3436144" y="2257901"/>
                    <a:pt x="3014186" y="2679859"/>
                    <a:pt x="3014186" y="2679859"/>
                  </a:cubicBezTo>
                  <a:lnTo>
                    <a:pt x="2812256" y="2881789"/>
                  </a:lnTo>
                  <a:cubicBezTo>
                    <a:pt x="2797016" y="2897029"/>
                    <a:pt x="2784634" y="2917031"/>
                    <a:pt x="2777966" y="2937986"/>
                  </a:cubicBezTo>
                  <a:lnTo>
                    <a:pt x="2576036" y="3543776"/>
                  </a:lnTo>
                  <a:cubicBezTo>
                    <a:pt x="2558891" y="3595211"/>
                    <a:pt x="2572226" y="3651409"/>
                    <a:pt x="2610326" y="3690461"/>
                  </a:cubicBezTo>
                  <a:cubicBezTo>
                    <a:pt x="2648426" y="3728561"/>
                    <a:pt x="2705576" y="3741896"/>
                    <a:pt x="2757011" y="3724751"/>
                  </a:cubicBezTo>
                  <a:lnTo>
                    <a:pt x="3362801" y="3522821"/>
                  </a:lnTo>
                  <a:cubicBezTo>
                    <a:pt x="3383756" y="3516154"/>
                    <a:pt x="3402806" y="3503771"/>
                    <a:pt x="3418999" y="3488531"/>
                  </a:cubicBezTo>
                  <a:lnTo>
                    <a:pt x="3436144" y="3471386"/>
                  </a:lnTo>
                  <a:lnTo>
                    <a:pt x="3436144" y="4455319"/>
                  </a:lnTo>
                  <a:lnTo>
                    <a:pt x="3436144" y="4455319"/>
                  </a:lnTo>
                  <a:close/>
                  <a:moveTo>
                    <a:pt x="3116104" y="2982754"/>
                  </a:moveTo>
                  <a:lnTo>
                    <a:pt x="3318034" y="3184684"/>
                  </a:lnTo>
                  <a:lnTo>
                    <a:pt x="3240881" y="3261836"/>
                  </a:lnTo>
                  <a:lnTo>
                    <a:pt x="2937986" y="3362801"/>
                  </a:lnTo>
                  <a:lnTo>
                    <a:pt x="3038951" y="3059906"/>
                  </a:lnTo>
                  <a:lnTo>
                    <a:pt x="3116104" y="2982754"/>
                  </a:lnTo>
                  <a:close/>
                  <a:moveTo>
                    <a:pt x="3519964" y="2982754"/>
                  </a:moveTo>
                  <a:lnTo>
                    <a:pt x="3318034" y="2780824"/>
                  </a:lnTo>
                  <a:cubicBezTo>
                    <a:pt x="3425666" y="2673191"/>
                    <a:pt x="3903821" y="2195036"/>
                    <a:pt x="4004786" y="2093119"/>
                  </a:cubicBezTo>
                  <a:lnTo>
                    <a:pt x="4206716" y="2295049"/>
                  </a:lnTo>
                  <a:lnTo>
                    <a:pt x="3519964" y="2982754"/>
                  </a:lnTo>
                  <a:close/>
                  <a:moveTo>
                    <a:pt x="4556284" y="1946434"/>
                  </a:moveTo>
                  <a:lnTo>
                    <a:pt x="4408647" y="2093119"/>
                  </a:lnTo>
                  <a:lnTo>
                    <a:pt x="4206716" y="1891189"/>
                  </a:lnTo>
                  <a:lnTo>
                    <a:pt x="4354354" y="1743551"/>
                  </a:lnTo>
                  <a:cubicBezTo>
                    <a:pt x="4410551" y="1688306"/>
                    <a:pt x="4501039" y="1688306"/>
                    <a:pt x="4556284" y="1743551"/>
                  </a:cubicBezTo>
                  <a:cubicBezTo>
                    <a:pt x="4611529" y="1799749"/>
                    <a:pt x="4611529" y="1890236"/>
                    <a:pt x="4556284" y="19464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AC496E1D-0EAE-4EA6-9DC8-FDB561EEF663}"/>
                </a:ext>
              </a:extLst>
            </p:cNvPr>
            <p:cNvSpPr/>
            <p:nvPr/>
          </p:nvSpPr>
          <p:spPr>
            <a:xfrm>
              <a:off x="4679156" y="2869406"/>
              <a:ext cx="2295525" cy="295275"/>
            </a:xfrm>
            <a:custGeom>
              <a:avLst/>
              <a:gdLst>
                <a:gd name="connsiteX0" fmla="*/ 2150269 w 2295525"/>
                <a:gd name="connsiteY0" fmla="*/ 7144 h 295275"/>
                <a:gd name="connsiteX1" fmla="*/ 150019 w 2295525"/>
                <a:gd name="connsiteY1" fmla="*/ 7144 h 295275"/>
                <a:gd name="connsiteX2" fmla="*/ 7144 w 2295525"/>
                <a:gd name="connsiteY2" fmla="*/ 150019 h 295275"/>
                <a:gd name="connsiteX3" fmla="*/ 150019 w 2295525"/>
                <a:gd name="connsiteY3" fmla="*/ 292894 h 295275"/>
                <a:gd name="connsiteX4" fmla="*/ 2150269 w 2295525"/>
                <a:gd name="connsiteY4" fmla="*/ 292894 h 295275"/>
                <a:gd name="connsiteX5" fmla="*/ 2293144 w 2295525"/>
                <a:gd name="connsiteY5" fmla="*/ 150019 h 295275"/>
                <a:gd name="connsiteX6" fmla="*/ 2150269 w 2295525"/>
                <a:gd name="connsiteY6" fmla="*/ 714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5525" h="295275">
                  <a:moveTo>
                    <a:pt x="2150269" y="7144"/>
                  </a:moveTo>
                  <a:lnTo>
                    <a:pt x="150019" y="7144"/>
                  </a:lnTo>
                  <a:cubicBezTo>
                    <a:pt x="70961" y="7144"/>
                    <a:pt x="7144" y="70961"/>
                    <a:pt x="7144" y="150019"/>
                  </a:cubicBezTo>
                  <a:cubicBezTo>
                    <a:pt x="7144" y="229076"/>
                    <a:pt x="70961" y="292894"/>
                    <a:pt x="150019" y="292894"/>
                  </a:cubicBezTo>
                  <a:lnTo>
                    <a:pt x="2150269" y="292894"/>
                  </a:lnTo>
                  <a:cubicBezTo>
                    <a:pt x="2229326" y="292894"/>
                    <a:pt x="2293144" y="229076"/>
                    <a:pt x="2293144" y="150019"/>
                  </a:cubicBezTo>
                  <a:cubicBezTo>
                    <a:pt x="2293144" y="70961"/>
                    <a:pt x="2229326" y="7144"/>
                    <a:pt x="215026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F1DF0A57-E6F4-4A5D-A03E-44DAEF127B85}"/>
                </a:ext>
              </a:extLst>
            </p:cNvPr>
            <p:cNvSpPr/>
            <p:nvPr/>
          </p:nvSpPr>
          <p:spPr>
            <a:xfrm>
              <a:off x="4679156" y="3440906"/>
              <a:ext cx="1724025" cy="295275"/>
            </a:xfrm>
            <a:custGeom>
              <a:avLst/>
              <a:gdLst>
                <a:gd name="connsiteX0" fmla="*/ 1578769 w 1724025"/>
                <a:gd name="connsiteY0" fmla="*/ 7144 h 295275"/>
                <a:gd name="connsiteX1" fmla="*/ 150019 w 1724025"/>
                <a:gd name="connsiteY1" fmla="*/ 7144 h 295275"/>
                <a:gd name="connsiteX2" fmla="*/ 7144 w 1724025"/>
                <a:gd name="connsiteY2" fmla="*/ 150019 h 295275"/>
                <a:gd name="connsiteX3" fmla="*/ 150019 w 1724025"/>
                <a:gd name="connsiteY3" fmla="*/ 292894 h 295275"/>
                <a:gd name="connsiteX4" fmla="*/ 1578769 w 1724025"/>
                <a:gd name="connsiteY4" fmla="*/ 292894 h 295275"/>
                <a:gd name="connsiteX5" fmla="*/ 1721644 w 1724025"/>
                <a:gd name="connsiteY5" fmla="*/ 150019 h 295275"/>
                <a:gd name="connsiteX6" fmla="*/ 1578769 w 1724025"/>
                <a:gd name="connsiteY6" fmla="*/ 714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4025" h="295275">
                  <a:moveTo>
                    <a:pt x="1578769" y="7144"/>
                  </a:moveTo>
                  <a:lnTo>
                    <a:pt x="150019" y="7144"/>
                  </a:lnTo>
                  <a:cubicBezTo>
                    <a:pt x="70961" y="7144"/>
                    <a:pt x="7144" y="70961"/>
                    <a:pt x="7144" y="150019"/>
                  </a:cubicBezTo>
                  <a:cubicBezTo>
                    <a:pt x="7144" y="229076"/>
                    <a:pt x="70961" y="292894"/>
                    <a:pt x="150019" y="292894"/>
                  </a:cubicBezTo>
                  <a:lnTo>
                    <a:pt x="1578769" y="292894"/>
                  </a:lnTo>
                  <a:cubicBezTo>
                    <a:pt x="1657826" y="292894"/>
                    <a:pt x="1721644" y="229076"/>
                    <a:pt x="1721644" y="150019"/>
                  </a:cubicBezTo>
                  <a:cubicBezTo>
                    <a:pt x="1721644" y="70961"/>
                    <a:pt x="1657826" y="7144"/>
                    <a:pt x="157876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1CE60344-3F78-428D-8C69-DE8B9D0C3266}"/>
                </a:ext>
              </a:extLst>
            </p:cNvPr>
            <p:cNvSpPr/>
            <p:nvPr/>
          </p:nvSpPr>
          <p:spPr>
            <a:xfrm>
              <a:off x="4679156" y="4012406"/>
              <a:ext cx="1724025" cy="295275"/>
            </a:xfrm>
            <a:custGeom>
              <a:avLst/>
              <a:gdLst>
                <a:gd name="connsiteX0" fmla="*/ 1578769 w 1724025"/>
                <a:gd name="connsiteY0" fmla="*/ 7144 h 295275"/>
                <a:gd name="connsiteX1" fmla="*/ 150019 w 1724025"/>
                <a:gd name="connsiteY1" fmla="*/ 7144 h 295275"/>
                <a:gd name="connsiteX2" fmla="*/ 7144 w 1724025"/>
                <a:gd name="connsiteY2" fmla="*/ 150019 h 295275"/>
                <a:gd name="connsiteX3" fmla="*/ 150019 w 1724025"/>
                <a:gd name="connsiteY3" fmla="*/ 292894 h 295275"/>
                <a:gd name="connsiteX4" fmla="*/ 1578769 w 1724025"/>
                <a:gd name="connsiteY4" fmla="*/ 292894 h 295275"/>
                <a:gd name="connsiteX5" fmla="*/ 1721644 w 1724025"/>
                <a:gd name="connsiteY5" fmla="*/ 150019 h 295275"/>
                <a:gd name="connsiteX6" fmla="*/ 1578769 w 1724025"/>
                <a:gd name="connsiteY6" fmla="*/ 714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4025" h="295275">
                  <a:moveTo>
                    <a:pt x="1578769" y="7144"/>
                  </a:moveTo>
                  <a:lnTo>
                    <a:pt x="150019" y="7144"/>
                  </a:lnTo>
                  <a:cubicBezTo>
                    <a:pt x="70961" y="7144"/>
                    <a:pt x="7144" y="70961"/>
                    <a:pt x="7144" y="150019"/>
                  </a:cubicBezTo>
                  <a:cubicBezTo>
                    <a:pt x="7144" y="229076"/>
                    <a:pt x="70961" y="292894"/>
                    <a:pt x="150019" y="292894"/>
                  </a:cubicBezTo>
                  <a:lnTo>
                    <a:pt x="1578769" y="292894"/>
                  </a:lnTo>
                  <a:cubicBezTo>
                    <a:pt x="1657826" y="292894"/>
                    <a:pt x="1721644" y="229076"/>
                    <a:pt x="1721644" y="150019"/>
                  </a:cubicBezTo>
                  <a:cubicBezTo>
                    <a:pt x="1721644" y="70961"/>
                    <a:pt x="1657826" y="7144"/>
                    <a:pt x="157876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29D7A901-3B17-4392-9909-B832FFAA4471}"/>
                </a:ext>
              </a:extLst>
            </p:cNvPr>
            <p:cNvSpPr/>
            <p:nvPr/>
          </p:nvSpPr>
          <p:spPr>
            <a:xfrm>
              <a:off x="4679156" y="4583906"/>
              <a:ext cx="1724025" cy="295275"/>
            </a:xfrm>
            <a:custGeom>
              <a:avLst/>
              <a:gdLst>
                <a:gd name="connsiteX0" fmla="*/ 1578769 w 1724025"/>
                <a:gd name="connsiteY0" fmla="*/ 7144 h 295275"/>
                <a:gd name="connsiteX1" fmla="*/ 150019 w 1724025"/>
                <a:gd name="connsiteY1" fmla="*/ 7144 h 295275"/>
                <a:gd name="connsiteX2" fmla="*/ 7144 w 1724025"/>
                <a:gd name="connsiteY2" fmla="*/ 150019 h 295275"/>
                <a:gd name="connsiteX3" fmla="*/ 150019 w 1724025"/>
                <a:gd name="connsiteY3" fmla="*/ 292894 h 295275"/>
                <a:gd name="connsiteX4" fmla="*/ 1578769 w 1724025"/>
                <a:gd name="connsiteY4" fmla="*/ 292894 h 295275"/>
                <a:gd name="connsiteX5" fmla="*/ 1721644 w 1724025"/>
                <a:gd name="connsiteY5" fmla="*/ 150019 h 295275"/>
                <a:gd name="connsiteX6" fmla="*/ 1578769 w 1724025"/>
                <a:gd name="connsiteY6" fmla="*/ 714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4025" h="295275">
                  <a:moveTo>
                    <a:pt x="1578769" y="7144"/>
                  </a:moveTo>
                  <a:lnTo>
                    <a:pt x="150019" y="7144"/>
                  </a:lnTo>
                  <a:cubicBezTo>
                    <a:pt x="70961" y="7144"/>
                    <a:pt x="7144" y="70961"/>
                    <a:pt x="7144" y="150019"/>
                  </a:cubicBezTo>
                  <a:cubicBezTo>
                    <a:pt x="7144" y="229076"/>
                    <a:pt x="70961" y="292894"/>
                    <a:pt x="150019" y="292894"/>
                  </a:cubicBezTo>
                  <a:lnTo>
                    <a:pt x="1578769" y="292894"/>
                  </a:lnTo>
                  <a:cubicBezTo>
                    <a:pt x="1657826" y="292894"/>
                    <a:pt x="1721644" y="229076"/>
                    <a:pt x="1721644" y="150019"/>
                  </a:cubicBezTo>
                  <a:cubicBezTo>
                    <a:pt x="1721644" y="70961"/>
                    <a:pt x="1657826" y="7144"/>
                    <a:pt x="157876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5E9DBBD8-F9FC-40B8-A413-2C8A403A022F}"/>
                </a:ext>
              </a:extLst>
            </p:cNvPr>
            <p:cNvSpPr/>
            <p:nvPr/>
          </p:nvSpPr>
          <p:spPr>
            <a:xfrm>
              <a:off x="5822156" y="5460206"/>
              <a:ext cx="1152525" cy="295275"/>
            </a:xfrm>
            <a:custGeom>
              <a:avLst/>
              <a:gdLst>
                <a:gd name="connsiteX0" fmla="*/ 1007269 w 1152525"/>
                <a:gd name="connsiteY0" fmla="*/ 7144 h 295275"/>
                <a:gd name="connsiteX1" fmla="*/ 150019 w 1152525"/>
                <a:gd name="connsiteY1" fmla="*/ 7144 h 295275"/>
                <a:gd name="connsiteX2" fmla="*/ 7144 w 1152525"/>
                <a:gd name="connsiteY2" fmla="*/ 150019 h 295275"/>
                <a:gd name="connsiteX3" fmla="*/ 150019 w 1152525"/>
                <a:gd name="connsiteY3" fmla="*/ 292894 h 295275"/>
                <a:gd name="connsiteX4" fmla="*/ 1007269 w 1152525"/>
                <a:gd name="connsiteY4" fmla="*/ 292894 h 295275"/>
                <a:gd name="connsiteX5" fmla="*/ 1150144 w 1152525"/>
                <a:gd name="connsiteY5" fmla="*/ 150019 h 295275"/>
                <a:gd name="connsiteX6" fmla="*/ 1007269 w 1152525"/>
                <a:gd name="connsiteY6" fmla="*/ 714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2525" h="295275">
                  <a:moveTo>
                    <a:pt x="1007269" y="7144"/>
                  </a:moveTo>
                  <a:lnTo>
                    <a:pt x="150019" y="7144"/>
                  </a:lnTo>
                  <a:cubicBezTo>
                    <a:pt x="70961" y="7144"/>
                    <a:pt x="7144" y="70961"/>
                    <a:pt x="7144" y="150019"/>
                  </a:cubicBezTo>
                  <a:cubicBezTo>
                    <a:pt x="7144" y="229076"/>
                    <a:pt x="70961" y="292894"/>
                    <a:pt x="150019" y="292894"/>
                  </a:cubicBezTo>
                  <a:lnTo>
                    <a:pt x="1007269" y="292894"/>
                  </a:lnTo>
                  <a:cubicBezTo>
                    <a:pt x="1086326" y="292894"/>
                    <a:pt x="1150144" y="229076"/>
                    <a:pt x="1150144" y="150019"/>
                  </a:cubicBezTo>
                  <a:cubicBezTo>
                    <a:pt x="1150144" y="70961"/>
                    <a:pt x="1086326" y="7144"/>
                    <a:pt x="100726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0" name="Graphic 49">
            <a:extLst>
              <a:ext uri="{FF2B5EF4-FFF2-40B4-BE49-F238E27FC236}">
                <a16:creationId xmlns:a16="http://schemas.microsoft.com/office/drawing/2014/main" id="{A1C19C1B-42CE-4873-9BE4-6F03750F485E}"/>
              </a:ext>
            </a:extLst>
          </p:cNvPr>
          <p:cNvSpPr>
            <a:spLocks noChangeAspect="1"/>
          </p:cNvSpPr>
          <p:nvPr/>
        </p:nvSpPr>
        <p:spPr>
          <a:xfrm>
            <a:off x="1053818" y="2252571"/>
            <a:ext cx="502920" cy="502920"/>
          </a:xfrm>
          <a:custGeom>
            <a:avLst/>
            <a:gdLst>
              <a:gd name="connsiteX0" fmla="*/ 3552184 w 4581525"/>
              <a:gd name="connsiteY0" fmla="*/ 2447995 h 4581525"/>
              <a:gd name="connsiteX1" fmla="*/ 3057836 w 4581525"/>
              <a:gd name="connsiteY1" fmla="*/ 1818393 h 4581525"/>
              <a:gd name="connsiteX2" fmla="*/ 3356921 w 4581525"/>
              <a:gd name="connsiteY2" fmla="*/ 1150690 h 4581525"/>
              <a:gd name="connsiteX3" fmla="*/ 4122731 w 4581525"/>
              <a:gd name="connsiteY3" fmla="*/ 1150690 h 4581525"/>
              <a:gd name="connsiteX4" fmla="*/ 4122731 w 4581525"/>
              <a:gd name="connsiteY4" fmla="*/ 1234510 h 4581525"/>
              <a:gd name="connsiteX5" fmla="*/ 3817931 w 4581525"/>
              <a:gd name="connsiteY5" fmla="*/ 1607890 h 4581525"/>
              <a:gd name="connsiteX6" fmla="*/ 4198932 w 4581525"/>
              <a:gd name="connsiteY6" fmla="*/ 1988890 h 4581525"/>
              <a:gd name="connsiteX7" fmla="*/ 4579932 w 4581525"/>
              <a:gd name="connsiteY7" fmla="*/ 1607890 h 4581525"/>
              <a:gd name="connsiteX8" fmla="*/ 4275132 w 4581525"/>
              <a:gd name="connsiteY8" fmla="*/ 1234510 h 4581525"/>
              <a:gd name="connsiteX9" fmla="*/ 4275132 w 4581525"/>
              <a:gd name="connsiteY9" fmla="*/ 1074490 h 4581525"/>
              <a:gd name="connsiteX10" fmla="*/ 4198932 w 4581525"/>
              <a:gd name="connsiteY10" fmla="*/ 998290 h 4581525"/>
              <a:gd name="connsiteX11" fmla="*/ 3356921 w 4581525"/>
              <a:gd name="connsiteY11" fmla="*/ 998290 h 4581525"/>
              <a:gd name="connsiteX12" fmla="*/ 3134036 w 4581525"/>
              <a:gd name="connsiteY12" fmla="*/ 419170 h 4581525"/>
              <a:gd name="connsiteX13" fmla="*/ 3239764 w 4581525"/>
              <a:gd name="connsiteY13" fmla="*/ 312490 h 4581525"/>
              <a:gd name="connsiteX14" fmla="*/ 4137019 w 4581525"/>
              <a:gd name="connsiteY14" fmla="*/ 312490 h 4581525"/>
              <a:gd name="connsiteX15" fmla="*/ 4428484 w 4581525"/>
              <a:gd name="connsiteY15" fmla="*/ 451555 h 4581525"/>
              <a:gd name="connsiteX16" fmla="*/ 4567549 w 4581525"/>
              <a:gd name="connsiteY16" fmla="*/ 160090 h 4581525"/>
              <a:gd name="connsiteX17" fmla="*/ 4276084 w 4581525"/>
              <a:gd name="connsiteY17" fmla="*/ 21025 h 4581525"/>
              <a:gd name="connsiteX18" fmla="*/ 4137019 w 4581525"/>
              <a:gd name="connsiteY18" fmla="*/ 160090 h 4581525"/>
              <a:gd name="connsiteX19" fmla="*/ 3208331 w 4581525"/>
              <a:gd name="connsiteY19" fmla="*/ 160090 h 4581525"/>
              <a:gd name="connsiteX20" fmla="*/ 3154039 w 4581525"/>
              <a:gd name="connsiteY20" fmla="*/ 181998 h 4581525"/>
              <a:gd name="connsiteX21" fmla="*/ 3031166 w 4581525"/>
              <a:gd name="connsiteY21" fmla="*/ 304870 h 4581525"/>
              <a:gd name="connsiteX22" fmla="*/ 1526216 w 4581525"/>
              <a:gd name="connsiteY22" fmla="*/ 333445 h 4581525"/>
              <a:gd name="connsiteX23" fmla="*/ 1230941 w 4581525"/>
              <a:gd name="connsiteY23" fmla="*/ 998290 h 4581525"/>
              <a:gd name="connsiteX24" fmla="*/ 590861 w 4581525"/>
              <a:gd name="connsiteY24" fmla="*/ 998290 h 4581525"/>
              <a:gd name="connsiteX25" fmla="*/ 341306 w 4581525"/>
              <a:gd name="connsiteY25" fmla="*/ 438220 h 4581525"/>
              <a:gd name="connsiteX26" fmla="*/ 436556 w 4581525"/>
              <a:gd name="connsiteY26" fmla="*/ 130563 h 4581525"/>
              <a:gd name="connsiteX27" fmla="*/ 129851 w 4581525"/>
              <a:gd name="connsiteY27" fmla="*/ 34360 h 4581525"/>
              <a:gd name="connsiteX28" fmla="*/ 33649 w 4581525"/>
              <a:gd name="connsiteY28" fmla="*/ 342970 h 4581525"/>
              <a:gd name="connsiteX29" fmla="*/ 183191 w 4581525"/>
              <a:gd name="connsiteY29" fmla="*/ 459175 h 4581525"/>
              <a:gd name="connsiteX30" fmla="*/ 470846 w 4581525"/>
              <a:gd name="connsiteY30" fmla="*/ 1106875 h 4581525"/>
              <a:gd name="connsiteX31" fmla="*/ 540379 w 4581525"/>
              <a:gd name="connsiteY31" fmla="*/ 1151643 h 4581525"/>
              <a:gd name="connsiteX32" fmla="*/ 1229989 w 4581525"/>
              <a:gd name="connsiteY32" fmla="*/ 1151643 h 4581525"/>
              <a:gd name="connsiteX33" fmla="*/ 1524311 w 4581525"/>
              <a:gd name="connsiteY33" fmla="*/ 1812678 h 4581525"/>
              <a:gd name="connsiteX34" fmla="*/ 881374 w 4581525"/>
              <a:gd name="connsiteY34" fmla="*/ 2455615 h 4581525"/>
              <a:gd name="connsiteX35" fmla="*/ 15551 w 4581525"/>
              <a:gd name="connsiteY35" fmla="*/ 3095695 h 4581525"/>
              <a:gd name="connsiteX36" fmla="*/ 655631 w 4581525"/>
              <a:gd name="connsiteY36" fmla="*/ 3961518 h 4581525"/>
              <a:gd name="connsiteX37" fmla="*/ 693731 w 4581525"/>
              <a:gd name="connsiteY37" fmla="*/ 3966280 h 4581525"/>
              <a:gd name="connsiteX38" fmla="*/ 693731 w 4581525"/>
              <a:gd name="connsiteY38" fmla="*/ 4351090 h 4581525"/>
              <a:gd name="connsiteX39" fmla="*/ 769931 w 4581525"/>
              <a:gd name="connsiteY39" fmla="*/ 4427290 h 4581525"/>
              <a:gd name="connsiteX40" fmla="*/ 1470019 w 4581525"/>
              <a:gd name="connsiteY40" fmla="*/ 4427290 h 4581525"/>
              <a:gd name="connsiteX41" fmla="*/ 1761484 w 4581525"/>
              <a:gd name="connsiteY41" fmla="*/ 4566355 h 4581525"/>
              <a:gd name="connsiteX42" fmla="*/ 1900549 w 4581525"/>
              <a:gd name="connsiteY42" fmla="*/ 4274890 h 4581525"/>
              <a:gd name="connsiteX43" fmla="*/ 1609084 w 4581525"/>
              <a:gd name="connsiteY43" fmla="*/ 4135825 h 4581525"/>
              <a:gd name="connsiteX44" fmla="*/ 1470019 w 4581525"/>
              <a:gd name="connsiteY44" fmla="*/ 4274890 h 4581525"/>
              <a:gd name="connsiteX45" fmla="*/ 846131 w 4581525"/>
              <a:gd name="connsiteY45" fmla="*/ 4274890 h 4581525"/>
              <a:gd name="connsiteX46" fmla="*/ 846131 w 4581525"/>
              <a:gd name="connsiteY46" fmla="*/ 3966280 h 4581525"/>
              <a:gd name="connsiteX47" fmla="*/ 1528121 w 4581525"/>
              <a:gd name="connsiteY47" fmla="*/ 3132843 h 4581525"/>
              <a:gd name="connsiteX48" fmla="*/ 1051871 w 4581525"/>
              <a:gd name="connsiteY48" fmla="*/ 2500383 h 4581525"/>
              <a:gd name="connsiteX49" fmla="*/ 1638611 w 4581525"/>
              <a:gd name="connsiteY49" fmla="*/ 1913643 h 4581525"/>
              <a:gd name="connsiteX50" fmla="*/ 2943536 w 4581525"/>
              <a:gd name="connsiteY50" fmla="*/ 1919358 h 4581525"/>
              <a:gd name="connsiteX51" fmla="*/ 3366446 w 4581525"/>
              <a:gd name="connsiteY51" fmla="*/ 2457520 h 4581525"/>
              <a:gd name="connsiteX52" fmla="*/ 2456809 w 4581525"/>
              <a:gd name="connsiteY52" fmla="*/ 3661480 h 4581525"/>
              <a:gd name="connsiteX53" fmla="*/ 3660769 w 4581525"/>
              <a:gd name="connsiteY53" fmla="*/ 4571118 h 4581525"/>
              <a:gd name="connsiteX54" fmla="*/ 4570407 w 4581525"/>
              <a:gd name="connsiteY54" fmla="*/ 3367158 h 4581525"/>
              <a:gd name="connsiteX55" fmla="*/ 3552184 w 4581525"/>
              <a:gd name="connsiteY55" fmla="*/ 2447995 h 4581525"/>
              <a:gd name="connsiteX56" fmla="*/ 4427532 w 4581525"/>
              <a:gd name="connsiteY56" fmla="*/ 1607890 h 4581525"/>
              <a:gd name="connsiteX57" fmla="*/ 4198932 w 4581525"/>
              <a:gd name="connsiteY57" fmla="*/ 1836490 h 4581525"/>
              <a:gd name="connsiteX58" fmla="*/ 3970331 w 4581525"/>
              <a:gd name="connsiteY58" fmla="*/ 1607890 h 4581525"/>
              <a:gd name="connsiteX59" fmla="*/ 4198932 w 4581525"/>
              <a:gd name="connsiteY59" fmla="*/ 1379290 h 4581525"/>
              <a:gd name="connsiteX60" fmla="*/ 4427532 w 4581525"/>
              <a:gd name="connsiteY60" fmla="*/ 1607890 h 4581525"/>
              <a:gd name="connsiteX61" fmla="*/ 4351332 w 4581525"/>
              <a:gd name="connsiteY61" fmla="*/ 160090 h 4581525"/>
              <a:gd name="connsiteX62" fmla="*/ 4427532 w 4581525"/>
              <a:gd name="connsiteY62" fmla="*/ 236290 h 4581525"/>
              <a:gd name="connsiteX63" fmla="*/ 4351332 w 4581525"/>
              <a:gd name="connsiteY63" fmla="*/ 312490 h 4581525"/>
              <a:gd name="connsiteX64" fmla="*/ 4275132 w 4581525"/>
              <a:gd name="connsiteY64" fmla="*/ 236290 h 4581525"/>
              <a:gd name="connsiteX65" fmla="*/ 4351332 w 4581525"/>
              <a:gd name="connsiteY65" fmla="*/ 160090 h 4581525"/>
              <a:gd name="connsiteX66" fmla="*/ 236531 w 4581525"/>
              <a:gd name="connsiteY66" fmla="*/ 312490 h 4581525"/>
              <a:gd name="connsiteX67" fmla="*/ 160331 w 4581525"/>
              <a:gd name="connsiteY67" fmla="*/ 236290 h 4581525"/>
              <a:gd name="connsiteX68" fmla="*/ 236531 w 4581525"/>
              <a:gd name="connsiteY68" fmla="*/ 160090 h 4581525"/>
              <a:gd name="connsiteX69" fmla="*/ 312731 w 4581525"/>
              <a:gd name="connsiteY69" fmla="*/ 236290 h 4581525"/>
              <a:gd name="connsiteX70" fmla="*/ 236531 w 4581525"/>
              <a:gd name="connsiteY70" fmla="*/ 312490 h 4581525"/>
              <a:gd name="connsiteX71" fmla="*/ 1684331 w 4581525"/>
              <a:gd name="connsiteY71" fmla="*/ 4274890 h 4581525"/>
              <a:gd name="connsiteX72" fmla="*/ 1760531 w 4581525"/>
              <a:gd name="connsiteY72" fmla="*/ 4351090 h 4581525"/>
              <a:gd name="connsiteX73" fmla="*/ 1684331 w 4581525"/>
              <a:gd name="connsiteY73" fmla="*/ 4427290 h 4581525"/>
              <a:gd name="connsiteX74" fmla="*/ 1608131 w 4581525"/>
              <a:gd name="connsiteY74" fmla="*/ 4351090 h 4581525"/>
              <a:gd name="connsiteX75" fmla="*/ 1684331 w 4581525"/>
              <a:gd name="connsiteY75" fmla="*/ 4274890 h 4581525"/>
              <a:gd name="connsiteX76" fmla="*/ 1074731 w 4581525"/>
              <a:gd name="connsiteY76" fmla="*/ 3735775 h 4581525"/>
              <a:gd name="connsiteX77" fmla="*/ 465131 w 4581525"/>
              <a:gd name="connsiteY77" fmla="*/ 3735775 h 4581525"/>
              <a:gd name="connsiteX78" fmla="*/ 465131 w 4581525"/>
              <a:gd name="connsiteY78" fmla="*/ 3589090 h 4581525"/>
              <a:gd name="connsiteX79" fmla="*/ 769931 w 4581525"/>
              <a:gd name="connsiteY79" fmla="*/ 3284290 h 4581525"/>
              <a:gd name="connsiteX80" fmla="*/ 1074731 w 4581525"/>
              <a:gd name="connsiteY80" fmla="*/ 3589090 h 4581525"/>
              <a:gd name="connsiteX81" fmla="*/ 1074731 w 4581525"/>
              <a:gd name="connsiteY81" fmla="*/ 3735775 h 4581525"/>
              <a:gd name="connsiteX82" fmla="*/ 617531 w 4581525"/>
              <a:gd name="connsiteY82" fmla="*/ 2979490 h 4581525"/>
              <a:gd name="connsiteX83" fmla="*/ 769931 w 4581525"/>
              <a:gd name="connsiteY83" fmla="*/ 2827090 h 4581525"/>
              <a:gd name="connsiteX84" fmla="*/ 922331 w 4581525"/>
              <a:gd name="connsiteY84" fmla="*/ 2979490 h 4581525"/>
              <a:gd name="connsiteX85" fmla="*/ 769931 w 4581525"/>
              <a:gd name="connsiteY85" fmla="*/ 3131890 h 4581525"/>
              <a:gd name="connsiteX86" fmla="*/ 617531 w 4581525"/>
              <a:gd name="connsiteY86" fmla="*/ 2979490 h 4581525"/>
              <a:gd name="connsiteX87" fmla="*/ 1227131 w 4581525"/>
              <a:gd name="connsiteY87" fmla="*/ 2803278 h 4581525"/>
              <a:gd name="connsiteX88" fmla="*/ 1379531 w 4581525"/>
              <a:gd name="connsiteY88" fmla="*/ 3208090 h 4581525"/>
              <a:gd name="connsiteX89" fmla="*/ 1227131 w 4581525"/>
              <a:gd name="connsiteY89" fmla="*/ 3610045 h 4581525"/>
              <a:gd name="connsiteX90" fmla="*/ 1227131 w 4581525"/>
              <a:gd name="connsiteY90" fmla="*/ 3589090 h 4581525"/>
              <a:gd name="connsiteX91" fmla="*/ 989959 w 4581525"/>
              <a:gd name="connsiteY91" fmla="*/ 3189040 h 4581525"/>
              <a:gd name="connsiteX92" fmla="*/ 979481 w 4581525"/>
              <a:gd name="connsiteY92" fmla="*/ 2758510 h 4581525"/>
              <a:gd name="connsiteX93" fmla="*/ 548951 w 4581525"/>
              <a:gd name="connsiteY93" fmla="*/ 2768988 h 4581525"/>
              <a:gd name="connsiteX94" fmla="*/ 548951 w 4581525"/>
              <a:gd name="connsiteY94" fmla="*/ 3189993 h 4581525"/>
              <a:gd name="connsiteX95" fmla="*/ 312731 w 4581525"/>
              <a:gd name="connsiteY95" fmla="*/ 3590043 h 4581525"/>
              <a:gd name="connsiteX96" fmla="*/ 312731 w 4581525"/>
              <a:gd name="connsiteY96" fmla="*/ 3610998 h 4581525"/>
              <a:gd name="connsiteX97" fmla="*/ 367024 w 4581525"/>
              <a:gd name="connsiteY97" fmla="*/ 2750890 h 4581525"/>
              <a:gd name="connsiteX98" fmla="*/ 1227131 w 4581525"/>
              <a:gd name="connsiteY98" fmla="*/ 2803278 h 4581525"/>
              <a:gd name="connsiteX99" fmla="*/ 2827331 w 4581525"/>
              <a:gd name="connsiteY99" fmla="*/ 1815535 h 4581525"/>
              <a:gd name="connsiteX100" fmla="*/ 1760531 w 4581525"/>
              <a:gd name="connsiteY100" fmla="*/ 1815535 h 4581525"/>
              <a:gd name="connsiteX101" fmla="*/ 1760531 w 4581525"/>
              <a:gd name="connsiteY101" fmla="*/ 1630750 h 4581525"/>
              <a:gd name="connsiteX102" fmla="*/ 2011991 w 4581525"/>
              <a:gd name="connsiteY102" fmla="*/ 1379290 h 4581525"/>
              <a:gd name="connsiteX103" fmla="*/ 2181536 w 4581525"/>
              <a:gd name="connsiteY103" fmla="*/ 1379290 h 4581525"/>
              <a:gd name="connsiteX104" fmla="*/ 2071046 w 4581525"/>
              <a:gd name="connsiteY104" fmla="*/ 1655515 h 4581525"/>
              <a:gd name="connsiteX105" fmla="*/ 2088191 w 4581525"/>
              <a:gd name="connsiteY105" fmla="*/ 1737430 h 4581525"/>
              <a:gd name="connsiteX106" fmla="*/ 2240591 w 4581525"/>
              <a:gd name="connsiteY106" fmla="*/ 1889830 h 4581525"/>
              <a:gd name="connsiteX107" fmla="*/ 2348224 w 4581525"/>
              <a:gd name="connsiteY107" fmla="*/ 1889830 h 4581525"/>
              <a:gd name="connsiteX108" fmla="*/ 2500624 w 4581525"/>
              <a:gd name="connsiteY108" fmla="*/ 1737430 h 4581525"/>
              <a:gd name="connsiteX109" fmla="*/ 2517769 w 4581525"/>
              <a:gd name="connsiteY109" fmla="*/ 1655515 h 4581525"/>
              <a:gd name="connsiteX110" fmla="*/ 2407279 w 4581525"/>
              <a:gd name="connsiteY110" fmla="*/ 1379290 h 4581525"/>
              <a:gd name="connsiteX111" fmla="*/ 2576824 w 4581525"/>
              <a:gd name="connsiteY111" fmla="*/ 1379290 h 4581525"/>
              <a:gd name="connsiteX112" fmla="*/ 2828284 w 4581525"/>
              <a:gd name="connsiteY112" fmla="*/ 1630750 h 4581525"/>
              <a:gd name="connsiteX113" fmla="*/ 2827331 w 4581525"/>
              <a:gd name="connsiteY113" fmla="*/ 1815535 h 4581525"/>
              <a:gd name="connsiteX114" fmla="*/ 2827331 w 4581525"/>
              <a:gd name="connsiteY114" fmla="*/ 1815535 h 4581525"/>
              <a:gd name="connsiteX115" fmla="*/ 2304409 w 4581525"/>
              <a:gd name="connsiteY115" fmla="*/ 578238 h 4581525"/>
              <a:gd name="connsiteX116" fmla="*/ 2297741 w 4581525"/>
              <a:gd name="connsiteY116" fmla="*/ 593478 h 4581525"/>
              <a:gd name="connsiteX117" fmla="*/ 1916741 w 4581525"/>
              <a:gd name="connsiteY117" fmla="*/ 765880 h 4581525"/>
              <a:gd name="connsiteX118" fmla="*/ 2293931 w 4581525"/>
              <a:gd name="connsiteY118" fmla="*/ 389643 h 4581525"/>
              <a:gd name="connsiteX119" fmla="*/ 2663501 w 4581525"/>
              <a:gd name="connsiteY119" fmla="*/ 704920 h 4581525"/>
              <a:gd name="connsiteX120" fmla="*/ 2409184 w 4581525"/>
              <a:gd name="connsiteY120" fmla="*/ 552520 h 4581525"/>
              <a:gd name="connsiteX121" fmla="*/ 2304409 w 4581525"/>
              <a:gd name="connsiteY121" fmla="*/ 578238 h 4581525"/>
              <a:gd name="connsiteX122" fmla="*/ 2398706 w 4581525"/>
              <a:gd name="connsiteY122" fmla="*/ 723970 h 4581525"/>
              <a:gd name="connsiteX123" fmla="*/ 2671121 w 4581525"/>
              <a:gd name="connsiteY123" fmla="*/ 887800 h 4581525"/>
              <a:gd name="connsiteX124" fmla="*/ 2293931 w 4581525"/>
              <a:gd name="connsiteY124" fmla="*/ 1227843 h 4581525"/>
              <a:gd name="connsiteX125" fmla="*/ 1923409 w 4581525"/>
              <a:gd name="connsiteY125" fmla="*/ 919233 h 4581525"/>
              <a:gd name="connsiteX126" fmla="*/ 2398706 w 4581525"/>
              <a:gd name="connsiteY126" fmla="*/ 723970 h 4581525"/>
              <a:gd name="connsiteX127" fmla="*/ 2356796 w 4581525"/>
              <a:gd name="connsiteY127" fmla="*/ 1665993 h 4581525"/>
              <a:gd name="connsiteX128" fmla="*/ 2293931 w 4581525"/>
              <a:gd name="connsiteY128" fmla="*/ 1728858 h 4581525"/>
              <a:gd name="connsiteX129" fmla="*/ 2231066 w 4581525"/>
              <a:gd name="connsiteY129" fmla="*/ 1665993 h 4581525"/>
              <a:gd name="connsiteX130" fmla="*/ 2293931 w 4581525"/>
              <a:gd name="connsiteY130" fmla="*/ 1508830 h 4581525"/>
              <a:gd name="connsiteX131" fmla="*/ 2356796 w 4581525"/>
              <a:gd name="connsiteY131" fmla="*/ 1665993 h 4581525"/>
              <a:gd name="connsiteX132" fmla="*/ 2626354 w 4581525"/>
              <a:gd name="connsiteY132" fmla="*/ 1230700 h 4581525"/>
              <a:gd name="connsiteX133" fmla="*/ 2827331 w 4581525"/>
              <a:gd name="connsiteY133" fmla="*/ 845890 h 4581525"/>
              <a:gd name="connsiteX134" fmla="*/ 2293931 w 4581525"/>
              <a:gd name="connsiteY134" fmla="*/ 236290 h 4581525"/>
              <a:gd name="connsiteX135" fmla="*/ 1760531 w 4581525"/>
              <a:gd name="connsiteY135" fmla="*/ 845890 h 4581525"/>
              <a:gd name="connsiteX136" fmla="*/ 1961509 w 4581525"/>
              <a:gd name="connsiteY136" fmla="*/ 1230700 h 4581525"/>
              <a:gd name="connsiteX137" fmla="*/ 1608131 w 4581525"/>
              <a:gd name="connsiteY137" fmla="*/ 1630750 h 4581525"/>
              <a:gd name="connsiteX138" fmla="*/ 1608131 w 4581525"/>
              <a:gd name="connsiteY138" fmla="*/ 1677423 h 4581525"/>
              <a:gd name="connsiteX139" fmla="*/ 1689094 w 4581525"/>
              <a:gd name="connsiteY139" fmla="*/ 386785 h 4581525"/>
              <a:gd name="connsiteX140" fmla="*/ 2979731 w 4581525"/>
              <a:gd name="connsiteY140" fmla="*/ 467748 h 4581525"/>
              <a:gd name="connsiteX141" fmla="*/ 2979731 w 4581525"/>
              <a:gd name="connsiteY141" fmla="*/ 1677423 h 4581525"/>
              <a:gd name="connsiteX142" fmla="*/ 2979731 w 4581525"/>
              <a:gd name="connsiteY142" fmla="*/ 1630750 h 4581525"/>
              <a:gd name="connsiteX143" fmla="*/ 2626354 w 4581525"/>
              <a:gd name="connsiteY143" fmla="*/ 1230700 h 4581525"/>
              <a:gd name="connsiteX144" fmla="*/ 4046531 w 4581525"/>
              <a:gd name="connsiteY144" fmla="*/ 4253935 h 4581525"/>
              <a:gd name="connsiteX145" fmla="*/ 2979731 w 4581525"/>
              <a:gd name="connsiteY145" fmla="*/ 4253935 h 4581525"/>
              <a:gd name="connsiteX146" fmla="*/ 2979731 w 4581525"/>
              <a:gd name="connsiteY146" fmla="*/ 4069150 h 4581525"/>
              <a:gd name="connsiteX147" fmla="*/ 3231191 w 4581525"/>
              <a:gd name="connsiteY147" fmla="*/ 3817690 h 4581525"/>
              <a:gd name="connsiteX148" fmla="*/ 3400736 w 4581525"/>
              <a:gd name="connsiteY148" fmla="*/ 3817690 h 4581525"/>
              <a:gd name="connsiteX149" fmla="*/ 3290246 w 4581525"/>
              <a:gd name="connsiteY149" fmla="*/ 4093915 h 4581525"/>
              <a:gd name="connsiteX150" fmla="*/ 3307391 w 4581525"/>
              <a:gd name="connsiteY150" fmla="*/ 4175830 h 4581525"/>
              <a:gd name="connsiteX151" fmla="*/ 3459791 w 4581525"/>
              <a:gd name="connsiteY151" fmla="*/ 4328230 h 4581525"/>
              <a:gd name="connsiteX152" fmla="*/ 3567424 w 4581525"/>
              <a:gd name="connsiteY152" fmla="*/ 4328230 h 4581525"/>
              <a:gd name="connsiteX153" fmla="*/ 3719824 w 4581525"/>
              <a:gd name="connsiteY153" fmla="*/ 4175830 h 4581525"/>
              <a:gd name="connsiteX154" fmla="*/ 3736969 w 4581525"/>
              <a:gd name="connsiteY154" fmla="*/ 4093915 h 4581525"/>
              <a:gd name="connsiteX155" fmla="*/ 3626479 w 4581525"/>
              <a:gd name="connsiteY155" fmla="*/ 3817690 h 4581525"/>
              <a:gd name="connsiteX156" fmla="*/ 3796024 w 4581525"/>
              <a:gd name="connsiteY156" fmla="*/ 3817690 h 4581525"/>
              <a:gd name="connsiteX157" fmla="*/ 4047484 w 4581525"/>
              <a:gd name="connsiteY157" fmla="*/ 4069150 h 4581525"/>
              <a:gd name="connsiteX158" fmla="*/ 4047484 w 4581525"/>
              <a:gd name="connsiteY158" fmla="*/ 4253935 h 4581525"/>
              <a:gd name="connsiteX159" fmla="*/ 3617906 w 4581525"/>
              <a:gd name="connsiteY159" fmla="*/ 3162370 h 4581525"/>
              <a:gd name="connsiteX160" fmla="*/ 3617906 w 4581525"/>
              <a:gd name="connsiteY160" fmla="*/ 3162370 h 4581525"/>
              <a:gd name="connsiteX161" fmla="*/ 3890321 w 4581525"/>
              <a:gd name="connsiteY161" fmla="*/ 3326200 h 4581525"/>
              <a:gd name="connsiteX162" fmla="*/ 3513131 w 4581525"/>
              <a:gd name="connsiteY162" fmla="*/ 3666243 h 4581525"/>
              <a:gd name="connsiteX163" fmla="*/ 3142609 w 4581525"/>
              <a:gd name="connsiteY163" fmla="*/ 3357633 h 4581525"/>
              <a:gd name="connsiteX164" fmla="*/ 3617906 w 4581525"/>
              <a:gd name="connsiteY164" fmla="*/ 3162370 h 4581525"/>
              <a:gd name="connsiteX165" fmla="*/ 3135941 w 4581525"/>
              <a:gd name="connsiteY165" fmla="*/ 3203328 h 4581525"/>
              <a:gd name="connsiteX166" fmla="*/ 3135941 w 4581525"/>
              <a:gd name="connsiteY166" fmla="*/ 3203328 h 4581525"/>
              <a:gd name="connsiteX167" fmla="*/ 3513131 w 4581525"/>
              <a:gd name="connsiteY167" fmla="*/ 2827090 h 4581525"/>
              <a:gd name="connsiteX168" fmla="*/ 3882701 w 4581525"/>
              <a:gd name="connsiteY168" fmla="*/ 3142368 h 4581525"/>
              <a:gd name="connsiteX169" fmla="*/ 3628384 w 4581525"/>
              <a:gd name="connsiteY169" fmla="*/ 2989968 h 4581525"/>
              <a:gd name="connsiteX170" fmla="*/ 3523609 w 4581525"/>
              <a:gd name="connsiteY170" fmla="*/ 3015685 h 4581525"/>
              <a:gd name="connsiteX171" fmla="*/ 3516941 w 4581525"/>
              <a:gd name="connsiteY171" fmla="*/ 3030925 h 4581525"/>
              <a:gd name="connsiteX172" fmla="*/ 3135941 w 4581525"/>
              <a:gd name="connsiteY172" fmla="*/ 3203328 h 4581525"/>
              <a:gd name="connsiteX173" fmla="*/ 3575996 w 4581525"/>
              <a:gd name="connsiteY173" fmla="*/ 4104393 h 4581525"/>
              <a:gd name="connsiteX174" fmla="*/ 3513131 w 4581525"/>
              <a:gd name="connsiteY174" fmla="*/ 4167258 h 4581525"/>
              <a:gd name="connsiteX175" fmla="*/ 3450266 w 4581525"/>
              <a:gd name="connsiteY175" fmla="*/ 4104393 h 4581525"/>
              <a:gd name="connsiteX176" fmla="*/ 3513131 w 4581525"/>
              <a:gd name="connsiteY176" fmla="*/ 3947230 h 4581525"/>
              <a:gd name="connsiteX177" fmla="*/ 3575996 w 4581525"/>
              <a:gd name="connsiteY177" fmla="*/ 4104393 h 4581525"/>
              <a:gd name="connsiteX178" fmla="*/ 4198932 w 4581525"/>
              <a:gd name="connsiteY178" fmla="*/ 4115823 h 4581525"/>
              <a:gd name="connsiteX179" fmla="*/ 4198932 w 4581525"/>
              <a:gd name="connsiteY179" fmla="*/ 4069150 h 4581525"/>
              <a:gd name="connsiteX180" fmla="*/ 3845554 w 4581525"/>
              <a:gd name="connsiteY180" fmla="*/ 3669100 h 4581525"/>
              <a:gd name="connsiteX181" fmla="*/ 4046531 w 4581525"/>
              <a:gd name="connsiteY181" fmla="*/ 3284290 h 4581525"/>
              <a:gd name="connsiteX182" fmla="*/ 3513131 w 4581525"/>
              <a:gd name="connsiteY182" fmla="*/ 2674690 h 4581525"/>
              <a:gd name="connsiteX183" fmla="*/ 2979731 w 4581525"/>
              <a:gd name="connsiteY183" fmla="*/ 3284290 h 4581525"/>
              <a:gd name="connsiteX184" fmla="*/ 3180709 w 4581525"/>
              <a:gd name="connsiteY184" fmla="*/ 3669100 h 4581525"/>
              <a:gd name="connsiteX185" fmla="*/ 2827331 w 4581525"/>
              <a:gd name="connsiteY185" fmla="*/ 4069150 h 4581525"/>
              <a:gd name="connsiteX186" fmla="*/ 2827331 w 4581525"/>
              <a:gd name="connsiteY186" fmla="*/ 4115823 h 4581525"/>
              <a:gd name="connsiteX187" fmla="*/ 2910199 w 4581525"/>
              <a:gd name="connsiteY187" fmla="*/ 2826138 h 4581525"/>
              <a:gd name="connsiteX188" fmla="*/ 4199884 w 4581525"/>
              <a:gd name="connsiteY188" fmla="*/ 2909005 h 4581525"/>
              <a:gd name="connsiteX189" fmla="*/ 4427532 w 4581525"/>
              <a:gd name="connsiteY189" fmla="*/ 3512890 h 4581525"/>
              <a:gd name="connsiteX190" fmla="*/ 4198932 w 4581525"/>
              <a:gd name="connsiteY190" fmla="*/ 4115823 h 458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4581525" h="4581525">
                <a:moveTo>
                  <a:pt x="3552184" y="2447995"/>
                </a:moveTo>
                <a:lnTo>
                  <a:pt x="3057836" y="1818393"/>
                </a:lnTo>
                <a:cubicBezTo>
                  <a:pt x="3233096" y="1638370"/>
                  <a:pt x="3339776" y="1402150"/>
                  <a:pt x="3356921" y="1150690"/>
                </a:cubicBezTo>
                <a:lnTo>
                  <a:pt x="4122731" y="1150690"/>
                </a:lnTo>
                <a:lnTo>
                  <a:pt x="4122731" y="1234510"/>
                </a:lnTo>
                <a:cubicBezTo>
                  <a:pt x="3945566" y="1270705"/>
                  <a:pt x="3817931" y="1426915"/>
                  <a:pt x="3817931" y="1607890"/>
                </a:cubicBezTo>
                <a:cubicBezTo>
                  <a:pt x="3817931" y="1818393"/>
                  <a:pt x="3988429" y="1988890"/>
                  <a:pt x="4198932" y="1988890"/>
                </a:cubicBezTo>
                <a:cubicBezTo>
                  <a:pt x="4409434" y="1988890"/>
                  <a:pt x="4579932" y="1818393"/>
                  <a:pt x="4579932" y="1607890"/>
                </a:cubicBezTo>
                <a:cubicBezTo>
                  <a:pt x="4579932" y="1426915"/>
                  <a:pt x="4452297" y="1270705"/>
                  <a:pt x="4275132" y="1234510"/>
                </a:cubicBezTo>
                <a:lnTo>
                  <a:pt x="4275132" y="1074490"/>
                </a:lnTo>
                <a:cubicBezTo>
                  <a:pt x="4275132" y="1032580"/>
                  <a:pt x="4240841" y="998290"/>
                  <a:pt x="4198932" y="998290"/>
                </a:cubicBezTo>
                <a:lnTo>
                  <a:pt x="3356921" y="998290"/>
                </a:lnTo>
                <a:cubicBezTo>
                  <a:pt x="3341681" y="786835"/>
                  <a:pt x="3264529" y="584905"/>
                  <a:pt x="3134036" y="419170"/>
                </a:cubicBezTo>
                <a:lnTo>
                  <a:pt x="3239764" y="312490"/>
                </a:lnTo>
                <a:lnTo>
                  <a:pt x="4137019" y="312490"/>
                </a:lnTo>
                <a:cubicBezTo>
                  <a:pt x="4178929" y="431553"/>
                  <a:pt x="4309422" y="493465"/>
                  <a:pt x="4428484" y="451555"/>
                </a:cubicBezTo>
                <a:cubicBezTo>
                  <a:pt x="4547547" y="409645"/>
                  <a:pt x="4609459" y="279153"/>
                  <a:pt x="4567549" y="160090"/>
                </a:cubicBezTo>
                <a:cubicBezTo>
                  <a:pt x="4525639" y="41028"/>
                  <a:pt x="4395147" y="-20885"/>
                  <a:pt x="4276084" y="21025"/>
                </a:cubicBezTo>
                <a:cubicBezTo>
                  <a:pt x="4210361" y="43885"/>
                  <a:pt x="4159879" y="95320"/>
                  <a:pt x="4137019" y="160090"/>
                </a:cubicBezTo>
                <a:lnTo>
                  <a:pt x="3208331" y="160090"/>
                </a:lnTo>
                <a:cubicBezTo>
                  <a:pt x="3188329" y="160090"/>
                  <a:pt x="3168326" y="167710"/>
                  <a:pt x="3154039" y="181998"/>
                </a:cubicBezTo>
                <a:lnTo>
                  <a:pt x="3031166" y="304870"/>
                </a:lnTo>
                <a:cubicBezTo>
                  <a:pt x="2607304" y="-102800"/>
                  <a:pt x="1933886" y="-90417"/>
                  <a:pt x="1526216" y="333445"/>
                </a:cubicBezTo>
                <a:cubicBezTo>
                  <a:pt x="1352861" y="513468"/>
                  <a:pt x="1248086" y="748735"/>
                  <a:pt x="1230941" y="998290"/>
                </a:cubicBezTo>
                <a:lnTo>
                  <a:pt x="590861" y="998290"/>
                </a:lnTo>
                <a:lnTo>
                  <a:pt x="341306" y="438220"/>
                </a:lnTo>
                <a:cubicBezTo>
                  <a:pt x="452749" y="379165"/>
                  <a:pt x="495611" y="242005"/>
                  <a:pt x="436556" y="130563"/>
                </a:cubicBezTo>
                <a:cubicBezTo>
                  <a:pt x="377501" y="19120"/>
                  <a:pt x="241294" y="-23742"/>
                  <a:pt x="129851" y="34360"/>
                </a:cubicBezTo>
                <a:cubicBezTo>
                  <a:pt x="18409" y="93415"/>
                  <a:pt x="-24454" y="231528"/>
                  <a:pt x="33649" y="342970"/>
                </a:cubicBezTo>
                <a:cubicBezTo>
                  <a:pt x="64129" y="401073"/>
                  <a:pt x="119374" y="443935"/>
                  <a:pt x="183191" y="459175"/>
                </a:cubicBezTo>
                <a:lnTo>
                  <a:pt x="470846" y="1106875"/>
                </a:lnTo>
                <a:cubicBezTo>
                  <a:pt x="483229" y="1134498"/>
                  <a:pt x="510851" y="1151643"/>
                  <a:pt x="540379" y="1151643"/>
                </a:cubicBezTo>
                <a:lnTo>
                  <a:pt x="1229989" y="1151643"/>
                </a:lnTo>
                <a:cubicBezTo>
                  <a:pt x="1247134" y="1399293"/>
                  <a:pt x="1351909" y="1633608"/>
                  <a:pt x="1524311" y="1812678"/>
                </a:cubicBezTo>
                <a:lnTo>
                  <a:pt x="881374" y="2455615"/>
                </a:lnTo>
                <a:cubicBezTo>
                  <a:pt x="465131" y="2393703"/>
                  <a:pt x="77464" y="2680405"/>
                  <a:pt x="15551" y="3095695"/>
                </a:cubicBezTo>
                <a:cubicBezTo>
                  <a:pt x="-46361" y="3510985"/>
                  <a:pt x="240341" y="3899605"/>
                  <a:pt x="655631" y="3961518"/>
                </a:cubicBezTo>
                <a:cubicBezTo>
                  <a:pt x="668014" y="3963423"/>
                  <a:pt x="680396" y="3965328"/>
                  <a:pt x="693731" y="3966280"/>
                </a:cubicBezTo>
                <a:lnTo>
                  <a:pt x="693731" y="4351090"/>
                </a:lnTo>
                <a:cubicBezTo>
                  <a:pt x="693731" y="4393000"/>
                  <a:pt x="728021" y="4427290"/>
                  <a:pt x="769931" y="4427290"/>
                </a:cubicBezTo>
                <a:lnTo>
                  <a:pt x="1470019" y="4427290"/>
                </a:lnTo>
                <a:cubicBezTo>
                  <a:pt x="1511929" y="4546353"/>
                  <a:pt x="1642421" y="4608265"/>
                  <a:pt x="1761484" y="4566355"/>
                </a:cubicBezTo>
                <a:cubicBezTo>
                  <a:pt x="1880546" y="4524445"/>
                  <a:pt x="1942459" y="4393953"/>
                  <a:pt x="1900549" y="4274890"/>
                </a:cubicBezTo>
                <a:cubicBezTo>
                  <a:pt x="1858639" y="4155828"/>
                  <a:pt x="1728146" y="4093915"/>
                  <a:pt x="1609084" y="4135825"/>
                </a:cubicBezTo>
                <a:cubicBezTo>
                  <a:pt x="1544314" y="4158685"/>
                  <a:pt x="1492879" y="4210120"/>
                  <a:pt x="1470019" y="4274890"/>
                </a:cubicBezTo>
                <a:lnTo>
                  <a:pt x="846131" y="4274890"/>
                </a:lnTo>
                <a:lnTo>
                  <a:pt x="846131" y="3966280"/>
                </a:lnTo>
                <a:cubicBezTo>
                  <a:pt x="1264279" y="3924370"/>
                  <a:pt x="1570031" y="3551943"/>
                  <a:pt x="1528121" y="3132843"/>
                </a:cubicBezTo>
                <a:cubicBezTo>
                  <a:pt x="1499546" y="2849950"/>
                  <a:pt x="1315714" y="2606110"/>
                  <a:pt x="1051871" y="2500383"/>
                </a:cubicBezTo>
                <a:lnTo>
                  <a:pt x="1638611" y="1913643"/>
                </a:lnTo>
                <a:cubicBezTo>
                  <a:pt x="2020564" y="2214633"/>
                  <a:pt x="2558726" y="2216538"/>
                  <a:pt x="2943536" y="1919358"/>
                </a:cubicBezTo>
                <a:lnTo>
                  <a:pt x="3366446" y="2457520"/>
                </a:lnTo>
                <a:cubicBezTo>
                  <a:pt x="2782564" y="2538483"/>
                  <a:pt x="2375846" y="3078550"/>
                  <a:pt x="2456809" y="3661480"/>
                </a:cubicBezTo>
                <a:cubicBezTo>
                  <a:pt x="2537771" y="4245363"/>
                  <a:pt x="3077839" y="4652080"/>
                  <a:pt x="3660769" y="4571118"/>
                </a:cubicBezTo>
                <a:cubicBezTo>
                  <a:pt x="4244651" y="4490155"/>
                  <a:pt x="4651369" y="3950088"/>
                  <a:pt x="4570407" y="3367158"/>
                </a:cubicBezTo>
                <a:cubicBezTo>
                  <a:pt x="4498969" y="2853760"/>
                  <a:pt x="4069391" y="2467045"/>
                  <a:pt x="3552184" y="2447995"/>
                </a:cubicBezTo>
                <a:close/>
                <a:moveTo>
                  <a:pt x="4427532" y="1607890"/>
                </a:moveTo>
                <a:cubicBezTo>
                  <a:pt x="4427532" y="1734573"/>
                  <a:pt x="4325614" y="1836490"/>
                  <a:pt x="4198932" y="1836490"/>
                </a:cubicBezTo>
                <a:cubicBezTo>
                  <a:pt x="4072249" y="1836490"/>
                  <a:pt x="3970331" y="1734573"/>
                  <a:pt x="3970331" y="1607890"/>
                </a:cubicBezTo>
                <a:cubicBezTo>
                  <a:pt x="3970331" y="1481208"/>
                  <a:pt x="4072249" y="1379290"/>
                  <a:pt x="4198932" y="1379290"/>
                </a:cubicBezTo>
                <a:cubicBezTo>
                  <a:pt x="4325614" y="1379290"/>
                  <a:pt x="4427532" y="1482160"/>
                  <a:pt x="4427532" y="1607890"/>
                </a:cubicBezTo>
                <a:close/>
                <a:moveTo>
                  <a:pt x="4351332" y="160090"/>
                </a:moveTo>
                <a:cubicBezTo>
                  <a:pt x="4393241" y="160090"/>
                  <a:pt x="4427532" y="194380"/>
                  <a:pt x="4427532" y="236290"/>
                </a:cubicBezTo>
                <a:cubicBezTo>
                  <a:pt x="4427532" y="278200"/>
                  <a:pt x="4393241" y="312490"/>
                  <a:pt x="4351332" y="312490"/>
                </a:cubicBezTo>
                <a:cubicBezTo>
                  <a:pt x="4309422" y="312490"/>
                  <a:pt x="4275132" y="278200"/>
                  <a:pt x="4275132" y="236290"/>
                </a:cubicBezTo>
                <a:cubicBezTo>
                  <a:pt x="4275132" y="194380"/>
                  <a:pt x="4309422" y="160090"/>
                  <a:pt x="4351332" y="160090"/>
                </a:cubicBezTo>
                <a:close/>
                <a:moveTo>
                  <a:pt x="236531" y="312490"/>
                </a:moveTo>
                <a:cubicBezTo>
                  <a:pt x="194621" y="312490"/>
                  <a:pt x="160331" y="278200"/>
                  <a:pt x="160331" y="236290"/>
                </a:cubicBezTo>
                <a:cubicBezTo>
                  <a:pt x="160331" y="194380"/>
                  <a:pt x="194621" y="160090"/>
                  <a:pt x="236531" y="160090"/>
                </a:cubicBezTo>
                <a:cubicBezTo>
                  <a:pt x="278441" y="160090"/>
                  <a:pt x="312731" y="194380"/>
                  <a:pt x="312731" y="236290"/>
                </a:cubicBezTo>
                <a:cubicBezTo>
                  <a:pt x="312731" y="278200"/>
                  <a:pt x="278441" y="312490"/>
                  <a:pt x="236531" y="312490"/>
                </a:cubicBezTo>
                <a:close/>
                <a:moveTo>
                  <a:pt x="1684331" y="4274890"/>
                </a:moveTo>
                <a:cubicBezTo>
                  <a:pt x="1726241" y="4274890"/>
                  <a:pt x="1760531" y="4309180"/>
                  <a:pt x="1760531" y="4351090"/>
                </a:cubicBezTo>
                <a:cubicBezTo>
                  <a:pt x="1760531" y="4393000"/>
                  <a:pt x="1726241" y="4427290"/>
                  <a:pt x="1684331" y="4427290"/>
                </a:cubicBezTo>
                <a:cubicBezTo>
                  <a:pt x="1642421" y="4427290"/>
                  <a:pt x="1608131" y="4393000"/>
                  <a:pt x="1608131" y="4351090"/>
                </a:cubicBezTo>
                <a:cubicBezTo>
                  <a:pt x="1608131" y="4309180"/>
                  <a:pt x="1642421" y="4274890"/>
                  <a:pt x="1684331" y="4274890"/>
                </a:cubicBezTo>
                <a:close/>
                <a:moveTo>
                  <a:pt x="1074731" y="3735775"/>
                </a:moveTo>
                <a:cubicBezTo>
                  <a:pt x="886136" y="3845313"/>
                  <a:pt x="653726" y="3845313"/>
                  <a:pt x="465131" y="3735775"/>
                </a:cubicBezTo>
                <a:lnTo>
                  <a:pt x="465131" y="3589090"/>
                </a:lnTo>
                <a:cubicBezTo>
                  <a:pt x="465131" y="3420498"/>
                  <a:pt x="601339" y="3284290"/>
                  <a:pt x="769931" y="3284290"/>
                </a:cubicBezTo>
                <a:cubicBezTo>
                  <a:pt x="938524" y="3284290"/>
                  <a:pt x="1074731" y="3420498"/>
                  <a:pt x="1074731" y="3589090"/>
                </a:cubicBezTo>
                <a:lnTo>
                  <a:pt x="1074731" y="3735775"/>
                </a:lnTo>
                <a:close/>
                <a:moveTo>
                  <a:pt x="617531" y="2979490"/>
                </a:moveTo>
                <a:cubicBezTo>
                  <a:pt x="617531" y="2895670"/>
                  <a:pt x="686111" y="2827090"/>
                  <a:pt x="769931" y="2827090"/>
                </a:cubicBezTo>
                <a:cubicBezTo>
                  <a:pt x="853751" y="2827090"/>
                  <a:pt x="922331" y="2895670"/>
                  <a:pt x="922331" y="2979490"/>
                </a:cubicBezTo>
                <a:cubicBezTo>
                  <a:pt x="922331" y="3063310"/>
                  <a:pt x="853751" y="3131890"/>
                  <a:pt x="769931" y="3131890"/>
                </a:cubicBezTo>
                <a:cubicBezTo>
                  <a:pt x="686111" y="3131890"/>
                  <a:pt x="617531" y="3063310"/>
                  <a:pt x="617531" y="2979490"/>
                </a:cubicBezTo>
                <a:close/>
                <a:moveTo>
                  <a:pt x="1227131" y="2803278"/>
                </a:moveTo>
                <a:cubicBezTo>
                  <a:pt x="1325239" y="2914720"/>
                  <a:pt x="1379531" y="3058548"/>
                  <a:pt x="1379531" y="3208090"/>
                </a:cubicBezTo>
                <a:cubicBezTo>
                  <a:pt x="1379531" y="3355728"/>
                  <a:pt x="1325239" y="3499555"/>
                  <a:pt x="1227131" y="3610045"/>
                </a:cubicBezTo>
                <a:lnTo>
                  <a:pt x="1227131" y="3589090"/>
                </a:lnTo>
                <a:cubicBezTo>
                  <a:pt x="1227131" y="3422403"/>
                  <a:pt x="1136644" y="3269050"/>
                  <a:pt x="989959" y="3189040"/>
                </a:cubicBezTo>
                <a:cubicBezTo>
                  <a:pt x="1106164" y="3067120"/>
                  <a:pt x="1101401" y="2874715"/>
                  <a:pt x="979481" y="2758510"/>
                </a:cubicBezTo>
                <a:cubicBezTo>
                  <a:pt x="857561" y="2642305"/>
                  <a:pt x="665156" y="2647068"/>
                  <a:pt x="548951" y="2768988"/>
                </a:cubicBezTo>
                <a:cubicBezTo>
                  <a:pt x="436556" y="2887098"/>
                  <a:pt x="436556" y="3071883"/>
                  <a:pt x="548951" y="3189993"/>
                </a:cubicBezTo>
                <a:cubicBezTo>
                  <a:pt x="403219" y="3270003"/>
                  <a:pt x="312731" y="3423355"/>
                  <a:pt x="312731" y="3590043"/>
                </a:cubicBezTo>
                <a:lnTo>
                  <a:pt x="312731" y="3610998"/>
                </a:lnTo>
                <a:cubicBezTo>
                  <a:pt x="89846" y="3358585"/>
                  <a:pt x="114611" y="2972823"/>
                  <a:pt x="367024" y="2750890"/>
                </a:cubicBezTo>
                <a:cubicBezTo>
                  <a:pt x="619436" y="2527053"/>
                  <a:pt x="1004246" y="2550865"/>
                  <a:pt x="1227131" y="2803278"/>
                </a:cubicBezTo>
                <a:close/>
                <a:moveTo>
                  <a:pt x="2827331" y="1815535"/>
                </a:moveTo>
                <a:cubicBezTo>
                  <a:pt x="2509196" y="2046040"/>
                  <a:pt x="2078666" y="2046040"/>
                  <a:pt x="1760531" y="1815535"/>
                </a:cubicBezTo>
                <a:lnTo>
                  <a:pt x="1760531" y="1630750"/>
                </a:lnTo>
                <a:cubicBezTo>
                  <a:pt x="1760531" y="1491685"/>
                  <a:pt x="1872926" y="1379290"/>
                  <a:pt x="2011991" y="1379290"/>
                </a:cubicBezTo>
                <a:lnTo>
                  <a:pt x="2181536" y="1379290"/>
                </a:lnTo>
                <a:lnTo>
                  <a:pt x="2071046" y="1655515"/>
                </a:lnTo>
                <a:cubicBezTo>
                  <a:pt x="2059616" y="1684090"/>
                  <a:pt x="2066284" y="1716475"/>
                  <a:pt x="2088191" y="1737430"/>
                </a:cubicBezTo>
                <a:lnTo>
                  <a:pt x="2240591" y="1889830"/>
                </a:lnTo>
                <a:cubicBezTo>
                  <a:pt x="2270119" y="1919358"/>
                  <a:pt x="2318696" y="1919358"/>
                  <a:pt x="2348224" y="1889830"/>
                </a:cubicBezTo>
                <a:lnTo>
                  <a:pt x="2500624" y="1737430"/>
                </a:lnTo>
                <a:cubicBezTo>
                  <a:pt x="2522531" y="1715523"/>
                  <a:pt x="2529199" y="1683138"/>
                  <a:pt x="2517769" y="1655515"/>
                </a:cubicBezTo>
                <a:lnTo>
                  <a:pt x="2407279" y="1379290"/>
                </a:lnTo>
                <a:lnTo>
                  <a:pt x="2576824" y="1379290"/>
                </a:lnTo>
                <a:cubicBezTo>
                  <a:pt x="2715889" y="1379290"/>
                  <a:pt x="2828284" y="1491685"/>
                  <a:pt x="2828284" y="1630750"/>
                </a:cubicBezTo>
                <a:lnTo>
                  <a:pt x="2827331" y="1815535"/>
                </a:lnTo>
                <a:lnTo>
                  <a:pt x="2827331" y="1815535"/>
                </a:lnTo>
                <a:close/>
                <a:moveTo>
                  <a:pt x="2304409" y="578238"/>
                </a:moveTo>
                <a:cubicBezTo>
                  <a:pt x="2301551" y="583000"/>
                  <a:pt x="2299646" y="587763"/>
                  <a:pt x="2297741" y="593478"/>
                </a:cubicBezTo>
                <a:cubicBezTo>
                  <a:pt x="2259641" y="708730"/>
                  <a:pt x="2051044" y="752545"/>
                  <a:pt x="1916741" y="765880"/>
                </a:cubicBezTo>
                <a:cubicBezTo>
                  <a:pt x="1936744" y="510610"/>
                  <a:pt x="2057711" y="389643"/>
                  <a:pt x="2293931" y="389643"/>
                </a:cubicBezTo>
                <a:cubicBezTo>
                  <a:pt x="2510149" y="389643"/>
                  <a:pt x="2629211" y="491560"/>
                  <a:pt x="2663501" y="704920"/>
                </a:cubicBezTo>
                <a:lnTo>
                  <a:pt x="2409184" y="552520"/>
                </a:lnTo>
                <a:cubicBezTo>
                  <a:pt x="2372989" y="530613"/>
                  <a:pt x="2326316" y="542043"/>
                  <a:pt x="2304409" y="578238"/>
                </a:cubicBezTo>
                <a:close/>
                <a:moveTo>
                  <a:pt x="2398706" y="723970"/>
                </a:moveTo>
                <a:lnTo>
                  <a:pt x="2671121" y="887800"/>
                </a:lnTo>
                <a:cubicBezTo>
                  <a:pt x="2640641" y="1074490"/>
                  <a:pt x="2411089" y="1227843"/>
                  <a:pt x="2293931" y="1227843"/>
                </a:cubicBezTo>
                <a:cubicBezTo>
                  <a:pt x="2124386" y="1199268"/>
                  <a:pt x="1982464" y="1081158"/>
                  <a:pt x="1923409" y="919233"/>
                </a:cubicBezTo>
                <a:cubicBezTo>
                  <a:pt x="2053901" y="907803"/>
                  <a:pt x="2289169" y="867798"/>
                  <a:pt x="2398706" y="723970"/>
                </a:cubicBezTo>
                <a:close/>
                <a:moveTo>
                  <a:pt x="2356796" y="1665993"/>
                </a:moveTo>
                <a:lnTo>
                  <a:pt x="2293931" y="1728858"/>
                </a:lnTo>
                <a:lnTo>
                  <a:pt x="2231066" y="1665993"/>
                </a:lnTo>
                <a:lnTo>
                  <a:pt x="2293931" y="1508830"/>
                </a:lnTo>
                <a:lnTo>
                  <a:pt x="2356796" y="1665993"/>
                </a:lnTo>
                <a:close/>
                <a:moveTo>
                  <a:pt x="2626354" y="1230700"/>
                </a:moveTo>
                <a:cubicBezTo>
                  <a:pt x="2745416" y="1137355"/>
                  <a:pt x="2818759" y="997338"/>
                  <a:pt x="2827331" y="845890"/>
                </a:cubicBezTo>
                <a:cubicBezTo>
                  <a:pt x="2827331" y="342018"/>
                  <a:pt x="2536819" y="236290"/>
                  <a:pt x="2293931" y="236290"/>
                </a:cubicBezTo>
                <a:cubicBezTo>
                  <a:pt x="2051044" y="236290"/>
                  <a:pt x="1760531" y="342018"/>
                  <a:pt x="1760531" y="845890"/>
                </a:cubicBezTo>
                <a:cubicBezTo>
                  <a:pt x="1769104" y="997338"/>
                  <a:pt x="1842446" y="1137355"/>
                  <a:pt x="1961509" y="1230700"/>
                </a:cubicBezTo>
                <a:cubicBezTo>
                  <a:pt x="1759579" y="1255465"/>
                  <a:pt x="1608131" y="1426915"/>
                  <a:pt x="1608131" y="1630750"/>
                </a:cubicBezTo>
                <a:lnTo>
                  <a:pt x="1608131" y="1677423"/>
                </a:lnTo>
                <a:cubicBezTo>
                  <a:pt x="1273804" y="1298328"/>
                  <a:pt x="1309999" y="721113"/>
                  <a:pt x="1689094" y="386785"/>
                </a:cubicBezTo>
                <a:cubicBezTo>
                  <a:pt x="2068189" y="52458"/>
                  <a:pt x="2645404" y="88653"/>
                  <a:pt x="2979731" y="467748"/>
                </a:cubicBezTo>
                <a:cubicBezTo>
                  <a:pt x="3284531" y="813505"/>
                  <a:pt x="3284531" y="1331665"/>
                  <a:pt x="2979731" y="1677423"/>
                </a:cubicBezTo>
                <a:lnTo>
                  <a:pt x="2979731" y="1630750"/>
                </a:lnTo>
                <a:cubicBezTo>
                  <a:pt x="2979731" y="1426915"/>
                  <a:pt x="2828284" y="1255465"/>
                  <a:pt x="2626354" y="1230700"/>
                </a:cubicBezTo>
                <a:close/>
                <a:moveTo>
                  <a:pt x="4046531" y="4253935"/>
                </a:moveTo>
                <a:cubicBezTo>
                  <a:pt x="3728396" y="4484440"/>
                  <a:pt x="3297866" y="4484440"/>
                  <a:pt x="2979731" y="4253935"/>
                </a:cubicBezTo>
                <a:lnTo>
                  <a:pt x="2979731" y="4069150"/>
                </a:lnTo>
                <a:cubicBezTo>
                  <a:pt x="2979731" y="3930085"/>
                  <a:pt x="3092126" y="3817690"/>
                  <a:pt x="3231191" y="3817690"/>
                </a:cubicBezTo>
                <a:lnTo>
                  <a:pt x="3400736" y="3817690"/>
                </a:lnTo>
                <a:lnTo>
                  <a:pt x="3290246" y="4093915"/>
                </a:lnTo>
                <a:cubicBezTo>
                  <a:pt x="3278816" y="4122490"/>
                  <a:pt x="3285484" y="4154875"/>
                  <a:pt x="3307391" y="4175830"/>
                </a:cubicBezTo>
                <a:lnTo>
                  <a:pt x="3459791" y="4328230"/>
                </a:lnTo>
                <a:cubicBezTo>
                  <a:pt x="3489319" y="4357758"/>
                  <a:pt x="3537896" y="4357758"/>
                  <a:pt x="3567424" y="4328230"/>
                </a:cubicBezTo>
                <a:lnTo>
                  <a:pt x="3719824" y="4175830"/>
                </a:lnTo>
                <a:cubicBezTo>
                  <a:pt x="3741731" y="4153923"/>
                  <a:pt x="3748399" y="4121538"/>
                  <a:pt x="3736969" y="4093915"/>
                </a:cubicBezTo>
                <a:lnTo>
                  <a:pt x="3626479" y="3817690"/>
                </a:lnTo>
                <a:lnTo>
                  <a:pt x="3796024" y="3817690"/>
                </a:lnTo>
                <a:cubicBezTo>
                  <a:pt x="3935089" y="3817690"/>
                  <a:pt x="4047484" y="3930085"/>
                  <a:pt x="4047484" y="4069150"/>
                </a:cubicBezTo>
                <a:lnTo>
                  <a:pt x="4047484" y="4253935"/>
                </a:lnTo>
                <a:close/>
                <a:moveTo>
                  <a:pt x="3617906" y="3162370"/>
                </a:moveTo>
                <a:lnTo>
                  <a:pt x="3617906" y="3162370"/>
                </a:lnTo>
                <a:lnTo>
                  <a:pt x="3890321" y="3326200"/>
                </a:lnTo>
                <a:cubicBezTo>
                  <a:pt x="3859841" y="3512890"/>
                  <a:pt x="3630289" y="3666243"/>
                  <a:pt x="3513131" y="3666243"/>
                </a:cubicBezTo>
                <a:cubicBezTo>
                  <a:pt x="3343586" y="3637668"/>
                  <a:pt x="3201664" y="3519558"/>
                  <a:pt x="3142609" y="3357633"/>
                </a:cubicBezTo>
                <a:cubicBezTo>
                  <a:pt x="3273101" y="3346203"/>
                  <a:pt x="3508369" y="3306198"/>
                  <a:pt x="3617906" y="3162370"/>
                </a:cubicBezTo>
                <a:close/>
                <a:moveTo>
                  <a:pt x="3135941" y="3203328"/>
                </a:moveTo>
                <a:lnTo>
                  <a:pt x="3135941" y="3203328"/>
                </a:lnTo>
                <a:cubicBezTo>
                  <a:pt x="3155944" y="2948058"/>
                  <a:pt x="3276911" y="2827090"/>
                  <a:pt x="3513131" y="2827090"/>
                </a:cubicBezTo>
                <a:cubicBezTo>
                  <a:pt x="3729349" y="2827090"/>
                  <a:pt x="3848411" y="2929008"/>
                  <a:pt x="3882701" y="3142368"/>
                </a:cubicBezTo>
                <a:lnTo>
                  <a:pt x="3628384" y="2989968"/>
                </a:lnTo>
                <a:cubicBezTo>
                  <a:pt x="3592189" y="2968060"/>
                  <a:pt x="3545516" y="2980443"/>
                  <a:pt x="3523609" y="3015685"/>
                </a:cubicBezTo>
                <a:cubicBezTo>
                  <a:pt x="3520751" y="3020448"/>
                  <a:pt x="3518846" y="3025210"/>
                  <a:pt x="3516941" y="3030925"/>
                </a:cubicBezTo>
                <a:cubicBezTo>
                  <a:pt x="3478841" y="3147130"/>
                  <a:pt x="3270244" y="3190945"/>
                  <a:pt x="3135941" y="3203328"/>
                </a:cubicBezTo>
                <a:close/>
                <a:moveTo>
                  <a:pt x="3575996" y="4104393"/>
                </a:moveTo>
                <a:lnTo>
                  <a:pt x="3513131" y="4167258"/>
                </a:lnTo>
                <a:lnTo>
                  <a:pt x="3450266" y="4104393"/>
                </a:lnTo>
                <a:lnTo>
                  <a:pt x="3513131" y="3947230"/>
                </a:lnTo>
                <a:lnTo>
                  <a:pt x="3575996" y="4104393"/>
                </a:lnTo>
                <a:close/>
                <a:moveTo>
                  <a:pt x="4198932" y="4115823"/>
                </a:moveTo>
                <a:lnTo>
                  <a:pt x="4198932" y="4069150"/>
                </a:lnTo>
                <a:cubicBezTo>
                  <a:pt x="4198932" y="3865315"/>
                  <a:pt x="4047484" y="3693865"/>
                  <a:pt x="3845554" y="3669100"/>
                </a:cubicBezTo>
                <a:cubicBezTo>
                  <a:pt x="3964616" y="3575755"/>
                  <a:pt x="4037959" y="3435738"/>
                  <a:pt x="4046531" y="3284290"/>
                </a:cubicBezTo>
                <a:cubicBezTo>
                  <a:pt x="4046531" y="2780418"/>
                  <a:pt x="3756019" y="2674690"/>
                  <a:pt x="3513131" y="2674690"/>
                </a:cubicBezTo>
                <a:cubicBezTo>
                  <a:pt x="3270244" y="2674690"/>
                  <a:pt x="2979731" y="2780418"/>
                  <a:pt x="2979731" y="3284290"/>
                </a:cubicBezTo>
                <a:cubicBezTo>
                  <a:pt x="2988304" y="3435738"/>
                  <a:pt x="3061646" y="3575755"/>
                  <a:pt x="3180709" y="3669100"/>
                </a:cubicBezTo>
                <a:cubicBezTo>
                  <a:pt x="2978779" y="3693865"/>
                  <a:pt x="2827331" y="3865315"/>
                  <a:pt x="2827331" y="4069150"/>
                </a:cubicBezTo>
                <a:lnTo>
                  <a:pt x="2827331" y="4115823"/>
                </a:lnTo>
                <a:cubicBezTo>
                  <a:pt x="2493956" y="3736728"/>
                  <a:pt x="2531104" y="3159513"/>
                  <a:pt x="2910199" y="2826138"/>
                </a:cubicBezTo>
                <a:cubicBezTo>
                  <a:pt x="3289294" y="2492763"/>
                  <a:pt x="3866509" y="2529910"/>
                  <a:pt x="4199884" y="2909005"/>
                </a:cubicBezTo>
                <a:cubicBezTo>
                  <a:pt x="4346569" y="3075693"/>
                  <a:pt x="4427532" y="3290958"/>
                  <a:pt x="4427532" y="3512890"/>
                </a:cubicBezTo>
                <a:cubicBezTo>
                  <a:pt x="4427532" y="3734823"/>
                  <a:pt x="4345616" y="3949135"/>
                  <a:pt x="4198932" y="4115823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01" name="Graphic 50">
            <a:extLst>
              <a:ext uri="{FF2B5EF4-FFF2-40B4-BE49-F238E27FC236}">
                <a16:creationId xmlns:a16="http://schemas.microsoft.com/office/drawing/2014/main" id="{BAC72D77-B0D9-4EFB-8388-3B83B4194DEC}"/>
              </a:ext>
            </a:extLst>
          </p:cNvPr>
          <p:cNvGrpSpPr>
            <a:grpSpLocks noChangeAspect="1"/>
          </p:cNvGrpSpPr>
          <p:nvPr/>
        </p:nvGrpSpPr>
        <p:grpSpPr>
          <a:xfrm>
            <a:off x="1053818" y="4797192"/>
            <a:ext cx="502920" cy="502920"/>
            <a:chOff x="4114800" y="1447800"/>
            <a:chExt cx="487680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AB3AA3BD-7738-4543-9C00-5ACB83637A65}"/>
                </a:ext>
              </a:extLst>
            </p:cNvPr>
            <p:cNvSpPr/>
            <p:nvPr/>
          </p:nvSpPr>
          <p:spPr>
            <a:xfrm>
              <a:off x="4755356" y="5745956"/>
              <a:ext cx="200025" cy="200025"/>
            </a:xfrm>
            <a:custGeom>
              <a:avLst/>
              <a:gdLst>
                <a:gd name="connsiteX0" fmla="*/ 170021 w 200025"/>
                <a:gd name="connsiteY0" fmla="*/ 34766 h 200025"/>
                <a:gd name="connsiteX1" fmla="*/ 102394 w 200025"/>
                <a:gd name="connsiteY1" fmla="*/ 7144 h 200025"/>
                <a:gd name="connsiteX2" fmla="*/ 34766 w 200025"/>
                <a:gd name="connsiteY2" fmla="*/ 34766 h 200025"/>
                <a:gd name="connsiteX3" fmla="*/ 7144 w 200025"/>
                <a:gd name="connsiteY3" fmla="*/ 102394 h 200025"/>
                <a:gd name="connsiteX4" fmla="*/ 34766 w 200025"/>
                <a:gd name="connsiteY4" fmla="*/ 170021 h 200025"/>
                <a:gd name="connsiteX5" fmla="*/ 102394 w 200025"/>
                <a:gd name="connsiteY5" fmla="*/ 197644 h 200025"/>
                <a:gd name="connsiteX6" fmla="*/ 170021 w 200025"/>
                <a:gd name="connsiteY6" fmla="*/ 170021 h 200025"/>
                <a:gd name="connsiteX7" fmla="*/ 197644 w 200025"/>
                <a:gd name="connsiteY7" fmla="*/ 102394 h 200025"/>
                <a:gd name="connsiteX8" fmla="*/ 170021 w 200025"/>
                <a:gd name="connsiteY8" fmla="*/ 34766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200025">
                  <a:moveTo>
                    <a:pt x="170021" y="34766"/>
                  </a:moveTo>
                  <a:cubicBezTo>
                    <a:pt x="151924" y="16669"/>
                    <a:pt x="128111" y="7144"/>
                    <a:pt x="102394" y="7144"/>
                  </a:cubicBezTo>
                  <a:cubicBezTo>
                    <a:pt x="77629" y="7144"/>
                    <a:pt x="52864" y="17621"/>
                    <a:pt x="34766" y="34766"/>
                  </a:cubicBezTo>
                  <a:cubicBezTo>
                    <a:pt x="16669" y="51911"/>
                    <a:pt x="7144" y="77629"/>
                    <a:pt x="7144" y="102394"/>
                  </a:cubicBezTo>
                  <a:cubicBezTo>
                    <a:pt x="7144" y="127159"/>
                    <a:pt x="17621" y="151924"/>
                    <a:pt x="34766" y="170021"/>
                  </a:cubicBezTo>
                  <a:cubicBezTo>
                    <a:pt x="52864" y="188119"/>
                    <a:pt x="76676" y="197644"/>
                    <a:pt x="102394" y="197644"/>
                  </a:cubicBezTo>
                  <a:cubicBezTo>
                    <a:pt x="127159" y="197644"/>
                    <a:pt x="151924" y="187166"/>
                    <a:pt x="170021" y="170021"/>
                  </a:cubicBezTo>
                  <a:cubicBezTo>
                    <a:pt x="188119" y="151924"/>
                    <a:pt x="197644" y="128111"/>
                    <a:pt x="197644" y="102394"/>
                  </a:cubicBezTo>
                  <a:cubicBezTo>
                    <a:pt x="197644" y="76676"/>
                    <a:pt x="187166" y="52864"/>
                    <a:pt x="17002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1BC2E44C-BC3F-4486-93DB-7DD0C7D268D1}"/>
                </a:ext>
              </a:extLst>
            </p:cNvPr>
            <p:cNvSpPr/>
            <p:nvPr/>
          </p:nvSpPr>
          <p:spPr>
            <a:xfrm>
              <a:off x="8416766" y="3155156"/>
              <a:ext cx="200025" cy="200025"/>
            </a:xfrm>
            <a:custGeom>
              <a:avLst/>
              <a:gdLst>
                <a:gd name="connsiteX0" fmla="*/ 170021 w 200025"/>
                <a:gd name="connsiteY0" fmla="*/ 34766 h 200025"/>
                <a:gd name="connsiteX1" fmla="*/ 102394 w 200025"/>
                <a:gd name="connsiteY1" fmla="*/ 7144 h 200025"/>
                <a:gd name="connsiteX2" fmla="*/ 34766 w 200025"/>
                <a:gd name="connsiteY2" fmla="*/ 34766 h 200025"/>
                <a:gd name="connsiteX3" fmla="*/ 7144 w 200025"/>
                <a:gd name="connsiteY3" fmla="*/ 102394 h 200025"/>
                <a:gd name="connsiteX4" fmla="*/ 34766 w 200025"/>
                <a:gd name="connsiteY4" fmla="*/ 170021 h 200025"/>
                <a:gd name="connsiteX5" fmla="*/ 102394 w 200025"/>
                <a:gd name="connsiteY5" fmla="*/ 197644 h 200025"/>
                <a:gd name="connsiteX6" fmla="*/ 170021 w 200025"/>
                <a:gd name="connsiteY6" fmla="*/ 170021 h 200025"/>
                <a:gd name="connsiteX7" fmla="*/ 197644 w 200025"/>
                <a:gd name="connsiteY7" fmla="*/ 102394 h 200025"/>
                <a:gd name="connsiteX8" fmla="*/ 170021 w 200025"/>
                <a:gd name="connsiteY8" fmla="*/ 34766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200025">
                  <a:moveTo>
                    <a:pt x="170021" y="34766"/>
                  </a:moveTo>
                  <a:cubicBezTo>
                    <a:pt x="151924" y="16669"/>
                    <a:pt x="128111" y="7144"/>
                    <a:pt x="102394" y="7144"/>
                  </a:cubicBezTo>
                  <a:cubicBezTo>
                    <a:pt x="77629" y="7144"/>
                    <a:pt x="52864" y="17621"/>
                    <a:pt x="34766" y="34766"/>
                  </a:cubicBezTo>
                  <a:cubicBezTo>
                    <a:pt x="16669" y="52864"/>
                    <a:pt x="7144" y="76676"/>
                    <a:pt x="7144" y="102394"/>
                  </a:cubicBezTo>
                  <a:cubicBezTo>
                    <a:pt x="7144" y="128111"/>
                    <a:pt x="17621" y="151924"/>
                    <a:pt x="34766" y="170021"/>
                  </a:cubicBezTo>
                  <a:cubicBezTo>
                    <a:pt x="52864" y="188119"/>
                    <a:pt x="76676" y="197644"/>
                    <a:pt x="102394" y="197644"/>
                  </a:cubicBezTo>
                  <a:cubicBezTo>
                    <a:pt x="127159" y="197644"/>
                    <a:pt x="151924" y="187166"/>
                    <a:pt x="170021" y="170021"/>
                  </a:cubicBezTo>
                  <a:cubicBezTo>
                    <a:pt x="188119" y="151924"/>
                    <a:pt x="197644" y="128111"/>
                    <a:pt x="197644" y="102394"/>
                  </a:cubicBezTo>
                  <a:cubicBezTo>
                    <a:pt x="197644" y="76676"/>
                    <a:pt x="188119" y="52864"/>
                    <a:pt x="17002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BD8150DC-CC3B-4215-9737-6893388C1D06}"/>
                </a:ext>
              </a:extLst>
            </p:cNvPr>
            <p:cNvSpPr/>
            <p:nvPr/>
          </p:nvSpPr>
          <p:spPr>
            <a:xfrm>
              <a:off x="4107656" y="1440656"/>
              <a:ext cx="4886325" cy="4886325"/>
            </a:xfrm>
            <a:custGeom>
              <a:avLst/>
              <a:gdLst>
                <a:gd name="connsiteX0" fmla="*/ 4856322 w 4886325"/>
                <a:gd name="connsiteY0" fmla="*/ 34766 h 4886325"/>
                <a:gd name="connsiteX1" fmla="*/ 4788694 w 4886325"/>
                <a:gd name="connsiteY1" fmla="*/ 7144 h 4886325"/>
                <a:gd name="connsiteX2" fmla="*/ 2445544 w 4886325"/>
                <a:gd name="connsiteY2" fmla="*/ 7144 h 4886325"/>
                <a:gd name="connsiteX3" fmla="*/ 2350294 w 4886325"/>
                <a:gd name="connsiteY3" fmla="*/ 102394 h 4886325"/>
                <a:gd name="connsiteX4" fmla="*/ 2350294 w 4886325"/>
                <a:gd name="connsiteY4" fmla="*/ 374809 h 4886325"/>
                <a:gd name="connsiteX5" fmla="*/ 1447324 w 4886325"/>
                <a:gd name="connsiteY5" fmla="*/ 616744 h 4886325"/>
                <a:gd name="connsiteX6" fmla="*/ 1379696 w 4886325"/>
                <a:gd name="connsiteY6" fmla="*/ 732949 h 4886325"/>
                <a:gd name="connsiteX7" fmla="*/ 1847374 w 4886325"/>
                <a:gd name="connsiteY7" fmla="*/ 2478881 h 4886325"/>
                <a:gd name="connsiteX8" fmla="*/ 1442561 w 4886325"/>
                <a:gd name="connsiteY8" fmla="*/ 2883694 h 4886325"/>
                <a:gd name="connsiteX9" fmla="*/ 1206341 w 4886325"/>
                <a:gd name="connsiteY9" fmla="*/ 2758916 h 4886325"/>
                <a:gd name="connsiteX10" fmla="*/ 292894 w 4886325"/>
                <a:gd name="connsiteY10" fmla="*/ 2758916 h 4886325"/>
                <a:gd name="connsiteX11" fmla="*/ 7144 w 4886325"/>
                <a:gd name="connsiteY11" fmla="*/ 3044666 h 4886325"/>
                <a:gd name="connsiteX12" fmla="*/ 7144 w 4886325"/>
                <a:gd name="connsiteY12" fmla="*/ 4597241 h 4886325"/>
                <a:gd name="connsiteX13" fmla="*/ 292894 w 4886325"/>
                <a:gd name="connsiteY13" fmla="*/ 4882991 h 4886325"/>
                <a:gd name="connsiteX14" fmla="*/ 1207294 w 4886325"/>
                <a:gd name="connsiteY14" fmla="*/ 4882991 h 4886325"/>
                <a:gd name="connsiteX15" fmla="*/ 1484471 w 4886325"/>
                <a:gd name="connsiteY15" fmla="*/ 4665822 h 4886325"/>
                <a:gd name="connsiteX16" fmla="*/ 1597819 w 4886325"/>
                <a:gd name="connsiteY16" fmla="*/ 4764881 h 4886325"/>
                <a:gd name="connsiteX17" fmla="*/ 1913096 w 4886325"/>
                <a:gd name="connsiteY17" fmla="*/ 4882991 h 4886325"/>
                <a:gd name="connsiteX18" fmla="*/ 4788694 w 4886325"/>
                <a:gd name="connsiteY18" fmla="*/ 4882991 h 4886325"/>
                <a:gd name="connsiteX19" fmla="*/ 4883944 w 4886325"/>
                <a:gd name="connsiteY19" fmla="*/ 4787741 h 4886325"/>
                <a:gd name="connsiteX20" fmla="*/ 4883944 w 4886325"/>
                <a:gd name="connsiteY20" fmla="*/ 102394 h 4886325"/>
                <a:gd name="connsiteX21" fmla="*/ 4856322 w 4886325"/>
                <a:gd name="connsiteY21" fmla="*/ 34766 h 4886325"/>
                <a:gd name="connsiteX22" fmla="*/ 1302544 w 4886325"/>
                <a:gd name="connsiteY22" fmla="*/ 4598194 h 4886325"/>
                <a:gd name="connsiteX23" fmla="*/ 1207294 w 4886325"/>
                <a:gd name="connsiteY23" fmla="*/ 4693444 h 4886325"/>
                <a:gd name="connsiteX24" fmla="*/ 292894 w 4886325"/>
                <a:gd name="connsiteY24" fmla="*/ 4693444 h 4886325"/>
                <a:gd name="connsiteX25" fmla="*/ 197644 w 4886325"/>
                <a:gd name="connsiteY25" fmla="*/ 4598194 h 4886325"/>
                <a:gd name="connsiteX26" fmla="*/ 197644 w 4886325"/>
                <a:gd name="connsiteY26" fmla="*/ 3045619 h 4886325"/>
                <a:gd name="connsiteX27" fmla="*/ 292894 w 4886325"/>
                <a:gd name="connsiteY27" fmla="*/ 2950369 h 4886325"/>
                <a:gd name="connsiteX28" fmla="*/ 654844 w 4886325"/>
                <a:gd name="connsiteY28" fmla="*/ 2950369 h 4886325"/>
                <a:gd name="connsiteX29" fmla="*/ 654844 w 4886325"/>
                <a:gd name="connsiteY29" fmla="*/ 4047649 h 4886325"/>
                <a:gd name="connsiteX30" fmla="*/ 750094 w 4886325"/>
                <a:gd name="connsiteY30" fmla="*/ 4142899 h 4886325"/>
                <a:gd name="connsiteX31" fmla="*/ 845344 w 4886325"/>
                <a:gd name="connsiteY31" fmla="*/ 4047649 h 4886325"/>
                <a:gd name="connsiteX32" fmla="*/ 845344 w 4886325"/>
                <a:gd name="connsiteY32" fmla="*/ 2950369 h 4886325"/>
                <a:gd name="connsiteX33" fmla="*/ 1207294 w 4886325"/>
                <a:gd name="connsiteY33" fmla="*/ 2950369 h 4886325"/>
                <a:gd name="connsiteX34" fmla="*/ 1302544 w 4886325"/>
                <a:gd name="connsiteY34" fmla="*/ 3045619 h 4886325"/>
                <a:gd name="connsiteX35" fmla="*/ 1302544 w 4886325"/>
                <a:gd name="connsiteY35" fmla="*/ 4598194 h 4886325"/>
                <a:gd name="connsiteX36" fmla="*/ 1302544 w 4886325"/>
                <a:gd name="connsiteY36" fmla="*/ 4598194 h 4886325"/>
                <a:gd name="connsiteX37" fmla="*/ 1588294 w 4886325"/>
                <a:gd name="connsiteY37" fmla="*/ 775811 h 4886325"/>
                <a:gd name="connsiteX38" fmla="*/ 2350294 w 4886325"/>
                <a:gd name="connsiteY38" fmla="*/ 571976 h 4886325"/>
                <a:gd name="connsiteX39" fmla="*/ 2350294 w 4886325"/>
                <a:gd name="connsiteY39" fmla="*/ 925354 h 4886325"/>
                <a:gd name="connsiteX40" fmla="*/ 2286476 w 4886325"/>
                <a:gd name="connsiteY40" fmla="*/ 942499 h 4886325"/>
                <a:gd name="connsiteX41" fmla="*/ 2228374 w 4886325"/>
                <a:gd name="connsiteY41" fmla="*/ 987266 h 4886325"/>
                <a:gd name="connsiteX42" fmla="*/ 2218849 w 4886325"/>
                <a:gd name="connsiteY42" fmla="*/ 1059656 h 4886325"/>
                <a:gd name="connsiteX43" fmla="*/ 2037874 w 4886325"/>
                <a:gd name="connsiteY43" fmla="*/ 1373981 h 4886325"/>
                <a:gd name="connsiteX44" fmla="*/ 1979771 w 4886325"/>
                <a:gd name="connsiteY44" fmla="*/ 1418749 h 4886325"/>
                <a:gd name="connsiteX45" fmla="*/ 1970246 w 4886325"/>
                <a:gd name="connsiteY45" fmla="*/ 1491139 h 4886325"/>
                <a:gd name="connsiteX46" fmla="*/ 2341721 w 4886325"/>
                <a:gd name="connsiteY46" fmla="*/ 2865596 h 4886325"/>
                <a:gd name="connsiteX47" fmla="*/ 2150269 w 4886325"/>
                <a:gd name="connsiteY47" fmla="*/ 2865596 h 4886325"/>
                <a:gd name="connsiteX48" fmla="*/ 2052161 w 4886325"/>
                <a:gd name="connsiteY48" fmla="*/ 2479834 h 4886325"/>
                <a:gd name="connsiteX49" fmla="*/ 2035969 w 4886325"/>
                <a:gd name="connsiteY49" fmla="*/ 2446496 h 4886325"/>
                <a:gd name="connsiteX50" fmla="*/ 1588294 w 4886325"/>
                <a:gd name="connsiteY50" fmla="*/ 775811 h 4886325"/>
                <a:gd name="connsiteX51" fmla="*/ 2350294 w 4886325"/>
                <a:gd name="connsiteY51" fmla="*/ 1361599 h 4886325"/>
                <a:gd name="connsiteX52" fmla="*/ 2350294 w 4886325"/>
                <a:gd name="connsiteY52" fmla="*/ 2165509 h 4886325"/>
                <a:gd name="connsiteX53" fmla="*/ 2176939 w 4886325"/>
                <a:gd name="connsiteY53" fmla="*/ 1522571 h 4886325"/>
                <a:gd name="connsiteX54" fmla="*/ 2350294 w 4886325"/>
                <a:gd name="connsiteY54" fmla="*/ 1361599 h 4886325"/>
                <a:gd name="connsiteX55" fmla="*/ 3719036 w 4886325"/>
                <a:gd name="connsiteY55" fmla="*/ 4693444 h 4886325"/>
                <a:gd name="connsiteX56" fmla="*/ 1913096 w 4886325"/>
                <a:gd name="connsiteY56" fmla="*/ 4693444 h 4886325"/>
                <a:gd name="connsiteX57" fmla="*/ 1913096 w 4886325"/>
                <a:gd name="connsiteY57" fmla="*/ 4693444 h 4886325"/>
                <a:gd name="connsiteX58" fmla="*/ 1722596 w 4886325"/>
                <a:gd name="connsiteY58" fmla="*/ 4622006 h 4886325"/>
                <a:gd name="connsiteX59" fmla="*/ 1493044 w 4886325"/>
                <a:gd name="connsiteY59" fmla="*/ 4421981 h 4886325"/>
                <a:gd name="connsiteX60" fmla="*/ 1493044 w 4886325"/>
                <a:gd name="connsiteY60" fmla="*/ 3103721 h 4886325"/>
                <a:gd name="connsiteX61" fmla="*/ 1909286 w 4886325"/>
                <a:gd name="connsiteY61" fmla="*/ 2687479 h 4886325"/>
                <a:gd name="connsiteX62" fmla="*/ 1984534 w 4886325"/>
                <a:gd name="connsiteY62" fmla="*/ 2982754 h 4886325"/>
                <a:gd name="connsiteX63" fmla="*/ 2076926 w 4886325"/>
                <a:gd name="connsiteY63" fmla="*/ 3054191 h 4886325"/>
                <a:gd name="connsiteX64" fmla="*/ 3949541 w 4886325"/>
                <a:gd name="connsiteY64" fmla="*/ 3054191 h 4886325"/>
                <a:gd name="connsiteX65" fmla="*/ 4082891 w 4886325"/>
                <a:gd name="connsiteY65" fmla="*/ 3187541 h 4886325"/>
                <a:gd name="connsiteX66" fmla="*/ 3949541 w 4886325"/>
                <a:gd name="connsiteY66" fmla="*/ 3320891 h 4886325"/>
                <a:gd name="connsiteX67" fmla="*/ 2989421 w 4886325"/>
                <a:gd name="connsiteY67" fmla="*/ 3320891 h 4886325"/>
                <a:gd name="connsiteX68" fmla="*/ 2894171 w 4886325"/>
                <a:gd name="connsiteY68" fmla="*/ 3416141 h 4886325"/>
                <a:gd name="connsiteX69" fmla="*/ 2989421 w 4886325"/>
                <a:gd name="connsiteY69" fmla="*/ 3511391 h 4886325"/>
                <a:gd name="connsiteX70" fmla="*/ 4246722 w 4886325"/>
                <a:gd name="connsiteY70" fmla="*/ 3511391 h 4886325"/>
                <a:gd name="connsiteX71" fmla="*/ 4380072 w 4886325"/>
                <a:gd name="connsiteY71" fmla="*/ 3644741 h 4886325"/>
                <a:gd name="connsiteX72" fmla="*/ 4246722 w 4886325"/>
                <a:gd name="connsiteY72" fmla="*/ 3778091 h 4886325"/>
                <a:gd name="connsiteX73" fmla="*/ 2989421 w 4886325"/>
                <a:gd name="connsiteY73" fmla="*/ 3778091 h 4886325"/>
                <a:gd name="connsiteX74" fmla="*/ 2894171 w 4886325"/>
                <a:gd name="connsiteY74" fmla="*/ 3873341 h 4886325"/>
                <a:gd name="connsiteX75" fmla="*/ 2989421 w 4886325"/>
                <a:gd name="connsiteY75" fmla="*/ 3968591 h 4886325"/>
                <a:gd name="connsiteX76" fmla="*/ 4042886 w 4886325"/>
                <a:gd name="connsiteY76" fmla="*/ 3968591 h 4886325"/>
                <a:gd name="connsiteX77" fmla="*/ 4176236 w 4886325"/>
                <a:gd name="connsiteY77" fmla="*/ 4101941 h 4886325"/>
                <a:gd name="connsiteX78" fmla="*/ 4042886 w 4886325"/>
                <a:gd name="connsiteY78" fmla="*/ 4235291 h 4886325"/>
                <a:gd name="connsiteX79" fmla="*/ 2989421 w 4886325"/>
                <a:gd name="connsiteY79" fmla="*/ 4235291 h 4886325"/>
                <a:gd name="connsiteX80" fmla="*/ 2894171 w 4886325"/>
                <a:gd name="connsiteY80" fmla="*/ 4330541 h 4886325"/>
                <a:gd name="connsiteX81" fmla="*/ 2989421 w 4886325"/>
                <a:gd name="connsiteY81" fmla="*/ 4425791 h 4886325"/>
                <a:gd name="connsiteX82" fmla="*/ 3718084 w 4886325"/>
                <a:gd name="connsiteY82" fmla="*/ 4425791 h 4886325"/>
                <a:gd name="connsiteX83" fmla="*/ 3851434 w 4886325"/>
                <a:gd name="connsiteY83" fmla="*/ 4559141 h 4886325"/>
                <a:gd name="connsiteX84" fmla="*/ 3719036 w 4886325"/>
                <a:gd name="connsiteY84" fmla="*/ 4693444 h 4886325"/>
                <a:gd name="connsiteX85" fmla="*/ 4693444 w 4886325"/>
                <a:gd name="connsiteY85" fmla="*/ 4693444 h 4886325"/>
                <a:gd name="connsiteX86" fmla="*/ 4693444 w 4886325"/>
                <a:gd name="connsiteY86" fmla="*/ 4693444 h 4886325"/>
                <a:gd name="connsiteX87" fmla="*/ 4013359 w 4886325"/>
                <a:gd name="connsiteY87" fmla="*/ 4693444 h 4886325"/>
                <a:gd name="connsiteX88" fmla="*/ 4041934 w 4886325"/>
                <a:gd name="connsiteY88" fmla="*/ 4560094 h 4886325"/>
                <a:gd name="connsiteX89" fmla="*/ 4013359 w 4886325"/>
                <a:gd name="connsiteY89" fmla="*/ 4426744 h 4886325"/>
                <a:gd name="connsiteX90" fmla="*/ 4042886 w 4886325"/>
                <a:gd name="connsiteY90" fmla="*/ 4426744 h 4886325"/>
                <a:gd name="connsiteX91" fmla="*/ 4366737 w 4886325"/>
                <a:gd name="connsiteY91" fmla="*/ 4102894 h 4886325"/>
                <a:gd name="connsiteX92" fmla="*/ 4332447 w 4886325"/>
                <a:gd name="connsiteY92" fmla="*/ 3958114 h 4886325"/>
                <a:gd name="connsiteX93" fmla="*/ 4570572 w 4886325"/>
                <a:gd name="connsiteY93" fmla="*/ 3645694 h 4886325"/>
                <a:gd name="connsiteX94" fmla="*/ 4506754 w 4886325"/>
                <a:gd name="connsiteY94" fmla="*/ 3452336 h 4886325"/>
                <a:gd name="connsiteX95" fmla="*/ 4506754 w 4886325"/>
                <a:gd name="connsiteY95" fmla="*/ 2245519 h 4886325"/>
                <a:gd name="connsiteX96" fmla="*/ 4411504 w 4886325"/>
                <a:gd name="connsiteY96" fmla="*/ 2150269 h 4886325"/>
                <a:gd name="connsiteX97" fmla="*/ 4316254 w 4886325"/>
                <a:gd name="connsiteY97" fmla="*/ 2245519 h 4886325"/>
                <a:gd name="connsiteX98" fmla="*/ 4316254 w 4886325"/>
                <a:gd name="connsiteY98" fmla="*/ 3329464 h 4886325"/>
                <a:gd name="connsiteX99" fmla="*/ 4246722 w 4886325"/>
                <a:gd name="connsiteY99" fmla="*/ 3321844 h 4886325"/>
                <a:gd name="connsiteX100" fmla="*/ 4243864 w 4886325"/>
                <a:gd name="connsiteY100" fmla="*/ 3321844 h 4886325"/>
                <a:gd name="connsiteX101" fmla="*/ 4272439 w 4886325"/>
                <a:gd name="connsiteY101" fmla="*/ 3188494 h 4886325"/>
                <a:gd name="connsiteX102" fmla="*/ 3948589 w 4886325"/>
                <a:gd name="connsiteY102" fmla="*/ 2864644 h 4886325"/>
                <a:gd name="connsiteX103" fmla="*/ 3795236 w 4886325"/>
                <a:gd name="connsiteY103" fmla="*/ 2864644 h 4886325"/>
                <a:gd name="connsiteX104" fmla="*/ 4072414 w 4886325"/>
                <a:gd name="connsiteY104" fmla="*/ 2445544 h 4886325"/>
                <a:gd name="connsiteX105" fmla="*/ 3616166 w 4886325"/>
                <a:gd name="connsiteY105" fmla="*/ 1989296 h 4886325"/>
                <a:gd name="connsiteX106" fmla="*/ 3159919 w 4886325"/>
                <a:gd name="connsiteY106" fmla="*/ 2445544 h 4886325"/>
                <a:gd name="connsiteX107" fmla="*/ 3437096 w 4886325"/>
                <a:gd name="connsiteY107" fmla="*/ 2864644 h 4886325"/>
                <a:gd name="connsiteX108" fmla="*/ 2916079 w 4886325"/>
                <a:gd name="connsiteY108" fmla="*/ 2864644 h 4886325"/>
                <a:gd name="connsiteX109" fmla="*/ 2916079 w 4886325"/>
                <a:gd name="connsiteY109" fmla="*/ 1053941 h 4886325"/>
                <a:gd name="connsiteX110" fmla="*/ 3258026 w 4886325"/>
                <a:gd name="connsiteY110" fmla="*/ 711994 h 4886325"/>
                <a:gd name="connsiteX111" fmla="*/ 3974306 w 4886325"/>
                <a:gd name="connsiteY111" fmla="*/ 711994 h 4886325"/>
                <a:gd name="connsiteX112" fmla="*/ 4316254 w 4886325"/>
                <a:gd name="connsiteY112" fmla="*/ 1053941 h 4886325"/>
                <a:gd name="connsiteX113" fmla="*/ 4316254 w 4886325"/>
                <a:gd name="connsiteY113" fmla="*/ 1350169 h 4886325"/>
                <a:gd name="connsiteX114" fmla="*/ 4411504 w 4886325"/>
                <a:gd name="connsiteY114" fmla="*/ 1445419 h 4886325"/>
                <a:gd name="connsiteX115" fmla="*/ 4506754 w 4886325"/>
                <a:gd name="connsiteY115" fmla="*/ 1350169 h 4886325"/>
                <a:gd name="connsiteX116" fmla="*/ 4506754 w 4886325"/>
                <a:gd name="connsiteY116" fmla="*/ 969169 h 4886325"/>
                <a:gd name="connsiteX117" fmla="*/ 4411504 w 4886325"/>
                <a:gd name="connsiteY117" fmla="*/ 873919 h 4886325"/>
                <a:gd name="connsiteX118" fmla="*/ 4155281 w 4886325"/>
                <a:gd name="connsiteY118" fmla="*/ 617696 h 4886325"/>
                <a:gd name="connsiteX119" fmla="*/ 4060031 w 4886325"/>
                <a:gd name="connsiteY119" fmla="*/ 522446 h 4886325"/>
                <a:gd name="connsiteX120" fmla="*/ 3173254 w 4886325"/>
                <a:gd name="connsiteY120" fmla="*/ 522446 h 4886325"/>
                <a:gd name="connsiteX121" fmla="*/ 3078004 w 4886325"/>
                <a:gd name="connsiteY121" fmla="*/ 617696 h 4886325"/>
                <a:gd name="connsiteX122" fmla="*/ 2821781 w 4886325"/>
                <a:gd name="connsiteY122" fmla="*/ 873919 h 4886325"/>
                <a:gd name="connsiteX123" fmla="*/ 2726531 w 4886325"/>
                <a:gd name="connsiteY123" fmla="*/ 969169 h 4886325"/>
                <a:gd name="connsiteX124" fmla="*/ 2726531 w 4886325"/>
                <a:gd name="connsiteY124" fmla="*/ 2864644 h 4886325"/>
                <a:gd name="connsiteX125" fmla="*/ 2540794 w 4886325"/>
                <a:gd name="connsiteY125" fmla="*/ 2864644 h 4886325"/>
                <a:gd name="connsiteX126" fmla="*/ 2540794 w 4886325"/>
                <a:gd name="connsiteY126" fmla="*/ 197644 h 4886325"/>
                <a:gd name="connsiteX127" fmla="*/ 4693444 w 4886325"/>
                <a:gd name="connsiteY127" fmla="*/ 197644 h 4886325"/>
                <a:gd name="connsiteX128" fmla="*/ 4693444 w 4886325"/>
                <a:gd name="connsiteY128" fmla="*/ 4693444 h 4886325"/>
                <a:gd name="connsiteX129" fmla="*/ 3617119 w 4886325"/>
                <a:gd name="connsiteY129" fmla="*/ 2711291 h 4886325"/>
                <a:gd name="connsiteX130" fmla="*/ 3351371 w 4886325"/>
                <a:gd name="connsiteY130" fmla="*/ 2445544 h 4886325"/>
                <a:gd name="connsiteX131" fmla="*/ 3617119 w 4886325"/>
                <a:gd name="connsiteY131" fmla="*/ 2179796 h 4886325"/>
                <a:gd name="connsiteX132" fmla="*/ 3882866 w 4886325"/>
                <a:gd name="connsiteY132" fmla="*/ 2445544 h 4886325"/>
                <a:gd name="connsiteX133" fmla="*/ 3617119 w 4886325"/>
                <a:gd name="connsiteY133" fmla="*/ 2711291 h 488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</a:cxnLst>
              <a:rect l="l" t="t" r="r" b="b"/>
              <a:pathLst>
                <a:path w="4886325" h="4886325">
                  <a:moveTo>
                    <a:pt x="4856322" y="34766"/>
                  </a:moveTo>
                  <a:cubicBezTo>
                    <a:pt x="4838224" y="17621"/>
                    <a:pt x="4813459" y="7144"/>
                    <a:pt x="4788694" y="7144"/>
                  </a:cubicBezTo>
                  <a:lnTo>
                    <a:pt x="2445544" y="7144"/>
                  </a:lnTo>
                  <a:cubicBezTo>
                    <a:pt x="2393156" y="7144"/>
                    <a:pt x="2350294" y="50006"/>
                    <a:pt x="2350294" y="102394"/>
                  </a:cubicBezTo>
                  <a:lnTo>
                    <a:pt x="2350294" y="374809"/>
                  </a:lnTo>
                  <a:lnTo>
                    <a:pt x="1447324" y="616744"/>
                  </a:lnTo>
                  <a:cubicBezTo>
                    <a:pt x="1396841" y="630079"/>
                    <a:pt x="1366361" y="682466"/>
                    <a:pt x="1379696" y="732949"/>
                  </a:cubicBezTo>
                  <a:lnTo>
                    <a:pt x="1847374" y="2478881"/>
                  </a:lnTo>
                  <a:lnTo>
                    <a:pt x="1442561" y="2883694"/>
                  </a:lnTo>
                  <a:cubicBezTo>
                    <a:pt x="1391126" y="2808446"/>
                    <a:pt x="1304449" y="2758916"/>
                    <a:pt x="1206341" y="2758916"/>
                  </a:cubicBezTo>
                  <a:lnTo>
                    <a:pt x="292894" y="2758916"/>
                  </a:lnTo>
                  <a:cubicBezTo>
                    <a:pt x="135731" y="2758916"/>
                    <a:pt x="7144" y="2887504"/>
                    <a:pt x="7144" y="3044666"/>
                  </a:cubicBezTo>
                  <a:lnTo>
                    <a:pt x="7144" y="4597241"/>
                  </a:lnTo>
                  <a:cubicBezTo>
                    <a:pt x="7144" y="4754404"/>
                    <a:pt x="135731" y="4882991"/>
                    <a:pt x="292894" y="4882991"/>
                  </a:cubicBezTo>
                  <a:lnTo>
                    <a:pt x="1207294" y="4882991"/>
                  </a:lnTo>
                  <a:cubicBezTo>
                    <a:pt x="1341596" y="4882991"/>
                    <a:pt x="1453991" y="4790599"/>
                    <a:pt x="1484471" y="4665822"/>
                  </a:cubicBezTo>
                  <a:lnTo>
                    <a:pt x="1597819" y="4764881"/>
                  </a:lnTo>
                  <a:cubicBezTo>
                    <a:pt x="1685449" y="4841081"/>
                    <a:pt x="1796891" y="4882991"/>
                    <a:pt x="1913096" y="4882991"/>
                  </a:cubicBezTo>
                  <a:lnTo>
                    <a:pt x="4788694" y="4882991"/>
                  </a:lnTo>
                  <a:cubicBezTo>
                    <a:pt x="4841081" y="4882991"/>
                    <a:pt x="4883944" y="4840129"/>
                    <a:pt x="4883944" y="4787741"/>
                  </a:cubicBezTo>
                  <a:lnTo>
                    <a:pt x="4883944" y="102394"/>
                  </a:lnTo>
                  <a:cubicBezTo>
                    <a:pt x="4883944" y="76676"/>
                    <a:pt x="4873466" y="52864"/>
                    <a:pt x="4856322" y="34766"/>
                  </a:cubicBezTo>
                  <a:close/>
                  <a:moveTo>
                    <a:pt x="1302544" y="4598194"/>
                  </a:moveTo>
                  <a:cubicBezTo>
                    <a:pt x="1302544" y="4650581"/>
                    <a:pt x="1259681" y="4693444"/>
                    <a:pt x="1207294" y="4693444"/>
                  </a:cubicBezTo>
                  <a:lnTo>
                    <a:pt x="292894" y="4693444"/>
                  </a:lnTo>
                  <a:cubicBezTo>
                    <a:pt x="240506" y="4693444"/>
                    <a:pt x="197644" y="4650581"/>
                    <a:pt x="197644" y="4598194"/>
                  </a:cubicBezTo>
                  <a:lnTo>
                    <a:pt x="197644" y="3045619"/>
                  </a:lnTo>
                  <a:cubicBezTo>
                    <a:pt x="197644" y="2993231"/>
                    <a:pt x="240506" y="2950369"/>
                    <a:pt x="292894" y="2950369"/>
                  </a:cubicBezTo>
                  <a:lnTo>
                    <a:pt x="654844" y="2950369"/>
                  </a:lnTo>
                  <a:lnTo>
                    <a:pt x="654844" y="4047649"/>
                  </a:lnTo>
                  <a:cubicBezTo>
                    <a:pt x="654844" y="4100036"/>
                    <a:pt x="697706" y="4142899"/>
                    <a:pt x="750094" y="4142899"/>
                  </a:cubicBezTo>
                  <a:cubicBezTo>
                    <a:pt x="802481" y="4142899"/>
                    <a:pt x="845344" y="4100036"/>
                    <a:pt x="845344" y="4047649"/>
                  </a:cubicBezTo>
                  <a:lnTo>
                    <a:pt x="845344" y="2950369"/>
                  </a:lnTo>
                  <a:lnTo>
                    <a:pt x="1207294" y="2950369"/>
                  </a:lnTo>
                  <a:cubicBezTo>
                    <a:pt x="1259681" y="2950369"/>
                    <a:pt x="1302544" y="2993231"/>
                    <a:pt x="1302544" y="3045619"/>
                  </a:cubicBezTo>
                  <a:lnTo>
                    <a:pt x="1302544" y="4598194"/>
                  </a:lnTo>
                  <a:lnTo>
                    <a:pt x="1302544" y="4598194"/>
                  </a:lnTo>
                  <a:close/>
                  <a:moveTo>
                    <a:pt x="1588294" y="775811"/>
                  </a:moveTo>
                  <a:lnTo>
                    <a:pt x="2350294" y="571976"/>
                  </a:lnTo>
                  <a:lnTo>
                    <a:pt x="2350294" y="925354"/>
                  </a:lnTo>
                  <a:lnTo>
                    <a:pt x="2286476" y="942499"/>
                  </a:lnTo>
                  <a:cubicBezTo>
                    <a:pt x="2261711" y="949166"/>
                    <a:pt x="2241709" y="965359"/>
                    <a:pt x="2228374" y="987266"/>
                  </a:cubicBezTo>
                  <a:cubicBezTo>
                    <a:pt x="2215039" y="1009174"/>
                    <a:pt x="2212181" y="1034891"/>
                    <a:pt x="2218849" y="1059656"/>
                  </a:cubicBezTo>
                  <a:cubicBezTo>
                    <a:pt x="2255044" y="1195864"/>
                    <a:pt x="2174081" y="1336834"/>
                    <a:pt x="2037874" y="1373981"/>
                  </a:cubicBezTo>
                  <a:cubicBezTo>
                    <a:pt x="2013109" y="1380649"/>
                    <a:pt x="1992154" y="1396841"/>
                    <a:pt x="1979771" y="1418749"/>
                  </a:cubicBezTo>
                  <a:cubicBezTo>
                    <a:pt x="1967389" y="1440656"/>
                    <a:pt x="1963579" y="1466374"/>
                    <a:pt x="1970246" y="1491139"/>
                  </a:cubicBezTo>
                  <a:lnTo>
                    <a:pt x="2341721" y="2865596"/>
                  </a:lnTo>
                  <a:lnTo>
                    <a:pt x="2150269" y="2865596"/>
                  </a:lnTo>
                  <a:lnTo>
                    <a:pt x="2052161" y="2479834"/>
                  </a:lnTo>
                  <a:cubicBezTo>
                    <a:pt x="2049304" y="2467451"/>
                    <a:pt x="2043589" y="2456021"/>
                    <a:pt x="2035969" y="2446496"/>
                  </a:cubicBezTo>
                  <a:lnTo>
                    <a:pt x="1588294" y="775811"/>
                  </a:lnTo>
                  <a:close/>
                  <a:moveTo>
                    <a:pt x="2350294" y="1361599"/>
                  </a:moveTo>
                  <a:lnTo>
                    <a:pt x="2350294" y="2165509"/>
                  </a:lnTo>
                  <a:lnTo>
                    <a:pt x="2176939" y="1522571"/>
                  </a:lnTo>
                  <a:cubicBezTo>
                    <a:pt x="2249329" y="1484471"/>
                    <a:pt x="2308384" y="1429226"/>
                    <a:pt x="2350294" y="1361599"/>
                  </a:cubicBezTo>
                  <a:close/>
                  <a:moveTo>
                    <a:pt x="3719036" y="4693444"/>
                  </a:moveTo>
                  <a:lnTo>
                    <a:pt x="1913096" y="4693444"/>
                  </a:lnTo>
                  <a:lnTo>
                    <a:pt x="1913096" y="4693444"/>
                  </a:lnTo>
                  <a:cubicBezTo>
                    <a:pt x="1843564" y="4693444"/>
                    <a:pt x="1775936" y="4667726"/>
                    <a:pt x="1722596" y="4622006"/>
                  </a:cubicBezTo>
                  <a:lnTo>
                    <a:pt x="1493044" y="4421981"/>
                  </a:lnTo>
                  <a:lnTo>
                    <a:pt x="1493044" y="3103721"/>
                  </a:lnTo>
                  <a:lnTo>
                    <a:pt x="1909286" y="2687479"/>
                  </a:lnTo>
                  <a:lnTo>
                    <a:pt x="1984534" y="2982754"/>
                  </a:lnTo>
                  <a:cubicBezTo>
                    <a:pt x="1995011" y="3024664"/>
                    <a:pt x="2033111" y="3054191"/>
                    <a:pt x="2076926" y="3054191"/>
                  </a:cubicBezTo>
                  <a:lnTo>
                    <a:pt x="3949541" y="3054191"/>
                  </a:lnTo>
                  <a:cubicBezTo>
                    <a:pt x="4022884" y="3054191"/>
                    <a:pt x="4082891" y="3114199"/>
                    <a:pt x="4082891" y="3187541"/>
                  </a:cubicBezTo>
                  <a:cubicBezTo>
                    <a:pt x="4082891" y="3260884"/>
                    <a:pt x="4022884" y="3320891"/>
                    <a:pt x="3949541" y="3320891"/>
                  </a:cubicBezTo>
                  <a:lnTo>
                    <a:pt x="2989421" y="3320891"/>
                  </a:lnTo>
                  <a:cubicBezTo>
                    <a:pt x="2937034" y="3320891"/>
                    <a:pt x="2894171" y="3363754"/>
                    <a:pt x="2894171" y="3416141"/>
                  </a:cubicBezTo>
                  <a:cubicBezTo>
                    <a:pt x="2894171" y="3468529"/>
                    <a:pt x="2937034" y="3511391"/>
                    <a:pt x="2989421" y="3511391"/>
                  </a:cubicBezTo>
                  <a:lnTo>
                    <a:pt x="4246722" y="3511391"/>
                  </a:lnTo>
                  <a:cubicBezTo>
                    <a:pt x="4320064" y="3511391"/>
                    <a:pt x="4380072" y="3571399"/>
                    <a:pt x="4380072" y="3644741"/>
                  </a:cubicBezTo>
                  <a:cubicBezTo>
                    <a:pt x="4380072" y="3718084"/>
                    <a:pt x="4320064" y="3778091"/>
                    <a:pt x="4246722" y="3778091"/>
                  </a:cubicBezTo>
                  <a:lnTo>
                    <a:pt x="2989421" y="3778091"/>
                  </a:lnTo>
                  <a:cubicBezTo>
                    <a:pt x="2937034" y="3778091"/>
                    <a:pt x="2894171" y="3820954"/>
                    <a:pt x="2894171" y="3873341"/>
                  </a:cubicBezTo>
                  <a:cubicBezTo>
                    <a:pt x="2894171" y="3925729"/>
                    <a:pt x="2937034" y="3968591"/>
                    <a:pt x="2989421" y="3968591"/>
                  </a:cubicBezTo>
                  <a:lnTo>
                    <a:pt x="4042886" y="3968591"/>
                  </a:lnTo>
                  <a:cubicBezTo>
                    <a:pt x="4116229" y="3968591"/>
                    <a:pt x="4176236" y="4028599"/>
                    <a:pt x="4176236" y="4101941"/>
                  </a:cubicBezTo>
                  <a:cubicBezTo>
                    <a:pt x="4176236" y="4175284"/>
                    <a:pt x="4116229" y="4235291"/>
                    <a:pt x="4042886" y="4235291"/>
                  </a:cubicBezTo>
                  <a:lnTo>
                    <a:pt x="2989421" y="4235291"/>
                  </a:lnTo>
                  <a:cubicBezTo>
                    <a:pt x="2937034" y="4235291"/>
                    <a:pt x="2894171" y="4278154"/>
                    <a:pt x="2894171" y="4330541"/>
                  </a:cubicBezTo>
                  <a:cubicBezTo>
                    <a:pt x="2894171" y="4382929"/>
                    <a:pt x="2937034" y="4425791"/>
                    <a:pt x="2989421" y="4425791"/>
                  </a:cubicBezTo>
                  <a:lnTo>
                    <a:pt x="3718084" y="4425791"/>
                  </a:lnTo>
                  <a:cubicBezTo>
                    <a:pt x="3791426" y="4425791"/>
                    <a:pt x="3851434" y="4485799"/>
                    <a:pt x="3851434" y="4559141"/>
                  </a:cubicBezTo>
                  <a:cubicBezTo>
                    <a:pt x="3852386" y="4633437"/>
                    <a:pt x="3792379" y="4693444"/>
                    <a:pt x="3719036" y="4693444"/>
                  </a:cubicBezTo>
                  <a:close/>
                  <a:moveTo>
                    <a:pt x="4693444" y="4693444"/>
                  </a:moveTo>
                  <a:lnTo>
                    <a:pt x="4693444" y="4693444"/>
                  </a:lnTo>
                  <a:lnTo>
                    <a:pt x="4013359" y="4693444"/>
                  </a:lnTo>
                  <a:cubicBezTo>
                    <a:pt x="4031456" y="4652487"/>
                    <a:pt x="4041934" y="4607719"/>
                    <a:pt x="4041934" y="4560094"/>
                  </a:cubicBezTo>
                  <a:cubicBezTo>
                    <a:pt x="4041934" y="4512469"/>
                    <a:pt x="4031456" y="4467701"/>
                    <a:pt x="4013359" y="4426744"/>
                  </a:cubicBezTo>
                  <a:lnTo>
                    <a:pt x="4042886" y="4426744"/>
                  </a:lnTo>
                  <a:cubicBezTo>
                    <a:pt x="4221004" y="4426744"/>
                    <a:pt x="4366737" y="4281012"/>
                    <a:pt x="4366737" y="4102894"/>
                  </a:cubicBezTo>
                  <a:cubicBezTo>
                    <a:pt x="4366737" y="4050506"/>
                    <a:pt x="4354354" y="4001929"/>
                    <a:pt x="4332447" y="3958114"/>
                  </a:cubicBezTo>
                  <a:cubicBezTo>
                    <a:pt x="4469606" y="3920014"/>
                    <a:pt x="4570572" y="3795236"/>
                    <a:pt x="4570572" y="3645694"/>
                  </a:cubicBezTo>
                  <a:cubicBezTo>
                    <a:pt x="4570572" y="3573304"/>
                    <a:pt x="4546759" y="3506629"/>
                    <a:pt x="4506754" y="3452336"/>
                  </a:cubicBezTo>
                  <a:lnTo>
                    <a:pt x="4506754" y="2245519"/>
                  </a:lnTo>
                  <a:cubicBezTo>
                    <a:pt x="4506754" y="2193131"/>
                    <a:pt x="4463891" y="2150269"/>
                    <a:pt x="4411504" y="2150269"/>
                  </a:cubicBezTo>
                  <a:cubicBezTo>
                    <a:pt x="4359116" y="2150269"/>
                    <a:pt x="4316254" y="2193131"/>
                    <a:pt x="4316254" y="2245519"/>
                  </a:cubicBezTo>
                  <a:lnTo>
                    <a:pt x="4316254" y="3329464"/>
                  </a:lnTo>
                  <a:cubicBezTo>
                    <a:pt x="4293394" y="3324701"/>
                    <a:pt x="4270534" y="3321844"/>
                    <a:pt x="4246722" y="3321844"/>
                  </a:cubicBezTo>
                  <a:lnTo>
                    <a:pt x="4243864" y="3321844"/>
                  </a:lnTo>
                  <a:cubicBezTo>
                    <a:pt x="4261962" y="3280886"/>
                    <a:pt x="4272439" y="3236119"/>
                    <a:pt x="4272439" y="3188494"/>
                  </a:cubicBezTo>
                  <a:cubicBezTo>
                    <a:pt x="4272439" y="3010376"/>
                    <a:pt x="4126706" y="2864644"/>
                    <a:pt x="3948589" y="2864644"/>
                  </a:cubicBezTo>
                  <a:lnTo>
                    <a:pt x="3795236" y="2864644"/>
                  </a:lnTo>
                  <a:cubicBezTo>
                    <a:pt x="3958114" y="2795111"/>
                    <a:pt x="4072414" y="2633186"/>
                    <a:pt x="4072414" y="2445544"/>
                  </a:cubicBezTo>
                  <a:cubicBezTo>
                    <a:pt x="4072414" y="2194084"/>
                    <a:pt x="3867626" y="1989296"/>
                    <a:pt x="3616166" y="1989296"/>
                  </a:cubicBezTo>
                  <a:cubicBezTo>
                    <a:pt x="3364706" y="1989296"/>
                    <a:pt x="3159919" y="2194084"/>
                    <a:pt x="3159919" y="2445544"/>
                  </a:cubicBezTo>
                  <a:cubicBezTo>
                    <a:pt x="3159919" y="2633186"/>
                    <a:pt x="3274219" y="2795111"/>
                    <a:pt x="3437096" y="2864644"/>
                  </a:cubicBezTo>
                  <a:lnTo>
                    <a:pt x="2916079" y="2864644"/>
                  </a:lnTo>
                  <a:lnTo>
                    <a:pt x="2916079" y="1053941"/>
                  </a:lnTo>
                  <a:cubicBezTo>
                    <a:pt x="3086576" y="1016794"/>
                    <a:pt x="3220879" y="882491"/>
                    <a:pt x="3258026" y="711994"/>
                  </a:cubicBezTo>
                  <a:lnTo>
                    <a:pt x="3974306" y="711994"/>
                  </a:lnTo>
                  <a:cubicBezTo>
                    <a:pt x="4011454" y="882491"/>
                    <a:pt x="4145756" y="1016794"/>
                    <a:pt x="4316254" y="1053941"/>
                  </a:cubicBezTo>
                  <a:lnTo>
                    <a:pt x="4316254" y="1350169"/>
                  </a:lnTo>
                  <a:cubicBezTo>
                    <a:pt x="4316254" y="1402556"/>
                    <a:pt x="4359116" y="1445419"/>
                    <a:pt x="4411504" y="1445419"/>
                  </a:cubicBezTo>
                  <a:cubicBezTo>
                    <a:pt x="4463891" y="1445419"/>
                    <a:pt x="4506754" y="1402556"/>
                    <a:pt x="4506754" y="1350169"/>
                  </a:cubicBezTo>
                  <a:lnTo>
                    <a:pt x="4506754" y="969169"/>
                  </a:lnTo>
                  <a:cubicBezTo>
                    <a:pt x="4506754" y="916781"/>
                    <a:pt x="4463891" y="873919"/>
                    <a:pt x="4411504" y="873919"/>
                  </a:cubicBezTo>
                  <a:cubicBezTo>
                    <a:pt x="4270534" y="873919"/>
                    <a:pt x="4155281" y="758666"/>
                    <a:pt x="4155281" y="617696"/>
                  </a:cubicBezTo>
                  <a:cubicBezTo>
                    <a:pt x="4155281" y="565309"/>
                    <a:pt x="4112419" y="522446"/>
                    <a:pt x="4060031" y="522446"/>
                  </a:cubicBezTo>
                  <a:lnTo>
                    <a:pt x="3173254" y="522446"/>
                  </a:lnTo>
                  <a:cubicBezTo>
                    <a:pt x="3120866" y="522446"/>
                    <a:pt x="3078004" y="565309"/>
                    <a:pt x="3078004" y="617696"/>
                  </a:cubicBezTo>
                  <a:cubicBezTo>
                    <a:pt x="3078004" y="758666"/>
                    <a:pt x="2962751" y="873919"/>
                    <a:pt x="2821781" y="873919"/>
                  </a:cubicBezTo>
                  <a:cubicBezTo>
                    <a:pt x="2769394" y="873919"/>
                    <a:pt x="2726531" y="916781"/>
                    <a:pt x="2726531" y="969169"/>
                  </a:cubicBezTo>
                  <a:lnTo>
                    <a:pt x="2726531" y="2864644"/>
                  </a:lnTo>
                  <a:lnTo>
                    <a:pt x="2540794" y="2864644"/>
                  </a:lnTo>
                  <a:lnTo>
                    <a:pt x="2540794" y="197644"/>
                  </a:lnTo>
                  <a:lnTo>
                    <a:pt x="4693444" y="197644"/>
                  </a:lnTo>
                  <a:lnTo>
                    <a:pt x="4693444" y="4693444"/>
                  </a:lnTo>
                  <a:close/>
                  <a:moveTo>
                    <a:pt x="3617119" y="2711291"/>
                  </a:moveTo>
                  <a:cubicBezTo>
                    <a:pt x="3470434" y="2711291"/>
                    <a:pt x="3351371" y="2592229"/>
                    <a:pt x="3351371" y="2445544"/>
                  </a:cubicBezTo>
                  <a:cubicBezTo>
                    <a:pt x="3351371" y="2298859"/>
                    <a:pt x="3470434" y="2179796"/>
                    <a:pt x="3617119" y="2179796"/>
                  </a:cubicBezTo>
                  <a:cubicBezTo>
                    <a:pt x="3763804" y="2179796"/>
                    <a:pt x="3882866" y="2298859"/>
                    <a:pt x="3882866" y="2445544"/>
                  </a:cubicBezTo>
                  <a:cubicBezTo>
                    <a:pt x="3882866" y="2592229"/>
                    <a:pt x="3763804" y="2711291"/>
                    <a:pt x="3617119" y="27112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5" name="Graphic 51">
            <a:extLst>
              <a:ext uri="{FF2B5EF4-FFF2-40B4-BE49-F238E27FC236}">
                <a16:creationId xmlns:a16="http://schemas.microsoft.com/office/drawing/2014/main" id="{5B7029A7-8246-4E18-9D02-B0ED72E32DC0}"/>
              </a:ext>
            </a:extLst>
          </p:cNvPr>
          <p:cNvSpPr>
            <a:spLocks noChangeAspect="1"/>
          </p:cNvSpPr>
          <p:nvPr/>
        </p:nvSpPr>
        <p:spPr>
          <a:xfrm>
            <a:off x="1053818" y="3948985"/>
            <a:ext cx="502920" cy="502920"/>
          </a:xfrm>
          <a:custGeom>
            <a:avLst/>
            <a:gdLst>
              <a:gd name="connsiteX0" fmla="*/ 4731544 w 4733925"/>
              <a:gd name="connsiteY0" fmla="*/ 1988344 h 4733925"/>
              <a:gd name="connsiteX1" fmla="*/ 4560094 w 4733925"/>
              <a:gd name="connsiteY1" fmla="*/ 1988344 h 4733925"/>
              <a:gd name="connsiteX2" fmla="*/ 4304824 w 4733925"/>
              <a:gd name="connsiteY2" fmla="*/ 2122646 h 4733925"/>
              <a:gd name="connsiteX3" fmla="*/ 4214337 w 4733925"/>
              <a:gd name="connsiteY3" fmla="*/ 2085499 h 4733925"/>
              <a:gd name="connsiteX4" fmla="*/ 3893344 w 4733925"/>
              <a:gd name="connsiteY4" fmla="*/ 2005489 h 4733925"/>
              <a:gd name="connsiteX5" fmla="*/ 3893344 w 4733925"/>
              <a:gd name="connsiteY5" fmla="*/ 1969294 h 4733925"/>
              <a:gd name="connsiteX6" fmla="*/ 4121944 w 4733925"/>
              <a:gd name="connsiteY6" fmla="*/ 1532096 h 4733925"/>
              <a:gd name="connsiteX7" fmla="*/ 4121944 w 4733925"/>
              <a:gd name="connsiteY7" fmla="*/ 1398746 h 4733925"/>
              <a:gd name="connsiteX8" fmla="*/ 3604736 w 4733925"/>
              <a:gd name="connsiteY8" fmla="*/ 846296 h 4733925"/>
              <a:gd name="connsiteX9" fmla="*/ 3561874 w 4733925"/>
              <a:gd name="connsiteY9" fmla="*/ 847249 h 4733925"/>
              <a:gd name="connsiteX10" fmla="*/ 3644741 w 4733925"/>
              <a:gd name="connsiteY10" fmla="*/ 651986 h 4733925"/>
              <a:gd name="connsiteX11" fmla="*/ 3240881 w 4733925"/>
              <a:gd name="connsiteY11" fmla="*/ 248126 h 4733925"/>
              <a:gd name="connsiteX12" fmla="*/ 3002756 w 4733925"/>
              <a:gd name="connsiteY12" fmla="*/ 403384 h 4733925"/>
              <a:gd name="connsiteX13" fmla="*/ 2717959 w 4733925"/>
              <a:gd name="connsiteY13" fmla="*/ 285274 h 4733925"/>
              <a:gd name="connsiteX14" fmla="*/ 2659856 w 4733925"/>
              <a:gd name="connsiteY14" fmla="*/ 7144 h 4733925"/>
              <a:gd name="connsiteX15" fmla="*/ 2078831 w 4733925"/>
              <a:gd name="connsiteY15" fmla="*/ 7144 h 4733925"/>
              <a:gd name="connsiteX16" fmla="*/ 2019776 w 4733925"/>
              <a:gd name="connsiteY16" fmla="*/ 284321 h 4733925"/>
              <a:gd name="connsiteX17" fmla="*/ 1734979 w 4733925"/>
              <a:gd name="connsiteY17" fmla="*/ 402431 h 4733925"/>
              <a:gd name="connsiteX18" fmla="*/ 1496854 w 4733925"/>
              <a:gd name="connsiteY18" fmla="*/ 247174 h 4733925"/>
              <a:gd name="connsiteX19" fmla="*/ 1093946 w 4733925"/>
              <a:gd name="connsiteY19" fmla="*/ 650081 h 4733925"/>
              <a:gd name="connsiteX20" fmla="*/ 1175861 w 4733925"/>
              <a:gd name="connsiteY20" fmla="*/ 845344 h 4733925"/>
              <a:gd name="connsiteX21" fmla="*/ 1166336 w 4733925"/>
              <a:gd name="connsiteY21" fmla="*/ 844391 h 4733925"/>
              <a:gd name="connsiteX22" fmla="*/ 778669 w 4733925"/>
              <a:gd name="connsiteY22" fmla="*/ 995839 h 4733925"/>
              <a:gd name="connsiteX23" fmla="*/ 616744 w 4733925"/>
              <a:gd name="connsiteY23" fmla="*/ 1378744 h 4733925"/>
              <a:gd name="connsiteX24" fmla="*/ 616744 w 4733925"/>
              <a:gd name="connsiteY24" fmla="*/ 1531144 h 4733925"/>
              <a:gd name="connsiteX25" fmla="*/ 845344 w 4733925"/>
              <a:gd name="connsiteY25" fmla="*/ 1968341 h 4733925"/>
              <a:gd name="connsiteX26" fmla="*/ 845344 w 4733925"/>
              <a:gd name="connsiteY26" fmla="*/ 2004536 h 4733925"/>
              <a:gd name="connsiteX27" fmla="*/ 635794 w 4733925"/>
              <a:gd name="connsiteY27" fmla="*/ 2056924 h 4733925"/>
              <a:gd name="connsiteX28" fmla="*/ 256699 w 4733925"/>
              <a:gd name="connsiteY28" fmla="*/ 1835944 h 4733925"/>
              <a:gd name="connsiteX29" fmla="*/ 7144 w 4733925"/>
              <a:gd name="connsiteY29" fmla="*/ 1835944 h 4733925"/>
              <a:gd name="connsiteX30" fmla="*/ 7144 w 4733925"/>
              <a:gd name="connsiteY30" fmla="*/ 3415189 h 4733925"/>
              <a:gd name="connsiteX31" fmla="*/ 756761 w 4733925"/>
              <a:gd name="connsiteY31" fmla="*/ 3664744 h 4733925"/>
              <a:gd name="connsiteX32" fmla="*/ 902494 w 4733925"/>
              <a:gd name="connsiteY32" fmla="*/ 3664744 h 4733925"/>
              <a:gd name="connsiteX33" fmla="*/ 920591 w 4733925"/>
              <a:gd name="connsiteY33" fmla="*/ 3600926 h 4733925"/>
              <a:gd name="connsiteX34" fmla="*/ 1150144 w 4733925"/>
              <a:gd name="connsiteY34" fmla="*/ 3739039 h 4733925"/>
              <a:gd name="connsiteX35" fmla="*/ 1378744 w 4733925"/>
              <a:gd name="connsiteY35" fmla="*/ 3968591 h 4733925"/>
              <a:gd name="connsiteX36" fmla="*/ 1607344 w 4733925"/>
              <a:gd name="connsiteY36" fmla="*/ 4197191 h 4733925"/>
              <a:gd name="connsiteX37" fmla="*/ 1835944 w 4733925"/>
              <a:gd name="connsiteY37" fmla="*/ 4425791 h 4733925"/>
              <a:gd name="connsiteX38" fmla="*/ 2073116 w 4733925"/>
              <a:gd name="connsiteY38" fmla="*/ 4655344 h 4733925"/>
              <a:gd name="connsiteX39" fmla="*/ 2206466 w 4733925"/>
              <a:gd name="connsiteY39" fmla="*/ 4614387 h 4733925"/>
              <a:gd name="connsiteX40" fmla="*/ 2274094 w 4733925"/>
              <a:gd name="connsiteY40" fmla="*/ 4674394 h 4733925"/>
              <a:gd name="connsiteX41" fmla="*/ 2427446 w 4733925"/>
              <a:gd name="connsiteY41" fmla="*/ 4732497 h 4733925"/>
              <a:gd name="connsiteX42" fmla="*/ 2441734 w 4733925"/>
              <a:gd name="connsiteY42" fmla="*/ 4732497 h 4733925"/>
              <a:gd name="connsiteX43" fmla="*/ 2673191 w 4733925"/>
              <a:gd name="connsiteY43" fmla="*/ 4503897 h 4733925"/>
              <a:gd name="connsiteX44" fmla="*/ 2901791 w 4733925"/>
              <a:gd name="connsiteY44" fmla="*/ 4275297 h 4733925"/>
              <a:gd name="connsiteX45" fmla="*/ 3130391 w 4733925"/>
              <a:gd name="connsiteY45" fmla="*/ 4046696 h 4733925"/>
              <a:gd name="connsiteX46" fmla="*/ 3358991 w 4733925"/>
              <a:gd name="connsiteY46" fmla="*/ 3813334 h 4733925"/>
              <a:gd name="connsiteX47" fmla="*/ 3358039 w 4733925"/>
              <a:gd name="connsiteY47" fmla="*/ 3790474 h 4733925"/>
              <a:gd name="connsiteX48" fmla="*/ 4731544 w 4733925"/>
              <a:gd name="connsiteY48" fmla="*/ 3101816 h 4733925"/>
              <a:gd name="connsiteX49" fmla="*/ 4731544 w 4733925"/>
              <a:gd name="connsiteY49" fmla="*/ 1988344 h 4733925"/>
              <a:gd name="connsiteX50" fmla="*/ 3969544 w 4733925"/>
              <a:gd name="connsiteY50" fmla="*/ 1397794 h 4733925"/>
              <a:gd name="connsiteX51" fmla="*/ 3969544 w 4733925"/>
              <a:gd name="connsiteY51" fmla="*/ 1531144 h 4733925"/>
              <a:gd name="connsiteX52" fmla="*/ 3779044 w 4733925"/>
              <a:gd name="connsiteY52" fmla="*/ 1860709 h 4733925"/>
              <a:gd name="connsiteX53" fmla="*/ 3740944 w 4733925"/>
              <a:gd name="connsiteY53" fmla="*/ 1882616 h 4733925"/>
              <a:gd name="connsiteX54" fmla="*/ 3740944 w 4733925"/>
              <a:gd name="connsiteY54" fmla="*/ 2123599 h 4733925"/>
              <a:gd name="connsiteX55" fmla="*/ 4121944 w 4733925"/>
              <a:gd name="connsiteY55" fmla="*/ 2218849 h 4733925"/>
              <a:gd name="connsiteX56" fmla="*/ 3283744 w 4733925"/>
              <a:gd name="connsiteY56" fmla="*/ 2659856 h 4733925"/>
              <a:gd name="connsiteX57" fmla="*/ 3283744 w 4733925"/>
              <a:gd name="connsiteY57" fmla="*/ 2455069 h 4733925"/>
              <a:gd name="connsiteX58" fmla="*/ 3174206 w 4733925"/>
              <a:gd name="connsiteY58" fmla="*/ 2189321 h 4733925"/>
              <a:gd name="connsiteX59" fmla="*/ 3436144 w 4733925"/>
              <a:gd name="connsiteY59" fmla="*/ 2123599 h 4733925"/>
              <a:gd name="connsiteX60" fmla="*/ 3436144 w 4733925"/>
              <a:gd name="connsiteY60" fmla="*/ 1882616 h 4733925"/>
              <a:gd name="connsiteX61" fmla="*/ 3398044 w 4733925"/>
              <a:gd name="connsiteY61" fmla="*/ 1860709 h 4733925"/>
              <a:gd name="connsiteX62" fmla="*/ 3207544 w 4733925"/>
              <a:gd name="connsiteY62" fmla="*/ 1531144 h 4733925"/>
              <a:gd name="connsiteX63" fmla="*/ 3207544 w 4733925"/>
              <a:gd name="connsiteY63" fmla="*/ 1378744 h 4733925"/>
              <a:gd name="connsiteX64" fmla="*/ 3323749 w 4733925"/>
              <a:gd name="connsiteY64" fmla="*/ 1105376 h 4733925"/>
              <a:gd name="connsiteX65" fmla="*/ 3600926 w 4733925"/>
              <a:gd name="connsiteY65" fmla="*/ 997744 h 4733925"/>
              <a:gd name="connsiteX66" fmla="*/ 3969544 w 4733925"/>
              <a:gd name="connsiteY66" fmla="*/ 1397794 h 4733925"/>
              <a:gd name="connsiteX67" fmla="*/ 2484596 w 4733925"/>
              <a:gd name="connsiteY67" fmla="*/ 2599849 h 4733925"/>
              <a:gd name="connsiteX68" fmla="*/ 2139791 w 4733925"/>
              <a:gd name="connsiteY68" fmla="*/ 2489359 h 4733925"/>
              <a:gd name="connsiteX69" fmla="*/ 1651159 w 4733925"/>
              <a:gd name="connsiteY69" fmla="*/ 2467451 h 4733925"/>
              <a:gd name="connsiteX70" fmla="*/ 1607344 w 4733925"/>
              <a:gd name="connsiteY70" fmla="*/ 2476976 h 4733925"/>
              <a:gd name="connsiteX71" fmla="*/ 1607344 w 4733925"/>
              <a:gd name="connsiteY71" fmla="*/ 2455069 h 4733925"/>
              <a:gd name="connsiteX72" fmla="*/ 1780699 w 4733925"/>
              <a:gd name="connsiteY72" fmla="*/ 2233136 h 4733925"/>
              <a:gd name="connsiteX73" fmla="*/ 2216944 w 4733925"/>
              <a:gd name="connsiteY73" fmla="*/ 2124551 h 4733925"/>
              <a:gd name="connsiteX74" fmla="*/ 2216944 w 4733925"/>
              <a:gd name="connsiteY74" fmla="*/ 1883569 h 4733925"/>
              <a:gd name="connsiteX75" fmla="*/ 2178844 w 4733925"/>
              <a:gd name="connsiteY75" fmla="*/ 1861661 h 4733925"/>
              <a:gd name="connsiteX76" fmla="*/ 1988344 w 4733925"/>
              <a:gd name="connsiteY76" fmla="*/ 1532096 h 4733925"/>
              <a:gd name="connsiteX77" fmla="*/ 1988344 w 4733925"/>
              <a:gd name="connsiteY77" fmla="*/ 1379696 h 4733925"/>
              <a:gd name="connsiteX78" fmla="*/ 2104549 w 4733925"/>
              <a:gd name="connsiteY78" fmla="*/ 1106329 h 4733925"/>
              <a:gd name="connsiteX79" fmla="*/ 2381726 w 4733925"/>
              <a:gd name="connsiteY79" fmla="*/ 998696 h 4733925"/>
              <a:gd name="connsiteX80" fmla="*/ 2751296 w 4733925"/>
              <a:gd name="connsiteY80" fmla="*/ 1398746 h 4733925"/>
              <a:gd name="connsiteX81" fmla="*/ 2751296 w 4733925"/>
              <a:gd name="connsiteY81" fmla="*/ 1532096 h 4733925"/>
              <a:gd name="connsiteX82" fmla="*/ 2560796 w 4733925"/>
              <a:gd name="connsiteY82" fmla="*/ 1861661 h 4733925"/>
              <a:gd name="connsiteX83" fmla="*/ 2522696 w 4733925"/>
              <a:gd name="connsiteY83" fmla="*/ 1883569 h 4733925"/>
              <a:gd name="connsiteX84" fmla="*/ 2522696 w 4733925"/>
              <a:gd name="connsiteY84" fmla="*/ 2124551 h 4733925"/>
              <a:gd name="connsiteX85" fmla="*/ 2958941 w 4733925"/>
              <a:gd name="connsiteY85" fmla="*/ 2233136 h 4733925"/>
              <a:gd name="connsiteX86" fmla="*/ 3131344 w 4733925"/>
              <a:gd name="connsiteY86" fmla="*/ 2455069 h 4733925"/>
              <a:gd name="connsiteX87" fmla="*/ 3131344 w 4733925"/>
              <a:gd name="connsiteY87" fmla="*/ 2740819 h 4733925"/>
              <a:gd name="connsiteX88" fmla="*/ 3112294 w 4733925"/>
              <a:gd name="connsiteY88" fmla="*/ 2750344 h 4733925"/>
              <a:gd name="connsiteX89" fmla="*/ 3065621 w 4733925"/>
              <a:gd name="connsiteY89" fmla="*/ 2750344 h 4733925"/>
              <a:gd name="connsiteX90" fmla="*/ 2596991 w 4733925"/>
              <a:gd name="connsiteY90" fmla="*/ 2616041 h 4733925"/>
              <a:gd name="connsiteX91" fmla="*/ 2484596 w 4733925"/>
              <a:gd name="connsiteY91" fmla="*/ 2599849 h 4733925"/>
              <a:gd name="connsiteX92" fmla="*/ 1624489 w 4733925"/>
              <a:gd name="connsiteY92" fmla="*/ 1147286 h 4733925"/>
              <a:gd name="connsiteX93" fmla="*/ 2369344 w 4733925"/>
              <a:gd name="connsiteY93" fmla="*/ 692944 h 4733925"/>
              <a:gd name="connsiteX94" fmla="*/ 3111341 w 4733925"/>
              <a:gd name="connsiteY94" fmla="*/ 1141571 h 4733925"/>
              <a:gd name="connsiteX95" fmla="*/ 3055144 w 4733925"/>
              <a:gd name="connsiteY95" fmla="*/ 1378744 h 4733925"/>
              <a:gd name="connsiteX96" fmla="*/ 3055144 w 4733925"/>
              <a:gd name="connsiteY96" fmla="*/ 1531144 h 4733925"/>
              <a:gd name="connsiteX97" fmla="*/ 3283744 w 4733925"/>
              <a:gd name="connsiteY97" fmla="*/ 1968341 h 4733925"/>
              <a:gd name="connsiteX98" fmla="*/ 3283744 w 4733925"/>
              <a:gd name="connsiteY98" fmla="*/ 2004536 h 4733925"/>
              <a:gd name="connsiteX99" fmla="*/ 2978944 w 4733925"/>
              <a:gd name="connsiteY99" fmla="*/ 2080736 h 4733925"/>
              <a:gd name="connsiteX100" fmla="*/ 2674144 w 4733925"/>
              <a:gd name="connsiteY100" fmla="*/ 2004536 h 4733925"/>
              <a:gd name="connsiteX101" fmla="*/ 2674144 w 4733925"/>
              <a:gd name="connsiteY101" fmla="*/ 1968341 h 4733925"/>
              <a:gd name="connsiteX102" fmla="*/ 2902744 w 4733925"/>
              <a:gd name="connsiteY102" fmla="*/ 1531144 h 4733925"/>
              <a:gd name="connsiteX103" fmla="*/ 2902744 w 4733925"/>
              <a:gd name="connsiteY103" fmla="*/ 1397794 h 4733925"/>
              <a:gd name="connsiteX104" fmla="*/ 2385536 w 4733925"/>
              <a:gd name="connsiteY104" fmla="*/ 845344 h 4733925"/>
              <a:gd name="connsiteX105" fmla="*/ 1997869 w 4733925"/>
              <a:gd name="connsiteY105" fmla="*/ 995839 h 4733925"/>
              <a:gd name="connsiteX106" fmla="*/ 1835944 w 4733925"/>
              <a:gd name="connsiteY106" fmla="*/ 1378744 h 4733925"/>
              <a:gd name="connsiteX107" fmla="*/ 1835944 w 4733925"/>
              <a:gd name="connsiteY107" fmla="*/ 1531144 h 4733925"/>
              <a:gd name="connsiteX108" fmla="*/ 2064544 w 4733925"/>
              <a:gd name="connsiteY108" fmla="*/ 1968341 h 4733925"/>
              <a:gd name="connsiteX109" fmla="*/ 2064544 w 4733925"/>
              <a:gd name="connsiteY109" fmla="*/ 2004536 h 4733925"/>
              <a:gd name="connsiteX110" fmla="*/ 1759744 w 4733925"/>
              <a:gd name="connsiteY110" fmla="*/ 2080736 h 4733925"/>
              <a:gd name="connsiteX111" fmla="*/ 1454944 w 4733925"/>
              <a:gd name="connsiteY111" fmla="*/ 2004536 h 4733925"/>
              <a:gd name="connsiteX112" fmla="*/ 1454944 w 4733925"/>
              <a:gd name="connsiteY112" fmla="*/ 1968341 h 4733925"/>
              <a:gd name="connsiteX113" fmla="*/ 1683544 w 4733925"/>
              <a:gd name="connsiteY113" fmla="*/ 1531144 h 4733925"/>
              <a:gd name="connsiteX114" fmla="*/ 1683544 w 4733925"/>
              <a:gd name="connsiteY114" fmla="*/ 1397794 h 4733925"/>
              <a:gd name="connsiteX115" fmla="*/ 1624489 w 4733925"/>
              <a:gd name="connsiteY115" fmla="*/ 1147286 h 4733925"/>
              <a:gd name="connsiteX116" fmla="*/ 1273969 w 4733925"/>
              <a:gd name="connsiteY116" fmla="*/ 687229 h 4733925"/>
              <a:gd name="connsiteX117" fmla="*/ 1517809 w 4733925"/>
              <a:gd name="connsiteY117" fmla="*/ 443389 h 4733925"/>
              <a:gd name="connsiteX118" fmla="*/ 1732121 w 4733925"/>
              <a:gd name="connsiteY118" fmla="*/ 582454 h 4733925"/>
              <a:gd name="connsiteX119" fmla="*/ 1773079 w 4733925"/>
              <a:gd name="connsiteY119" fmla="*/ 557689 h 4733925"/>
              <a:gd name="connsiteX120" fmla="*/ 2102644 w 4733925"/>
              <a:gd name="connsiteY120" fmla="*/ 420529 h 4733925"/>
              <a:gd name="connsiteX121" fmla="*/ 2149316 w 4733925"/>
              <a:gd name="connsiteY121" fmla="*/ 409099 h 4733925"/>
              <a:gd name="connsiteX122" fmla="*/ 2202656 w 4733925"/>
              <a:gd name="connsiteY122" fmla="*/ 159544 h 4733925"/>
              <a:gd name="connsiteX123" fmla="*/ 2536031 w 4733925"/>
              <a:gd name="connsiteY123" fmla="*/ 159544 h 4733925"/>
              <a:gd name="connsiteX124" fmla="*/ 2589371 w 4733925"/>
              <a:gd name="connsiteY124" fmla="*/ 409099 h 4733925"/>
              <a:gd name="connsiteX125" fmla="*/ 2636044 w 4733925"/>
              <a:gd name="connsiteY125" fmla="*/ 420529 h 4733925"/>
              <a:gd name="connsiteX126" fmla="*/ 2965609 w 4733925"/>
              <a:gd name="connsiteY126" fmla="*/ 557689 h 4733925"/>
              <a:gd name="connsiteX127" fmla="*/ 3006566 w 4733925"/>
              <a:gd name="connsiteY127" fmla="*/ 582454 h 4733925"/>
              <a:gd name="connsiteX128" fmla="*/ 3220879 w 4733925"/>
              <a:gd name="connsiteY128" fmla="*/ 443389 h 4733925"/>
              <a:gd name="connsiteX129" fmla="*/ 3464719 w 4733925"/>
              <a:gd name="connsiteY129" fmla="*/ 686276 h 4733925"/>
              <a:gd name="connsiteX130" fmla="*/ 3378041 w 4733925"/>
              <a:gd name="connsiteY130" fmla="*/ 888206 h 4733925"/>
              <a:gd name="connsiteX131" fmla="*/ 3217069 w 4733925"/>
              <a:gd name="connsiteY131" fmla="*/ 994886 h 4733925"/>
              <a:gd name="connsiteX132" fmla="*/ 3208496 w 4733925"/>
              <a:gd name="connsiteY132" fmla="*/ 1004411 h 4733925"/>
              <a:gd name="connsiteX133" fmla="*/ 2369344 w 4733925"/>
              <a:gd name="connsiteY133" fmla="*/ 540544 h 4733925"/>
              <a:gd name="connsiteX134" fmla="*/ 1527334 w 4733925"/>
              <a:gd name="connsiteY134" fmla="*/ 1010126 h 4733925"/>
              <a:gd name="connsiteX135" fmla="*/ 1359694 w 4733925"/>
              <a:gd name="connsiteY135" fmla="*/ 891064 h 4733925"/>
              <a:gd name="connsiteX136" fmla="*/ 1273969 w 4733925"/>
              <a:gd name="connsiteY136" fmla="*/ 687229 h 4733925"/>
              <a:gd name="connsiteX137" fmla="*/ 997744 w 4733925"/>
              <a:gd name="connsiteY137" fmla="*/ 2123599 h 4733925"/>
              <a:gd name="connsiteX138" fmla="*/ 997744 w 4733925"/>
              <a:gd name="connsiteY138" fmla="*/ 1882616 h 4733925"/>
              <a:gd name="connsiteX139" fmla="*/ 959644 w 4733925"/>
              <a:gd name="connsiteY139" fmla="*/ 1860709 h 4733925"/>
              <a:gd name="connsiteX140" fmla="*/ 769144 w 4733925"/>
              <a:gd name="connsiteY140" fmla="*/ 1531144 h 4733925"/>
              <a:gd name="connsiteX141" fmla="*/ 769144 w 4733925"/>
              <a:gd name="connsiteY141" fmla="*/ 1378744 h 4733925"/>
              <a:gd name="connsiteX142" fmla="*/ 885349 w 4733925"/>
              <a:gd name="connsiteY142" fmla="*/ 1105376 h 4733925"/>
              <a:gd name="connsiteX143" fmla="*/ 1162526 w 4733925"/>
              <a:gd name="connsiteY143" fmla="*/ 997744 h 4733925"/>
              <a:gd name="connsiteX144" fmla="*/ 1532096 w 4733925"/>
              <a:gd name="connsiteY144" fmla="*/ 1397794 h 4733925"/>
              <a:gd name="connsiteX145" fmla="*/ 1532096 w 4733925"/>
              <a:gd name="connsiteY145" fmla="*/ 1531144 h 4733925"/>
              <a:gd name="connsiteX146" fmla="*/ 1341596 w 4733925"/>
              <a:gd name="connsiteY146" fmla="*/ 1860709 h 4733925"/>
              <a:gd name="connsiteX147" fmla="*/ 1303496 w 4733925"/>
              <a:gd name="connsiteY147" fmla="*/ 1882616 h 4733925"/>
              <a:gd name="connsiteX148" fmla="*/ 1303496 w 4733925"/>
              <a:gd name="connsiteY148" fmla="*/ 2123599 h 4733925"/>
              <a:gd name="connsiteX149" fmla="*/ 1564481 w 4733925"/>
              <a:gd name="connsiteY149" fmla="*/ 2189321 h 4733925"/>
              <a:gd name="connsiteX150" fmla="*/ 1454944 w 4733925"/>
              <a:gd name="connsiteY150" fmla="*/ 2455069 h 4733925"/>
              <a:gd name="connsiteX151" fmla="*/ 1454944 w 4733925"/>
              <a:gd name="connsiteY151" fmla="*/ 2511266 h 4733925"/>
              <a:gd name="connsiteX152" fmla="*/ 1216819 w 4733925"/>
              <a:gd name="connsiteY152" fmla="*/ 2563654 h 4733925"/>
              <a:gd name="connsiteX153" fmla="*/ 1222534 w 4733925"/>
              <a:gd name="connsiteY153" fmla="*/ 2541746 h 4733925"/>
              <a:gd name="connsiteX154" fmla="*/ 1225391 w 4733925"/>
              <a:gd name="connsiteY154" fmla="*/ 2400776 h 4733925"/>
              <a:gd name="connsiteX155" fmla="*/ 823436 w 4733925"/>
              <a:gd name="connsiteY155" fmla="*/ 2166461 h 4733925"/>
              <a:gd name="connsiteX156" fmla="*/ 997744 w 4733925"/>
              <a:gd name="connsiteY156" fmla="*/ 2123599 h 4733925"/>
              <a:gd name="connsiteX157" fmla="*/ 159544 w 4733925"/>
              <a:gd name="connsiteY157" fmla="*/ 1988344 h 4733925"/>
              <a:gd name="connsiteX158" fmla="*/ 214789 w 4733925"/>
              <a:gd name="connsiteY158" fmla="*/ 1988344 h 4733925"/>
              <a:gd name="connsiteX159" fmla="*/ 762476 w 4733925"/>
              <a:gd name="connsiteY159" fmla="*/ 2308384 h 4733925"/>
              <a:gd name="connsiteX160" fmla="*/ 486251 w 4733925"/>
              <a:gd name="connsiteY160" fmla="*/ 3414236 h 4733925"/>
              <a:gd name="connsiteX161" fmla="*/ 159544 w 4733925"/>
              <a:gd name="connsiteY161" fmla="*/ 3304699 h 4733925"/>
              <a:gd name="connsiteX162" fmla="*/ 159544 w 4733925"/>
              <a:gd name="connsiteY162" fmla="*/ 1988344 h 4733925"/>
              <a:gd name="connsiteX163" fmla="*/ 781526 w 4733925"/>
              <a:gd name="connsiteY163" fmla="*/ 3512344 h 4733925"/>
              <a:gd name="connsiteX164" fmla="*/ 631984 w 4733925"/>
              <a:gd name="connsiteY164" fmla="*/ 3462814 h 4733925"/>
              <a:gd name="connsiteX165" fmla="*/ 900589 w 4733925"/>
              <a:gd name="connsiteY165" fmla="*/ 2388394 h 4733925"/>
              <a:gd name="connsiteX166" fmla="*/ 1073944 w 4733925"/>
              <a:gd name="connsiteY166" fmla="*/ 2489359 h 4733925"/>
              <a:gd name="connsiteX167" fmla="*/ 1073944 w 4733925"/>
              <a:gd name="connsiteY167" fmla="*/ 2511266 h 4733925"/>
              <a:gd name="connsiteX168" fmla="*/ 788194 w 4733925"/>
              <a:gd name="connsiteY168" fmla="*/ 3512344 h 4733925"/>
              <a:gd name="connsiteX169" fmla="*/ 781526 w 4733925"/>
              <a:gd name="connsiteY169" fmla="*/ 3512344 h 4733925"/>
              <a:gd name="connsiteX170" fmla="*/ 1302544 w 4733925"/>
              <a:gd name="connsiteY170" fmla="*/ 3731419 h 4733925"/>
              <a:gd name="connsiteX171" fmla="*/ 1327309 w 4733925"/>
              <a:gd name="connsiteY171" fmla="*/ 3671411 h 4733925"/>
              <a:gd name="connsiteX172" fmla="*/ 1461611 w 4733925"/>
              <a:gd name="connsiteY172" fmla="*/ 3537109 h 4733925"/>
              <a:gd name="connsiteX173" fmla="*/ 1521619 w 4733925"/>
              <a:gd name="connsiteY173" fmla="*/ 3512344 h 4733925"/>
              <a:gd name="connsiteX174" fmla="*/ 1607344 w 4733925"/>
              <a:gd name="connsiteY174" fmla="*/ 3598069 h 4733925"/>
              <a:gd name="connsiteX175" fmla="*/ 1582579 w 4733925"/>
              <a:gd name="connsiteY175" fmla="*/ 3658076 h 4733925"/>
              <a:gd name="connsiteX176" fmla="*/ 1448276 w 4733925"/>
              <a:gd name="connsiteY176" fmla="*/ 3792379 h 4733925"/>
              <a:gd name="connsiteX177" fmla="*/ 1388269 w 4733925"/>
              <a:gd name="connsiteY177" fmla="*/ 3817144 h 4733925"/>
              <a:gd name="connsiteX178" fmla="*/ 1302544 w 4733925"/>
              <a:gd name="connsiteY178" fmla="*/ 3731419 h 4733925"/>
              <a:gd name="connsiteX179" fmla="*/ 1531144 w 4733925"/>
              <a:gd name="connsiteY179" fmla="*/ 3960019 h 4733925"/>
              <a:gd name="connsiteX180" fmla="*/ 1555909 w 4733925"/>
              <a:gd name="connsiteY180" fmla="*/ 3900011 h 4733925"/>
              <a:gd name="connsiteX181" fmla="*/ 1690211 w 4733925"/>
              <a:gd name="connsiteY181" fmla="*/ 3765709 h 4733925"/>
              <a:gd name="connsiteX182" fmla="*/ 1750219 w 4733925"/>
              <a:gd name="connsiteY182" fmla="*/ 3740944 h 4733925"/>
              <a:gd name="connsiteX183" fmla="*/ 1835944 w 4733925"/>
              <a:gd name="connsiteY183" fmla="*/ 3826669 h 4733925"/>
              <a:gd name="connsiteX184" fmla="*/ 1811179 w 4733925"/>
              <a:gd name="connsiteY184" fmla="*/ 3886676 h 4733925"/>
              <a:gd name="connsiteX185" fmla="*/ 1676876 w 4733925"/>
              <a:gd name="connsiteY185" fmla="*/ 4020979 h 4733925"/>
              <a:gd name="connsiteX186" fmla="*/ 1616869 w 4733925"/>
              <a:gd name="connsiteY186" fmla="*/ 4045744 h 4733925"/>
              <a:gd name="connsiteX187" fmla="*/ 1531144 w 4733925"/>
              <a:gd name="connsiteY187" fmla="*/ 3960019 h 4733925"/>
              <a:gd name="connsiteX188" fmla="*/ 1759744 w 4733925"/>
              <a:gd name="connsiteY188" fmla="*/ 4188619 h 4733925"/>
              <a:gd name="connsiteX189" fmla="*/ 1784509 w 4733925"/>
              <a:gd name="connsiteY189" fmla="*/ 4128611 h 4733925"/>
              <a:gd name="connsiteX190" fmla="*/ 1918811 w 4733925"/>
              <a:gd name="connsiteY190" fmla="*/ 3994309 h 4733925"/>
              <a:gd name="connsiteX191" fmla="*/ 1978819 w 4733925"/>
              <a:gd name="connsiteY191" fmla="*/ 3969544 h 4733925"/>
              <a:gd name="connsiteX192" fmla="*/ 2064544 w 4733925"/>
              <a:gd name="connsiteY192" fmla="*/ 4055269 h 4733925"/>
              <a:gd name="connsiteX193" fmla="*/ 2039779 w 4733925"/>
              <a:gd name="connsiteY193" fmla="*/ 4115276 h 4733925"/>
              <a:gd name="connsiteX194" fmla="*/ 1905476 w 4733925"/>
              <a:gd name="connsiteY194" fmla="*/ 4249579 h 4733925"/>
              <a:gd name="connsiteX195" fmla="*/ 1845469 w 4733925"/>
              <a:gd name="connsiteY195" fmla="*/ 4274344 h 4733925"/>
              <a:gd name="connsiteX196" fmla="*/ 1759744 w 4733925"/>
              <a:gd name="connsiteY196" fmla="*/ 4188619 h 4733925"/>
              <a:gd name="connsiteX197" fmla="*/ 2074069 w 4733925"/>
              <a:gd name="connsiteY197" fmla="*/ 4502944 h 4733925"/>
              <a:gd name="connsiteX198" fmla="*/ 1988344 w 4733925"/>
              <a:gd name="connsiteY198" fmla="*/ 4417219 h 4733925"/>
              <a:gd name="connsiteX199" fmla="*/ 2013109 w 4733925"/>
              <a:gd name="connsiteY199" fmla="*/ 4357212 h 4733925"/>
              <a:gd name="connsiteX200" fmla="*/ 2147411 w 4733925"/>
              <a:gd name="connsiteY200" fmla="*/ 4222909 h 4733925"/>
              <a:gd name="connsiteX201" fmla="*/ 2207419 w 4733925"/>
              <a:gd name="connsiteY201" fmla="*/ 4198144 h 4733925"/>
              <a:gd name="connsiteX202" fmla="*/ 2293144 w 4733925"/>
              <a:gd name="connsiteY202" fmla="*/ 4283869 h 4733925"/>
              <a:gd name="connsiteX203" fmla="*/ 2268379 w 4733925"/>
              <a:gd name="connsiteY203" fmla="*/ 4343876 h 4733925"/>
              <a:gd name="connsiteX204" fmla="*/ 2134076 w 4733925"/>
              <a:gd name="connsiteY204" fmla="*/ 4478179 h 4733925"/>
              <a:gd name="connsiteX205" fmla="*/ 2074069 w 4733925"/>
              <a:gd name="connsiteY205" fmla="*/ 4502944 h 4733925"/>
              <a:gd name="connsiteX206" fmla="*/ 2442686 w 4733925"/>
              <a:gd name="connsiteY206" fmla="*/ 4579144 h 4733925"/>
              <a:gd name="connsiteX207" fmla="*/ 2428399 w 4733925"/>
              <a:gd name="connsiteY207" fmla="*/ 4579144 h 4733925"/>
              <a:gd name="connsiteX208" fmla="*/ 2376011 w 4733925"/>
              <a:gd name="connsiteY208" fmla="*/ 4559141 h 4733925"/>
              <a:gd name="connsiteX209" fmla="*/ 2318861 w 4733925"/>
              <a:gd name="connsiteY209" fmla="*/ 4508659 h 4733925"/>
              <a:gd name="connsiteX210" fmla="*/ 2376011 w 4733925"/>
              <a:gd name="connsiteY210" fmla="*/ 4451509 h 4733925"/>
              <a:gd name="connsiteX211" fmla="*/ 2423636 w 4733925"/>
              <a:gd name="connsiteY211" fmla="*/ 4381024 h 4733925"/>
              <a:gd name="connsiteX212" fmla="*/ 2493169 w 4733925"/>
              <a:gd name="connsiteY212" fmla="*/ 4439126 h 4733925"/>
              <a:gd name="connsiteX213" fmla="*/ 2521744 w 4733925"/>
              <a:gd name="connsiteY213" fmla="*/ 4500087 h 4733925"/>
              <a:gd name="connsiteX214" fmla="*/ 2442686 w 4733925"/>
              <a:gd name="connsiteY214" fmla="*/ 4579144 h 4733925"/>
              <a:gd name="connsiteX215" fmla="*/ 3125629 w 4733925"/>
              <a:gd name="connsiteY215" fmla="*/ 3893344 h 4733925"/>
              <a:gd name="connsiteX216" fmla="*/ 3112294 w 4733925"/>
              <a:gd name="connsiteY216" fmla="*/ 3893344 h 4733925"/>
              <a:gd name="connsiteX217" fmla="*/ 3059906 w 4733925"/>
              <a:gd name="connsiteY217" fmla="*/ 3874294 h 4733925"/>
              <a:gd name="connsiteX218" fmla="*/ 2646521 w 4733925"/>
              <a:gd name="connsiteY218" fmla="*/ 3529489 h 4733925"/>
              <a:gd name="connsiteX219" fmla="*/ 2548414 w 4733925"/>
              <a:gd name="connsiteY219" fmla="*/ 3646646 h 4733925"/>
              <a:gd name="connsiteX220" fmla="*/ 2949416 w 4733925"/>
              <a:gd name="connsiteY220" fmla="*/ 3980974 h 4733925"/>
              <a:gd name="connsiteX221" fmla="*/ 2977991 w 4733925"/>
              <a:gd name="connsiteY221" fmla="*/ 4041934 h 4733925"/>
              <a:gd name="connsiteX222" fmla="*/ 2898934 w 4733925"/>
              <a:gd name="connsiteY222" fmla="*/ 4120991 h 4733925"/>
              <a:gd name="connsiteX223" fmla="*/ 2882741 w 4733925"/>
              <a:gd name="connsiteY223" fmla="*/ 4120991 h 4733925"/>
              <a:gd name="connsiteX224" fmla="*/ 2832259 w 4733925"/>
              <a:gd name="connsiteY224" fmla="*/ 4102894 h 4733925"/>
              <a:gd name="connsiteX225" fmla="*/ 2417921 w 4733925"/>
              <a:gd name="connsiteY225" fmla="*/ 3758089 h 4733925"/>
              <a:gd name="connsiteX226" fmla="*/ 2319814 w 4733925"/>
              <a:gd name="connsiteY226" fmla="*/ 3875246 h 4733925"/>
              <a:gd name="connsiteX227" fmla="*/ 2720816 w 4733925"/>
              <a:gd name="connsiteY227" fmla="*/ 4209574 h 4733925"/>
              <a:gd name="connsiteX228" fmla="*/ 2749391 w 4733925"/>
              <a:gd name="connsiteY228" fmla="*/ 4270534 h 4733925"/>
              <a:gd name="connsiteX229" fmla="*/ 2670334 w 4733925"/>
              <a:gd name="connsiteY229" fmla="*/ 4349591 h 4733925"/>
              <a:gd name="connsiteX230" fmla="*/ 2590324 w 4733925"/>
              <a:gd name="connsiteY230" fmla="*/ 4321016 h 4733925"/>
              <a:gd name="connsiteX231" fmla="*/ 2419826 w 4733925"/>
              <a:gd name="connsiteY231" fmla="*/ 4179094 h 4733925"/>
              <a:gd name="connsiteX232" fmla="*/ 2215039 w 4733925"/>
              <a:gd name="connsiteY232" fmla="*/ 4045744 h 4733925"/>
              <a:gd name="connsiteX233" fmla="*/ 1986439 w 4733925"/>
              <a:gd name="connsiteY233" fmla="*/ 3817144 h 4733925"/>
              <a:gd name="connsiteX234" fmla="*/ 1757839 w 4733925"/>
              <a:gd name="connsiteY234" fmla="*/ 3588544 h 4733925"/>
              <a:gd name="connsiteX235" fmla="*/ 1520666 w 4733925"/>
              <a:gd name="connsiteY235" fmla="*/ 3358991 h 4733925"/>
              <a:gd name="connsiteX236" fmla="*/ 1352074 w 4733925"/>
              <a:gd name="connsiteY236" fmla="*/ 3428524 h 4733925"/>
              <a:gd name="connsiteX237" fmla="*/ 1217771 w 4733925"/>
              <a:gd name="connsiteY237" fmla="*/ 3562826 h 4733925"/>
              <a:gd name="connsiteX238" fmla="*/ 1196816 w 4733925"/>
              <a:gd name="connsiteY238" fmla="*/ 3588544 h 4733925"/>
              <a:gd name="connsiteX239" fmla="*/ 962501 w 4733925"/>
              <a:gd name="connsiteY239" fmla="*/ 3448526 h 4733925"/>
              <a:gd name="connsiteX240" fmla="*/ 1169194 w 4733925"/>
              <a:gd name="connsiteY240" fmla="*/ 2731294 h 4733925"/>
              <a:gd name="connsiteX241" fmla="*/ 1683544 w 4733925"/>
              <a:gd name="connsiteY241" fmla="*/ 2616994 h 4733925"/>
              <a:gd name="connsiteX242" fmla="*/ 2092166 w 4733925"/>
              <a:gd name="connsiteY242" fmla="*/ 2635091 h 4733925"/>
              <a:gd name="connsiteX243" fmla="*/ 2204561 w 4733925"/>
              <a:gd name="connsiteY243" fmla="*/ 2671286 h 4733925"/>
              <a:gd name="connsiteX244" fmla="*/ 1823561 w 4733925"/>
              <a:gd name="connsiteY244" fmla="*/ 2861786 h 4733925"/>
              <a:gd name="connsiteX245" fmla="*/ 1682591 w 4733925"/>
              <a:gd name="connsiteY245" fmla="*/ 3090386 h 4733925"/>
              <a:gd name="connsiteX246" fmla="*/ 1682591 w 4733925"/>
              <a:gd name="connsiteY246" fmla="*/ 3105626 h 4733925"/>
              <a:gd name="connsiteX247" fmla="*/ 1937861 w 4733925"/>
              <a:gd name="connsiteY247" fmla="*/ 3360896 h 4733925"/>
              <a:gd name="connsiteX248" fmla="*/ 2069306 w 4733925"/>
              <a:gd name="connsiteY248" fmla="*/ 3324701 h 4733925"/>
              <a:gd name="connsiteX249" fmla="*/ 2353151 w 4733925"/>
              <a:gd name="connsiteY249" fmla="*/ 3154204 h 4733925"/>
              <a:gd name="connsiteX250" fmla="*/ 2536031 w 4733925"/>
              <a:gd name="connsiteY250" fmla="*/ 3171349 h 4733925"/>
              <a:gd name="connsiteX251" fmla="*/ 3179921 w 4733925"/>
              <a:gd name="connsiteY251" fmla="*/ 3750469 h 4733925"/>
              <a:gd name="connsiteX252" fmla="*/ 3206591 w 4733925"/>
              <a:gd name="connsiteY252" fmla="*/ 3811429 h 4733925"/>
              <a:gd name="connsiteX253" fmla="*/ 3125629 w 4733925"/>
              <a:gd name="connsiteY253" fmla="*/ 3893344 h 4733925"/>
              <a:gd name="connsiteX254" fmla="*/ 4579144 w 4733925"/>
              <a:gd name="connsiteY254" fmla="*/ 3008471 h 4733925"/>
              <a:gd name="connsiteX255" fmla="*/ 3295174 w 4733925"/>
              <a:gd name="connsiteY255" fmla="*/ 3650456 h 4733925"/>
              <a:gd name="connsiteX256" fmla="*/ 3281839 w 4733925"/>
              <a:gd name="connsiteY256" fmla="*/ 3638074 h 4733925"/>
              <a:gd name="connsiteX257" fmla="*/ 2637949 w 4733925"/>
              <a:gd name="connsiteY257" fmla="*/ 3058954 h 4733925"/>
              <a:gd name="connsiteX258" fmla="*/ 2432209 w 4733925"/>
              <a:gd name="connsiteY258" fmla="*/ 2979896 h 4733925"/>
              <a:gd name="connsiteX259" fmla="*/ 2274094 w 4733925"/>
              <a:gd name="connsiteY259" fmla="*/ 3023711 h 4733925"/>
              <a:gd name="connsiteX260" fmla="*/ 1990249 w 4733925"/>
              <a:gd name="connsiteY260" fmla="*/ 3194209 h 4733925"/>
              <a:gd name="connsiteX261" fmla="*/ 1937861 w 4733925"/>
              <a:gd name="connsiteY261" fmla="*/ 3208496 h 4733925"/>
              <a:gd name="connsiteX262" fmla="*/ 1834991 w 4733925"/>
              <a:gd name="connsiteY262" fmla="*/ 3105626 h 4733925"/>
              <a:gd name="connsiteX263" fmla="*/ 1834991 w 4733925"/>
              <a:gd name="connsiteY263" fmla="*/ 3090386 h 4733925"/>
              <a:gd name="connsiteX264" fmla="*/ 1892141 w 4733925"/>
              <a:gd name="connsiteY264" fmla="*/ 2997994 h 4733925"/>
              <a:gd name="connsiteX265" fmla="*/ 2316956 w 4733925"/>
              <a:gd name="connsiteY265" fmla="*/ 2785586 h 4733925"/>
              <a:gd name="connsiteX266" fmla="*/ 2554129 w 4733925"/>
              <a:gd name="connsiteY266" fmla="*/ 2763679 h 4733925"/>
              <a:gd name="connsiteX267" fmla="*/ 3033236 w 4733925"/>
              <a:gd name="connsiteY267" fmla="*/ 2900839 h 4733925"/>
              <a:gd name="connsiteX268" fmla="*/ 3150394 w 4733925"/>
              <a:gd name="connsiteY268" fmla="*/ 2902744 h 4733925"/>
              <a:gd name="connsiteX269" fmla="*/ 4579144 w 4733925"/>
              <a:gd name="connsiteY269" fmla="*/ 2150269 h 4733925"/>
              <a:gd name="connsiteX270" fmla="*/ 4579144 w 4733925"/>
              <a:gd name="connsiteY270" fmla="*/ 3008471 h 473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</a:cxnLst>
            <a:rect l="l" t="t" r="r" b="b"/>
            <a:pathLst>
              <a:path w="4733925" h="4733925">
                <a:moveTo>
                  <a:pt x="4731544" y="1988344"/>
                </a:moveTo>
                <a:lnTo>
                  <a:pt x="4560094" y="1988344"/>
                </a:lnTo>
                <a:lnTo>
                  <a:pt x="4304824" y="2122646"/>
                </a:lnTo>
                <a:cubicBezTo>
                  <a:pt x="4276249" y="2106454"/>
                  <a:pt x="4245769" y="2093119"/>
                  <a:pt x="4214337" y="2085499"/>
                </a:cubicBezTo>
                <a:lnTo>
                  <a:pt x="3893344" y="2005489"/>
                </a:lnTo>
                <a:lnTo>
                  <a:pt x="3893344" y="1969294"/>
                </a:lnTo>
                <a:cubicBezTo>
                  <a:pt x="4035266" y="1870234"/>
                  <a:pt x="4121944" y="1706404"/>
                  <a:pt x="4121944" y="1532096"/>
                </a:cubicBezTo>
                <a:lnTo>
                  <a:pt x="4121944" y="1398746"/>
                </a:lnTo>
                <a:cubicBezTo>
                  <a:pt x="4121944" y="1102519"/>
                  <a:pt x="3889534" y="854869"/>
                  <a:pt x="3604736" y="846296"/>
                </a:cubicBezTo>
                <a:cubicBezTo>
                  <a:pt x="3590449" y="846296"/>
                  <a:pt x="3576161" y="846296"/>
                  <a:pt x="3561874" y="847249"/>
                </a:cubicBezTo>
                <a:lnTo>
                  <a:pt x="3644741" y="651986"/>
                </a:lnTo>
                <a:lnTo>
                  <a:pt x="3240881" y="248126"/>
                </a:lnTo>
                <a:lnTo>
                  <a:pt x="3002756" y="403384"/>
                </a:lnTo>
                <a:cubicBezTo>
                  <a:pt x="2912269" y="352901"/>
                  <a:pt x="2817019" y="312896"/>
                  <a:pt x="2717959" y="285274"/>
                </a:cubicBezTo>
                <a:lnTo>
                  <a:pt x="2659856" y="7144"/>
                </a:lnTo>
                <a:lnTo>
                  <a:pt x="2078831" y="7144"/>
                </a:lnTo>
                <a:lnTo>
                  <a:pt x="2019776" y="284321"/>
                </a:lnTo>
                <a:cubicBezTo>
                  <a:pt x="1920716" y="311944"/>
                  <a:pt x="1824514" y="351949"/>
                  <a:pt x="1734979" y="402431"/>
                </a:cubicBezTo>
                <a:lnTo>
                  <a:pt x="1496854" y="247174"/>
                </a:lnTo>
                <a:lnTo>
                  <a:pt x="1093946" y="650081"/>
                </a:lnTo>
                <a:lnTo>
                  <a:pt x="1175861" y="845344"/>
                </a:lnTo>
                <a:cubicBezTo>
                  <a:pt x="1173004" y="845344"/>
                  <a:pt x="1170146" y="844391"/>
                  <a:pt x="1166336" y="844391"/>
                </a:cubicBezTo>
                <a:cubicBezTo>
                  <a:pt x="1020604" y="841534"/>
                  <a:pt x="883444" y="894874"/>
                  <a:pt x="778669" y="995839"/>
                </a:cubicBezTo>
                <a:cubicBezTo>
                  <a:pt x="673894" y="1096804"/>
                  <a:pt x="616744" y="1233011"/>
                  <a:pt x="616744" y="1378744"/>
                </a:cubicBezTo>
                <a:lnTo>
                  <a:pt x="616744" y="1531144"/>
                </a:lnTo>
                <a:cubicBezTo>
                  <a:pt x="616744" y="1705451"/>
                  <a:pt x="703421" y="1869281"/>
                  <a:pt x="845344" y="1968341"/>
                </a:cubicBezTo>
                <a:lnTo>
                  <a:pt x="845344" y="2004536"/>
                </a:lnTo>
                <a:lnTo>
                  <a:pt x="635794" y="2056924"/>
                </a:lnTo>
                <a:lnTo>
                  <a:pt x="256699" y="1835944"/>
                </a:lnTo>
                <a:lnTo>
                  <a:pt x="7144" y="1835944"/>
                </a:lnTo>
                <a:lnTo>
                  <a:pt x="7144" y="3415189"/>
                </a:lnTo>
                <a:lnTo>
                  <a:pt x="756761" y="3664744"/>
                </a:lnTo>
                <a:lnTo>
                  <a:pt x="902494" y="3664744"/>
                </a:lnTo>
                <a:lnTo>
                  <a:pt x="920591" y="3600926"/>
                </a:lnTo>
                <a:lnTo>
                  <a:pt x="1150144" y="3739039"/>
                </a:lnTo>
                <a:cubicBezTo>
                  <a:pt x="1153954" y="3863816"/>
                  <a:pt x="1253966" y="3964781"/>
                  <a:pt x="1378744" y="3968591"/>
                </a:cubicBezTo>
                <a:cubicBezTo>
                  <a:pt x="1383506" y="4093369"/>
                  <a:pt x="1482566" y="4192429"/>
                  <a:pt x="1607344" y="4197191"/>
                </a:cubicBezTo>
                <a:cubicBezTo>
                  <a:pt x="1612106" y="4321969"/>
                  <a:pt x="1711166" y="4421029"/>
                  <a:pt x="1835944" y="4425791"/>
                </a:cubicBezTo>
                <a:cubicBezTo>
                  <a:pt x="1840706" y="4553426"/>
                  <a:pt x="1944529" y="4655344"/>
                  <a:pt x="2073116" y="4655344"/>
                </a:cubicBezTo>
                <a:cubicBezTo>
                  <a:pt x="2120741" y="4655344"/>
                  <a:pt x="2167414" y="4640104"/>
                  <a:pt x="2206466" y="4614387"/>
                </a:cubicBezTo>
                <a:lnTo>
                  <a:pt x="2274094" y="4674394"/>
                </a:lnTo>
                <a:cubicBezTo>
                  <a:pt x="2316004" y="4711541"/>
                  <a:pt x="2371249" y="4732497"/>
                  <a:pt x="2427446" y="4732497"/>
                </a:cubicBezTo>
                <a:lnTo>
                  <a:pt x="2441734" y="4732497"/>
                </a:lnTo>
                <a:cubicBezTo>
                  <a:pt x="2568416" y="4732497"/>
                  <a:pt x="2671286" y="4629626"/>
                  <a:pt x="2673191" y="4503897"/>
                </a:cubicBezTo>
                <a:cubicBezTo>
                  <a:pt x="2798921" y="4501991"/>
                  <a:pt x="2899886" y="4401026"/>
                  <a:pt x="2901791" y="4275297"/>
                </a:cubicBezTo>
                <a:cubicBezTo>
                  <a:pt x="3027521" y="4273391"/>
                  <a:pt x="3128486" y="4172426"/>
                  <a:pt x="3130391" y="4046696"/>
                </a:cubicBezTo>
                <a:cubicBezTo>
                  <a:pt x="3257074" y="4043839"/>
                  <a:pt x="3358991" y="3940016"/>
                  <a:pt x="3358991" y="3813334"/>
                </a:cubicBezTo>
                <a:cubicBezTo>
                  <a:pt x="3358991" y="3805714"/>
                  <a:pt x="3358991" y="3798094"/>
                  <a:pt x="3358039" y="3790474"/>
                </a:cubicBezTo>
                <a:lnTo>
                  <a:pt x="4731544" y="3101816"/>
                </a:lnTo>
                <a:lnTo>
                  <a:pt x="4731544" y="1988344"/>
                </a:lnTo>
                <a:close/>
                <a:moveTo>
                  <a:pt x="3969544" y="1397794"/>
                </a:moveTo>
                <a:lnTo>
                  <a:pt x="3969544" y="1531144"/>
                </a:lnTo>
                <a:cubicBezTo>
                  <a:pt x="3969544" y="1666399"/>
                  <a:pt x="3896201" y="1793081"/>
                  <a:pt x="3779044" y="1860709"/>
                </a:cubicBezTo>
                <a:lnTo>
                  <a:pt x="3740944" y="1882616"/>
                </a:lnTo>
                <a:lnTo>
                  <a:pt x="3740944" y="2123599"/>
                </a:lnTo>
                <a:lnTo>
                  <a:pt x="4121944" y="2218849"/>
                </a:lnTo>
                <a:lnTo>
                  <a:pt x="3283744" y="2659856"/>
                </a:lnTo>
                <a:lnTo>
                  <a:pt x="3283744" y="2455069"/>
                </a:lnTo>
                <a:cubicBezTo>
                  <a:pt x="3283744" y="2352199"/>
                  <a:pt x="3242786" y="2258854"/>
                  <a:pt x="3174206" y="2189321"/>
                </a:cubicBezTo>
                <a:lnTo>
                  <a:pt x="3436144" y="2123599"/>
                </a:lnTo>
                <a:lnTo>
                  <a:pt x="3436144" y="1882616"/>
                </a:lnTo>
                <a:lnTo>
                  <a:pt x="3398044" y="1860709"/>
                </a:lnTo>
                <a:cubicBezTo>
                  <a:pt x="3280886" y="1793081"/>
                  <a:pt x="3207544" y="1666399"/>
                  <a:pt x="3207544" y="1531144"/>
                </a:cubicBezTo>
                <a:lnTo>
                  <a:pt x="3207544" y="1378744"/>
                </a:lnTo>
                <a:cubicBezTo>
                  <a:pt x="3207544" y="1274921"/>
                  <a:pt x="3248501" y="1177766"/>
                  <a:pt x="3323749" y="1105376"/>
                </a:cubicBezTo>
                <a:cubicBezTo>
                  <a:pt x="3398044" y="1032986"/>
                  <a:pt x="3497104" y="993934"/>
                  <a:pt x="3600926" y="997744"/>
                </a:cubicBezTo>
                <a:cubicBezTo>
                  <a:pt x="3803809" y="1004411"/>
                  <a:pt x="3969544" y="1183481"/>
                  <a:pt x="3969544" y="1397794"/>
                </a:cubicBezTo>
                <a:close/>
                <a:moveTo>
                  <a:pt x="2484596" y="2599849"/>
                </a:moveTo>
                <a:lnTo>
                  <a:pt x="2139791" y="2489359"/>
                </a:lnTo>
                <a:cubicBezTo>
                  <a:pt x="1982629" y="2438876"/>
                  <a:pt x="1812131" y="2431256"/>
                  <a:pt x="1651159" y="2467451"/>
                </a:cubicBezTo>
                <a:lnTo>
                  <a:pt x="1607344" y="2476976"/>
                </a:lnTo>
                <a:lnTo>
                  <a:pt x="1607344" y="2455069"/>
                </a:lnTo>
                <a:cubicBezTo>
                  <a:pt x="1607344" y="2350294"/>
                  <a:pt x="1678781" y="2258854"/>
                  <a:pt x="1780699" y="2233136"/>
                </a:cubicBezTo>
                <a:lnTo>
                  <a:pt x="2216944" y="2124551"/>
                </a:lnTo>
                <a:lnTo>
                  <a:pt x="2216944" y="1883569"/>
                </a:lnTo>
                <a:lnTo>
                  <a:pt x="2178844" y="1861661"/>
                </a:lnTo>
                <a:cubicBezTo>
                  <a:pt x="2061686" y="1794034"/>
                  <a:pt x="1988344" y="1667351"/>
                  <a:pt x="1988344" y="1532096"/>
                </a:cubicBezTo>
                <a:lnTo>
                  <a:pt x="1988344" y="1379696"/>
                </a:lnTo>
                <a:cubicBezTo>
                  <a:pt x="1988344" y="1275874"/>
                  <a:pt x="2029301" y="1178719"/>
                  <a:pt x="2104549" y="1106329"/>
                </a:cubicBezTo>
                <a:cubicBezTo>
                  <a:pt x="2178844" y="1033939"/>
                  <a:pt x="2278856" y="994886"/>
                  <a:pt x="2381726" y="998696"/>
                </a:cubicBezTo>
                <a:cubicBezTo>
                  <a:pt x="2585561" y="1004411"/>
                  <a:pt x="2751296" y="1184434"/>
                  <a:pt x="2751296" y="1398746"/>
                </a:cubicBezTo>
                <a:lnTo>
                  <a:pt x="2751296" y="1532096"/>
                </a:lnTo>
                <a:cubicBezTo>
                  <a:pt x="2751296" y="1667351"/>
                  <a:pt x="2677954" y="1794034"/>
                  <a:pt x="2560796" y="1861661"/>
                </a:cubicBezTo>
                <a:lnTo>
                  <a:pt x="2522696" y="1883569"/>
                </a:lnTo>
                <a:lnTo>
                  <a:pt x="2522696" y="2124551"/>
                </a:lnTo>
                <a:lnTo>
                  <a:pt x="2958941" y="2233136"/>
                </a:lnTo>
                <a:cubicBezTo>
                  <a:pt x="3059906" y="2258854"/>
                  <a:pt x="3131344" y="2350294"/>
                  <a:pt x="3131344" y="2455069"/>
                </a:cubicBezTo>
                <a:lnTo>
                  <a:pt x="3131344" y="2740819"/>
                </a:lnTo>
                <a:lnTo>
                  <a:pt x="3112294" y="2750344"/>
                </a:lnTo>
                <a:lnTo>
                  <a:pt x="3065621" y="2750344"/>
                </a:lnTo>
                <a:lnTo>
                  <a:pt x="2596991" y="2616041"/>
                </a:lnTo>
                <a:cubicBezTo>
                  <a:pt x="2560796" y="2605564"/>
                  <a:pt x="2522696" y="2601754"/>
                  <a:pt x="2484596" y="2599849"/>
                </a:cubicBezTo>
                <a:close/>
                <a:moveTo>
                  <a:pt x="1624489" y="1147286"/>
                </a:moveTo>
                <a:cubicBezTo>
                  <a:pt x="1767364" y="870109"/>
                  <a:pt x="2055971" y="692944"/>
                  <a:pt x="2369344" y="692944"/>
                </a:cubicBezTo>
                <a:cubicBezTo>
                  <a:pt x="2679859" y="692944"/>
                  <a:pt x="2966561" y="868204"/>
                  <a:pt x="3111341" y="1141571"/>
                </a:cubicBezTo>
                <a:cubicBezTo>
                  <a:pt x="3075146" y="1213961"/>
                  <a:pt x="3055144" y="1294924"/>
                  <a:pt x="3055144" y="1378744"/>
                </a:cubicBezTo>
                <a:lnTo>
                  <a:pt x="3055144" y="1531144"/>
                </a:lnTo>
                <a:cubicBezTo>
                  <a:pt x="3055144" y="1705451"/>
                  <a:pt x="3141821" y="1869281"/>
                  <a:pt x="3283744" y="1968341"/>
                </a:cubicBezTo>
                <a:lnTo>
                  <a:pt x="3283744" y="2004536"/>
                </a:lnTo>
                <a:lnTo>
                  <a:pt x="2978944" y="2080736"/>
                </a:lnTo>
                <a:lnTo>
                  <a:pt x="2674144" y="2004536"/>
                </a:lnTo>
                <a:lnTo>
                  <a:pt x="2674144" y="1968341"/>
                </a:lnTo>
                <a:cubicBezTo>
                  <a:pt x="2816066" y="1869281"/>
                  <a:pt x="2902744" y="1705451"/>
                  <a:pt x="2902744" y="1531144"/>
                </a:cubicBezTo>
                <a:lnTo>
                  <a:pt x="2902744" y="1397794"/>
                </a:lnTo>
                <a:cubicBezTo>
                  <a:pt x="2902744" y="1101566"/>
                  <a:pt x="2670334" y="853916"/>
                  <a:pt x="2385536" y="845344"/>
                </a:cubicBezTo>
                <a:cubicBezTo>
                  <a:pt x="2239804" y="841534"/>
                  <a:pt x="2101691" y="893921"/>
                  <a:pt x="1997869" y="995839"/>
                </a:cubicBezTo>
                <a:cubicBezTo>
                  <a:pt x="1893094" y="1096804"/>
                  <a:pt x="1835944" y="1233011"/>
                  <a:pt x="1835944" y="1378744"/>
                </a:cubicBezTo>
                <a:lnTo>
                  <a:pt x="1835944" y="1531144"/>
                </a:lnTo>
                <a:cubicBezTo>
                  <a:pt x="1835944" y="1705451"/>
                  <a:pt x="1922621" y="1869281"/>
                  <a:pt x="2064544" y="1968341"/>
                </a:cubicBezTo>
                <a:lnTo>
                  <a:pt x="2064544" y="2004536"/>
                </a:lnTo>
                <a:lnTo>
                  <a:pt x="1759744" y="2080736"/>
                </a:lnTo>
                <a:lnTo>
                  <a:pt x="1454944" y="2004536"/>
                </a:lnTo>
                <a:lnTo>
                  <a:pt x="1454944" y="1968341"/>
                </a:lnTo>
                <a:cubicBezTo>
                  <a:pt x="1596866" y="1869281"/>
                  <a:pt x="1683544" y="1705451"/>
                  <a:pt x="1683544" y="1531144"/>
                </a:cubicBezTo>
                <a:lnTo>
                  <a:pt x="1683544" y="1397794"/>
                </a:lnTo>
                <a:cubicBezTo>
                  <a:pt x="1683544" y="1308259"/>
                  <a:pt x="1661636" y="1223486"/>
                  <a:pt x="1624489" y="1147286"/>
                </a:cubicBezTo>
                <a:close/>
                <a:moveTo>
                  <a:pt x="1273969" y="687229"/>
                </a:moveTo>
                <a:lnTo>
                  <a:pt x="1517809" y="443389"/>
                </a:lnTo>
                <a:lnTo>
                  <a:pt x="1732121" y="582454"/>
                </a:lnTo>
                <a:lnTo>
                  <a:pt x="1773079" y="557689"/>
                </a:lnTo>
                <a:cubicBezTo>
                  <a:pt x="1875949" y="494824"/>
                  <a:pt x="1986439" y="449104"/>
                  <a:pt x="2102644" y="420529"/>
                </a:cubicBezTo>
                <a:lnTo>
                  <a:pt x="2149316" y="409099"/>
                </a:lnTo>
                <a:lnTo>
                  <a:pt x="2202656" y="159544"/>
                </a:lnTo>
                <a:lnTo>
                  <a:pt x="2536031" y="159544"/>
                </a:lnTo>
                <a:lnTo>
                  <a:pt x="2589371" y="409099"/>
                </a:lnTo>
                <a:lnTo>
                  <a:pt x="2636044" y="420529"/>
                </a:lnTo>
                <a:cubicBezTo>
                  <a:pt x="2752249" y="448151"/>
                  <a:pt x="2863691" y="494824"/>
                  <a:pt x="2965609" y="557689"/>
                </a:cubicBezTo>
                <a:lnTo>
                  <a:pt x="3006566" y="582454"/>
                </a:lnTo>
                <a:lnTo>
                  <a:pt x="3220879" y="443389"/>
                </a:lnTo>
                <a:lnTo>
                  <a:pt x="3464719" y="686276"/>
                </a:lnTo>
                <a:lnTo>
                  <a:pt x="3378041" y="888206"/>
                </a:lnTo>
                <a:cubicBezTo>
                  <a:pt x="3318986" y="913924"/>
                  <a:pt x="3264694" y="949166"/>
                  <a:pt x="3217069" y="994886"/>
                </a:cubicBezTo>
                <a:cubicBezTo>
                  <a:pt x="3214211" y="997744"/>
                  <a:pt x="3211354" y="1001554"/>
                  <a:pt x="3208496" y="1004411"/>
                </a:cubicBezTo>
                <a:cubicBezTo>
                  <a:pt x="3028474" y="719614"/>
                  <a:pt x="2711291" y="540544"/>
                  <a:pt x="2369344" y="540544"/>
                </a:cubicBezTo>
                <a:cubicBezTo>
                  <a:pt x="2024539" y="540544"/>
                  <a:pt x="1706404" y="721519"/>
                  <a:pt x="1527334" y="1010126"/>
                </a:cubicBezTo>
                <a:cubicBezTo>
                  <a:pt x="1479709" y="959644"/>
                  <a:pt x="1422559" y="919639"/>
                  <a:pt x="1359694" y="891064"/>
                </a:cubicBezTo>
                <a:lnTo>
                  <a:pt x="1273969" y="687229"/>
                </a:lnTo>
                <a:close/>
                <a:moveTo>
                  <a:pt x="997744" y="2123599"/>
                </a:moveTo>
                <a:lnTo>
                  <a:pt x="997744" y="1882616"/>
                </a:lnTo>
                <a:lnTo>
                  <a:pt x="959644" y="1860709"/>
                </a:lnTo>
                <a:cubicBezTo>
                  <a:pt x="842486" y="1793081"/>
                  <a:pt x="769144" y="1666399"/>
                  <a:pt x="769144" y="1531144"/>
                </a:cubicBezTo>
                <a:lnTo>
                  <a:pt x="769144" y="1378744"/>
                </a:lnTo>
                <a:cubicBezTo>
                  <a:pt x="769144" y="1274921"/>
                  <a:pt x="810101" y="1177766"/>
                  <a:pt x="885349" y="1105376"/>
                </a:cubicBezTo>
                <a:cubicBezTo>
                  <a:pt x="959644" y="1032986"/>
                  <a:pt x="1058704" y="993934"/>
                  <a:pt x="1162526" y="997744"/>
                </a:cubicBezTo>
                <a:cubicBezTo>
                  <a:pt x="1366361" y="1003459"/>
                  <a:pt x="1532096" y="1183481"/>
                  <a:pt x="1532096" y="1397794"/>
                </a:cubicBezTo>
                <a:lnTo>
                  <a:pt x="1532096" y="1531144"/>
                </a:lnTo>
                <a:cubicBezTo>
                  <a:pt x="1532096" y="1666399"/>
                  <a:pt x="1458754" y="1793081"/>
                  <a:pt x="1341596" y="1860709"/>
                </a:cubicBezTo>
                <a:lnTo>
                  <a:pt x="1303496" y="1882616"/>
                </a:lnTo>
                <a:lnTo>
                  <a:pt x="1303496" y="2123599"/>
                </a:lnTo>
                <a:lnTo>
                  <a:pt x="1564481" y="2189321"/>
                </a:lnTo>
                <a:cubicBezTo>
                  <a:pt x="1496854" y="2258854"/>
                  <a:pt x="1454944" y="2352199"/>
                  <a:pt x="1454944" y="2455069"/>
                </a:cubicBezTo>
                <a:lnTo>
                  <a:pt x="1454944" y="2511266"/>
                </a:lnTo>
                <a:lnTo>
                  <a:pt x="1216819" y="2563654"/>
                </a:lnTo>
                <a:lnTo>
                  <a:pt x="1222534" y="2541746"/>
                </a:lnTo>
                <a:lnTo>
                  <a:pt x="1225391" y="2400776"/>
                </a:lnTo>
                <a:lnTo>
                  <a:pt x="823436" y="2166461"/>
                </a:lnTo>
                <a:lnTo>
                  <a:pt x="997744" y="2123599"/>
                </a:lnTo>
                <a:close/>
                <a:moveTo>
                  <a:pt x="159544" y="1988344"/>
                </a:moveTo>
                <a:lnTo>
                  <a:pt x="214789" y="1988344"/>
                </a:lnTo>
                <a:lnTo>
                  <a:pt x="762476" y="2308384"/>
                </a:lnTo>
                <a:lnTo>
                  <a:pt x="486251" y="3414236"/>
                </a:lnTo>
                <a:lnTo>
                  <a:pt x="159544" y="3304699"/>
                </a:lnTo>
                <a:lnTo>
                  <a:pt x="159544" y="1988344"/>
                </a:lnTo>
                <a:close/>
                <a:moveTo>
                  <a:pt x="781526" y="3512344"/>
                </a:moveTo>
                <a:lnTo>
                  <a:pt x="631984" y="3462814"/>
                </a:lnTo>
                <a:lnTo>
                  <a:pt x="900589" y="2388394"/>
                </a:lnTo>
                <a:lnTo>
                  <a:pt x="1073944" y="2489359"/>
                </a:lnTo>
                <a:lnTo>
                  <a:pt x="1073944" y="2511266"/>
                </a:lnTo>
                <a:lnTo>
                  <a:pt x="788194" y="3512344"/>
                </a:lnTo>
                <a:lnTo>
                  <a:pt x="781526" y="3512344"/>
                </a:lnTo>
                <a:close/>
                <a:moveTo>
                  <a:pt x="1302544" y="3731419"/>
                </a:moveTo>
                <a:cubicBezTo>
                  <a:pt x="1302544" y="3708559"/>
                  <a:pt x="1312069" y="3686651"/>
                  <a:pt x="1327309" y="3671411"/>
                </a:cubicBezTo>
                <a:lnTo>
                  <a:pt x="1461611" y="3537109"/>
                </a:lnTo>
                <a:cubicBezTo>
                  <a:pt x="1477804" y="3520916"/>
                  <a:pt x="1499711" y="3512344"/>
                  <a:pt x="1521619" y="3512344"/>
                </a:cubicBezTo>
                <a:cubicBezTo>
                  <a:pt x="1568291" y="3512344"/>
                  <a:pt x="1607344" y="3550444"/>
                  <a:pt x="1607344" y="3598069"/>
                </a:cubicBezTo>
                <a:cubicBezTo>
                  <a:pt x="1607344" y="3620929"/>
                  <a:pt x="1597819" y="3642836"/>
                  <a:pt x="1582579" y="3658076"/>
                </a:cubicBezTo>
                <a:lnTo>
                  <a:pt x="1448276" y="3792379"/>
                </a:lnTo>
                <a:cubicBezTo>
                  <a:pt x="1432084" y="3808571"/>
                  <a:pt x="1410176" y="3817144"/>
                  <a:pt x="1388269" y="3817144"/>
                </a:cubicBezTo>
                <a:cubicBezTo>
                  <a:pt x="1340644" y="3817144"/>
                  <a:pt x="1302544" y="3779044"/>
                  <a:pt x="1302544" y="3731419"/>
                </a:cubicBezTo>
                <a:close/>
                <a:moveTo>
                  <a:pt x="1531144" y="3960019"/>
                </a:moveTo>
                <a:cubicBezTo>
                  <a:pt x="1531144" y="3937159"/>
                  <a:pt x="1540669" y="3915251"/>
                  <a:pt x="1555909" y="3900011"/>
                </a:cubicBezTo>
                <a:lnTo>
                  <a:pt x="1690211" y="3765709"/>
                </a:lnTo>
                <a:cubicBezTo>
                  <a:pt x="1706404" y="3749516"/>
                  <a:pt x="1728311" y="3740944"/>
                  <a:pt x="1750219" y="3740944"/>
                </a:cubicBezTo>
                <a:cubicBezTo>
                  <a:pt x="1796891" y="3740944"/>
                  <a:pt x="1835944" y="3779044"/>
                  <a:pt x="1835944" y="3826669"/>
                </a:cubicBezTo>
                <a:cubicBezTo>
                  <a:pt x="1835944" y="3849529"/>
                  <a:pt x="1826419" y="3871436"/>
                  <a:pt x="1811179" y="3886676"/>
                </a:cubicBezTo>
                <a:lnTo>
                  <a:pt x="1676876" y="4020979"/>
                </a:lnTo>
                <a:cubicBezTo>
                  <a:pt x="1660684" y="4037171"/>
                  <a:pt x="1638776" y="4045744"/>
                  <a:pt x="1616869" y="4045744"/>
                </a:cubicBezTo>
                <a:cubicBezTo>
                  <a:pt x="1569244" y="4045744"/>
                  <a:pt x="1531144" y="4007644"/>
                  <a:pt x="1531144" y="3960019"/>
                </a:cubicBezTo>
                <a:close/>
                <a:moveTo>
                  <a:pt x="1759744" y="4188619"/>
                </a:moveTo>
                <a:cubicBezTo>
                  <a:pt x="1759744" y="4165759"/>
                  <a:pt x="1769269" y="4143851"/>
                  <a:pt x="1784509" y="4128611"/>
                </a:cubicBezTo>
                <a:lnTo>
                  <a:pt x="1918811" y="3994309"/>
                </a:lnTo>
                <a:cubicBezTo>
                  <a:pt x="1935004" y="3978116"/>
                  <a:pt x="1956911" y="3969544"/>
                  <a:pt x="1978819" y="3969544"/>
                </a:cubicBezTo>
                <a:cubicBezTo>
                  <a:pt x="2025491" y="3969544"/>
                  <a:pt x="2064544" y="4007644"/>
                  <a:pt x="2064544" y="4055269"/>
                </a:cubicBezTo>
                <a:cubicBezTo>
                  <a:pt x="2064544" y="4078129"/>
                  <a:pt x="2055019" y="4100036"/>
                  <a:pt x="2039779" y="4115276"/>
                </a:cubicBezTo>
                <a:lnTo>
                  <a:pt x="1905476" y="4249579"/>
                </a:lnTo>
                <a:cubicBezTo>
                  <a:pt x="1889284" y="4265772"/>
                  <a:pt x="1867376" y="4274344"/>
                  <a:pt x="1845469" y="4274344"/>
                </a:cubicBezTo>
                <a:cubicBezTo>
                  <a:pt x="1797844" y="4274344"/>
                  <a:pt x="1759744" y="4236244"/>
                  <a:pt x="1759744" y="4188619"/>
                </a:cubicBezTo>
                <a:close/>
                <a:moveTo>
                  <a:pt x="2074069" y="4502944"/>
                </a:moveTo>
                <a:cubicBezTo>
                  <a:pt x="2027396" y="4502944"/>
                  <a:pt x="1988344" y="4464844"/>
                  <a:pt x="1988344" y="4417219"/>
                </a:cubicBezTo>
                <a:cubicBezTo>
                  <a:pt x="1988344" y="4394359"/>
                  <a:pt x="1997869" y="4372451"/>
                  <a:pt x="2013109" y="4357212"/>
                </a:cubicBezTo>
                <a:lnTo>
                  <a:pt x="2147411" y="4222909"/>
                </a:lnTo>
                <a:cubicBezTo>
                  <a:pt x="2163604" y="4206716"/>
                  <a:pt x="2185511" y="4198144"/>
                  <a:pt x="2207419" y="4198144"/>
                </a:cubicBezTo>
                <a:cubicBezTo>
                  <a:pt x="2254091" y="4198144"/>
                  <a:pt x="2293144" y="4236244"/>
                  <a:pt x="2293144" y="4283869"/>
                </a:cubicBezTo>
                <a:cubicBezTo>
                  <a:pt x="2293144" y="4306729"/>
                  <a:pt x="2283619" y="4328637"/>
                  <a:pt x="2268379" y="4343876"/>
                </a:cubicBezTo>
                <a:lnTo>
                  <a:pt x="2134076" y="4478179"/>
                </a:lnTo>
                <a:cubicBezTo>
                  <a:pt x="2117884" y="4493419"/>
                  <a:pt x="2095976" y="4502944"/>
                  <a:pt x="2074069" y="4502944"/>
                </a:cubicBezTo>
                <a:close/>
                <a:moveTo>
                  <a:pt x="2442686" y="4579144"/>
                </a:moveTo>
                <a:lnTo>
                  <a:pt x="2428399" y="4579144"/>
                </a:lnTo>
                <a:cubicBezTo>
                  <a:pt x="2409349" y="4579144"/>
                  <a:pt x="2390299" y="4572476"/>
                  <a:pt x="2376011" y="4559141"/>
                </a:cubicBezTo>
                <a:lnTo>
                  <a:pt x="2318861" y="4508659"/>
                </a:lnTo>
                <a:lnTo>
                  <a:pt x="2376011" y="4451509"/>
                </a:lnTo>
                <a:cubicBezTo>
                  <a:pt x="2396014" y="4431506"/>
                  <a:pt x="2412206" y="4406741"/>
                  <a:pt x="2423636" y="4381024"/>
                </a:cubicBezTo>
                <a:lnTo>
                  <a:pt x="2493169" y="4439126"/>
                </a:lnTo>
                <a:cubicBezTo>
                  <a:pt x="2511266" y="4454366"/>
                  <a:pt x="2521744" y="4476274"/>
                  <a:pt x="2521744" y="4500087"/>
                </a:cubicBezTo>
                <a:cubicBezTo>
                  <a:pt x="2521744" y="4543901"/>
                  <a:pt x="2486501" y="4579144"/>
                  <a:pt x="2442686" y="4579144"/>
                </a:cubicBezTo>
                <a:close/>
                <a:moveTo>
                  <a:pt x="3125629" y="3893344"/>
                </a:moveTo>
                <a:lnTo>
                  <a:pt x="3112294" y="3893344"/>
                </a:lnTo>
                <a:cubicBezTo>
                  <a:pt x="3093244" y="3893344"/>
                  <a:pt x="3074194" y="3886676"/>
                  <a:pt x="3059906" y="3874294"/>
                </a:cubicBezTo>
                <a:lnTo>
                  <a:pt x="2646521" y="3529489"/>
                </a:lnTo>
                <a:lnTo>
                  <a:pt x="2548414" y="3646646"/>
                </a:lnTo>
                <a:lnTo>
                  <a:pt x="2949416" y="3980974"/>
                </a:lnTo>
                <a:cubicBezTo>
                  <a:pt x="2967514" y="3996214"/>
                  <a:pt x="2977991" y="4018121"/>
                  <a:pt x="2977991" y="4041934"/>
                </a:cubicBezTo>
                <a:cubicBezTo>
                  <a:pt x="2977991" y="4085749"/>
                  <a:pt x="2942749" y="4120991"/>
                  <a:pt x="2898934" y="4120991"/>
                </a:cubicBezTo>
                <a:lnTo>
                  <a:pt x="2882741" y="4120991"/>
                </a:lnTo>
                <a:cubicBezTo>
                  <a:pt x="2864644" y="4120991"/>
                  <a:pt x="2846546" y="4114324"/>
                  <a:pt x="2832259" y="4102894"/>
                </a:cubicBezTo>
                <a:lnTo>
                  <a:pt x="2417921" y="3758089"/>
                </a:lnTo>
                <a:lnTo>
                  <a:pt x="2319814" y="3875246"/>
                </a:lnTo>
                <a:lnTo>
                  <a:pt x="2720816" y="4209574"/>
                </a:lnTo>
                <a:cubicBezTo>
                  <a:pt x="2738914" y="4224814"/>
                  <a:pt x="2749391" y="4246722"/>
                  <a:pt x="2749391" y="4270534"/>
                </a:cubicBezTo>
                <a:cubicBezTo>
                  <a:pt x="2749391" y="4314349"/>
                  <a:pt x="2714149" y="4349591"/>
                  <a:pt x="2670334" y="4349591"/>
                </a:cubicBezTo>
                <a:cubicBezTo>
                  <a:pt x="2640806" y="4349591"/>
                  <a:pt x="2612231" y="4339114"/>
                  <a:pt x="2590324" y="4321016"/>
                </a:cubicBezTo>
                <a:lnTo>
                  <a:pt x="2419826" y="4179094"/>
                </a:lnTo>
                <a:cubicBezTo>
                  <a:pt x="2382679" y="4102894"/>
                  <a:pt x="2305526" y="4049554"/>
                  <a:pt x="2215039" y="4045744"/>
                </a:cubicBezTo>
                <a:cubicBezTo>
                  <a:pt x="2210276" y="3920966"/>
                  <a:pt x="2111216" y="3821906"/>
                  <a:pt x="1986439" y="3817144"/>
                </a:cubicBezTo>
                <a:cubicBezTo>
                  <a:pt x="1981676" y="3692366"/>
                  <a:pt x="1882616" y="3593306"/>
                  <a:pt x="1757839" y="3588544"/>
                </a:cubicBezTo>
                <a:cubicBezTo>
                  <a:pt x="1753076" y="3460909"/>
                  <a:pt x="1649254" y="3358991"/>
                  <a:pt x="1520666" y="3358991"/>
                </a:cubicBezTo>
                <a:cubicBezTo>
                  <a:pt x="1457801" y="3358991"/>
                  <a:pt x="1396841" y="3384709"/>
                  <a:pt x="1352074" y="3428524"/>
                </a:cubicBezTo>
                <a:lnTo>
                  <a:pt x="1217771" y="3562826"/>
                </a:lnTo>
                <a:cubicBezTo>
                  <a:pt x="1210151" y="3570446"/>
                  <a:pt x="1203484" y="3579971"/>
                  <a:pt x="1196816" y="3588544"/>
                </a:cubicBezTo>
                <a:lnTo>
                  <a:pt x="962501" y="3448526"/>
                </a:lnTo>
                <a:lnTo>
                  <a:pt x="1169194" y="2731294"/>
                </a:lnTo>
                <a:lnTo>
                  <a:pt x="1683544" y="2616994"/>
                </a:lnTo>
                <a:cubicBezTo>
                  <a:pt x="1818799" y="2586514"/>
                  <a:pt x="1960721" y="2593181"/>
                  <a:pt x="2092166" y="2635091"/>
                </a:cubicBezTo>
                <a:lnTo>
                  <a:pt x="2204561" y="2671286"/>
                </a:lnTo>
                <a:lnTo>
                  <a:pt x="1823561" y="2861786"/>
                </a:lnTo>
                <a:cubicBezTo>
                  <a:pt x="1736884" y="2905601"/>
                  <a:pt x="1682591" y="2993231"/>
                  <a:pt x="1682591" y="3090386"/>
                </a:cubicBezTo>
                <a:lnTo>
                  <a:pt x="1682591" y="3105626"/>
                </a:lnTo>
                <a:cubicBezTo>
                  <a:pt x="1682591" y="3246596"/>
                  <a:pt x="1796891" y="3360896"/>
                  <a:pt x="1937861" y="3360896"/>
                </a:cubicBezTo>
                <a:cubicBezTo>
                  <a:pt x="1984534" y="3360896"/>
                  <a:pt x="2029301" y="3348514"/>
                  <a:pt x="2069306" y="3324701"/>
                </a:cubicBezTo>
                <a:lnTo>
                  <a:pt x="2353151" y="3154204"/>
                </a:lnTo>
                <a:cubicBezTo>
                  <a:pt x="2410301" y="3119914"/>
                  <a:pt x="2486501" y="3127534"/>
                  <a:pt x="2536031" y="3171349"/>
                </a:cubicBezTo>
                <a:lnTo>
                  <a:pt x="3179921" y="3750469"/>
                </a:lnTo>
                <a:cubicBezTo>
                  <a:pt x="3197066" y="3765709"/>
                  <a:pt x="3206591" y="3788569"/>
                  <a:pt x="3206591" y="3811429"/>
                </a:cubicBezTo>
                <a:cubicBezTo>
                  <a:pt x="3207544" y="3856196"/>
                  <a:pt x="3170396" y="3893344"/>
                  <a:pt x="3125629" y="3893344"/>
                </a:cubicBezTo>
                <a:close/>
                <a:moveTo>
                  <a:pt x="4579144" y="3008471"/>
                </a:moveTo>
                <a:lnTo>
                  <a:pt x="3295174" y="3650456"/>
                </a:lnTo>
                <a:cubicBezTo>
                  <a:pt x="3291364" y="3645694"/>
                  <a:pt x="3286601" y="3641884"/>
                  <a:pt x="3281839" y="3638074"/>
                </a:cubicBezTo>
                <a:lnTo>
                  <a:pt x="2637949" y="3058954"/>
                </a:lnTo>
                <a:cubicBezTo>
                  <a:pt x="2581751" y="3008471"/>
                  <a:pt x="2508409" y="2979896"/>
                  <a:pt x="2432209" y="2979896"/>
                </a:cubicBezTo>
                <a:cubicBezTo>
                  <a:pt x="2376964" y="2979896"/>
                  <a:pt x="2321719" y="2995136"/>
                  <a:pt x="2274094" y="3023711"/>
                </a:cubicBezTo>
                <a:lnTo>
                  <a:pt x="1990249" y="3194209"/>
                </a:lnTo>
                <a:cubicBezTo>
                  <a:pt x="1974056" y="3203734"/>
                  <a:pt x="1955959" y="3208496"/>
                  <a:pt x="1937861" y="3208496"/>
                </a:cubicBezTo>
                <a:cubicBezTo>
                  <a:pt x="1880711" y="3208496"/>
                  <a:pt x="1834991" y="3162776"/>
                  <a:pt x="1834991" y="3105626"/>
                </a:cubicBezTo>
                <a:lnTo>
                  <a:pt x="1834991" y="3090386"/>
                </a:lnTo>
                <a:cubicBezTo>
                  <a:pt x="1834991" y="3051334"/>
                  <a:pt x="1856899" y="3016091"/>
                  <a:pt x="1892141" y="2997994"/>
                </a:cubicBezTo>
                <a:lnTo>
                  <a:pt x="2316956" y="2785586"/>
                </a:lnTo>
                <a:cubicBezTo>
                  <a:pt x="2389346" y="2749391"/>
                  <a:pt x="2476024" y="2740819"/>
                  <a:pt x="2554129" y="2763679"/>
                </a:cubicBezTo>
                <a:lnTo>
                  <a:pt x="3033236" y="2900839"/>
                </a:lnTo>
                <a:lnTo>
                  <a:pt x="3150394" y="2902744"/>
                </a:lnTo>
                <a:lnTo>
                  <a:pt x="4579144" y="2150269"/>
                </a:lnTo>
                <a:lnTo>
                  <a:pt x="4579144" y="3008471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15" name="Graphic 53">
            <a:extLst>
              <a:ext uri="{FF2B5EF4-FFF2-40B4-BE49-F238E27FC236}">
                <a16:creationId xmlns:a16="http://schemas.microsoft.com/office/drawing/2014/main" id="{B53A1A03-86C8-4E1F-A4B7-6C21759DCD5F}"/>
              </a:ext>
            </a:extLst>
          </p:cNvPr>
          <p:cNvGrpSpPr>
            <a:grpSpLocks noChangeAspect="1"/>
          </p:cNvGrpSpPr>
          <p:nvPr/>
        </p:nvGrpSpPr>
        <p:grpSpPr>
          <a:xfrm>
            <a:off x="10925689" y="2252571"/>
            <a:ext cx="476399" cy="502920"/>
            <a:chOff x="4243388" y="1447800"/>
            <a:chExt cx="4619625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8F893A35-CB20-4A5E-82BB-29F1F1A695B0}"/>
                </a:ext>
              </a:extLst>
            </p:cNvPr>
            <p:cNvSpPr/>
            <p:nvPr/>
          </p:nvSpPr>
          <p:spPr>
            <a:xfrm>
              <a:off x="4236244" y="2837021"/>
              <a:ext cx="4629150" cy="3486150"/>
            </a:xfrm>
            <a:custGeom>
              <a:avLst/>
              <a:gdLst>
                <a:gd name="connsiteX0" fmla="*/ 4529614 w 4629150"/>
                <a:gd name="connsiteY0" fmla="*/ 3297079 h 3486150"/>
                <a:gd name="connsiteX1" fmla="*/ 4321016 w 4629150"/>
                <a:gd name="connsiteY1" fmla="*/ 3297079 h 3486150"/>
                <a:gd name="connsiteX2" fmla="*/ 4321016 w 4629150"/>
                <a:gd name="connsiteY2" fmla="*/ 263366 h 3486150"/>
                <a:gd name="connsiteX3" fmla="*/ 4064794 w 4629150"/>
                <a:gd name="connsiteY3" fmla="*/ 7144 h 3486150"/>
                <a:gd name="connsiteX4" fmla="*/ 3598069 w 4629150"/>
                <a:gd name="connsiteY4" fmla="*/ 7144 h 3486150"/>
                <a:gd name="connsiteX5" fmla="*/ 3341846 w 4629150"/>
                <a:gd name="connsiteY5" fmla="*/ 263366 h 3486150"/>
                <a:gd name="connsiteX6" fmla="*/ 3341846 w 4629150"/>
                <a:gd name="connsiteY6" fmla="*/ 3297079 h 3486150"/>
                <a:gd name="connsiteX7" fmla="*/ 2811304 w 4629150"/>
                <a:gd name="connsiteY7" fmla="*/ 3297079 h 3486150"/>
                <a:gd name="connsiteX8" fmla="*/ 2811304 w 4629150"/>
                <a:gd name="connsiteY8" fmla="*/ 1637824 h 3486150"/>
                <a:gd name="connsiteX9" fmla="*/ 2555081 w 4629150"/>
                <a:gd name="connsiteY9" fmla="*/ 1381601 h 3486150"/>
                <a:gd name="connsiteX10" fmla="*/ 2088356 w 4629150"/>
                <a:gd name="connsiteY10" fmla="*/ 1381601 h 3486150"/>
                <a:gd name="connsiteX11" fmla="*/ 1832134 w 4629150"/>
                <a:gd name="connsiteY11" fmla="*/ 1637824 h 3486150"/>
                <a:gd name="connsiteX12" fmla="*/ 1832134 w 4629150"/>
                <a:gd name="connsiteY12" fmla="*/ 3297079 h 3486150"/>
                <a:gd name="connsiteX13" fmla="*/ 1301591 w 4629150"/>
                <a:gd name="connsiteY13" fmla="*/ 3297079 h 3486150"/>
                <a:gd name="connsiteX14" fmla="*/ 1301591 w 4629150"/>
                <a:gd name="connsiteY14" fmla="*/ 2437924 h 3486150"/>
                <a:gd name="connsiteX15" fmla="*/ 1045369 w 4629150"/>
                <a:gd name="connsiteY15" fmla="*/ 2181701 h 3486150"/>
                <a:gd name="connsiteX16" fmla="*/ 578644 w 4629150"/>
                <a:gd name="connsiteY16" fmla="*/ 2181701 h 3486150"/>
                <a:gd name="connsiteX17" fmla="*/ 322421 w 4629150"/>
                <a:gd name="connsiteY17" fmla="*/ 2437924 h 3486150"/>
                <a:gd name="connsiteX18" fmla="*/ 322421 w 4629150"/>
                <a:gd name="connsiteY18" fmla="*/ 3297079 h 3486150"/>
                <a:gd name="connsiteX19" fmla="*/ 102394 w 4629150"/>
                <a:gd name="connsiteY19" fmla="*/ 3297079 h 3486150"/>
                <a:gd name="connsiteX20" fmla="*/ 7144 w 4629150"/>
                <a:gd name="connsiteY20" fmla="*/ 3392329 h 3486150"/>
                <a:gd name="connsiteX21" fmla="*/ 102394 w 4629150"/>
                <a:gd name="connsiteY21" fmla="*/ 3487579 h 3486150"/>
                <a:gd name="connsiteX22" fmla="*/ 4529614 w 4629150"/>
                <a:gd name="connsiteY22" fmla="*/ 3487579 h 3486150"/>
                <a:gd name="connsiteX23" fmla="*/ 4624864 w 4629150"/>
                <a:gd name="connsiteY23" fmla="*/ 3392329 h 3486150"/>
                <a:gd name="connsiteX24" fmla="*/ 4529614 w 4629150"/>
                <a:gd name="connsiteY24" fmla="*/ 3297079 h 3486150"/>
                <a:gd name="connsiteX25" fmla="*/ 1111091 w 4629150"/>
                <a:gd name="connsiteY25" fmla="*/ 3297079 h 3486150"/>
                <a:gd name="connsiteX26" fmla="*/ 512921 w 4629150"/>
                <a:gd name="connsiteY26" fmla="*/ 3297079 h 3486150"/>
                <a:gd name="connsiteX27" fmla="*/ 512921 w 4629150"/>
                <a:gd name="connsiteY27" fmla="*/ 2437924 h 3486150"/>
                <a:gd name="connsiteX28" fmla="*/ 578644 w 4629150"/>
                <a:gd name="connsiteY28" fmla="*/ 2372201 h 3486150"/>
                <a:gd name="connsiteX29" fmla="*/ 1045369 w 4629150"/>
                <a:gd name="connsiteY29" fmla="*/ 2372201 h 3486150"/>
                <a:gd name="connsiteX30" fmla="*/ 1111091 w 4629150"/>
                <a:gd name="connsiteY30" fmla="*/ 2437924 h 3486150"/>
                <a:gd name="connsiteX31" fmla="*/ 1111091 w 4629150"/>
                <a:gd name="connsiteY31" fmla="*/ 3297079 h 3486150"/>
                <a:gd name="connsiteX32" fmla="*/ 1111091 w 4629150"/>
                <a:gd name="connsiteY32" fmla="*/ 3297079 h 3486150"/>
                <a:gd name="connsiteX33" fmla="*/ 2620804 w 4629150"/>
                <a:gd name="connsiteY33" fmla="*/ 3297079 h 3486150"/>
                <a:gd name="connsiteX34" fmla="*/ 2022634 w 4629150"/>
                <a:gd name="connsiteY34" fmla="*/ 3297079 h 3486150"/>
                <a:gd name="connsiteX35" fmla="*/ 2022634 w 4629150"/>
                <a:gd name="connsiteY35" fmla="*/ 1637824 h 3486150"/>
                <a:gd name="connsiteX36" fmla="*/ 2088356 w 4629150"/>
                <a:gd name="connsiteY36" fmla="*/ 1572101 h 3486150"/>
                <a:gd name="connsiteX37" fmla="*/ 2555081 w 4629150"/>
                <a:gd name="connsiteY37" fmla="*/ 1572101 h 3486150"/>
                <a:gd name="connsiteX38" fmla="*/ 2620804 w 4629150"/>
                <a:gd name="connsiteY38" fmla="*/ 1637824 h 3486150"/>
                <a:gd name="connsiteX39" fmla="*/ 2620804 w 4629150"/>
                <a:gd name="connsiteY39" fmla="*/ 3297079 h 3486150"/>
                <a:gd name="connsiteX40" fmla="*/ 4130516 w 4629150"/>
                <a:gd name="connsiteY40" fmla="*/ 3297079 h 3486150"/>
                <a:gd name="connsiteX41" fmla="*/ 3532346 w 4629150"/>
                <a:gd name="connsiteY41" fmla="*/ 3297079 h 3486150"/>
                <a:gd name="connsiteX42" fmla="*/ 3532346 w 4629150"/>
                <a:gd name="connsiteY42" fmla="*/ 263366 h 3486150"/>
                <a:gd name="connsiteX43" fmla="*/ 3598069 w 4629150"/>
                <a:gd name="connsiteY43" fmla="*/ 197644 h 3486150"/>
                <a:gd name="connsiteX44" fmla="*/ 4064794 w 4629150"/>
                <a:gd name="connsiteY44" fmla="*/ 197644 h 3486150"/>
                <a:gd name="connsiteX45" fmla="*/ 4130516 w 4629150"/>
                <a:gd name="connsiteY45" fmla="*/ 263366 h 3486150"/>
                <a:gd name="connsiteX46" fmla="*/ 4130516 w 4629150"/>
                <a:gd name="connsiteY46" fmla="*/ 3297079 h 3486150"/>
                <a:gd name="connsiteX47" fmla="*/ 4130516 w 4629150"/>
                <a:gd name="connsiteY47" fmla="*/ 3297079 h 34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629150" h="3486150">
                  <a:moveTo>
                    <a:pt x="4529614" y="3297079"/>
                  </a:moveTo>
                  <a:lnTo>
                    <a:pt x="4321016" y="3297079"/>
                  </a:lnTo>
                  <a:lnTo>
                    <a:pt x="4321016" y="263366"/>
                  </a:lnTo>
                  <a:cubicBezTo>
                    <a:pt x="4321016" y="122396"/>
                    <a:pt x="4205764" y="7144"/>
                    <a:pt x="4064794" y="7144"/>
                  </a:cubicBezTo>
                  <a:lnTo>
                    <a:pt x="3598069" y="7144"/>
                  </a:lnTo>
                  <a:cubicBezTo>
                    <a:pt x="3457099" y="7144"/>
                    <a:pt x="3341846" y="122396"/>
                    <a:pt x="3341846" y="263366"/>
                  </a:cubicBezTo>
                  <a:lnTo>
                    <a:pt x="3341846" y="3297079"/>
                  </a:lnTo>
                  <a:lnTo>
                    <a:pt x="2811304" y="3297079"/>
                  </a:lnTo>
                  <a:lnTo>
                    <a:pt x="2811304" y="1637824"/>
                  </a:lnTo>
                  <a:cubicBezTo>
                    <a:pt x="2811304" y="1496854"/>
                    <a:pt x="2696051" y="1381601"/>
                    <a:pt x="2555081" y="1381601"/>
                  </a:cubicBezTo>
                  <a:lnTo>
                    <a:pt x="2088356" y="1381601"/>
                  </a:lnTo>
                  <a:cubicBezTo>
                    <a:pt x="1947386" y="1381601"/>
                    <a:pt x="1832134" y="1496854"/>
                    <a:pt x="1832134" y="1637824"/>
                  </a:cubicBezTo>
                  <a:lnTo>
                    <a:pt x="1832134" y="3297079"/>
                  </a:lnTo>
                  <a:lnTo>
                    <a:pt x="1301591" y="3297079"/>
                  </a:lnTo>
                  <a:lnTo>
                    <a:pt x="1301591" y="2437924"/>
                  </a:lnTo>
                  <a:cubicBezTo>
                    <a:pt x="1301591" y="2296954"/>
                    <a:pt x="1186339" y="2181701"/>
                    <a:pt x="1045369" y="2181701"/>
                  </a:cubicBezTo>
                  <a:lnTo>
                    <a:pt x="578644" y="2181701"/>
                  </a:lnTo>
                  <a:cubicBezTo>
                    <a:pt x="437674" y="2181701"/>
                    <a:pt x="322421" y="2296954"/>
                    <a:pt x="322421" y="2437924"/>
                  </a:cubicBezTo>
                  <a:lnTo>
                    <a:pt x="322421" y="3297079"/>
                  </a:lnTo>
                  <a:lnTo>
                    <a:pt x="102394" y="3297079"/>
                  </a:lnTo>
                  <a:cubicBezTo>
                    <a:pt x="50006" y="3297079"/>
                    <a:pt x="7144" y="3339941"/>
                    <a:pt x="7144" y="3392329"/>
                  </a:cubicBezTo>
                  <a:cubicBezTo>
                    <a:pt x="7144" y="3444716"/>
                    <a:pt x="50006" y="3487579"/>
                    <a:pt x="102394" y="3487579"/>
                  </a:cubicBezTo>
                  <a:lnTo>
                    <a:pt x="4529614" y="3487579"/>
                  </a:lnTo>
                  <a:cubicBezTo>
                    <a:pt x="4582001" y="3487579"/>
                    <a:pt x="4624864" y="3444716"/>
                    <a:pt x="4624864" y="3392329"/>
                  </a:cubicBezTo>
                  <a:cubicBezTo>
                    <a:pt x="4624864" y="3339941"/>
                    <a:pt x="4582001" y="3297079"/>
                    <a:pt x="4529614" y="3297079"/>
                  </a:cubicBezTo>
                  <a:close/>
                  <a:moveTo>
                    <a:pt x="1111091" y="3297079"/>
                  </a:moveTo>
                  <a:lnTo>
                    <a:pt x="512921" y="3297079"/>
                  </a:lnTo>
                  <a:lnTo>
                    <a:pt x="512921" y="2437924"/>
                  </a:lnTo>
                  <a:cubicBezTo>
                    <a:pt x="512921" y="2401729"/>
                    <a:pt x="542449" y="2372201"/>
                    <a:pt x="578644" y="2372201"/>
                  </a:cubicBezTo>
                  <a:lnTo>
                    <a:pt x="1045369" y="2372201"/>
                  </a:lnTo>
                  <a:cubicBezTo>
                    <a:pt x="1081564" y="2372201"/>
                    <a:pt x="1111091" y="2401729"/>
                    <a:pt x="1111091" y="2437924"/>
                  </a:cubicBezTo>
                  <a:lnTo>
                    <a:pt x="1111091" y="3297079"/>
                  </a:lnTo>
                  <a:lnTo>
                    <a:pt x="1111091" y="3297079"/>
                  </a:lnTo>
                  <a:close/>
                  <a:moveTo>
                    <a:pt x="2620804" y="3297079"/>
                  </a:moveTo>
                  <a:lnTo>
                    <a:pt x="2022634" y="3297079"/>
                  </a:lnTo>
                  <a:lnTo>
                    <a:pt x="2022634" y="1637824"/>
                  </a:lnTo>
                  <a:cubicBezTo>
                    <a:pt x="2022634" y="1601629"/>
                    <a:pt x="2052161" y="1572101"/>
                    <a:pt x="2088356" y="1572101"/>
                  </a:cubicBezTo>
                  <a:lnTo>
                    <a:pt x="2555081" y="1572101"/>
                  </a:lnTo>
                  <a:cubicBezTo>
                    <a:pt x="2591276" y="1572101"/>
                    <a:pt x="2620804" y="1601629"/>
                    <a:pt x="2620804" y="1637824"/>
                  </a:cubicBezTo>
                  <a:lnTo>
                    <a:pt x="2620804" y="3297079"/>
                  </a:lnTo>
                  <a:close/>
                  <a:moveTo>
                    <a:pt x="4130516" y="3297079"/>
                  </a:moveTo>
                  <a:lnTo>
                    <a:pt x="3532346" y="3297079"/>
                  </a:lnTo>
                  <a:lnTo>
                    <a:pt x="3532346" y="263366"/>
                  </a:lnTo>
                  <a:cubicBezTo>
                    <a:pt x="3532346" y="227171"/>
                    <a:pt x="3561874" y="197644"/>
                    <a:pt x="3598069" y="197644"/>
                  </a:cubicBezTo>
                  <a:lnTo>
                    <a:pt x="4064794" y="197644"/>
                  </a:lnTo>
                  <a:cubicBezTo>
                    <a:pt x="4100989" y="197644"/>
                    <a:pt x="4130516" y="227171"/>
                    <a:pt x="4130516" y="263366"/>
                  </a:cubicBezTo>
                  <a:lnTo>
                    <a:pt x="4130516" y="3297079"/>
                  </a:lnTo>
                  <a:lnTo>
                    <a:pt x="4130516" y="32970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D670F7E0-FA0F-4BCF-AD83-8FA85D8EE7EC}"/>
                </a:ext>
              </a:extLst>
            </p:cNvPr>
            <p:cNvSpPr/>
            <p:nvPr/>
          </p:nvSpPr>
          <p:spPr>
            <a:xfrm>
              <a:off x="5053251" y="1440585"/>
              <a:ext cx="3505200" cy="2657475"/>
            </a:xfrm>
            <a:custGeom>
              <a:avLst/>
              <a:gdLst>
                <a:gd name="connsiteX0" fmla="*/ 3503057 w 3505200"/>
                <a:gd name="connsiteY0" fmla="*/ 107227 h 2657475"/>
                <a:gd name="connsiteX1" fmla="*/ 3475434 w 3505200"/>
                <a:gd name="connsiteY1" fmla="*/ 34837 h 2657475"/>
                <a:gd name="connsiteX2" fmla="*/ 3403044 w 3505200"/>
                <a:gd name="connsiteY2" fmla="*/ 7215 h 2657475"/>
                <a:gd name="connsiteX3" fmla="*/ 3398282 w 3505200"/>
                <a:gd name="connsiteY3" fmla="*/ 7215 h 2657475"/>
                <a:gd name="connsiteX4" fmla="*/ 2822019 w 3505200"/>
                <a:gd name="connsiteY4" fmla="*/ 7215 h 2657475"/>
                <a:gd name="connsiteX5" fmla="*/ 2726769 w 3505200"/>
                <a:gd name="connsiteY5" fmla="*/ 102465 h 2657475"/>
                <a:gd name="connsiteX6" fmla="*/ 2822019 w 3505200"/>
                <a:gd name="connsiteY6" fmla="*/ 197715 h 2657475"/>
                <a:gd name="connsiteX7" fmla="*/ 3178255 w 3505200"/>
                <a:gd name="connsiteY7" fmla="*/ 197715 h 2657475"/>
                <a:gd name="connsiteX8" fmla="*/ 2236232 w 3505200"/>
                <a:gd name="connsiteY8" fmla="*/ 1139738 h 2657475"/>
                <a:gd name="connsiteX9" fmla="*/ 1880949 w 3505200"/>
                <a:gd name="connsiteY9" fmla="*/ 784455 h 2657475"/>
                <a:gd name="connsiteX10" fmla="*/ 1813322 w 3505200"/>
                <a:gd name="connsiteY10" fmla="*/ 756832 h 2657475"/>
                <a:gd name="connsiteX11" fmla="*/ 1745694 w 3505200"/>
                <a:gd name="connsiteY11" fmla="*/ 784455 h 2657475"/>
                <a:gd name="connsiteX12" fmla="*/ 35004 w 3505200"/>
                <a:gd name="connsiteY12" fmla="*/ 2496097 h 2657475"/>
                <a:gd name="connsiteX13" fmla="*/ 35004 w 3505200"/>
                <a:gd name="connsiteY13" fmla="*/ 2630400 h 2657475"/>
                <a:gd name="connsiteX14" fmla="*/ 102632 w 3505200"/>
                <a:gd name="connsiteY14" fmla="*/ 2658022 h 2657475"/>
                <a:gd name="connsiteX15" fmla="*/ 170259 w 3505200"/>
                <a:gd name="connsiteY15" fmla="*/ 2630400 h 2657475"/>
                <a:gd name="connsiteX16" fmla="*/ 1815227 w 3505200"/>
                <a:gd name="connsiteY16" fmla="*/ 985432 h 2657475"/>
                <a:gd name="connsiteX17" fmla="*/ 2170509 w 3505200"/>
                <a:gd name="connsiteY17" fmla="*/ 1340715 h 2657475"/>
                <a:gd name="connsiteX18" fmla="*/ 2304812 w 3505200"/>
                <a:gd name="connsiteY18" fmla="*/ 1340715 h 2657475"/>
                <a:gd name="connsiteX19" fmla="*/ 3313509 w 3505200"/>
                <a:gd name="connsiteY19" fmla="*/ 332017 h 2657475"/>
                <a:gd name="connsiteX20" fmla="*/ 3313509 w 3505200"/>
                <a:gd name="connsiteY20" fmla="*/ 654915 h 2657475"/>
                <a:gd name="connsiteX21" fmla="*/ 3408759 w 3505200"/>
                <a:gd name="connsiteY21" fmla="*/ 750165 h 2657475"/>
                <a:gd name="connsiteX22" fmla="*/ 3504009 w 3505200"/>
                <a:gd name="connsiteY22" fmla="*/ 654915 h 2657475"/>
                <a:gd name="connsiteX23" fmla="*/ 3504009 w 3505200"/>
                <a:gd name="connsiteY23" fmla="*/ 111990 h 2657475"/>
                <a:gd name="connsiteX24" fmla="*/ 3503057 w 3505200"/>
                <a:gd name="connsiteY24" fmla="*/ 107227 h 265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05200" h="2657475">
                  <a:moveTo>
                    <a:pt x="3503057" y="107227"/>
                  </a:moveTo>
                  <a:cubicBezTo>
                    <a:pt x="3504009" y="81510"/>
                    <a:pt x="3495437" y="54840"/>
                    <a:pt x="3475434" y="34837"/>
                  </a:cubicBezTo>
                  <a:cubicBezTo>
                    <a:pt x="3455432" y="14835"/>
                    <a:pt x="3428762" y="6262"/>
                    <a:pt x="3403044" y="7215"/>
                  </a:cubicBezTo>
                  <a:cubicBezTo>
                    <a:pt x="3401140" y="7215"/>
                    <a:pt x="3400187" y="7215"/>
                    <a:pt x="3398282" y="7215"/>
                  </a:cubicBezTo>
                  <a:lnTo>
                    <a:pt x="2822019" y="7215"/>
                  </a:lnTo>
                  <a:cubicBezTo>
                    <a:pt x="2769632" y="7215"/>
                    <a:pt x="2726769" y="50077"/>
                    <a:pt x="2726769" y="102465"/>
                  </a:cubicBezTo>
                  <a:cubicBezTo>
                    <a:pt x="2726769" y="154852"/>
                    <a:pt x="2769632" y="197715"/>
                    <a:pt x="2822019" y="197715"/>
                  </a:cubicBezTo>
                  <a:lnTo>
                    <a:pt x="3178255" y="197715"/>
                  </a:lnTo>
                  <a:lnTo>
                    <a:pt x="2236232" y="1139738"/>
                  </a:lnTo>
                  <a:lnTo>
                    <a:pt x="1880949" y="784455"/>
                  </a:lnTo>
                  <a:cubicBezTo>
                    <a:pt x="1862852" y="766357"/>
                    <a:pt x="1839039" y="756832"/>
                    <a:pt x="1813322" y="756832"/>
                  </a:cubicBezTo>
                  <a:cubicBezTo>
                    <a:pt x="1787605" y="756832"/>
                    <a:pt x="1763792" y="767310"/>
                    <a:pt x="1745694" y="784455"/>
                  </a:cubicBezTo>
                  <a:lnTo>
                    <a:pt x="35004" y="2496097"/>
                  </a:lnTo>
                  <a:cubicBezTo>
                    <a:pt x="-2143" y="2533245"/>
                    <a:pt x="-2143" y="2593253"/>
                    <a:pt x="35004" y="2630400"/>
                  </a:cubicBezTo>
                  <a:cubicBezTo>
                    <a:pt x="54054" y="2649450"/>
                    <a:pt x="77867" y="2658022"/>
                    <a:pt x="102632" y="2658022"/>
                  </a:cubicBezTo>
                  <a:cubicBezTo>
                    <a:pt x="127397" y="2658022"/>
                    <a:pt x="151209" y="2648497"/>
                    <a:pt x="170259" y="2630400"/>
                  </a:cubicBezTo>
                  <a:lnTo>
                    <a:pt x="1815227" y="985432"/>
                  </a:lnTo>
                  <a:lnTo>
                    <a:pt x="2170509" y="1340715"/>
                  </a:lnTo>
                  <a:cubicBezTo>
                    <a:pt x="2207657" y="1377862"/>
                    <a:pt x="2267665" y="1377862"/>
                    <a:pt x="2304812" y="1340715"/>
                  </a:cubicBezTo>
                  <a:lnTo>
                    <a:pt x="3313509" y="332017"/>
                  </a:lnTo>
                  <a:lnTo>
                    <a:pt x="3313509" y="654915"/>
                  </a:lnTo>
                  <a:cubicBezTo>
                    <a:pt x="3313509" y="707302"/>
                    <a:pt x="3356372" y="750165"/>
                    <a:pt x="3408759" y="750165"/>
                  </a:cubicBezTo>
                  <a:cubicBezTo>
                    <a:pt x="3461147" y="750165"/>
                    <a:pt x="3504009" y="707302"/>
                    <a:pt x="3504009" y="654915"/>
                  </a:cubicBezTo>
                  <a:lnTo>
                    <a:pt x="3504009" y="111990"/>
                  </a:lnTo>
                  <a:cubicBezTo>
                    <a:pt x="3504009" y="110085"/>
                    <a:pt x="3503057" y="109132"/>
                    <a:pt x="3503057" y="1072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8E86F10F-F6C7-4271-A600-12D44AD0F49F}"/>
                </a:ext>
              </a:extLst>
            </p:cNvPr>
            <p:cNvSpPr/>
            <p:nvPr/>
          </p:nvSpPr>
          <p:spPr>
            <a:xfrm>
              <a:off x="4731544" y="4234339"/>
              <a:ext cx="200025" cy="200025"/>
            </a:xfrm>
            <a:custGeom>
              <a:avLst/>
              <a:gdLst>
                <a:gd name="connsiteX0" fmla="*/ 197644 w 200025"/>
                <a:gd name="connsiteY0" fmla="*/ 102394 h 200025"/>
                <a:gd name="connsiteX1" fmla="*/ 102394 w 200025"/>
                <a:gd name="connsiteY1" fmla="*/ 197644 h 200025"/>
                <a:gd name="connsiteX2" fmla="*/ 7144 w 200025"/>
                <a:gd name="connsiteY2" fmla="*/ 102394 h 200025"/>
                <a:gd name="connsiteX3" fmla="*/ 102394 w 200025"/>
                <a:gd name="connsiteY3" fmla="*/ 7144 h 200025"/>
                <a:gd name="connsiteX4" fmla="*/ 197644 w 200025"/>
                <a:gd name="connsiteY4" fmla="*/ 10239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00025">
                  <a:moveTo>
                    <a:pt x="197644" y="102394"/>
                  </a:moveTo>
                  <a:cubicBezTo>
                    <a:pt x="197644" y="154999"/>
                    <a:pt x="154999" y="197644"/>
                    <a:pt x="102394" y="197644"/>
                  </a:cubicBezTo>
                  <a:cubicBezTo>
                    <a:pt x="49789" y="197644"/>
                    <a:pt x="7144" y="154999"/>
                    <a:pt x="7144" y="102394"/>
                  </a:cubicBezTo>
                  <a:cubicBezTo>
                    <a:pt x="7144" y="49788"/>
                    <a:pt x="49789" y="7144"/>
                    <a:pt x="102394" y="7144"/>
                  </a:cubicBezTo>
                  <a:cubicBezTo>
                    <a:pt x="154999" y="7144"/>
                    <a:pt x="197644" y="49788"/>
                    <a:pt x="197644" y="1023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34" name="Graphic 9">
            <a:extLst>
              <a:ext uri="{FF2B5EF4-FFF2-40B4-BE49-F238E27FC236}">
                <a16:creationId xmlns:a16="http://schemas.microsoft.com/office/drawing/2014/main" id="{47D1F780-D4B1-42C0-B917-78481ECC1BBD}"/>
              </a:ext>
            </a:extLst>
          </p:cNvPr>
          <p:cNvGrpSpPr>
            <a:grpSpLocks noChangeAspect="1"/>
          </p:cNvGrpSpPr>
          <p:nvPr/>
        </p:nvGrpSpPr>
        <p:grpSpPr>
          <a:xfrm>
            <a:off x="3178993" y="3948985"/>
            <a:ext cx="545517" cy="502920"/>
            <a:chOff x="4662488" y="2143125"/>
            <a:chExt cx="3781425" cy="34861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6EA5CF52-866A-45AD-BB6C-B5C171EBE9F2}"/>
                </a:ext>
              </a:extLst>
            </p:cNvPr>
            <p:cNvSpPr/>
            <p:nvPr/>
          </p:nvSpPr>
          <p:spPr>
            <a:xfrm>
              <a:off x="6346984" y="4532471"/>
              <a:ext cx="771525" cy="809625"/>
            </a:xfrm>
            <a:custGeom>
              <a:avLst/>
              <a:gdLst>
                <a:gd name="connsiteX0" fmla="*/ 468154 w 771525"/>
                <a:gd name="connsiteY0" fmla="*/ 681514 h 809625"/>
                <a:gd name="connsiteX1" fmla="*/ 254794 w 771525"/>
                <a:gd name="connsiteY1" fmla="*/ 574834 h 809625"/>
                <a:gd name="connsiteX2" fmla="*/ 460534 w 771525"/>
                <a:gd name="connsiteY2" fmla="*/ 574834 h 809625"/>
                <a:gd name="connsiteX3" fmla="*/ 460534 w 771525"/>
                <a:gd name="connsiteY3" fmla="*/ 452914 h 809625"/>
                <a:gd name="connsiteX4" fmla="*/ 201454 w 771525"/>
                <a:gd name="connsiteY4" fmla="*/ 452914 h 809625"/>
                <a:gd name="connsiteX5" fmla="*/ 197644 w 771525"/>
                <a:gd name="connsiteY5" fmla="*/ 403384 h 809625"/>
                <a:gd name="connsiteX6" fmla="*/ 201454 w 771525"/>
                <a:gd name="connsiteY6" fmla="*/ 353854 h 809625"/>
                <a:gd name="connsiteX7" fmla="*/ 460534 w 771525"/>
                <a:gd name="connsiteY7" fmla="*/ 353854 h 809625"/>
                <a:gd name="connsiteX8" fmla="*/ 460534 w 771525"/>
                <a:gd name="connsiteY8" fmla="*/ 231934 h 809625"/>
                <a:gd name="connsiteX9" fmla="*/ 254794 w 771525"/>
                <a:gd name="connsiteY9" fmla="*/ 231934 h 809625"/>
                <a:gd name="connsiteX10" fmla="*/ 468154 w 771525"/>
                <a:gd name="connsiteY10" fmla="*/ 129064 h 809625"/>
                <a:gd name="connsiteX11" fmla="*/ 677704 w 771525"/>
                <a:gd name="connsiteY11" fmla="*/ 224314 h 809625"/>
                <a:gd name="connsiteX12" fmla="*/ 769144 w 771525"/>
                <a:gd name="connsiteY12" fmla="*/ 144304 h 809625"/>
                <a:gd name="connsiteX13" fmla="*/ 468154 w 771525"/>
                <a:gd name="connsiteY13" fmla="*/ 7144 h 809625"/>
                <a:gd name="connsiteX14" fmla="*/ 110014 w 771525"/>
                <a:gd name="connsiteY14" fmla="*/ 235744 h 809625"/>
                <a:gd name="connsiteX15" fmla="*/ 7144 w 771525"/>
                <a:gd name="connsiteY15" fmla="*/ 235744 h 809625"/>
                <a:gd name="connsiteX16" fmla="*/ 7144 w 771525"/>
                <a:gd name="connsiteY16" fmla="*/ 357664 h 809625"/>
                <a:gd name="connsiteX17" fmla="*/ 75724 w 771525"/>
                <a:gd name="connsiteY17" fmla="*/ 357664 h 809625"/>
                <a:gd name="connsiteX18" fmla="*/ 71914 w 771525"/>
                <a:gd name="connsiteY18" fmla="*/ 407194 h 809625"/>
                <a:gd name="connsiteX19" fmla="*/ 75724 w 771525"/>
                <a:gd name="connsiteY19" fmla="*/ 456724 h 809625"/>
                <a:gd name="connsiteX20" fmla="*/ 7144 w 771525"/>
                <a:gd name="connsiteY20" fmla="*/ 456724 h 809625"/>
                <a:gd name="connsiteX21" fmla="*/ 7144 w 771525"/>
                <a:gd name="connsiteY21" fmla="*/ 574834 h 809625"/>
                <a:gd name="connsiteX22" fmla="*/ 110014 w 771525"/>
                <a:gd name="connsiteY22" fmla="*/ 574834 h 809625"/>
                <a:gd name="connsiteX23" fmla="*/ 468154 w 771525"/>
                <a:gd name="connsiteY23" fmla="*/ 803434 h 809625"/>
                <a:gd name="connsiteX24" fmla="*/ 769144 w 771525"/>
                <a:gd name="connsiteY24" fmla="*/ 666274 h 809625"/>
                <a:gd name="connsiteX25" fmla="*/ 677704 w 771525"/>
                <a:gd name="connsiteY25" fmla="*/ 586264 h 809625"/>
                <a:gd name="connsiteX26" fmla="*/ 468154 w 771525"/>
                <a:gd name="connsiteY26" fmla="*/ 681514 h 80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71525" h="809625">
                  <a:moveTo>
                    <a:pt x="468154" y="681514"/>
                  </a:moveTo>
                  <a:cubicBezTo>
                    <a:pt x="380524" y="681514"/>
                    <a:pt x="304324" y="639604"/>
                    <a:pt x="254794" y="574834"/>
                  </a:cubicBezTo>
                  <a:lnTo>
                    <a:pt x="460534" y="574834"/>
                  </a:lnTo>
                  <a:lnTo>
                    <a:pt x="460534" y="452914"/>
                  </a:lnTo>
                  <a:lnTo>
                    <a:pt x="201454" y="452914"/>
                  </a:lnTo>
                  <a:cubicBezTo>
                    <a:pt x="197644" y="437674"/>
                    <a:pt x="197644" y="418624"/>
                    <a:pt x="197644" y="403384"/>
                  </a:cubicBezTo>
                  <a:cubicBezTo>
                    <a:pt x="197644" y="388144"/>
                    <a:pt x="201454" y="369094"/>
                    <a:pt x="201454" y="353854"/>
                  </a:cubicBezTo>
                  <a:lnTo>
                    <a:pt x="460534" y="353854"/>
                  </a:lnTo>
                  <a:lnTo>
                    <a:pt x="460534" y="231934"/>
                  </a:lnTo>
                  <a:lnTo>
                    <a:pt x="254794" y="231934"/>
                  </a:lnTo>
                  <a:cubicBezTo>
                    <a:pt x="304324" y="170974"/>
                    <a:pt x="380524" y="129064"/>
                    <a:pt x="468154" y="129064"/>
                  </a:cubicBezTo>
                  <a:cubicBezTo>
                    <a:pt x="548164" y="129064"/>
                    <a:pt x="624364" y="163354"/>
                    <a:pt x="677704" y="224314"/>
                  </a:cubicBezTo>
                  <a:lnTo>
                    <a:pt x="769144" y="144304"/>
                  </a:lnTo>
                  <a:cubicBezTo>
                    <a:pt x="692944" y="56674"/>
                    <a:pt x="582454" y="7144"/>
                    <a:pt x="468154" y="7144"/>
                  </a:cubicBezTo>
                  <a:cubicBezTo>
                    <a:pt x="311944" y="7144"/>
                    <a:pt x="174784" y="98584"/>
                    <a:pt x="110014" y="235744"/>
                  </a:cubicBezTo>
                  <a:lnTo>
                    <a:pt x="7144" y="235744"/>
                  </a:lnTo>
                  <a:lnTo>
                    <a:pt x="7144" y="357664"/>
                  </a:lnTo>
                  <a:lnTo>
                    <a:pt x="75724" y="357664"/>
                  </a:lnTo>
                  <a:cubicBezTo>
                    <a:pt x="71914" y="372904"/>
                    <a:pt x="71914" y="391954"/>
                    <a:pt x="71914" y="407194"/>
                  </a:cubicBezTo>
                  <a:cubicBezTo>
                    <a:pt x="71914" y="422434"/>
                    <a:pt x="75724" y="441484"/>
                    <a:pt x="75724" y="456724"/>
                  </a:cubicBezTo>
                  <a:lnTo>
                    <a:pt x="7144" y="456724"/>
                  </a:lnTo>
                  <a:lnTo>
                    <a:pt x="7144" y="574834"/>
                  </a:lnTo>
                  <a:lnTo>
                    <a:pt x="110014" y="574834"/>
                  </a:lnTo>
                  <a:cubicBezTo>
                    <a:pt x="174784" y="708184"/>
                    <a:pt x="308134" y="803434"/>
                    <a:pt x="468154" y="803434"/>
                  </a:cubicBezTo>
                  <a:cubicBezTo>
                    <a:pt x="582454" y="803434"/>
                    <a:pt x="692944" y="753904"/>
                    <a:pt x="769144" y="666274"/>
                  </a:cubicBezTo>
                  <a:lnTo>
                    <a:pt x="677704" y="586264"/>
                  </a:lnTo>
                  <a:cubicBezTo>
                    <a:pt x="624364" y="647224"/>
                    <a:pt x="548164" y="681514"/>
                    <a:pt x="468154" y="6815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6EBE32F3-40EC-4635-82A2-122308AA9FFA}"/>
                </a:ext>
              </a:extLst>
            </p:cNvPr>
            <p:cNvSpPr/>
            <p:nvPr/>
          </p:nvSpPr>
          <p:spPr>
            <a:xfrm>
              <a:off x="6072664" y="4235291"/>
              <a:ext cx="1400175" cy="1400175"/>
            </a:xfrm>
            <a:custGeom>
              <a:avLst/>
              <a:gdLst>
                <a:gd name="connsiteX0" fmla="*/ 700564 w 1400175"/>
                <a:gd name="connsiteY0" fmla="*/ 7144 h 1400175"/>
                <a:gd name="connsiteX1" fmla="*/ 7144 w 1400175"/>
                <a:gd name="connsiteY1" fmla="*/ 700564 h 1400175"/>
                <a:gd name="connsiteX2" fmla="*/ 700564 w 1400175"/>
                <a:gd name="connsiteY2" fmla="*/ 1393984 h 1400175"/>
                <a:gd name="connsiteX3" fmla="*/ 1393984 w 1400175"/>
                <a:gd name="connsiteY3" fmla="*/ 700564 h 1400175"/>
                <a:gd name="connsiteX4" fmla="*/ 700564 w 1400175"/>
                <a:gd name="connsiteY4" fmla="*/ 7144 h 1400175"/>
                <a:gd name="connsiteX5" fmla="*/ 700564 w 1400175"/>
                <a:gd name="connsiteY5" fmla="*/ 1275874 h 1400175"/>
                <a:gd name="connsiteX6" fmla="*/ 129064 w 1400175"/>
                <a:gd name="connsiteY6" fmla="*/ 704374 h 1400175"/>
                <a:gd name="connsiteX7" fmla="*/ 700564 w 1400175"/>
                <a:gd name="connsiteY7" fmla="*/ 132874 h 1400175"/>
                <a:gd name="connsiteX8" fmla="*/ 1272064 w 1400175"/>
                <a:gd name="connsiteY8" fmla="*/ 704374 h 1400175"/>
                <a:gd name="connsiteX9" fmla="*/ 700564 w 1400175"/>
                <a:gd name="connsiteY9" fmla="*/ 1275874 h 1400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00175" h="1400175">
                  <a:moveTo>
                    <a:pt x="700564" y="7144"/>
                  </a:moveTo>
                  <a:cubicBezTo>
                    <a:pt x="315754" y="7144"/>
                    <a:pt x="7144" y="319564"/>
                    <a:pt x="7144" y="700564"/>
                  </a:cubicBezTo>
                  <a:cubicBezTo>
                    <a:pt x="7144" y="1081564"/>
                    <a:pt x="319564" y="1393984"/>
                    <a:pt x="700564" y="1393984"/>
                  </a:cubicBezTo>
                  <a:cubicBezTo>
                    <a:pt x="1081564" y="1393984"/>
                    <a:pt x="1393984" y="1081564"/>
                    <a:pt x="1393984" y="700564"/>
                  </a:cubicBezTo>
                  <a:cubicBezTo>
                    <a:pt x="1393984" y="319564"/>
                    <a:pt x="1085374" y="7144"/>
                    <a:pt x="700564" y="7144"/>
                  </a:cubicBezTo>
                  <a:close/>
                  <a:moveTo>
                    <a:pt x="700564" y="1275874"/>
                  </a:moveTo>
                  <a:cubicBezTo>
                    <a:pt x="384334" y="1275874"/>
                    <a:pt x="129064" y="1020604"/>
                    <a:pt x="129064" y="704374"/>
                  </a:cubicBezTo>
                  <a:cubicBezTo>
                    <a:pt x="129064" y="388144"/>
                    <a:pt x="384334" y="132874"/>
                    <a:pt x="700564" y="132874"/>
                  </a:cubicBezTo>
                  <a:cubicBezTo>
                    <a:pt x="1016794" y="132874"/>
                    <a:pt x="1272064" y="388144"/>
                    <a:pt x="1272064" y="704374"/>
                  </a:cubicBezTo>
                  <a:cubicBezTo>
                    <a:pt x="1272064" y="1016794"/>
                    <a:pt x="1016794" y="1275874"/>
                    <a:pt x="700564" y="12758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4558E39C-69E6-48AC-B8D3-982038C2241D}"/>
                </a:ext>
              </a:extLst>
            </p:cNvPr>
            <p:cNvSpPr/>
            <p:nvPr/>
          </p:nvSpPr>
          <p:spPr>
            <a:xfrm>
              <a:off x="4655344" y="2349341"/>
              <a:ext cx="1400175" cy="1400175"/>
            </a:xfrm>
            <a:custGeom>
              <a:avLst/>
              <a:gdLst>
                <a:gd name="connsiteX0" fmla="*/ 704374 w 1400175"/>
                <a:gd name="connsiteY0" fmla="*/ 7144 h 1400175"/>
                <a:gd name="connsiteX1" fmla="*/ 7144 w 1400175"/>
                <a:gd name="connsiteY1" fmla="*/ 700564 h 1400175"/>
                <a:gd name="connsiteX2" fmla="*/ 700564 w 1400175"/>
                <a:gd name="connsiteY2" fmla="*/ 1393984 h 1400175"/>
                <a:gd name="connsiteX3" fmla="*/ 1397794 w 1400175"/>
                <a:gd name="connsiteY3" fmla="*/ 700564 h 1400175"/>
                <a:gd name="connsiteX4" fmla="*/ 704374 w 1400175"/>
                <a:gd name="connsiteY4" fmla="*/ 7144 h 1400175"/>
                <a:gd name="connsiteX5" fmla="*/ 704374 w 1400175"/>
                <a:gd name="connsiteY5" fmla="*/ 1272064 h 1400175"/>
                <a:gd name="connsiteX6" fmla="*/ 132874 w 1400175"/>
                <a:gd name="connsiteY6" fmla="*/ 700564 h 1400175"/>
                <a:gd name="connsiteX7" fmla="*/ 704374 w 1400175"/>
                <a:gd name="connsiteY7" fmla="*/ 129064 h 1400175"/>
                <a:gd name="connsiteX8" fmla="*/ 1275874 w 1400175"/>
                <a:gd name="connsiteY8" fmla="*/ 700564 h 1400175"/>
                <a:gd name="connsiteX9" fmla="*/ 704374 w 1400175"/>
                <a:gd name="connsiteY9" fmla="*/ 1272064 h 1400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00175" h="1400175">
                  <a:moveTo>
                    <a:pt x="704374" y="7144"/>
                  </a:moveTo>
                  <a:cubicBezTo>
                    <a:pt x="323374" y="7144"/>
                    <a:pt x="7144" y="315754"/>
                    <a:pt x="7144" y="700564"/>
                  </a:cubicBezTo>
                  <a:cubicBezTo>
                    <a:pt x="7144" y="1085374"/>
                    <a:pt x="319564" y="1393984"/>
                    <a:pt x="700564" y="1393984"/>
                  </a:cubicBezTo>
                  <a:cubicBezTo>
                    <a:pt x="1081564" y="1393984"/>
                    <a:pt x="1397794" y="1081564"/>
                    <a:pt x="1397794" y="700564"/>
                  </a:cubicBezTo>
                  <a:cubicBezTo>
                    <a:pt x="1397794" y="315754"/>
                    <a:pt x="1085374" y="7144"/>
                    <a:pt x="704374" y="7144"/>
                  </a:cubicBezTo>
                  <a:close/>
                  <a:moveTo>
                    <a:pt x="704374" y="1272064"/>
                  </a:moveTo>
                  <a:cubicBezTo>
                    <a:pt x="388144" y="1272064"/>
                    <a:pt x="132874" y="1016794"/>
                    <a:pt x="132874" y="700564"/>
                  </a:cubicBezTo>
                  <a:cubicBezTo>
                    <a:pt x="132874" y="384334"/>
                    <a:pt x="388144" y="129064"/>
                    <a:pt x="704374" y="129064"/>
                  </a:cubicBezTo>
                  <a:cubicBezTo>
                    <a:pt x="1020604" y="129064"/>
                    <a:pt x="1275874" y="384334"/>
                    <a:pt x="1275874" y="700564"/>
                  </a:cubicBezTo>
                  <a:cubicBezTo>
                    <a:pt x="1275874" y="1016794"/>
                    <a:pt x="1020604" y="1272064"/>
                    <a:pt x="704374" y="12720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B03CB7DA-DA1B-4525-BD84-9ABC7103C68D}"/>
                </a:ext>
              </a:extLst>
            </p:cNvPr>
            <p:cNvSpPr/>
            <p:nvPr/>
          </p:nvSpPr>
          <p:spPr>
            <a:xfrm>
              <a:off x="5120164" y="2581751"/>
              <a:ext cx="457200" cy="923925"/>
            </a:xfrm>
            <a:custGeom>
              <a:avLst/>
              <a:gdLst>
                <a:gd name="connsiteX0" fmla="*/ 456724 w 457200"/>
                <a:gd name="connsiteY0" fmla="*/ 578644 h 923925"/>
                <a:gd name="connsiteX1" fmla="*/ 445294 w 457200"/>
                <a:gd name="connsiteY1" fmla="*/ 540544 h 923925"/>
                <a:gd name="connsiteX2" fmla="*/ 426244 w 457200"/>
                <a:gd name="connsiteY2" fmla="*/ 510064 h 923925"/>
                <a:gd name="connsiteX3" fmla="*/ 399574 w 457200"/>
                <a:gd name="connsiteY3" fmla="*/ 483394 h 923925"/>
                <a:gd name="connsiteX4" fmla="*/ 369094 w 457200"/>
                <a:gd name="connsiteY4" fmla="*/ 456724 h 923925"/>
                <a:gd name="connsiteX5" fmla="*/ 334804 w 457200"/>
                <a:gd name="connsiteY5" fmla="*/ 433864 h 923925"/>
                <a:gd name="connsiteX6" fmla="*/ 296704 w 457200"/>
                <a:gd name="connsiteY6" fmla="*/ 414814 h 923925"/>
                <a:gd name="connsiteX7" fmla="*/ 254794 w 457200"/>
                <a:gd name="connsiteY7" fmla="*/ 399574 h 923925"/>
                <a:gd name="connsiteX8" fmla="*/ 235744 w 457200"/>
                <a:gd name="connsiteY8" fmla="*/ 391954 h 923925"/>
                <a:gd name="connsiteX9" fmla="*/ 216694 w 457200"/>
                <a:gd name="connsiteY9" fmla="*/ 384334 h 923925"/>
                <a:gd name="connsiteX10" fmla="*/ 197644 w 457200"/>
                <a:gd name="connsiteY10" fmla="*/ 372904 h 923925"/>
                <a:gd name="connsiteX11" fmla="*/ 182404 w 457200"/>
                <a:gd name="connsiteY11" fmla="*/ 357664 h 923925"/>
                <a:gd name="connsiteX12" fmla="*/ 170974 w 457200"/>
                <a:gd name="connsiteY12" fmla="*/ 338614 h 923925"/>
                <a:gd name="connsiteX13" fmla="*/ 167164 w 457200"/>
                <a:gd name="connsiteY13" fmla="*/ 315754 h 923925"/>
                <a:gd name="connsiteX14" fmla="*/ 167164 w 457200"/>
                <a:gd name="connsiteY14" fmla="*/ 292894 h 923925"/>
                <a:gd name="connsiteX15" fmla="*/ 174784 w 457200"/>
                <a:gd name="connsiteY15" fmla="*/ 273844 h 923925"/>
                <a:gd name="connsiteX16" fmla="*/ 186214 w 457200"/>
                <a:gd name="connsiteY16" fmla="*/ 254794 h 923925"/>
                <a:gd name="connsiteX17" fmla="*/ 201454 w 457200"/>
                <a:gd name="connsiteY17" fmla="*/ 239554 h 923925"/>
                <a:gd name="connsiteX18" fmla="*/ 224314 w 457200"/>
                <a:gd name="connsiteY18" fmla="*/ 228124 h 923925"/>
                <a:gd name="connsiteX19" fmla="*/ 250984 w 457200"/>
                <a:gd name="connsiteY19" fmla="*/ 224314 h 923925"/>
                <a:gd name="connsiteX20" fmla="*/ 266224 w 457200"/>
                <a:gd name="connsiteY20" fmla="*/ 224314 h 923925"/>
                <a:gd name="connsiteX21" fmla="*/ 281464 w 457200"/>
                <a:gd name="connsiteY21" fmla="*/ 224314 h 923925"/>
                <a:gd name="connsiteX22" fmla="*/ 308134 w 457200"/>
                <a:gd name="connsiteY22" fmla="*/ 228124 h 923925"/>
                <a:gd name="connsiteX23" fmla="*/ 334804 w 457200"/>
                <a:gd name="connsiteY23" fmla="*/ 231934 h 923925"/>
                <a:gd name="connsiteX24" fmla="*/ 353854 w 457200"/>
                <a:gd name="connsiteY24" fmla="*/ 235744 h 923925"/>
                <a:gd name="connsiteX25" fmla="*/ 372904 w 457200"/>
                <a:gd name="connsiteY25" fmla="*/ 239554 h 923925"/>
                <a:gd name="connsiteX26" fmla="*/ 399574 w 457200"/>
                <a:gd name="connsiteY26" fmla="*/ 247174 h 923925"/>
                <a:gd name="connsiteX27" fmla="*/ 403384 w 457200"/>
                <a:gd name="connsiteY27" fmla="*/ 220504 h 923925"/>
                <a:gd name="connsiteX28" fmla="*/ 414814 w 457200"/>
                <a:gd name="connsiteY28" fmla="*/ 140494 h 923925"/>
                <a:gd name="connsiteX29" fmla="*/ 418624 w 457200"/>
                <a:gd name="connsiteY29" fmla="*/ 121444 h 923925"/>
                <a:gd name="connsiteX30" fmla="*/ 399574 w 457200"/>
                <a:gd name="connsiteY30" fmla="*/ 113824 h 923925"/>
                <a:gd name="connsiteX31" fmla="*/ 380524 w 457200"/>
                <a:gd name="connsiteY31" fmla="*/ 110014 h 923925"/>
                <a:gd name="connsiteX32" fmla="*/ 361474 w 457200"/>
                <a:gd name="connsiteY32" fmla="*/ 106204 h 923925"/>
                <a:gd name="connsiteX33" fmla="*/ 338614 w 457200"/>
                <a:gd name="connsiteY33" fmla="*/ 102394 h 923925"/>
                <a:gd name="connsiteX34" fmla="*/ 315754 w 457200"/>
                <a:gd name="connsiteY34" fmla="*/ 98584 h 923925"/>
                <a:gd name="connsiteX35" fmla="*/ 308134 w 457200"/>
                <a:gd name="connsiteY35" fmla="*/ 98584 h 923925"/>
                <a:gd name="connsiteX36" fmla="*/ 308134 w 457200"/>
                <a:gd name="connsiteY36" fmla="*/ 30004 h 923925"/>
                <a:gd name="connsiteX37" fmla="*/ 308134 w 457200"/>
                <a:gd name="connsiteY37" fmla="*/ 7144 h 923925"/>
                <a:gd name="connsiteX38" fmla="*/ 285274 w 457200"/>
                <a:gd name="connsiteY38" fmla="*/ 7144 h 923925"/>
                <a:gd name="connsiteX39" fmla="*/ 216694 w 457200"/>
                <a:gd name="connsiteY39" fmla="*/ 7144 h 923925"/>
                <a:gd name="connsiteX40" fmla="*/ 193834 w 457200"/>
                <a:gd name="connsiteY40" fmla="*/ 7144 h 923925"/>
                <a:gd name="connsiteX41" fmla="*/ 193834 w 457200"/>
                <a:gd name="connsiteY41" fmla="*/ 30004 h 923925"/>
                <a:gd name="connsiteX42" fmla="*/ 193834 w 457200"/>
                <a:gd name="connsiteY42" fmla="*/ 106204 h 923925"/>
                <a:gd name="connsiteX43" fmla="*/ 186214 w 457200"/>
                <a:gd name="connsiteY43" fmla="*/ 106204 h 923925"/>
                <a:gd name="connsiteX44" fmla="*/ 144304 w 457200"/>
                <a:gd name="connsiteY44" fmla="*/ 125254 h 923925"/>
                <a:gd name="connsiteX45" fmla="*/ 106204 w 457200"/>
                <a:gd name="connsiteY45" fmla="*/ 151924 h 923925"/>
                <a:gd name="connsiteX46" fmla="*/ 75724 w 457200"/>
                <a:gd name="connsiteY46" fmla="*/ 186214 h 923925"/>
                <a:gd name="connsiteX47" fmla="*/ 52864 w 457200"/>
                <a:gd name="connsiteY47" fmla="*/ 224314 h 923925"/>
                <a:gd name="connsiteX48" fmla="*/ 37624 w 457200"/>
                <a:gd name="connsiteY48" fmla="*/ 270034 h 923925"/>
                <a:gd name="connsiteX49" fmla="*/ 26194 w 457200"/>
                <a:gd name="connsiteY49" fmla="*/ 315754 h 923925"/>
                <a:gd name="connsiteX50" fmla="*/ 30004 w 457200"/>
                <a:gd name="connsiteY50" fmla="*/ 353854 h 923925"/>
                <a:gd name="connsiteX51" fmla="*/ 41434 w 457200"/>
                <a:gd name="connsiteY51" fmla="*/ 391954 h 923925"/>
                <a:gd name="connsiteX52" fmla="*/ 60484 w 457200"/>
                <a:gd name="connsiteY52" fmla="*/ 422434 h 923925"/>
                <a:gd name="connsiteX53" fmla="*/ 87154 w 457200"/>
                <a:gd name="connsiteY53" fmla="*/ 449104 h 923925"/>
                <a:gd name="connsiteX54" fmla="*/ 117634 w 457200"/>
                <a:gd name="connsiteY54" fmla="*/ 471964 h 923925"/>
                <a:gd name="connsiteX55" fmla="*/ 155734 w 457200"/>
                <a:gd name="connsiteY55" fmla="*/ 494824 h 923925"/>
                <a:gd name="connsiteX56" fmla="*/ 197644 w 457200"/>
                <a:gd name="connsiteY56" fmla="*/ 513874 h 923925"/>
                <a:gd name="connsiteX57" fmla="*/ 239554 w 457200"/>
                <a:gd name="connsiteY57" fmla="*/ 529114 h 923925"/>
                <a:gd name="connsiteX58" fmla="*/ 258604 w 457200"/>
                <a:gd name="connsiteY58" fmla="*/ 536734 h 923925"/>
                <a:gd name="connsiteX59" fmla="*/ 277654 w 457200"/>
                <a:gd name="connsiteY59" fmla="*/ 548164 h 923925"/>
                <a:gd name="connsiteX60" fmla="*/ 292894 w 457200"/>
                <a:gd name="connsiteY60" fmla="*/ 559594 h 923925"/>
                <a:gd name="connsiteX61" fmla="*/ 304324 w 457200"/>
                <a:gd name="connsiteY61" fmla="*/ 574834 h 923925"/>
                <a:gd name="connsiteX62" fmla="*/ 311944 w 457200"/>
                <a:gd name="connsiteY62" fmla="*/ 593884 h 923925"/>
                <a:gd name="connsiteX63" fmla="*/ 315754 w 457200"/>
                <a:gd name="connsiteY63" fmla="*/ 616744 h 923925"/>
                <a:gd name="connsiteX64" fmla="*/ 315754 w 457200"/>
                <a:gd name="connsiteY64" fmla="*/ 639604 h 923925"/>
                <a:gd name="connsiteX65" fmla="*/ 308134 w 457200"/>
                <a:gd name="connsiteY65" fmla="*/ 658654 h 923925"/>
                <a:gd name="connsiteX66" fmla="*/ 292894 w 457200"/>
                <a:gd name="connsiteY66" fmla="*/ 673894 h 923925"/>
                <a:gd name="connsiteX67" fmla="*/ 273844 w 457200"/>
                <a:gd name="connsiteY67" fmla="*/ 685324 h 923925"/>
                <a:gd name="connsiteX68" fmla="*/ 254794 w 457200"/>
                <a:gd name="connsiteY68" fmla="*/ 692944 h 923925"/>
                <a:gd name="connsiteX69" fmla="*/ 231934 w 457200"/>
                <a:gd name="connsiteY69" fmla="*/ 696754 h 923925"/>
                <a:gd name="connsiteX70" fmla="*/ 212884 w 457200"/>
                <a:gd name="connsiteY70" fmla="*/ 696754 h 923925"/>
                <a:gd name="connsiteX71" fmla="*/ 193834 w 457200"/>
                <a:gd name="connsiteY71" fmla="*/ 696754 h 923925"/>
                <a:gd name="connsiteX72" fmla="*/ 167164 w 457200"/>
                <a:gd name="connsiteY72" fmla="*/ 692944 h 923925"/>
                <a:gd name="connsiteX73" fmla="*/ 140494 w 457200"/>
                <a:gd name="connsiteY73" fmla="*/ 689134 h 923925"/>
                <a:gd name="connsiteX74" fmla="*/ 110014 w 457200"/>
                <a:gd name="connsiteY74" fmla="*/ 681514 h 923925"/>
                <a:gd name="connsiteX75" fmla="*/ 79534 w 457200"/>
                <a:gd name="connsiteY75" fmla="*/ 670084 h 923925"/>
                <a:gd name="connsiteX76" fmla="*/ 68104 w 457200"/>
                <a:gd name="connsiteY76" fmla="*/ 666274 h 923925"/>
                <a:gd name="connsiteX77" fmla="*/ 56674 w 457200"/>
                <a:gd name="connsiteY77" fmla="*/ 658654 h 923925"/>
                <a:gd name="connsiteX78" fmla="*/ 26194 w 457200"/>
                <a:gd name="connsiteY78" fmla="*/ 643414 h 923925"/>
                <a:gd name="connsiteX79" fmla="*/ 22384 w 457200"/>
                <a:gd name="connsiteY79" fmla="*/ 673894 h 923925"/>
                <a:gd name="connsiteX80" fmla="*/ 10954 w 457200"/>
                <a:gd name="connsiteY80" fmla="*/ 761524 h 923925"/>
                <a:gd name="connsiteX81" fmla="*/ 7144 w 457200"/>
                <a:gd name="connsiteY81" fmla="*/ 776764 h 923925"/>
                <a:gd name="connsiteX82" fmla="*/ 22384 w 457200"/>
                <a:gd name="connsiteY82" fmla="*/ 784384 h 923925"/>
                <a:gd name="connsiteX83" fmla="*/ 56674 w 457200"/>
                <a:gd name="connsiteY83" fmla="*/ 799624 h 923925"/>
                <a:gd name="connsiteX84" fmla="*/ 90964 w 457200"/>
                <a:gd name="connsiteY84" fmla="*/ 811054 h 923925"/>
                <a:gd name="connsiteX85" fmla="*/ 129064 w 457200"/>
                <a:gd name="connsiteY85" fmla="*/ 818674 h 923925"/>
                <a:gd name="connsiteX86" fmla="*/ 167164 w 457200"/>
                <a:gd name="connsiteY86" fmla="*/ 826294 h 923925"/>
                <a:gd name="connsiteX87" fmla="*/ 174784 w 457200"/>
                <a:gd name="connsiteY87" fmla="*/ 826294 h 923925"/>
                <a:gd name="connsiteX88" fmla="*/ 174784 w 457200"/>
                <a:gd name="connsiteY88" fmla="*/ 898684 h 923925"/>
                <a:gd name="connsiteX89" fmla="*/ 174784 w 457200"/>
                <a:gd name="connsiteY89" fmla="*/ 921544 h 923925"/>
                <a:gd name="connsiteX90" fmla="*/ 197644 w 457200"/>
                <a:gd name="connsiteY90" fmla="*/ 921544 h 923925"/>
                <a:gd name="connsiteX91" fmla="*/ 266224 w 457200"/>
                <a:gd name="connsiteY91" fmla="*/ 921544 h 923925"/>
                <a:gd name="connsiteX92" fmla="*/ 289084 w 457200"/>
                <a:gd name="connsiteY92" fmla="*/ 921544 h 923925"/>
                <a:gd name="connsiteX93" fmla="*/ 289084 w 457200"/>
                <a:gd name="connsiteY93" fmla="*/ 898684 h 923925"/>
                <a:gd name="connsiteX94" fmla="*/ 289084 w 457200"/>
                <a:gd name="connsiteY94" fmla="*/ 822484 h 923925"/>
                <a:gd name="connsiteX95" fmla="*/ 296704 w 457200"/>
                <a:gd name="connsiteY95" fmla="*/ 822484 h 923925"/>
                <a:gd name="connsiteX96" fmla="*/ 342424 w 457200"/>
                <a:gd name="connsiteY96" fmla="*/ 803434 h 923925"/>
                <a:gd name="connsiteX97" fmla="*/ 380524 w 457200"/>
                <a:gd name="connsiteY97" fmla="*/ 776764 h 923925"/>
                <a:gd name="connsiteX98" fmla="*/ 411004 w 457200"/>
                <a:gd name="connsiteY98" fmla="*/ 742474 h 923925"/>
                <a:gd name="connsiteX99" fmla="*/ 433864 w 457200"/>
                <a:gd name="connsiteY99" fmla="*/ 704374 h 923925"/>
                <a:gd name="connsiteX100" fmla="*/ 449104 w 457200"/>
                <a:gd name="connsiteY100" fmla="*/ 658654 h 923925"/>
                <a:gd name="connsiteX101" fmla="*/ 452914 w 457200"/>
                <a:gd name="connsiteY101" fmla="*/ 612934 h 923925"/>
                <a:gd name="connsiteX102" fmla="*/ 456724 w 457200"/>
                <a:gd name="connsiteY102" fmla="*/ 578644 h 923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457200" h="923925">
                  <a:moveTo>
                    <a:pt x="456724" y="578644"/>
                  </a:moveTo>
                  <a:cubicBezTo>
                    <a:pt x="452914" y="567214"/>
                    <a:pt x="449104" y="551974"/>
                    <a:pt x="445294" y="540544"/>
                  </a:cubicBezTo>
                  <a:cubicBezTo>
                    <a:pt x="441484" y="529114"/>
                    <a:pt x="433864" y="517684"/>
                    <a:pt x="426244" y="510064"/>
                  </a:cubicBezTo>
                  <a:cubicBezTo>
                    <a:pt x="418624" y="498634"/>
                    <a:pt x="411004" y="491014"/>
                    <a:pt x="399574" y="483394"/>
                  </a:cubicBezTo>
                  <a:cubicBezTo>
                    <a:pt x="388144" y="475774"/>
                    <a:pt x="380524" y="464344"/>
                    <a:pt x="369094" y="456724"/>
                  </a:cubicBezTo>
                  <a:cubicBezTo>
                    <a:pt x="357664" y="449104"/>
                    <a:pt x="346234" y="441484"/>
                    <a:pt x="334804" y="433864"/>
                  </a:cubicBezTo>
                  <a:cubicBezTo>
                    <a:pt x="323374" y="426244"/>
                    <a:pt x="308134" y="418624"/>
                    <a:pt x="296704" y="414814"/>
                  </a:cubicBezTo>
                  <a:cubicBezTo>
                    <a:pt x="281464" y="407194"/>
                    <a:pt x="270034" y="403384"/>
                    <a:pt x="254794" y="399574"/>
                  </a:cubicBezTo>
                  <a:cubicBezTo>
                    <a:pt x="247174" y="395764"/>
                    <a:pt x="239554" y="395764"/>
                    <a:pt x="235744" y="391954"/>
                  </a:cubicBezTo>
                  <a:cubicBezTo>
                    <a:pt x="228124" y="388144"/>
                    <a:pt x="220504" y="384334"/>
                    <a:pt x="216694" y="384334"/>
                  </a:cubicBezTo>
                  <a:cubicBezTo>
                    <a:pt x="209074" y="380524"/>
                    <a:pt x="205264" y="376714"/>
                    <a:pt x="197644" y="372904"/>
                  </a:cubicBezTo>
                  <a:cubicBezTo>
                    <a:pt x="193834" y="369094"/>
                    <a:pt x="186214" y="365284"/>
                    <a:pt x="182404" y="357664"/>
                  </a:cubicBezTo>
                  <a:cubicBezTo>
                    <a:pt x="178594" y="353854"/>
                    <a:pt x="174784" y="346234"/>
                    <a:pt x="170974" y="338614"/>
                  </a:cubicBezTo>
                  <a:cubicBezTo>
                    <a:pt x="167164" y="330994"/>
                    <a:pt x="167164" y="323374"/>
                    <a:pt x="167164" y="315754"/>
                  </a:cubicBezTo>
                  <a:cubicBezTo>
                    <a:pt x="167164" y="308134"/>
                    <a:pt x="167164" y="300514"/>
                    <a:pt x="167164" y="292894"/>
                  </a:cubicBezTo>
                  <a:cubicBezTo>
                    <a:pt x="167164" y="285274"/>
                    <a:pt x="170974" y="277654"/>
                    <a:pt x="174784" y="273844"/>
                  </a:cubicBezTo>
                  <a:cubicBezTo>
                    <a:pt x="178594" y="266224"/>
                    <a:pt x="182404" y="262414"/>
                    <a:pt x="186214" y="254794"/>
                  </a:cubicBezTo>
                  <a:cubicBezTo>
                    <a:pt x="190024" y="247174"/>
                    <a:pt x="197644" y="243364"/>
                    <a:pt x="201454" y="239554"/>
                  </a:cubicBezTo>
                  <a:cubicBezTo>
                    <a:pt x="209074" y="235744"/>
                    <a:pt x="216694" y="231934"/>
                    <a:pt x="224314" y="228124"/>
                  </a:cubicBezTo>
                  <a:cubicBezTo>
                    <a:pt x="231934" y="224314"/>
                    <a:pt x="239554" y="224314"/>
                    <a:pt x="250984" y="224314"/>
                  </a:cubicBezTo>
                  <a:cubicBezTo>
                    <a:pt x="254794" y="224314"/>
                    <a:pt x="262414" y="224314"/>
                    <a:pt x="266224" y="224314"/>
                  </a:cubicBezTo>
                  <a:cubicBezTo>
                    <a:pt x="270034" y="224314"/>
                    <a:pt x="277654" y="224314"/>
                    <a:pt x="281464" y="224314"/>
                  </a:cubicBezTo>
                  <a:cubicBezTo>
                    <a:pt x="289084" y="224314"/>
                    <a:pt x="296704" y="224314"/>
                    <a:pt x="308134" y="228124"/>
                  </a:cubicBezTo>
                  <a:cubicBezTo>
                    <a:pt x="315754" y="228124"/>
                    <a:pt x="327184" y="231934"/>
                    <a:pt x="334804" y="231934"/>
                  </a:cubicBezTo>
                  <a:cubicBezTo>
                    <a:pt x="342424" y="231934"/>
                    <a:pt x="346234" y="235744"/>
                    <a:pt x="353854" y="235744"/>
                  </a:cubicBezTo>
                  <a:cubicBezTo>
                    <a:pt x="361474" y="239554"/>
                    <a:pt x="369094" y="239554"/>
                    <a:pt x="372904" y="239554"/>
                  </a:cubicBezTo>
                  <a:lnTo>
                    <a:pt x="399574" y="247174"/>
                  </a:lnTo>
                  <a:lnTo>
                    <a:pt x="403384" y="220504"/>
                  </a:lnTo>
                  <a:lnTo>
                    <a:pt x="414814" y="140494"/>
                  </a:lnTo>
                  <a:lnTo>
                    <a:pt x="418624" y="121444"/>
                  </a:lnTo>
                  <a:lnTo>
                    <a:pt x="399574" y="113824"/>
                  </a:lnTo>
                  <a:cubicBezTo>
                    <a:pt x="391954" y="110014"/>
                    <a:pt x="388144" y="110014"/>
                    <a:pt x="380524" y="110014"/>
                  </a:cubicBezTo>
                  <a:cubicBezTo>
                    <a:pt x="376714" y="110014"/>
                    <a:pt x="369094" y="106204"/>
                    <a:pt x="361474" y="106204"/>
                  </a:cubicBezTo>
                  <a:cubicBezTo>
                    <a:pt x="353854" y="106204"/>
                    <a:pt x="346234" y="102394"/>
                    <a:pt x="338614" y="102394"/>
                  </a:cubicBezTo>
                  <a:cubicBezTo>
                    <a:pt x="330994" y="102394"/>
                    <a:pt x="323374" y="98584"/>
                    <a:pt x="315754" y="98584"/>
                  </a:cubicBezTo>
                  <a:lnTo>
                    <a:pt x="308134" y="98584"/>
                  </a:lnTo>
                  <a:lnTo>
                    <a:pt x="308134" y="30004"/>
                  </a:lnTo>
                  <a:lnTo>
                    <a:pt x="308134" y="7144"/>
                  </a:lnTo>
                  <a:lnTo>
                    <a:pt x="285274" y="7144"/>
                  </a:lnTo>
                  <a:lnTo>
                    <a:pt x="216694" y="7144"/>
                  </a:lnTo>
                  <a:lnTo>
                    <a:pt x="193834" y="7144"/>
                  </a:lnTo>
                  <a:lnTo>
                    <a:pt x="193834" y="30004"/>
                  </a:lnTo>
                  <a:lnTo>
                    <a:pt x="193834" y="106204"/>
                  </a:lnTo>
                  <a:lnTo>
                    <a:pt x="186214" y="106204"/>
                  </a:lnTo>
                  <a:cubicBezTo>
                    <a:pt x="170974" y="110014"/>
                    <a:pt x="155734" y="117634"/>
                    <a:pt x="144304" y="125254"/>
                  </a:cubicBezTo>
                  <a:cubicBezTo>
                    <a:pt x="132874" y="132874"/>
                    <a:pt x="117634" y="140494"/>
                    <a:pt x="106204" y="151924"/>
                  </a:cubicBezTo>
                  <a:cubicBezTo>
                    <a:pt x="94774" y="163354"/>
                    <a:pt x="83344" y="174784"/>
                    <a:pt x="75724" y="186214"/>
                  </a:cubicBezTo>
                  <a:cubicBezTo>
                    <a:pt x="68104" y="197644"/>
                    <a:pt x="60484" y="212884"/>
                    <a:pt x="52864" y="224314"/>
                  </a:cubicBezTo>
                  <a:cubicBezTo>
                    <a:pt x="45244" y="239554"/>
                    <a:pt x="41434" y="254794"/>
                    <a:pt x="37624" y="270034"/>
                  </a:cubicBezTo>
                  <a:cubicBezTo>
                    <a:pt x="26194" y="281464"/>
                    <a:pt x="26194" y="296704"/>
                    <a:pt x="26194" y="315754"/>
                  </a:cubicBezTo>
                  <a:cubicBezTo>
                    <a:pt x="26194" y="327184"/>
                    <a:pt x="26194" y="342424"/>
                    <a:pt x="30004" y="353854"/>
                  </a:cubicBezTo>
                  <a:cubicBezTo>
                    <a:pt x="33814" y="365284"/>
                    <a:pt x="37624" y="380524"/>
                    <a:pt x="41434" y="391954"/>
                  </a:cubicBezTo>
                  <a:cubicBezTo>
                    <a:pt x="45244" y="403384"/>
                    <a:pt x="52864" y="414814"/>
                    <a:pt x="60484" y="422434"/>
                  </a:cubicBezTo>
                  <a:cubicBezTo>
                    <a:pt x="68104" y="433864"/>
                    <a:pt x="75724" y="441484"/>
                    <a:pt x="87154" y="449104"/>
                  </a:cubicBezTo>
                  <a:cubicBezTo>
                    <a:pt x="98584" y="456724"/>
                    <a:pt x="110014" y="464344"/>
                    <a:pt x="117634" y="471964"/>
                  </a:cubicBezTo>
                  <a:cubicBezTo>
                    <a:pt x="129064" y="479584"/>
                    <a:pt x="140494" y="487204"/>
                    <a:pt x="155734" y="494824"/>
                  </a:cubicBezTo>
                  <a:cubicBezTo>
                    <a:pt x="170974" y="502444"/>
                    <a:pt x="182404" y="506254"/>
                    <a:pt x="197644" y="513874"/>
                  </a:cubicBezTo>
                  <a:cubicBezTo>
                    <a:pt x="212884" y="521494"/>
                    <a:pt x="224314" y="525304"/>
                    <a:pt x="239554" y="529114"/>
                  </a:cubicBezTo>
                  <a:cubicBezTo>
                    <a:pt x="247174" y="532924"/>
                    <a:pt x="254794" y="532924"/>
                    <a:pt x="258604" y="536734"/>
                  </a:cubicBezTo>
                  <a:cubicBezTo>
                    <a:pt x="266224" y="540544"/>
                    <a:pt x="270034" y="544354"/>
                    <a:pt x="277654" y="548164"/>
                  </a:cubicBezTo>
                  <a:cubicBezTo>
                    <a:pt x="285274" y="551974"/>
                    <a:pt x="289084" y="555784"/>
                    <a:pt x="292894" y="559594"/>
                  </a:cubicBezTo>
                  <a:cubicBezTo>
                    <a:pt x="296704" y="563404"/>
                    <a:pt x="300514" y="567214"/>
                    <a:pt x="304324" y="574834"/>
                  </a:cubicBezTo>
                  <a:cubicBezTo>
                    <a:pt x="308134" y="578644"/>
                    <a:pt x="311944" y="586264"/>
                    <a:pt x="311944" y="593884"/>
                  </a:cubicBezTo>
                  <a:cubicBezTo>
                    <a:pt x="315754" y="601504"/>
                    <a:pt x="315754" y="609124"/>
                    <a:pt x="315754" y="616744"/>
                  </a:cubicBezTo>
                  <a:cubicBezTo>
                    <a:pt x="315754" y="624364"/>
                    <a:pt x="315754" y="631984"/>
                    <a:pt x="315754" y="639604"/>
                  </a:cubicBezTo>
                  <a:cubicBezTo>
                    <a:pt x="315754" y="647224"/>
                    <a:pt x="311944" y="654844"/>
                    <a:pt x="308134" y="658654"/>
                  </a:cubicBezTo>
                  <a:cubicBezTo>
                    <a:pt x="304324" y="666274"/>
                    <a:pt x="300514" y="670084"/>
                    <a:pt x="292894" y="673894"/>
                  </a:cubicBezTo>
                  <a:cubicBezTo>
                    <a:pt x="289084" y="677704"/>
                    <a:pt x="281464" y="681514"/>
                    <a:pt x="273844" y="685324"/>
                  </a:cubicBezTo>
                  <a:cubicBezTo>
                    <a:pt x="266224" y="689134"/>
                    <a:pt x="262414" y="692944"/>
                    <a:pt x="254794" y="692944"/>
                  </a:cubicBezTo>
                  <a:cubicBezTo>
                    <a:pt x="247174" y="696754"/>
                    <a:pt x="239554" y="696754"/>
                    <a:pt x="231934" y="696754"/>
                  </a:cubicBezTo>
                  <a:cubicBezTo>
                    <a:pt x="224314" y="696754"/>
                    <a:pt x="220504" y="696754"/>
                    <a:pt x="212884" y="696754"/>
                  </a:cubicBezTo>
                  <a:cubicBezTo>
                    <a:pt x="205264" y="696754"/>
                    <a:pt x="201454" y="696754"/>
                    <a:pt x="193834" y="696754"/>
                  </a:cubicBezTo>
                  <a:cubicBezTo>
                    <a:pt x="186214" y="696754"/>
                    <a:pt x="174784" y="696754"/>
                    <a:pt x="167164" y="692944"/>
                  </a:cubicBezTo>
                  <a:cubicBezTo>
                    <a:pt x="159544" y="692944"/>
                    <a:pt x="148114" y="689134"/>
                    <a:pt x="140494" y="689134"/>
                  </a:cubicBezTo>
                  <a:cubicBezTo>
                    <a:pt x="129064" y="685324"/>
                    <a:pt x="117634" y="685324"/>
                    <a:pt x="110014" y="681514"/>
                  </a:cubicBezTo>
                  <a:cubicBezTo>
                    <a:pt x="98584" y="677704"/>
                    <a:pt x="87154" y="673894"/>
                    <a:pt x="79534" y="670084"/>
                  </a:cubicBezTo>
                  <a:cubicBezTo>
                    <a:pt x="75724" y="670084"/>
                    <a:pt x="71914" y="666274"/>
                    <a:pt x="68104" y="666274"/>
                  </a:cubicBezTo>
                  <a:cubicBezTo>
                    <a:pt x="64294" y="662464"/>
                    <a:pt x="60484" y="662464"/>
                    <a:pt x="56674" y="658654"/>
                  </a:cubicBezTo>
                  <a:lnTo>
                    <a:pt x="26194" y="643414"/>
                  </a:lnTo>
                  <a:lnTo>
                    <a:pt x="22384" y="673894"/>
                  </a:lnTo>
                  <a:lnTo>
                    <a:pt x="10954" y="761524"/>
                  </a:lnTo>
                  <a:lnTo>
                    <a:pt x="7144" y="776764"/>
                  </a:lnTo>
                  <a:lnTo>
                    <a:pt x="22384" y="784384"/>
                  </a:lnTo>
                  <a:cubicBezTo>
                    <a:pt x="33814" y="788194"/>
                    <a:pt x="45244" y="795814"/>
                    <a:pt x="56674" y="799624"/>
                  </a:cubicBezTo>
                  <a:cubicBezTo>
                    <a:pt x="68104" y="803434"/>
                    <a:pt x="79534" y="807244"/>
                    <a:pt x="90964" y="811054"/>
                  </a:cubicBezTo>
                  <a:cubicBezTo>
                    <a:pt x="102394" y="814864"/>
                    <a:pt x="113824" y="818674"/>
                    <a:pt x="129064" y="818674"/>
                  </a:cubicBezTo>
                  <a:cubicBezTo>
                    <a:pt x="140494" y="822484"/>
                    <a:pt x="155734" y="822484"/>
                    <a:pt x="167164" y="826294"/>
                  </a:cubicBezTo>
                  <a:lnTo>
                    <a:pt x="174784" y="826294"/>
                  </a:lnTo>
                  <a:lnTo>
                    <a:pt x="174784" y="898684"/>
                  </a:lnTo>
                  <a:lnTo>
                    <a:pt x="174784" y="921544"/>
                  </a:lnTo>
                  <a:lnTo>
                    <a:pt x="197644" y="921544"/>
                  </a:lnTo>
                  <a:lnTo>
                    <a:pt x="266224" y="921544"/>
                  </a:lnTo>
                  <a:lnTo>
                    <a:pt x="289084" y="921544"/>
                  </a:lnTo>
                  <a:lnTo>
                    <a:pt x="289084" y="898684"/>
                  </a:lnTo>
                  <a:lnTo>
                    <a:pt x="289084" y="822484"/>
                  </a:lnTo>
                  <a:lnTo>
                    <a:pt x="296704" y="822484"/>
                  </a:lnTo>
                  <a:cubicBezTo>
                    <a:pt x="311944" y="818674"/>
                    <a:pt x="327184" y="811054"/>
                    <a:pt x="342424" y="803434"/>
                  </a:cubicBezTo>
                  <a:cubicBezTo>
                    <a:pt x="357664" y="795814"/>
                    <a:pt x="369094" y="788194"/>
                    <a:pt x="380524" y="776764"/>
                  </a:cubicBezTo>
                  <a:cubicBezTo>
                    <a:pt x="391954" y="765334"/>
                    <a:pt x="403384" y="753904"/>
                    <a:pt x="411004" y="742474"/>
                  </a:cubicBezTo>
                  <a:cubicBezTo>
                    <a:pt x="418624" y="731044"/>
                    <a:pt x="426244" y="715804"/>
                    <a:pt x="433864" y="704374"/>
                  </a:cubicBezTo>
                  <a:cubicBezTo>
                    <a:pt x="441484" y="689134"/>
                    <a:pt x="445294" y="673894"/>
                    <a:pt x="449104" y="658654"/>
                  </a:cubicBezTo>
                  <a:cubicBezTo>
                    <a:pt x="452914" y="643414"/>
                    <a:pt x="452914" y="628174"/>
                    <a:pt x="452914" y="612934"/>
                  </a:cubicBezTo>
                  <a:cubicBezTo>
                    <a:pt x="460534" y="605314"/>
                    <a:pt x="456724" y="593884"/>
                    <a:pt x="456724" y="5786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2EF31EDC-5B2E-4C4D-9931-17138082140B}"/>
                </a:ext>
              </a:extLst>
            </p:cNvPr>
            <p:cNvSpPr/>
            <p:nvPr/>
          </p:nvSpPr>
          <p:spPr>
            <a:xfrm>
              <a:off x="7051834" y="2135981"/>
              <a:ext cx="1400175" cy="1400175"/>
            </a:xfrm>
            <a:custGeom>
              <a:avLst/>
              <a:gdLst>
                <a:gd name="connsiteX0" fmla="*/ 700564 w 1400175"/>
                <a:gd name="connsiteY0" fmla="*/ 7144 h 1400175"/>
                <a:gd name="connsiteX1" fmla="*/ 7144 w 1400175"/>
                <a:gd name="connsiteY1" fmla="*/ 700564 h 1400175"/>
                <a:gd name="connsiteX2" fmla="*/ 700564 w 1400175"/>
                <a:gd name="connsiteY2" fmla="*/ 1393984 h 1400175"/>
                <a:gd name="connsiteX3" fmla="*/ 1393984 w 1400175"/>
                <a:gd name="connsiteY3" fmla="*/ 700564 h 1400175"/>
                <a:gd name="connsiteX4" fmla="*/ 700564 w 1400175"/>
                <a:gd name="connsiteY4" fmla="*/ 7144 h 1400175"/>
                <a:gd name="connsiteX5" fmla="*/ 700564 w 1400175"/>
                <a:gd name="connsiteY5" fmla="*/ 1275874 h 1400175"/>
                <a:gd name="connsiteX6" fmla="*/ 129064 w 1400175"/>
                <a:gd name="connsiteY6" fmla="*/ 704374 h 1400175"/>
                <a:gd name="connsiteX7" fmla="*/ 700564 w 1400175"/>
                <a:gd name="connsiteY7" fmla="*/ 132874 h 1400175"/>
                <a:gd name="connsiteX8" fmla="*/ 1272064 w 1400175"/>
                <a:gd name="connsiteY8" fmla="*/ 704374 h 1400175"/>
                <a:gd name="connsiteX9" fmla="*/ 700564 w 1400175"/>
                <a:gd name="connsiteY9" fmla="*/ 1275874 h 1400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00175" h="1400175">
                  <a:moveTo>
                    <a:pt x="700564" y="7144"/>
                  </a:moveTo>
                  <a:cubicBezTo>
                    <a:pt x="315754" y="7144"/>
                    <a:pt x="7144" y="319564"/>
                    <a:pt x="7144" y="700564"/>
                  </a:cubicBezTo>
                  <a:cubicBezTo>
                    <a:pt x="7144" y="1081564"/>
                    <a:pt x="319564" y="1393984"/>
                    <a:pt x="700564" y="1393984"/>
                  </a:cubicBezTo>
                  <a:cubicBezTo>
                    <a:pt x="1081564" y="1393984"/>
                    <a:pt x="1393984" y="1081564"/>
                    <a:pt x="1393984" y="700564"/>
                  </a:cubicBezTo>
                  <a:cubicBezTo>
                    <a:pt x="1393984" y="319564"/>
                    <a:pt x="1085374" y="7144"/>
                    <a:pt x="700564" y="7144"/>
                  </a:cubicBezTo>
                  <a:close/>
                  <a:moveTo>
                    <a:pt x="700564" y="1275874"/>
                  </a:moveTo>
                  <a:cubicBezTo>
                    <a:pt x="384334" y="1275874"/>
                    <a:pt x="129064" y="1020604"/>
                    <a:pt x="129064" y="704374"/>
                  </a:cubicBezTo>
                  <a:cubicBezTo>
                    <a:pt x="129064" y="388144"/>
                    <a:pt x="384334" y="132874"/>
                    <a:pt x="700564" y="132874"/>
                  </a:cubicBezTo>
                  <a:cubicBezTo>
                    <a:pt x="1016794" y="132874"/>
                    <a:pt x="1272064" y="388144"/>
                    <a:pt x="1272064" y="704374"/>
                  </a:cubicBezTo>
                  <a:cubicBezTo>
                    <a:pt x="1272064" y="1020604"/>
                    <a:pt x="1016794" y="1275874"/>
                    <a:pt x="700564" y="12758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C0295BF4-4977-4F3D-9123-ED2E22171FFD}"/>
                </a:ext>
              </a:extLst>
            </p:cNvPr>
            <p:cNvSpPr/>
            <p:nvPr/>
          </p:nvSpPr>
          <p:spPr>
            <a:xfrm>
              <a:off x="7440454" y="2448401"/>
              <a:ext cx="619125" cy="733425"/>
            </a:xfrm>
            <a:custGeom>
              <a:avLst/>
              <a:gdLst>
                <a:gd name="connsiteX0" fmla="*/ 616744 w 619125"/>
                <a:gd name="connsiteY0" fmla="*/ 90964 h 733425"/>
                <a:gd name="connsiteX1" fmla="*/ 532924 w 619125"/>
                <a:gd name="connsiteY1" fmla="*/ 7144 h 733425"/>
                <a:gd name="connsiteX2" fmla="*/ 311944 w 619125"/>
                <a:gd name="connsiteY2" fmla="*/ 224314 h 733425"/>
                <a:gd name="connsiteX3" fmla="*/ 94774 w 619125"/>
                <a:gd name="connsiteY3" fmla="*/ 7144 h 733425"/>
                <a:gd name="connsiteX4" fmla="*/ 7144 w 619125"/>
                <a:gd name="connsiteY4" fmla="*/ 90964 h 733425"/>
                <a:gd name="connsiteX5" fmla="*/ 201454 w 619125"/>
                <a:gd name="connsiteY5" fmla="*/ 285274 h 733425"/>
                <a:gd name="connsiteX6" fmla="*/ 129064 w 619125"/>
                <a:gd name="connsiteY6" fmla="*/ 285274 h 733425"/>
                <a:gd name="connsiteX7" fmla="*/ 129064 w 619125"/>
                <a:gd name="connsiteY7" fmla="*/ 407194 h 733425"/>
                <a:gd name="connsiteX8" fmla="*/ 250984 w 619125"/>
                <a:gd name="connsiteY8" fmla="*/ 407194 h 733425"/>
                <a:gd name="connsiteX9" fmla="*/ 250984 w 619125"/>
                <a:gd name="connsiteY9" fmla="*/ 456724 h 733425"/>
                <a:gd name="connsiteX10" fmla="*/ 129064 w 619125"/>
                <a:gd name="connsiteY10" fmla="*/ 456724 h 733425"/>
                <a:gd name="connsiteX11" fmla="*/ 129064 w 619125"/>
                <a:gd name="connsiteY11" fmla="*/ 582454 h 733425"/>
                <a:gd name="connsiteX12" fmla="*/ 250984 w 619125"/>
                <a:gd name="connsiteY12" fmla="*/ 582454 h 733425"/>
                <a:gd name="connsiteX13" fmla="*/ 250984 w 619125"/>
                <a:gd name="connsiteY13" fmla="*/ 734854 h 733425"/>
                <a:gd name="connsiteX14" fmla="*/ 372904 w 619125"/>
                <a:gd name="connsiteY14" fmla="*/ 734854 h 733425"/>
                <a:gd name="connsiteX15" fmla="*/ 372904 w 619125"/>
                <a:gd name="connsiteY15" fmla="*/ 582454 h 733425"/>
                <a:gd name="connsiteX16" fmla="*/ 498634 w 619125"/>
                <a:gd name="connsiteY16" fmla="*/ 582454 h 733425"/>
                <a:gd name="connsiteX17" fmla="*/ 498634 w 619125"/>
                <a:gd name="connsiteY17" fmla="*/ 456724 h 733425"/>
                <a:gd name="connsiteX18" fmla="*/ 372904 w 619125"/>
                <a:gd name="connsiteY18" fmla="*/ 456724 h 733425"/>
                <a:gd name="connsiteX19" fmla="*/ 372904 w 619125"/>
                <a:gd name="connsiteY19" fmla="*/ 407194 h 733425"/>
                <a:gd name="connsiteX20" fmla="*/ 498634 w 619125"/>
                <a:gd name="connsiteY20" fmla="*/ 407194 h 733425"/>
                <a:gd name="connsiteX21" fmla="*/ 498634 w 619125"/>
                <a:gd name="connsiteY21" fmla="*/ 285274 h 733425"/>
                <a:gd name="connsiteX22" fmla="*/ 422434 w 619125"/>
                <a:gd name="connsiteY22" fmla="*/ 285274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9125" h="733425">
                  <a:moveTo>
                    <a:pt x="616744" y="90964"/>
                  </a:moveTo>
                  <a:lnTo>
                    <a:pt x="532924" y="7144"/>
                  </a:lnTo>
                  <a:lnTo>
                    <a:pt x="311944" y="224314"/>
                  </a:lnTo>
                  <a:lnTo>
                    <a:pt x="94774" y="7144"/>
                  </a:lnTo>
                  <a:lnTo>
                    <a:pt x="7144" y="90964"/>
                  </a:lnTo>
                  <a:lnTo>
                    <a:pt x="201454" y="285274"/>
                  </a:lnTo>
                  <a:lnTo>
                    <a:pt x="129064" y="285274"/>
                  </a:lnTo>
                  <a:lnTo>
                    <a:pt x="129064" y="407194"/>
                  </a:lnTo>
                  <a:lnTo>
                    <a:pt x="250984" y="407194"/>
                  </a:lnTo>
                  <a:lnTo>
                    <a:pt x="250984" y="456724"/>
                  </a:lnTo>
                  <a:lnTo>
                    <a:pt x="129064" y="456724"/>
                  </a:lnTo>
                  <a:lnTo>
                    <a:pt x="129064" y="582454"/>
                  </a:lnTo>
                  <a:lnTo>
                    <a:pt x="250984" y="582454"/>
                  </a:lnTo>
                  <a:lnTo>
                    <a:pt x="250984" y="734854"/>
                  </a:lnTo>
                  <a:lnTo>
                    <a:pt x="372904" y="734854"/>
                  </a:lnTo>
                  <a:lnTo>
                    <a:pt x="372904" y="582454"/>
                  </a:lnTo>
                  <a:lnTo>
                    <a:pt x="498634" y="582454"/>
                  </a:lnTo>
                  <a:lnTo>
                    <a:pt x="498634" y="456724"/>
                  </a:lnTo>
                  <a:lnTo>
                    <a:pt x="372904" y="456724"/>
                  </a:lnTo>
                  <a:lnTo>
                    <a:pt x="372904" y="407194"/>
                  </a:lnTo>
                  <a:lnTo>
                    <a:pt x="498634" y="407194"/>
                  </a:lnTo>
                  <a:lnTo>
                    <a:pt x="498634" y="285274"/>
                  </a:lnTo>
                  <a:lnTo>
                    <a:pt x="422434" y="2852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7556F132-64D2-420A-BAB7-7E586200CCAD}"/>
                </a:ext>
              </a:extLst>
            </p:cNvPr>
            <p:cNvSpPr/>
            <p:nvPr/>
          </p:nvSpPr>
          <p:spPr>
            <a:xfrm>
              <a:off x="6129400" y="2665095"/>
              <a:ext cx="809625" cy="361950"/>
            </a:xfrm>
            <a:custGeom>
              <a:avLst/>
              <a:gdLst>
                <a:gd name="connsiteX0" fmla="*/ 803848 w 809625"/>
                <a:gd name="connsiteY0" fmla="*/ 156210 h 361950"/>
                <a:gd name="connsiteX1" fmla="*/ 800038 w 809625"/>
                <a:gd name="connsiteY1" fmla="*/ 148590 h 361950"/>
                <a:gd name="connsiteX2" fmla="*/ 796228 w 809625"/>
                <a:gd name="connsiteY2" fmla="*/ 140970 h 361950"/>
                <a:gd name="connsiteX3" fmla="*/ 796228 w 809625"/>
                <a:gd name="connsiteY3" fmla="*/ 137160 h 361950"/>
                <a:gd name="connsiteX4" fmla="*/ 712408 w 809625"/>
                <a:gd name="connsiteY4" fmla="*/ 30480 h 361950"/>
                <a:gd name="connsiteX5" fmla="*/ 624778 w 809625"/>
                <a:gd name="connsiteY5" fmla="*/ 19050 h 361950"/>
                <a:gd name="connsiteX6" fmla="*/ 613348 w 809625"/>
                <a:gd name="connsiteY6" fmla="*/ 106680 h 361950"/>
                <a:gd name="connsiteX7" fmla="*/ 632398 w 809625"/>
                <a:gd name="connsiteY7" fmla="*/ 129540 h 361950"/>
                <a:gd name="connsiteX8" fmla="*/ 60898 w 809625"/>
                <a:gd name="connsiteY8" fmla="*/ 213360 h 361950"/>
                <a:gd name="connsiteX9" fmla="*/ 7558 w 809625"/>
                <a:gd name="connsiteY9" fmla="*/ 281940 h 361950"/>
                <a:gd name="connsiteX10" fmla="*/ 72328 w 809625"/>
                <a:gd name="connsiteY10" fmla="*/ 335280 h 361950"/>
                <a:gd name="connsiteX11" fmla="*/ 79948 w 809625"/>
                <a:gd name="connsiteY11" fmla="*/ 335280 h 361950"/>
                <a:gd name="connsiteX12" fmla="*/ 651448 w 809625"/>
                <a:gd name="connsiteY12" fmla="*/ 251460 h 361950"/>
                <a:gd name="connsiteX13" fmla="*/ 640018 w 809625"/>
                <a:gd name="connsiteY13" fmla="*/ 278130 h 361950"/>
                <a:gd name="connsiteX14" fmla="*/ 674308 w 809625"/>
                <a:gd name="connsiteY14" fmla="*/ 358140 h 361950"/>
                <a:gd name="connsiteX15" fmla="*/ 697168 w 809625"/>
                <a:gd name="connsiteY15" fmla="*/ 361950 h 361950"/>
                <a:gd name="connsiteX16" fmla="*/ 754318 w 809625"/>
                <a:gd name="connsiteY16" fmla="*/ 323850 h 361950"/>
                <a:gd name="connsiteX17" fmla="*/ 803848 w 809625"/>
                <a:gd name="connsiteY17" fmla="*/ 198120 h 361950"/>
                <a:gd name="connsiteX18" fmla="*/ 803848 w 809625"/>
                <a:gd name="connsiteY18" fmla="*/ 194310 h 361950"/>
                <a:gd name="connsiteX19" fmla="*/ 807658 w 809625"/>
                <a:gd name="connsiteY19" fmla="*/ 186690 h 361950"/>
                <a:gd name="connsiteX20" fmla="*/ 807658 w 809625"/>
                <a:gd name="connsiteY20" fmla="*/ 179070 h 361950"/>
                <a:gd name="connsiteX21" fmla="*/ 807658 w 809625"/>
                <a:gd name="connsiteY21" fmla="*/ 171450 h 361950"/>
                <a:gd name="connsiteX22" fmla="*/ 807658 w 809625"/>
                <a:gd name="connsiteY22" fmla="*/ 167640 h 361950"/>
                <a:gd name="connsiteX23" fmla="*/ 807658 w 809625"/>
                <a:gd name="connsiteY23" fmla="*/ 163830 h 361950"/>
                <a:gd name="connsiteX24" fmla="*/ 803848 w 809625"/>
                <a:gd name="connsiteY24" fmla="*/ 15621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09625" h="361950">
                  <a:moveTo>
                    <a:pt x="803848" y="156210"/>
                  </a:moveTo>
                  <a:cubicBezTo>
                    <a:pt x="803848" y="152400"/>
                    <a:pt x="800038" y="152400"/>
                    <a:pt x="800038" y="148590"/>
                  </a:cubicBezTo>
                  <a:cubicBezTo>
                    <a:pt x="800038" y="144780"/>
                    <a:pt x="796228" y="144780"/>
                    <a:pt x="796228" y="140970"/>
                  </a:cubicBezTo>
                  <a:lnTo>
                    <a:pt x="796228" y="137160"/>
                  </a:lnTo>
                  <a:lnTo>
                    <a:pt x="712408" y="30480"/>
                  </a:lnTo>
                  <a:cubicBezTo>
                    <a:pt x="693358" y="3810"/>
                    <a:pt x="651448" y="0"/>
                    <a:pt x="624778" y="19050"/>
                  </a:cubicBezTo>
                  <a:cubicBezTo>
                    <a:pt x="598108" y="38100"/>
                    <a:pt x="594298" y="80010"/>
                    <a:pt x="613348" y="106680"/>
                  </a:cubicBezTo>
                  <a:lnTo>
                    <a:pt x="632398" y="129540"/>
                  </a:lnTo>
                  <a:lnTo>
                    <a:pt x="60898" y="213360"/>
                  </a:lnTo>
                  <a:cubicBezTo>
                    <a:pt x="26608" y="217170"/>
                    <a:pt x="3748" y="247650"/>
                    <a:pt x="7558" y="281940"/>
                  </a:cubicBezTo>
                  <a:cubicBezTo>
                    <a:pt x="15178" y="316230"/>
                    <a:pt x="41848" y="335280"/>
                    <a:pt x="72328" y="335280"/>
                  </a:cubicBezTo>
                  <a:cubicBezTo>
                    <a:pt x="76138" y="335280"/>
                    <a:pt x="79948" y="335280"/>
                    <a:pt x="79948" y="335280"/>
                  </a:cubicBezTo>
                  <a:lnTo>
                    <a:pt x="651448" y="251460"/>
                  </a:lnTo>
                  <a:lnTo>
                    <a:pt x="640018" y="278130"/>
                  </a:lnTo>
                  <a:cubicBezTo>
                    <a:pt x="628588" y="308610"/>
                    <a:pt x="643828" y="346710"/>
                    <a:pt x="674308" y="358140"/>
                  </a:cubicBezTo>
                  <a:cubicBezTo>
                    <a:pt x="681928" y="361950"/>
                    <a:pt x="689548" y="361950"/>
                    <a:pt x="697168" y="361950"/>
                  </a:cubicBezTo>
                  <a:cubicBezTo>
                    <a:pt x="720028" y="361950"/>
                    <a:pt x="742888" y="346710"/>
                    <a:pt x="754318" y="323850"/>
                  </a:cubicBezTo>
                  <a:lnTo>
                    <a:pt x="803848" y="198120"/>
                  </a:lnTo>
                  <a:lnTo>
                    <a:pt x="803848" y="194310"/>
                  </a:lnTo>
                  <a:cubicBezTo>
                    <a:pt x="803848" y="190500"/>
                    <a:pt x="803848" y="190500"/>
                    <a:pt x="807658" y="186690"/>
                  </a:cubicBezTo>
                  <a:cubicBezTo>
                    <a:pt x="807658" y="182880"/>
                    <a:pt x="807658" y="182880"/>
                    <a:pt x="807658" y="179070"/>
                  </a:cubicBezTo>
                  <a:cubicBezTo>
                    <a:pt x="807658" y="175260"/>
                    <a:pt x="807658" y="175260"/>
                    <a:pt x="807658" y="171450"/>
                  </a:cubicBezTo>
                  <a:lnTo>
                    <a:pt x="807658" y="167640"/>
                  </a:lnTo>
                  <a:lnTo>
                    <a:pt x="807658" y="163830"/>
                  </a:lnTo>
                  <a:cubicBezTo>
                    <a:pt x="807658" y="160020"/>
                    <a:pt x="807658" y="160020"/>
                    <a:pt x="803848" y="1562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A64EC7-2AF7-46CF-BB4E-90CF0D059316}"/>
                </a:ext>
              </a:extLst>
            </p:cNvPr>
            <p:cNvSpPr/>
            <p:nvPr/>
          </p:nvSpPr>
          <p:spPr>
            <a:xfrm>
              <a:off x="7028974" y="3521128"/>
              <a:ext cx="542925" cy="723900"/>
            </a:xfrm>
            <a:custGeom>
              <a:avLst/>
              <a:gdLst>
                <a:gd name="connsiteX0" fmla="*/ 513874 w 542925"/>
                <a:gd name="connsiteY0" fmla="*/ 16457 h 723900"/>
                <a:gd name="connsiteX1" fmla="*/ 430054 w 542925"/>
                <a:gd name="connsiteY1" fmla="*/ 39317 h 723900"/>
                <a:gd name="connsiteX2" fmla="*/ 136684 w 542925"/>
                <a:gd name="connsiteY2" fmla="*/ 534617 h 723900"/>
                <a:gd name="connsiteX3" fmla="*/ 121444 w 542925"/>
                <a:gd name="connsiteY3" fmla="*/ 511757 h 723900"/>
                <a:gd name="connsiteX4" fmla="*/ 37624 w 542925"/>
                <a:gd name="connsiteY4" fmla="*/ 488897 h 723900"/>
                <a:gd name="connsiteX5" fmla="*/ 14764 w 542925"/>
                <a:gd name="connsiteY5" fmla="*/ 572717 h 723900"/>
                <a:gd name="connsiteX6" fmla="*/ 79534 w 542925"/>
                <a:gd name="connsiteY6" fmla="*/ 690827 h 723900"/>
                <a:gd name="connsiteX7" fmla="*/ 83344 w 542925"/>
                <a:gd name="connsiteY7" fmla="*/ 694637 h 723900"/>
                <a:gd name="connsiteX8" fmla="*/ 87154 w 542925"/>
                <a:gd name="connsiteY8" fmla="*/ 702257 h 723900"/>
                <a:gd name="connsiteX9" fmla="*/ 94774 w 542925"/>
                <a:gd name="connsiteY9" fmla="*/ 709877 h 723900"/>
                <a:gd name="connsiteX10" fmla="*/ 102394 w 542925"/>
                <a:gd name="connsiteY10" fmla="*/ 713687 h 723900"/>
                <a:gd name="connsiteX11" fmla="*/ 106204 w 542925"/>
                <a:gd name="connsiteY11" fmla="*/ 713687 h 723900"/>
                <a:gd name="connsiteX12" fmla="*/ 132874 w 542925"/>
                <a:gd name="connsiteY12" fmla="*/ 721307 h 723900"/>
                <a:gd name="connsiteX13" fmla="*/ 266224 w 542925"/>
                <a:gd name="connsiteY13" fmla="*/ 721307 h 723900"/>
                <a:gd name="connsiteX14" fmla="*/ 327184 w 542925"/>
                <a:gd name="connsiteY14" fmla="*/ 660347 h 723900"/>
                <a:gd name="connsiteX15" fmla="*/ 266224 w 542925"/>
                <a:gd name="connsiteY15" fmla="*/ 599387 h 723900"/>
                <a:gd name="connsiteX16" fmla="*/ 239554 w 542925"/>
                <a:gd name="connsiteY16" fmla="*/ 599387 h 723900"/>
                <a:gd name="connsiteX17" fmla="*/ 532924 w 542925"/>
                <a:gd name="connsiteY17" fmla="*/ 104087 h 723900"/>
                <a:gd name="connsiteX18" fmla="*/ 513874 w 542925"/>
                <a:gd name="connsiteY18" fmla="*/ 16457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2925" h="723900">
                  <a:moveTo>
                    <a:pt x="513874" y="16457"/>
                  </a:moveTo>
                  <a:cubicBezTo>
                    <a:pt x="483394" y="-2593"/>
                    <a:pt x="449104" y="8837"/>
                    <a:pt x="430054" y="39317"/>
                  </a:cubicBezTo>
                  <a:lnTo>
                    <a:pt x="136684" y="534617"/>
                  </a:lnTo>
                  <a:lnTo>
                    <a:pt x="121444" y="511757"/>
                  </a:lnTo>
                  <a:cubicBezTo>
                    <a:pt x="106204" y="481277"/>
                    <a:pt x="68104" y="473657"/>
                    <a:pt x="37624" y="488897"/>
                  </a:cubicBezTo>
                  <a:cubicBezTo>
                    <a:pt x="7144" y="504137"/>
                    <a:pt x="-476" y="542237"/>
                    <a:pt x="14764" y="572717"/>
                  </a:cubicBezTo>
                  <a:lnTo>
                    <a:pt x="79534" y="690827"/>
                  </a:lnTo>
                  <a:cubicBezTo>
                    <a:pt x="79534" y="690827"/>
                    <a:pt x="79534" y="690827"/>
                    <a:pt x="83344" y="694637"/>
                  </a:cubicBezTo>
                  <a:cubicBezTo>
                    <a:pt x="83344" y="698447"/>
                    <a:pt x="87154" y="698447"/>
                    <a:pt x="87154" y="702257"/>
                  </a:cubicBezTo>
                  <a:cubicBezTo>
                    <a:pt x="90964" y="706067"/>
                    <a:pt x="90964" y="706067"/>
                    <a:pt x="94774" y="709877"/>
                  </a:cubicBezTo>
                  <a:cubicBezTo>
                    <a:pt x="98584" y="709877"/>
                    <a:pt x="98584" y="713687"/>
                    <a:pt x="102394" y="713687"/>
                  </a:cubicBezTo>
                  <a:lnTo>
                    <a:pt x="106204" y="713687"/>
                  </a:lnTo>
                  <a:cubicBezTo>
                    <a:pt x="113824" y="717497"/>
                    <a:pt x="125254" y="721307"/>
                    <a:pt x="132874" y="721307"/>
                  </a:cubicBezTo>
                  <a:lnTo>
                    <a:pt x="266224" y="721307"/>
                  </a:lnTo>
                  <a:cubicBezTo>
                    <a:pt x="300514" y="721307"/>
                    <a:pt x="327184" y="694637"/>
                    <a:pt x="327184" y="660347"/>
                  </a:cubicBezTo>
                  <a:cubicBezTo>
                    <a:pt x="327184" y="626057"/>
                    <a:pt x="300514" y="599387"/>
                    <a:pt x="266224" y="599387"/>
                  </a:cubicBezTo>
                  <a:lnTo>
                    <a:pt x="239554" y="599387"/>
                  </a:lnTo>
                  <a:lnTo>
                    <a:pt x="532924" y="104087"/>
                  </a:lnTo>
                  <a:cubicBezTo>
                    <a:pt x="551974" y="73607"/>
                    <a:pt x="540544" y="35507"/>
                    <a:pt x="513874" y="164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0C81BDAD-B2F5-4B39-A308-9059A5846782}"/>
                </a:ext>
              </a:extLst>
            </p:cNvPr>
            <p:cNvSpPr/>
            <p:nvPr/>
          </p:nvSpPr>
          <p:spPr>
            <a:xfrm>
              <a:off x="5624726" y="3712907"/>
              <a:ext cx="581025" cy="695325"/>
            </a:xfrm>
            <a:custGeom>
              <a:avLst/>
              <a:gdLst>
                <a:gd name="connsiteX0" fmla="*/ 569383 w 581025"/>
                <a:gd name="connsiteY0" fmla="*/ 601918 h 695325"/>
                <a:gd name="connsiteX1" fmla="*/ 234102 w 581025"/>
                <a:gd name="connsiteY1" fmla="*/ 133288 h 695325"/>
                <a:gd name="connsiteX2" fmla="*/ 260772 w 581025"/>
                <a:gd name="connsiteY2" fmla="*/ 129478 h 695325"/>
                <a:gd name="connsiteX3" fmla="*/ 314112 w 581025"/>
                <a:gd name="connsiteY3" fmla="*/ 60898 h 695325"/>
                <a:gd name="connsiteX4" fmla="*/ 245532 w 581025"/>
                <a:gd name="connsiteY4" fmla="*/ 7558 h 695325"/>
                <a:gd name="connsiteX5" fmla="*/ 112182 w 581025"/>
                <a:gd name="connsiteY5" fmla="*/ 18988 h 695325"/>
                <a:gd name="connsiteX6" fmla="*/ 108372 w 581025"/>
                <a:gd name="connsiteY6" fmla="*/ 18988 h 695325"/>
                <a:gd name="connsiteX7" fmla="*/ 100752 w 581025"/>
                <a:gd name="connsiteY7" fmla="*/ 18988 h 695325"/>
                <a:gd name="connsiteX8" fmla="*/ 93132 w 581025"/>
                <a:gd name="connsiteY8" fmla="*/ 22798 h 695325"/>
                <a:gd name="connsiteX9" fmla="*/ 85512 w 581025"/>
                <a:gd name="connsiteY9" fmla="*/ 26608 h 695325"/>
                <a:gd name="connsiteX10" fmla="*/ 81702 w 581025"/>
                <a:gd name="connsiteY10" fmla="*/ 26608 h 695325"/>
                <a:gd name="connsiteX11" fmla="*/ 77892 w 581025"/>
                <a:gd name="connsiteY11" fmla="*/ 30418 h 695325"/>
                <a:gd name="connsiteX12" fmla="*/ 70272 w 581025"/>
                <a:gd name="connsiteY12" fmla="*/ 34228 h 695325"/>
                <a:gd name="connsiteX13" fmla="*/ 66462 w 581025"/>
                <a:gd name="connsiteY13" fmla="*/ 41848 h 695325"/>
                <a:gd name="connsiteX14" fmla="*/ 62652 w 581025"/>
                <a:gd name="connsiteY14" fmla="*/ 49468 h 695325"/>
                <a:gd name="connsiteX15" fmla="*/ 58842 w 581025"/>
                <a:gd name="connsiteY15" fmla="*/ 53278 h 695325"/>
                <a:gd name="connsiteX16" fmla="*/ 13122 w 581025"/>
                <a:gd name="connsiteY16" fmla="*/ 175198 h 695325"/>
                <a:gd name="connsiteX17" fmla="*/ 43602 w 581025"/>
                <a:gd name="connsiteY17" fmla="*/ 255208 h 695325"/>
                <a:gd name="connsiteX18" fmla="*/ 70272 w 581025"/>
                <a:gd name="connsiteY18" fmla="*/ 259018 h 695325"/>
                <a:gd name="connsiteX19" fmla="*/ 127422 w 581025"/>
                <a:gd name="connsiteY19" fmla="*/ 224728 h 695325"/>
                <a:gd name="connsiteX20" fmla="*/ 138852 w 581025"/>
                <a:gd name="connsiteY20" fmla="*/ 198058 h 695325"/>
                <a:gd name="connsiteX21" fmla="*/ 470322 w 581025"/>
                <a:gd name="connsiteY21" fmla="*/ 670498 h 695325"/>
                <a:gd name="connsiteX22" fmla="*/ 519853 w 581025"/>
                <a:gd name="connsiteY22" fmla="*/ 697168 h 695325"/>
                <a:gd name="connsiteX23" fmla="*/ 554142 w 581025"/>
                <a:gd name="connsiteY23" fmla="*/ 685738 h 695325"/>
                <a:gd name="connsiteX24" fmla="*/ 569383 w 581025"/>
                <a:gd name="connsiteY24" fmla="*/ 60191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1025" h="695325">
                  <a:moveTo>
                    <a:pt x="569383" y="601918"/>
                  </a:moveTo>
                  <a:lnTo>
                    <a:pt x="234102" y="133288"/>
                  </a:lnTo>
                  <a:lnTo>
                    <a:pt x="260772" y="129478"/>
                  </a:lnTo>
                  <a:cubicBezTo>
                    <a:pt x="295062" y="125668"/>
                    <a:pt x="317922" y="95188"/>
                    <a:pt x="314112" y="60898"/>
                  </a:cubicBezTo>
                  <a:cubicBezTo>
                    <a:pt x="310303" y="26608"/>
                    <a:pt x="279822" y="3748"/>
                    <a:pt x="245532" y="7558"/>
                  </a:cubicBezTo>
                  <a:lnTo>
                    <a:pt x="112182" y="18988"/>
                  </a:lnTo>
                  <a:lnTo>
                    <a:pt x="108372" y="18988"/>
                  </a:lnTo>
                  <a:cubicBezTo>
                    <a:pt x="104562" y="18988"/>
                    <a:pt x="104562" y="18988"/>
                    <a:pt x="100752" y="18988"/>
                  </a:cubicBezTo>
                  <a:cubicBezTo>
                    <a:pt x="96942" y="18988"/>
                    <a:pt x="96942" y="18988"/>
                    <a:pt x="93132" y="22798"/>
                  </a:cubicBezTo>
                  <a:cubicBezTo>
                    <a:pt x="89322" y="22798"/>
                    <a:pt x="89322" y="26608"/>
                    <a:pt x="85512" y="26608"/>
                  </a:cubicBezTo>
                  <a:lnTo>
                    <a:pt x="81702" y="26608"/>
                  </a:lnTo>
                  <a:cubicBezTo>
                    <a:pt x="81702" y="26608"/>
                    <a:pt x="81702" y="30418"/>
                    <a:pt x="77892" y="30418"/>
                  </a:cubicBezTo>
                  <a:cubicBezTo>
                    <a:pt x="74082" y="30418"/>
                    <a:pt x="74082" y="34228"/>
                    <a:pt x="70272" y="34228"/>
                  </a:cubicBezTo>
                  <a:cubicBezTo>
                    <a:pt x="66462" y="38038"/>
                    <a:pt x="66462" y="38038"/>
                    <a:pt x="66462" y="41848"/>
                  </a:cubicBezTo>
                  <a:cubicBezTo>
                    <a:pt x="66462" y="45658"/>
                    <a:pt x="62652" y="45658"/>
                    <a:pt x="62652" y="49468"/>
                  </a:cubicBezTo>
                  <a:cubicBezTo>
                    <a:pt x="62652" y="49468"/>
                    <a:pt x="62652" y="49468"/>
                    <a:pt x="58842" y="53278"/>
                  </a:cubicBezTo>
                  <a:lnTo>
                    <a:pt x="13122" y="175198"/>
                  </a:lnTo>
                  <a:cubicBezTo>
                    <a:pt x="-2118" y="205678"/>
                    <a:pt x="13122" y="243778"/>
                    <a:pt x="43602" y="255208"/>
                  </a:cubicBezTo>
                  <a:cubicBezTo>
                    <a:pt x="51222" y="259018"/>
                    <a:pt x="58842" y="259018"/>
                    <a:pt x="70272" y="259018"/>
                  </a:cubicBezTo>
                  <a:cubicBezTo>
                    <a:pt x="93132" y="259018"/>
                    <a:pt x="115992" y="243778"/>
                    <a:pt x="127422" y="224728"/>
                  </a:cubicBezTo>
                  <a:lnTo>
                    <a:pt x="138852" y="198058"/>
                  </a:lnTo>
                  <a:lnTo>
                    <a:pt x="470322" y="670498"/>
                  </a:lnTo>
                  <a:cubicBezTo>
                    <a:pt x="481753" y="685738"/>
                    <a:pt x="500803" y="697168"/>
                    <a:pt x="519853" y="697168"/>
                  </a:cubicBezTo>
                  <a:cubicBezTo>
                    <a:pt x="531283" y="697168"/>
                    <a:pt x="542712" y="693358"/>
                    <a:pt x="554142" y="685738"/>
                  </a:cubicBezTo>
                  <a:cubicBezTo>
                    <a:pt x="580812" y="666688"/>
                    <a:pt x="588433" y="628588"/>
                    <a:pt x="569383" y="6019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4" name="Graphic 12">
            <a:extLst>
              <a:ext uri="{FF2B5EF4-FFF2-40B4-BE49-F238E27FC236}">
                <a16:creationId xmlns:a16="http://schemas.microsoft.com/office/drawing/2014/main" id="{51C7F0BD-9ED4-418C-A6A4-F0BB58428926}"/>
              </a:ext>
            </a:extLst>
          </p:cNvPr>
          <p:cNvGrpSpPr>
            <a:grpSpLocks noChangeAspect="1"/>
          </p:cNvGrpSpPr>
          <p:nvPr/>
        </p:nvGrpSpPr>
        <p:grpSpPr>
          <a:xfrm>
            <a:off x="4313671" y="2252571"/>
            <a:ext cx="314325" cy="502920"/>
            <a:chOff x="5672138" y="2476500"/>
            <a:chExt cx="1762125" cy="28194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16FF96D8-1F24-4ABE-9401-874D1413E808}"/>
                </a:ext>
              </a:extLst>
            </p:cNvPr>
            <p:cNvSpPr/>
            <p:nvPr/>
          </p:nvSpPr>
          <p:spPr>
            <a:xfrm>
              <a:off x="6164104" y="2762726"/>
              <a:ext cx="771525" cy="809625"/>
            </a:xfrm>
            <a:custGeom>
              <a:avLst/>
              <a:gdLst>
                <a:gd name="connsiteX0" fmla="*/ 677704 w 771525"/>
                <a:gd name="connsiteY0" fmla="*/ 590074 h 809625"/>
                <a:gd name="connsiteX1" fmla="*/ 468154 w 771525"/>
                <a:gd name="connsiteY1" fmla="*/ 685324 h 809625"/>
                <a:gd name="connsiteX2" fmla="*/ 254794 w 771525"/>
                <a:gd name="connsiteY2" fmla="*/ 578644 h 809625"/>
                <a:gd name="connsiteX3" fmla="*/ 460534 w 771525"/>
                <a:gd name="connsiteY3" fmla="*/ 578644 h 809625"/>
                <a:gd name="connsiteX4" fmla="*/ 460534 w 771525"/>
                <a:gd name="connsiteY4" fmla="*/ 456724 h 809625"/>
                <a:gd name="connsiteX5" fmla="*/ 197644 w 771525"/>
                <a:gd name="connsiteY5" fmla="*/ 456724 h 809625"/>
                <a:gd name="connsiteX6" fmla="*/ 193834 w 771525"/>
                <a:gd name="connsiteY6" fmla="*/ 407194 h 809625"/>
                <a:gd name="connsiteX7" fmla="*/ 197644 w 771525"/>
                <a:gd name="connsiteY7" fmla="*/ 357664 h 809625"/>
                <a:gd name="connsiteX8" fmla="*/ 456724 w 771525"/>
                <a:gd name="connsiteY8" fmla="*/ 357664 h 809625"/>
                <a:gd name="connsiteX9" fmla="*/ 456724 w 771525"/>
                <a:gd name="connsiteY9" fmla="*/ 235744 h 809625"/>
                <a:gd name="connsiteX10" fmla="*/ 250984 w 771525"/>
                <a:gd name="connsiteY10" fmla="*/ 235744 h 809625"/>
                <a:gd name="connsiteX11" fmla="*/ 464344 w 771525"/>
                <a:gd name="connsiteY11" fmla="*/ 129064 h 809625"/>
                <a:gd name="connsiteX12" fmla="*/ 673894 w 771525"/>
                <a:gd name="connsiteY12" fmla="*/ 224314 h 809625"/>
                <a:gd name="connsiteX13" fmla="*/ 765334 w 771525"/>
                <a:gd name="connsiteY13" fmla="*/ 144304 h 809625"/>
                <a:gd name="connsiteX14" fmla="*/ 464344 w 771525"/>
                <a:gd name="connsiteY14" fmla="*/ 7144 h 809625"/>
                <a:gd name="connsiteX15" fmla="*/ 106204 w 771525"/>
                <a:gd name="connsiteY15" fmla="*/ 235744 h 809625"/>
                <a:gd name="connsiteX16" fmla="*/ 7144 w 771525"/>
                <a:gd name="connsiteY16" fmla="*/ 235744 h 809625"/>
                <a:gd name="connsiteX17" fmla="*/ 7144 w 771525"/>
                <a:gd name="connsiteY17" fmla="*/ 357664 h 809625"/>
                <a:gd name="connsiteX18" fmla="*/ 75724 w 771525"/>
                <a:gd name="connsiteY18" fmla="*/ 357664 h 809625"/>
                <a:gd name="connsiteX19" fmla="*/ 71914 w 771525"/>
                <a:gd name="connsiteY19" fmla="*/ 407194 h 809625"/>
                <a:gd name="connsiteX20" fmla="*/ 75724 w 771525"/>
                <a:gd name="connsiteY20" fmla="*/ 456724 h 809625"/>
                <a:gd name="connsiteX21" fmla="*/ 7144 w 771525"/>
                <a:gd name="connsiteY21" fmla="*/ 456724 h 809625"/>
                <a:gd name="connsiteX22" fmla="*/ 7144 w 771525"/>
                <a:gd name="connsiteY22" fmla="*/ 578644 h 809625"/>
                <a:gd name="connsiteX23" fmla="*/ 110014 w 771525"/>
                <a:gd name="connsiteY23" fmla="*/ 578644 h 809625"/>
                <a:gd name="connsiteX24" fmla="*/ 468154 w 771525"/>
                <a:gd name="connsiteY24" fmla="*/ 807244 h 809625"/>
                <a:gd name="connsiteX25" fmla="*/ 769144 w 771525"/>
                <a:gd name="connsiteY25" fmla="*/ 670084 h 809625"/>
                <a:gd name="connsiteX26" fmla="*/ 677704 w 771525"/>
                <a:gd name="connsiteY26" fmla="*/ 590074 h 80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71525" h="809625">
                  <a:moveTo>
                    <a:pt x="677704" y="590074"/>
                  </a:moveTo>
                  <a:cubicBezTo>
                    <a:pt x="624364" y="651034"/>
                    <a:pt x="548164" y="685324"/>
                    <a:pt x="468154" y="685324"/>
                  </a:cubicBezTo>
                  <a:cubicBezTo>
                    <a:pt x="380524" y="685324"/>
                    <a:pt x="304324" y="643414"/>
                    <a:pt x="254794" y="578644"/>
                  </a:cubicBezTo>
                  <a:lnTo>
                    <a:pt x="460534" y="578644"/>
                  </a:lnTo>
                  <a:lnTo>
                    <a:pt x="460534" y="456724"/>
                  </a:lnTo>
                  <a:lnTo>
                    <a:pt x="197644" y="456724"/>
                  </a:lnTo>
                  <a:cubicBezTo>
                    <a:pt x="193834" y="441484"/>
                    <a:pt x="193834" y="422434"/>
                    <a:pt x="193834" y="407194"/>
                  </a:cubicBezTo>
                  <a:cubicBezTo>
                    <a:pt x="193834" y="391954"/>
                    <a:pt x="197644" y="372904"/>
                    <a:pt x="197644" y="357664"/>
                  </a:cubicBezTo>
                  <a:lnTo>
                    <a:pt x="456724" y="357664"/>
                  </a:lnTo>
                  <a:lnTo>
                    <a:pt x="456724" y="235744"/>
                  </a:lnTo>
                  <a:lnTo>
                    <a:pt x="250984" y="235744"/>
                  </a:lnTo>
                  <a:cubicBezTo>
                    <a:pt x="300514" y="170974"/>
                    <a:pt x="376714" y="129064"/>
                    <a:pt x="464344" y="129064"/>
                  </a:cubicBezTo>
                  <a:cubicBezTo>
                    <a:pt x="544354" y="129064"/>
                    <a:pt x="620554" y="163354"/>
                    <a:pt x="673894" y="224314"/>
                  </a:cubicBezTo>
                  <a:lnTo>
                    <a:pt x="765334" y="144304"/>
                  </a:lnTo>
                  <a:cubicBezTo>
                    <a:pt x="689134" y="56674"/>
                    <a:pt x="578644" y="7144"/>
                    <a:pt x="464344" y="7144"/>
                  </a:cubicBezTo>
                  <a:cubicBezTo>
                    <a:pt x="308134" y="7144"/>
                    <a:pt x="170974" y="98584"/>
                    <a:pt x="106204" y="235744"/>
                  </a:cubicBezTo>
                  <a:lnTo>
                    <a:pt x="7144" y="235744"/>
                  </a:lnTo>
                  <a:lnTo>
                    <a:pt x="7144" y="357664"/>
                  </a:lnTo>
                  <a:lnTo>
                    <a:pt x="75724" y="357664"/>
                  </a:lnTo>
                  <a:cubicBezTo>
                    <a:pt x="71914" y="372904"/>
                    <a:pt x="71914" y="391954"/>
                    <a:pt x="71914" y="407194"/>
                  </a:cubicBezTo>
                  <a:cubicBezTo>
                    <a:pt x="71914" y="422434"/>
                    <a:pt x="75724" y="441484"/>
                    <a:pt x="75724" y="456724"/>
                  </a:cubicBezTo>
                  <a:lnTo>
                    <a:pt x="7144" y="456724"/>
                  </a:lnTo>
                  <a:lnTo>
                    <a:pt x="7144" y="578644"/>
                  </a:lnTo>
                  <a:lnTo>
                    <a:pt x="110014" y="578644"/>
                  </a:lnTo>
                  <a:cubicBezTo>
                    <a:pt x="174784" y="715804"/>
                    <a:pt x="311944" y="807244"/>
                    <a:pt x="468154" y="807244"/>
                  </a:cubicBezTo>
                  <a:cubicBezTo>
                    <a:pt x="582454" y="807244"/>
                    <a:pt x="692944" y="757714"/>
                    <a:pt x="769144" y="670084"/>
                  </a:cubicBezTo>
                  <a:lnTo>
                    <a:pt x="677704" y="5900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9A9E311F-7B1D-4F9C-A141-94421F8B8178}"/>
                </a:ext>
              </a:extLst>
            </p:cNvPr>
            <p:cNvSpPr/>
            <p:nvPr/>
          </p:nvSpPr>
          <p:spPr>
            <a:xfrm>
              <a:off x="5893594" y="2469356"/>
              <a:ext cx="1400175" cy="1400175"/>
            </a:xfrm>
            <a:custGeom>
              <a:avLst/>
              <a:gdLst>
                <a:gd name="connsiteX0" fmla="*/ 700564 w 1400175"/>
                <a:gd name="connsiteY0" fmla="*/ 7144 h 1400175"/>
                <a:gd name="connsiteX1" fmla="*/ 7144 w 1400175"/>
                <a:gd name="connsiteY1" fmla="*/ 700564 h 1400175"/>
                <a:gd name="connsiteX2" fmla="*/ 700564 w 1400175"/>
                <a:gd name="connsiteY2" fmla="*/ 1397794 h 1400175"/>
                <a:gd name="connsiteX3" fmla="*/ 1393984 w 1400175"/>
                <a:gd name="connsiteY3" fmla="*/ 704374 h 1400175"/>
                <a:gd name="connsiteX4" fmla="*/ 700564 w 1400175"/>
                <a:gd name="connsiteY4" fmla="*/ 7144 h 1400175"/>
                <a:gd name="connsiteX5" fmla="*/ 700564 w 1400175"/>
                <a:gd name="connsiteY5" fmla="*/ 1272064 h 1400175"/>
                <a:gd name="connsiteX6" fmla="*/ 129064 w 1400175"/>
                <a:gd name="connsiteY6" fmla="*/ 700564 h 1400175"/>
                <a:gd name="connsiteX7" fmla="*/ 700564 w 1400175"/>
                <a:gd name="connsiteY7" fmla="*/ 129064 h 1400175"/>
                <a:gd name="connsiteX8" fmla="*/ 1272064 w 1400175"/>
                <a:gd name="connsiteY8" fmla="*/ 700564 h 1400175"/>
                <a:gd name="connsiteX9" fmla="*/ 700564 w 1400175"/>
                <a:gd name="connsiteY9" fmla="*/ 1272064 h 1400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00175" h="1400175">
                  <a:moveTo>
                    <a:pt x="700564" y="7144"/>
                  </a:moveTo>
                  <a:cubicBezTo>
                    <a:pt x="319564" y="7144"/>
                    <a:pt x="7144" y="319564"/>
                    <a:pt x="7144" y="700564"/>
                  </a:cubicBezTo>
                  <a:cubicBezTo>
                    <a:pt x="7144" y="1081564"/>
                    <a:pt x="315754" y="1397794"/>
                    <a:pt x="700564" y="1397794"/>
                  </a:cubicBezTo>
                  <a:cubicBezTo>
                    <a:pt x="1085374" y="1397794"/>
                    <a:pt x="1393984" y="1085374"/>
                    <a:pt x="1393984" y="704374"/>
                  </a:cubicBezTo>
                  <a:cubicBezTo>
                    <a:pt x="1393984" y="323374"/>
                    <a:pt x="1081564" y="7144"/>
                    <a:pt x="700564" y="7144"/>
                  </a:cubicBezTo>
                  <a:close/>
                  <a:moveTo>
                    <a:pt x="700564" y="1272064"/>
                  </a:moveTo>
                  <a:cubicBezTo>
                    <a:pt x="384334" y="1272064"/>
                    <a:pt x="129064" y="1016794"/>
                    <a:pt x="129064" y="700564"/>
                  </a:cubicBezTo>
                  <a:cubicBezTo>
                    <a:pt x="125254" y="384334"/>
                    <a:pt x="384334" y="129064"/>
                    <a:pt x="700564" y="129064"/>
                  </a:cubicBezTo>
                  <a:cubicBezTo>
                    <a:pt x="1016794" y="129064"/>
                    <a:pt x="1272064" y="384334"/>
                    <a:pt x="1272064" y="700564"/>
                  </a:cubicBezTo>
                  <a:cubicBezTo>
                    <a:pt x="1272064" y="1016794"/>
                    <a:pt x="1016794" y="1272064"/>
                    <a:pt x="700564" y="12720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1265413D-4667-4013-87D4-245DEDEF8883}"/>
                </a:ext>
              </a:extLst>
            </p:cNvPr>
            <p:cNvSpPr/>
            <p:nvPr/>
          </p:nvSpPr>
          <p:spPr>
            <a:xfrm>
              <a:off x="5664994" y="3932396"/>
              <a:ext cx="1771650" cy="1371600"/>
            </a:xfrm>
            <a:custGeom>
              <a:avLst/>
              <a:gdLst>
                <a:gd name="connsiteX0" fmla="*/ 1706404 w 1771650"/>
                <a:gd name="connsiteY0" fmla="*/ 254794 h 1371600"/>
                <a:gd name="connsiteX1" fmla="*/ 1656874 w 1771650"/>
                <a:gd name="connsiteY1" fmla="*/ 254794 h 1371600"/>
                <a:gd name="connsiteX2" fmla="*/ 1656874 w 1771650"/>
                <a:gd name="connsiteY2" fmla="*/ 68104 h 1371600"/>
                <a:gd name="connsiteX3" fmla="*/ 1595914 w 1771650"/>
                <a:gd name="connsiteY3" fmla="*/ 7144 h 1371600"/>
                <a:gd name="connsiteX4" fmla="*/ 342424 w 1771650"/>
                <a:gd name="connsiteY4" fmla="*/ 7144 h 1371600"/>
                <a:gd name="connsiteX5" fmla="*/ 281464 w 1771650"/>
                <a:gd name="connsiteY5" fmla="*/ 68104 h 1371600"/>
                <a:gd name="connsiteX6" fmla="*/ 281464 w 1771650"/>
                <a:gd name="connsiteY6" fmla="*/ 315754 h 1371600"/>
                <a:gd name="connsiteX7" fmla="*/ 342424 w 1771650"/>
                <a:gd name="connsiteY7" fmla="*/ 376714 h 1371600"/>
                <a:gd name="connsiteX8" fmla="*/ 391954 w 1771650"/>
                <a:gd name="connsiteY8" fmla="*/ 376714 h 1371600"/>
                <a:gd name="connsiteX9" fmla="*/ 391954 w 1771650"/>
                <a:gd name="connsiteY9" fmla="*/ 502444 h 1371600"/>
                <a:gd name="connsiteX10" fmla="*/ 296704 w 1771650"/>
                <a:gd name="connsiteY10" fmla="*/ 502444 h 1371600"/>
                <a:gd name="connsiteX11" fmla="*/ 235744 w 1771650"/>
                <a:gd name="connsiteY11" fmla="*/ 563404 h 1371600"/>
                <a:gd name="connsiteX12" fmla="*/ 235744 w 1771650"/>
                <a:gd name="connsiteY12" fmla="*/ 750094 h 1371600"/>
                <a:gd name="connsiteX13" fmla="*/ 68104 w 1771650"/>
                <a:gd name="connsiteY13" fmla="*/ 750094 h 1371600"/>
                <a:gd name="connsiteX14" fmla="*/ 7144 w 1771650"/>
                <a:gd name="connsiteY14" fmla="*/ 811054 h 1371600"/>
                <a:gd name="connsiteX15" fmla="*/ 7144 w 1771650"/>
                <a:gd name="connsiteY15" fmla="*/ 1058704 h 1371600"/>
                <a:gd name="connsiteX16" fmla="*/ 68104 w 1771650"/>
                <a:gd name="connsiteY16" fmla="*/ 1119664 h 1371600"/>
                <a:gd name="connsiteX17" fmla="*/ 136684 w 1771650"/>
                <a:gd name="connsiteY17" fmla="*/ 1119664 h 1371600"/>
                <a:gd name="connsiteX18" fmla="*/ 136684 w 1771650"/>
                <a:gd name="connsiteY18" fmla="*/ 1306354 h 1371600"/>
                <a:gd name="connsiteX19" fmla="*/ 197644 w 1771650"/>
                <a:gd name="connsiteY19" fmla="*/ 1367314 h 1371600"/>
                <a:gd name="connsiteX20" fmla="*/ 1451134 w 1771650"/>
                <a:gd name="connsiteY20" fmla="*/ 1367314 h 1371600"/>
                <a:gd name="connsiteX21" fmla="*/ 1512094 w 1771650"/>
                <a:gd name="connsiteY21" fmla="*/ 1306354 h 1371600"/>
                <a:gd name="connsiteX22" fmla="*/ 1512094 w 1771650"/>
                <a:gd name="connsiteY22" fmla="*/ 1058704 h 1371600"/>
                <a:gd name="connsiteX23" fmla="*/ 1451134 w 1771650"/>
                <a:gd name="connsiteY23" fmla="*/ 997744 h 1371600"/>
                <a:gd name="connsiteX24" fmla="*/ 1382554 w 1771650"/>
                <a:gd name="connsiteY24" fmla="*/ 997744 h 1371600"/>
                <a:gd name="connsiteX25" fmla="*/ 1382554 w 1771650"/>
                <a:gd name="connsiteY25" fmla="*/ 872014 h 1371600"/>
                <a:gd name="connsiteX26" fmla="*/ 1550194 w 1771650"/>
                <a:gd name="connsiteY26" fmla="*/ 872014 h 1371600"/>
                <a:gd name="connsiteX27" fmla="*/ 1611154 w 1771650"/>
                <a:gd name="connsiteY27" fmla="*/ 811054 h 1371600"/>
                <a:gd name="connsiteX28" fmla="*/ 1611154 w 1771650"/>
                <a:gd name="connsiteY28" fmla="*/ 624364 h 1371600"/>
                <a:gd name="connsiteX29" fmla="*/ 1706404 w 1771650"/>
                <a:gd name="connsiteY29" fmla="*/ 624364 h 1371600"/>
                <a:gd name="connsiteX30" fmla="*/ 1767364 w 1771650"/>
                <a:gd name="connsiteY30" fmla="*/ 563404 h 1371600"/>
                <a:gd name="connsiteX31" fmla="*/ 1767364 w 1771650"/>
                <a:gd name="connsiteY31" fmla="*/ 315754 h 1371600"/>
                <a:gd name="connsiteX32" fmla="*/ 1706404 w 1771650"/>
                <a:gd name="connsiteY32" fmla="*/ 254794 h 1371600"/>
                <a:gd name="connsiteX33" fmla="*/ 403384 w 1771650"/>
                <a:gd name="connsiteY33" fmla="*/ 132874 h 1371600"/>
                <a:gd name="connsiteX34" fmla="*/ 1534954 w 1771650"/>
                <a:gd name="connsiteY34" fmla="*/ 132874 h 1371600"/>
                <a:gd name="connsiteX35" fmla="*/ 1534954 w 1771650"/>
                <a:gd name="connsiteY35" fmla="*/ 258604 h 1371600"/>
                <a:gd name="connsiteX36" fmla="*/ 452914 w 1771650"/>
                <a:gd name="connsiteY36" fmla="*/ 258604 h 1371600"/>
                <a:gd name="connsiteX37" fmla="*/ 403384 w 1771650"/>
                <a:gd name="connsiteY37" fmla="*/ 258604 h 1371600"/>
                <a:gd name="connsiteX38" fmla="*/ 403384 w 1771650"/>
                <a:gd name="connsiteY38" fmla="*/ 132874 h 1371600"/>
                <a:gd name="connsiteX39" fmla="*/ 129064 w 1771650"/>
                <a:gd name="connsiteY39" fmla="*/ 993934 h 1371600"/>
                <a:gd name="connsiteX40" fmla="*/ 129064 w 1771650"/>
                <a:gd name="connsiteY40" fmla="*/ 868204 h 1371600"/>
                <a:gd name="connsiteX41" fmla="*/ 296704 w 1771650"/>
                <a:gd name="connsiteY41" fmla="*/ 868204 h 1371600"/>
                <a:gd name="connsiteX42" fmla="*/ 1260634 w 1771650"/>
                <a:gd name="connsiteY42" fmla="*/ 868204 h 1371600"/>
                <a:gd name="connsiteX43" fmla="*/ 1260634 w 1771650"/>
                <a:gd name="connsiteY43" fmla="*/ 993934 h 1371600"/>
                <a:gd name="connsiteX44" fmla="*/ 197644 w 1771650"/>
                <a:gd name="connsiteY44" fmla="*/ 993934 h 1371600"/>
                <a:gd name="connsiteX45" fmla="*/ 129064 w 1771650"/>
                <a:gd name="connsiteY45" fmla="*/ 993934 h 1371600"/>
                <a:gd name="connsiteX46" fmla="*/ 1390174 w 1771650"/>
                <a:gd name="connsiteY46" fmla="*/ 1115854 h 1371600"/>
                <a:gd name="connsiteX47" fmla="*/ 1390174 w 1771650"/>
                <a:gd name="connsiteY47" fmla="*/ 1241584 h 1371600"/>
                <a:gd name="connsiteX48" fmla="*/ 1390174 w 1771650"/>
                <a:gd name="connsiteY48" fmla="*/ 1241584 h 1371600"/>
                <a:gd name="connsiteX49" fmla="*/ 258604 w 1771650"/>
                <a:gd name="connsiteY49" fmla="*/ 1241584 h 1371600"/>
                <a:gd name="connsiteX50" fmla="*/ 258604 w 1771650"/>
                <a:gd name="connsiteY50" fmla="*/ 1115854 h 1371600"/>
                <a:gd name="connsiteX51" fmla="*/ 1321594 w 1771650"/>
                <a:gd name="connsiteY51" fmla="*/ 1115854 h 1371600"/>
                <a:gd name="connsiteX52" fmla="*/ 1390174 w 1771650"/>
                <a:gd name="connsiteY52" fmla="*/ 1115854 h 1371600"/>
                <a:gd name="connsiteX53" fmla="*/ 1489234 w 1771650"/>
                <a:gd name="connsiteY53" fmla="*/ 750094 h 1371600"/>
                <a:gd name="connsiteX54" fmla="*/ 1321594 w 1771650"/>
                <a:gd name="connsiteY54" fmla="*/ 750094 h 1371600"/>
                <a:gd name="connsiteX55" fmla="*/ 357664 w 1771650"/>
                <a:gd name="connsiteY55" fmla="*/ 750094 h 1371600"/>
                <a:gd name="connsiteX56" fmla="*/ 357664 w 1771650"/>
                <a:gd name="connsiteY56" fmla="*/ 624364 h 1371600"/>
                <a:gd name="connsiteX57" fmla="*/ 452914 w 1771650"/>
                <a:gd name="connsiteY57" fmla="*/ 624364 h 1371600"/>
                <a:gd name="connsiteX58" fmla="*/ 1489234 w 1771650"/>
                <a:gd name="connsiteY58" fmla="*/ 624364 h 1371600"/>
                <a:gd name="connsiteX59" fmla="*/ 1489234 w 1771650"/>
                <a:gd name="connsiteY59" fmla="*/ 750094 h 1371600"/>
                <a:gd name="connsiteX60" fmla="*/ 1645444 w 1771650"/>
                <a:gd name="connsiteY60" fmla="*/ 502444 h 1371600"/>
                <a:gd name="connsiteX61" fmla="*/ 1550194 w 1771650"/>
                <a:gd name="connsiteY61" fmla="*/ 502444 h 1371600"/>
                <a:gd name="connsiteX62" fmla="*/ 513874 w 1771650"/>
                <a:gd name="connsiteY62" fmla="*/ 502444 h 1371600"/>
                <a:gd name="connsiteX63" fmla="*/ 513874 w 1771650"/>
                <a:gd name="connsiteY63" fmla="*/ 376714 h 1371600"/>
                <a:gd name="connsiteX64" fmla="*/ 1595914 w 1771650"/>
                <a:gd name="connsiteY64" fmla="*/ 376714 h 1371600"/>
                <a:gd name="connsiteX65" fmla="*/ 1645444 w 1771650"/>
                <a:gd name="connsiteY65" fmla="*/ 376714 h 1371600"/>
                <a:gd name="connsiteX66" fmla="*/ 1645444 w 1771650"/>
                <a:gd name="connsiteY66" fmla="*/ 502444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771650" h="1371600">
                  <a:moveTo>
                    <a:pt x="1706404" y="254794"/>
                  </a:moveTo>
                  <a:lnTo>
                    <a:pt x="1656874" y="254794"/>
                  </a:lnTo>
                  <a:lnTo>
                    <a:pt x="1656874" y="68104"/>
                  </a:lnTo>
                  <a:cubicBezTo>
                    <a:pt x="1656874" y="33814"/>
                    <a:pt x="1630204" y="7144"/>
                    <a:pt x="1595914" y="7144"/>
                  </a:cubicBezTo>
                  <a:lnTo>
                    <a:pt x="342424" y="7144"/>
                  </a:lnTo>
                  <a:cubicBezTo>
                    <a:pt x="308134" y="7144"/>
                    <a:pt x="281464" y="33814"/>
                    <a:pt x="281464" y="68104"/>
                  </a:cubicBezTo>
                  <a:lnTo>
                    <a:pt x="281464" y="315754"/>
                  </a:lnTo>
                  <a:cubicBezTo>
                    <a:pt x="281464" y="350044"/>
                    <a:pt x="308134" y="376714"/>
                    <a:pt x="342424" y="376714"/>
                  </a:cubicBezTo>
                  <a:lnTo>
                    <a:pt x="391954" y="376714"/>
                  </a:lnTo>
                  <a:lnTo>
                    <a:pt x="391954" y="502444"/>
                  </a:lnTo>
                  <a:lnTo>
                    <a:pt x="296704" y="502444"/>
                  </a:lnTo>
                  <a:cubicBezTo>
                    <a:pt x="262414" y="502444"/>
                    <a:pt x="235744" y="529114"/>
                    <a:pt x="235744" y="563404"/>
                  </a:cubicBezTo>
                  <a:lnTo>
                    <a:pt x="235744" y="750094"/>
                  </a:lnTo>
                  <a:lnTo>
                    <a:pt x="68104" y="750094"/>
                  </a:lnTo>
                  <a:cubicBezTo>
                    <a:pt x="33814" y="750094"/>
                    <a:pt x="7144" y="776764"/>
                    <a:pt x="7144" y="811054"/>
                  </a:cubicBezTo>
                  <a:lnTo>
                    <a:pt x="7144" y="1058704"/>
                  </a:lnTo>
                  <a:cubicBezTo>
                    <a:pt x="7144" y="1092994"/>
                    <a:pt x="33814" y="1119664"/>
                    <a:pt x="68104" y="1119664"/>
                  </a:cubicBezTo>
                  <a:lnTo>
                    <a:pt x="136684" y="1119664"/>
                  </a:lnTo>
                  <a:lnTo>
                    <a:pt x="136684" y="1306354"/>
                  </a:lnTo>
                  <a:cubicBezTo>
                    <a:pt x="136684" y="1340644"/>
                    <a:pt x="163354" y="1367314"/>
                    <a:pt x="197644" y="1367314"/>
                  </a:cubicBezTo>
                  <a:lnTo>
                    <a:pt x="1451134" y="1367314"/>
                  </a:lnTo>
                  <a:cubicBezTo>
                    <a:pt x="1485424" y="1367314"/>
                    <a:pt x="1512094" y="1340644"/>
                    <a:pt x="1512094" y="1306354"/>
                  </a:cubicBezTo>
                  <a:lnTo>
                    <a:pt x="1512094" y="1058704"/>
                  </a:lnTo>
                  <a:cubicBezTo>
                    <a:pt x="1512094" y="1024414"/>
                    <a:pt x="1485424" y="997744"/>
                    <a:pt x="1451134" y="997744"/>
                  </a:cubicBezTo>
                  <a:lnTo>
                    <a:pt x="1382554" y="997744"/>
                  </a:lnTo>
                  <a:lnTo>
                    <a:pt x="1382554" y="872014"/>
                  </a:lnTo>
                  <a:lnTo>
                    <a:pt x="1550194" y="872014"/>
                  </a:lnTo>
                  <a:cubicBezTo>
                    <a:pt x="1584484" y="872014"/>
                    <a:pt x="1611154" y="845344"/>
                    <a:pt x="1611154" y="811054"/>
                  </a:cubicBezTo>
                  <a:lnTo>
                    <a:pt x="1611154" y="624364"/>
                  </a:lnTo>
                  <a:lnTo>
                    <a:pt x="1706404" y="624364"/>
                  </a:lnTo>
                  <a:cubicBezTo>
                    <a:pt x="1740694" y="624364"/>
                    <a:pt x="1767364" y="597694"/>
                    <a:pt x="1767364" y="563404"/>
                  </a:cubicBezTo>
                  <a:lnTo>
                    <a:pt x="1767364" y="315754"/>
                  </a:lnTo>
                  <a:cubicBezTo>
                    <a:pt x="1767364" y="285274"/>
                    <a:pt x="1740694" y="254794"/>
                    <a:pt x="1706404" y="254794"/>
                  </a:cubicBezTo>
                  <a:close/>
                  <a:moveTo>
                    <a:pt x="403384" y="132874"/>
                  </a:moveTo>
                  <a:lnTo>
                    <a:pt x="1534954" y="132874"/>
                  </a:lnTo>
                  <a:lnTo>
                    <a:pt x="1534954" y="258604"/>
                  </a:lnTo>
                  <a:lnTo>
                    <a:pt x="452914" y="258604"/>
                  </a:lnTo>
                  <a:lnTo>
                    <a:pt x="403384" y="258604"/>
                  </a:lnTo>
                  <a:lnTo>
                    <a:pt x="403384" y="132874"/>
                  </a:lnTo>
                  <a:close/>
                  <a:moveTo>
                    <a:pt x="129064" y="993934"/>
                  </a:moveTo>
                  <a:lnTo>
                    <a:pt x="129064" y="868204"/>
                  </a:lnTo>
                  <a:lnTo>
                    <a:pt x="296704" y="868204"/>
                  </a:lnTo>
                  <a:lnTo>
                    <a:pt x="1260634" y="868204"/>
                  </a:lnTo>
                  <a:lnTo>
                    <a:pt x="1260634" y="993934"/>
                  </a:lnTo>
                  <a:lnTo>
                    <a:pt x="197644" y="993934"/>
                  </a:lnTo>
                  <a:lnTo>
                    <a:pt x="129064" y="993934"/>
                  </a:lnTo>
                  <a:close/>
                  <a:moveTo>
                    <a:pt x="1390174" y="1115854"/>
                  </a:moveTo>
                  <a:lnTo>
                    <a:pt x="1390174" y="1241584"/>
                  </a:lnTo>
                  <a:lnTo>
                    <a:pt x="1390174" y="1241584"/>
                  </a:lnTo>
                  <a:lnTo>
                    <a:pt x="258604" y="1241584"/>
                  </a:lnTo>
                  <a:lnTo>
                    <a:pt x="258604" y="1115854"/>
                  </a:lnTo>
                  <a:lnTo>
                    <a:pt x="1321594" y="1115854"/>
                  </a:lnTo>
                  <a:lnTo>
                    <a:pt x="1390174" y="1115854"/>
                  </a:lnTo>
                  <a:close/>
                  <a:moveTo>
                    <a:pt x="1489234" y="750094"/>
                  </a:moveTo>
                  <a:lnTo>
                    <a:pt x="1321594" y="750094"/>
                  </a:lnTo>
                  <a:lnTo>
                    <a:pt x="357664" y="750094"/>
                  </a:lnTo>
                  <a:lnTo>
                    <a:pt x="357664" y="624364"/>
                  </a:lnTo>
                  <a:lnTo>
                    <a:pt x="452914" y="624364"/>
                  </a:lnTo>
                  <a:lnTo>
                    <a:pt x="1489234" y="624364"/>
                  </a:lnTo>
                  <a:lnTo>
                    <a:pt x="1489234" y="750094"/>
                  </a:lnTo>
                  <a:close/>
                  <a:moveTo>
                    <a:pt x="1645444" y="502444"/>
                  </a:moveTo>
                  <a:lnTo>
                    <a:pt x="1550194" y="502444"/>
                  </a:lnTo>
                  <a:lnTo>
                    <a:pt x="513874" y="502444"/>
                  </a:lnTo>
                  <a:lnTo>
                    <a:pt x="513874" y="376714"/>
                  </a:lnTo>
                  <a:lnTo>
                    <a:pt x="1595914" y="376714"/>
                  </a:lnTo>
                  <a:lnTo>
                    <a:pt x="1645444" y="376714"/>
                  </a:lnTo>
                  <a:lnTo>
                    <a:pt x="1645444" y="5024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8" name="Graphic 15">
            <a:extLst>
              <a:ext uri="{FF2B5EF4-FFF2-40B4-BE49-F238E27FC236}">
                <a16:creationId xmlns:a16="http://schemas.microsoft.com/office/drawing/2014/main" id="{340192A4-4219-4DAB-8F0C-0B94E181EFD9}"/>
              </a:ext>
            </a:extLst>
          </p:cNvPr>
          <p:cNvGrpSpPr>
            <a:grpSpLocks noChangeAspect="1"/>
          </p:cNvGrpSpPr>
          <p:nvPr/>
        </p:nvGrpSpPr>
        <p:grpSpPr>
          <a:xfrm>
            <a:off x="3246366" y="4797192"/>
            <a:ext cx="410770" cy="502920"/>
            <a:chOff x="5300663" y="2352675"/>
            <a:chExt cx="2505075" cy="30670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2281B42-0F74-468C-8B90-2E0AC27D4830}"/>
                </a:ext>
              </a:extLst>
            </p:cNvPr>
            <p:cNvSpPr/>
            <p:nvPr/>
          </p:nvSpPr>
          <p:spPr>
            <a:xfrm>
              <a:off x="5293519" y="2345531"/>
              <a:ext cx="2514600" cy="3076575"/>
            </a:xfrm>
            <a:custGeom>
              <a:avLst/>
              <a:gdLst>
                <a:gd name="connsiteX0" fmla="*/ 2384584 w 2514600"/>
                <a:gd name="connsiteY0" fmla="*/ 2704624 h 3076575"/>
                <a:gd name="connsiteX1" fmla="*/ 2361724 w 2514600"/>
                <a:gd name="connsiteY1" fmla="*/ 2426494 h 3076575"/>
                <a:gd name="connsiteX2" fmla="*/ 1542574 w 2514600"/>
                <a:gd name="connsiteY2" fmla="*/ 803434 h 3076575"/>
                <a:gd name="connsiteX3" fmla="*/ 1554004 w 2514600"/>
                <a:gd name="connsiteY3" fmla="*/ 769144 h 3076575"/>
                <a:gd name="connsiteX4" fmla="*/ 1496854 w 2514600"/>
                <a:gd name="connsiteY4" fmla="*/ 708184 h 3076575"/>
                <a:gd name="connsiteX5" fmla="*/ 1786414 w 2514600"/>
                <a:gd name="connsiteY5" fmla="*/ 132874 h 3076575"/>
                <a:gd name="connsiteX6" fmla="*/ 1767364 w 2514600"/>
                <a:gd name="connsiteY6" fmla="*/ 52864 h 3076575"/>
                <a:gd name="connsiteX7" fmla="*/ 1614964 w 2514600"/>
                <a:gd name="connsiteY7" fmla="*/ 7144 h 3076575"/>
                <a:gd name="connsiteX8" fmla="*/ 1306354 w 2514600"/>
                <a:gd name="connsiteY8" fmla="*/ 37624 h 3076575"/>
                <a:gd name="connsiteX9" fmla="*/ 932974 w 2514600"/>
                <a:gd name="connsiteY9" fmla="*/ 71914 h 3076575"/>
                <a:gd name="connsiteX10" fmla="*/ 803434 w 2514600"/>
                <a:gd name="connsiteY10" fmla="*/ 56674 h 3076575"/>
                <a:gd name="connsiteX11" fmla="*/ 750094 w 2514600"/>
                <a:gd name="connsiteY11" fmla="*/ 64294 h 3076575"/>
                <a:gd name="connsiteX12" fmla="*/ 723424 w 2514600"/>
                <a:gd name="connsiteY12" fmla="*/ 113824 h 3076575"/>
                <a:gd name="connsiteX13" fmla="*/ 1005364 w 2514600"/>
                <a:gd name="connsiteY13" fmla="*/ 708184 h 3076575"/>
                <a:gd name="connsiteX14" fmla="*/ 959644 w 2514600"/>
                <a:gd name="connsiteY14" fmla="*/ 765334 h 3076575"/>
                <a:gd name="connsiteX15" fmla="*/ 974884 w 2514600"/>
                <a:gd name="connsiteY15" fmla="*/ 803434 h 3076575"/>
                <a:gd name="connsiteX16" fmla="*/ 163354 w 2514600"/>
                <a:gd name="connsiteY16" fmla="*/ 2426494 h 3076575"/>
                <a:gd name="connsiteX17" fmla="*/ 140494 w 2514600"/>
                <a:gd name="connsiteY17" fmla="*/ 2704624 h 3076575"/>
                <a:gd name="connsiteX18" fmla="*/ 7144 w 2514600"/>
                <a:gd name="connsiteY18" fmla="*/ 2860834 h 3076575"/>
                <a:gd name="connsiteX19" fmla="*/ 7144 w 2514600"/>
                <a:gd name="connsiteY19" fmla="*/ 2910364 h 3076575"/>
                <a:gd name="connsiteX20" fmla="*/ 167164 w 2514600"/>
                <a:gd name="connsiteY20" fmla="*/ 3070384 h 3076575"/>
                <a:gd name="connsiteX21" fmla="*/ 2354104 w 2514600"/>
                <a:gd name="connsiteY21" fmla="*/ 3070384 h 3076575"/>
                <a:gd name="connsiteX22" fmla="*/ 2514124 w 2514600"/>
                <a:gd name="connsiteY22" fmla="*/ 2910364 h 3076575"/>
                <a:gd name="connsiteX23" fmla="*/ 2514124 w 2514600"/>
                <a:gd name="connsiteY23" fmla="*/ 2860834 h 3076575"/>
                <a:gd name="connsiteX24" fmla="*/ 2384584 w 2514600"/>
                <a:gd name="connsiteY24" fmla="*/ 2704624 h 3076575"/>
                <a:gd name="connsiteX25" fmla="*/ 856774 w 2514600"/>
                <a:gd name="connsiteY25" fmla="*/ 190024 h 3076575"/>
                <a:gd name="connsiteX26" fmla="*/ 1325404 w 2514600"/>
                <a:gd name="connsiteY26" fmla="*/ 155734 h 3076575"/>
                <a:gd name="connsiteX27" fmla="*/ 1618774 w 2514600"/>
                <a:gd name="connsiteY27" fmla="*/ 125254 h 3076575"/>
                <a:gd name="connsiteX28" fmla="*/ 1668304 w 2514600"/>
                <a:gd name="connsiteY28" fmla="*/ 129064 h 3076575"/>
                <a:gd name="connsiteX29" fmla="*/ 1298734 w 2514600"/>
                <a:gd name="connsiteY29" fmla="*/ 704374 h 3076575"/>
                <a:gd name="connsiteX30" fmla="*/ 1211104 w 2514600"/>
                <a:gd name="connsiteY30" fmla="*/ 704374 h 3076575"/>
                <a:gd name="connsiteX31" fmla="*/ 856774 w 2514600"/>
                <a:gd name="connsiteY31" fmla="*/ 190024 h 3076575"/>
                <a:gd name="connsiteX32" fmla="*/ 2396014 w 2514600"/>
                <a:gd name="connsiteY32" fmla="*/ 2914174 h 3076575"/>
                <a:gd name="connsiteX33" fmla="*/ 2357914 w 2514600"/>
                <a:gd name="connsiteY33" fmla="*/ 2952274 h 3076575"/>
                <a:gd name="connsiteX34" fmla="*/ 170974 w 2514600"/>
                <a:gd name="connsiteY34" fmla="*/ 2952274 h 3076575"/>
                <a:gd name="connsiteX35" fmla="*/ 132874 w 2514600"/>
                <a:gd name="connsiteY35" fmla="*/ 2914174 h 3076575"/>
                <a:gd name="connsiteX36" fmla="*/ 132874 w 2514600"/>
                <a:gd name="connsiteY36" fmla="*/ 2864644 h 3076575"/>
                <a:gd name="connsiteX37" fmla="*/ 170974 w 2514600"/>
                <a:gd name="connsiteY37" fmla="*/ 2826544 h 3076575"/>
                <a:gd name="connsiteX38" fmla="*/ 289084 w 2514600"/>
                <a:gd name="connsiteY38" fmla="*/ 2430304 h 3076575"/>
                <a:gd name="connsiteX39" fmla="*/ 1264444 w 2514600"/>
                <a:gd name="connsiteY39" fmla="*/ 891064 h 3076575"/>
                <a:gd name="connsiteX40" fmla="*/ 2239804 w 2514600"/>
                <a:gd name="connsiteY40" fmla="*/ 2430304 h 3076575"/>
                <a:gd name="connsiteX41" fmla="*/ 2357914 w 2514600"/>
                <a:gd name="connsiteY41" fmla="*/ 2826544 h 3076575"/>
                <a:gd name="connsiteX42" fmla="*/ 2396014 w 2514600"/>
                <a:gd name="connsiteY42" fmla="*/ 2864644 h 3076575"/>
                <a:gd name="connsiteX43" fmla="*/ 2396014 w 2514600"/>
                <a:gd name="connsiteY43" fmla="*/ 2914174 h 3076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14600" h="3076575">
                  <a:moveTo>
                    <a:pt x="2384584" y="2704624"/>
                  </a:moveTo>
                  <a:cubicBezTo>
                    <a:pt x="2373154" y="2658904"/>
                    <a:pt x="2365534" y="2536984"/>
                    <a:pt x="2361724" y="2426494"/>
                  </a:cubicBezTo>
                  <a:cubicBezTo>
                    <a:pt x="2342674" y="1942624"/>
                    <a:pt x="2308384" y="982504"/>
                    <a:pt x="1542574" y="803434"/>
                  </a:cubicBezTo>
                  <a:cubicBezTo>
                    <a:pt x="1550194" y="792004"/>
                    <a:pt x="1554004" y="780574"/>
                    <a:pt x="1554004" y="769144"/>
                  </a:cubicBezTo>
                  <a:cubicBezTo>
                    <a:pt x="1554004" y="738664"/>
                    <a:pt x="1531144" y="711994"/>
                    <a:pt x="1496854" y="708184"/>
                  </a:cubicBezTo>
                  <a:cubicBezTo>
                    <a:pt x="1622584" y="586264"/>
                    <a:pt x="1736884" y="388144"/>
                    <a:pt x="1786414" y="132874"/>
                  </a:cubicBezTo>
                  <a:cubicBezTo>
                    <a:pt x="1794034" y="102394"/>
                    <a:pt x="1786414" y="75724"/>
                    <a:pt x="1767364" y="52864"/>
                  </a:cubicBezTo>
                  <a:cubicBezTo>
                    <a:pt x="1733074" y="10954"/>
                    <a:pt x="1668304" y="7144"/>
                    <a:pt x="1614964" y="7144"/>
                  </a:cubicBezTo>
                  <a:cubicBezTo>
                    <a:pt x="1534954" y="7144"/>
                    <a:pt x="1424464" y="22384"/>
                    <a:pt x="1306354" y="37624"/>
                  </a:cubicBezTo>
                  <a:cubicBezTo>
                    <a:pt x="1176814" y="56674"/>
                    <a:pt x="1039654" y="71914"/>
                    <a:pt x="932974" y="71914"/>
                  </a:cubicBezTo>
                  <a:cubicBezTo>
                    <a:pt x="875824" y="71914"/>
                    <a:pt x="833914" y="68104"/>
                    <a:pt x="803434" y="56674"/>
                  </a:cubicBezTo>
                  <a:cubicBezTo>
                    <a:pt x="784384" y="49054"/>
                    <a:pt x="765334" y="52864"/>
                    <a:pt x="750094" y="64294"/>
                  </a:cubicBezTo>
                  <a:cubicBezTo>
                    <a:pt x="734854" y="75724"/>
                    <a:pt x="723424" y="94774"/>
                    <a:pt x="723424" y="113824"/>
                  </a:cubicBezTo>
                  <a:cubicBezTo>
                    <a:pt x="723424" y="327184"/>
                    <a:pt x="856774" y="563404"/>
                    <a:pt x="1005364" y="708184"/>
                  </a:cubicBezTo>
                  <a:cubicBezTo>
                    <a:pt x="978694" y="715804"/>
                    <a:pt x="959644" y="738664"/>
                    <a:pt x="959644" y="765334"/>
                  </a:cubicBezTo>
                  <a:cubicBezTo>
                    <a:pt x="959644" y="780574"/>
                    <a:pt x="963454" y="792004"/>
                    <a:pt x="974884" y="803434"/>
                  </a:cubicBezTo>
                  <a:cubicBezTo>
                    <a:pt x="216694" y="993934"/>
                    <a:pt x="182404" y="1942624"/>
                    <a:pt x="163354" y="2426494"/>
                  </a:cubicBezTo>
                  <a:cubicBezTo>
                    <a:pt x="159544" y="2536984"/>
                    <a:pt x="155734" y="2662714"/>
                    <a:pt x="140494" y="2704624"/>
                  </a:cubicBezTo>
                  <a:cubicBezTo>
                    <a:pt x="64294" y="2716054"/>
                    <a:pt x="7144" y="2780824"/>
                    <a:pt x="7144" y="2860834"/>
                  </a:cubicBezTo>
                  <a:lnTo>
                    <a:pt x="7144" y="2910364"/>
                  </a:lnTo>
                  <a:cubicBezTo>
                    <a:pt x="7144" y="2997994"/>
                    <a:pt x="79534" y="3070384"/>
                    <a:pt x="167164" y="3070384"/>
                  </a:cubicBezTo>
                  <a:lnTo>
                    <a:pt x="2354104" y="3070384"/>
                  </a:lnTo>
                  <a:cubicBezTo>
                    <a:pt x="2441734" y="3070384"/>
                    <a:pt x="2514124" y="2997994"/>
                    <a:pt x="2514124" y="2910364"/>
                  </a:cubicBezTo>
                  <a:lnTo>
                    <a:pt x="2514124" y="2860834"/>
                  </a:lnTo>
                  <a:cubicBezTo>
                    <a:pt x="2517934" y="2784634"/>
                    <a:pt x="2460784" y="2716054"/>
                    <a:pt x="2384584" y="2704624"/>
                  </a:cubicBezTo>
                  <a:close/>
                  <a:moveTo>
                    <a:pt x="856774" y="190024"/>
                  </a:moveTo>
                  <a:cubicBezTo>
                    <a:pt x="974884" y="201454"/>
                    <a:pt x="1157764" y="178594"/>
                    <a:pt x="1325404" y="155734"/>
                  </a:cubicBezTo>
                  <a:cubicBezTo>
                    <a:pt x="1439704" y="140494"/>
                    <a:pt x="1542574" y="125254"/>
                    <a:pt x="1618774" y="125254"/>
                  </a:cubicBezTo>
                  <a:cubicBezTo>
                    <a:pt x="1641634" y="125254"/>
                    <a:pt x="1656874" y="125254"/>
                    <a:pt x="1668304" y="129064"/>
                  </a:cubicBezTo>
                  <a:cubicBezTo>
                    <a:pt x="1595914" y="452914"/>
                    <a:pt x="1416844" y="651034"/>
                    <a:pt x="1298734" y="704374"/>
                  </a:cubicBezTo>
                  <a:lnTo>
                    <a:pt x="1211104" y="704374"/>
                  </a:lnTo>
                  <a:cubicBezTo>
                    <a:pt x="1085374" y="647224"/>
                    <a:pt x="891064" y="414814"/>
                    <a:pt x="856774" y="190024"/>
                  </a:cubicBezTo>
                  <a:close/>
                  <a:moveTo>
                    <a:pt x="2396014" y="2914174"/>
                  </a:moveTo>
                  <a:cubicBezTo>
                    <a:pt x="2396014" y="2933224"/>
                    <a:pt x="2380774" y="2952274"/>
                    <a:pt x="2357914" y="2952274"/>
                  </a:cubicBezTo>
                  <a:lnTo>
                    <a:pt x="170974" y="2952274"/>
                  </a:lnTo>
                  <a:cubicBezTo>
                    <a:pt x="151924" y="2952274"/>
                    <a:pt x="132874" y="2937034"/>
                    <a:pt x="132874" y="2914174"/>
                  </a:cubicBezTo>
                  <a:lnTo>
                    <a:pt x="132874" y="2864644"/>
                  </a:lnTo>
                  <a:cubicBezTo>
                    <a:pt x="132874" y="2845594"/>
                    <a:pt x="148114" y="2826544"/>
                    <a:pt x="170974" y="2826544"/>
                  </a:cubicBezTo>
                  <a:cubicBezTo>
                    <a:pt x="277654" y="2826544"/>
                    <a:pt x="281464" y="2693194"/>
                    <a:pt x="289084" y="2430304"/>
                  </a:cubicBezTo>
                  <a:cubicBezTo>
                    <a:pt x="308134" y="1893094"/>
                    <a:pt x="346234" y="891064"/>
                    <a:pt x="1264444" y="891064"/>
                  </a:cubicBezTo>
                  <a:cubicBezTo>
                    <a:pt x="2182654" y="891064"/>
                    <a:pt x="2220754" y="1893094"/>
                    <a:pt x="2239804" y="2430304"/>
                  </a:cubicBezTo>
                  <a:cubicBezTo>
                    <a:pt x="2251234" y="2693194"/>
                    <a:pt x="2255044" y="2826544"/>
                    <a:pt x="2357914" y="2826544"/>
                  </a:cubicBezTo>
                  <a:cubicBezTo>
                    <a:pt x="2376964" y="2826544"/>
                    <a:pt x="2396014" y="2841784"/>
                    <a:pt x="2396014" y="2864644"/>
                  </a:cubicBezTo>
                  <a:lnTo>
                    <a:pt x="2396014" y="2914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6257BDB-CC87-4A4F-B184-294521D6E1DF}"/>
                </a:ext>
              </a:extLst>
            </p:cNvPr>
            <p:cNvSpPr/>
            <p:nvPr/>
          </p:nvSpPr>
          <p:spPr>
            <a:xfrm>
              <a:off x="6322219" y="3827621"/>
              <a:ext cx="476250" cy="990600"/>
            </a:xfrm>
            <a:custGeom>
              <a:avLst/>
              <a:gdLst>
                <a:gd name="connsiteX0" fmla="*/ 452914 w 476250"/>
                <a:gd name="connsiteY0" fmla="*/ 571024 h 990600"/>
                <a:gd name="connsiteX1" fmla="*/ 433864 w 476250"/>
                <a:gd name="connsiteY1" fmla="*/ 536734 h 990600"/>
                <a:gd name="connsiteX2" fmla="*/ 407194 w 476250"/>
                <a:gd name="connsiteY2" fmla="*/ 506254 h 990600"/>
                <a:gd name="connsiteX3" fmla="*/ 372904 w 476250"/>
                <a:gd name="connsiteY3" fmla="*/ 479584 h 990600"/>
                <a:gd name="connsiteX4" fmla="*/ 334804 w 476250"/>
                <a:gd name="connsiteY4" fmla="*/ 456724 h 990600"/>
                <a:gd name="connsiteX5" fmla="*/ 292894 w 476250"/>
                <a:gd name="connsiteY5" fmla="*/ 437674 h 990600"/>
                <a:gd name="connsiteX6" fmla="*/ 250984 w 476250"/>
                <a:gd name="connsiteY6" fmla="*/ 418624 h 990600"/>
                <a:gd name="connsiteX7" fmla="*/ 228124 w 476250"/>
                <a:gd name="connsiteY7" fmla="*/ 411004 h 990600"/>
                <a:gd name="connsiteX8" fmla="*/ 205264 w 476250"/>
                <a:gd name="connsiteY8" fmla="*/ 399574 h 990600"/>
                <a:gd name="connsiteX9" fmla="*/ 186214 w 476250"/>
                <a:gd name="connsiteY9" fmla="*/ 388144 h 990600"/>
                <a:gd name="connsiteX10" fmla="*/ 170974 w 476250"/>
                <a:gd name="connsiteY10" fmla="*/ 372904 h 990600"/>
                <a:gd name="connsiteX11" fmla="*/ 159544 w 476250"/>
                <a:gd name="connsiteY11" fmla="*/ 353854 h 990600"/>
                <a:gd name="connsiteX12" fmla="*/ 151924 w 476250"/>
                <a:gd name="connsiteY12" fmla="*/ 330994 h 990600"/>
                <a:gd name="connsiteX13" fmla="*/ 151924 w 476250"/>
                <a:gd name="connsiteY13" fmla="*/ 308134 h 990600"/>
                <a:gd name="connsiteX14" fmla="*/ 159544 w 476250"/>
                <a:gd name="connsiteY14" fmla="*/ 285274 h 990600"/>
                <a:gd name="connsiteX15" fmla="*/ 170974 w 476250"/>
                <a:gd name="connsiteY15" fmla="*/ 266224 h 990600"/>
                <a:gd name="connsiteX16" fmla="*/ 190024 w 476250"/>
                <a:gd name="connsiteY16" fmla="*/ 250984 h 990600"/>
                <a:gd name="connsiteX17" fmla="*/ 212884 w 476250"/>
                <a:gd name="connsiteY17" fmla="*/ 239554 h 990600"/>
                <a:gd name="connsiteX18" fmla="*/ 239554 w 476250"/>
                <a:gd name="connsiteY18" fmla="*/ 235744 h 990600"/>
                <a:gd name="connsiteX19" fmla="*/ 254794 w 476250"/>
                <a:gd name="connsiteY19" fmla="*/ 235744 h 990600"/>
                <a:gd name="connsiteX20" fmla="*/ 273844 w 476250"/>
                <a:gd name="connsiteY20" fmla="*/ 235744 h 990600"/>
                <a:gd name="connsiteX21" fmla="*/ 300514 w 476250"/>
                <a:gd name="connsiteY21" fmla="*/ 239554 h 990600"/>
                <a:gd name="connsiteX22" fmla="*/ 327184 w 476250"/>
                <a:gd name="connsiteY22" fmla="*/ 243364 h 990600"/>
                <a:gd name="connsiteX23" fmla="*/ 346234 w 476250"/>
                <a:gd name="connsiteY23" fmla="*/ 247174 h 990600"/>
                <a:gd name="connsiteX24" fmla="*/ 365284 w 476250"/>
                <a:gd name="connsiteY24" fmla="*/ 254794 h 990600"/>
                <a:gd name="connsiteX25" fmla="*/ 391954 w 476250"/>
                <a:gd name="connsiteY25" fmla="*/ 262414 h 990600"/>
                <a:gd name="connsiteX26" fmla="*/ 395764 w 476250"/>
                <a:gd name="connsiteY26" fmla="*/ 231934 h 990600"/>
                <a:gd name="connsiteX27" fmla="*/ 407194 w 476250"/>
                <a:gd name="connsiteY27" fmla="*/ 148114 h 990600"/>
                <a:gd name="connsiteX28" fmla="*/ 411004 w 476250"/>
                <a:gd name="connsiteY28" fmla="*/ 129064 h 990600"/>
                <a:gd name="connsiteX29" fmla="*/ 391954 w 476250"/>
                <a:gd name="connsiteY29" fmla="*/ 121444 h 990600"/>
                <a:gd name="connsiteX30" fmla="*/ 372904 w 476250"/>
                <a:gd name="connsiteY30" fmla="*/ 117634 h 990600"/>
                <a:gd name="connsiteX31" fmla="*/ 353854 w 476250"/>
                <a:gd name="connsiteY31" fmla="*/ 113824 h 990600"/>
                <a:gd name="connsiteX32" fmla="*/ 330994 w 476250"/>
                <a:gd name="connsiteY32" fmla="*/ 110014 h 990600"/>
                <a:gd name="connsiteX33" fmla="*/ 304324 w 476250"/>
                <a:gd name="connsiteY33" fmla="*/ 106204 h 990600"/>
                <a:gd name="connsiteX34" fmla="*/ 296704 w 476250"/>
                <a:gd name="connsiteY34" fmla="*/ 106204 h 990600"/>
                <a:gd name="connsiteX35" fmla="*/ 296704 w 476250"/>
                <a:gd name="connsiteY35" fmla="*/ 30004 h 990600"/>
                <a:gd name="connsiteX36" fmla="*/ 296704 w 476250"/>
                <a:gd name="connsiteY36" fmla="*/ 7144 h 990600"/>
                <a:gd name="connsiteX37" fmla="*/ 273844 w 476250"/>
                <a:gd name="connsiteY37" fmla="*/ 7144 h 990600"/>
                <a:gd name="connsiteX38" fmla="*/ 201454 w 476250"/>
                <a:gd name="connsiteY38" fmla="*/ 7144 h 990600"/>
                <a:gd name="connsiteX39" fmla="*/ 178594 w 476250"/>
                <a:gd name="connsiteY39" fmla="*/ 7144 h 990600"/>
                <a:gd name="connsiteX40" fmla="*/ 178594 w 476250"/>
                <a:gd name="connsiteY40" fmla="*/ 30004 h 990600"/>
                <a:gd name="connsiteX41" fmla="*/ 178594 w 476250"/>
                <a:gd name="connsiteY41" fmla="*/ 110014 h 990600"/>
                <a:gd name="connsiteX42" fmla="*/ 170974 w 476250"/>
                <a:gd name="connsiteY42" fmla="*/ 113824 h 990600"/>
                <a:gd name="connsiteX43" fmla="*/ 125254 w 476250"/>
                <a:gd name="connsiteY43" fmla="*/ 132874 h 990600"/>
                <a:gd name="connsiteX44" fmla="*/ 87154 w 476250"/>
                <a:gd name="connsiteY44" fmla="*/ 159544 h 990600"/>
                <a:gd name="connsiteX45" fmla="*/ 56674 w 476250"/>
                <a:gd name="connsiteY45" fmla="*/ 193834 h 990600"/>
                <a:gd name="connsiteX46" fmla="*/ 33814 w 476250"/>
                <a:gd name="connsiteY46" fmla="*/ 235744 h 990600"/>
                <a:gd name="connsiteX47" fmla="*/ 18574 w 476250"/>
                <a:gd name="connsiteY47" fmla="*/ 281464 h 990600"/>
                <a:gd name="connsiteX48" fmla="*/ 14764 w 476250"/>
                <a:gd name="connsiteY48" fmla="*/ 334804 h 990600"/>
                <a:gd name="connsiteX49" fmla="*/ 18574 w 476250"/>
                <a:gd name="connsiteY49" fmla="*/ 376714 h 990600"/>
                <a:gd name="connsiteX50" fmla="*/ 33814 w 476250"/>
                <a:gd name="connsiteY50" fmla="*/ 418624 h 990600"/>
                <a:gd name="connsiteX51" fmla="*/ 56674 w 476250"/>
                <a:gd name="connsiteY51" fmla="*/ 452914 h 990600"/>
                <a:gd name="connsiteX52" fmla="*/ 83344 w 476250"/>
                <a:gd name="connsiteY52" fmla="*/ 483394 h 990600"/>
                <a:gd name="connsiteX53" fmla="*/ 117634 w 476250"/>
                <a:gd name="connsiteY53" fmla="*/ 510064 h 990600"/>
                <a:gd name="connsiteX54" fmla="*/ 155734 w 476250"/>
                <a:gd name="connsiteY54" fmla="*/ 532924 h 990600"/>
                <a:gd name="connsiteX55" fmla="*/ 197644 w 476250"/>
                <a:gd name="connsiteY55" fmla="*/ 551974 h 990600"/>
                <a:gd name="connsiteX56" fmla="*/ 243364 w 476250"/>
                <a:gd name="connsiteY56" fmla="*/ 571024 h 990600"/>
                <a:gd name="connsiteX57" fmla="*/ 266224 w 476250"/>
                <a:gd name="connsiteY57" fmla="*/ 578644 h 990600"/>
                <a:gd name="connsiteX58" fmla="*/ 285274 w 476250"/>
                <a:gd name="connsiteY58" fmla="*/ 590074 h 990600"/>
                <a:gd name="connsiteX59" fmla="*/ 304324 w 476250"/>
                <a:gd name="connsiteY59" fmla="*/ 601504 h 990600"/>
                <a:gd name="connsiteX60" fmla="*/ 319564 w 476250"/>
                <a:gd name="connsiteY60" fmla="*/ 616744 h 990600"/>
                <a:gd name="connsiteX61" fmla="*/ 330994 w 476250"/>
                <a:gd name="connsiteY61" fmla="*/ 635794 h 990600"/>
                <a:gd name="connsiteX62" fmla="*/ 334804 w 476250"/>
                <a:gd name="connsiteY62" fmla="*/ 658654 h 990600"/>
                <a:gd name="connsiteX63" fmla="*/ 334804 w 476250"/>
                <a:gd name="connsiteY63" fmla="*/ 681514 h 990600"/>
                <a:gd name="connsiteX64" fmla="*/ 327184 w 476250"/>
                <a:gd name="connsiteY64" fmla="*/ 704374 h 990600"/>
                <a:gd name="connsiteX65" fmla="*/ 311944 w 476250"/>
                <a:gd name="connsiteY65" fmla="*/ 723424 h 990600"/>
                <a:gd name="connsiteX66" fmla="*/ 292894 w 476250"/>
                <a:gd name="connsiteY66" fmla="*/ 738664 h 990600"/>
                <a:gd name="connsiteX67" fmla="*/ 270034 w 476250"/>
                <a:gd name="connsiteY67" fmla="*/ 746284 h 990600"/>
                <a:gd name="connsiteX68" fmla="*/ 247174 w 476250"/>
                <a:gd name="connsiteY68" fmla="*/ 750094 h 990600"/>
                <a:gd name="connsiteX69" fmla="*/ 228124 w 476250"/>
                <a:gd name="connsiteY69" fmla="*/ 750094 h 990600"/>
                <a:gd name="connsiteX70" fmla="*/ 209074 w 476250"/>
                <a:gd name="connsiteY70" fmla="*/ 750094 h 990600"/>
                <a:gd name="connsiteX71" fmla="*/ 182404 w 476250"/>
                <a:gd name="connsiteY71" fmla="*/ 746284 h 990600"/>
                <a:gd name="connsiteX72" fmla="*/ 155734 w 476250"/>
                <a:gd name="connsiteY72" fmla="*/ 742474 h 990600"/>
                <a:gd name="connsiteX73" fmla="*/ 121444 w 476250"/>
                <a:gd name="connsiteY73" fmla="*/ 734854 h 990600"/>
                <a:gd name="connsiteX74" fmla="*/ 87154 w 476250"/>
                <a:gd name="connsiteY74" fmla="*/ 723424 h 990600"/>
                <a:gd name="connsiteX75" fmla="*/ 71914 w 476250"/>
                <a:gd name="connsiteY75" fmla="*/ 715804 h 990600"/>
                <a:gd name="connsiteX76" fmla="*/ 56674 w 476250"/>
                <a:gd name="connsiteY76" fmla="*/ 708184 h 990600"/>
                <a:gd name="connsiteX77" fmla="*/ 26194 w 476250"/>
                <a:gd name="connsiteY77" fmla="*/ 692944 h 990600"/>
                <a:gd name="connsiteX78" fmla="*/ 22384 w 476250"/>
                <a:gd name="connsiteY78" fmla="*/ 727234 h 990600"/>
                <a:gd name="connsiteX79" fmla="*/ 10954 w 476250"/>
                <a:gd name="connsiteY79" fmla="*/ 818674 h 990600"/>
                <a:gd name="connsiteX80" fmla="*/ 7144 w 476250"/>
                <a:gd name="connsiteY80" fmla="*/ 837724 h 990600"/>
                <a:gd name="connsiteX81" fmla="*/ 22384 w 476250"/>
                <a:gd name="connsiteY81" fmla="*/ 845344 h 990600"/>
                <a:gd name="connsiteX82" fmla="*/ 56674 w 476250"/>
                <a:gd name="connsiteY82" fmla="*/ 860584 h 990600"/>
                <a:gd name="connsiteX83" fmla="*/ 94774 w 476250"/>
                <a:gd name="connsiteY83" fmla="*/ 872014 h 990600"/>
                <a:gd name="connsiteX84" fmla="*/ 132874 w 476250"/>
                <a:gd name="connsiteY84" fmla="*/ 883444 h 990600"/>
                <a:gd name="connsiteX85" fmla="*/ 174784 w 476250"/>
                <a:gd name="connsiteY85" fmla="*/ 891064 h 990600"/>
                <a:gd name="connsiteX86" fmla="*/ 182404 w 476250"/>
                <a:gd name="connsiteY86" fmla="*/ 891064 h 990600"/>
                <a:gd name="connsiteX87" fmla="*/ 182404 w 476250"/>
                <a:gd name="connsiteY87" fmla="*/ 967264 h 990600"/>
                <a:gd name="connsiteX88" fmla="*/ 182404 w 476250"/>
                <a:gd name="connsiteY88" fmla="*/ 990124 h 990600"/>
                <a:gd name="connsiteX89" fmla="*/ 205264 w 476250"/>
                <a:gd name="connsiteY89" fmla="*/ 990124 h 990600"/>
                <a:gd name="connsiteX90" fmla="*/ 273844 w 476250"/>
                <a:gd name="connsiteY90" fmla="*/ 990124 h 990600"/>
                <a:gd name="connsiteX91" fmla="*/ 296704 w 476250"/>
                <a:gd name="connsiteY91" fmla="*/ 990124 h 990600"/>
                <a:gd name="connsiteX92" fmla="*/ 296704 w 476250"/>
                <a:gd name="connsiteY92" fmla="*/ 967264 h 990600"/>
                <a:gd name="connsiteX93" fmla="*/ 296704 w 476250"/>
                <a:gd name="connsiteY93" fmla="*/ 887254 h 990600"/>
                <a:gd name="connsiteX94" fmla="*/ 304324 w 476250"/>
                <a:gd name="connsiteY94" fmla="*/ 887254 h 990600"/>
                <a:gd name="connsiteX95" fmla="*/ 353854 w 476250"/>
                <a:gd name="connsiteY95" fmla="*/ 868204 h 990600"/>
                <a:gd name="connsiteX96" fmla="*/ 395764 w 476250"/>
                <a:gd name="connsiteY96" fmla="*/ 841534 h 990600"/>
                <a:gd name="connsiteX97" fmla="*/ 430054 w 476250"/>
                <a:gd name="connsiteY97" fmla="*/ 807244 h 990600"/>
                <a:gd name="connsiteX98" fmla="*/ 452914 w 476250"/>
                <a:gd name="connsiteY98" fmla="*/ 765334 h 990600"/>
                <a:gd name="connsiteX99" fmla="*/ 468154 w 476250"/>
                <a:gd name="connsiteY99" fmla="*/ 715804 h 990600"/>
                <a:gd name="connsiteX100" fmla="*/ 471964 w 476250"/>
                <a:gd name="connsiteY100" fmla="*/ 666274 h 990600"/>
                <a:gd name="connsiteX101" fmla="*/ 468154 w 476250"/>
                <a:gd name="connsiteY101" fmla="*/ 609124 h 990600"/>
                <a:gd name="connsiteX102" fmla="*/ 452914 w 476250"/>
                <a:gd name="connsiteY102" fmla="*/ 571024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476250" h="990600">
                  <a:moveTo>
                    <a:pt x="452914" y="571024"/>
                  </a:moveTo>
                  <a:cubicBezTo>
                    <a:pt x="445294" y="559594"/>
                    <a:pt x="441484" y="548164"/>
                    <a:pt x="433864" y="536734"/>
                  </a:cubicBezTo>
                  <a:cubicBezTo>
                    <a:pt x="426244" y="525304"/>
                    <a:pt x="414814" y="517684"/>
                    <a:pt x="407194" y="506254"/>
                  </a:cubicBezTo>
                  <a:cubicBezTo>
                    <a:pt x="395764" y="494824"/>
                    <a:pt x="384334" y="487204"/>
                    <a:pt x="372904" y="479584"/>
                  </a:cubicBezTo>
                  <a:cubicBezTo>
                    <a:pt x="361474" y="471964"/>
                    <a:pt x="350044" y="464344"/>
                    <a:pt x="334804" y="456724"/>
                  </a:cubicBezTo>
                  <a:cubicBezTo>
                    <a:pt x="319564" y="449104"/>
                    <a:pt x="308134" y="441484"/>
                    <a:pt x="292894" y="437674"/>
                  </a:cubicBezTo>
                  <a:cubicBezTo>
                    <a:pt x="277654" y="430054"/>
                    <a:pt x="262414" y="426244"/>
                    <a:pt x="250984" y="418624"/>
                  </a:cubicBezTo>
                  <a:cubicBezTo>
                    <a:pt x="243364" y="414814"/>
                    <a:pt x="235744" y="414814"/>
                    <a:pt x="228124" y="411004"/>
                  </a:cubicBezTo>
                  <a:cubicBezTo>
                    <a:pt x="220504" y="407194"/>
                    <a:pt x="212884" y="403384"/>
                    <a:pt x="205264" y="399574"/>
                  </a:cubicBezTo>
                  <a:cubicBezTo>
                    <a:pt x="197644" y="395764"/>
                    <a:pt x="193834" y="391954"/>
                    <a:pt x="186214" y="388144"/>
                  </a:cubicBezTo>
                  <a:cubicBezTo>
                    <a:pt x="182404" y="384334"/>
                    <a:pt x="174784" y="376714"/>
                    <a:pt x="170974" y="372904"/>
                  </a:cubicBezTo>
                  <a:cubicBezTo>
                    <a:pt x="167164" y="365284"/>
                    <a:pt x="163354" y="361474"/>
                    <a:pt x="159544" y="353854"/>
                  </a:cubicBezTo>
                  <a:cubicBezTo>
                    <a:pt x="155734" y="346234"/>
                    <a:pt x="155734" y="338614"/>
                    <a:pt x="151924" y="330994"/>
                  </a:cubicBezTo>
                  <a:cubicBezTo>
                    <a:pt x="151924" y="323374"/>
                    <a:pt x="151924" y="315754"/>
                    <a:pt x="151924" y="308134"/>
                  </a:cubicBezTo>
                  <a:cubicBezTo>
                    <a:pt x="151924" y="300514"/>
                    <a:pt x="155734" y="292894"/>
                    <a:pt x="159544" y="285274"/>
                  </a:cubicBezTo>
                  <a:cubicBezTo>
                    <a:pt x="163354" y="277654"/>
                    <a:pt x="167164" y="270034"/>
                    <a:pt x="170974" y="266224"/>
                  </a:cubicBezTo>
                  <a:cubicBezTo>
                    <a:pt x="174784" y="258604"/>
                    <a:pt x="182404" y="254794"/>
                    <a:pt x="190024" y="250984"/>
                  </a:cubicBezTo>
                  <a:cubicBezTo>
                    <a:pt x="197644" y="247174"/>
                    <a:pt x="205264" y="243364"/>
                    <a:pt x="212884" y="239554"/>
                  </a:cubicBezTo>
                  <a:cubicBezTo>
                    <a:pt x="220504" y="235744"/>
                    <a:pt x="231934" y="235744"/>
                    <a:pt x="239554" y="235744"/>
                  </a:cubicBezTo>
                  <a:cubicBezTo>
                    <a:pt x="247174" y="235744"/>
                    <a:pt x="250984" y="235744"/>
                    <a:pt x="254794" y="235744"/>
                  </a:cubicBezTo>
                  <a:cubicBezTo>
                    <a:pt x="258604" y="235744"/>
                    <a:pt x="266224" y="235744"/>
                    <a:pt x="273844" y="235744"/>
                  </a:cubicBezTo>
                  <a:cubicBezTo>
                    <a:pt x="281464" y="235744"/>
                    <a:pt x="292894" y="235744"/>
                    <a:pt x="300514" y="239554"/>
                  </a:cubicBezTo>
                  <a:cubicBezTo>
                    <a:pt x="308134" y="239554"/>
                    <a:pt x="319564" y="243364"/>
                    <a:pt x="327184" y="243364"/>
                  </a:cubicBezTo>
                  <a:cubicBezTo>
                    <a:pt x="334804" y="243364"/>
                    <a:pt x="342424" y="247174"/>
                    <a:pt x="346234" y="247174"/>
                  </a:cubicBezTo>
                  <a:cubicBezTo>
                    <a:pt x="353854" y="250984"/>
                    <a:pt x="361474" y="250984"/>
                    <a:pt x="365284" y="254794"/>
                  </a:cubicBezTo>
                  <a:lnTo>
                    <a:pt x="391954" y="262414"/>
                  </a:lnTo>
                  <a:lnTo>
                    <a:pt x="395764" y="231934"/>
                  </a:lnTo>
                  <a:lnTo>
                    <a:pt x="407194" y="148114"/>
                  </a:lnTo>
                  <a:lnTo>
                    <a:pt x="411004" y="129064"/>
                  </a:lnTo>
                  <a:lnTo>
                    <a:pt x="391954" y="121444"/>
                  </a:lnTo>
                  <a:cubicBezTo>
                    <a:pt x="384334" y="117634"/>
                    <a:pt x="376714" y="117634"/>
                    <a:pt x="372904" y="117634"/>
                  </a:cubicBezTo>
                  <a:cubicBezTo>
                    <a:pt x="369094" y="117634"/>
                    <a:pt x="361474" y="113824"/>
                    <a:pt x="353854" y="113824"/>
                  </a:cubicBezTo>
                  <a:cubicBezTo>
                    <a:pt x="346234" y="110014"/>
                    <a:pt x="338614" y="110014"/>
                    <a:pt x="330994" y="110014"/>
                  </a:cubicBezTo>
                  <a:cubicBezTo>
                    <a:pt x="323374" y="110014"/>
                    <a:pt x="311944" y="106204"/>
                    <a:pt x="304324" y="106204"/>
                  </a:cubicBezTo>
                  <a:lnTo>
                    <a:pt x="296704" y="106204"/>
                  </a:lnTo>
                  <a:lnTo>
                    <a:pt x="296704" y="30004"/>
                  </a:lnTo>
                  <a:lnTo>
                    <a:pt x="296704" y="7144"/>
                  </a:lnTo>
                  <a:lnTo>
                    <a:pt x="273844" y="7144"/>
                  </a:lnTo>
                  <a:lnTo>
                    <a:pt x="201454" y="7144"/>
                  </a:lnTo>
                  <a:lnTo>
                    <a:pt x="178594" y="7144"/>
                  </a:lnTo>
                  <a:lnTo>
                    <a:pt x="178594" y="30004"/>
                  </a:lnTo>
                  <a:lnTo>
                    <a:pt x="178594" y="110014"/>
                  </a:lnTo>
                  <a:lnTo>
                    <a:pt x="170974" y="113824"/>
                  </a:lnTo>
                  <a:cubicBezTo>
                    <a:pt x="155734" y="117634"/>
                    <a:pt x="140494" y="125254"/>
                    <a:pt x="125254" y="132874"/>
                  </a:cubicBezTo>
                  <a:cubicBezTo>
                    <a:pt x="110014" y="140494"/>
                    <a:pt x="98584" y="148114"/>
                    <a:pt x="87154" y="159544"/>
                  </a:cubicBezTo>
                  <a:cubicBezTo>
                    <a:pt x="75724" y="170974"/>
                    <a:pt x="64294" y="182404"/>
                    <a:pt x="56674" y="193834"/>
                  </a:cubicBezTo>
                  <a:cubicBezTo>
                    <a:pt x="49054" y="205264"/>
                    <a:pt x="41434" y="220504"/>
                    <a:pt x="33814" y="235744"/>
                  </a:cubicBezTo>
                  <a:cubicBezTo>
                    <a:pt x="26194" y="250984"/>
                    <a:pt x="22384" y="266224"/>
                    <a:pt x="18574" y="281464"/>
                  </a:cubicBezTo>
                  <a:cubicBezTo>
                    <a:pt x="14764" y="296704"/>
                    <a:pt x="14764" y="315754"/>
                    <a:pt x="14764" y="334804"/>
                  </a:cubicBezTo>
                  <a:cubicBezTo>
                    <a:pt x="14764" y="350044"/>
                    <a:pt x="14764" y="361474"/>
                    <a:pt x="18574" y="376714"/>
                  </a:cubicBezTo>
                  <a:cubicBezTo>
                    <a:pt x="22384" y="391954"/>
                    <a:pt x="26194" y="403384"/>
                    <a:pt x="33814" y="418624"/>
                  </a:cubicBezTo>
                  <a:cubicBezTo>
                    <a:pt x="41434" y="430054"/>
                    <a:pt x="49054" y="441484"/>
                    <a:pt x="56674" y="452914"/>
                  </a:cubicBezTo>
                  <a:cubicBezTo>
                    <a:pt x="64294" y="464344"/>
                    <a:pt x="75724" y="471964"/>
                    <a:pt x="83344" y="483394"/>
                  </a:cubicBezTo>
                  <a:cubicBezTo>
                    <a:pt x="94774" y="491014"/>
                    <a:pt x="106204" y="502444"/>
                    <a:pt x="117634" y="510064"/>
                  </a:cubicBezTo>
                  <a:cubicBezTo>
                    <a:pt x="129064" y="517684"/>
                    <a:pt x="144304" y="525304"/>
                    <a:pt x="155734" y="532924"/>
                  </a:cubicBezTo>
                  <a:cubicBezTo>
                    <a:pt x="170974" y="540544"/>
                    <a:pt x="186214" y="548164"/>
                    <a:pt x="197644" y="551974"/>
                  </a:cubicBezTo>
                  <a:cubicBezTo>
                    <a:pt x="212884" y="559594"/>
                    <a:pt x="228124" y="563404"/>
                    <a:pt x="243364" y="571024"/>
                  </a:cubicBezTo>
                  <a:cubicBezTo>
                    <a:pt x="250984" y="574834"/>
                    <a:pt x="258604" y="574834"/>
                    <a:pt x="266224" y="578644"/>
                  </a:cubicBezTo>
                  <a:cubicBezTo>
                    <a:pt x="273844" y="582454"/>
                    <a:pt x="281464" y="586264"/>
                    <a:pt x="285274" y="590074"/>
                  </a:cubicBezTo>
                  <a:cubicBezTo>
                    <a:pt x="292894" y="593884"/>
                    <a:pt x="296704" y="597694"/>
                    <a:pt x="304324" y="601504"/>
                  </a:cubicBezTo>
                  <a:cubicBezTo>
                    <a:pt x="308134" y="605314"/>
                    <a:pt x="315754" y="612934"/>
                    <a:pt x="319564" y="616744"/>
                  </a:cubicBezTo>
                  <a:cubicBezTo>
                    <a:pt x="323374" y="624364"/>
                    <a:pt x="327184" y="628174"/>
                    <a:pt x="330994" y="635794"/>
                  </a:cubicBezTo>
                  <a:cubicBezTo>
                    <a:pt x="334804" y="643414"/>
                    <a:pt x="334804" y="651034"/>
                    <a:pt x="334804" y="658654"/>
                  </a:cubicBezTo>
                  <a:cubicBezTo>
                    <a:pt x="334804" y="666274"/>
                    <a:pt x="334804" y="673894"/>
                    <a:pt x="334804" y="681514"/>
                  </a:cubicBezTo>
                  <a:cubicBezTo>
                    <a:pt x="334804" y="689134"/>
                    <a:pt x="330994" y="696754"/>
                    <a:pt x="327184" y="704374"/>
                  </a:cubicBezTo>
                  <a:cubicBezTo>
                    <a:pt x="323374" y="711994"/>
                    <a:pt x="319564" y="715804"/>
                    <a:pt x="311944" y="723424"/>
                  </a:cubicBezTo>
                  <a:cubicBezTo>
                    <a:pt x="308134" y="727234"/>
                    <a:pt x="300514" y="734854"/>
                    <a:pt x="292894" y="738664"/>
                  </a:cubicBezTo>
                  <a:cubicBezTo>
                    <a:pt x="285274" y="742474"/>
                    <a:pt x="277654" y="746284"/>
                    <a:pt x="270034" y="746284"/>
                  </a:cubicBezTo>
                  <a:cubicBezTo>
                    <a:pt x="262414" y="750094"/>
                    <a:pt x="254794" y="750094"/>
                    <a:pt x="247174" y="750094"/>
                  </a:cubicBezTo>
                  <a:cubicBezTo>
                    <a:pt x="239554" y="750094"/>
                    <a:pt x="235744" y="750094"/>
                    <a:pt x="228124" y="750094"/>
                  </a:cubicBezTo>
                  <a:cubicBezTo>
                    <a:pt x="220504" y="750094"/>
                    <a:pt x="212884" y="750094"/>
                    <a:pt x="209074" y="750094"/>
                  </a:cubicBezTo>
                  <a:cubicBezTo>
                    <a:pt x="201454" y="750094"/>
                    <a:pt x="190024" y="750094"/>
                    <a:pt x="182404" y="746284"/>
                  </a:cubicBezTo>
                  <a:cubicBezTo>
                    <a:pt x="174784" y="746284"/>
                    <a:pt x="163354" y="742474"/>
                    <a:pt x="155734" y="742474"/>
                  </a:cubicBezTo>
                  <a:cubicBezTo>
                    <a:pt x="144304" y="738664"/>
                    <a:pt x="132874" y="738664"/>
                    <a:pt x="121444" y="734854"/>
                  </a:cubicBezTo>
                  <a:cubicBezTo>
                    <a:pt x="110014" y="731044"/>
                    <a:pt x="98584" y="727234"/>
                    <a:pt x="87154" y="723424"/>
                  </a:cubicBezTo>
                  <a:cubicBezTo>
                    <a:pt x="83344" y="723424"/>
                    <a:pt x="79534" y="719614"/>
                    <a:pt x="71914" y="715804"/>
                  </a:cubicBezTo>
                  <a:cubicBezTo>
                    <a:pt x="68104" y="711994"/>
                    <a:pt x="64294" y="711994"/>
                    <a:pt x="56674" y="708184"/>
                  </a:cubicBezTo>
                  <a:lnTo>
                    <a:pt x="26194" y="692944"/>
                  </a:lnTo>
                  <a:lnTo>
                    <a:pt x="22384" y="727234"/>
                  </a:lnTo>
                  <a:lnTo>
                    <a:pt x="10954" y="818674"/>
                  </a:lnTo>
                  <a:lnTo>
                    <a:pt x="7144" y="837724"/>
                  </a:lnTo>
                  <a:lnTo>
                    <a:pt x="22384" y="845344"/>
                  </a:lnTo>
                  <a:cubicBezTo>
                    <a:pt x="33814" y="849154"/>
                    <a:pt x="45244" y="856774"/>
                    <a:pt x="56674" y="860584"/>
                  </a:cubicBezTo>
                  <a:cubicBezTo>
                    <a:pt x="68104" y="864394"/>
                    <a:pt x="79534" y="868204"/>
                    <a:pt x="94774" y="872014"/>
                  </a:cubicBezTo>
                  <a:cubicBezTo>
                    <a:pt x="106204" y="875824"/>
                    <a:pt x="121444" y="879634"/>
                    <a:pt x="132874" y="883444"/>
                  </a:cubicBezTo>
                  <a:cubicBezTo>
                    <a:pt x="148114" y="887254"/>
                    <a:pt x="159544" y="887254"/>
                    <a:pt x="174784" y="891064"/>
                  </a:cubicBezTo>
                  <a:lnTo>
                    <a:pt x="182404" y="891064"/>
                  </a:lnTo>
                  <a:lnTo>
                    <a:pt x="182404" y="967264"/>
                  </a:lnTo>
                  <a:lnTo>
                    <a:pt x="182404" y="990124"/>
                  </a:lnTo>
                  <a:lnTo>
                    <a:pt x="205264" y="990124"/>
                  </a:lnTo>
                  <a:lnTo>
                    <a:pt x="273844" y="990124"/>
                  </a:lnTo>
                  <a:lnTo>
                    <a:pt x="296704" y="990124"/>
                  </a:lnTo>
                  <a:lnTo>
                    <a:pt x="296704" y="967264"/>
                  </a:lnTo>
                  <a:lnTo>
                    <a:pt x="296704" y="887254"/>
                  </a:lnTo>
                  <a:lnTo>
                    <a:pt x="304324" y="887254"/>
                  </a:lnTo>
                  <a:cubicBezTo>
                    <a:pt x="319564" y="883444"/>
                    <a:pt x="338614" y="875824"/>
                    <a:pt x="353854" y="868204"/>
                  </a:cubicBezTo>
                  <a:cubicBezTo>
                    <a:pt x="369094" y="860584"/>
                    <a:pt x="380524" y="852964"/>
                    <a:pt x="395764" y="841534"/>
                  </a:cubicBezTo>
                  <a:cubicBezTo>
                    <a:pt x="407194" y="830104"/>
                    <a:pt x="418624" y="818674"/>
                    <a:pt x="430054" y="807244"/>
                  </a:cubicBezTo>
                  <a:cubicBezTo>
                    <a:pt x="437674" y="795814"/>
                    <a:pt x="449104" y="780574"/>
                    <a:pt x="452914" y="765334"/>
                  </a:cubicBezTo>
                  <a:cubicBezTo>
                    <a:pt x="460534" y="750094"/>
                    <a:pt x="464344" y="734854"/>
                    <a:pt x="468154" y="715804"/>
                  </a:cubicBezTo>
                  <a:cubicBezTo>
                    <a:pt x="471964" y="700564"/>
                    <a:pt x="471964" y="681514"/>
                    <a:pt x="471964" y="666274"/>
                  </a:cubicBezTo>
                  <a:cubicBezTo>
                    <a:pt x="471964" y="635794"/>
                    <a:pt x="468154" y="620554"/>
                    <a:pt x="468154" y="609124"/>
                  </a:cubicBezTo>
                  <a:cubicBezTo>
                    <a:pt x="464344" y="593884"/>
                    <a:pt x="460534" y="582454"/>
                    <a:pt x="452914" y="5710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1" name="Graphic 16">
            <a:extLst>
              <a:ext uri="{FF2B5EF4-FFF2-40B4-BE49-F238E27FC236}">
                <a16:creationId xmlns:a16="http://schemas.microsoft.com/office/drawing/2014/main" id="{9073AE5B-3F2F-45B7-8AE1-BDD9CF2912CB}"/>
              </a:ext>
            </a:extLst>
          </p:cNvPr>
          <p:cNvGrpSpPr>
            <a:grpSpLocks noChangeAspect="1"/>
          </p:cNvGrpSpPr>
          <p:nvPr/>
        </p:nvGrpSpPr>
        <p:grpSpPr>
          <a:xfrm>
            <a:off x="4252699" y="3948985"/>
            <a:ext cx="436268" cy="502920"/>
            <a:chOff x="5181600" y="2305050"/>
            <a:chExt cx="2743200" cy="31623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6C417D2E-E5E3-40E1-B3E1-6241D9ED4133}"/>
                </a:ext>
              </a:extLst>
            </p:cNvPr>
            <p:cNvSpPr/>
            <p:nvPr/>
          </p:nvSpPr>
          <p:spPr>
            <a:xfrm>
              <a:off x="5174456" y="2297971"/>
              <a:ext cx="2752725" cy="3162300"/>
            </a:xfrm>
            <a:custGeom>
              <a:avLst/>
              <a:gdLst>
                <a:gd name="connsiteX0" fmla="*/ 2643664 w 2752725"/>
                <a:gd name="connsiteY0" fmla="*/ 550957 h 3162300"/>
                <a:gd name="connsiteX1" fmla="*/ 1679734 w 2752725"/>
                <a:gd name="connsiteY1" fmla="*/ 28986 h 3162300"/>
                <a:gd name="connsiteX2" fmla="*/ 1413034 w 2752725"/>
                <a:gd name="connsiteY2" fmla="*/ 108996 h 3162300"/>
                <a:gd name="connsiteX3" fmla="*/ 849154 w 2752725"/>
                <a:gd name="connsiteY3" fmla="*/ 1156747 h 3162300"/>
                <a:gd name="connsiteX4" fmla="*/ 163354 w 2752725"/>
                <a:gd name="connsiteY4" fmla="*/ 1156747 h 3162300"/>
                <a:gd name="connsiteX5" fmla="*/ 7144 w 2752725"/>
                <a:gd name="connsiteY5" fmla="*/ 1312957 h 3162300"/>
                <a:gd name="connsiteX6" fmla="*/ 7144 w 2752725"/>
                <a:gd name="connsiteY6" fmla="*/ 1587276 h 3162300"/>
                <a:gd name="connsiteX7" fmla="*/ 7144 w 2752725"/>
                <a:gd name="connsiteY7" fmla="*/ 3008407 h 3162300"/>
                <a:gd name="connsiteX8" fmla="*/ 163354 w 2752725"/>
                <a:gd name="connsiteY8" fmla="*/ 3164617 h 3162300"/>
                <a:gd name="connsiteX9" fmla="*/ 2354104 w 2752725"/>
                <a:gd name="connsiteY9" fmla="*/ 3164617 h 3162300"/>
                <a:gd name="connsiteX10" fmla="*/ 2510314 w 2752725"/>
                <a:gd name="connsiteY10" fmla="*/ 3008407 h 3162300"/>
                <a:gd name="connsiteX11" fmla="*/ 2510314 w 2752725"/>
                <a:gd name="connsiteY11" fmla="*/ 2612167 h 3162300"/>
                <a:gd name="connsiteX12" fmla="*/ 2575084 w 2752725"/>
                <a:gd name="connsiteY12" fmla="*/ 2612167 h 3162300"/>
                <a:gd name="connsiteX13" fmla="*/ 2636044 w 2752725"/>
                <a:gd name="connsiteY13" fmla="*/ 2551207 h 3162300"/>
                <a:gd name="connsiteX14" fmla="*/ 2636044 w 2752725"/>
                <a:gd name="connsiteY14" fmla="*/ 2097817 h 3162300"/>
                <a:gd name="connsiteX15" fmla="*/ 2575084 w 2752725"/>
                <a:gd name="connsiteY15" fmla="*/ 2036857 h 3162300"/>
                <a:gd name="connsiteX16" fmla="*/ 2510314 w 2752725"/>
                <a:gd name="connsiteY16" fmla="*/ 2036857 h 3162300"/>
                <a:gd name="connsiteX17" fmla="*/ 2510314 w 2752725"/>
                <a:gd name="connsiteY17" fmla="*/ 1591087 h 3162300"/>
                <a:gd name="connsiteX18" fmla="*/ 2388394 w 2752725"/>
                <a:gd name="connsiteY18" fmla="*/ 1438687 h 3162300"/>
                <a:gd name="connsiteX19" fmla="*/ 2723674 w 2752725"/>
                <a:gd name="connsiteY19" fmla="*/ 817657 h 3162300"/>
                <a:gd name="connsiteX20" fmla="*/ 2643664 w 2752725"/>
                <a:gd name="connsiteY20" fmla="*/ 550957 h 3162300"/>
                <a:gd name="connsiteX21" fmla="*/ 1957864 w 2752725"/>
                <a:gd name="connsiteY21" fmla="*/ 318547 h 3162300"/>
                <a:gd name="connsiteX22" fmla="*/ 1355884 w 2752725"/>
                <a:gd name="connsiteY22" fmla="*/ 1434876 h 3162300"/>
                <a:gd name="connsiteX23" fmla="*/ 1184434 w 2752725"/>
                <a:gd name="connsiteY23" fmla="*/ 1434876 h 3162300"/>
                <a:gd name="connsiteX24" fmla="*/ 1828324 w 2752725"/>
                <a:gd name="connsiteY24" fmla="*/ 249967 h 3162300"/>
                <a:gd name="connsiteX25" fmla="*/ 1957864 w 2752725"/>
                <a:gd name="connsiteY25" fmla="*/ 318547 h 3162300"/>
                <a:gd name="connsiteX26" fmla="*/ 1523524 w 2752725"/>
                <a:gd name="connsiteY26" fmla="*/ 166147 h 3162300"/>
                <a:gd name="connsiteX27" fmla="*/ 1622584 w 2752725"/>
                <a:gd name="connsiteY27" fmla="*/ 135667 h 3162300"/>
                <a:gd name="connsiteX28" fmla="*/ 1717834 w 2752725"/>
                <a:gd name="connsiteY28" fmla="*/ 189007 h 3162300"/>
                <a:gd name="connsiteX29" fmla="*/ 1047274 w 2752725"/>
                <a:gd name="connsiteY29" fmla="*/ 1434876 h 3162300"/>
                <a:gd name="connsiteX30" fmla="*/ 837724 w 2752725"/>
                <a:gd name="connsiteY30" fmla="*/ 1434876 h 3162300"/>
                <a:gd name="connsiteX31" fmla="*/ 1523524 w 2752725"/>
                <a:gd name="connsiteY31" fmla="*/ 166147 h 3162300"/>
                <a:gd name="connsiteX32" fmla="*/ 125254 w 2752725"/>
                <a:gd name="connsiteY32" fmla="*/ 1309147 h 3162300"/>
                <a:gd name="connsiteX33" fmla="*/ 159544 w 2752725"/>
                <a:gd name="connsiteY33" fmla="*/ 1278667 h 3162300"/>
                <a:gd name="connsiteX34" fmla="*/ 780574 w 2752725"/>
                <a:gd name="connsiteY34" fmla="*/ 1278667 h 3162300"/>
                <a:gd name="connsiteX35" fmla="*/ 696754 w 2752725"/>
                <a:gd name="connsiteY35" fmla="*/ 1431067 h 3162300"/>
                <a:gd name="connsiteX36" fmla="*/ 159544 w 2752725"/>
                <a:gd name="connsiteY36" fmla="*/ 1431067 h 3162300"/>
                <a:gd name="connsiteX37" fmla="*/ 125254 w 2752725"/>
                <a:gd name="connsiteY37" fmla="*/ 1434876 h 3162300"/>
                <a:gd name="connsiteX38" fmla="*/ 125254 w 2752725"/>
                <a:gd name="connsiteY38" fmla="*/ 1309147 h 3162300"/>
                <a:gd name="connsiteX39" fmla="*/ 2384584 w 2752725"/>
                <a:gd name="connsiteY39" fmla="*/ 3008407 h 3162300"/>
                <a:gd name="connsiteX40" fmla="*/ 2350294 w 2752725"/>
                <a:gd name="connsiteY40" fmla="*/ 3042697 h 3162300"/>
                <a:gd name="connsiteX41" fmla="*/ 159544 w 2752725"/>
                <a:gd name="connsiteY41" fmla="*/ 3042697 h 3162300"/>
                <a:gd name="connsiteX42" fmla="*/ 125254 w 2752725"/>
                <a:gd name="connsiteY42" fmla="*/ 3008407 h 3162300"/>
                <a:gd name="connsiteX43" fmla="*/ 125254 w 2752725"/>
                <a:gd name="connsiteY43" fmla="*/ 1591087 h 3162300"/>
                <a:gd name="connsiteX44" fmla="*/ 159544 w 2752725"/>
                <a:gd name="connsiteY44" fmla="*/ 1556797 h 3162300"/>
                <a:gd name="connsiteX45" fmla="*/ 734854 w 2752725"/>
                <a:gd name="connsiteY45" fmla="*/ 1556797 h 3162300"/>
                <a:gd name="connsiteX46" fmla="*/ 978694 w 2752725"/>
                <a:gd name="connsiteY46" fmla="*/ 1556797 h 3162300"/>
                <a:gd name="connsiteX47" fmla="*/ 1424464 w 2752725"/>
                <a:gd name="connsiteY47" fmla="*/ 1556797 h 3162300"/>
                <a:gd name="connsiteX48" fmla="*/ 2281714 w 2752725"/>
                <a:gd name="connsiteY48" fmla="*/ 1556797 h 3162300"/>
                <a:gd name="connsiteX49" fmla="*/ 2346484 w 2752725"/>
                <a:gd name="connsiteY49" fmla="*/ 1556797 h 3162300"/>
                <a:gd name="connsiteX50" fmla="*/ 2380774 w 2752725"/>
                <a:gd name="connsiteY50" fmla="*/ 1591087 h 3162300"/>
                <a:gd name="connsiteX51" fmla="*/ 2380774 w 2752725"/>
                <a:gd name="connsiteY51" fmla="*/ 2036857 h 3162300"/>
                <a:gd name="connsiteX52" fmla="*/ 2148364 w 2752725"/>
                <a:gd name="connsiteY52" fmla="*/ 2036857 h 3162300"/>
                <a:gd name="connsiteX53" fmla="*/ 2148364 w 2752725"/>
                <a:gd name="connsiteY53" fmla="*/ 2036857 h 3162300"/>
                <a:gd name="connsiteX54" fmla="*/ 1965484 w 2752725"/>
                <a:gd name="connsiteY54" fmla="*/ 2219737 h 3162300"/>
                <a:gd name="connsiteX55" fmla="*/ 1965484 w 2752725"/>
                <a:gd name="connsiteY55" fmla="*/ 2429287 h 3162300"/>
                <a:gd name="connsiteX56" fmla="*/ 2148364 w 2752725"/>
                <a:gd name="connsiteY56" fmla="*/ 2612167 h 3162300"/>
                <a:gd name="connsiteX57" fmla="*/ 2384584 w 2752725"/>
                <a:gd name="connsiteY57" fmla="*/ 2612167 h 3162300"/>
                <a:gd name="connsiteX58" fmla="*/ 2384584 w 2752725"/>
                <a:gd name="connsiteY58" fmla="*/ 3008407 h 3162300"/>
                <a:gd name="connsiteX59" fmla="*/ 2384584 w 2752725"/>
                <a:gd name="connsiteY59" fmla="*/ 3008407 h 3162300"/>
                <a:gd name="connsiteX60" fmla="*/ 2506504 w 2752725"/>
                <a:gd name="connsiteY60" fmla="*/ 2158777 h 3162300"/>
                <a:gd name="connsiteX61" fmla="*/ 2510314 w 2752725"/>
                <a:gd name="connsiteY61" fmla="*/ 2158777 h 3162300"/>
                <a:gd name="connsiteX62" fmla="*/ 2510314 w 2752725"/>
                <a:gd name="connsiteY62" fmla="*/ 2490247 h 3162300"/>
                <a:gd name="connsiteX63" fmla="*/ 2506504 w 2752725"/>
                <a:gd name="connsiteY63" fmla="*/ 2490247 h 3162300"/>
                <a:gd name="connsiteX64" fmla="*/ 2148364 w 2752725"/>
                <a:gd name="connsiteY64" fmla="*/ 2490247 h 3162300"/>
                <a:gd name="connsiteX65" fmla="*/ 2087404 w 2752725"/>
                <a:gd name="connsiteY65" fmla="*/ 2429287 h 3162300"/>
                <a:gd name="connsiteX66" fmla="*/ 2087404 w 2752725"/>
                <a:gd name="connsiteY66" fmla="*/ 2219737 h 3162300"/>
                <a:gd name="connsiteX67" fmla="*/ 2148364 w 2752725"/>
                <a:gd name="connsiteY67" fmla="*/ 2158777 h 3162300"/>
                <a:gd name="connsiteX68" fmla="*/ 2506504 w 2752725"/>
                <a:gd name="connsiteY68" fmla="*/ 2158777 h 3162300"/>
                <a:gd name="connsiteX69" fmla="*/ 2613184 w 2752725"/>
                <a:gd name="connsiteY69" fmla="*/ 756696 h 3162300"/>
                <a:gd name="connsiteX70" fmla="*/ 2247424 w 2752725"/>
                <a:gd name="connsiteY70" fmla="*/ 1434876 h 3162300"/>
                <a:gd name="connsiteX71" fmla="*/ 1493044 w 2752725"/>
                <a:gd name="connsiteY71" fmla="*/ 1434876 h 3162300"/>
                <a:gd name="connsiteX72" fmla="*/ 2064544 w 2752725"/>
                <a:gd name="connsiteY72" fmla="*/ 379506 h 3162300"/>
                <a:gd name="connsiteX73" fmla="*/ 2582704 w 2752725"/>
                <a:gd name="connsiteY73" fmla="*/ 661446 h 3162300"/>
                <a:gd name="connsiteX74" fmla="*/ 2613184 w 2752725"/>
                <a:gd name="connsiteY74" fmla="*/ 756696 h 316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2752725" h="3162300">
                  <a:moveTo>
                    <a:pt x="2643664" y="550957"/>
                  </a:moveTo>
                  <a:lnTo>
                    <a:pt x="1679734" y="28986"/>
                  </a:lnTo>
                  <a:cubicBezTo>
                    <a:pt x="1588294" y="-20544"/>
                    <a:pt x="1462564" y="17556"/>
                    <a:pt x="1413034" y="108996"/>
                  </a:cubicBezTo>
                  <a:lnTo>
                    <a:pt x="849154" y="1156747"/>
                  </a:lnTo>
                  <a:lnTo>
                    <a:pt x="163354" y="1156747"/>
                  </a:lnTo>
                  <a:cubicBezTo>
                    <a:pt x="75724" y="1156747"/>
                    <a:pt x="7144" y="1225327"/>
                    <a:pt x="7144" y="1312957"/>
                  </a:cubicBezTo>
                  <a:lnTo>
                    <a:pt x="7144" y="1587276"/>
                  </a:lnTo>
                  <a:lnTo>
                    <a:pt x="7144" y="3008407"/>
                  </a:lnTo>
                  <a:cubicBezTo>
                    <a:pt x="7144" y="3096037"/>
                    <a:pt x="75724" y="3164617"/>
                    <a:pt x="163354" y="3164617"/>
                  </a:cubicBezTo>
                  <a:lnTo>
                    <a:pt x="2354104" y="3164617"/>
                  </a:lnTo>
                  <a:cubicBezTo>
                    <a:pt x="2441734" y="3164617"/>
                    <a:pt x="2510314" y="3096037"/>
                    <a:pt x="2510314" y="3008407"/>
                  </a:cubicBezTo>
                  <a:lnTo>
                    <a:pt x="2510314" y="2612167"/>
                  </a:lnTo>
                  <a:lnTo>
                    <a:pt x="2575084" y="2612167"/>
                  </a:lnTo>
                  <a:cubicBezTo>
                    <a:pt x="2609374" y="2612167"/>
                    <a:pt x="2636044" y="2585497"/>
                    <a:pt x="2636044" y="2551207"/>
                  </a:cubicBezTo>
                  <a:lnTo>
                    <a:pt x="2636044" y="2097817"/>
                  </a:lnTo>
                  <a:cubicBezTo>
                    <a:pt x="2636044" y="2063526"/>
                    <a:pt x="2609374" y="2036857"/>
                    <a:pt x="2575084" y="2036857"/>
                  </a:cubicBezTo>
                  <a:lnTo>
                    <a:pt x="2510314" y="2036857"/>
                  </a:lnTo>
                  <a:lnTo>
                    <a:pt x="2510314" y="1591087"/>
                  </a:lnTo>
                  <a:cubicBezTo>
                    <a:pt x="2510314" y="1518697"/>
                    <a:pt x="2456974" y="1453926"/>
                    <a:pt x="2388394" y="1438687"/>
                  </a:cubicBezTo>
                  <a:lnTo>
                    <a:pt x="2723674" y="817657"/>
                  </a:lnTo>
                  <a:cubicBezTo>
                    <a:pt x="2773204" y="722407"/>
                    <a:pt x="2738914" y="604297"/>
                    <a:pt x="2643664" y="550957"/>
                  </a:cubicBezTo>
                  <a:close/>
                  <a:moveTo>
                    <a:pt x="1957864" y="318547"/>
                  </a:moveTo>
                  <a:lnTo>
                    <a:pt x="1355884" y="1434876"/>
                  </a:lnTo>
                  <a:lnTo>
                    <a:pt x="1184434" y="1434876"/>
                  </a:lnTo>
                  <a:lnTo>
                    <a:pt x="1828324" y="249967"/>
                  </a:lnTo>
                  <a:lnTo>
                    <a:pt x="1957864" y="318547"/>
                  </a:lnTo>
                  <a:close/>
                  <a:moveTo>
                    <a:pt x="1523524" y="166147"/>
                  </a:moveTo>
                  <a:cubicBezTo>
                    <a:pt x="1542574" y="131857"/>
                    <a:pt x="1588294" y="116616"/>
                    <a:pt x="1622584" y="135667"/>
                  </a:cubicBezTo>
                  <a:lnTo>
                    <a:pt x="1717834" y="189007"/>
                  </a:lnTo>
                  <a:lnTo>
                    <a:pt x="1047274" y="1434876"/>
                  </a:lnTo>
                  <a:lnTo>
                    <a:pt x="837724" y="1434876"/>
                  </a:lnTo>
                  <a:lnTo>
                    <a:pt x="1523524" y="166147"/>
                  </a:lnTo>
                  <a:close/>
                  <a:moveTo>
                    <a:pt x="125254" y="1309147"/>
                  </a:moveTo>
                  <a:cubicBezTo>
                    <a:pt x="125254" y="1297717"/>
                    <a:pt x="140494" y="1278667"/>
                    <a:pt x="159544" y="1278667"/>
                  </a:cubicBezTo>
                  <a:lnTo>
                    <a:pt x="780574" y="1278667"/>
                  </a:lnTo>
                  <a:lnTo>
                    <a:pt x="696754" y="1431067"/>
                  </a:lnTo>
                  <a:lnTo>
                    <a:pt x="159544" y="1431067"/>
                  </a:lnTo>
                  <a:cubicBezTo>
                    <a:pt x="148114" y="1431067"/>
                    <a:pt x="136684" y="1431067"/>
                    <a:pt x="125254" y="1434876"/>
                  </a:cubicBezTo>
                  <a:cubicBezTo>
                    <a:pt x="125254" y="1434876"/>
                    <a:pt x="125254" y="1309147"/>
                    <a:pt x="125254" y="1309147"/>
                  </a:cubicBezTo>
                  <a:close/>
                  <a:moveTo>
                    <a:pt x="2384584" y="3008407"/>
                  </a:moveTo>
                  <a:cubicBezTo>
                    <a:pt x="2384584" y="3027457"/>
                    <a:pt x="2369344" y="3042697"/>
                    <a:pt x="2350294" y="3042697"/>
                  </a:cubicBezTo>
                  <a:lnTo>
                    <a:pt x="159544" y="3042697"/>
                  </a:lnTo>
                  <a:cubicBezTo>
                    <a:pt x="140494" y="3042697"/>
                    <a:pt x="125254" y="3027457"/>
                    <a:pt x="125254" y="3008407"/>
                  </a:cubicBezTo>
                  <a:lnTo>
                    <a:pt x="125254" y="1591087"/>
                  </a:lnTo>
                  <a:cubicBezTo>
                    <a:pt x="125254" y="1572037"/>
                    <a:pt x="140494" y="1556797"/>
                    <a:pt x="159544" y="1556797"/>
                  </a:cubicBezTo>
                  <a:lnTo>
                    <a:pt x="734854" y="1556797"/>
                  </a:lnTo>
                  <a:lnTo>
                    <a:pt x="978694" y="1556797"/>
                  </a:lnTo>
                  <a:lnTo>
                    <a:pt x="1424464" y="1556797"/>
                  </a:lnTo>
                  <a:lnTo>
                    <a:pt x="2281714" y="1556797"/>
                  </a:lnTo>
                  <a:lnTo>
                    <a:pt x="2346484" y="1556797"/>
                  </a:lnTo>
                  <a:cubicBezTo>
                    <a:pt x="2365534" y="1556797"/>
                    <a:pt x="2380774" y="1572037"/>
                    <a:pt x="2380774" y="1591087"/>
                  </a:cubicBezTo>
                  <a:lnTo>
                    <a:pt x="2380774" y="2036857"/>
                  </a:lnTo>
                  <a:lnTo>
                    <a:pt x="2148364" y="2036857"/>
                  </a:lnTo>
                  <a:lnTo>
                    <a:pt x="2148364" y="2036857"/>
                  </a:lnTo>
                  <a:cubicBezTo>
                    <a:pt x="2045494" y="2036857"/>
                    <a:pt x="1965484" y="2120677"/>
                    <a:pt x="1965484" y="2219737"/>
                  </a:cubicBezTo>
                  <a:lnTo>
                    <a:pt x="1965484" y="2429287"/>
                  </a:lnTo>
                  <a:cubicBezTo>
                    <a:pt x="1965484" y="2532157"/>
                    <a:pt x="2049304" y="2612167"/>
                    <a:pt x="2148364" y="2612167"/>
                  </a:cubicBezTo>
                  <a:lnTo>
                    <a:pt x="2384584" y="2612167"/>
                  </a:lnTo>
                  <a:lnTo>
                    <a:pt x="2384584" y="3008407"/>
                  </a:lnTo>
                  <a:lnTo>
                    <a:pt x="2384584" y="3008407"/>
                  </a:lnTo>
                  <a:close/>
                  <a:moveTo>
                    <a:pt x="2506504" y="2158777"/>
                  </a:moveTo>
                  <a:lnTo>
                    <a:pt x="2510314" y="2158777"/>
                  </a:lnTo>
                  <a:lnTo>
                    <a:pt x="2510314" y="2490247"/>
                  </a:lnTo>
                  <a:lnTo>
                    <a:pt x="2506504" y="2490247"/>
                  </a:lnTo>
                  <a:lnTo>
                    <a:pt x="2148364" y="2490247"/>
                  </a:lnTo>
                  <a:cubicBezTo>
                    <a:pt x="2114074" y="2490247"/>
                    <a:pt x="2087404" y="2463577"/>
                    <a:pt x="2087404" y="2429287"/>
                  </a:cubicBezTo>
                  <a:lnTo>
                    <a:pt x="2087404" y="2219737"/>
                  </a:lnTo>
                  <a:cubicBezTo>
                    <a:pt x="2087404" y="2185447"/>
                    <a:pt x="2114074" y="2158777"/>
                    <a:pt x="2148364" y="2158777"/>
                  </a:cubicBezTo>
                  <a:lnTo>
                    <a:pt x="2506504" y="2158777"/>
                  </a:lnTo>
                  <a:close/>
                  <a:moveTo>
                    <a:pt x="2613184" y="756696"/>
                  </a:moveTo>
                  <a:lnTo>
                    <a:pt x="2247424" y="1434876"/>
                  </a:lnTo>
                  <a:lnTo>
                    <a:pt x="1493044" y="1434876"/>
                  </a:lnTo>
                  <a:lnTo>
                    <a:pt x="2064544" y="379506"/>
                  </a:lnTo>
                  <a:lnTo>
                    <a:pt x="2582704" y="661446"/>
                  </a:lnTo>
                  <a:cubicBezTo>
                    <a:pt x="2620804" y="676687"/>
                    <a:pt x="2632234" y="722407"/>
                    <a:pt x="2613184" y="7566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C7AC4AAE-29C1-4806-9B71-4D66ED3D953D}"/>
                </a:ext>
              </a:extLst>
            </p:cNvPr>
            <p:cNvSpPr/>
            <p:nvPr/>
          </p:nvSpPr>
          <p:spPr>
            <a:xfrm>
              <a:off x="7238989" y="2956231"/>
              <a:ext cx="400050" cy="419100"/>
            </a:xfrm>
            <a:custGeom>
              <a:avLst/>
              <a:gdLst>
                <a:gd name="connsiteX0" fmla="*/ 316241 w 400050"/>
                <a:gd name="connsiteY0" fmla="*/ 41286 h 419100"/>
                <a:gd name="connsiteX1" fmla="*/ 285761 w 400050"/>
                <a:gd name="connsiteY1" fmla="*/ 26046 h 419100"/>
                <a:gd name="connsiteX2" fmla="*/ 64781 w 400050"/>
                <a:gd name="connsiteY2" fmla="*/ 90817 h 419100"/>
                <a:gd name="connsiteX3" fmla="*/ 26681 w 400050"/>
                <a:gd name="connsiteY3" fmla="*/ 163207 h 419100"/>
                <a:gd name="connsiteX4" fmla="*/ 15251 w 400050"/>
                <a:gd name="connsiteY4" fmla="*/ 288936 h 419100"/>
                <a:gd name="connsiteX5" fmla="*/ 95261 w 400050"/>
                <a:gd name="connsiteY5" fmla="*/ 384186 h 419100"/>
                <a:gd name="connsiteX6" fmla="*/ 125741 w 400050"/>
                <a:gd name="connsiteY6" fmla="*/ 399427 h 419100"/>
                <a:gd name="connsiteX7" fmla="*/ 201941 w 400050"/>
                <a:gd name="connsiteY7" fmla="*/ 418477 h 419100"/>
                <a:gd name="connsiteX8" fmla="*/ 346721 w 400050"/>
                <a:gd name="connsiteY8" fmla="*/ 334657 h 419100"/>
                <a:gd name="connsiteX9" fmla="*/ 384821 w 400050"/>
                <a:gd name="connsiteY9" fmla="*/ 262267 h 419100"/>
                <a:gd name="connsiteX10" fmla="*/ 316241 w 400050"/>
                <a:gd name="connsiteY10" fmla="*/ 41286 h 419100"/>
                <a:gd name="connsiteX11" fmla="*/ 274331 w 400050"/>
                <a:gd name="connsiteY11" fmla="*/ 205117 h 419100"/>
                <a:gd name="connsiteX12" fmla="*/ 236231 w 400050"/>
                <a:gd name="connsiteY12" fmla="*/ 277507 h 419100"/>
                <a:gd name="connsiteX13" fmla="*/ 179081 w 400050"/>
                <a:gd name="connsiteY13" fmla="*/ 292747 h 419100"/>
                <a:gd name="connsiteX14" fmla="*/ 148601 w 400050"/>
                <a:gd name="connsiteY14" fmla="*/ 273697 h 419100"/>
                <a:gd name="connsiteX15" fmla="*/ 129551 w 400050"/>
                <a:gd name="connsiteY15" fmla="*/ 250836 h 419100"/>
                <a:gd name="connsiteX16" fmla="*/ 133361 w 400050"/>
                <a:gd name="connsiteY16" fmla="*/ 220357 h 419100"/>
                <a:gd name="connsiteX17" fmla="*/ 171461 w 400050"/>
                <a:gd name="connsiteY17" fmla="*/ 147967 h 419100"/>
                <a:gd name="connsiteX18" fmla="*/ 209561 w 400050"/>
                <a:gd name="connsiteY18" fmla="*/ 125107 h 419100"/>
                <a:gd name="connsiteX19" fmla="*/ 228611 w 400050"/>
                <a:gd name="connsiteY19" fmla="*/ 128917 h 419100"/>
                <a:gd name="connsiteX20" fmla="*/ 259091 w 400050"/>
                <a:gd name="connsiteY20" fmla="*/ 144157 h 419100"/>
                <a:gd name="connsiteX21" fmla="*/ 274331 w 400050"/>
                <a:gd name="connsiteY21" fmla="*/ 205117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0050" h="419100">
                  <a:moveTo>
                    <a:pt x="316241" y="41286"/>
                  </a:moveTo>
                  <a:lnTo>
                    <a:pt x="285761" y="26046"/>
                  </a:lnTo>
                  <a:cubicBezTo>
                    <a:pt x="209561" y="-15864"/>
                    <a:pt x="106691" y="14617"/>
                    <a:pt x="64781" y="90817"/>
                  </a:cubicBezTo>
                  <a:lnTo>
                    <a:pt x="26681" y="163207"/>
                  </a:lnTo>
                  <a:cubicBezTo>
                    <a:pt x="7631" y="201307"/>
                    <a:pt x="11" y="247027"/>
                    <a:pt x="15251" y="288936"/>
                  </a:cubicBezTo>
                  <a:cubicBezTo>
                    <a:pt x="26681" y="330847"/>
                    <a:pt x="57161" y="365136"/>
                    <a:pt x="95261" y="384186"/>
                  </a:cubicBezTo>
                  <a:lnTo>
                    <a:pt x="125741" y="399427"/>
                  </a:lnTo>
                  <a:cubicBezTo>
                    <a:pt x="148601" y="410857"/>
                    <a:pt x="175271" y="418477"/>
                    <a:pt x="201941" y="418477"/>
                  </a:cubicBezTo>
                  <a:cubicBezTo>
                    <a:pt x="262901" y="418477"/>
                    <a:pt x="316241" y="384186"/>
                    <a:pt x="346721" y="334657"/>
                  </a:cubicBezTo>
                  <a:lnTo>
                    <a:pt x="384821" y="262267"/>
                  </a:lnTo>
                  <a:cubicBezTo>
                    <a:pt x="422921" y="182257"/>
                    <a:pt x="392441" y="83196"/>
                    <a:pt x="316241" y="41286"/>
                  </a:cubicBezTo>
                  <a:close/>
                  <a:moveTo>
                    <a:pt x="274331" y="205117"/>
                  </a:moveTo>
                  <a:lnTo>
                    <a:pt x="236231" y="277507"/>
                  </a:lnTo>
                  <a:cubicBezTo>
                    <a:pt x="224801" y="296557"/>
                    <a:pt x="198131" y="304177"/>
                    <a:pt x="179081" y="292747"/>
                  </a:cubicBezTo>
                  <a:lnTo>
                    <a:pt x="148601" y="273697"/>
                  </a:lnTo>
                  <a:cubicBezTo>
                    <a:pt x="140981" y="269886"/>
                    <a:pt x="133361" y="258457"/>
                    <a:pt x="129551" y="250836"/>
                  </a:cubicBezTo>
                  <a:cubicBezTo>
                    <a:pt x="125741" y="239407"/>
                    <a:pt x="125741" y="227977"/>
                    <a:pt x="133361" y="220357"/>
                  </a:cubicBezTo>
                  <a:lnTo>
                    <a:pt x="171461" y="147967"/>
                  </a:lnTo>
                  <a:cubicBezTo>
                    <a:pt x="179081" y="136536"/>
                    <a:pt x="194321" y="125107"/>
                    <a:pt x="209561" y="125107"/>
                  </a:cubicBezTo>
                  <a:cubicBezTo>
                    <a:pt x="217181" y="125107"/>
                    <a:pt x="220991" y="125107"/>
                    <a:pt x="228611" y="128917"/>
                  </a:cubicBezTo>
                  <a:lnTo>
                    <a:pt x="259091" y="144157"/>
                  </a:lnTo>
                  <a:cubicBezTo>
                    <a:pt x="274331" y="159397"/>
                    <a:pt x="281951" y="182257"/>
                    <a:pt x="274331" y="2051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4" name="Graphic 18">
            <a:extLst>
              <a:ext uri="{FF2B5EF4-FFF2-40B4-BE49-F238E27FC236}">
                <a16:creationId xmlns:a16="http://schemas.microsoft.com/office/drawing/2014/main" id="{0CFBF48C-6B77-4165-B826-EFFB9A920CFE}"/>
              </a:ext>
            </a:extLst>
          </p:cNvPr>
          <p:cNvGrpSpPr>
            <a:grpSpLocks noChangeAspect="1"/>
          </p:cNvGrpSpPr>
          <p:nvPr/>
        </p:nvGrpSpPr>
        <p:grpSpPr>
          <a:xfrm>
            <a:off x="4125788" y="3100778"/>
            <a:ext cx="690091" cy="502920"/>
            <a:chOff x="4533900" y="2414588"/>
            <a:chExt cx="4038600" cy="29432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0523785A-31C7-41E2-A778-18818000AE20}"/>
                </a:ext>
              </a:extLst>
            </p:cNvPr>
            <p:cNvSpPr/>
            <p:nvPr/>
          </p:nvSpPr>
          <p:spPr>
            <a:xfrm>
              <a:off x="4526787" y="2407893"/>
              <a:ext cx="4048125" cy="2952750"/>
            </a:xfrm>
            <a:custGeom>
              <a:avLst/>
              <a:gdLst>
                <a:gd name="connsiteX0" fmla="*/ 3971418 w 4048125"/>
                <a:gd name="connsiteY0" fmla="*/ 7647 h 2952750"/>
                <a:gd name="connsiteX1" fmla="*/ 3961893 w 4048125"/>
                <a:gd name="connsiteY1" fmla="*/ 8600 h 2952750"/>
                <a:gd name="connsiteX2" fmla="*/ 3961893 w 4048125"/>
                <a:gd name="connsiteY2" fmla="*/ 7647 h 2952750"/>
                <a:gd name="connsiteX3" fmla="*/ 2341691 w 4048125"/>
                <a:gd name="connsiteY3" fmla="*/ 203862 h 2952750"/>
                <a:gd name="connsiteX4" fmla="*/ 721488 w 4048125"/>
                <a:gd name="connsiteY4" fmla="*/ 7647 h 2952750"/>
                <a:gd name="connsiteX5" fmla="*/ 636716 w 4048125"/>
                <a:gd name="connsiteY5" fmla="*/ 74322 h 2952750"/>
                <a:gd name="connsiteX6" fmla="*/ 635763 w 4048125"/>
                <a:gd name="connsiteY6" fmla="*/ 83847 h 2952750"/>
                <a:gd name="connsiteX7" fmla="*/ 635763 w 4048125"/>
                <a:gd name="connsiteY7" fmla="*/ 1195415 h 2952750"/>
                <a:gd name="connsiteX8" fmla="*/ 610998 w 4048125"/>
                <a:gd name="connsiteY8" fmla="*/ 2109815 h 2952750"/>
                <a:gd name="connsiteX9" fmla="*/ 33783 w 4048125"/>
                <a:gd name="connsiteY9" fmla="*/ 2686077 h 2952750"/>
                <a:gd name="connsiteX10" fmla="*/ 25211 w 4048125"/>
                <a:gd name="connsiteY10" fmla="*/ 2793710 h 2952750"/>
                <a:gd name="connsiteX11" fmla="*/ 132843 w 4048125"/>
                <a:gd name="connsiteY11" fmla="*/ 2802283 h 2952750"/>
                <a:gd name="connsiteX12" fmla="*/ 141416 w 4048125"/>
                <a:gd name="connsiteY12" fmla="*/ 2793710 h 2952750"/>
                <a:gd name="connsiteX13" fmla="*/ 635763 w 4048125"/>
                <a:gd name="connsiteY13" fmla="*/ 2299363 h 2952750"/>
                <a:gd name="connsiteX14" fmla="*/ 635763 w 4048125"/>
                <a:gd name="connsiteY14" fmla="*/ 2674648 h 2952750"/>
                <a:gd name="connsiteX15" fmla="*/ 702438 w 4048125"/>
                <a:gd name="connsiteY15" fmla="*/ 2750848 h 2952750"/>
                <a:gd name="connsiteX16" fmla="*/ 2334071 w 4048125"/>
                <a:gd name="connsiteY16" fmla="*/ 2948015 h 2952750"/>
                <a:gd name="connsiteX17" fmla="*/ 2352168 w 4048125"/>
                <a:gd name="connsiteY17" fmla="*/ 2948015 h 2952750"/>
                <a:gd name="connsiteX18" fmla="*/ 3979991 w 4048125"/>
                <a:gd name="connsiteY18" fmla="*/ 2750848 h 2952750"/>
                <a:gd name="connsiteX19" fmla="*/ 4046666 w 4048125"/>
                <a:gd name="connsiteY19" fmla="*/ 2674648 h 2952750"/>
                <a:gd name="connsiteX20" fmla="*/ 4046666 w 4048125"/>
                <a:gd name="connsiteY20" fmla="*/ 83847 h 2952750"/>
                <a:gd name="connsiteX21" fmla="*/ 3971418 w 4048125"/>
                <a:gd name="connsiteY21" fmla="*/ 7647 h 2952750"/>
                <a:gd name="connsiteX22" fmla="*/ 761493 w 4048125"/>
                <a:gd name="connsiteY22" fmla="*/ 1283045 h 2952750"/>
                <a:gd name="connsiteX23" fmla="*/ 766256 w 4048125"/>
                <a:gd name="connsiteY23" fmla="*/ 1278282 h 2952750"/>
                <a:gd name="connsiteX24" fmla="*/ 1539686 w 4048125"/>
                <a:gd name="connsiteY24" fmla="*/ 1278282 h 2952750"/>
                <a:gd name="connsiteX25" fmla="*/ 1539686 w 4048125"/>
                <a:gd name="connsiteY25" fmla="*/ 2051712 h 2952750"/>
                <a:gd name="connsiteX26" fmla="*/ 766256 w 4048125"/>
                <a:gd name="connsiteY26" fmla="*/ 2051712 h 2952750"/>
                <a:gd name="connsiteX27" fmla="*/ 761493 w 4048125"/>
                <a:gd name="connsiteY27" fmla="*/ 1283045 h 2952750"/>
                <a:gd name="connsiteX28" fmla="*/ 2265491 w 4048125"/>
                <a:gd name="connsiteY28" fmla="*/ 2787043 h 2952750"/>
                <a:gd name="connsiteX29" fmla="*/ 789116 w 4048125"/>
                <a:gd name="connsiteY29" fmla="*/ 2607973 h 2952750"/>
                <a:gd name="connsiteX30" fmla="*/ 789116 w 4048125"/>
                <a:gd name="connsiteY30" fmla="*/ 2261263 h 2952750"/>
                <a:gd name="connsiteX31" fmla="*/ 1751141 w 4048125"/>
                <a:gd name="connsiteY31" fmla="*/ 2029805 h 2952750"/>
                <a:gd name="connsiteX32" fmla="*/ 1519683 w 4048125"/>
                <a:gd name="connsiteY32" fmla="*/ 1067780 h 2952750"/>
                <a:gd name="connsiteX33" fmla="*/ 789116 w 4048125"/>
                <a:gd name="connsiteY33" fmla="*/ 1067780 h 2952750"/>
                <a:gd name="connsiteX34" fmla="*/ 789116 w 4048125"/>
                <a:gd name="connsiteY34" fmla="*/ 168620 h 2952750"/>
                <a:gd name="connsiteX35" fmla="*/ 2265491 w 4048125"/>
                <a:gd name="connsiteY35" fmla="*/ 347690 h 2952750"/>
                <a:gd name="connsiteX36" fmla="*/ 2265491 w 4048125"/>
                <a:gd name="connsiteY36" fmla="*/ 2787043 h 2952750"/>
                <a:gd name="connsiteX37" fmla="*/ 3895218 w 4048125"/>
                <a:gd name="connsiteY37" fmla="*/ 2607973 h 2952750"/>
                <a:gd name="connsiteX38" fmla="*/ 2418843 w 4048125"/>
                <a:gd name="connsiteY38" fmla="*/ 2787043 h 2952750"/>
                <a:gd name="connsiteX39" fmla="*/ 2418843 w 4048125"/>
                <a:gd name="connsiteY39" fmla="*/ 348642 h 2952750"/>
                <a:gd name="connsiteX40" fmla="*/ 3895218 w 4048125"/>
                <a:gd name="connsiteY40" fmla="*/ 169572 h 2952750"/>
                <a:gd name="connsiteX41" fmla="*/ 3895218 w 4048125"/>
                <a:gd name="connsiteY41" fmla="*/ 2607973 h 2952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048125" h="2952750">
                  <a:moveTo>
                    <a:pt x="3971418" y="7647"/>
                  </a:moveTo>
                  <a:cubicBezTo>
                    <a:pt x="3968561" y="7647"/>
                    <a:pt x="3964751" y="7647"/>
                    <a:pt x="3961893" y="8600"/>
                  </a:cubicBezTo>
                  <a:lnTo>
                    <a:pt x="3961893" y="7647"/>
                  </a:lnTo>
                  <a:lnTo>
                    <a:pt x="2341691" y="203862"/>
                  </a:lnTo>
                  <a:lnTo>
                    <a:pt x="721488" y="7647"/>
                  </a:lnTo>
                  <a:cubicBezTo>
                    <a:pt x="679578" y="2885"/>
                    <a:pt x="641478" y="32412"/>
                    <a:pt x="636716" y="74322"/>
                  </a:cubicBezTo>
                  <a:cubicBezTo>
                    <a:pt x="636716" y="77180"/>
                    <a:pt x="635763" y="80990"/>
                    <a:pt x="635763" y="83847"/>
                  </a:cubicBezTo>
                  <a:lnTo>
                    <a:pt x="635763" y="1195415"/>
                  </a:lnTo>
                  <a:cubicBezTo>
                    <a:pt x="402401" y="1451637"/>
                    <a:pt x="391923" y="1841210"/>
                    <a:pt x="610998" y="2109815"/>
                  </a:cubicBezTo>
                  <a:lnTo>
                    <a:pt x="33783" y="2686077"/>
                  </a:lnTo>
                  <a:cubicBezTo>
                    <a:pt x="1398" y="2713700"/>
                    <a:pt x="-1459" y="2761325"/>
                    <a:pt x="25211" y="2793710"/>
                  </a:cubicBezTo>
                  <a:cubicBezTo>
                    <a:pt x="51881" y="2826095"/>
                    <a:pt x="100458" y="2828952"/>
                    <a:pt x="132843" y="2802283"/>
                  </a:cubicBezTo>
                  <a:cubicBezTo>
                    <a:pt x="135701" y="2799425"/>
                    <a:pt x="138558" y="2796568"/>
                    <a:pt x="141416" y="2793710"/>
                  </a:cubicBezTo>
                  <a:lnTo>
                    <a:pt x="635763" y="2299363"/>
                  </a:lnTo>
                  <a:lnTo>
                    <a:pt x="635763" y="2674648"/>
                  </a:lnTo>
                  <a:cubicBezTo>
                    <a:pt x="635763" y="2713700"/>
                    <a:pt x="664338" y="2746085"/>
                    <a:pt x="702438" y="2750848"/>
                  </a:cubicBezTo>
                  <a:lnTo>
                    <a:pt x="2334071" y="2948015"/>
                  </a:lnTo>
                  <a:lnTo>
                    <a:pt x="2352168" y="2948015"/>
                  </a:lnTo>
                  <a:lnTo>
                    <a:pt x="3979991" y="2750848"/>
                  </a:lnTo>
                  <a:cubicBezTo>
                    <a:pt x="4018091" y="2746085"/>
                    <a:pt x="4047618" y="2713700"/>
                    <a:pt x="4046666" y="2674648"/>
                  </a:cubicBezTo>
                  <a:lnTo>
                    <a:pt x="4046666" y="83847"/>
                  </a:lnTo>
                  <a:cubicBezTo>
                    <a:pt x="4047618" y="41937"/>
                    <a:pt x="4013328" y="7647"/>
                    <a:pt x="3971418" y="7647"/>
                  </a:cubicBezTo>
                  <a:close/>
                  <a:moveTo>
                    <a:pt x="761493" y="1283045"/>
                  </a:moveTo>
                  <a:cubicBezTo>
                    <a:pt x="763398" y="1281140"/>
                    <a:pt x="764351" y="1280187"/>
                    <a:pt x="766256" y="1278282"/>
                  </a:cubicBezTo>
                  <a:cubicBezTo>
                    <a:pt x="979616" y="1064922"/>
                    <a:pt x="1326326" y="1064922"/>
                    <a:pt x="1539686" y="1278282"/>
                  </a:cubicBezTo>
                  <a:cubicBezTo>
                    <a:pt x="1753046" y="1491642"/>
                    <a:pt x="1753046" y="1838353"/>
                    <a:pt x="1539686" y="2051712"/>
                  </a:cubicBezTo>
                  <a:cubicBezTo>
                    <a:pt x="1326326" y="2265073"/>
                    <a:pt x="979616" y="2265073"/>
                    <a:pt x="766256" y="2051712"/>
                  </a:cubicBezTo>
                  <a:cubicBezTo>
                    <a:pt x="551943" y="1841210"/>
                    <a:pt x="550038" y="1496405"/>
                    <a:pt x="761493" y="1283045"/>
                  </a:cubicBezTo>
                  <a:close/>
                  <a:moveTo>
                    <a:pt x="2265491" y="2787043"/>
                  </a:moveTo>
                  <a:lnTo>
                    <a:pt x="789116" y="2607973"/>
                  </a:lnTo>
                  <a:lnTo>
                    <a:pt x="789116" y="2261263"/>
                  </a:lnTo>
                  <a:cubicBezTo>
                    <a:pt x="1118681" y="2463193"/>
                    <a:pt x="1549211" y="2359370"/>
                    <a:pt x="1751141" y="2029805"/>
                  </a:cubicBezTo>
                  <a:cubicBezTo>
                    <a:pt x="1953071" y="1700240"/>
                    <a:pt x="1849248" y="1269710"/>
                    <a:pt x="1519683" y="1067780"/>
                  </a:cubicBezTo>
                  <a:cubicBezTo>
                    <a:pt x="1295846" y="930620"/>
                    <a:pt x="1013906" y="930620"/>
                    <a:pt x="789116" y="1067780"/>
                  </a:cubicBezTo>
                  <a:lnTo>
                    <a:pt x="789116" y="168620"/>
                  </a:lnTo>
                  <a:lnTo>
                    <a:pt x="2265491" y="347690"/>
                  </a:lnTo>
                  <a:lnTo>
                    <a:pt x="2265491" y="2787043"/>
                  </a:lnTo>
                  <a:close/>
                  <a:moveTo>
                    <a:pt x="3895218" y="2607973"/>
                  </a:moveTo>
                  <a:lnTo>
                    <a:pt x="2418843" y="2787043"/>
                  </a:lnTo>
                  <a:lnTo>
                    <a:pt x="2418843" y="348642"/>
                  </a:lnTo>
                  <a:lnTo>
                    <a:pt x="3895218" y="169572"/>
                  </a:lnTo>
                  <a:lnTo>
                    <a:pt x="3895218" y="26079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89BC519-86EE-4BA8-A345-657DA29072DE}"/>
                </a:ext>
              </a:extLst>
            </p:cNvPr>
            <p:cNvSpPr/>
            <p:nvPr/>
          </p:nvSpPr>
          <p:spPr>
            <a:xfrm>
              <a:off x="5405224" y="3023208"/>
              <a:ext cx="1238250" cy="295275"/>
            </a:xfrm>
            <a:custGeom>
              <a:avLst/>
              <a:gdLst>
                <a:gd name="connsiteX0" fmla="*/ 1160358 w 1238250"/>
                <a:gd name="connsiteY0" fmla="*/ 137188 h 295275"/>
                <a:gd name="connsiteX1" fmla="*/ 93558 w 1238250"/>
                <a:gd name="connsiteY1" fmla="*/ 7647 h 295275"/>
                <a:gd name="connsiteX2" fmla="*/ 7833 w 1238250"/>
                <a:gd name="connsiteY2" fmla="*/ 74322 h 295275"/>
                <a:gd name="connsiteX3" fmla="*/ 74508 w 1238250"/>
                <a:gd name="connsiteY3" fmla="*/ 160047 h 295275"/>
                <a:gd name="connsiteX4" fmla="*/ 76413 w 1238250"/>
                <a:gd name="connsiteY4" fmla="*/ 160047 h 295275"/>
                <a:gd name="connsiteX5" fmla="*/ 1143213 w 1238250"/>
                <a:gd name="connsiteY5" fmla="*/ 289588 h 295275"/>
                <a:gd name="connsiteX6" fmla="*/ 1149881 w 1238250"/>
                <a:gd name="connsiteY6" fmla="*/ 289588 h 295275"/>
                <a:gd name="connsiteX7" fmla="*/ 1230843 w 1238250"/>
                <a:gd name="connsiteY7" fmla="*/ 218150 h 295275"/>
                <a:gd name="connsiteX8" fmla="*/ 1160358 w 1238250"/>
                <a:gd name="connsiteY8" fmla="*/ 137188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8250" h="295275">
                  <a:moveTo>
                    <a:pt x="1160358" y="137188"/>
                  </a:moveTo>
                  <a:lnTo>
                    <a:pt x="93558" y="7647"/>
                  </a:lnTo>
                  <a:cubicBezTo>
                    <a:pt x="51648" y="2885"/>
                    <a:pt x="13548" y="32412"/>
                    <a:pt x="7833" y="74322"/>
                  </a:cubicBezTo>
                  <a:cubicBezTo>
                    <a:pt x="2118" y="116232"/>
                    <a:pt x="32598" y="154332"/>
                    <a:pt x="74508" y="160047"/>
                  </a:cubicBezTo>
                  <a:lnTo>
                    <a:pt x="76413" y="160047"/>
                  </a:lnTo>
                  <a:lnTo>
                    <a:pt x="1143213" y="289588"/>
                  </a:lnTo>
                  <a:lnTo>
                    <a:pt x="1149881" y="289588"/>
                  </a:lnTo>
                  <a:cubicBezTo>
                    <a:pt x="1191791" y="292445"/>
                    <a:pt x="1227986" y="260060"/>
                    <a:pt x="1230843" y="218150"/>
                  </a:cubicBezTo>
                  <a:cubicBezTo>
                    <a:pt x="1234653" y="176240"/>
                    <a:pt x="1202268" y="140045"/>
                    <a:pt x="1160358" y="137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0719EA15-738E-488A-B9E6-B3AC3032D0E2}"/>
                </a:ext>
              </a:extLst>
            </p:cNvPr>
            <p:cNvSpPr/>
            <p:nvPr/>
          </p:nvSpPr>
          <p:spPr>
            <a:xfrm>
              <a:off x="7062136" y="3023022"/>
              <a:ext cx="1238250" cy="295275"/>
            </a:xfrm>
            <a:custGeom>
              <a:avLst/>
              <a:gdLst>
                <a:gd name="connsiteX0" fmla="*/ 1231282 w 1238250"/>
                <a:gd name="connsiteY0" fmla="*/ 74508 h 295275"/>
                <a:gd name="connsiteX1" fmla="*/ 1145557 w 1238250"/>
                <a:gd name="connsiteY1" fmla="*/ 7833 h 295275"/>
                <a:gd name="connsiteX2" fmla="*/ 78757 w 1238250"/>
                <a:gd name="connsiteY2" fmla="*/ 137373 h 295275"/>
                <a:gd name="connsiteX3" fmla="*/ 7319 w 1238250"/>
                <a:gd name="connsiteY3" fmla="*/ 218336 h 295275"/>
                <a:gd name="connsiteX4" fmla="*/ 88282 w 1238250"/>
                <a:gd name="connsiteY4" fmla="*/ 289773 h 295275"/>
                <a:gd name="connsiteX5" fmla="*/ 88282 w 1238250"/>
                <a:gd name="connsiteY5" fmla="*/ 289773 h 295275"/>
                <a:gd name="connsiteX6" fmla="*/ 97807 w 1238250"/>
                <a:gd name="connsiteY6" fmla="*/ 289773 h 295275"/>
                <a:gd name="connsiteX7" fmla="*/ 1164607 w 1238250"/>
                <a:gd name="connsiteY7" fmla="*/ 160233 h 295275"/>
                <a:gd name="connsiteX8" fmla="*/ 1231282 w 1238250"/>
                <a:gd name="connsiteY8" fmla="*/ 74508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8250" h="295275">
                  <a:moveTo>
                    <a:pt x="1231282" y="74508"/>
                  </a:moveTo>
                  <a:cubicBezTo>
                    <a:pt x="1226519" y="32598"/>
                    <a:pt x="1188419" y="2118"/>
                    <a:pt x="1145557" y="7833"/>
                  </a:cubicBezTo>
                  <a:lnTo>
                    <a:pt x="78757" y="137373"/>
                  </a:lnTo>
                  <a:cubicBezTo>
                    <a:pt x="36847" y="140231"/>
                    <a:pt x="4462" y="176426"/>
                    <a:pt x="7319" y="218336"/>
                  </a:cubicBezTo>
                  <a:cubicBezTo>
                    <a:pt x="10177" y="260246"/>
                    <a:pt x="46372" y="292631"/>
                    <a:pt x="88282" y="289773"/>
                  </a:cubicBezTo>
                  <a:lnTo>
                    <a:pt x="88282" y="289773"/>
                  </a:lnTo>
                  <a:lnTo>
                    <a:pt x="97807" y="289773"/>
                  </a:lnTo>
                  <a:lnTo>
                    <a:pt x="1164607" y="160233"/>
                  </a:lnTo>
                  <a:cubicBezTo>
                    <a:pt x="1206517" y="155471"/>
                    <a:pt x="1236044" y="117371"/>
                    <a:pt x="1231282" y="745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0792FB65-D567-4309-B3CE-5064326C7B56}"/>
                </a:ext>
              </a:extLst>
            </p:cNvPr>
            <p:cNvSpPr/>
            <p:nvPr/>
          </p:nvSpPr>
          <p:spPr>
            <a:xfrm>
              <a:off x="7062136" y="3665007"/>
              <a:ext cx="1238250" cy="295275"/>
            </a:xfrm>
            <a:custGeom>
              <a:avLst/>
              <a:gdLst>
                <a:gd name="connsiteX0" fmla="*/ 1231282 w 1238250"/>
                <a:gd name="connsiteY0" fmla="*/ 74508 h 295275"/>
                <a:gd name="connsiteX1" fmla="*/ 1145557 w 1238250"/>
                <a:gd name="connsiteY1" fmla="*/ 7833 h 295275"/>
                <a:gd name="connsiteX2" fmla="*/ 78757 w 1238250"/>
                <a:gd name="connsiteY2" fmla="*/ 137373 h 295275"/>
                <a:gd name="connsiteX3" fmla="*/ 7319 w 1238250"/>
                <a:gd name="connsiteY3" fmla="*/ 218336 h 295275"/>
                <a:gd name="connsiteX4" fmla="*/ 88282 w 1238250"/>
                <a:gd name="connsiteY4" fmla="*/ 289773 h 295275"/>
                <a:gd name="connsiteX5" fmla="*/ 88282 w 1238250"/>
                <a:gd name="connsiteY5" fmla="*/ 289773 h 295275"/>
                <a:gd name="connsiteX6" fmla="*/ 97807 w 1238250"/>
                <a:gd name="connsiteY6" fmla="*/ 289773 h 295275"/>
                <a:gd name="connsiteX7" fmla="*/ 1164607 w 1238250"/>
                <a:gd name="connsiteY7" fmla="*/ 160233 h 295275"/>
                <a:gd name="connsiteX8" fmla="*/ 1231282 w 1238250"/>
                <a:gd name="connsiteY8" fmla="*/ 74508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8250" h="295275">
                  <a:moveTo>
                    <a:pt x="1231282" y="74508"/>
                  </a:moveTo>
                  <a:cubicBezTo>
                    <a:pt x="1226519" y="32598"/>
                    <a:pt x="1188419" y="2118"/>
                    <a:pt x="1145557" y="7833"/>
                  </a:cubicBezTo>
                  <a:lnTo>
                    <a:pt x="78757" y="137373"/>
                  </a:lnTo>
                  <a:cubicBezTo>
                    <a:pt x="36847" y="140231"/>
                    <a:pt x="4462" y="176426"/>
                    <a:pt x="7319" y="218336"/>
                  </a:cubicBezTo>
                  <a:cubicBezTo>
                    <a:pt x="10177" y="260246"/>
                    <a:pt x="46372" y="292631"/>
                    <a:pt x="88282" y="289773"/>
                  </a:cubicBezTo>
                  <a:lnTo>
                    <a:pt x="88282" y="289773"/>
                  </a:lnTo>
                  <a:lnTo>
                    <a:pt x="97807" y="289773"/>
                  </a:lnTo>
                  <a:lnTo>
                    <a:pt x="1164607" y="160233"/>
                  </a:lnTo>
                  <a:cubicBezTo>
                    <a:pt x="1206517" y="154518"/>
                    <a:pt x="1236044" y="116418"/>
                    <a:pt x="1231282" y="745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546EC01B-7A44-45DA-8CB5-6D972D3E335D}"/>
                </a:ext>
              </a:extLst>
            </p:cNvPr>
            <p:cNvSpPr/>
            <p:nvPr/>
          </p:nvSpPr>
          <p:spPr>
            <a:xfrm>
              <a:off x="7062136" y="4306992"/>
              <a:ext cx="1238250" cy="295275"/>
            </a:xfrm>
            <a:custGeom>
              <a:avLst/>
              <a:gdLst>
                <a:gd name="connsiteX0" fmla="*/ 1231282 w 1238250"/>
                <a:gd name="connsiteY0" fmla="*/ 74508 h 295275"/>
                <a:gd name="connsiteX1" fmla="*/ 1145557 w 1238250"/>
                <a:gd name="connsiteY1" fmla="*/ 7833 h 295275"/>
                <a:gd name="connsiteX2" fmla="*/ 78757 w 1238250"/>
                <a:gd name="connsiteY2" fmla="*/ 137373 h 295275"/>
                <a:gd name="connsiteX3" fmla="*/ 7319 w 1238250"/>
                <a:gd name="connsiteY3" fmla="*/ 218336 h 295275"/>
                <a:gd name="connsiteX4" fmla="*/ 88282 w 1238250"/>
                <a:gd name="connsiteY4" fmla="*/ 289773 h 295275"/>
                <a:gd name="connsiteX5" fmla="*/ 88282 w 1238250"/>
                <a:gd name="connsiteY5" fmla="*/ 289773 h 295275"/>
                <a:gd name="connsiteX6" fmla="*/ 97807 w 1238250"/>
                <a:gd name="connsiteY6" fmla="*/ 289773 h 295275"/>
                <a:gd name="connsiteX7" fmla="*/ 1164607 w 1238250"/>
                <a:gd name="connsiteY7" fmla="*/ 160233 h 295275"/>
                <a:gd name="connsiteX8" fmla="*/ 1231282 w 1238250"/>
                <a:gd name="connsiteY8" fmla="*/ 74508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8250" h="295275">
                  <a:moveTo>
                    <a:pt x="1231282" y="74508"/>
                  </a:moveTo>
                  <a:cubicBezTo>
                    <a:pt x="1226519" y="32598"/>
                    <a:pt x="1188419" y="2118"/>
                    <a:pt x="1145557" y="7833"/>
                  </a:cubicBezTo>
                  <a:lnTo>
                    <a:pt x="78757" y="137373"/>
                  </a:lnTo>
                  <a:cubicBezTo>
                    <a:pt x="36847" y="140231"/>
                    <a:pt x="4462" y="176426"/>
                    <a:pt x="7319" y="218336"/>
                  </a:cubicBezTo>
                  <a:cubicBezTo>
                    <a:pt x="10177" y="260246"/>
                    <a:pt x="46372" y="292631"/>
                    <a:pt x="88282" y="289773"/>
                  </a:cubicBezTo>
                  <a:lnTo>
                    <a:pt x="88282" y="289773"/>
                  </a:lnTo>
                  <a:lnTo>
                    <a:pt x="97807" y="289773"/>
                  </a:lnTo>
                  <a:lnTo>
                    <a:pt x="1164607" y="160233"/>
                  </a:lnTo>
                  <a:cubicBezTo>
                    <a:pt x="1206517" y="154518"/>
                    <a:pt x="1236044" y="116418"/>
                    <a:pt x="1231282" y="745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0" name="Graphic 19">
            <a:extLst>
              <a:ext uri="{FF2B5EF4-FFF2-40B4-BE49-F238E27FC236}">
                <a16:creationId xmlns:a16="http://schemas.microsoft.com/office/drawing/2014/main" id="{4E53D39E-21B0-4715-907D-DB4B4A1315FA}"/>
              </a:ext>
            </a:extLst>
          </p:cNvPr>
          <p:cNvGrpSpPr>
            <a:grpSpLocks noChangeAspect="1"/>
          </p:cNvGrpSpPr>
          <p:nvPr/>
        </p:nvGrpSpPr>
        <p:grpSpPr>
          <a:xfrm>
            <a:off x="2127993" y="2252571"/>
            <a:ext cx="502920" cy="502920"/>
            <a:chOff x="4481513" y="1814513"/>
            <a:chExt cx="4143375" cy="41433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52B00EDD-3DCF-4693-B40A-B0FB8AAAE381}"/>
                </a:ext>
              </a:extLst>
            </p:cNvPr>
            <p:cNvSpPr/>
            <p:nvPr/>
          </p:nvSpPr>
          <p:spPr>
            <a:xfrm>
              <a:off x="6173629" y="3506629"/>
              <a:ext cx="752475" cy="752475"/>
            </a:xfrm>
            <a:custGeom>
              <a:avLst/>
              <a:gdLst>
                <a:gd name="connsiteX0" fmla="*/ 750094 w 752475"/>
                <a:gd name="connsiteY0" fmla="*/ 378619 h 752475"/>
                <a:gd name="connsiteX1" fmla="*/ 378619 w 752475"/>
                <a:gd name="connsiteY1" fmla="*/ 7144 h 752475"/>
                <a:gd name="connsiteX2" fmla="*/ 7144 w 752475"/>
                <a:gd name="connsiteY2" fmla="*/ 378619 h 752475"/>
                <a:gd name="connsiteX3" fmla="*/ 378619 w 752475"/>
                <a:gd name="connsiteY3" fmla="*/ 750094 h 752475"/>
                <a:gd name="connsiteX4" fmla="*/ 750094 w 752475"/>
                <a:gd name="connsiteY4" fmla="*/ 378619 h 752475"/>
                <a:gd name="connsiteX5" fmla="*/ 750094 w 752475"/>
                <a:gd name="connsiteY5" fmla="*/ 378619 h 752475"/>
                <a:gd name="connsiteX6" fmla="*/ 378619 w 752475"/>
                <a:gd name="connsiteY6" fmla="*/ 597694 h 752475"/>
                <a:gd name="connsiteX7" fmla="*/ 378619 w 752475"/>
                <a:gd name="connsiteY7" fmla="*/ 597694 h 752475"/>
                <a:gd name="connsiteX8" fmla="*/ 159544 w 752475"/>
                <a:gd name="connsiteY8" fmla="*/ 378619 h 752475"/>
                <a:gd name="connsiteX9" fmla="*/ 378619 w 752475"/>
                <a:gd name="connsiteY9" fmla="*/ 159544 h 752475"/>
                <a:gd name="connsiteX10" fmla="*/ 597694 w 752475"/>
                <a:gd name="connsiteY10" fmla="*/ 378619 h 752475"/>
                <a:gd name="connsiteX11" fmla="*/ 378619 w 752475"/>
                <a:gd name="connsiteY11" fmla="*/ 597694 h 75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2475" h="752475">
                  <a:moveTo>
                    <a:pt x="750094" y="378619"/>
                  </a:moveTo>
                  <a:cubicBezTo>
                    <a:pt x="750094" y="173831"/>
                    <a:pt x="583406" y="7144"/>
                    <a:pt x="378619" y="7144"/>
                  </a:cubicBezTo>
                  <a:cubicBezTo>
                    <a:pt x="172879" y="7144"/>
                    <a:pt x="7144" y="173831"/>
                    <a:pt x="7144" y="378619"/>
                  </a:cubicBezTo>
                  <a:cubicBezTo>
                    <a:pt x="7144" y="583406"/>
                    <a:pt x="173831" y="750094"/>
                    <a:pt x="378619" y="750094"/>
                  </a:cubicBezTo>
                  <a:cubicBezTo>
                    <a:pt x="583406" y="750094"/>
                    <a:pt x="750094" y="584359"/>
                    <a:pt x="750094" y="378619"/>
                  </a:cubicBezTo>
                  <a:cubicBezTo>
                    <a:pt x="750094" y="378619"/>
                    <a:pt x="750094" y="378619"/>
                    <a:pt x="750094" y="378619"/>
                  </a:cubicBezTo>
                  <a:close/>
                  <a:moveTo>
                    <a:pt x="378619" y="597694"/>
                  </a:moveTo>
                  <a:lnTo>
                    <a:pt x="378619" y="597694"/>
                  </a:lnTo>
                  <a:cubicBezTo>
                    <a:pt x="257651" y="597694"/>
                    <a:pt x="159544" y="499586"/>
                    <a:pt x="159544" y="378619"/>
                  </a:cubicBezTo>
                  <a:cubicBezTo>
                    <a:pt x="159544" y="257651"/>
                    <a:pt x="257651" y="159544"/>
                    <a:pt x="378619" y="159544"/>
                  </a:cubicBezTo>
                  <a:cubicBezTo>
                    <a:pt x="499586" y="159544"/>
                    <a:pt x="597694" y="257651"/>
                    <a:pt x="597694" y="378619"/>
                  </a:cubicBezTo>
                  <a:cubicBezTo>
                    <a:pt x="597694" y="499586"/>
                    <a:pt x="499586" y="597694"/>
                    <a:pt x="378619" y="5976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6F35CC98-33F6-42E9-BFFF-F9380D4AB827}"/>
                </a:ext>
              </a:extLst>
            </p:cNvPr>
            <p:cNvSpPr/>
            <p:nvPr/>
          </p:nvSpPr>
          <p:spPr>
            <a:xfrm>
              <a:off x="4474369" y="1807369"/>
              <a:ext cx="4152900" cy="4152900"/>
            </a:xfrm>
            <a:custGeom>
              <a:avLst/>
              <a:gdLst>
                <a:gd name="connsiteX0" fmla="*/ 4070509 w 4152900"/>
                <a:gd name="connsiteY0" fmla="*/ 2001679 h 4152900"/>
                <a:gd name="connsiteX1" fmla="*/ 3701891 w 4152900"/>
                <a:gd name="connsiteY1" fmla="*/ 2001679 h 4152900"/>
                <a:gd name="connsiteX2" fmla="*/ 2153126 w 4152900"/>
                <a:gd name="connsiteY2" fmla="*/ 452914 h 4152900"/>
                <a:gd name="connsiteX3" fmla="*/ 2153126 w 4152900"/>
                <a:gd name="connsiteY3" fmla="*/ 83344 h 4152900"/>
                <a:gd name="connsiteX4" fmla="*/ 2076926 w 4152900"/>
                <a:gd name="connsiteY4" fmla="*/ 7144 h 4152900"/>
                <a:gd name="connsiteX5" fmla="*/ 2000726 w 4152900"/>
                <a:gd name="connsiteY5" fmla="*/ 83344 h 4152900"/>
                <a:gd name="connsiteX6" fmla="*/ 2000726 w 4152900"/>
                <a:gd name="connsiteY6" fmla="*/ 451961 h 4152900"/>
                <a:gd name="connsiteX7" fmla="*/ 451961 w 4152900"/>
                <a:gd name="connsiteY7" fmla="*/ 2000726 h 4152900"/>
                <a:gd name="connsiteX8" fmla="*/ 83344 w 4152900"/>
                <a:gd name="connsiteY8" fmla="*/ 2000726 h 4152900"/>
                <a:gd name="connsiteX9" fmla="*/ 7144 w 4152900"/>
                <a:gd name="connsiteY9" fmla="*/ 2076926 h 4152900"/>
                <a:gd name="connsiteX10" fmla="*/ 83344 w 4152900"/>
                <a:gd name="connsiteY10" fmla="*/ 2153126 h 4152900"/>
                <a:gd name="connsiteX11" fmla="*/ 451961 w 4152900"/>
                <a:gd name="connsiteY11" fmla="*/ 2153126 h 4152900"/>
                <a:gd name="connsiteX12" fmla="*/ 2000726 w 4152900"/>
                <a:gd name="connsiteY12" fmla="*/ 3701891 h 4152900"/>
                <a:gd name="connsiteX13" fmla="*/ 2000726 w 4152900"/>
                <a:gd name="connsiteY13" fmla="*/ 4070509 h 4152900"/>
                <a:gd name="connsiteX14" fmla="*/ 2076926 w 4152900"/>
                <a:gd name="connsiteY14" fmla="*/ 4146709 h 4152900"/>
                <a:gd name="connsiteX15" fmla="*/ 2153126 w 4152900"/>
                <a:gd name="connsiteY15" fmla="*/ 4070509 h 4152900"/>
                <a:gd name="connsiteX16" fmla="*/ 2153126 w 4152900"/>
                <a:gd name="connsiteY16" fmla="*/ 3701891 h 4152900"/>
                <a:gd name="connsiteX17" fmla="*/ 3701891 w 4152900"/>
                <a:gd name="connsiteY17" fmla="*/ 2153126 h 4152900"/>
                <a:gd name="connsiteX18" fmla="*/ 4070509 w 4152900"/>
                <a:gd name="connsiteY18" fmla="*/ 2153126 h 4152900"/>
                <a:gd name="connsiteX19" fmla="*/ 4146709 w 4152900"/>
                <a:gd name="connsiteY19" fmla="*/ 2076926 h 4152900"/>
                <a:gd name="connsiteX20" fmla="*/ 4070509 w 4152900"/>
                <a:gd name="connsiteY20" fmla="*/ 2001679 h 4152900"/>
                <a:gd name="connsiteX21" fmla="*/ 3188494 w 4152900"/>
                <a:gd name="connsiteY21" fmla="*/ 2154079 h 4152900"/>
                <a:gd name="connsiteX22" fmla="*/ 3549491 w 4152900"/>
                <a:gd name="connsiteY22" fmla="*/ 2154079 h 4152900"/>
                <a:gd name="connsiteX23" fmla="*/ 2153126 w 4152900"/>
                <a:gd name="connsiteY23" fmla="*/ 3550444 h 4152900"/>
                <a:gd name="connsiteX24" fmla="*/ 2153126 w 4152900"/>
                <a:gd name="connsiteY24" fmla="*/ 3188494 h 4152900"/>
                <a:gd name="connsiteX25" fmla="*/ 2076926 w 4152900"/>
                <a:gd name="connsiteY25" fmla="*/ 3112294 h 4152900"/>
                <a:gd name="connsiteX26" fmla="*/ 2000726 w 4152900"/>
                <a:gd name="connsiteY26" fmla="*/ 3188494 h 4152900"/>
                <a:gd name="connsiteX27" fmla="*/ 2000726 w 4152900"/>
                <a:gd name="connsiteY27" fmla="*/ 3549491 h 4152900"/>
                <a:gd name="connsiteX28" fmla="*/ 605314 w 4152900"/>
                <a:gd name="connsiteY28" fmla="*/ 2154079 h 4152900"/>
                <a:gd name="connsiteX29" fmla="*/ 966311 w 4152900"/>
                <a:gd name="connsiteY29" fmla="*/ 2154079 h 4152900"/>
                <a:gd name="connsiteX30" fmla="*/ 1042511 w 4152900"/>
                <a:gd name="connsiteY30" fmla="*/ 2077879 h 4152900"/>
                <a:gd name="connsiteX31" fmla="*/ 966311 w 4152900"/>
                <a:gd name="connsiteY31" fmla="*/ 2001679 h 4152900"/>
                <a:gd name="connsiteX32" fmla="*/ 605314 w 4152900"/>
                <a:gd name="connsiteY32" fmla="*/ 2001679 h 4152900"/>
                <a:gd name="connsiteX33" fmla="*/ 2001679 w 4152900"/>
                <a:gd name="connsiteY33" fmla="*/ 605314 h 4152900"/>
                <a:gd name="connsiteX34" fmla="*/ 2001679 w 4152900"/>
                <a:gd name="connsiteY34" fmla="*/ 966311 h 4152900"/>
                <a:gd name="connsiteX35" fmla="*/ 2077879 w 4152900"/>
                <a:gd name="connsiteY35" fmla="*/ 1042511 h 4152900"/>
                <a:gd name="connsiteX36" fmla="*/ 2154079 w 4152900"/>
                <a:gd name="connsiteY36" fmla="*/ 966311 h 4152900"/>
                <a:gd name="connsiteX37" fmla="*/ 2154079 w 4152900"/>
                <a:gd name="connsiteY37" fmla="*/ 605314 h 4152900"/>
                <a:gd name="connsiteX38" fmla="*/ 3550444 w 4152900"/>
                <a:gd name="connsiteY38" fmla="*/ 2001679 h 4152900"/>
                <a:gd name="connsiteX39" fmla="*/ 3188494 w 4152900"/>
                <a:gd name="connsiteY39" fmla="*/ 2001679 h 4152900"/>
                <a:gd name="connsiteX40" fmla="*/ 3112294 w 4152900"/>
                <a:gd name="connsiteY40" fmla="*/ 2077879 h 4152900"/>
                <a:gd name="connsiteX41" fmla="*/ 3188494 w 4152900"/>
                <a:gd name="connsiteY41" fmla="*/ 2154079 h 415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152900" h="4152900">
                  <a:moveTo>
                    <a:pt x="4070509" y="2001679"/>
                  </a:moveTo>
                  <a:lnTo>
                    <a:pt x="3701891" y="2001679"/>
                  </a:lnTo>
                  <a:cubicBezTo>
                    <a:pt x="3661886" y="1163479"/>
                    <a:pt x="2991326" y="493871"/>
                    <a:pt x="2153126" y="452914"/>
                  </a:cubicBezTo>
                  <a:lnTo>
                    <a:pt x="2153126" y="83344"/>
                  </a:lnTo>
                  <a:cubicBezTo>
                    <a:pt x="2153126" y="41434"/>
                    <a:pt x="2118836" y="7144"/>
                    <a:pt x="2076926" y="7144"/>
                  </a:cubicBezTo>
                  <a:cubicBezTo>
                    <a:pt x="2035016" y="7144"/>
                    <a:pt x="2000726" y="41434"/>
                    <a:pt x="2000726" y="83344"/>
                  </a:cubicBezTo>
                  <a:lnTo>
                    <a:pt x="2000726" y="451961"/>
                  </a:lnTo>
                  <a:cubicBezTo>
                    <a:pt x="1162526" y="491966"/>
                    <a:pt x="491966" y="1162526"/>
                    <a:pt x="451961" y="2000726"/>
                  </a:cubicBezTo>
                  <a:lnTo>
                    <a:pt x="83344" y="2000726"/>
                  </a:lnTo>
                  <a:cubicBezTo>
                    <a:pt x="41434" y="2000726"/>
                    <a:pt x="7144" y="2035016"/>
                    <a:pt x="7144" y="2076926"/>
                  </a:cubicBezTo>
                  <a:cubicBezTo>
                    <a:pt x="7144" y="2118836"/>
                    <a:pt x="41434" y="2153126"/>
                    <a:pt x="83344" y="2153126"/>
                  </a:cubicBezTo>
                  <a:lnTo>
                    <a:pt x="451961" y="2153126"/>
                  </a:lnTo>
                  <a:cubicBezTo>
                    <a:pt x="491966" y="2991326"/>
                    <a:pt x="1162526" y="3661886"/>
                    <a:pt x="2000726" y="3701891"/>
                  </a:cubicBezTo>
                  <a:lnTo>
                    <a:pt x="2000726" y="4070509"/>
                  </a:lnTo>
                  <a:cubicBezTo>
                    <a:pt x="2000726" y="4112419"/>
                    <a:pt x="2035016" y="4146709"/>
                    <a:pt x="2076926" y="4146709"/>
                  </a:cubicBezTo>
                  <a:cubicBezTo>
                    <a:pt x="2118836" y="4146709"/>
                    <a:pt x="2153126" y="4112419"/>
                    <a:pt x="2153126" y="4070509"/>
                  </a:cubicBezTo>
                  <a:lnTo>
                    <a:pt x="2153126" y="3701891"/>
                  </a:lnTo>
                  <a:cubicBezTo>
                    <a:pt x="2991326" y="3661886"/>
                    <a:pt x="3660934" y="2991326"/>
                    <a:pt x="3701891" y="2153126"/>
                  </a:cubicBezTo>
                  <a:lnTo>
                    <a:pt x="4070509" y="2153126"/>
                  </a:lnTo>
                  <a:cubicBezTo>
                    <a:pt x="4112419" y="2153126"/>
                    <a:pt x="4146709" y="2118836"/>
                    <a:pt x="4146709" y="2076926"/>
                  </a:cubicBezTo>
                  <a:cubicBezTo>
                    <a:pt x="4146709" y="2035016"/>
                    <a:pt x="4113371" y="2001679"/>
                    <a:pt x="4070509" y="2001679"/>
                  </a:cubicBezTo>
                  <a:close/>
                  <a:moveTo>
                    <a:pt x="3188494" y="2154079"/>
                  </a:moveTo>
                  <a:lnTo>
                    <a:pt x="3549491" y="2154079"/>
                  </a:lnTo>
                  <a:cubicBezTo>
                    <a:pt x="3509486" y="2907506"/>
                    <a:pt x="2907506" y="3510439"/>
                    <a:pt x="2153126" y="3550444"/>
                  </a:cubicBezTo>
                  <a:lnTo>
                    <a:pt x="2153126" y="3188494"/>
                  </a:lnTo>
                  <a:cubicBezTo>
                    <a:pt x="2153126" y="3146584"/>
                    <a:pt x="2118836" y="3112294"/>
                    <a:pt x="2076926" y="3112294"/>
                  </a:cubicBezTo>
                  <a:cubicBezTo>
                    <a:pt x="2035016" y="3112294"/>
                    <a:pt x="2000726" y="3146584"/>
                    <a:pt x="2000726" y="3188494"/>
                  </a:cubicBezTo>
                  <a:lnTo>
                    <a:pt x="2000726" y="3549491"/>
                  </a:lnTo>
                  <a:cubicBezTo>
                    <a:pt x="1247299" y="3509486"/>
                    <a:pt x="645319" y="2907506"/>
                    <a:pt x="605314" y="2154079"/>
                  </a:cubicBezTo>
                  <a:lnTo>
                    <a:pt x="966311" y="2154079"/>
                  </a:lnTo>
                  <a:cubicBezTo>
                    <a:pt x="1008221" y="2154079"/>
                    <a:pt x="1042511" y="2119789"/>
                    <a:pt x="1042511" y="2077879"/>
                  </a:cubicBezTo>
                  <a:cubicBezTo>
                    <a:pt x="1042511" y="2035969"/>
                    <a:pt x="1008221" y="2001679"/>
                    <a:pt x="966311" y="2001679"/>
                  </a:cubicBezTo>
                  <a:lnTo>
                    <a:pt x="605314" y="2001679"/>
                  </a:lnTo>
                  <a:cubicBezTo>
                    <a:pt x="645319" y="1247299"/>
                    <a:pt x="1247299" y="645319"/>
                    <a:pt x="2001679" y="605314"/>
                  </a:cubicBezTo>
                  <a:lnTo>
                    <a:pt x="2001679" y="966311"/>
                  </a:lnTo>
                  <a:cubicBezTo>
                    <a:pt x="2001679" y="1008221"/>
                    <a:pt x="2035969" y="1042511"/>
                    <a:pt x="2077879" y="1042511"/>
                  </a:cubicBezTo>
                  <a:cubicBezTo>
                    <a:pt x="2119789" y="1042511"/>
                    <a:pt x="2154079" y="1008221"/>
                    <a:pt x="2154079" y="966311"/>
                  </a:cubicBezTo>
                  <a:lnTo>
                    <a:pt x="2154079" y="605314"/>
                  </a:lnTo>
                  <a:cubicBezTo>
                    <a:pt x="2907506" y="645319"/>
                    <a:pt x="3510439" y="1247299"/>
                    <a:pt x="3550444" y="2001679"/>
                  </a:cubicBezTo>
                  <a:lnTo>
                    <a:pt x="3188494" y="2001679"/>
                  </a:lnTo>
                  <a:cubicBezTo>
                    <a:pt x="3146584" y="2001679"/>
                    <a:pt x="3112294" y="2035969"/>
                    <a:pt x="3112294" y="2077879"/>
                  </a:cubicBezTo>
                  <a:cubicBezTo>
                    <a:pt x="3112294" y="2119789"/>
                    <a:pt x="3146584" y="2154079"/>
                    <a:pt x="3188494" y="21540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3" name="Graphic 20">
            <a:extLst>
              <a:ext uri="{FF2B5EF4-FFF2-40B4-BE49-F238E27FC236}">
                <a16:creationId xmlns:a16="http://schemas.microsoft.com/office/drawing/2014/main" id="{57999F23-EACE-42A0-BEDD-625B92A18A9C}"/>
              </a:ext>
            </a:extLst>
          </p:cNvPr>
          <p:cNvSpPr>
            <a:spLocks noChangeAspect="1"/>
          </p:cNvSpPr>
          <p:nvPr/>
        </p:nvSpPr>
        <p:spPr>
          <a:xfrm>
            <a:off x="2064109" y="3948985"/>
            <a:ext cx="630689" cy="502920"/>
          </a:xfrm>
          <a:custGeom>
            <a:avLst/>
            <a:gdLst>
              <a:gd name="connsiteX0" fmla="*/ 4028599 w 4419600"/>
              <a:gd name="connsiteY0" fmla="*/ 671234 h 3524250"/>
              <a:gd name="connsiteX1" fmla="*/ 4028599 w 4419600"/>
              <a:gd name="connsiteY1" fmla="*/ 666472 h 3524250"/>
              <a:gd name="connsiteX2" fmla="*/ 4023836 w 4419600"/>
              <a:gd name="connsiteY2" fmla="*/ 661709 h 3524250"/>
              <a:gd name="connsiteX3" fmla="*/ 1559719 w 4419600"/>
              <a:gd name="connsiteY3" fmla="*/ 394057 h 3524250"/>
              <a:gd name="connsiteX4" fmla="*/ 1468279 w 4419600"/>
              <a:gd name="connsiteY4" fmla="*/ 472162 h 3524250"/>
              <a:gd name="connsiteX5" fmla="*/ 159544 w 4419600"/>
              <a:gd name="connsiteY5" fmla="*/ 472162 h 3524250"/>
              <a:gd name="connsiteX6" fmla="*/ 7144 w 4419600"/>
              <a:gd name="connsiteY6" fmla="*/ 624562 h 3524250"/>
              <a:gd name="connsiteX7" fmla="*/ 7144 w 4419600"/>
              <a:gd name="connsiteY7" fmla="*/ 1865669 h 3524250"/>
              <a:gd name="connsiteX8" fmla="*/ 159544 w 4419600"/>
              <a:gd name="connsiteY8" fmla="*/ 2018069 h 3524250"/>
              <a:gd name="connsiteX9" fmla="*/ 917734 w 4419600"/>
              <a:gd name="connsiteY9" fmla="*/ 2018069 h 3524250"/>
              <a:gd name="connsiteX10" fmla="*/ 2907506 w 4419600"/>
              <a:gd name="connsiteY10" fmla="*/ 3507779 h 3524250"/>
              <a:gd name="connsiteX11" fmla="*/ 4023836 w 4419600"/>
              <a:gd name="connsiteY11" fmla="*/ 2873414 h 3524250"/>
              <a:gd name="connsiteX12" fmla="*/ 4028599 w 4419600"/>
              <a:gd name="connsiteY12" fmla="*/ 2869604 h 3524250"/>
              <a:gd name="connsiteX13" fmla="*/ 4028599 w 4419600"/>
              <a:gd name="connsiteY13" fmla="*/ 2863889 h 3524250"/>
              <a:gd name="connsiteX14" fmla="*/ 4028599 w 4419600"/>
              <a:gd name="connsiteY14" fmla="*/ 671234 h 3524250"/>
              <a:gd name="connsiteX15" fmla="*/ 2579846 w 4419600"/>
              <a:gd name="connsiteY15" fmla="*/ 169267 h 3524250"/>
              <a:gd name="connsiteX16" fmla="*/ 2579846 w 4419600"/>
              <a:gd name="connsiteY16" fmla="*/ 1005562 h 3524250"/>
              <a:gd name="connsiteX17" fmla="*/ 2085499 w 4419600"/>
              <a:gd name="connsiteY17" fmla="*/ 946507 h 3524250"/>
              <a:gd name="connsiteX18" fmla="*/ 2085499 w 4419600"/>
              <a:gd name="connsiteY18" fmla="*/ 619799 h 3524250"/>
              <a:gd name="connsiteX19" fmla="*/ 2062639 w 4419600"/>
              <a:gd name="connsiteY19" fmla="*/ 543599 h 3524250"/>
              <a:gd name="connsiteX20" fmla="*/ 2579846 w 4419600"/>
              <a:gd name="connsiteY20" fmla="*/ 169267 h 3524250"/>
              <a:gd name="connsiteX21" fmla="*/ 2579846 w 4419600"/>
              <a:gd name="connsiteY21" fmla="*/ 1691362 h 3524250"/>
              <a:gd name="connsiteX22" fmla="*/ 2085499 w 4419600"/>
              <a:gd name="connsiteY22" fmla="*/ 1691362 h 3524250"/>
              <a:gd name="connsiteX23" fmla="*/ 2085499 w 4419600"/>
              <a:gd name="connsiteY23" fmla="*/ 1102717 h 3524250"/>
              <a:gd name="connsiteX24" fmla="*/ 2579846 w 4419600"/>
              <a:gd name="connsiteY24" fmla="*/ 1158914 h 3524250"/>
              <a:gd name="connsiteX25" fmla="*/ 2579846 w 4419600"/>
              <a:gd name="connsiteY25" fmla="*/ 1691362 h 3524250"/>
              <a:gd name="connsiteX26" fmla="*/ 2096929 w 4419600"/>
              <a:gd name="connsiteY26" fmla="*/ 261659 h 3524250"/>
              <a:gd name="connsiteX27" fmla="*/ 1926431 w 4419600"/>
              <a:gd name="connsiteY27" fmla="*/ 473114 h 3524250"/>
              <a:gd name="connsiteX28" fmla="*/ 1708309 w 4419600"/>
              <a:gd name="connsiteY28" fmla="*/ 473114 h 3524250"/>
              <a:gd name="connsiteX29" fmla="*/ 2096929 w 4419600"/>
              <a:gd name="connsiteY29" fmla="*/ 261659 h 3524250"/>
              <a:gd name="connsiteX30" fmla="*/ 163354 w 4419600"/>
              <a:gd name="connsiteY30" fmla="*/ 1865669 h 3524250"/>
              <a:gd name="connsiteX31" fmla="*/ 163354 w 4419600"/>
              <a:gd name="connsiteY31" fmla="*/ 623609 h 3524250"/>
              <a:gd name="connsiteX32" fmla="*/ 1487329 w 4419600"/>
              <a:gd name="connsiteY32" fmla="*/ 623609 h 3524250"/>
              <a:gd name="connsiteX33" fmla="*/ 1513046 w 4419600"/>
              <a:gd name="connsiteY33" fmla="*/ 623609 h 3524250"/>
              <a:gd name="connsiteX34" fmla="*/ 1935956 w 4419600"/>
              <a:gd name="connsiteY34" fmla="*/ 623609 h 3524250"/>
              <a:gd name="connsiteX35" fmla="*/ 1935956 w 4419600"/>
              <a:gd name="connsiteY35" fmla="*/ 1864717 h 3524250"/>
              <a:gd name="connsiteX36" fmla="*/ 1570196 w 4419600"/>
              <a:gd name="connsiteY36" fmla="*/ 1864717 h 3524250"/>
              <a:gd name="connsiteX37" fmla="*/ 1493996 w 4419600"/>
              <a:gd name="connsiteY37" fmla="*/ 1927582 h 3524250"/>
              <a:gd name="connsiteX38" fmla="*/ 1445419 w 4419600"/>
              <a:gd name="connsiteY38" fmla="*/ 2214284 h 3524250"/>
              <a:gd name="connsiteX39" fmla="*/ 1287304 w 4419600"/>
              <a:gd name="connsiteY39" fmla="*/ 1909484 h 3524250"/>
              <a:gd name="connsiteX40" fmla="*/ 1219676 w 4419600"/>
              <a:gd name="connsiteY40" fmla="*/ 1868527 h 3524250"/>
              <a:gd name="connsiteX41" fmla="*/ 163354 w 4419600"/>
              <a:gd name="connsiteY41" fmla="*/ 1865669 h 3524250"/>
              <a:gd name="connsiteX42" fmla="*/ 1361599 w 4419600"/>
              <a:gd name="connsiteY42" fmla="*/ 2721014 h 3524250"/>
              <a:gd name="connsiteX43" fmla="*/ 1070134 w 4419600"/>
              <a:gd name="connsiteY43" fmla="*/ 2014259 h 3524250"/>
              <a:gd name="connsiteX44" fmla="*/ 1173956 w 4419600"/>
              <a:gd name="connsiteY44" fmla="*/ 2014259 h 3524250"/>
              <a:gd name="connsiteX45" fmla="*/ 1414939 w 4419600"/>
              <a:gd name="connsiteY45" fmla="*/ 2484794 h 3524250"/>
              <a:gd name="connsiteX46" fmla="*/ 1482566 w 4419600"/>
              <a:gd name="connsiteY46" fmla="*/ 2525752 h 3524250"/>
              <a:gd name="connsiteX47" fmla="*/ 1493996 w 4419600"/>
              <a:gd name="connsiteY47" fmla="*/ 2525752 h 3524250"/>
              <a:gd name="connsiteX48" fmla="*/ 1556861 w 4419600"/>
              <a:gd name="connsiteY48" fmla="*/ 2462887 h 3524250"/>
              <a:gd name="connsiteX49" fmla="*/ 1607344 w 4419600"/>
              <a:gd name="connsiteY49" fmla="*/ 2169517 h 3524250"/>
              <a:gd name="connsiteX50" fmla="*/ 1689259 w 4419600"/>
              <a:gd name="connsiteY50" fmla="*/ 2550517 h 3524250"/>
              <a:gd name="connsiteX51" fmla="*/ 1361599 w 4419600"/>
              <a:gd name="connsiteY51" fmla="*/ 2721014 h 3524250"/>
              <a:gd name="connsiteX52" fmla="*/ 1456849 w 4419600"/>
              <a:gd name="connsiteY52" fmla="*/ 2840077 h 3524250"/>
              <a:gd name="connsiteX53" fmla="*/ 1737836 w 4419600"/>
              <a:gd name="connsiteY53" fmla="*/ 2694344 h 3524250"/>
              <a:gd name="connsiteX54" fmla="*/ 2097881 w 4419600"/>
              <a:gd name="connsiteY54" fmla="*/ 3275369 h 3524250"/>
              <a:gd name="connsiteX55" fmla="*/ 1456849 w 4419600"/>
              <a:gd name="connsiteY55" fmla="*/ 2840077 h 3524250"/>
              <a:gd name="connsiteX56" fmla="*/ 2579846 w 4419600"/>
              <a:gd name="connsiteY56" fmla="*/ 3367762 h 3524250"/>
              <a:gd name="connsiteX57" fmla="*/ 1884521 w 4419600"/>
              <a:gd name="connsiteY57" fmla="*/ 2641957 h 3524250"/>
              <a:gd name="connsiteX58" fmla="*/ 2579846 w 4419600"/>
              <a:gd name="connsiteY58" fmla="*/ 2529562 h 3524250"/>
              <a:gd name="connsiteX59" fmla="*/ 2579846 w 4419600"/>
              <a:gd name="connsiteY59" fmla="*/ 3367762 h 3524250"/>
              <a:gd name="connsiteX60" fmla="*/ 2579846 w 4419600"/>
              <a:gd name="connsiteY60" fmla="*/ 2377162 h 3524250"/>
              <a:gd name="connsiteX61" fmla="*/ 1832134 w 4419600"/>
              <a:gd name="connsiteY61" fmla="*/ 2498129 h 3524250"/>
              <a:gd name="connsiteX62" fmla="*/ 1741646 w 4419600"/>
              <a:gd name="connsiteY62" fmla="*/ 2014259 h 3524250"/>
              <a:gd name="connsiteX63" fmla="*/ 1934051 w 4419600"/>
              <a:gd name="connsiteY63" fmla="*/ 2014259 h 3524250"/>
              <a:gd name="connsiteX64" fmla="*/ 2086451 w 4419600"/>
              <a:gd name="connsiteY64" fmla="*/ 1861859 h 3524250"/>
              <a:gd name="connsiteX65" fmla="*/ 2086451 w 4419600"/>
              <a:gd name="connsiteY65" fmla="*/ 1843762 h 3524250"/>
              <a:gd name="connsiteX66" fmla="*/ 2580799 w 4419600"/>
              <a:gd name="connsiteY66" fmla="*/ 1843762 h 3524250"/>
              <a:gd name="connsiteX67" fmla="*/ 2579846 w 4419600"/>
              <a:gd name="connsiteY67" fmla="*/ 2377162 h 3524250"/>
              <a:gd name="connsiteX68" fmla="*/ 3948589 w 4419600"/>
              <a:gd name="connsiteY68" fmla="*/ 816014 h 3524250"/>
              <a:gd name="connsiteX69" fmla="*/ 4259104 w 4419600"/>
              <a:gd name="connsiteY69" fmla="*/ 1691362 h 3524250"/>
              <a:gd name="connsiteX70" fmla="*/ 3731419 w 4419600"/>
              <a:gd name="connsiteY70" fmla="*/ 1691362 h 3524250"/>
              <a:gd name="connsiteX71" fmla="*/ 3619976 w 4419600"/>
              <a:gd name="connsiteY71" fmla="*/ 985559 h 3524250"/>
              <a:gd name="connsiteX72" fmla="*/ 3948589 w 4419600"/>
              <a:gd name="connsiteY72" fmla="*/ 816014 h 3524250"/>
              <a:gd name="connsiteX73" fmla="*/ 3851434 w 4419600"/>
              <a:gd name="connsiteY73" fmla="*/ 700762 h 3524250"/>
              <a:gd name="connsiteX74" fmla="*/ 3571399 w 4419600"/>
              <a:gd name="connsiteY74" fmla="*/ 844589 h 3524250"/>
              <a:gd name="connsiteX75" fmla="*/ 3213259 w 4419600"/>
              <a:gd name="connsiteY75" fmla="*/ 265469 h 3524250"/>
              <a:gd name="connsiteX76" fmla="*/ 3851434 w 4419600"/>
              <a:gd name="connsiteY76" fmla="*/ 700762 h 3524250"/>
              <a:gd name="connsiteX77" fmla="*/ 2732246 w 4419600"/>
              <a:gd name="connsiteY77" fmla="*/ 167362 h 3524250"/>
              <a:gd name="connsiteX78" fmla="*/ 3430429 w 4419600"/>
              <a:gd name="connsiteY78" fmla="*/ 892214 h 3524250"/>
              <a:gd name="connsiteX79" fmla="*/ 2732246 w 4419600"/>
              <a:gd name="connsiteY79" fmla="*/ 1005562 h 3524250"/>
              <a:gd name="connsiteX80" fmla="*/ 2732246 w 4419600"/>
              <a:gd name="connsiteY80" fmla="*/ 167362 h 3524250"/>
              <a:gd name="connsiteX81" fmla="*/ 2732246 w 4419600"/>
              <a:gd name="connsiteY81" fmla="*/ 1157962 h 3524250"/>
              <a:gd name="connsiteX82" fmla="*/ 3478054 w 4419600"/>
              <a:gd name="connsiteY82" fmla="*/ 1036042 h 3524250"/>
              <a:gd name="connsiteX83" fmla="*/ 3578066 w 4419600"/>
              <a:gd name="connsiteY83" fmla="*/ 1691362 h 3524250"/>
              <a:gd name="connsiteX84" fmla="*/ 2732246 w 4419600"/>
              <a:gd name="connsiteY84" fmla="*/ 1691362 h 3524250"/>
              <a:gd name="connsiteX85" fmla="*/ 2732246 w 4419600"/>
              <a:gd name="connsiteY85" fmla="*/ 1157962 h 3524250"/>
              <a:gd name="connsiteX86" fmla="*/ 2732246 w 4419600"/>
              <a:gd name="connsiteY86" fmla="*/ 1157962 h 3524250"/>
              <a:gd name="connsiteX87" fmla="*/ 2732246 w 4419600"/>
              <a:gd name="connsiteY87" fmla="*/ 1843762 h 3524250"/>
              <a:gd name="connsiteX88" fmla="*/ 3578066 w 4419600"/>
              <a:gd name="connsiteY88" fmla="*/ 1843762 h 3524250"/>
              <a:gd name="connsiteX89" fmla="*/ 3478054 w 4419600"/>
              <a:gd name="connsiteY89" fmla="*/ 2499082 h 3524250"/>
              <a:gd name="connsiteX90" fmla="*/ 2732246 w 4419600"/>
              <a:gd name="connsiteY90" fmla="*/ 2377162 h 3524250"/>
              <a:gd name="connsiteX91" fmla="*/ 2732246 w 4419600"/>
              <a:gd name="connsiteY91" fmla="*/ 1843762 h 3524250"/>
              <a:gd name="connsiteX92" fmla="*/ 2732246 w 4419600"/>
              <a:gd name="connsiteY92" fmla="*/ 3367762 h 3524250"/>
              <a:gd name="connsiteX93" fmla="*/ 2732246 w 4419600"/>
              <a:gd name="connsiteY93" fmla="*/ 2529562 h 3524250"/>
              <a:gd name="connsiteX94" fmla="*/ 3432334 w 4419600"/>
              <a:gd name="connsiteY94" fmla="*/ 2642909 h 3524250"/>
              <a:gd name="connsiteX95" fmla="*/ 2732246 w 4419600"/>
              <a:gd name="connsiteY95" fmla="*/ 3367762 h 3524250"/>
              <a:gd name="connsiteX96" fmla="*/ 3213259 w 4419600"/>
              <a:gd name="connsiteY96" fmla="*/ 3273464 h 3524250"/>
              <a:gd name="connsiteX97" fmla="*/ 3571399 w 4419600"/>
              <a:gd name="connsiteY97" fmla="*/ 2694344 h 3524250"/>
              <a:gd name="connsiteX98" fmla="*/ 3851434 w 4419600"/>
              <a:gd name="connsiteY98" fmla="*/ 2834362 h 3524250"/>
              <a:gd name="connsiteX99" fmla="*/ 3213259 w 4419600"/>
              <a:gd name="connsiteY99" fmla="*/ 3273464 h 3524250"/>
              <a:gd name="connsiteX100" fmla="*/ 3947636 w 4419600"/>
              <a:gd name="connsiteY100" fmla="*/ 2719109 h 3524250"/>
              <a:gd name="connsiteX101" fmla="*/ 3620929 w 4419600"/>
              <a:gd name="connsiteY101" fmla="*/ 2549564 h 3524250"/>
              <a:gd name="connsiteX102" fmla="*/ 3732371 w 4419600"/>
              <a:gd name="connsiteY102" fmla="*/ 1843762 h 3524250"/>
              <a:gd name="connsiteX103" fmla="*/ 4260056 w 4419600"/>
              <a:gd name="connsiteY103" fmla="*/ 1843762 h 3524250"/>
              <a:gd name="connsiteX104" fmla="*/ 3947636 w 4419600"/>
              <a:gd name="connsiteY104" fmla="*/ 2719109 h 352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4419600" h="3524250">
                <a:moveTo>
                  <a:pt x="4028599" y="671234"/>
                </a:moveTo>
                <a:cubicBezTo>
                  <a:pt x="4028599" y="671234"/>
                  <a:pt x="4029551" y="668377"/>
                  <a:pt x="4028599" y="666472"/>
                </a:cubicBezTo>
                <a:lnTo>
                  <a:pt x="4023836" y="661709"/>
                </a:lnTo>
                <a:cubicBezTo>
                  <a:pt x="3417094" y="-92671"/>
                  <a:pt x="2314099" y="-212686"/>
                  <a:pt x="1559719" y="394057"/>
                </a:cubicBezTo>
                <a:cubicBezTo>
                  <a:pt x="1528286" y="418822"/>
                  <a:pt x="1497806" y="445492"/>
                  <a:pt x="1468279" y="472162"/>
                </a:cubicBezTo>
                <a:lnTo>
                  <a:pt x="159544" y="472162"/>
                </a:lnTo>
                <a:cubicBezTo>
                  <a:pt x="75724" y="472162"/>
                  <a:pt x="7144" y="540742"/>
                  <a:pt x="7144" y="624562"/>
                </a:cubicBezTo>
                <a:lnTo>
                  <a:pt x="7144" y="1865669"/>
                </a:lnTo>
                <a:cubicBezTo>
                  <a:pt x="7144" y="1949489"/>
                  <a:pt x="75724" y="2018069"/>
                  <a:pt x="159544" y="2018069"/>
                </a:cubicBezTo>
                <a:lnTo>
                  <a:pt x="917734" y="2018069"/>
                </a:lnTo>
                <a:cubicBezTo>
                  <a:pt x="1055846" y="2979142"/>
                  <a:pt x="1946434" y="3645892"/>
                  <a:pt x="2907506" y="3507779"/>
                </a:cubicBezTo>
                <a:cubicBezTo>
                  <a:pt x="3346609" y="3444914"/>
                  <a:pt x="3744754" y="3218219"/>
                  <a:pt x="4023836" y="2873414"/>
                </a:cubicBezTo>
                <a:lnTo>
                  <a:pt x="4028599" y="2869604"/>
                </a:lnTo>
                <a:cubicBezTo>
                  <a:pt x="4028599" y="2869604"/>
                  <a:pt x="4028599" y="2869604"/>
                  <a:pt x="4028599" y="2863889"/>
                </a:cubicBezTo>
                <a:cubicBezTo>
                  <a:pt x="4541997" y="2222857"/>
                  <a:pt x="4541997" y="1311314"/>
                  <a:pt x="4028599" y="671234"/>
                </a:cubicBezTo>
                <a:close/>
                <a:moveTo>
                  <a:pt x="2579846" y="169267"/>
                </a:moveTo>
                <a:lnTo>
                  <a:pt x="2579846" y="1005562"/>
                </a:lnTo>
                <a:cubicBezTo>
                  <a:pt x="2413159" y="1001752"/>
                  <a:pt x="2247424" y="981749"/>
                  <a:pt x="2085499" y="946507"/>
                </a:cubicBezTo>
                <a:lnTo>
                  <a:pt x="2085499" y="619799"/>
                </a:lnTo>
                <a:cubicBezTo>
                  <a:pt x="2084546" y="593129"/>
                  <a:pt x="2076926" y="566459"/>
                  <a:pt x="2062639" y="543599"/>
                </a:cubicBezTo>
                <a:cubicBezTo>
                  <a:pt x="2210276" y="327382"/>
                  <a:pt x="2390299" y="196889"/>
                  <a:pt x="2579846" y="169267"/>
                </a:cubicBezTo>
                <a:close/>
                <a:moveTo>
                  <a:pt x="2579846" y="1691362"/>
                </a:moveTo>
                <a:lnTo>
                  <a:pt x="2085499" y="1691362"/>
                </a:lnTo>
                <a:lnTo>
                  <a:pt x="2085499" y="1102717"/>
                </a:lnTo>
                <a:cubicBezTo>
                  <a:pt x="2248376" y="1136054"/>
                  <a:pt x="2414111" y="1155104"/>
                  <a:pt x="2579846" y="1158914"/>
                </a:cubicBezTo>
                <a:lnTo>
                  <a:pt x="2579846" y="1691362"/>
                </a:lnTo>
                <a:close/>
                <a:moveTo>
                  <a:pt x="2096929" y="261659"/>
                </a:moveTo>
                <a:cubicBezTo>
                  <a:pt x="2033111" y="326429"/>
                  <a:pt x="1975961" y="396914"/>
                  <a:pt x="1926431" y="473114"/>
                </a:cubicBezTo>
                <a:lnTo>
                  <a:pt x="1708309" y="473114"/>
                </a:lnTo>
                <a:cubicBezTo>
                  <a:pt x="1827371" y="384532"/>
                  <a:pt x="1958816" y="313094"/>
                  <a:pt x="2096929" y="261659"/>
                </a:cubicBezTo>
                <a:close/>
                <a:moveTo>
                  <a:pt x="163354" y="1865669"/>
                </a:moveTo>
                <a:lnTo>
                  <a:pt x="163354" y="623609"/>
                </a:lnTo>
                <a:lnTo>
                  <a:pt x="1487329" y="623609"/>
                </a:lnTo>
                <a:cubicBezTo>
                  <a:pt x="1495901" y="625514"/>
                  <a:pt x="1504474" y="625514"/>
                  <a:pt x="1513046" y="623609"/>
                </a:cubicBezTo>
                <a:lnTo>
                  <a:pt x="1935956" y="623609"/>
                </a:lnTo>
                <a:lnTo>
                  <a:pt x="1935956" y="1864717"/>
                </a:lnTo>
                <a:lnTo>
                  <a:pt x="1570196" y="1864717"/>
                </a:lnTo>
                <a:cubicBezTo>
                  <a:pt x="1533049" y="1863764"/>
                  <a:pt x="1500664" y="1891387"/>
                  <a:pt x="1493996" y="1927582"/>
                </a:cubicBezTo>
                <a:lnTo>
                  <a:pt x="1445419" y="2214284"/>
                </a:lnTo>
                <a:lnTo>
                  <a:pt x="1287304" y="1909484"/>
                </a:lnTo>
                <a:cubicBezTo>
                  <a:pt x="1273969" y="1883767"/>
                  <a:pt x="1248251" y="1868527"/>
                  <a:pt x="1219676" y="1868527"/>
                </a:cubicBezTo>
                <a:lnTo>
                  <a:pt x="163354" y="1865669"/>
                </a:lnTo>
                <a:close/>
                <a:moveTo>
                  <a:pt x="1361599" y="2721014"/>
                </a:moveTo>
                <a:cubicBezTo>
                  <a:pt x="1209199" y="2512417"/>
                  <a:pt x="1109186" y="2270482"/>
                  <a:pt x="1070134" y="2014259"/>
                </a:cubicBezTo>
                <a:lnTo>
                  <a:pt x="1173956" y="2014259"/>
                </a:lnTo>
                <a:lnTo>
                  <a:pt x="1414939" y="2484794"/>
                </a:lnTo>
                <a:cubicBezTo>
                  <a:pt x="1428274" y="2510512"/>
                  <a:pt x="1453991" y="2525752"/>
                  <a:pt x="1482566" y="2525752"/>
                </a:cubicBezTo>
                <a:lnTo>
                  <a:pt x="1493996" y="2525752"/>
                </a:lnTo>
                <a:cubicBezTo>
                  <a:pt x="1526381" y="2520989"/>
                  <a:pt x="1552099" y="2495272"/>
                  <a:pt x="1556861" y="2462887"/>
                </a:cubicBezTo>
                <a:lnTo>
                  <a:pt x="1607344" y="2169517"/>
                </a:lnTo>
                <a:cubicBezTo>
                  <a:pt x="1625441" y="2298104"/>
                  <a:pt x="1653064" y="2425739"/>
                  <a:pt x="1689259" y="2550517"/>
                </a:cubicBezTo>
                <a:cubicBezTo>
                  <a:pt x="1574959" y="2596237"/>
                  <a:pt x="1464469" y="2653387"/>
                  <a:pt x="1361599" y="2721014"/>
                </a:cubicBezTo>
                <a:close/>
                <a:moveTo>
                  <a:pt x="1456849" y="2840077"/>
                </a:moveTo>
                <a:cubicBezTo>
                  <a:pt x="1545431" y="2782927"/>
                  <a:pt x="1639729" y="2734349"/>
                  <a:pt x="1737836" y="2694344"/>
                </a:cubicBezTo>
                <a:cubicBezTo>
                  <a:pt x="1814989" y="2911514"/>
                  <a:pt x="1936909" y="3109634"/>
                  <a:pt x="2097881" y="3275369"/>
                </a:cubicBezTo>
                <a:cubicBezTo>
                  <a:pt x="1852136" y="3184882"/>
                  <a:pt x="1632109" y="3035339"/>
                  <a:pt x="1456849" y="2840077"/>
                </a:cubicBezTo>
                <a:close/>
                <a:moveTo>
                  <a:pt x="2579846" y="3367762"/>
                </a:moveTo>
                <a:cubicBezTo>
                  <a:pt x="2293144" y="3324899"/>
                  <a:pt x="2037874" y="3045817"/>
                  <a:pt x="1884521" y="2641957"/>
                </a:cubicBezTo>
                <a:cubicBezTo>
                  <a:pt x="2110264" y="2572424"/>
                  <a:pt x="2344579" y="2534324"/>
                  <a:pt x="2579846" y="2529562"/>
                </a:cubicBezTo>
                <a:lnTo>
                  <a:pt x="2579846" y="3367762"/>
                </a:lnTo>
                <a:close/>
                <a:moveTo>
                  <a:pt x="2579846" y="2377162"/>
                </a:moveTo>
                <a:cubicBezTo>
                  <a:pt x="2326481" y="2381924"/>
                  <a:pt x="2074069" y="2422882"/>
                  <a:pt x="1832134" y="2498129"/>
                </a:cubicBezTo>
                <a:cubicBezTo>
                  <a:pt x="1785461" y="2340014"/>
                  <a:pt x="1755934" y="2178089"/>
                  <a:pt x="1741646" y="2014259"/>
                </a:cubicBezTo>
                <a:lnTo>
                  <a:pt x="1934051" y="2014259"/>
                </a:lnTo>
                <a:cubicBezTo>
                  <a:pt x="2017871" y="2014259"/>
                  <a:pt x="2086451" y="1945679"/>
                  <a:pt x="2086451" y="1861859"/>
                </a:cubicBezTo>
                <a:lnTo>
                  <a:pt x="2086451" y="1843762"/>
                </a:lnTo>
                <a:lnTo>
                  <a:pt x="2580799" y="1843762"/>
                </a:lnTo>
                <a:lnTo>
                  <a:pt x="2579846" y="2377162"/>
                </a:lnTo>
                <a:close/>
                <a:moveTo>
                  <a:pt x="3948589" y="816014"/>
                </a:moveTo>
                <a:cubicBezTo>
                  <a:pt x="4137184" y="1070332"/>
                  <a:pt x="4244816" y="1375132"/>
                  <a:pt x="4259104" y="1691362"/>
                </a:cubicBezTo>
                <a:lnTo>
                  <a:pt x="3731419" y="1691362"/>
                </a:lnTo>
                <a:cubicBezTo>
                  <a:pt x="3725704" y="1452284"/>
                  <a:pt x="3688556" y="1215112"/>
                  <a:pt x="3619976" y="985559"/>
                </a:cubicBezTo>
                <a:cubicBezTo>
                  <a:pt x="3735229" y="940792"/>
                  <a:pt x="3844766" y="883642"/>
                  <a:pt x="3948589" y="816014"/>
                </a:cubicBezTo>
                <a:close/>
                <a:moveTo>
                  <a:pt x="3851434" y="700762"/>
                </a:moveTo>
                <a:cubicBezTo>
                  <a:pt x="3762851" y="757912"/>
                  <a:pt x="3668554" y="805537"/>
                  <a:pt x="3571399" y="844589"/>
                </a:cubicBezTo>
                <a:cubicBezTo>
                  <a:pt x="3494246" y="628372"/>
                  <a:pt x="3372326" y="431204"/>
                  <a:pt x="3213259" y="265469"/>
                </a:cubicBezTo>
                <a:cubicBezTo>
                  <a:pt x="3458051" y="356909"/>
                  <a:pt x="3677126" y="506452"/>
                  <a:pt x="3851434" y="700762"/>
                </a:cubicBezTo>
                <a:close/>
                <a:moveTo>
                  <a:pt x="2732246" y="167362"/>
                </a:moveTo>
                <a:cubicBezTo>
                  <a:pt x="3023711" y="209272"/>
                  <a:pt x="3278981" y="487402"/>
                  <a:pt x="3430429" y="892214"/>
                </a:cubicBezTo>
                <a:cubicBezTo>
                  <a:pt x="3204686" y="962699"/>
                  <a:pt x="2969419" y="1000799"/>
                  <a:pt x="2732246" y="1005562"/>
                </a:cubicBezTo>
                <a:lnTo>
                  <a:pt x="2732246" y="167362"/>
                </a:lnTo>
                <a:close/>
                <a:moveTo>
                  <a:pt x="2732246" y="1157962"/>
                </a:moveTo>
                <a:cubicBezTo>
                  <a:pt x="2985611" y="1153199"/>
                  <a:pt x="3236119" y="1111289"/>
                  <a:pt x="3478054" y="1036042"/>
                </a:cubicBezTo>
                <a:cubicBezTo>
                  <a:pt x="3539966" y="1249402"/>
                  <a:pt x="3573304" y="1469429"/>
                  <a:pt x="3578066" y="1691362"/>
                </a:cubicBezTo>
                <a:lnTo>
                  <a:pt x="2732246" y="1691362"/>
                </a:lnTo>
                <a:lnTo>
                  <a:pt x="2732246" y="1157962"/>
                </a:lnTo>
                <a:lnTo>
                  <a:pt x="2732246" y="1157962"/>
                </a:lnTo>
                <a:close/>
                <a:moveTo>
                  <a:pt x="2732246" y="1843762"/>
                </a:moveTo>
                <a:lnTo>
                  <a:pt x="3578066" y="1843762"/>
                </a:lnTo>
                <a:cubicBezTo>
                  <a:pt x="3573304" y="2065694"/>
                  <a:pt x="3539966" y="2285722"/>
                  <a:pt x="3478054" y="2499082"/>
                </a:cubicBezTo>
                <a:cubicBezTo>
                  <a:pt x="3236119" y="2423834"/>
                  <a:pt x="2985611" y="2381924"/>
                  <a:pt x="2732246" y="2377162"/>
                </a:cubicBezTo>
                <a:lnTo>
                  <a:pt x="2732246" y="1843762"/>
                </a:lnTo>
                <a:close/>
                <a:moveTo>
                  <a:pt x="2732246" y="3367762"/>
                </a:moveTo>
                <a:lnTo>
                  <a:pt x="2732246" y="2529562"/>
                </a:lnTo>
                <a:cubicBezTo>
                  <a:pt x="2969419" y="2534324"/>
                  <a:pt x="3205639" y="2572424"/>
                  <a:pt x="3432334" y="2642909"/>
                </a:cubicBezTo>
                <a:cubicBezTo>
                  <a:pt x="3279934" y="3047722"/>
                  <a:pt x="3023711" y="3325852"/>
                  <a:pt x="2732246" y="3367762"/>
                </a:cubicBezTo>
                <a:close/>
                <a:moveTo>
                  <a:pt x="3213259" y="3273464"/>
                </a:moveTo>
                <a:cubicBezTo>
                  <a:pt x="3372326" y="3107729"/>
                  <a:pt x="3494246" y="2910562"/>
                  <a:pt x="3571399" y="2694344"/>
                </a:cubicBezTo>
                <a:cubicBezTo>
                  <a:pt x="3669506" y="2732444"/>
                  <a:pt x="3762851" y="2779117"/>
                  <a:pt x="3851434" y="2834362"/>
                </a:cubicBezTo>
                <a:cubicBezTo>
                  <a:pt x="3677126" y="3030577"/>
                  <a:pt x="3458051" y="3181072"/>
                  <a:pt x="3213259" y="3273464"/>
                </a:cubicBezTo>
                <a:close/>
                <a:moveTo>
                  <a:pt x="3947636" y="2719109"/>
                </a:moveTo>
                <a:cubicBezTo>
                  <a:pt x="3844766" y="2651482"/>
                  <a:pt x="3735229" y="2594332"/>
                  <a:pt x="3620929" y="2549564"/>
                </a:cubicBezTo>
                <a:cubicBezTo>
                  <a:pt x="3689509" y="2320012"/>
                  <a:pt x="3726656" y="2082839"/>
                  <a:pt x="3732371" y="1843762"/>
                </a:cubicBezTo>
                <a:lnTo>
                  <a:pt x="4260056" y="1843762"/>
                </a:lnTo>
                <a:cubicBezTo>
                  <a:pt x="4244816" y="2159992"/>
                  <a:pt x="4136231" y="2464792"/>
                  <a:pt x="3947636" y="2719109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64" name="Graphic 22">
            <a:extLst>
              <a:ext uri="{FF2B5EF4-FFF2-40B4-BE49-F238E27FC236}">
                <a16:creationId xmlns:a16="http://schemas.microsoft.com/office/drawing/2014/main" id="{F3255C50-A1D1-42F2-8701-D1D9BE2A7CBC}"/>
              </a:ext>
            </a:extLst>
          </p:cNvPr>
          <p:cNvGrpSpPr>
            <a:grpSpLocks noChangeAspect="1"/>
          </p:cNvGrpSpPr>
          <p:nvPr/>
        </p:nvGrpSpPr>
        <p:grpSpPr>
          <a:xfrm>
            <a:off x="3168326" y="2252571"/>
            <a:ext cx="566851" cy="502920"/>
            <a:chOff x="4652963" y="2200275"/>
            <a:chExt cx="3800475" cy="33718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F8E32631-E5C6-4C4F-9567-103420F1425A}"/>
                </a:ext>
              </a:extLst>
            </p:cNvPr>
            <p:cNvSpPr/>
            <p:nvPr/>
          </p:nvSpPr>
          <p:spPr>
            <a:xfrm>
              <a:off x="4645819" y="2193131"/>
              <a:ext cx="3095625" cy="3381375"/>
            </a:xfrm>
            <a:custGeom>
              <a:avLst/>
              <a:gdLst>
                <a:gd name="connsiteX0" fmla="*/ 3015139 w 3095625"/>
                <a:gd name="connsiteY0" fmla="*/ 751046 h 3381375"/>
                <a:gd name="connsiteX1" fmla="*/ 159544 w 3095625"/>
                <a:gd name="connsiteY1" fmla="*/ 751046 h 3381375"/>
                <a:gd name="connsiteX2" fmla="*/ 159544 w 3095625"/>
                <a:gd name="connsiteY2" fmla="*/ 168116 h 3381375"/>
                <a:gd name="connsiteX3" fmla="*/ 168116 w 3095625"/>
                <a:gd name="connsiteY3" fmla="*/ 159544 h 3381375"/>
                <a:gd name="connsiteX4" fmla="*/ 1034891 w 3095625"/>
                <a:gd name="connsiteY4" fmla="*/ 159544 h 3381375"/>
                <a:gd name="connsiteX5" fmla="*/ 1034891 w 3095625"/>
                <a:gd name="connsiteY5" fmla="*/ 472916 h 3381375"/>
                <a:gd name="connsiteX6" fmla="*/ 1111091 w 3095625"/>
                <a:gd name="connsiteY6" fmla="*/ 549116 h 3381375"/>
                <a:gd name="connsiteX7" fmla="*/ 1187291 w 3095625"/>
                <a:gd name="connsiteY7" fmla="*/ 472916 h 3381375"/>
                <a:gd name="connsiteX8" fmla="*/ 1187291 w 3095625"/>
                <a:gd name="connsiteY8" fmla="*/ 159544 h 3381375"/>
                <a:gd name="connsiteX9" fmla="*/ 2135981 w 3095625"/>
                <a:gd name="connsiteY9" fmla="*/ 159544 h 3381375"/>
                <a:gd name="connsiteX10" fmla="*/ 2212181 w 3095625"/>
                <a:gd name="connsiteY10" fmla="*/ 83344 h 3381375"/>
                <a:gd name="connsiteX11" fmla="*/ 2135981 w 3095625"/>
                <a:gd name="connsiteY11" fmla="*/ 7144 h 3381375"/>
                <a:gd name="connsiteX12" fmla="*/ 167164 w 3095625"/>
                <a:gd name="connsiteY12" fmla="*/ 7144 h 3381375"/>
                <a:gd name="connsiteX13" fmla="*/ 7144 w 3095625"/>
                <a:gd name="connsiteY13" fmla="*/ 168116 h 3381375"/>
                <a:gd name="connsiteX14" fmla="*/ 7144 w 3095625"/>
                <a:gd name="connsiteY14" fmla="*/ 3216116 h 3381375"/>
                <a:gd name="connsiteX15" fmla="*/ 168116 w 3095625"/>
                <a:gd name="connsiteY15" fmla="*/ 3377089 h 3381375"/>
                <a:gd name="connsiteX16" fmla="*/ 816769 w 3095625"/>
                <a:gd name="connsiteY16" fmla="*/ 3377089 h 3381375"/>
                <a:gd name="connsiteX17" fmla="*/ 892969 w 3095625"/>
                <a:gd name="connsiteY17" fmla="*/ 3300889 h 3381375"/>
                <a:gd name="connsiteX18" fmla="*/ 816769 w 3095625"/>
                <a:gd name="connsiteY18" fmla="*/ 3224689 h 3381375"/>
                <a:gd name="connsiteX19" fmla="*/ 167164 w 3095625"/>
                <a:gd name="connsiteY19" fmla="*/ 3224689 h 3381375"/>
                <a:gd name="connsiteX20" fmla="*/ 159544 w 3095625"/>
                <a:gd name="connsiteY20" fmla="*/ 3216116 h 3381375"/>
                <a:gd name="connsiteX21" fmla="*/ 159544 w 3095625"/>
                <a:gd name="connsiteY21" fmla="*/ 1957864 h 3381375"/>
                <a:gd name="connsiteX22" fmla="*/ 2113121 w 3095625"/>
                <a:gd name="connsiteY22" fmla="*/ 1957864 h 3381375"/>
                <a:gd name="connsiteX23" fmla="*/ 2189321 w 3095625"/>
                <a:gd name="connsiteY23" fmla="*/ 1881664 h 3381375"/>
                <a:gd name="connsiteX24" fmla="*/ 2113121 w 3095625"/>
                <a:gd name="connsiteY24" fmla="*/ 1805464 h 3381375"/>
                <a:gd name="connsiteX25" fmla="*/ 1250156 w 3095625"/>
                <a:gd name="connsiteY25" fmla="*/ 1805464 h 3381375"/>
                <a:gd name="connsiteX26" fmla="*/ 1250156 w 3095625"/>
                <a:gd name="connsiteY26" fmla="*/ 1265396 h 3381375"/>
                <a:gd name="connsiteX27" fmla="*/ 1173956 w 3095625"/>
                <a:gd name="connsiteY27" fmla="*/ 1189196 h 3381375"/>
                <a:gd name="connsiteX28" fmla="*/ 640556 w 3095625"/>
                <a:gd name="connsiteY28" fmla="*/ 1189196 h 3381375"/>
                <a:gd name="connsiteX29" fmla="*/ 564356 w 3095625"/>
                <a:gd name="connsiteY29" fmla="*/ 1265396 h 3381375"/>
                <a:gd name="connsiteX30" fmla="*/ 640556 w 3095625"/>
                <a:gd name="connsiteY30" fmla="*/ 1341596 h 3381375"/>
                <a:gd name="connsiteX31" fmla="*/ 1097756 w 3095625"/>
                <a:gd name="connsiteY31" fmla="*/ 1341596 h 3381375"/>
                <a:gd name="connsiteX32" fmla="*/ 1097756 w 3095625"/>
                <a:gd name="connsiteY32" fmla="*/ 1806416 h 3381375"/>
                <a:gd name="connsiteX33" fmla="*/ 159544 w 3095625"/>
                <a:gd name="connsiteY33" fmla="*/ 1806416 h 3381375"/>
                <a:gd name="connsiteX34" fmla="*/ 159544 w 3095625"/>
                <a:gd name="connsiteY34" fmla="*/ 903446 h 3381375"/>
                <a:gd name="connsiteX35" fmla="*/ 1931194 w 3095625"/>
                <a:gd name="connsiteY35" fmla="*/ 903446 h 3381375"/>
                <a:gd name="connsiteX36" fmla="*/ 1931194 w 3095625"/>
                <a:gd name="connsiteY36" fmla="*/ 1396841 h 3381375"/>
                <a:gd name="connsiteX37" fmla="*/ 2007394 w 3095625"/>
                <a:gd name="connsiteY37" fmla="*/ 1473041 h 3381375"/>
                <a:gd name="connsiteX38" fmla="*/ 2083594 w 3095625"/>
                <a:gd name="connsiteY38" fmla="*/ 1396841 h 3381375"/>
                <a:gd name="connsiteX39" fmla="*/ 2083594 w 3095625"/>
                <a:gd name="connsiteY39" fmla="*/ 903446 h 3381375"/>
                <a:gd name="connsiteX40" fmla="*/ 2938939 w 3095625"/>
                <a:gd name="connsiteY40" fmla="*/ 903446 h 3381375"/>
                <a:gd name="connsiteX41" fmla="*/ 2938939 w 3095625"/>
                <a:gd name="connsiteY41" fmla="*/ 2398871 h 3381375"/>
                <a:gd name="connsiteX42" fmla="*/ 3015139 w 3095625"/>
                <a:gd name="connsiteY42" fmla="*/ 2475071 h 3381375"/>
                <a:gd name="connsiteX43" fmla="*/ 3091339 w 3095625"/>
                <a:gd name="connsiteY43" fmla="*/ 2398871 h 3381375"/>
                <a:gd name="connsiteX44" fmla="*/ 3091339 w 3095625"/>
                <a:gd name="connsiteY44" fmla="*/ 827246 h 3381375"/>
                <a:gd name="connsiteX45" fmla="*/ 3015139 w 3095625"/>
                <a:gd name="connsiteY45" fmla="*/ 751046 h 338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095625" h="3381375">
                  <a:moveTo>
                    <a:pt x="3015139" y="751046"/>
                  </a:moveTo>
                  <a:lnTo>
                    <a:pt x="159544" y="751046"/>
                  </a:lnTo>
                  <a:lnTo>
                    <a:pt x="159544" y="168116"/>
                  </a:lnTo>
                  <a:cubicBezTo>
                    <a:pt x="159544" y="163354"/>
                    <a:pt x="163354" y="159544"/>
                    <a:pt x="168116" y="159544"/>
                  </a:cubicBezTo>
                  <a:lnTo>
                    <a:pt x="1034891" y="159544"/>
                  </a:lnTo>
                  <a:lnTo>
                    <a:pt x="1034891" y="472916"/>
                  </a:lnTo>
                  <a:cubicBezTo>
                    <a:pt x="1034891" y="514826"/>
                    <a:pt x="1069181" y="549116"/>
                    <a:pt x="1111091" y="549116"/>
                  </a:cubicBezTo>
                  <a:cubicBezTo>
                    <a:pt x="1153001" y="549116"/>
                    <a:pt x="1187291" y="514826"/>
                    <a:pt x="1187291" y="472916"/>
                  </a:cubicBezTo>
                  <a:lnTo>
                    <a:pt x="1187291" y="159544"/>
                  </a:lnTo>
                  <a:lnTo>
                    <a:pt x="2135981" y="159544"/>
                  </a:lnTo>
                  <a:cubicBezTo>
                    <a:pt x="2177891" y="159544"/>
                    <a:pt x="2212181" y="125254"/>
                    <a:pt x="2212181" y="83344"/>
                  </a:cubicBezTo>
                  <a:cubicBezTo>
                    <a:pt x="2212181" y="41434"/>
                    <a:pt x="2177891" y="7144"/>
                    <a:pt x="2135981" y="7144"/>
                  </a:cubicBezTo>
                  <a:lnTo>
                    <a:pt x="167164" y="7144"/>
                  </a:lnTo>
                  <a:cubicBezTo>
                    <a:pt x="78581" y="7144"/>
                    <a:pt x="7144" y="79534"/>
                    <a:pt x="7144" y="168116"/>
                  </a:cubicBezTo>
                  <a:lnTo>
                    <a:pt x="7144" y="3216116"/>
                  </a:lnTo>
                  <a:cubicBezTo>
                    <a:pt x="7144" y="3304699"/>
                    <a:pt x="79534" y="3377089"/>
                    <a:pt x="168116" y="3377089"/>
                  </a:cubicBezTo>
                  <a:lnTo>
                    <a:pt x="816769" y="3377089"/>
                  </a:lnTo>
                  <a:cubicBezTo>
                    <a:pt x="858679" y="3377089"/>
                    <a:pt x="892969" y="3342799"/>
                    <a:pt x="892969" y="3300889"/>
                  </a:cubicBezTo>
                  <a:cubicBezTo>
                    <a:pt x="892969" y="3258979"/>
                    <a:pt x="858679" y="3224689"/>
                    <a:pt x="816769" y="3224689"/>
                  </a:cubicBezTo>
                  <a:lnTo>
                    <a:pt x="167164" y="3224689"/>
                  </a:lnTo>
                  <a:cubicBezTo>
                    <a:pt x="162401" y="3224689"/>
                    <a:pt x="159544" y="3220879"/>
                    <a:pt x="159544" y="3216116"/>
                  </a:cubicBezTo>
                  <a:lnTo>
                    <a:pt x="159544" y="1957864"/>
                  </a:lnTo>
                  <a:lnTo>
                    <a:pt x="2113121" y="1957864"/>
                  </a:lnTo>
                  <a:cubicBezTo>
                    <a:pt x="2155031" y="1957864"/>
                    <a:pt x="2189321" y="1923574"/>
                    <a:pt x="2189321" y="1881664"/>
                  </a:cubicBezTo>
                  <a:cubicBezTo>
                    <a:pt x="2189321" y="1839754"/>
                    <a:pt x="2155031" y="1805464"/>
                    <a:pt x="2113121" y="1805464"/>
                  </a:cubicBezTo>
                  <a:lnTo>
                    <a:pt x="1250156" y="1805464"/>
                  </a:lnTo>
                  <a:lnTo>
                    <a:pt x="1250156" y="1265396"/>
                  </a:lnTo>
                  <a:cubicBezTo>
                    <a:pt x="1250156" y="1223486"/>
                    <a:pt x="1215866" y="1189196"/>
                    <a:pt x="1173956" y="1189196"/>
                  </a:cubicBezTo>
                  <a:lnTo>
                    <a:pt x="640556" y="1189196"/>
                  </a:lnTo>
                  <a:cubicBezTo>
                    <a:pt x="598646" y="1189196"/>
                    <a:pt x="564356" y="1223486"/>
                    <a:pt x="564356" y="1265396"/>
                  </a:cubicBezTo>
                  <a:cubicBezTo>
                    <a:pt x="564356" y="1307306"/>
                    <a:pt x="598646" y="1341596"/>
                    <a:pt x="640556" y="1341596"/>
                  </a:cubicBezTo>
                  <a:lnTo>
                    <a:pt x="1097756" y="1341596"/>
                  </a:lnTo>
                  <a:lnTo>
                    <a:pt x="1097756" y="1806416"/>
                  </a:lnTo>
                  <a:lnTo>
                    <a:pt x="159544" y="1806416"/>
                  </a:lnTo>
                  <a:lnTo>
                    <a:pt x="159544" y="903446"/>
                  </a:lnTo>
                  <a:lnTo>
                    <a:pt x="1931194" y="903446"/>
                  </a:lnTo>
                  <a:lnTo>
                    <a:pt x="1931194" y="1396841"/>
                  </a:lnTo>
                  <a:cubicBezTo>
                    <a:pt x="1931194" y="1438751"/>
                    <a:pt x="1965484" y="1473041"/>
                    <a:pt x="2007394" y="1473041"/>
                  </a:cubicBezTo>
                  <a:cubicBezTo>
                    <a:pt x="2049304" y="1473041"/>
                    <a:pt x="2083594" y="1438751"/>
                    <a:pt x="2083594" y="1396841"/>
                  </a:cubicBezTo>
                  <a:lnTo>
                    <a:pt x="2083594" y="903446"/>
                  </a:lnTo>
                  <a:lnTo>
                    <a:pt x="2938939" y="903446"/>
                  </a:lnTo>
                  <a:lnTo>
                    <a:pt x="2938939" y="2398871"/>
                  </a:lnTo>
                  <a:cubicBezTo>
                    <a:pt x="2938939" y="2440781"/>
                    <a:pt x="2973229" y="2475071"/>
                    <a:pt x="3015139" y="2475071"/>
                  </a:cubicBezTo>
                  <a:cubicBezTo>
                    <a:pt x="3057049" y="2475071"/>
                    <a:pt x="3091339" y="2440781"/>
                    <a:pt x="3091339" y="2398871"/>
                  </a:cubicBezTo>
                  <a:lnTo>
                    <a:pt x="3091339" y="827246"/>
                  </a:lnTo>
                  <a:cubicBezTo>
                    <a:pt x="3091339" y="785336"/>
                    <a:pt x="3057049" y="751046"/>
                    <a:pt x="3015139" y="75104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F42E116F-D81A-450B-B58B-A27C420D028D}"/>
                </a:ext>
              </a:extLst>
            </p:cNvPr>
            <p:cNvSpPr/>
            <p:nvPr/>
          </p:nvSpPr>
          <p:spPr>
            <a:xfrm>
              <a:off x="5346859" y="2193131"/>
              <a:ext cx="3105150" cy="3381375"/>
            </a:xfrm>
            <a:custGeom>
              <a:avLst/>
              <a:gdLst>
                <a:gd name="connsiteX0" fmla="*/ 2946559 w 3105150"/>
                <a:gd name="connsiteY0" fmla="*/ 7144 h 3381375"/>
                <a:gd name="connsiteX1" fmla="*/ 2092166 w 3105150"/>
                <a:gd name="connsiteY1" fmla="*/ 7144 h 3381375"/>
                <a:gd name="connsiteX2" fmla="*/ 2015966 w 3105150"/>
                <a:gd name="connsiteY2" fmla="*/ 83344 h 3381375"/>
                <a:gd name="connsiteX3" fmla="*/ 2092166 w 3105150"/>
                <a:gd name="connsiteY3" fmla="*/ 159544 h 3381375"/>
                <a:gd name="connsiteX4" fmla="*/ 2946559 w 3105150"/>
                <a:gd name="connsiteY4" fmla="*/ 159544 h 3381375"/>
                <a:gd name="connsiteX5" fmla="*/ 2955131 w 3105150"/>
                <a:gd name="connsiteY5" fmla="*/ 168116 h 3381375"/>
                <a:gd name="connsiteX6" fmla="*/ 2955131 w 3105150"/>
                <a:gd name="connsiteY6" fmla="*/ 3216116 h 3381375"/>
                <a:gd name="connsiteX7" fmla="*/ 2946559 w 3105150"/>
                <a:gd name="connsiteY7" fmla="*/ 3224689 h 3381375"/>
                <a:gd name="connsiteX8" fmla="*/ 818674 w 3105150"/>
                <a:gd name="connsiteY8" fmla="*/ 3224689 h 3381375"/>
                <a:gd name="connsiteX9" fmla="*/ 818674 w 3105150"/>
                <a:gd name="connsiteY9" fmla="*/ 2474119 h 3381375"/>
                <a:gd name="connsiteX10" fmla="*/ 1016794 w 3105150"/>
                <a:gd name="connsiteY10" fmla="*/ 2474119 h 3381375"/>
                <a:gd name="connsiteX11" fmla="*/ 1092994 w 3105150"/>
                <a:gd name="connsiteY11" fmla="*/ 2397919 h 3381375"/>
                <a:gd name="connsiteX12" fmla="*/ 1016794 w 3105150"/>
                <a:gd name="connsiteY12" fmla="*/ 2321719 h 3381375"/>
                <a:gd name="connsiteX13" fmla="*/ 83344 w 3105150"/>
                <a:gd name="connsiteY13" fmla="*/ 2321719 h 3381375"/>
                <a:gd name="connsiteX14" fmla="*/ 7144 w 3105150"/>
                <a:gd name="connsiteY14" fmla="*/ 2397919 h 3381375"/>
                <a:gd name="connsiteX15" fmla="*/ 83344 w 3105150"/>
                <a:gd name="connsiteY15" fmla="*/ 2474119 h 3381375"/>
                <a:gd name="connsiteX16" fmla="*/ 666274 w 3105150"/>
                <a:gd name="connsiteY16" fmla="*/ 2474119 h 3381375"/>
                <a:gd name="connsiteX17" fmla="*/ 666274 w 3105150"/>
                <a:gd name="connsiteY17" fmla="*/ 3299936 h 3381375"/>
                <a:gd name="connsiteX18" fmla="*/ 742474 w 3105150"/>
                <a:gd name="connsiteY18" fmla="*/ 3376136 h 3381375"/>
                <a:gd name="connsiteX19" fmla="*/ 2946559 w 3105150"/>
                <a:gd name="connsiteY19" fmla="*/ 3376136 h 3381375"/>
                <a:gd name="connsiteX20" fmla="*/ 3106579 w 3105150"/>
                <a:gd name="connsiteY20" fmla="*/ 3215164 h 3381375"/>
                <a:gd name="connsiteX21" fmla="*/ 3106579 w 3105150"/>
                <a:gd name="connsiteY21" fmla="*/ 167164 h 3381375"/>
                <a:gd name="connsiteX22" fmla="*/ 2946559 w 3105150"/>
                <a:gd name="connsiteY22" fmla="*/ 7144 h 338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05150" h="3381375">
                  <a:moveTo>
                    <a:pt x="2946559" y="7144"/>
                  </a:moveTo>
                  <a:lnTo>
                    <a:pt x="2092166" y="7144"/>
                  </a:lnTo>
                  <a:cubicBezTo>
                    <a:pt x="2050256" y="7144"/>
                    <a:pt x="2015966" y="41434"/>
                    <a:pt x="2015966" y="83344"/>
                  </a:cubicBezTo>
                  <a:cubicBezTo>
                    <a:pt x="2015966" y="125254"/>
                    <a:pt x="2050256" y="159544"/>
                    <a:pt x="2092166" y="159544"/>
                  </a:cubicBezTo>
                  <a:lnTo>
                    <a:pt x="2946559" y="159544"/>
                  </a:lnTo>
                  <a:cubicBezTo>
                    <a:pt x="2951322" y="159544"/>
                    <a:pt x="2955131" y="163354"/>
                    <a:pt x="2955131" y="168116"/>
                  </a:cubicBezTo>
                  <a:lnTo>
                    <a:pt x="2955131" y="3216116"/>
                  </a:lnTo>
                  <a:cubicBezTo>
                    <a:pt x="2955131" y="3220879"/>
                    <a:pt x="2951322" y="3224689"/>
                    <a:pt x="2946559" y="3224689"/>
                  </a:cubicBezTo>
                  <a:lnTo>
                    <a:pt x="818674" y="3224689"/>
                  </a:lnTo>
                  <a:lnTo>
                    <a:pt x="818674" y="2474119"/>
                  </a:lnTo>
                  <a:lnTo>
                    <a:pt x="1016794" y="2474119"/>
                  </a:lnTo>
                  <a:cubicBezTo>
                    <a:pt x="1058704" y="2474119"/>
                    <a:pt x="1092994" y="2439829"/>
                    <a:pt x="1092994" y="2397919"/>
                  </a:cubicBezTo>
                  <a:cubicBezTo>
                    <a:pt x="1092994" y="2356009"/>
                    <a:pt x="1058704" y="2321719"/>
                    <a:pt x="1016794" y="2321719"/>
                  </a:cubicBezTo>
                  <a:lnTo>
                    <a:pt x="83344" y="2321719"/>
                  </a:lnTo>
                  <a:cubicBezTo>
                    <a:pt x="41434" y="2321719"/>
                    <a:pt x="7144" y="2356009"/>
                    <a:pt x="7144" y="2397919"/>
                  </a:cubicBezTo>
                  <a:cubicBezTo>
                    <a:pt x="7144" y="2439829"/>
                    <a:pt x="41434" y="2474119"/>
                    <a:pt x="83344" y="2474119"/>
                  </a:cubicBezTo>
                  <a:lnTo>
                    <a:pt x="666274" y="2474119"/>
                  </a:lnTo>
                  <a:lnTo>
                    <a:pt x="666274" y="3299936"/>
                  </a:lnTo>
                  <a:cubicBezTo>
                    <a:pt x="666274" y="3341846"/>
                    <a:pt x="700564" y="3376136"/>
                    <a:pt x="742474" y="3376136"/>
                  </a:cubicBezTo>
                  <a:lnTo>
                    <a:pt x="2946559" y="3376136"/>
                  </a:lnTo>
                  <a:cubicBezTo>
                    <a:pt x="3035141" y="3376136"/>
                    <a:pt x="3106579" y="3303746"/>
                    <a:pt x="3106579" y="3215164"/>
                  </a:cubicBezTo>
                  <a:lnTo>
                    <a:pt x="3106579" y="167164"/>
                  </a:lnTo>
                  <a:cubicBezTo>
                    <a:pt x="3106579" y="79534"/>
                    <a:pt x="3035141" y="7144"/>
                    <a:pt x="294655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EF08D783-A55E-48D3-801C-23944A640B94}"/>
                </a:ext>
              </a:extLst>
            </p:cNvPr>
            <p:cNvSpPr/>
            <p:nvPr/>
          </p:nvSpPr>
          <p:spPr>
            <a:xfrm>
              <a:off x="6394609" y="3573304"/>
              <a:ext cx="895350" cy="1476375"/>
            </a:xfrm>
            <a:custGeom>
              <a:avLst/>
              <a:gdLst>
                <a:gd name="connsiteX0" fmla="*/ 815816 w 895350"/>
                <a:gd name="connsiteY0" fmla="*/ 7144 h 1476375"/>
                <a:gd name="connsiteX1" fmla="*/ 739616 w 895350"/>
                <a:gd name="connsiteY1" fmla="*/ 83344 h 1476375"/>
                <a:gd name="connsiteX2" fmla="*/ 736759 w 895350"/>
                <a:gd name="connsiteY2" fmla="*/ 83344 h 1476375"/>
                <a:gd name="connsiteX3" fmla="*/ 736759 w 895350"/>
                <a:gd name="connsiteY3" fmla="*/ 1316831 h 1476375"/>
                <a:gd name="connsiteX4" fmla="*/ 83344 w 895350"/>
                <a:gd name="connsiteY4" fmla="*/ 1316831 h 1476375"/>
                <a:gd name="connsiteX5" fmla="*/ 7144 w 895350"/>
                <a:gd name="connsiteY5" fmla="*/ 1393031 h 1476375"/>
                <a:gd name="connsiteX6" fmla="*/ 83344 w 895350"/>
                <a:gd name="connsiteY6" fmla="*/ 1469231 h 1476375"/>
                <a:gd name="connsiteX7" fmla="*/ 816769 w 895350"/>
                <a:gd name="connsiteY7" fmla="*/ 1469231 h 1476375"/>
                <a:gd name="connsiteX8" fmla="*/ 892969 w 895350"/>
                <a:gd name="connsiteY8" fmla="*/ 1393031 h 1476375"/>
                <a:gd name="connsiteX9" fmla="*/ 892969 w 895350"/>
                <a:gd name="connsiteY9" fmla="*/ 83344 h 1476375"/>
                <a:gd name="connsiteX10" fmla="*/ 815816 w 895350"/>
                <a:gd name="connsiteY10" fmla="*/ 7144 h 14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5350" h="1476375">
                  <a:moveTo>
                    <a:pt x="815816" y="7144"/>
                  </a:moveTo>
                  <a:cubicBezTo>
                    <a:pt x="773906" y="7144"/>
                    <a:pt x="739616" y="41434"/>
                    <a:pt x="739616" y="83344"/>
                  </a:cubicBezTo>
                  <a:lnTo>
                    <a:pt x="736759" y="83344"/>
                  </a:lnTo>
                  <a:lnTo>
                    <a:pt x="736759" y="1316831"/>
                  </a:lnTo>
                  <a:lnTo>
                    <a:pt x="83344" y="1316831"/>
                  </a:lnTo>
                  <a:cubicBezTo>
                    <a:pt x="41434" y="1316831"/>
                    <a:pt x="7144" y="1351121"/>
                    <a:pt x="7144" y="1393031"/>
                  </a:cubicBezTo>
                  <a:cubicBezTo>
                    <a:pt x="7144" y="1434941"/>
                    <a:pt x="41434" y="1469231"/>
                    <a:pt x="83344" y="1469231"/>
                  </a:cubicBezTo>
                  <a:lnTo>
                    <a:pt x="816769" y="1469231"/>
                  </a:lnTo>
                  <a:cubicBezTo>
                    <a:pt x="858679" y="1469231"/>
                    <a:pt x="892969" y="1434941"/>
                    <a:pt x="892969" y="1393031"/>
                  </a:cubicBezTo>
                  <a:lnTo>
                    <a:pt x="892969" y="83344"/>
                  </a:lnTo>
                  <a:cubicBezTo>
                    <a:pt x="892016" y="41434"/>
                    <a:pt x="857726" y="7144"/>
                    <a:pt x="81581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8" name="Graphic 23">
            <a:extLst>
              <a:ext uri="{FF2B5EF4-FFF2-40B4-BE49-F238E27FC236}">
                <a16:creationId xmlns:a16="http://schemas.microsoft.com/office/drawing/2014/main" id="{43295344-0DC2-4D0D-BE5C-CD530123D1CB}"/>
              </a:ext>
            </a:extLst>
          </p:cNvPr>
          <p:cNvSpPr>
            <a:spLocks noChangeAspect="1"/>
          </p:cNvSpPr>
          <p:nvPr/>
        </p:nvSpPr>
        <p:spPr>
          <a:xfrm>
            <a:off x="3100304" y="3100778"/>
            <a:ext cx="702894" cy="502920"/>
          </a:xfrm>
          <a:custGeom>
            <a:avLst/>
            <a:gdLst>
              <a:gd name="connsiteX0" fmla="*/ 4407694 w 4486275"/>
              <a:gd name="connsiteY0" fmla="*/ 3051696 h 3209925"/>
              <a:gd name="connsiteX1" fmla="*/ 4092416 w 4486275"/>
              <a:gd name="connsiteY1" fmla="*/ 3051696 h 3209925"/>
              <a:gd name="connsiteX2" fmla="*/ 4092416 w 4486275"/>
              <a:gd name="connsiteY2" fmla="*/ 496138 h 3209925"/>
              <a:gd name="connsiteX3" fmla="*/ 3564731 w 4486275"/>
              <a:gd name="connsiteY3" fmla="*/ 7506 h 3209925"/>
              <a:gd name="connsiteX4" fmla="*/ 3076099 w 4486275"/>
              <a:gd name="connsiteY4" fmla="*/ 496138 h 3209925"/>
              <a:gd name="connsiteX5" fmla="*/ 3076099 w 4486275"/>
              <a:gd name="connsiteY5" fmla="*/ 3051696 h 3209925"/>
              <a:gd name="connsiteX6" fmla="*/ 2753201 w 4486275"/>
              <a:gd name="connsiteY6" fmla="*/ 3051696 h 3209925"/>
              <a:gd name="connsiteX7" fmla="*/ 2753201 w 4486275"/>
              <a:gd name="connsiteY7" fmla="*/ 877138 h 3209925"/>
              <a:gd name="connsiteX8" fmla="*/ 2225516 w 4486275"/>
              <a:gd name="connsiteY8" fmla="*/ 388506 h 3209925"/>
              <a:gd name="connsiteX9" fmla="*/ 1736884 w 4486275"/>
              <a:gd name="connsiteY9" fmla="*/ 877138 h 3209925"/>
              <a:gd name="connsiteX10" fmla="*/ 1736884 w 4486275"/>
              <a:gd name="connsiteY10" fmla="*/ 3051696 h 3209925"/>
              <a:gd name="connsiteX11" fmla="*/ 1413986 w 4486275"/>
              <a:gd name="connsiteY11" fmla="*/ 3051696 h 3209925"/>
              <a:gd name="connsiteX12" fmla="*/ 1413986 w 4486275"/>
              <a:gd name="connsiteY12" fmla="*/ 1257186 h 3209925"/>
              <a:gd name="connsiteX13" fmla="*/ 886301 w 4486275"/>
              <a:gd name="connsiteY13" fmla="*/ 768553 h 3209925"/>
              <a:gd name="connsiteX14" fmla="*/ 397669 w 4486275"/>
              <a:gd name="connsiteY14" fmla="*/ 1257186 h 3209925"/>
              <a:gd name="connsiteX15" fmla="*/ 397669 w 4486275"/>
              <a:gd name="connsiteY15" fmla="*/ 3051696 h 3209925"/>
              <a:gd name="connsiteX16" fmla="*/ 83344 w 4486275"/>
              <a:gd name="connsiteY16" fmla="*/ 3051696 h 3209925"/>
              <a:gd name="connsiteX17" fmla="*/ 7144 w 4486275"/>
              <a:gd name="connsiteY17" fmla="*/ 3127896 h 3209925"/>
              <a:gd name="connsiteX18" fmla="*/ 83344 w 4486275"/>
              <a:gd name="connsiteY18" fmla="*/ 3204096 h 3209925"/>
              <a:gd name="connsiteX19" fmla="*/ 4407694 w 4486275"/>
              <a:gd name="connsiteY19" fmla="*/ 3204096 h 3209925"/>
              <a:gd name="connsiteX20" fmla="*/ 4483894 w 4486275"/>
              <a:gd name="connsiteY20" fmla="*/ 3127896 h 3209925"/>
              <a:gd name="connsiteX21" fmla="*/ 4407694 w 4486275"/>
              <a:gd name="connsiteY21" fmla="*/ 3051696 h 3209925"/>
              <a:gd name="connsiteX22" fmla="*/ 550069 w 4486275"/>
              <a:gd name="connsiteY22" fmla="*/ 3051696 h 3209925"/>
              <a:gd name="connsiteX23" fmla="*/ 550069 w 4486275"/>
              <a:gd name="connsiteY23" fmla="*/ 1257186 h 3209925"/>
              <a:gd name="connsiteX24" fmla="*/ 921544 w 4486275"/>
              <a:gd name="connsiteY24" fmla="*/ 918096 h 3209925"/>
              <a:gd name="connsiteX25" fmla="*/ 1260634 w 4486275"/>
              <a:gd name="connsiteY25" fmla="*/ 1257186 h 3209925"/>
              <a:gd name="connsiteX26" fmla="*/ 1261586 w 4486275"/>
              <a:gd name="connsiteY26" fmla="*/ 3051696 h 3209925"/>
              <a:gd name="connsiteX27" fmla="*/ 550069 w 4486275"/>
              <a:gd name="connsiteY27" fmla="*/ 3051696 h 3209925"/>
              <a:gd name="connsiteX28" fmla="*/ 1889284 w 4486275"/>
              <a:gd name="connsiteY28" fmla="*/ 3051696 h 3209925"/>
              <a:gd name="connsiteX29" fmla="*/ 1889284 w 4486275"/>
              <a:gd name="connsiteY29" fmla="*/ 877138 h 3209925"/>
              <a:gd name="connsiteX30" fmla="*/ 2260759 w 4486275"/>
              <a:gd name="connsiteY30" fmla="*/ 538048 h 3209925"/>
              <a:gd name="connsiteX31" fmla="*/ 2599849 w 4486275"/>
              <a:gd name="connsiteY31" fmla="*/ 877138 h 3209925"/>
              <a:gd name="connsiteX32" fmla="*/ 2600801 w 4486275"/>
              <a:gd name="connsiteY32" fmla="*/ 3051696 h 3209925"/>
              <a:gd name="connsiteX33" fmla="*/ 1889284 w 4486275"/>
              <a:gd name="connsiteY33" fmla="*/ 3051696 h 3209925"/>
              <a:gd name="connsiteX34" fmla="*/ 3228499 w 4486275"/>
              <a:gd name="connsiteY34" fmla="*/ 3051696 h 3209925"/>
              <a:gd name="connsiteX35" fmla="*/ 3228499 w 4486275"/>
              <a:gd name="connsiteY35" fmla="*/ 496138 h 3209925"/>
              <a:gd name="connsiteX36" fmla="*/ 3599974 w 4486275"/>
              <a:gd name="connsiteY36" fmla="*/ 157048 h 3209925"/>
              <a:gd name="connsiteX37" fmla="*/ 3939064 w 4486275"/>
              <a:gd name="connsiteY37" fmla="*/ 496138 h 3209925"/>
              <a:gd name="connsiteX38" fmla="*/ 3940016 w 4486275"/>
              <a:gd name="connsiteY38" fmla="*/ 3051696 h 3209925"/>
              <a:gd name="connsiteX39" fmla="*/ 3228499 w 4486275"/>
              <a:gd name="connsiteY39" fmla="*/ 3051696 h 3209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486275" h="3209925">
                <a:moveTo>
                  <a:pt x="4407694" y="3051696"/>
                </a:moveTo>
                <a:lnTo>
                  <a:pt x="4092416" y="3051696"/>
                </a:lnTo>
                <a:lnTo>
                  <a:pt x="4092416" y="496138"/>
                </a:lnTo>
                <a:cubicBezTo>
                  <a:pt x="4080986" y="215151"/>
                  <a:pt x="3844766" y="-2972"/>
                  <a:pt x="3564731" y="7506"/>
                </a:cubicBezTo>
                <a:cubicBezTo>
                  <a:pt x="3299936" y="17983"/>
                  <a:pt x="3086576" y="230391"/>
                  <a:pt x="3076099" y="496138"/>
                </a:cubicBezTo>
                <a:lnTo>
                  <a:pt x="3076099" y="3051696"/>
                </a:lnTo>
                <a:lnTo>
                  <a:pt x="2753201" y="3051696"/>
                </a:lnTo>
                <a:lnTo>
                  <a:pt x="2753201" y="877138"/>
                </a:lnTo>
                <a:cubicBezTo>
                  <a:pt x="2742724" y="597103"/>
                  <a:pt x="2506504" y="378028"/>
                  <a:pt x="2225516" y="388506"/>
                </a:cubicBezTo>
                <a:cubicBezTo>
                  <a:pt x="1960721" y="398983"/>
                  <a:pt x="1747361" y="611391"/>
                  <a:pt x="1736884" y="877138"/>
                </a:cubicBezTo>
                <a:lnTo>
                  <a:pt x="1736884" y="3051696"/>
                </a:lnTo>
                <a:lnTo>
                  <a:pt x="1413986" y="3051696"/>
                </a:lnTo>
                <a:lnTo>
                  <a:pt x="1413986" y="1257186"/>
                </a:lnTo>
                <a:cubicBezTo>
                  <a:pt x="1403509" y="977151"/>
                  <a:pt x="1167289" y="758076"/>
                  <a:pt x="886301" y="768553"/>
                </a:cubicBezTo>
                <a:cubicBezTo>
                  <a:pt x="621506" y="779031"/>
                  <a:pt x="408146" y="991438"/>
                  <a:pt x="397669" y="1257186"/>
                </a:cubicBezTo>
                <a:lnTo>
                  <a:pt x="397669" y="3051696"/>
                </a:lnTo>
                <a:lnTo>
                  <a:pt x="83344" y="3051696"/>
                </a:lnTo>
                <a:cubicBezTo>
                  <a:pt x="41434" y="3051696"/>
                  <a:pt x="7144" y="3085986"/>
                  <a:pt x="7144" y="3127896"/>
                </a:cubicBezTo>
                <a:cubicBezTo>
                  <a:pt x="7144" y="3169806"/>
                  <a:pt x="41434" y="3204096"/>
                  <a:pt x="83344" y="3204096"/>
                </a:cubicBezTo>
                <a:lnTo>
                  <a:pt x="4407694" y="3204096"/>
                </a:lnTo>
                <a:cubicBezTo>
                  <a:pt x="4449604" y="3204096"/>
                  <a:pt x="4483894" y="3169806"/>
                  <a:pt x="4483894" y="3127896"/>
                </a:cubicBezTo>
                <a:cubicBezTo>
                  <a:pt x="4483894" y="3085986"/>
                  <a:pt x="4449604" y="3051696"/>
                  <a:pt x="4407694" y="3051696"/>
                </a:cubicBezTo>
                <a:close/>
                <a:moveTo>
                  <a:pt x="550069" y="3051696"/>
                </a:moveTo>
                <a:lnTo>
                  <a:pt x="550069" y="1257186"/>
                </a:lnTo>
                <a:cubicBezTo>
                  <a:pt x="559594" y="1060971"/>
                  <a:pt x="725329" y="909523"/>
                  <a:pt x="921544" y="918096"/>
                </a:cubicBezTo>
                <a:cubicBezTo>
                  <a:pt x="1105376" y="926668"/>
                  <a:pt x="1252061" y="1073354"/>
                  <a:pt x="1260634" y="1257186"/>
                </a:cubicBezTo>
                <a:lnTo>
                  <a:pt x="1261586" y="3051696"/>
                </a:lnTo>
                <a:lnTo>
                  <a:pt x="550069" y="3051696"/>
                </a:lnTo>
                <a:close/>
                <a:moveTo>
                  <a:pt x="1889284" y="3051696"/>
                </a:moveTo>
                <a:lnTo>
                  <a:pt x="1889284" y="877138"/>
                </a:lnTo>
                <a:cubicBezTo>
                  <a:pt x="1898809" y="680923"/>
                  <a:pt x="2064544" y="529476"/>
                  <a:pt x="2260759" y="538048"/>
                </a:cubicBezTo>
                <a:cubicBezTo>
                  <a:pt x="2444591" y="546621"/>
                  <a:pt x="2591276" y="693306"/>
                  <a:pt x="2599849" y="877138"/>
                </a:cubicBezTo>
                <a:lnTo>
                  <a:pt x="2600801" y="3051696"/>
                </a:lnTo>
                <a:lnTo>
                  <a:pt x="1889284" y="3051696"/>
                </a:lnTo>
                <a:close/>
                <a:moveTo>
                  <a:pt x="3228499" y="3051696"/>
                </a:moveTo>
                <a:lnTo>
                  <a:pt x="3228499" y="496138"/>
                </a:lnTo>
                <a:cubicBezTo>
                  <a:pt x="3238024" y="299923"/>
                  <a:pt x="3403759" y="148476"/>
                  <a:pt x="3599974" y="157048"/>
                </a:cubicBezTo>
                <a:cubicBezTo>
                  <a:pt x="3783806" y="165621"/>
                  <a:pt x="3930491" y="312306"/>
                  <a:pt x="3939064" y="496138"/>
                </a:cubicBezTo>
                <a:lnTo>
                  <a:pt x="3940016" y="3051696"/>
                </a:lnTo>
                <a:lnTo>
                  <a:pt x="3228499" y="3051696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69" name="Graphic 27">
            <a:extLst>
              <a:ext uri="{FF2B5EF4-FFF2-40B4-BE49-F238E27FC236}">
                <a16:creationId xmlns:a16="http://schemas.microsoft.com/office/drawing/2014/main" id="{5A7176BC-DEED-4437-A791-6B457D5578B3}"/>
              </a:ext>
            </a:extLst>
          </p:cNvPr>
          <p:cNvGrpSpPr>
            <a:grpSpLocks noChangeAspect="1"/>
          </p:cNvGrpSpPr>
          <p:nvPr/>
        </p:nvGrpSpPr>
        <p:grpSpPr>
          <a:xfrm>
            <a:off x="2080420" y="4797192"/>
            <a:ext cx="598067" cy="502920"/>
            <a:chOff x="4457700" y="2124075"/>
            <a:chExt cx="4191000" cy="35242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C5230390-A429-4331-B933-B34F7410614C}"/>
                </a:ext>
              </a:extLst>
            </p:cNvPr>
            <p:cNvSpPr/>
            <p:nvPr/>
          </p:nvSpPr>
          <p:spPr>
            <a:xfrm>
              <a:off x="4450556" y="3422809"/>
              <a:ext cx="2228850" cy="2228850"/>
            </a:xfrm>
            <a:custGeom>
              <a:avLst/>
              <a:gdLst>
                <a:gd name="connsiteX0" fmla="*/ 2154079 w 2228850"/>
                <a:gd name="connsiteY0" fmla="*/ 846296 h 2228850"/>
                <a:gd name="connsiteX1" fmla="*/ 1939766 w 2228850"/>
                <a:gd name="connsiteY1" fmla="*/ 846296 h 2228850"/>
                <a:gd name="connsiteX2" fmla="*/ 1890236 w 2228850"/>
                <a:gd name="connsiteY2" fmla="*/ 727234 h 2228850"/>
                <a:gd name="connsiteX3" fmla="*/ 2042636 w 2228850"/>
                <a:gd name="connsiteY3" fmla="*/ 574834 h 2228850"/>
                <a:gd name="connsiteX4" fmla="*/ 2042636 w 2228850"/>
                <a:gd name="connsiteY4" fmla="*/ 467201 h 2228850"/>
                <a:gd name="connsiteX5" fmla="*/ 1768316 w 2228850"/>
                <a:gd name="connsiteY5" fmla="*/ 192881 h 2228850"/>
                <a:gd name="connsiteX6" fmla="*/ 1660684 w 2228850"/>
                <a:gd name="connsiteY6" fmla="*/ 192881 h 2228850"/>
                <a:gd name="connsiteX7" fmla="*/ 1508284 w 2228850"/>
                <a:gd name="connsiteY7" fmla="*/ 345281 h 2228850"/>
                <a:gd name="connsiteX8" fmla="*/ 1392079 w 2228850"/>
                <a:gd name="connsiteY8" fmla="*/ 297656 h 2228850"/>
                <a:gd name="connsiteX9" fmla="*/ 1392079 w 2228850"/>
                <a:gd name="connsiteY9" fmla="*/ 83344 h 2228850"/>
                <a:gd name="connsiteX10" fmla="*/ 1315879 w 2228850"/>
                <a:gd name="connsiteY10" fmla="*/ 7144 h 2228850"/>
                <a:gd name="connsiteX11" fmla="*/ 925354 w 2228850"/>
                <a:gd name="connsiteY11" fmla="*/ 7144 h 2228850"/>
                <a:gd name="connsiteX12" fmla="*/ 849154 w 2228850"/>
                <a:gd name="connsiteY12" fmla="*/ 83344 h 2228850"/>
                <a:gd name="connsiteX13" fmla="*/ 849154 w 2228850"/>
                <a:gd name="connsiteY13" fmla="*/ 306229 h 2228850"/>
                <a:gd name="connsiteX14" fmla="*/ 736759 w 2228850"/>
                <a:gd name="connsiteY14" fmla="*/ 353854 h 2228850"/>
                <a:gd name="connsiteX15" fmla="*/ 578644 w 2228850"/>
                <a:gd name="connsiteY15" fmla="*/ 196691 h 2228850"/>
                <a:gd name="connsiteX16" fmla="*/ 471011 w 2228850"/>
                <a:gd name="connsiteY16" fmla="*/ 196691 h 2228850"/>
                <a:gd name="connsiteX17" fmla="*/ 197644 w 2228850"/>
                <a:gd name="connsiteY17" fmla="*/ 470059 h 2228850"/>
                <a:gd name="connsiteX18" fmla="*/ 197644 w 2228850"/>
                <a:gd name="connsiteY18" fmla="*/ 577691 h 2228850"/>
                <a:gd name="connsiteX19" fmla="*/ 357664 w 2228850"/>
                <a:gd name="connsiteY19" fmla="*/ 737711 h 2228850"/>
                <a:gd name="connsiteX20" fmla="*/ 311944 w 2228850"/>
                <a:gd name="connsiteY20" fmla="*/ 846296 h 2228850"/>
                <a:gd name="connsiteX21" fmla="*/ 83344 w 2228850"/>
                <a:gd name="connsiteY21" fmla="*/ 846296 h 2228850"/>
                <a:gd name="connsiteX22" fmla="*/ 7144 w 2228850"/>
                <a:gd name="connsiteY22" fmla="*/ 922496 h 2228850"/>
                <a:gd name="connsiteX23" fmla="*/ 7144 w 2228850"/>
                <a:gd name="connsiteY23" fmla="*/ 1311116 h 2228850"/>
                <a:gd name="connsiteX24" fmla="*/ 83344 w 2228850"/>
                <a:gd name="connsiteY24" fmla="*/ 1387316 h 2228850"/>
                <a:gd name="connsiteX25" fmla="*/ 311944 w 2228850"/>
                <a:gd name="connsiteY25" fmla="*/ 1387316 h 2228850"/>
                <a:gd name="connsiteX26" fmla="*/ 356711 w 2228850"/>
                <a:gd name="connsiteY26" fmla="*/ 1497806 h 2228850"/>
                <a:gd name="connsiteX27" fmla="*/ 197644 w 2228850"/>
                <a:gd name="connsiteY27" fmla="*/ 1659731 h 2228850"/>
                <a:gd name="connsiteX28" fmla="*/ 197644 w 2228850"/>
                <a:gd name="connsiteY28" fmla="*/ 1767364 h 2228850"/>
                <a:gd name="connsiteX29" fmla="*/ 471964 w 2228850"/>
                <a:gd name="connsiteY29" fmla="*/ 2041684 h 2228850"/>
                <a:gd name="connsiteX30" fmla="*/ 579596 w 2228850"/>
                <a:gd name="connsiteY30" fmla="*/ 2041684 h 2228850"/>
                <a:gd name="connsiteX31" fmla="*/ 736759 w 2228850"/>
                <a:gd name="connsiteY31" fmla="*/ 1882616 h 2228850"/>
                <a:gd name="connsiteX32" fmla="*/ 849154 w 2228850"/>
                <a:gd name="connsiteY32" fmla="*/ 1930241 h 2228850"/>
                <a:gd name="connsiteX33" fmla="*/ 849154 w 2228850"/>
                <a:gd name="connsiteY33" fmla="*/ 2153126 h 2228850"/>
                <a:gd name="connsiteX34" fmla="*/ 925354 w 2228850"/>
                <a:gd name="connsiteY34" fmla="*/ 2229326 h 2228850"/>
                <a:gd name="connsiteX35" fmla="*/ 1313021 w 2228850"/>
                <a:gd name="connsiteY35" fmla="*/ 2229326 h 2228850"/>
                <a:gd name="connsiteX36" fmla="*/ 1389221 w 2228850"/>
                <a:gd name="connsiteY36" fmla="*/ 2153126 h 2228850"/>
                <a:gd name="connsiteX37" fmla="*/ 1389221 w 2228850"/>
                <a:gd name="connsiteY37" fmla="*/ 1935004 h 2228850"/>
                <a:gd name="connsiteX38" fmla="*/ 1505426 w 2228850"/>
                <a:gd name="connsiteY38" fmla="*/ 1887379 h 2228850"/>
                <a:gd name="connsiteX39" fmla="*/ 1657826 w 2228850"/>
                <a:gd name="connsiteY39" fmla="*/ 2039779 h 2228850"/>
                <a:gd name="connsiteX40" fmla="*/ 1765459 w 2228850"/>
                <a:gd name="connsiteY40" fmla="*/ 2039779 h 2228850"/>
                <a:gd name="connsiteX41" fmla="*/ 2039779 w 2228850"/>
                <a:gd name="connsiteY41" fmla="*/ 1765459 h 2228850"/>
                <a:gd name="connsiteX42" fmla="*/ 2039779 w 2228850"/>
                <a:gd name="connsiteY42" fmla="*/ 1657826 h 2228850"/>
                <a:gd name="connsiteX43" fmla="*/ 1887379 w 2228850"/>
                <a:gd name="connsiteY43" fmla="*/ 1505426 h 2228850"/>
                <a:gd name="connsiteX44" fmla="*/ 1936909 w 2228850"/>
                <a:gd name="connsiteY44" fmla="*/ 1386364 h 2228850"/>
                <a:gd name="connsiteX45" fmla="*/ 2151221 w 2228850"/>
                <a:gd name="connsiteY45" fmla="*/ 1386364 h 2228850"/>
                <a:gd name="connsiteX46" fmla="*/ 2227421 w 2228850"/>
                <a:gd name="connsiteY46" fmla="*/ 1310164 h 2228850"/>
                <a:gd name="connsiteX47" fmla="*/ 2227421 w 2228850"/>
                <a:gd name="connsiteY47" fmla="*/ 922496 h 2228850"/>
                <a:gd name="connsiteX48" fmla="*/ 2154079 w 2228850"/>
                <a:gd name="connsiteY48" fmla="*/ 846296 h 2228850"/>
                <a:gd name="connsiteX49" fmla="*/ 2077879 w 2228850"/>
                <a:gd name="connsiteY49" fmla="*/ 1234916 h 2228850"/>
                <a:gd name="connsiteX50" fmla="*/ 1882616 w 2228850"/>
                <a:gd name="connsiteY50" fmla="*/ 1234916 h 2228850"/>
                <a:gd name="connsiteX51" fmla="*/ 1806416 w 2228850"/>
                <a:gd name="connsiteY51" fmla="*/ 1292066 h 2228850"/>
                <a:gd name="connsiteX52" fmla="*/ 1730216 w 2228850"/>
                <a:gd name="connsiteY52" fmla="*/ 1479709 h 2228850"/>
                <a:gd name="connsiteX53" fmla="*/ 1741646 w 2228850"/>
                <a:gd name="connsiteY53" fmla="*/ 1573054 h 2228850"/>
                <a:gd name="connsiteX54" fmla="*/ 1879759 w 2228850"/>
                <a:gd name="connsiteY54" fmla="*/ 1711166 h 2228850"/>
                <a:gd name="connsiteX55" fmla="*/ 1712119 w 2228850"/>
                <a:gd name="connsiteY55" fmla="*/ 1875949 h 2228850"/>
                <a:gd name="connsiteX56" fmla="*/ 1573054 w 2228850"/>
                <a:gd name="connsiteY56" fmla="*/ 1736884 h 2228850"/>
                <a:gd name="connsiteX57" fmla="*/ 1480661 w 2228850"/>
                <a:gd name="connsiteY57" fmla="*/ 1724501 h 2228850"/>
                <a:gd name="connsiteX58" fmla="*/ 1293971 w 2228850"/>
                <a:gd name="connsiteY58" fmla="*/ 1800701 h 2228850"/>
                <a:gd name="connsiteX59" fmla="*/ 1235869 w 2228850"/>
                <a:gd name="connsiteY59" fmla="*/ 1876901 h 2228850"/>
                <a:gd name="connsiteX60" fmla="*/ 1235869 w 2228850"/>
                <a:gd name="connsiteY60" fmla="*/ 2076926 h 2228850"/>
                <a:gd name="connsiteX61" fmla="*/ 1001554 w 2228850"/>
                <a:gd name="connsiteY61" fmla="*/ 2076926 h 2228850"/>
                <a:gd name="connsiteX62" fmla="*/ 1001554 w 2228850"/>
                <a:gd name="connsiteY62" fmla="*/ 1874044 h 2228850"/>
                <a:gd name="connsiteX63" fmla="*/ 944404 w 2228850"/>
                <a:gd name="connsiteY63" fmla="*/ 1797844 h 2228850"/>
                <a:gd name="connsiteX64" fmla="*/ 762476 w 2228850"/>
                <a:gd name="connsiteY64" fmla="*/ 1721644 h 2228850"/>
                <a:gd name="connsiteX65" fmla="*/ 669131 w 2228850"/>
                <a:gd name="connsiteY65" fmla="*/ 1733074 h 2228850"/>
                <a:gd name="connsiteX66" fmla="*/ 524351 w 2228850"/>
                <a:gd name="connsiteY66" fmla="*/ 1877854 h 2228850"/>
                <a:gd name="connsiteX67" fmla="*/ 358616 w 2228850"/>
                <a:gd name="connsiteY67" fmla="*/ 1713071 h 2228850"/>
                <a:gd name="connsiteX68" fmla="*/ 502444 w 2228850"/>
                <a:gd name="connsiteY68" fmla="*/ 1566386 h 2228850"/>
                <a:gd name="connsiteX69" fmla="*/ 514826 w 2228850"/>
                <a:gd name="connsiteY69" fmla="*/ 1473994 h 2228850"/>
                <a:gd name="connsiteX70" fmla="*/ 438626 w 2228850"/>
                <a:gd name="connsiteY70" fmla="*/ 1293019 h 2228850"/>
                <a:gd name="connsiteX71" fmla="*/ 362426 w 2228850"/>
                <a:gd name="connsiteY71" fmla="*/ 1235869 h 2228850"/>
                <a:gd name="connsiteX72" fmla="*/ 161449 w 2228850"/>
                <a:gd name="connsiteY72" fmla="*/ 1235869 h 2228850"/>
                <a:gd name="connsiteX73" fmla="*/ 161449 w 2228850"/>
                <a:gd name="connsiteY73" fmla="*/ 997744 h 2228850"/>
                <a:gd name="connsiteX74" fmla="*/ 369094 w 2228850"/>
                <a:gd name="connsiteY74" fmla="*/ 997744 h 2228850"/>
                <a:gd name="connsiteX75" fmla="*/ 445294 w 2228850"/>
                <a:gd name="connsiteY75" fmla="*/ 940594 h 2228850"/>
                <a:gd name="connsiteX76" fmla="*/ 521494 w 2228850"/>
                <a:gd name="connsiteY76" fmla="*/ 759619 h 2228850"/>
                <a:gd name="connsiteX77" fmla="*/ 502444 w 2228850"/>
                <a:gd name="connsiteY77" fmla="*/ 669131 h 2228850"/>
                <a:gd name="connsiteX78" fmla="*/ 358616 w 2228850"/>
                <a:gd name="connsiteY78" fmla="*/ 522446 h 2228850"/>
                <a:gd name="connsiteX79" fmla="*/ 525304 w 2228850"/>
                <a:gd name="connsiteY79" fmla="*/ 358616 h 2228850"/>
                <a:gd name="connsiteX80" fmla="*/ 670084 w 2228850"/>
                <a:gd name="connsiteY80" fmla="*/ 503396 h 2228850"/>
                <a:gd name="connsiteX81" fmla="*/ 763429 w 2228850"/>
                <a:gd name="connsiteY81" fmla="*/ 514826 h 2228850"/>
                <a:gd name="connsiteX82" fmla="*/ 945356 w 2228850"/>
                <a:gd name="connsiteY82" fmla="*/ 438626 h 2228850"/>
                <a:gd name="connsiteX83" fmla="*/ 1001554 w 2228850"/>
                <a:gd name="connsiteY83" fmla="*/ 362426 h 2228850"/>
                <a:gd name="connsiteX84" fmla="*/ 1001554 w 2228850"/>
                <a:gd name="connsiteY84" fmla="*/ 161449 h 2228850"/>
                <a:gd name="connsiteX85" fmla="*/ 1236821 w 2228850"/>
                <a:gd name="connsiteY85" fmla="*/ 161449 h 2228850"/>
                <a:gd name="connsiteX86" fmla="*/ 1236821 w 2228850"/>
                <a:gd name="connsiteY86" fmla="*/ 361474 h 2228850"/>
                <a:gd name="connsiteX87" fmla="*/ 1294924 w 2228850"/>
                <a:gd name="connsiteY87" fmla="*/ 437674 h 2228850"/>
                <a:gd name="connsiteX88" fmla="*/ 1481614 w 2228850"/>
                <a:gd name="connsiteY88" fmla="*/ 513874 h 2228850"/>
                <a:gd name="connsiteX89" fmla="*/ 1574006 w 2228850"/>
                <a:gd name="connsiteY89" fmla="*/ 501491 h 2228850"/>
                <a:gd name="connsiteX90" fmla="*/ 1713071 w 2228850"/>
                <a:gd name="connsiteY90" fmla="*/ 361474 h 2228850"/>
                <a:gd name="connsiteX91" fmla="*/ 1879759 w 2228850"/>
                <a:gd name="connsiteY91" fmla="*/ 527209 h 2228850"/>
                <a:gd name="connsiteX92" fmla="*/ 1740694 w 2228850"/>
                <a:gd name="connsiteY92" fmla="*/ 666274 h 2228850"/>
                <a:gd name="connsiteX93" fmla="*/ 1729264 w 2228850"/>
                <a:gd name="connsiteY93" fmla="*/ 759619 h 2228850"/>
                <a:gd name="connsiteX94" fmla="*/ 1805464 w 2228850"/>
                <a:gd name="connsiteY94" fmla="*/ 947261 h 2228850"/>
                <a:gd name="connsiteX95" fmla="*/ 1881664 w 2228850"/>
                <a:gd name="connsiteY95" fmla="*/ 1004411 h 2228850"/>
                <a:gd name="connsiteX96" fmla="*/ 2076926 w 2228850"/>
                <a:gd name="connsiteY96" fmla="*/ 1004411 h 2228850"/>
                <a:gd name="connsiteX97" fmla="*/ 2077879 w 2228850"/>
                <a:gd name="connsiteY97" fmla="*/ 1234916 h 222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2228850" h="2228850">
                  <a:moveTo>
                    <a:pt x="2154079" y="846296"/>
                  </a:moveTo>
                  <a:lnTo>
                    <a:pt x="1939766" y="846296"/>
                  </a:lnTo>
                  <a:cubicBezTo>
                    <a:pt x="1926431" y="805339"/>
                    <a:pt x="1909286" y="765334"/>
                    <a:pt x="1890236" y="727234"/>
                  </a:cubicBezTo>
                  <a:lnTo>
                    <a:pt x="2042636" y="574834"/>
                  </a:lnTo>
                  <a:cubicBezTo>
                    <a:pt x="2072164" y="545306"/>
                    <a:pt x="2072164" y="496729"/>
                    <a:pt x="2042636" y="467201"/>
                  </a:cubicBezTo>
                  <a:lnTo>
                    <a:pt x="1768316" y="192881"/>
                  </a:lnTo>
                  <a:cubicBezTo>
                    <a:pt x="1738789" y="163354"/>
                    <a:pt x="1690211" y="163354"/>
                    <a:pt x="1660684" y="192881"/>
                  </a:cubicBezTo>
                  <a:lnTo>
                    <a:pt x="1508284" y="345281"/>
                  </a:lnTo>
                  <a:cubicBezTo>
                    <a:pt x="1470184" y="326231"/>
                    <a:pt x="1432084" y="310991"/>
                    <a:pt x="1392079" y="297656"/>
                  </a:cubicBezTo>
                  <a:lnTo>
                    <a:pt x="1392079" y="83344"/>
                  </a:lnTo>
                  <a:cubicBezTo>
                    <a:pt x="1392079" y="41434"/>
                    <a:pt x="1357789" y="7144"/>
                    <a:pt x="1315879" y="7144"/>
                  </a:cubicBezTo>
                  <a:lnTo>
                    <a:pt x="925354" y="7144"/>
                  </a:lnTo>
                  <a:cubicBezTo>
                    <a:pt x="883444" y="7144"/>
                    <a:pt x="849154" y="41434"/>
                    <a:pt x="849154" y="83344"/>
                  </a:cubicBezTo>
                  <a:lnTo>
                    <a:pt x="849154" y="306229"/>
                  </a:lnTo>
                  <a:cubicBezTo>
                    <a:pt x="811054" y="319564"/>
                    <a:pt x="772954" y="334804"/>
                    <a:pt x="736759" y="353854"/>
                  </a:cubicBezTo>
                  <a:lnTo>
                    <a:pt x="578644" y="196691"/>
                  </a:lnTo>
                  <a:cubicBezTo>
                    <a:pt x="549116" y="167164"/>
                    <a:pt x="500539" y="167164"/>
                    <a:pt x="471011" y="196691"/>
                  </a:cubicBezTo>
                  <a:lnTo>
                    <a:pt x="197644" y="470059"/>
                  </a:lnTo>
                  <a:cubicBezTo>
                    <a:pt x="168116" y="499586"/>
                    <a:pt x="168116" y="548164"/>
                    <a:pt x="197644" y="577691"/>
                  </a:cubicBezTo>
                  <a:lnTo>
                    <a:pt x="357664" y="737711"/>
                  </a:lnTo>
                  <a:cubicBezTo>
                    <a:pt x="339566" y="772954"/>
                    <a:pt x="324326" y="809149"/>
                    <a:pt x="311944" y="846296"/>
                  </a:cubicBezTo>
                  <a:lnTo>
                    <a:pt x="83344" y="846296"/>
                  </a:lnTo>
                  <a:cubicBezTo>
                    <a:pt x="41434" y="846296"/>
                    <a:pt x="7144" y="880586"/>
                    <a:pt x="7144" y="922496"/>
                  </a:cubicBezTo>
                  <a:lnTo>
                    <a:pt x="7144" y="1311116"/>
                  </a:lnTo>
                  <a:cubicBezTo>
                    <a:pt x="7144" y="1353026"/>
                    <a:pt x="41434" y="1387316"/>
                    <a:pt x="83344" y="1387316"/>
                  </a:cubicBezTo>
                  <a:lnTo>
                    <a:pt x="311944" y="1387316"/>
                  </a:lnTo>
                  <a:cubicBezTo>
                    <a:pt x="324326" y="1425416"/>
                    <a:pt x="339566" y="1461611"/>
                    <a:pt x="356711" y="1497806"/>
                  </a:cubicBezTo>
                  <a:lnTo>
                    <a:pt x="197644" y="1659731"/>
                  </a:lnTo>
                  <a:cubicBezTo>
                    <a:pt x="168116" y="1689259"/>
                    <a:pt x="168116" y="1737836"/>
                    <a:pt x="197644" y="1767364"/>
                  </a:cubicBezTo>
                  <a:lnTo>
                    <a:pt x="471964" y="2041684"/>
                  </a:lnTo>
                  <a:cubicBezTo>
                    <a:pt x="501491" y="2071211"/>
                    <a:pt x="550069" y="2071211"/>
                    <a:pt x="579596" y="2041684"/>
                  </a:cubicBezTo>
                  <a:lnTo>
                    <a:pt x="736759" y="1882616"/>
                  </a:lnTo>
                  <a:cubicBezTo>
                    <a:pt x="772954" y="1900714"/>
                    <a:pt x="810101" y="1916906"/>
                    <a:pt x="849154" y="1930241"/>
                  </a:cubicBezTo>
                  <a:lnTo>
                    <a:pt x="849154" y="2153126"/>
                  </a:lnTo>
                  <a:cubicBezTo>
                    <a:pt x="849154" y="2195036"/>
                    <a:pt x="883444" y="2229326"/>
                    <a:pt x="925354" y="2229326"/>
                  </a:cubicBezTo>
                  <a:lnTo>
                    <a:pt x="1313021" y="2229326"/>
                  </a:lnTo>
                  <a:cubicBezTo>
                    <a:pt x="1354931" y="2229326"/>
                    <a:pt x="1389221" y="2195036"/>
                    <a:pt x="1389221" y="2153126"/>
                  </a:cubicBezTo>
                  <a:lnTo>
                    <a:pt x="1389221" y="1935004"/>
                  </a:lnTo>
                  <a:cubicBezTo>
                    <a:pt x="1429226" y="1922621"/>
                    <a:pt x="1468279" y="1906429"/>
                    <a:pt x="1505426" y="1887379"/>
                  </a:cubicBezTo>
                  <a:lnTo>
                    <a:pt x="1657826" y="2039779"/>
                  </a:lnTo>
                  <a:cubicBezTo>
                    <a:pt x="1687354" y="2069306"/>
                    <a:pt x="1735931" y="2069306"/>
                    <a:pt x="1765459" y="2039779"/>
                  </a:cubicBezTo>
                  <a:lnTo>
                    <a:pt x="2039779" y="1765459"/>
                  </a:lnTo>
                  <a:cubicBezTo>
                    <a:pt x="2069306" y="1735931"/>
                    <a:pt x="2069306" y="1687354"/>
                    <a:pt x="2039779" y="1657826"/>
                  </a:cubicBezTo>
                  <a:lnTo>
                    <a:pt x="1887379" y="1505426"/>
                  </a:lnTo>
                  <a:cubicBezTo>
                    <a:pt x="1906429" y="1467326"/>
                    <a:pt x="1923574" y="1427321"/>
                    <a:pt x="1936909" y="1386364"/>
                  </a:cubicBezTo>
                  <a:lnTo>
                    <a:pt x="2151221" y="1386364"/>
                  </a:lnTo>
                  <a:cubicBezTo>
                    <a:pt x="2193131" y="1386364"/>
                    <a:pt x="2227421" y="1352074"/>
                    <a:pt x="2227421" y="1310164"/>
                  </a:cubicBezTo>
                  <a:lnTo>
                    <a:pt x="2227421" y="922496"/>
                  </a:lnTo>
                  <a:cubicBezTo>
                    <a:pt x="2227421" y="881539"/>
                    <a:pt x="2195036" y="848201"/>
                    <a:pt x="2154079" y="846296"/>
                  </a:cubicBezTo>
                  <a:close/>
                  <a:moveTo>
                    <a:pt x="2077879" y="1234916"/>
                  </a:moveTo>
                  <a:lnTo>
                    <a:pt x="1882616" y="1234916"/>
                  </a:lnTo>
                  <a:cubicBezTo>
                    <a:pt x="1847374" y="1233964"/>
                    <a:pt x="1814989" y="1257776"/>
                    <a:pt x="1806416" y="1292066"/>
                  </a:cubicBezTo>
                  <a:cubicBezTo>
                    <a:pt x="1790224" y="1357789"/>
                    <a:pt x="1764506" y="1420654"/>
                    <a:pt x="1730216" y="1479709"/>
                  </a:cubicBezTo>
                  <a:cubicBezTo>
                    <a:pt x="1712119" y="1509236"/>
                    <a:pt x="1716881" y="1548289"/>
                    <a:pt x="1741646" y="1573054"/>
                  </a:cubicBezTo>
                  <a:lnTo>
                    <a:pt x="1879759" y="1711166"/>
                  </a:lnTo>
                  <a:lnTo>
                    <a:pt x="1712119" y="1875949"/>
                  </a:lnTo>
                  <a:lnTo>
                    <a:pt x="1573054" y="1736884"/>
                  </a:lnTo>
                  <a:cubicBezTo>
                    <a:pt x="1548289" y="1712119"/>
                    <a:pt x="1511141" y="1707356"/>
                    <a:pt x="1480661" y="1724501"/>
                  </a:cubicBezTo>
                  <a:cubicBezTo>
                    <a:pt x="1422559" y="1758791"/>
                    <a:pt x="1359694" y="1784509"/>
                    <a:pt x="1293971" y="1800701"/>
                  </a:cubicBezTo>
                  <a:cubicBezTo>
                    <a:pt x="1258729" y="1809274"/>
                    <a:pt x="1234916" y="1840706"/>
                    <a:pt x="1235869" y="1876901"/>
                  </a:cubicBezTo>
                  <a:lnTo>
                    <a:pt x="1235869" y="2076926"/>
                  </a:lnTo>
                  <a:lnTo>
                    <a:pt x="1001554" y="2076926"/>
                  </a:lnTo>
                  <a:lnTo>
                    <a:pt x="1001554" y="1874044"/>
                  </a:lnTo>
                  <a:cubicBezTo>
                    <a:pt x="1002506" y="1838801"/>
                    <a:pt x="978694" y="1806416"/>
                    <a:pt x="944404" y="1797844"/>
                  </a:cubicBezTo>
                  <a:cubicBezTo>
                    <a:pt x="880586" y="1781651"/>
                    <a:pt x="818674" y="1755934"/>
                    <a:pt x="762476" y="1721644"/>
                  </a:cubicBezTo>
                  <a:cubicBezTo>
                    <a:pt x="732949" y="1703546"/>
                    <a:pt x="693896" y="1708309"/>
                    <a:pt x="669131" y="1733074"/>
                  </a:cubicBezTo>
                  <a:lnTo>
                    <a:pt x="524351" y="1877854"/>
                  </a:lnTo>
                  <a:lnTo>
                    <a:pt x="358616" y="1713071"/>
                  </a:lnTo>
                  <a:lnTo>
                    <a:pt x="502444" y="1566386"/>
                  </a:lnTo>
                  <a:cubicBezTo>
                    <a:pt x="527209" y="1541621"/>
                    <a:pt x="531971" y="1504474"/>
                    <a:pt x="514826" y="1473994"/>
                  </a:cubicBezTo>
                  <a:cubicBezTo>
                    <a:pt x="481489" y="1417796"/>
                    <a:pt x="455771" y="1356836"/>
                    <a:pt x="438626" y="1293019"/>
                  </a:cubicBezTo>
                  <a:cubicBezTo>
                    <a:pt x="430054" y="1258729"/>
                    <a:pt x="397669" y="1234916"/>
                    <a:pt x="362426" y="1235869"/>
                  </a:cubicBezTo>
                  <a:lnTo>
                    <a:pt x="161449" y="1235869"/>
                  </a:lnTo>
                  <a:lnTo>
                    <a:pt x="161449" y="997744"/>
                  </a:lnTo>
                  <a:lnTo>
                    <a:pt x="369094" y="997744"/>
                  </a:lnTo>
                  <a:cubicBezTo>
                    <a:pt x="404336" y="998696"/>
                    <a:pt x="436721" y="974884"/>
                    <a:pt x="445294" y="940594"/>
                  </a:cubicBezTo>
                  <a:cubicBezTo>
                    <a:pt x="462439" y="876776"/>
                    <a:pt x="488156" y="816769"/>
                    <a:pt x="521494" y="759619"/>
                  </a:cubicBezTo>
                  <a:cubicBezTo>
                    <a:pt x="536734" y="728186"/>
                    <a:pt x="528161" y="691039"/>
                    <a:pt x="502444" y="669131"/>
                  </a:cubicBezTo>
                  <a:lnTo>
                    <a:pt x="358616" y="522446"/>
                  </a:lnTo>
                  <a:lnTo>
                    <a:pt x="525304" y="358616"/>
                  </a:lnTo>
                  <a:lnTo>
                    <a:pt x="670084" y="503396"/>
                  </a:lnTo>
                  <a:cubicBezTo>
                    <a:pt x="694849" y="528161"/>
                    <a:pt x="732949" y="532924"/>
                    <a:pt x="763429" y="514826"/>
                  </a:cubicBezTo>
                  <a:cubicBezTo>
                    <a:pt x="820579" y="480536"/>
                    <a:pt x="881539" y="455771"/>
                    <a:pt x="945356" y="438626"/>
                  </a:cubicBezTo>
                  <a:cubicBezTo>
                    <a:pt x="979646" y="429101"/>
                    <a:pt x="1002506" y="397669"/>
                    <a:pt x="1001554" y="362426"/>
                  </a:cubicBezTo>
                  <a:lnTo>
                    <a:pt x="1001554" y="161449"/>
                  </a:lnTo>
                  <a:lnTo>
                    <a:pt x="1236821" y="161449"/>
                  </a:lnTo>
                  <a:lnTo>
                    <a:pt x="1236821" y="361474"/>
                  </a:lnTo>
                  <a:cubicBezTo>
                    <a:pt x="1235869" y="397669"/>
                    <a:pt x="1259681" y="429101"/>
                    <a:pt x="1294924" y="437674"/>
                  </a:cubicBezTo>
                  <a:cubicBezTo>
                    <a:pt x="1360646" y="453866"/>
                    <a:pt x="1423511" y="479584"/>
                    <a:pt x="1481614" y="513874"/>
                  </a:cubicBezTo>
                  <a:cubicBezTo>
                    <a:pt x="1511141" y="531019"/>
                    <a:pt x="1549241" y="526256"/>
                    <a:pt x="1574006" y="501491"/>
                  </a:cubicBezTo>
                  <a:lnTo>
                    <a:pt x="1713071" y="361474"/>
                  </a:lnTo>
                  <a:lnTo>
                    <a:pt x="1879759" y="527209"/>
                  </a:lnTo>
                  <a:lnTo>
                    <a:pt x="1740694" y="666274"/>
                  </a:lnTo>
                  <a:cubicBezTo>
                    <a:pt x="1715929" y="691039"/>
                    <a:pt x="1711166" y="729139"/>
                    <a:pt x="1729264" y="759619"/>
                  </a:cubicBezTo>
                  <a:cubicBezTo>
                    <a:pt x="1763554" y="817721"/>
                    <a:pt x="1789271" y="881539"/>
                    <a:pt x="1805464" y="947261"/>
                  </a:cubicBezTo>
                  <a:cubicBezTo>
                    <a:pt x="1814036" y="981551"/>
                    <a:pt x="1846421" y="1005364"/>
                    <a:pt x="1881664" y="1004411"/>
                  </a:cubicBezTo>
                  <a:lnTo>
                    <a:pt x="2076926" y="1004411"/>
                  </a:lnTo>
                  <a:lnTo>
                    <a:pt x="2077879" y="12349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7BCFB008-45DF-439B-99D8-D3798EE82465}"/>
                </a:ext>
              </a:extLst>
            </p:cNvPr>
            <p:cNvSpPr/>
            <p:nvPr/>
          </p:nvSpPr>
          <p:spPr>
            <a:xfrm>
              <a:off x="5136356" y="4109561"/>
              <a:ext cx="866775" cy="866775"/>
            </a:xfrm>
            <a:custGeom>
              <a:avLst/>
              <a:gdLst>
                <a:gd name="connsiteX0" fmla="*/ 433864 w 866775"/>
                <a:gd name="connsiteY0" fmla="*/ 7144 h 866775"/>
                <a:gd name="connsiteX1" fmla="*/ 7144 w 866775"/>
                <a:gd name="connsiteY1" fmla="*/ 433864 h 866775"/>
                <a:gd name="connsiteX2" fmla="*/ 433864 w 866775"/>
                <a:gd name="connsiteY2" fmla="*/ 860584 h 866775"/>
                <a:gd name="connsiteX3" fmla="*/ 860584 w 866775"/>
                <a:gd name="connsiteY3" fmla="*/ 433864 h 866775"/>
                <a:gd name="connsiteX4" fmla="*/ 433864 w 866775"/>
                <a:gd name="connsiteY4" fmla="*/ 7144 h 866775"/>
                <a:gd name="connsiteX5" fmla="*/ 433864 w 866775"/>
                <a:gd name="connsiteY5" fmla="*/ 706279 h 866775"/>
                <a:gd name="connsiteX6" fmla="*/ 433864 w 866775"/>
                <a:gd name="connsiteY6" fmla="*/ 708184 h 866775"/>
                <a:gd name="connsiteX7" fmla="*/ 159544 w 866775"/>
                <a:gd name="connsiteY7" fmla="*/ 433864 h 866775"/>
                <a:gd name="connsiteX8" fmla="*/ 433864 w 866775"/>
                <a:gd name="connsiteY8" fmla="*/ 159544 h 866775"/>
                <a:gd name="connsiteX9" fmla="*/ 708184 w 866775"/>
                <a:gd name="connsiteY9" fmla="*/ 433864 h 866775"/>
                <a:gd name="connsiteX10" fmla="*/ 433864 w 866775"/>
                <a:gd name="connsiteY10" fmla="*/ 706279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775" h="866775">
                  <a:moveTo>
                    <a:pt x="433864" y="7144"/>
                  </a:moveTo>
                  <a:cubicBezTo>
                    <a:pt x="198596" y="7144"/>
                    <a:pt x="7144" y="198596"/>
                    <a:pt x="7144" y="433864"/>
                  </a:cubicBezTo>
                  <a:cubicBezTo>
                    <a:pt x="7144" y="669131"/>
                    <a:pt x="198596" y="860584"/>
                    <a:pt x="433864" y="860584"/>
                  </a:cubicBezTo>
                  <a:cubicBezTo>
                    <a:pt x="669131" y="860584"/>
                    <a:pt x="860584" y="669131"/>
                    <a:pt x="860584" y="433864"/>
                  </a:cubicBezTo>
                  <a:cubicBezTo>
                    <a:pt x="860584" y="198596"/>
                    <a:pt x="669131" y="8096"/>
                    <a:pt x="433864" y="7144"/>
                  </a:cubicBezTo>
                  <a:close/>
                  <a:moveTo>
                    <a:pt x="433864" y="706279"/>
                  </a:moveTo>
                  <a:lnTo>
                    <a:pt x="433864" y="708184"/>
                  </a:lnTo>
                  <a:cubicBezTo>
                    <a:pt x="282416" y="708184"/>
                    <a:pt x="159544" y="586264"/>
                    <a:pt x="159544" y="433864"/>
                  </a:cubicBezTo>
                  <a:cubicBezTo>
                    <a:pt x="159544" y="281464"/>
                    <a:pt x="282416" y="159544"/>
                    <a:pt x="433864" y="159544"/>
                  </a:cubicBezTo>
                  <a:cubicBezTo>
                    <a:pt x="585311" y="159544"/>
                    <a:pt x="708184" y="282416"/>
                    <a:pt x="708184" y="433864"/>
                  </a:cubicBezTo>
                  <a:cubicBezTo>
                    <a:pt x="707231" y="585311"/>
                    <a:pt x="584359" y="706279"/>
                    <a:pt x="433864" y="7062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3ED27210-9211-40E5-88D5-D7FE41FE5372}"/>
                </a:ext>
              </a:extLst>
            </p:cNvPr>
            <p:cNvSpPr/>
            <p:nvPr/>
          </p:nvSpPr>
          <p:spPr>
            <a:xfrm>
              <a:off x="6381532" y="2116853"/>
              <a:ext cx="2266950" cy="2266950"/>
            </a:xfrm>
            <a:custGeom>
              <a:avLst/>
              <a:gdLst>
                <a:gd name="connsiteX0" fmla="*/ 2264311 w 2266950"/>
                <a:gd name="connsiteY0" fmla="*/ 1089262 h 2266950"/>
                <a:gd name="connsiteX1" fmla="*/ 2263358 w 2266950"/>
                <a:gd name="connsiteY1" fmla="*/ 1085452 h 2266950"/>
                <a:gd name="connsiteX2" fmla="*/ 2181443 w 2266950"/>
                <a:gd name="connsiteY2" fmla="*/ 710167 h 2266950"/>
                <a:gd name="connsiteX3" fmla="*/ 2090955 w 2266950"/>
                <a:gd name="connsiteY3" fmla="*/ 652064 h 2266950"/>
                <a:gd name="connsiteX4" fmla="*/ 1882358 w 2266950"/>
                <a:gd name="connsiteY4" fmla="*/ 697784 h 2266950"/>
                <a:gd name="connsiteX5" fmla="*/ 1806158 w 2266950"/>
                <a:gd name="connsiteY5" fmla="*/ 593009 h 2266950"/>
                <a:gd name="connsiteX6" fmla="*/ 1925221 w 2266950"/>
                <a:gd name="connsiteY6" fmla="*/ 412034 h 2266950"/>
                <a:gd name="connsiteX7" fmla="*/ 1902361 w 2266950"/>
                <a:gd name="connsiteY7" fmla="*/ 307259 h 2266950"/>
                <a:gd name="connsiteX8" fmla="*/ 1573748 w 2266950"/>
                <a:gd name="connsiteY8" fmla="*/ 94852 h 2266950"/>
                <a:gd name="connsiteX9" fmla="*/ 1468973 w 2266950"/>
                <a:gd name="connsiteY9" fmla="*/ 117712 h 2266950"/>
                <a:gd name="connsiteX10" fmla="*/ 1351815 w 2266950"/>
                <a:gd name="connsiteY10" fmla="*/ 300592 h 2266950"/>
                <a:gd name="connsiteX11" fmla="*/ 1227990 w 2266950"/>
                <a:gd name="connsiteY11" fmla="*/ 279637 h 2266950"/>
                <a:gd name="connsiteX12" fmla="*/ 1181318 w 2266950"/>
                <a:gd name="connsiteY12" fmla="*/ 66277 h 2266950"/>
                <a:gd name="connsiteX13" fmla="*/ 1089878 w 2266950"/>
                <a:gd name="connsiteY13" fmla="*/ 9127 h 2266950"/>
                <a:gd name="connsiteX14" fmla="*/ 1087021 w 2266950"/>
                <a:gd name="connsiteY14" fmla="*/ 10079 h 2266950"/>
                <a:gd name="connsiteX15" fmla="*/ 705068 w 2266950"/>
                <a:gd name="connsiteY15" fmla="*/ 92947 h 2266950"/>
                <a:gd name="connsiteX16" fmla="*/ 646965 w 2266950"/>
                <a:gd name="connsiteY16" fmla="*/ 183434 h 2266950"/>
                <a:gd name="connsiteX17" fmla="*/ 700305 w 2266950"/>
                <a:gd name="connsiteY17" fmla="*/ 399652 h 2266950"/>
                <a:gd name="connsiteX18" fmla="*/ 600293 w 2266950"/>
                <a:gd name="connsiteY18" fmla="*/ 470137 h 2266950"/>
                <a:gd name="connsiteX19" fmla="*/ 412650 w 2266950"/>
                <a:gd name="connsiteY19" fmla="*/ 350122 h 2266950"/>
                <a:gd name="connsiteX20" fmla="*/ 307875 w 2266950"/>
                <a:gd name="connsiteY20" fmla="*/ 372982 h 2266950"/>
                <a:gd name="connsiteX21" fmla="*/ 95468 w 2266950"/>
                <a:gd name="connsiteY21" fmla="*/ 699689 h 2266950"/>
                <a:gd name="connsiteX22" fmla="*/ 118328 w 2266950"/>
                <a:gd name="connsiteY22" fmla="*/ 804464 h 2266950"/>
                <a:gd name="connsiteX23" fmla="*/ 308828 w 2266950"/>
                <a:gd name="connsiteY23" fmla="*/ 926384 h 2266950"/>
                <a:gd name="connsiteX24" fmla="*/ 287873 w 2266950"/>
                <a:gd name="connsiteY24" fmla="*/ 1043542 h 2266950"/>
                <a:gd name="connsiteX25" fmla="*/ 66893 w 2266950"/>
                <a:gd name="connsiteY25" fmla="*/ 1093072 h 2266950"/>
                <a:gd name="connsiteX26" fmla="*/ 8790 w 2266950"/>
                <a:gd name="connsiteY26" fmla="*/ 1183559 h 2266950"/>
                <a:gd name="connsiteX27" fmla="*/ 91658 w 2266950"/>
                <a:gd name="connsiteY27" fmla="*/ 1564559 h 2266950"/>
                <a:gd name="connsiteX28" fmla="*/ 182145 w 2266950"/>
                <a:gd name="connsiteY28" fmla="*/ 1622662 h 2266950"/>
                <a:gd name="connsiteX29" fmla="*/ 404078 w 2266950"/>
                <a:gd name="connsiteY29" fmla="*/ 1575037 h 2266950"/>
                <a:gd name="connsiteX30" fmla="*/ 476468 w 2266950"/>
                <a:gd name="connsiteY30" fmla="*/ 1671239 h 2266950"/>
                <a:gd name="connsiteX31" fmla="*/ 354548 w 2266950"/>
                <a:gd name="connsiteY31" fmla="*/ 1861739 h 2266950"/>
                <a:gd name="connsiteX32" fmla="*/ 377408 w 2266950"/>
                <a:gd name="connsiteY32" fmla="*/ 1966514 h 2266950"/>
                <a:gd name="connsiteX33" fmla="*/ 703163 w 2266950"/>
                <a:gd name="connsiteY33" fmla="*/ 2176065 h 2266950"/>
                <a:gd name="connsiteX34" fmla="*/ 807938 w 2266950"/>
                <a:gd name="connsiteY34" fmla="*/ 2153205 h 2266950"/>
                <a:gd name="connsiteX35" fmla="*/ 927953 w 2266950"/>
                <a:gd name="connsiteY35" fmla="*/ 1964609 h 2266950"/>
                <a:gd name="connsiteX36" fmla="*/ 1047968 w 2266950"/>
                <a:gd name="connsiteY36" fmla="*/ 1986517 h 2266950"/>
                <a:gd name="connsiteX37" fmla="*/ 1095593 w 2266950"/>
                <a:gd name="connsiteY37" fmla="*/ 2203687 h 2266950"/>
                <a:gd name="connsiteX38" fmla="*/ 1171793 w 2266950"/>
                <a:gd name="connsiteY38" fmla="*/ 2263695 h 2266950"/>
                <a:gd name="connsiteX39" fmla="*/ 1187986 w 2266950"/>
                <a:gd name="connsiteY39" fmla="*/ 2263695 h 2266950"/>
                <a:gd name="connsiteX40" fmla="*/ 1568986 w 2266950"/>
                <a:gd name="connsiteY40" fmla="*/ 2181780 h 2266950"/>
                <a:gd name="connsiteX41" fmla="*/ 1619468 w 2266950"/>
                <a:gd name="connsiteY41" fmla="*/ 2089387 h 2266950"/>
                <a:gd name="connsiteX42" fmla="*/ 1572796 w 2266950"/>
                <a:gd name="connsiteY42" fmla="*/ 1876027 h 2266950"/>
                <a:gd name="connsiteX43" fmla="*/ 1676618 w 2266950"/>
                <a:gd name="connsiteY43" fmla="*/ 1805542 h 2266950"/>
                <a:gd name="connsiteX44" fmla="*/ 1861403 w 2266950"/>
                <a:gd name="connsiteY44" fmla="*/ 1924605 h 2266950"/>
                <a:gd name="connsiteX45" fmla="*/ 1966178 w 2266950"/>
                <a:gd name="connsiteY45" fmla="*/ 1901744 h 2266950"/>
                <a:gd name="connsiteX46" fmla="*/ 2175728 w 2266950"/>
                <a:gd name="connsiteY46" fmla="*/ 1575037 h 2266950"/>
                <a:gd name="connsiteX47" fmla="*/ 2154773 w 2266950"/>
                <a:gd name="connsiteY47" fmla="*/ 1469309 h 2266950"/>
                <a:gd name="connsiteX48" fmla="*/ 2151915 w 2266950"/>
                <a:gd name="connsiteY48" fmla="*/ 1467405 h 2266950"/>
                <a:gd name="connsiteX49" fmla="*/ 1970940 w 2266950"/>
                <a:gd name="connsiteY49" fmla="*/ 1351200 h 2266950"/>
                <a:gd name="connsiteX50" fmla="*/ 1993800 w 2266950"/>
                <a:gd name="connsiteY50" fmla="*/ 1224517 h 2266950"/>
                <a:gd name="connsiteX51" fmla="*/ 2202398 w 2266950"/>
                <a:gd name="connsiteY51" fmla="*/ 1178797 h 2266950"/>
                <a:gd name="connsiteX52" fmla="*/ 2264311 w 2266950"/>
                <a:gd name="connsiteY52" fmla="*/ 1089262 h 2266950"/>
                <a:gd name="connsiteX53" fmla="*/ 1908075 w 2266950"/>
                <a:gd name="connsiteY53" fmla="*/ 1091167 h 2266950"/>
                <a:gd name="connsiteX54" fmla="*/ 1848068 w 2266950"/>
                <a:gd name="connsiteY54" fmla="*/ 1161652 h 2266950"/>
                <a:gd name="connsiteX55" fmla="*/ 1811873 w 2266950"/>
                <a:gd name="connsiteY55" fmla="*/ 1361677 h 2266950"/>
                <a:gd name="connsiteX56" fmla="*/ 1843305 w 2266950"/>
                <a:gd name="connsiteY56" fmla="*/ 1450259 h 2266950"/>
                <a:gd name="connsiteX57" fmla="*/ 2008088 w 2266950"/>
                <a:gd name="connsiteY57" fmla="*/ 1555034 h 2266950"/>
                <a:gd name="connsiteX58" fmla="*/ 1880453 w 2266950"/>
                <a:gd name="connsiteY58" fmla="*/ 1753155 h 2266950"/>
                <a:gd name="connsiteX59" fmla="*/ 1714718 w 2266950"/>
                <a:gd name="connsiteY59" fmla="*/ 1646475 h 2266950"/>
                <a:gd name="connsiteX60" fmla="*/ 1621373 w 2266950"/>
                <a:gd name="connsiteY60" fmla="*/ 1655047 h 2266950"/>
                <a:gd name="connsiteX61" fmla="*/ 1455638 w 2266950"/>
                <a:gd name="connsiteY61" fmla="*/ 1768394 h 2266950"/>
                <a:gd name="connsiteX62" fmla="*/ 1414680 w 2266950"/>
                <a:gd name="connsiteY62" fmla="*/ 1853167 h 2266950"/>
                <a:gd name="connsiteX63" fmla="*/ 1457543 w 2266950"/>
                <a:gd name="connsiteY63" fmla="*/ 2048430 h 2266950"/>
                <a:gd name="connsiteX64" fmla="*/ 1228943 w 2266950"/>
                <a:gd name="connsiteY64" fmla="*/ 2098912 h 2266950"/>
                <a:gd name="connsiteX65" fmla="*/ 1185128 w 2266950"/>
                <a:gd name="connsiteY65" fmla="*/ 1900792 h 2266950"/>
                <a:gd name="connsiteX66" fmla="*/ 1114643 w 2266950"/>
                <a:gd name="connsiteY66" fmla="*/ 1840784 h 2266950"/>
                <a:gd name="connsiteX67" fmla="*/ 920333 w 2266950"/>
                <a:gd name="connsiteY67" fmla="*/ 1804589 h 2266950"/>
                <a:gd name="connsiteX68" fmla="*/ 895568 w 2266950"/>
                <a:gd name="connsiteY68" fmla="*/ 1800780 h 2266950"/>
                <a:gd name="connsiteX69" fmla="*/ 831750 w 2266950"/>
                <a:gd name="connsiteY69" fmla="*/ 1836022 h 2266950"/>
                <a:gd name="connsiteX70" fmla="*/ 720308 w 2266950"/>
                <a:gd name="connsiteY70" fmla="*/ 2007472 h 2266950"/>
                <a:gd name="connsiteX71" fmla="*/ 522188 w 2266950"/>
                <a:gd name="connsiteY71" fmla="*/ 1879837 h 2266950"/>
                <a:gd name="connsiteX72" fmla="*/ 628868 w 2266950"/>
                <a:gd name="connsiteY72" fmla="*/ 1704577 h 2266950"/>
                <a:gd name="connsiteX73" fmla="*/ 620296 w 2266950"/>
                <a:gd name="connsiteY73" fmla="*/ 1611232 h 2266950"/>
                <a:gd name="connsiteX74" fmla="*/ 508853 w 2266950"/>
                <a:gd name="connsiteY74" fmla="*/ 1450259 h 2266950"/>
                <a:gd name="connsiteX75" fmla="*/ 424080 w 2266950"/>
                <a:gd name="connsiteY75" fmla="*/ 1410255 h 2266950"/>
                <a:gd name="connsiteX76" fmla="*/ 221198 w 2266950"/>
                <a:gd name="connsiteY76" fmla="*/ 1454069 h 2266950"/>
                <a:gd name="connsiteX77" fmla="*/ 170715 w 2266950"/>
                <a:gd name="connsiteY77" fmla="*/ 1225470 h 2266950"/>
                <a:gd name="connsiteX78" fmla="*/ 373598 w 2266950"/>
                <a:gd name="connsiteY78" fmla="*/ 1181655 h 2266950"/>
                <a:gd name="connsiteX79" fmla="*/ 433605 w 2266950"/>
                <a:gd name="connsiteY79" fmla="*/ 1110217 h 2266950"/>
                <a:gd name="connsiteX80" fmla="*/ 475515 w 2266950"/>
                <a:gd name="connsiteY80" fmla="*/ 916859 h 2266950"/>
                <a:gd name="connsiteX81" fmla="*/ 444083 w 2266950"/>
                <a:gd name="connsiteY81" fmla="*/ 829229 h 2266950"/>
                <a:gd name="connsiteX82" fmla="*/ 270728 w 2266950"/>
                <a:gd name="connsiteY82" fmla="*/ 717787 h 2266950"/>
                <a:gd name="connsiteX83" fmla="*/ 398363 w 2266950"/>
                <a:gd name="connsiteY83" fmla="*/ 519667 h 2266950"/>
                <a:gd name="connsiteX84" fmla="*/ 566003 w 2266950"/>
                <a:gd name="connsiteY84" fmla="*/ 628252 h 2266950"/>
                <a:gd name="connsiteX85" fmla="*/ 659348 w 2266950"/>
                <a:gd name="connsiteY85" fmla="*/ 619679 h 2266950"/>
                <a:gd name="connsiteX86" fmla="*/ 821273 w 2266950"/>
                <a:gd name="connsiteY86" fmla="*/ 505379 h 2266950"/>
                <a:gd name="connsiteX87" fmla="*/ 861278 w 2266950"/>
                <a:gd name="connsiteY87" fmla="*/ 421559 h 2266950"/>
                <a:gd name="connsiteX88" fmla="*/ 817463 w 2266950"/>
                <a:gd name="connsiteY88" fmla="*/ 223439 h 2266950"/>
                <a:gd name="connsiteX89" fmla="*/ 1046063 w 2266950"/>
                <a:gd name="connsiteY89" fmla="*/ 172957 h 2266950"/>
                <a:gd name="connsiteX90" fmla="*/ 1088925 w 2266950"/>
                <a:gd name="connsiteY90" fmla="*/ 368219 h 2266950"/>
                <a:gd name="connsiteX91" fmla="*/ 1165125 w 2266950"/>
                <a:gd name="connsiteY91" fmla="*/ 428227 h 2266950"/>
                <a:gd name="connsiteX92" fmla="*/ 1363246 w 2266950"/>
                <a:gd name="connsiteY92" fmla="*/ 462517 h 2266950"/>
                <a:gd name="connsiteX93" fmla="*/ 1450875 w 2266950"/>
                <a:gd name="connsiteY93" fmla="*/ 431084 h 2266950"/>
                <a:gd name="connsiteX94" fmla="*/ 1557555 w 2266950"/>
                <a:gd name="connsiteY94" fmla="*/ 265349 h 2266950"/>
                <a:gd name="connsiteX95" fmla="*/ 1755675 w 2266950"/>
                <a:gd name="connsiteY95" fmla="*/ 392984 h 2266950"/>
                <a:gd name="connsiteX96" fmla="*/ 1649948 w 2266950"/>
                <a:gd name="connsiteY96" fmla="*/ 557767 h 2266950"/>
                <a:gd name="connsiteX97" fmla="*/ 1659473 w 2266950"/>
                <a:gd name="connsiteY97" fmla="*/ 651112 h 2266950"/>
                <a:gd name="connsiteX98" fmla="*/ 1771868 w 2266950"/>
                <a:gd name="connsiteY98" fmla="*/ 817799 h 2266950"/>
                <a:gd name="connsiteX99" fmla="*/ 1856640 w 2266950"/>
                <a:gd name="connsiteY99" fmla="*/ 857804 h 2266950"/>
                <a:gd name="connsiteX100" fmla="*/ 2047140 w 2266950"/>
                <a:gd name="connsiteY100" fmla="*/ 816847 h 2266950"/>
                <a:gd name="connsiteX101" fmla="*/ 2097623 w 2266950"/>
                <a:gd name="connsiteY101" fmla="*/ 1045447 h 2266950"/>
                <a:gd name="connsiteX102" fmla="*/ 1908075 w 2266950"/>
                <a:gd name="connsiteY102" fmla="*/ 1091167 h 2266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2266950" h="2266950">
                  <a:moveTo>
                    <a:pt x="2264311" y="1089262"/>
                  </a:moveTo>
                  <a:cubicBezTo>
                    <a:pt x="2264311" y="1088309"/>
                    <a:pt x="2263358" y="1086405"/>
                    <a:pt x="2263358" y="1085452"/>
                  </a:cubicBezTo>
                  <a:lnTo>
                    <a:pt x="2181443" y="710167"/>
                  </a:lnTo>
                  <a:cubicBezTo>
                    <a:pt x="2171918" y="669209"/>
                    <a:pt x="2131913" y="643492"/>
                    <a:pt x="2090955" y="652064"/>
                  </a:cubicBezTo>
                  <a:lnTo>
                    <a:pt x="1882358" y="697784"/>
                  </a:lnTo>
                  <a:cubicBezTo>
                    <a:pt x="1859498" y="660637"/>
                    <a:pt x="1833780" y="625394"/>
                    <a:pt x="1806158" y="593009"/>
                  </a:cubicBezTo>
                  <a:lnTo>
                    <a:pt x="1925221" y="412034"/>
                  </a:lnTo>
                  <a:cubicBezTo>
                    <a:pt x="1948080" y="376792"/>
                    <a:pt x="1937603" y="329167"/>
                    <a:pt x="1902361" y="307259"/>
                  </a:cubicBezTo>
                  <a:lnTo>
                    <a:pt x="1573748" y="94852"/>
                  </a:lnTo>
                  <a:cubicBezTo>
                    <a:pt x="1538505" y="71992"/>
                    <a:pt x="1491833" y="82469"/>
                    <a:pt x="1468973" y="117712"/>
                  </a:cubicBezTo>
                  <a:lnTo>
                    <a:pt x="1351815" y="300592"/>
                  </a:lnTo>
                  <a:cubicBezTo>
                    <a:pt x="1310858" y="290114"/>
                    <a:pt x="1269900" y="283447"/>
                    <a:pt x="1227990" y="279637"/>
                  </a:cubicBezTo>
                  <a:lnTo>
                    <a:pt x="1181318" y="66277"/>
                  </a:lnTo>
                  <a:cubicBezTo>
                    <a:pt x="1171793" y="25319"/>
                    <a:pt x="1130836" y="-398"/>
                    <a:pt x="1089878" y="9127"/>
                  </a:cubicBezTo>
                  <a:cubicBezTo>
                    <a:pt x="1088925" y="9127"/>
                    <a:pt x="1087973" y="10079"/>
                    <a:pt x="1087021" y="10079"/>
                  </a:cubicBezTo>
                  <a:lnTo>
                    <a:pt x="705068" y="92947"/>
                  </a:lnTo>
                  <a:cubicBezTo>
                    <a:pt x="664111" y="102472"/>
                    <a:pt x="638393" y="142477"/>
                    <a:pt x="646965" y="183434"/>
                  </a:cubicBezTo>
                  <a:lnTo>
                    <a:pt x="700305" y="399652"/>
                  </a:lnTo>
                  <a:cubicBezTo>
                    <a:pt x="665063" y="420607"/>
                    <a:pt x="631725" y="444419"/>
                    <a:pt x="600293" y="470137"/>
                  </a:cubicBezTo>
                  <a:lnTo>
                    <a:pt x="412650" y="350122"/>
                  </a:lnTo>
                  <a:cubicBezTo>
                    <a:pt x="377408" y="327262"/>
                    <a:pt x="330735" y="337739"/>
                    <a:pt x="307875" y="372982"/>
                  </a:cubicBezTo>
                  <a:lnTo>
                    <a:pt x="95468" y="699689"/>
                  </a:lnTo>
                  <a:cubicBezTo>
                    <a:pt x="72608" y="734932"/>
                    <a:pt x="83085" y="782557"/>
                    <a:pt x="118328" y="804464"/>
                  </a:cubicBezTo>
                  <a:lnTo>
                    <a:pt x="308828" y="926384"/>
                  </a:lnTo>
                  <a:cubicBezTo>
                    <a:pt x="299303" y="965437"/>
                    <a:pt x="292635" y="1004489"/>
                    <a:pt x="287873" y="1043542"/>
                  </a:cubicBezTo>
                  <a:lnTo>
                    <a:pt x="66893" y="1093072"/>
                  </a:lnTo>
                  <a:cubicBezTo>
                    <a:pt x="25935" y="1102597"/>
                    <a:pt x="218" y="1142602"/>
                    <a:pt x="8790" y="1183559"/>
                  </a:cubicBezTo>
                  <a:lnTo>
                    <a:pt x="91658" y="1564559"/>
                  </a:lnTo>
                  <a:cubicBezTo>
                    <a:pt x="101183" y="1605517"/>
                    <a:pt x="141188" y="1631234"/>
                    <a:pt x="182145" y="1622662"/>
                  </a:cubicBezTo>
                  <a:lnTo>
                    <a:pt x="404078" y="1575037"/>
                  </a:lnTo>
                  <a:cubicBezTo>
                    <a:pt x="425985" y="1608375"/>
                    <a:pt x="449798" y="1640759"/>
                    <a:pt x="476468" y="1671239"/>
                  </a:cubicBezTo>
                  <a:lnTo>
                    <a:pt x="354548" y="1861739"/>
                  </a:lnTo>
                  <a:cubicBezTo>
                    <a:pt x="331688" y="1896982"/>
                    <a:pt x="342165" y="1943655"/>
                    <a:pt x="377408" y="1966514"/>
                  </a:cubicBezTo>
                  <a:lnTo>
                    <a:pt x="703163" y="2176065"/>
                  </a:lnTo>
                  <a:cubicBezTo>
                    <a:pt x="738405" y="2198925"/>
                    <a:pt x="785078" y="2188447"/>
                    <a:pt x="807938" y="2153205"/>
                  </a:cubicBezTo>
                  <a:lnTo>
                    <a:pt x="927953" y="1964609"/>
                  </a:lnTo>
                  <a:cubicBezTo>
                    <a:pt x="967005" y="1975087"/>
                    <a:pt x="1007011" y="1981755"/>
                    <a:pt x="1047968" y="1986517"/>
                  </a:cubicBezTo>
                  <a:lnTo>
                    <a:pt x="1095593" y="2203687"/>
                  </a:lnTo>
                  <a:cubicBezTo>
                    <a:pt x="1103213" y="2239882"/>
                    <a:pt x="1135598" y="2264647"/>
                    <a:pt x="1171793" y="2263695"/>
                  </a:cubicBezTo>
                  <a:lnTo>
                    <a:pt x="1187986" y="2263695"/>
                  </a:lnTo>
                  <a:lnTo>
                    <a:pt x="1568986" y="2181780"/>
                  </a:lnTo>
                  <a:cubicBezTo>
                    <a:pt x="1608038" y="2169397"/>
                    <a:pt x="1629946" y="2128440"/>
                    <a:pt x="1619468" y="2089387"/>
                  </a:cubicBezTo>
                  <a:lnTo>
                    <a:pt x="1572796" y="1876027"/>
                  </a:lnTo>
                  <a:cubicBezTo>
                    <a:pt x="1608990" y="1855072"/>
                    <a:pt x="1643280" y="1831259"/>
                    <a:pt x="1676618" y="1805542"/>
                  </a:cubicBezTo>
                  <a:lnTo>
                    <a:pt x="1861403" y="1924605"/>
                  </a:lnTo>
                  <a:cubicBezTo>
                    <a:pt x="1896646" y="1947464"/>
                    <a:pt x="1943318" y="1936987"/>
                    <a:pt x="1966178" y="1901744"/>
                  </a:cubicBezTo>
                  <a:lnTo>
                    <a:pt x="2175728" y="1575037"/>
                  </a:lnTo>
                  <a:cubicBezTo>
                    <a:pt x="2199540" y="1539794"/>
                    <a:pt x="2190015" y="1493122"/>
                    <a:pt x="2154773" y="1469309"/>
                  </a:cubicBezTo>
                  <a:cubicBezTo>
                    <a:pt x="2153821" y="1468357"/>
                    <a:pt x="2152868" y="1468357"/>
                    <a:pt x="2151915" y="1467405"/>
                  </a:cubicBezTo>
                  <a:lnTo>
                    <a:pt x="1970940" y="1351200"/>
                  </a:lnTo>
                  <a:cubicBezTo>
                    <a:pt x="1981418" y="1309289"/>
                    <a:pt x="1989038" y="1267380"/>
                    <a:pt x="1993800" y="1224517"/>
                  </a:cubicBezTo>
                  <a:lnTo>
                    <a:pt x="2202398" y="1178797"/>
                  </a:lnTo>
                  <a:cubicBezTo>
                    <a:pt x="2245261" y="1171177"/>
                    <a:pt x="2271931" y="1131172"/>
                    <a:pt x="2264311" y="1089262"/>
                  </a:cubicBezTo>
                  <a:close/>
                  <a:moveTo>
                    <a:pt x="1908075" y="1091167"/>
                  </a:moveTo>
                  <a:cubicBezTo>
                    <a:pt x="1873786" y="1098787"/>
                    <a:pt x="1849973" y="1127362"/>
                    <a:pt x="1848068" y="1161652"/>
                  </a:cubicBezTo>
                  <a:cubicBezTo>
                    <a:pt x="1846163" y="1230232"/>
                    <a:pt x="1833780" y="1297859"/>
                    <a:pt x="1811873" y="1361677"/>
                  </a:cubicBezTo>
                  <a:cubicBezTo>
                    <a:pt x="1800443" y="1395014"/>
                    <a:pt x="1813778" y="1431209"/>
                    <a:pt x="1843305" y="1450259"/>
                  </a:cubicBezTo>
                  <a:lnTo>
                    <a:pt x="2008088" y="1555034"/>
                  </a:lnTo>
                  <a:lnTo>
                    <a:pt x="1880453" y="1753155"/>
                  </a:lnTo>
                  <a:lnTo>
                    <a:pt x="1714718" y="1646475"/>
                  </a:lnTo>
                  <a:cubicBezTo>
                    <a:pt x="1685190" y="1627425"/>
                    <a:pt x="1647090" y="1631234"/>
                    <a:pt x="1621373" y="1655047"/>
                  </a:cubicBezTo>
                  <a:cubicBezTo>
                    <a:pt x="1571843" y="1700767"/>
                    <a:pt x="1515646" y="1738867"/>
                    <a:pt x="1455638" y="1768394"/>
                  </a:cubicBezTo>
                  <a:cubicBezTo>
                    <a:pt x="1424205" y="1783634"/>
                    <a:pt x="1407061" y="1818877"/>
                    <a:pt x="1414680" y="1853167"/>
                  </a:cubicBezTo>
                  <a:lnTo>
                    <a:pt x="1457543" y="2048430"/>
                  </a:lnTo>
                  <a:lnTo>
                    <a:pt x="1228943" y="2098912"/>
                  </a:lnTo>
                  <a:lnTo>
                    <a:pt x="1185128" y="1900792"/>
                  </a:lnTo>
                  <a:cubicBezTo>
                    <a:pt x="1177508" y="1866502"/>
                    <a:pt x="1148933" y="1842689"/>
                    <a:pt x="1114643" y="1840784"/>
                  </a:cubicBezTo>
                  <a:cubicBezTo>
                    <a:pt x="1048921" y="1837927"/>
                    <a:pt x="983198" y="1825544"/>
                    <a:pt x="920333" y="1804589"/>
                  </a:cubicBezTo>
                  <a:cubicBezTo>
                    <a:pt x="912713" y="1801732"/>
                    <a:pt x="904140" y="1800780"/>
                    <a:pt x="895568" y="1800780"/>
                  </a:cubicBezTo>
                  <a:cubicBezTo>
                    <a:pt x="869850" y="1800780"/>
                    <a:pt x="845086" y="1814114"/>
                    <a:pt x="831750" y="1836022"/>
                  </a:cubicBezTo>
                  <a:lnTo>
                    <a:pt x="720308" y="2007472"/>
                  </a:lnTo>
                  <a:lnTo>
                    <a:pt x="522188" y="1879837"/>
                  </a:lnTo>
                  <a:lnTo>
                    <a:pt x="628868" y="1704577"/>
                  </a:lnTo>
                  <a:cubicBezTo>
                    <a:pt x="647918" y="1675050"/>
                    <a:pt x="644108" y="1636950"/>
                    <a:pt x="620296" y="1611232"/>
                  </a:cubicBezTo>
                  <a:cubicBezTo>
                    <a:pt x="575528" y="1562655"/>
                    <a:pt x="538380" y="1509314"/>
                    <a:pt x="508853" y="1450259"/>
                  </a:cubicBezTo>
                  <a:cubicBezTo>
                    <a:pt x="493613" y="1418827"/>
                    <a:pt x="458370" y="1402634"/>
                    <a:pt x="424080" y="1410255"/>
                  </a:cubicBezTo>
                  <a:lnTo>
                    <a:pt x="221198" y="1454069"/>
                  </a:lnTo>
                  <a:lnTo>
                    <a:pt x="170715" y="1225470"/>
                  </a:lnTo>
                  <a:lnTo>
                    <a:pt x="373598" y="1181655"/>
                  </a:lnTo>
                  <a:cubicBezTo>
                    <a:pt x="407888" y="1174034"/>
                    <a:pt x="432653" y="1144507"/>
                    <a:pt x="433605" y="1110217"/>
                  </a:cubicBezTo>
                  <a:cubicBezTo>
                    <a:pt x="438368" y="1044494"/>
                    <a:pt x="452655" y="978772"/>
                    <a:pt x="475515" y="916859"/>
                  </a:cubicBezTo>
                  <a:cubicBezTo>
                    <a:pt x="485993" y="883522"/>
                    <a:pt x="473610" y="848279"/>
                    <a:pt x="444083" y="829229"/>
                  </a:cubicBezTo>
                  <a:lnTo>
                    <a:pt x="270728" y="717787"/>
                  </a:lnTo>
                  <a:lnTo>
                    <a:pt x="398363" y="519667"/>
                  </a:lnTo>
                  <a:lnTo>
                    <a:pt x="566003" y="628252"/>
                  </a:lnTo>
                  <a:cubicBezTo>
                    <a:pt x="595530" y="647302"/>
                    <a:pt x="634583" y="643492"/>
                    <a:pt x="659348" y="619679"/>
                  </a:cubicBezTo>
                  <a:cubicBezTo>
                    <a:pt x="707925" y="573959"/>
                    <a:pt x="762218" y="535859"/>
                    <a:pt x="821273" y="505379"/>
                  </a:cubicBezTo>
                  <a:cubicBezTo>
                    <a:pt x="851753" y="489187"/>
                    <a:pt x="867946" y="454897"/>
                    <a:pt x="861278" y="421559"/>
                  </a:cubicBezTo>
                  <a:lnTo>
                    <a:pt x="817463" y="223439"/>
                  </a:lnTo>
                  <a:lnTo>
                    <a:pt x="1046063" y="172957"/>
                  </a:lnTo>
                  <a:lnTo>
                    <a:pt x="1088925" y="368219"/>
                  </a:lnTo>
                  <a:cubicBezTo>
                    <a:pt x="1096546" y="404414"/>
                    <a:pt x="1128930" y="429179"/>
                    <a:pt x="1165125" y="428227"/>
                  </a:cubicBezTo>
                  <a:cubicBezTo>
                    <a:pt x="1232753" y="430132"/>
                    <a:pt x="1299428" y="441562"/>
                    <a:pt x="1363246" y="462517"/>
                  </a:cubicBezTo>
                  <a:cubicBezTo>
                    <a:pt x="1396583" y="472994"/>
                    <a:pt x="1431825" y="460612"/>
                    <a:pt x="1450875" y="431084"/>
                  </a:cubicBezTo>
                  <a:lnTo>
                    <a:pt x="1557555" y="265349"/>
                  </a:lnTo>
                  <a:lnTo>
                    <a:pt x="1755675" y="392984"/>
                  </a:lnTo>
                  <a:lnTo>
                    <a:pt x="1649948" y="557767"/>
                  </a:lnTo>
                  <a:cubicBezTo>
                    <a:pt x="1630898" y="587294"/>
                    <a:pt x="1634708" y="626347"/>
                    <a:pt x="1659473" y="651112"/>
                  </a:cubicBezTo>
                  <a:cubicBezTo>
                    <a:pt x="1705193" y="700642"/>
                    <a:pt x="1743293" y="756839"/>
                    <a:pt x="1771868" y="817799"/>
                  </a:cubicBezTo>
                  <a:cubicBezTo>
                    <a:pt x="1787108" y="849232"/>
                    <a:pt x="1822350" y="865424"/>
                    <a:pt x="1856640" y="857804"/>
                  </a:cubicBezTo>
                  <a:lnTo>
                    <a:pt x="2047140" y="816847"/>
                  </a:lnTo>
                  <a:lnTo>
                    <a:pt x="2097623" y="1045447"/>
                  </a:lnTo>
                  <a:lnTo>
                    <a:pt x="1908075" y="10911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72B4CE8-2953-4352-A9FC-92F0E9A6FC21}"/>
                </a:ext>
              </a:extLst>
            </p:cNvPr>
            <p:cNvSpPr/>
            <p:nvPr/>
          </p:nvSpPr>
          <p:spPr>
            <a:xfrm>
              <a:off x="7085171" y="2818924"/>
              <a:ext cx="866775" cy="866775"/>
            </a:xfrm>
            <a:custGeom>
              <a:avLst/>
              <a:gdLst>
                <a:gd name="connsiteX0" fmla="*/ 851059 w 866775"/>
                <a:gd name="connsiteY0" fmla="*/ 343376 h 866775"/>
                <a:gd name="connsiteX1" fmla="*/ 433864 w 866775"/>
                <a:gd name="connsiteY1" fmla="*/ 7144 h 866775"/>
                <a:gd name="connsiteX2" fmla="*/ 7144 w 866775"/>
                <a:gd name="connsiteY2" fmla="*/ 433864 h 866775"/>
                <a:gd name="connsiteX3" fmla="*/ 433864 w 866775"/>
                <a:gd name="connsiteY3" fmla="*/ 860584 h 866775"/>
                <a:gd name="connsiteX4" fmla="*/ 860584 w 866775"/>
                <a:gd name="connsiteY4" fmla="*/ 433864 h 866775"/>
                <a:gd name="connsiteX5" fmla="*/ 851059 w 866775"/>
                <a:gd name="connsiteY5" fmla="*/ 343376 h 866775"/>
                <a:gd name="connsiteX6" fmla="*/ 491014 w 866775"/>
                <a:gd name="connsiteY6" fmla="*/ 702469 h 866775"/>
                <a:gd name="connsiteX7" fmla="*/ 491014 w 866775"/>
                <a:gd name="connsiteY7" fmla="*/ 702469 h 866775"/>
                <a:gd name="connsiteX8" fmla="*/ 165259 w 866775"/>
                <a:gd name="connsiteY8" fmla="*/ 492919 h 866775"/>
                <a:gd name="connsiteX9" fmla="*/ 374809 w 866775"/>
                <a:gd name="connsiteY9" fmla="*/ 166211 h 866775"/>
                <a:gd name="connsiteX10" fmla="*/ 433864 w 866775"/>
                <a:gd name="connsiteY10" fmla="*/ 160496 h 866775"/>
                <a:gd name="connsiteX11" fmla="*/ 708184 w 866775"/>
                <a:gd name="connsiteY11" fmla="*/ 434816 h 866775"/>
                <a:gd name="connsiteX12" fmla="*/ 491014 w 866775"/>
                <a:gd name="connsiteY12" fmla="*/ 702469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6775" h="866775">
                  <a:moveTo>
                    <a:pt x="851059" y="343376"/>
                  </a:moveTo>
                  <a:cubicBezTo>
                    <a:pt x="809149" y="147161"/>
                    <a:pt x="634841" y="7144"/>
                    <a:pt x="433864" y="7144"/>
                  </a:cubicBezTo>
                  <a:cubicBezTo>
                    <a:pt x="198596" y="7144"/>
                    <a:pt x="7144" y="197644"/>
                    <a:pt x="7144" y="433864"/>
                  </a:cubicBezTo>
                  <a:cubicBezTo>
                    <a:pt x="7144" y="670084"/>
                    <a:pt x="197644" y="860584"/>
                    <a:pt x="433864" y="860584"/>
                  </a:cubicBezTo>
                  <a:cubicBezTo>
                    <a:pt x="669131" y="860584"/>
                    <a:pt x="860584" y="670084"/>
                    <a:pt x="860584" y="433864"/>
                  </a:cubicBezTo>
                  <a:cubicBezTo>
                    <a:pt x="860584" y="403384"/>
                    <a:pt x="857726" y="372904"/>
                    <a:pt x="851059" y="343376"/>
                  </a:cubicBezTo>
                  <a:close/>
                  <a:moveTo>
                    <a:pt x="491014" y="702469"/>
                  </a:moveTo>
                  <a:lnTo>
                    <a:pt x="491014" y="702469"/>
                  </a:lnTo>
                  <a:cubicBezTo>
                    <a:pt x="344329" y="731996"/>
                    <a:pt x="199549" y="639604"/>
                    <a:pt x="165259" y="492919"/>
                  </a:cubicBezTo>
                  <a:cubicBezTo>
                    <a:pt x="132874" y="345281"/>
                    <a:pt x="227171" y="198596"/>
                    <a:pt x="374809" y="166211"/>
                  </a:cubicBezTo>
                  <a:cubicBezTo>
                    <a:pt x="393859" y="162401"/>
                    <a:pt x="413861" y="160496"/>
                    <a:pt x="433864" y="160496"/>
                  </a:cubicBezTo>
                  <a:cubicBezTo>
                    <a:pt x="585311" y="160496"/>
                    <a:pt x="708184" y="283369"/>
                    <a:pt x="708184" y="434816"/>
                  </a:cubicBezTo>
                  <a:cubicBezTo>
                    <a:pt x="708184" y="563404"/>
                    <a:pt x="617696" y="674846"/>
                    <a:pt x="491014" y="7024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74" name="Graphic 28">
            <a:extLst>
              <a:ext uri="{FF2B5EF4-FFF2-40B4-BE49-F238E27FC236}">
                <a16:creationId xmlns:a16="http://schemas.microsoft.com/office/drawing/2014/main" id="{5E3B8DB7-BC43-48DF-ACDF-532B4C4DAE29}"/>
              </a:ext>
            </a:extLst>
          </p:cNvPr>
          <p:cNvGrpSpPr>
            <a:grpSpLocks noChangeAspect="1"/>
          </p:cNvGrpSpPr>
          <p:nvPr/>
        </p:nvGrpSpPr>
        <p:grpSpPr>
          <a:xfrm>
            <a:off x="2098543" y="3100778"/>
            <a:ext cx="561821" cy="502920"/>
            <a:chOff x="4781550" y="2300288"/>
            <a:chExt cx="3543300" cy="31718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4C1EE802-535B-4FF7-9575-071B6E05E22A}"/>
                </a:ext>
              </a:extLst>
            </p:cNvPr>
            <p:cNvSpPr/>
            <p:nvPr/>
          </p:nvSpPr>
          <p:spPr>
            <a:xfrm>
              <a:off x="4774406" y="2293144"/>
              <a:ext cx="3552825" cy="3181350"/>
            </a:xfrm>
            <a:custGeom>
              <a:avLst/>
              <a:gdLst>
                <a:gd name="connsiteX0" fmla="*/ 3055144 w 3552825"/>
                <a:gd name="connsiteY0" fmla="*/ 7144 h 3181350"/>
                <a:gd name="connsiteX1" fmla="*/ 502444 w 3552825"/>
                <a:gd name="connsiteY1" fmla="*/ 7144 h 3181350"/>
                <a:gd name="connsiteX2" fmla="*/ 7144 w 3552825"/>
                <a:gd name="connsiteY2" fmla="*/ 502444 h 3181350"/>
                <a:gd name="connsiteX3" fmla="*/ 7144 w 3552825"/>
                <a:gd name="connsiteY3" fmla="*/ 2214086 h 3181350"/>
                <a:gd name="connsiteX4" fmla="*/ 502444 w 3552825"/>
                <a:gd name="connsiteY4" fmla="*/ 2709386 h 3181350"/>
                <a:gd name="connsiteX5" fmla="*/ 1447324 w 3552825"/>
                <a:gd name="connsiteY5" fmla="*/ 2709386 h 3181350"/>
                <a:gd name="connsiteX6" fmla="*/ 1447324 w 3552825"/>
                <a:gd name="connsiteY6" fmla="*/ 3024664 h 3181350"/>
                <a:gd name="connsiteX7" fmla="*/ 1290161 w 3552825"/>
                <a:gd name="connsiteY7" fmla="*/ 3024664 h 3181350"/>
                <a:gd name="connsiteX8" fmla="*/ 1213961 w 3552825"/>
                <a:gd name="connsiteY8" fmla="*/ 3100864 h 3181350"/>
                <a:gd name="connsiteX9" fmla="*/ 1290161 w 3552825"/>
                <a:gd name="connsiteY9" fmla="*/ 3177064 h 3181350"/>
                <a:gd name="connsiteX10" fmla="*/ 2296001 w 3552825"/>
                <a:gd name="connsiteY10" fmla="*/ 3177064 h 3181350"/>
                <a:gd name="connsiteX11" fmla="*/ 2372201 w 3552825"/>
                <a:gd name="connsiteY11" fmla="*/ 3100864 h 3181350"/>
                <a:gd name="connsiteX12" fmla="*/ 2296001 w 3552825"/>
                <a:gd name="connsiteY12" fmla="*/ 3024664 h 3181350"/>
                <a:gd name="connsiteX13" fmla="*/ 2110264 w 3552825"/>
                <a:gd name="connsiteY13" fmla="*/ 3024664 h 3181350"/>
                <a:gd name="connsiteX14" fmla="*/ 2110264 w 3552825"/>
                <a:gd name="connsiteY14" fmla="*/ 2709386 h 3181350"/>
                <a:gd name="connsiteX15" fmla="*/ 3055144 w 3552825"/>
                <a:gd name="connsiteY15" fmla="*/ 2709386 h 3181350"/>
                <a:gd name="connsiteX16" fmla="*/ 3550444 w 3552825"/>
                <a:gd name="connsiteY16" fmla="*/ 2214086 h 3181350"/>
                <a:gd name="connsiteX17" fmla="*/ 3550444 w 3552825"/>
                <a:gd name="connsiteY17" fmla="*/ 502444 h 3181350"/>
                <a:gd name="connsiteX18" fmla="*/ 3055144 w 3552825"/>
                <a:gd name="connsiteY18" fmla="*/ 7144 h 3181350"/>
                <a:gd name="connsiteX19" fmla="*/ 1957864 w 3552825"/>
                <a:gd name="connsiteY19" fmla="*/ 3024664 h 3181350"/>
                <a:gd name="connsiteX20" fmla="*/ 1599724 w 3552825"/>
                <a:gd name="connsiteY20" fmla="*/ 3024664 h 3181350"/>
                <a:gd name="connsiteX21" fmla="*/ 1599724 w 3552825"/>
                <a:gd name="connsiteY21" fmla="*/ 2709386 h 3181350"/>
                <a:gd name="connsiteX22" fmla="*/ 1957864 w 3552825"/>
                <a:gd name="connsiteY22" fmla="*/ 2709386 h 3181350"/>
                <a:gd name="connsiteX23" fmla="*/ 1957864 w 3552825"/>
                <a:gd name="connsiteY23" fmla="*/ 3024664 h 3181350"/>
                <a:gd name="connsiteX24" fmla="*/ 1957864 w 3552825"/>
                <a:gd name="connsiteY24" fmla="*/ 3024664 h 3181350"/>
                <a:gd name="connsiteX25" fmla="*/ 3398044 w 3552825"/>
                <a:gd name="connsiteY25" fmla="*/ 2214086 h 3181350"/>
                <a:gd name="connsiteX26" fmla="*/ 3055144 w 3552825"/>
                <a:gd name="connsiteY26" fmla="*/ 2556986 h 3181350"/>
                <a:gd name="connsiteX27" fmla="*/ 502444 w 3552825"/>
                <a:gd name="connsiteY27" fmla="*/ 2556986 h 3181350"/>
                <a:gd name="connsiteX28" fmla="*/ 159544 w 3552825"/>
                <a:gd name="connsiteY28" fmla="*/ 2214086 h 3181350"/>
                <a:gd name="connsiteX29" fmla="*/ 159544 w 3552825"/>
                <a:gd name="connsiteY29" fmla="*/ 2105501 h 3181350"/>
                <a:gd name="connsiteX30" fmla="*/ 3398044 w 3552825"/>
                <a:gd name="connsiteY30" fmla="*/ 2105501 h 3181350"/>
                <a:gd name="connsiteX31" fmla="*/ 3398044 w 3552825"/>
                <a:gd name="connsiteY31" fmla="*/ 2214086 h 3181350"/>
                <a:gd name="connsiteX32" fmla="*/ 3398044 w 3552825"/>
                <a:gd name="connsiteY32" fmla="*/ 1953101 h 3181350"/>
                <a:gd name="connsiteX33" fmla="*/ 159544 w 3552825"/>
                <a:gd name="connsiteY33" fmla="*/ 1953101 h 3181350"/>
                <a:gd name="connsiteX34" fmla="*/ 159544 w 3552825"/>
                <a:gd name="connsiteY34" fmla="*/ 505301 h 3181350"/>
                <a:gd name="connsiteX35" fmla="*/ 502444 w 3552825"/>
                <a:gd name="connsiteY35" fmla="*/ 162401 h 3181350"/>
                <a:gd name="connsiteX36" fmla="*/ 3055144 w 3552825"/>
                <a:gd name="connsiteY36" fmla="*/ 162401 h 3181350"/>
                <a:gd name="connsiteX37" fmla="*/ 3398044 w 3552825"/>
                <a:gd name="connsiteY37" fmla="*/ 505301 h 3181350"/>
                <a:gd name="connsiteX38" fmla="*/ 3398044 w 3552825"/>
                <a:gd name="connsiteY38" fmla="*/ 1953101 h 318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2825" h="3181350">
                  <a:moveTo>
                    <a:pt x="3055144" y="7144"/>
                  </a:moveTo>
                  <a:lnTo>
                    <a:pt x="502444" y="7144"/>
                  </a:lnTo>
                  <a:cubicBezTo>
                    <a:pt x="263366" y="7144"/>
                    <a:pt x="7144" y="137636"/>
                    <a:pt x="7144" y="502444"/>
                  </a:cubicBezTo>
                  <a:lnTo>
                    <a:pt x="7144" y="2214086"/>
                  </a:lnTo>
                  <a:cubicBezTo>
                    <a:pt x="7144" y="2578894"/>
                    <a:pt x="263366" y="2709386"/>
                    <a:pt x="502444" y="2709386"/>
                  </a:cubicBezTo>
                  <a:lnTo>
                    <a:pt x="1447324" y="2709386"/>
                  </a:lnTo>
                  <a:lnTo>
                    <a:pt x="1447324" y="3024664"/>
                  </a:lnTo>
                  <a:lnTo>
                    <a:pt x="1290161" y="3024664"/>
                  </a:lnTo>
                  <a:cubicBezTo>
                    <a:pt x="1248251" y="3024664"/>
                    <a:pt x="1213961" y="3058954"/>
                    <a:pt x="1213961" y="3100864"/>
                  </a:cubicBezTo>
                  <a:cubicBezTo>
                    <a:pt x="1213961" y="3142774"/>
                    <a:pt x="1248251" y="3177064"/>
                    <a:pt x="1290161" y="3177064"/>
                  </a:cubicBezTo>
                  <a:lnTo>
                    <a:pt x="2296001" y="3177064"/>
                  </a:lnTo>
                  <a:cubicBezTo>
                    <a:pt x="2337911" y="3177064"/>
                    <a:pt x="2372201" y="3142774"/>
                    <a:pt x="2372201" y="3100864"/>
                  </a:cubicBezTo>
                  <a:cubicBezTo>
                    <a:pt x="2372201" y="3058954"/>
                    <a:pt x="2337911" y="3024664"/>
                    <a:pt x="2296001" y="3024664"/>
                  </a:cubicBezTo>
                  <a:lnTo>
                    <a:pt x="2110264" y="3024664"/>
                  </a:lnTo>
                  <a:lnTo>
                    <a:pt x="2110264" y="2709386"/>
                  </a:lnTo>
                  <a:lnTo>
                    <a:pt x="3055144" y="2709386"/>
                  </a:lnTo>
                  <a:cubicBezTo>
                    <a:pt x="3419951" y="2709386"/>
                    <a:pt x="3550444" y="2453164"/>
                    <a:pt x="3550444" y="2214086"/>
                  </a:cubicBezTo>
                  <a:lnTo>
                    <a:pt x="3550444" y="502444"/>
                  </a:lnTo>
                  <a:cubicBezTo>
                    <a:pt x="3550444" y="137636"/>
                    <a:pt x="3294221" y="7144"/>
                    <a:pt x="3055144" y="7144"/>
                  </a:cubicBezTo>
                  <a:close/>
                  <a:moveTo>
                    <a:pt x="1957864" y="3024664"/>
                  </a:moveTo>
                  <a:lnTo>
                    <a:pt x="1599724" y="3024664"/>
                  </a:lnTo>
                  <a:lnTo>
                    <a:pt x="1599724" y="2709386"/>
                  </a:lnTo>
                  <a:lnTo>
                    <a:pt x="1957864" y="2709386"/>
                  </a:lnTo>
                  <a:lnTo>
                    <a:pt x="1957864" y="3024664"/>
                  </a:lnTo>
                  <a:lnTo>
                    <a:pt x="1957864" y="3024664"/>
                  </a:lnTo>
                  <a:close/>
                  <a:moveTo>
                    <a:pt x="3398044" y="2214086"/>
                  </a:moveTo>
                  <a:cubicBezTo>
                    <a:pt x="3398044" y="2316956"/>
                    <a:pt x="3364706" y="2556986"/>
                    <a:pt x="3055144" y="2556986"/>
                  </a:cubicBezTo>
                  <a:lnTo>
                    <a:pt x="502444" y="2556986"/>
                  </a:lnTo>
                  <a:cubicBezTo>
                    <a:pt x="399574" y="2556986"/>
                    <a:pt x="159544" y="2523649"/>
                    <a:pt x="159544" y="2214086"/>
                  </a:cubicBezTo>
                  <a:lnTo>
                    <a:pt x="159544" y="2105501"/>
                  </a:lnTo>
                  <a:lnTo>
                    <a:pt x="3398044" y="2105501"/>
                  </a:lnTo>
                  <a:lnTo>
                    <a:pt x="3398044" y="2214086"/>
                  </a:lnTo>
                  <a:close/>
                  <a:moveTo>
                    <a:pt x="3398044" y="1953101"/>
                  </a:moveTo>
                  <a:lnTo>
                    <a:pt x="159544" y="1953101"/>
                  </a:lnTo>
                  <a:lnTo>
                    <a:pt x="159544" y="505301"/>
                  </a:lnTo>
                  <a:cubicBezTo>
                    <a:pt x="159544" y="195739"/>
                    <a:pt x="399574" y="162401"/>
                    <a:pt x="502444" y="162401"/>
                  </a:cubicBezTo>
                  <a:lnTo>
                    <a:pt x="3055144" y="162401"/>
                  </a:lnTo>
                  <a:cubicBezTo>
                    <a:pt x="3158014" y="162401"/>
                    <a:pt x="3398044" y="195739"/>
                    <a:pt x="3398044" y="505301"/>
                  </a:cubicBezTo>
                  <a:lnTo>
                    <a:pt x="3398044" y="19531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4235C91D-F5F4-45CC-A2F1-454182D7D708}"/>
                </a:ext>
              </a:extLst>
            </p:cNvPr>
            <p:cNvSpPr/>
            <p:nvPr/>
          </p:nvSpPr>
          <p:spPr>
            <a:xfrm>
              <a:off x="5299666" y="2637841"/>
              <a:ext cx="2524125" cy="1371600"/>
            </a:xfrm>
            <a:custGeom>
              <a:avLst/>
              <a:gdLst>
                <a:gd name="connsiteX0" fmla="*/ 2488927 w 2524125"/>
                <a:gd name="connsiteY0" fmla="*/ 22492 h 1371600"/>
                <a:gd name="connsiteX1" fmla="*/ 2382246 w 2524125"/>
                <a:gd name="connsiteY1" fmla="*/ 37732 h 1371600"/>
                <a:gd name="connsiteX2" fmla="*/ 2382246 w 2524125"/>
                <a:gd name="connsiteY2" fmla="*/ 37732 h 1371600"/>
                <a:gd name="connsiteX3" fmla="*/ 2386056 w 2524125"/>
                <a:gd name="connsiteY3" fmla="*/ 37732 h 1371600"/>
                <a:gd name="connsiteX4" fmla="*/ 1817414 w 2524125"/>
                <a:gd name="connsiteY4" fmla="*/ 799732 h 1371600"/>
                <a:gd name="connsiteX5" fmla="*/ 1550714 w 2524125"/>
                <a:gd name="connsiteY5" fmla="*/ 453022 h 1371600"/>
                <a:gd name="connsiteX6" fmla="*/ 1492611 w 2524125"/>
                <a:gd name="connsiteY6" fmla="*/ 423495 h 1371600"/>
                <a:gd name="connsiteX7" fmla="*/ 1433556 w 2524125"/>
                <a:gd name="connsiteY7" fmla="*/ 449212 h 1371600"/>
                <a:gd name="connsiteX8" fmla="*/ 999216 w 2524125"/>
                <a:gd name="connsiteY8" fmla="*/ 942607 h 1371600"/>
                <a:gd name="connsiteX9" fmla="*/ 681081 w 2524125"/>
                <a:gd name="connsiteY9" fmla="*/ 398730 h 1371600"/>
                <a:gd name="connsiteX10" fmla="*/ 616311 w 2524125"/>
                <a:gd name="connsiteY10" fmla="*/ 361582 h 1371600"/>
                <a:gd name="connsiteX11" fmla="*/ 550589 w 2524125"/>
                <a:gd name="connsiteY11" fmla="*/ 397777 h 1371600"/>
                <a:gd name="connsiteX12" fmla="*/ 24809 w 2524125"/>
                <a:gd name="connsiteY12" fmla="*/ 1247407 h 1371600"/>
                <a:gd name="connsiteX13" fmla="*/ 34334 w 2524125"/>
                <a:gd name="connsiteY13" fmla="*/ 1355040 h 1371600"/>
                <a:gd name="connsiteX14" fmla="*/ 141966 w 2524125"/>
                <a:gd name="connsiteY14" fmla="*/ 1345515 h 1371600"/>
                <a:gd name="connsiteX15" fmla="*/ 154349 w 2524125"/>
                <a:gd name="connsiteY15" fmla="*/ 1323607 h 1371600"/>
                <a:gd name="connsiteX16" fmla="*/ 611549 w 2524125"/>
                <a:gd name="connsiteY16" fmla="*/ 578752 h 1371600"/>
                <a:gd name="connsiteX17" fmla="*/ 916349 w 2524125"/>
                <a:gd name="connsiteY17" fmla="*/ 1103580 h 1371600"/>
                <a:gd name="connsiteX18" fmla="*/ 1020171 w 2524125"/>
                <a:gd name="connsiteY18" fmla="*/ 1131202 h 1371600"/>
                <a:gd name="connsiteX19" fmla="*/ 1038269 w 2524125"/>
                <a:gd name="connsiteY19" fmla="*/ 1115962 h 1371600"/>
                <a:gd name="connsiteX20" fmla="*/ 1482134 w 2524125"/>
                <a:gd name="connsiteY20" fmla="*/ 619710 h 1371600"/>
                <a:gd name="connsiteX21" fmla="*/ 1754549 w 2524125"/>
                <a:gd name="connsiteY21" fmla="*/ 973087 h 1371600"/>
                <a:gd name="connsiteX22" fmla="*/ 1815509 w 2524125"/>
                <a:gd name="connsiteY22" fmla="*/ 1002615 h 1371600"/>
                <a:gd name="connsiteX23" fmla="*/ 1875516 w 2524125"/>
                <a:gd name="connsiteY23" fmla="*/ 972135 h 1371600"/>
                <a:gd name="connsiteX24" fmla="*/ 2504166 w 2524125"/>
                <a:gd name="connsiteY24" fmla="*/ 128220 h 1371600"/>
                <a:gd name="connsiteX25" fmla="*/ 2488927 w 2524125"/>
                <a:gd name="connsiteY25" fmla="*/ 22492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24125" h="1371600">
                  <a:moveTo>
                    <a:pt x="2488927" y="22492"/>
                  </a:moveTo>
                  <a:cubicBezTo>
                    <a:pt x="2455589" y="-3225"/>
                    <a:pt x="2407964" y="4395"/>
                    <a:pt x="2382246" y="37732"/>
                  </a:cubicBezTo>
                  <a:cubicBezTo>
                    <a:pt x="2382246" y="37732"/>
                    <a:pt x="2382246" y="37732"/>
                    <a:pt x="2382246" y="37732"/>
                  </a:cubicBezTo>
                  <a:lnTo>
                    <a:pt x="2386056" y="37732"/>
                  </a:lnTo>
                  <a:lnTo>
                    <a:pt x="1817414" y="799732"/>
                  </a:lnTo>
                  <a:lnTo>
                    <a:pt x="1550714" y="453022"/>
                  </a:lnTo>
                  <a:cubicBezTo>
                    <a:pt x="1536426" y="434925"/>
                    <a:pt x="1515471" y="424447"/>
                    <a:pt x="1492611" y="423495"/>
                  </a:cubicBezTo>
                  <a:cubicBezTo>
                    <a:pt x="1469751" y="422542"/>
                    <a:pt x="1447844" y="432067"/>
                    <a:pt x="1433556" y="449212"/>
                  </a:cubicBezTo>
                  <a:lnTo>
                    <a:pt x="999216" y="942607"/>
                  </a:lnTo>
                  <a:lnTo>
                    <a:pt x="681081" y="398730"/>
                  </a:lnTo>
                  <a:cubicBezTo>
                    <a:pt x="667746" y="375870"/>
                    <a:pt x="642981" y="361582"/>
                    <a:pt x="616311" y="361582"/>
                  </a:cubicBezTo>
                  <a:cubicBezTo>
                    <a:pt x="589641" y="361582"/>
                    <a:pt x="564876" y="374917"/>
                    <a:pt x="550589" y="397777"/>
                  </a:cubicBezTo>
                  <a:lnTo>
                    <a:pt x="24809" y="1247407"/>
                  </a:lnTo>
                  <a:cubicBezTo>
                    <a:pt x="-1861" y="1279792"/>
                    <a:pt x="1949" y="1327417"/>
                    <a:pt x="34334" y="1355040"/>
                  </a:cubicBezTo>
                  <a:cubicBezTo>
                    <a:pt x="66719" y="1381710"/>
                    <a:pt x="114344" y="1377900"/>
                    <a:pt x="141966" y="1345515"/>
                  </a:cubicBezTo>
                  <a:cubicBezTo>
                    <a:pt x="147681" y="1338847"/>
                    <a:pt x="151491" y="1331227"/>
                    <a:pt x="154349" y="1323607"/>
                  </a:cubicBezTo>
                  <a:lnTo>
                    <a:pt x="611549" y="578752"/>
                  </a:lnTo>
                  <a:lnTo>
                    <a:pt x="916349" y="1103580"/>
                  </a:lnTo>
                  <a:cubicBezTo>
                    <a:pt x="937304" y="1139775"/>
                    <a:pt x="983976" y="1152157"/>
                    <a:pt x="1020171" y="1131202"/>
                  </a:cubicBezTo>
                  <a:cubicBezTo>
                    <a:pt x="1026839" y="1127392"/>
                    <a:pt x="1033506" y="1121677"/>
                    <a:pt x="1038269" y="1115962"/>
                  </a:cubicBezTo>
                  <a:lnTo>
                    <a:pt x="1482134" y="619710"/>
                  </a:lnTo>
                  <a:lnTo>
                    <a:pt x="1754549" y="973087"/>
                  </a:lnTo>
                  <a:cubicBezTo>
                    <a:pt x="1769789" y="991185"/>
                    <a:pt x="1791696" y="1001662"/>
                    <a:pt x="1815509" y="1002615"/>
                  </a:cubicBezTo>
                  <a:cubicBezTo>
                    <a:pt x="1839321" y="1002615"/>
                    <a:pt x="1861229" y="991185"/>
                    <a:pt x="1875516" y="972135"/>
                  </a:cubicBezTo>
                  <a:lnTo>
                    <a:pt x="2504166" y="128220"/>
                  </a:lnTo>
                  <a:cubicBezTo>
                    <a:pt x="2528931" y="94882"/>
                    <a:pt x="2522264" y="47257"/>
                    <a:pt x="2488927" y="2249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77" name="Graphic 3">
            <a:extLst>
              <a:ext uri="{FF2B5EF4-FFF2-40B4-BE49-F238E27FC236}">
                <a16:creationId xmlns:a16="http://schemas.microsoft.com/office/drawing/2014/main" id="{D6263693-FF93-49BD-B6B3-2BE266C3AFAD}"/>
              </a:ext>
            </a:extLst>
          </p:cNvPr>
          <p:cNvGrpSpPr>
            <a:grpSpLocks noChangeAspect="1"/>
          </p:cNvGrpSpPr>
          <p:nvPr/>
        </p:nvGrpSpPr>
        <p:grpSpPr>
          <a:xfrm>
            <a:off x="10865800" y="3948985"/>
            <a:ext cx="596177" cy="502920"/>
            <a:chOff x="4848225" y="2447925"/>
            <a:chExt cx="3409950" cy="28765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C375BDE8-62BC-40D0-A1EC-A875B9CC06EA}"/>
                </a:ext>
              </a:extLst>
            </p:cNvPr>
            <p:cNvSpPr/>
            <p:nvPr/>
          </p:nvSpPr>
          <p:spPr>
            <a:xfrm>
              <a:off x="4841081" y="2440781"/>
              <a:ext cx="3419475" cy="2886075"/>
            </a:xfrm>
            <a:custGeom>
              <a:avLst/>
              <a:gdLst>
                <a:gd name="connsiteX0" fmla="*/ 3352324 w 3419475"/>
                <a:gd name="connsiteY0" fmla="*/ 7144 h 2886075"/>
                <a:gd name="connsiteX1" fmla="*/ 68104 w 3419475"/>
                <a:gd name="connsiteY1" fmla="*/ 7144 h 2886075"/>
                <a:gd name="connsiteX2" fmla="*/ 7144 w 3419475"/>
                <a:gd name="connsiteY2" fmla="*/ 68104 h 2886075"/>
                <a:gd name="connsiteX3" fmla="*/ 7144 w 3419475"/>
                <a:gd name="connsiteY3" fmla="*/ 2575084 h 2886075"/>
                <a:gd name="connsiteX4" fmla="*/ 68104 w 3419475"/>
                <a:gd name="connsiteY4" fmla="*/ 2636044 h 2886075"/>
                <a:gd name="connsiteX5" fmla="*/ 475774 w 3419475"/>
                <a:gd name="connsiteY5" fmla="*/ 2636044 h 2886075"/>
                <a:gd name="connsiteX6" fmla="*/ 475774 w 3419475"/>
                <a:gd name="connsiteY6" fmla="*/ 2822734 h 2886075"/>
                <a:gd name="connsiteX7" fmla="*/ 536734 w 3419475"/>
                <a:gd name="connsiteY7" fmla="*/ 2883694 h 2886075"/>
                <a:gd name="connsiteX8" fmla="*/ 1039654 w 3419475"/>
                <a:gd name="connsiteY8" fmla="*/ 2883694 h 2886075"/>
                <a:gd name="connsiteX9" fmla="*/ 1100614 w 3419475"/>
                <a:gd name="connsiteY9" fmla="*/ 2822734 h 2886075"/>
                <a:gd name="connsiteX10" fmla="*/ 1100614 w 3419475"/>
                <a:gd name="connsiteY10" fmla="*/ 2636044 h 2886075"/>
                <a:gd name="connsiteX11" fmla="*/ 2319814 w 3419475"/>
                <a:gd name="connsiteY11" fmla="*/ 2636044 h 2886075"/>
                <a:gd name="connsiteX12" fmla="*/ 2319814 w 3419475"/>
                <a:gd name="connsiteY12" fmla="*/ 2822734 h 2886075"/>
                <a:gd name="connsiteX13" fmla="*/ 2380774 w 3419475"/>
                <a:gd name="connsiteY13" fmla="*/ 2883694 h 2886075"/>
                <a:gd name="connsiteX14" fmla="*/ 2883694 w 3419475"/>
                <a:gd name="connsiteY14" fmla="*/ 2883694 h 2886075"/>
                <a:gd name="connsiteX15" fmla="*/ 2944654 w 3419475"/>
                <a:gd name="connsiteY15" fmla="*/ 2822734 h 2886075"/>
                <a:gd name="connsiteX16" fmla="*/ 2944654 w 3419475"/>
                <a:gd name="connsiteY16" fmla="*/ 2636044 h 2886075"/>
                <a:gd name="connsiteX17" fmla="*/ 3352324 w 3419475"/>
                <a:gd name="connsiteY17" fmla="*/ 2636044 h 2886075"/>
                <a:gd name="connsiteX18" fmla="*/ 3413284 w 3419475"/>
                <a:gd name="connsiteY18" fmla="*/ 2575084 h 2886075"/>
                <a:gd name="connsiteX19" fmla="*/ 3413284 w 3419475"/>
                <a:gd name="connsiteY19" fmla="*/ 68104 h 2886075"/>
                <a:gd name="connsiteX20" fmla="*/ 3352324 w 3419475"/>
                <a:gd name="connsiteY20" fmla="*/ 7144 h 2886075"/>
                <a:gd name="connsiteX21" fmla="*/ 978694 w 3419475"/>
                <a:gd name="connsiteY21" fmla="*/ 2757964 h 2886075"/>
                <a:gd name="connsiteX22" fmla="*/ 597694 w 3419475"/>
                <a:gd name="connsiteY22" fmla="*/ 2757964 h 2886075"/>
                <a:gd name="connsiteX23" fmla="*/ 597694 w 3419475"/>
                <a:gd name="connsiteY23" fmla="*/ 2632234 h 2886075"/>
                <a:gd name="connsiteX24" fmla="*/ 978694 w 3419475"/>
                <a:gd name="connsiteY24" fmla="*/ 2632234 h 2886075"/>
                <a:gd name="connsiteX25" fmla="*/ 978694 w 3419475"/>
                <a:gd name="connsiteY25" fmla="*/ 2757964 h 2886075"/>
                <a:gd name="connsiteX26" fmla="*/ 2822734 w 3419475"/>
                <a:gd name="connsiteY26" fmla="*/ 2757964 h 2886075"/>
                <a:gd name="connsiteX27" fmla="*/ 2441734 w 3419475"/>
                <a:gd name="connsiteY27" fmla="*/ 2757964 h 2886075"/>
                <a:gd name="connsiteX28" fmla="*/ 2441734 w 3419475"/>
                <a:gd name="connsiteY28" fmla="*/ 2632234 h 2886075"/>
                <a:gd name="connsiteX29" fmla="*/ 2822734 w 3419475"/>
                <a:gd name="connsiteY29" fmla="*/ 2632234 h 2886075"/>
                <a:gd name="connsiteX30" fmla="*/ 2822734 w 3419475"/>
                <a:gd name="connsiteY30" fmla="*/ 2757964 h 2886075"/>
                <a:gd name="connsiteX31" fmla="*/ 2883694 w 3419475"/>
                <a:gd name="connsiteY31" fmla="*/ 2514124 h 2886075"/>
                <a:gd name="connsiteX32" fmla="*/ 2380774 w 3419475"/>
                <a:gd name="connsiteY32" fmla="*/ 2514124 h 2886075"/>
                <a:gd name="connsiteX33" fmla="*/ 1039654 w 3419475"/>
                <a:gd name="connsiteY33" fmla="*/ 2514124 h 2886075"/>
                <a:gd name="connsiteX34" fmla="*/ 536734 w 3419475"/>
                <a:gd name="connsiteY34" fmla="*/ 2514124 h 2886075"/>
                <a:gd name="connsiteX35" fmla="*/ 129064 w 3419475"/>
                <a:gd name="connsiteY35" fmla="*/ 2514124 h 2886075"/>
                <a:gd name="connsiteX36" fmla="*/ 129064 w 3419475"/>
                <a:gd name="connsiteY36" fmla="*/ 129064 h 2886075"/>
                <a:gd name="connsiteX37" fmla="*/ 3287554 w 3419475"/>
                <a:gd name="connsiteY37" fmla="*/ 129064 h 2886075"/>
                <a:gd name="connsiteX38" fmla="*/ 3287554 w 3419475"/>
                <a:gd name="connsiteY38" fmla="*/ 2514124 h 2886075"/>
                <a:gd name="connsiteX39" fmla="*/ 2883694 w 3419475"/>
                <a:gd name="connsiteY39" fmla="*/ 2514124 h 2886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419475" h="2886075">
                  <a:moveTo>
                    <a:pt x="3352324" y="7144"/>
                  </a:moveTo>
                  <a:lnTo>
                    <a:pt x="68104" y="7144"/>
                  </a:lnTo>
                  <a:cubicBezTo>
                    <a:pt x="33814" y="7144"/>
                    <a:pt x="7144" y="33814"/>
                    <a:pt x="7144" y="68104"/>
                  </a:cubicBezTo>
                  <a:lnTo>
                    <a:pt x="7144" y="2575084"/>
                  </a:lnTo>
                  <a:cubicBezTo>
                    <a:pt x="7144" y="2609374"/>
                    <a:pt x="33814" y="2636044"/>
                    <a:pt x="68104" y="2636044"/>
                  </a:cubicBezTo>
                  <a:lnTo>
                    <a:pt x="475774" y="2636044"/>
                  </a:lnTo>
                  <a:lnTo>
                    <a:pt x="475774" y="2822734"/>
                  </a:lnTo>
                  <a:cubicBezTo>
                    <a:pt x="475774" y="2857024"/>
                    <a:pt x="502444" y="2883694"/>
                    <a:pt x="536734" y="2883694"/>
                  </a:cubicBezTo>
                  <a:lnTo>
                    <a:pt x="1039654" y="2883694"/>
                  </a:lnTo>
                  <a:cubicBezTo>
                    <a:pt x="1073944" y="2883694"/>
                    <a:pt x="1100614" y="2857024"/>
                    <a:pt x="1100614" y="2822734"/>
                  </a:cubicBezTo>
                  <a:lnTo>
                    <a:pt x="1100614" y="2636044"/>
                  </a:lnTo>
                  <a:lnTo>
                    <a:pt x="2319814" y="2636044"/>
                  </a:lnTo>
                  <a:lnTo>
                    <a:pt x="2319814" y="2822734"/>
                  </a:lnTo>
                  <a:cubicBezTo>
                    <a:pt x="2319814" y="2857024"/>
                    <a:pt x="2346484" y="2883694"/>
                    <a:pt x="2380774" y="2883694"/>
                  </a:cubicBezTo>
                  <a:lnTo>
                    <a:pt x="2883694" y="2883694"/>
                  </a:lnTo>
                  <a:cubicBezTo>
                    <a:pt x="2917984" y="2883694"/>
                    <a:pt x="2944654" y="2857024"/>
                    <a:pt x="2944654" y="2822734"/>
                  </a:cubicBezTo>
                  <a:lnTo>
                    <a:pt x="2944654" y="2636044"/>
                  </a:lnTo>
                  <a:lnTo>
                    <a:pt x="3352324" y="2636044"/>
                  </a:lnTo>
                  <a:cubicBezTo>
                    <a:pt x="3386614" y="2636044"/>
                    <a:pt x="3413284" y="2609374"/>
                    <a:pt x="3413284" y="2575084"/>
                  </a:cubicBezTo>
                  <a:lnTo>
                    <a:pt x="3413284" y="68104"/>
                  </a:lnTo>
                  <a:cubicBezTo>
                    <a:pt x="3413284" y="33814"/>
                    <a:pt x="3386614" y="7144"/>
                    <a:pt x="3352324" y="7144"/>
                  </a:cubicBezTo>
                  <a:close/>
                  <a:moveTo>
                    <a:pt x="978694" y="2757964"/>
                  </a:moveTo>
                  <a:lnTo>
                    <a:pt x="597694" y="2757964"/>
                  </a:lnTo>
                  <a:lnTo>
                    <a:pt x="597694" y="2632234"/>
                  </a:lnTo>
                  <a:lnTo>
                    <a:pt x="978694" y="2632234"/>
                  </a:lnTo>
                  <a:lnTo>
                    <a:pt x="978694" y="2757964"/>
                  </a:lnTo>
                  <a:close/>
                  <a:moveTo>
                    <a:pt x="2822734" y="2757964"/>
                  </a:moveTo>
                  <a:lnTo>
                    <a:pt x="2441734" y="2757964"/>
                  </a:lnTo>
                  <a:lnTo>
                    <a:pt x="2441734" y="2632234"/>
                  </a:lnTo>
                  <a:lnTo>
                    <a:pt x="2822734" y="2632234"/>
                  </a:lnTo>
                  <a:lnTo>
                    <a:pt x="2822734" y="2757964"/>
                  </a:lnTo>
                  <a:close/>
                  <a:moveTo>
                    <a:pt x="2883694" y="2514124"/>
                  </a:moveTo>
                  <a:lnTo>
                    <a:pt x="2380774" y="2514124"/>
                  </a:lnTo>
                  <a:lnTo>
                    <a:pt x="1039654" y="2514124"/>
                  </a:lnTo>
                  <a:lnTo>
                    <a:pt x="536734" y="2514124"/>
                  </a:lnTo>
                  <a:lnTo>
                    <a:pt x="129064" y="2514124"/>
                  </a:lnTo>
                  <a:lnTo>
                    <a:pt x="129064" y="129064"/>
                  </a:lnTo>
                  <a:lnTo>
                    <a:pt x="3287554" y="129064"/>
                  </a:lnTo>
                  <a:lnTo>
                    <a:pt x="3287554" y="2514124"/>
                  </a:lnTo>
                  <a:lnTo>
                    <a:pt x="2883694" y="25141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83F41BF2-0314-41E3-9441-0297AF62DA95}"/>
                </a:ext>
              </a:extLst>
            </p:cNvPr>
            <p:cNvSpPr/>
            <p:nvPr/>
          </p:nvSpPr>
          <p:spPr>
            <a:xfrm>
              <a:off x="5142071" y="2722721"/>
              <a:ext cx="2828925" cy="2066925"/>
            </a:xfrm>
            <a:custGeom>
              <a:avLst/>
              <a:gdLst>
                <a:gd name="connsiteX0" fmla="*/ 2761774 w 2828925"/>
                <a:gd name="connsiteY0" fmla="*/ 7144 h 2066925"/>
                <a:gd name="connsiteX1" fmla="*/ 224314 w 2828925"/>
                <a:gd name="connsiteY1" fmla="*/ 7144 h 2066925"/>
                <a:gd name="connsiteX2" fmla="*/ 163354 w 2828925"/>
                <a:gd name="connsiteY2" fmla="*/ 68104 h 2066925"/>
                <a:gd name="connsiteX3" fmla="*/ 163354 w 2828925"/>
                <a:gd name="connsiteY3" fmla="*/ 270034 h 2066925"/>
                <a:gd name="connsiteX4" fmla="*/ 68104 w 2828925"/>
                <a:gd name="connsiteY4" fmla="*/ 270034 h 2066925"/>
                <a:gd name="connsiteX5" fmla="*/ 7144 w 2828925"/>
                <a:gd name="connsiteY5" fmla="*/ 330994 h 2066925"/>
                <a:gd name="connsiteX6" fmla="*/ 7144 w 2828925"/>
                <a:gd name="connsiteY6" fmla="*/ 776764 h 2066925"/>
                <a:gd name="connsiteX7" fmla="*/ 68104 w 2828925"/>
                <a:gd name="connsiteY7" fmla="*/ 837724 h 2066925"/>
                <a:gd name="connsiteX8" fmla="*/ 163354 w 2828925"/>
                <a:gd name="connsiteY8" fmla="*/ 837724 h 2066925"/>
                <a:gd name="connsiteX9" fmla="*/ 163354 w 2828925"/>
                <a:gd name="connsiteY9" fmla="*/ 1237774 h 2066925"/>
                <a:gd name="connsiteX10" fmla="*/ 68104 w 2828925"/>
                <a:gd name="connsiteY10" fmla="*/ 1237774 h 2066925"/>
                <a:gd name="connsiteX11" fmla="*/ 7144 w 2828925"/>
                <a:gd name="connsiteY11" fmla="*/ 1298734 h 2066925"/>
                <a:gd name="connsiteX12" fmla="*/ 7144 w 2828925"/>
                <a:gd name="connsiteY12" fmla="*/ 1744504 h 2066925"/>
                <a:gd name="connsiteX13" fmla="*/ 68104 w 2828925"/>
                <a:gd name="connsiteY13" fmla="*/ 1805464 h 2066925"/>
                <a:gd name="connsiteX14" fmla="*/ 163354 w 2828925"/>
                <a:gd name="connsiteY14" fmla="*/ 1805464 h 2066925"/>
                <a:gd name="connsiteX15" fmla="*/ 163354 w 2828925"/>
                <a:gd name="connsiteY15" fmla="*/ 2007394 h 2066925"/>
                <a:gd name="connsiteX16" fmla="*/ 224314 w 2828925"/>
                <a:gd name="connsiteY16" fmla="*/ 2068354 h 2066925"/>
                <a:gd name="connsiteX17" fmla="*/ 2761774 w 2828925"/>
                <a:gd name="connsiteY17" fmla="*/ 2068354 h 2066925"/>
                <a:gd name="connsiteX18" fmla="*/ 2822734 w 2828925"/>
                <a:gd name="connsiteY18" fmla="*/ 2007394 h 2066925"/>
                <a:gd name="connsiteX19" fmla="*/ 2822734 w 2828925"/>
                <a:gd name="connsiteY19" fmla="*/ 68104 h 2066925"/>
                <a:gd name="connsiteX20" fmla="*/ 2761774 w 2828925"/>
                <a:gd name="connsiteY20" fmla="*/ 7144 h 2066925"/>
                <a:gd name="connsiteX21" fmla="*/ 129064 w 2828925"/>
                <a:gd name="connsiteY21" fmla="*/ 715804 h 2066925"/>
                <a:gd name="connsiteX22" fmla="*/ 129064 w 2828925"/>
                <a:gd name="connsiteY22" fmla="*/ 391954 h 2066925"/>
                <a:gd name="connsiteX23" fmla="*/ 224314 w 2828925"/>
                <a:gd name="connsiteY23" fmla="*/ 391954 h 2066925"/>
                <a:gd name="connsiteX24" fmla="*/ 319564 w 2828925"/>
                <a:gd name="connsiteY24" fmla="*/ 391954 h 2066925"/>
                <a:gd name="connsiteX25" fmla="*/ 319564 w 2828925"/>
                <a:gd name="connsiteY25" fmla="*/ 715804 h 2066925"/>
                <a:gd name="connsiteX26" fmla="*/ 224314 w 2828925"/>
                <a:gd name="connsiteY26" fmla="*/ 715804 h 2066925"/>
                <a:gd name="connsiteX27" fmla="*/ 129064 w 2828925"/>
                <a:gd name="connsiteY27" fmla="*/ 715804 h 2066925"/>
                <a:gd name="connsiteX28" fmla="*/ 129064 w 2828925"/>
                <a:gd name="connsiteY28" fmla="*/ 1683544 h 2066925"/>
                <a:gd name="connsiteX29" fmla="*/ 129064 w 2828925"/>
                <a:gd name="connsiteY29" fmla="*/ 1359694 h 2066925"/>
                <a:gd name="connsiteX30" fmla="*/ 224314 w 2828925"/>
                <a:gd name="connsiteY30" fmla="*/ 1359694 h 2066925"/>
                <a:gd name="connsiteX31" fmla="*/ 319564 w 2828925"/>
                <a:gd name="connsiteY31" fmla="*/ 1359694 h 2066925"/>
                <a:gd name="connsiteX32" fmla="*/ 319564 w 2828925"/>
                <a:gd name="connsiteY32" fmla="*/ 1683544 h 2066925"/>
                <a:gd name="connsiteX33" fmla="*/ 224314 w 2828925"/>
                <a:gd name="connsiteY33" fmla="*/ 1683544 h 2066925"/>
                <a:gd name="connsiteX34" fmla="*/ 129064 w 2828925"/>
                <a:gd name="connsiteY34" fmla="*/ 1683544 h 2066925"/>
                <a:gd name="connsiteX35" fmla="*/ 2700814 w 2828925"/>
                <a:gd name="connsiteY35" fmla="*/ 1946434 h 2066925"/>
                <a:gd name="connsiteX36" fmla="*/ 285274 w 2828925"/>
                <a:gd name="connsiteY36" fmla="*/ 1946434 h 2066925"/>
                <a:gd name="connsiteX37" fmla="*/ 285274 w 2828925"/>
                <a:gd name="connsiteY37" fmla="*/ 1805464 h 2066925"/>
                <a:gd name="connsiteX38" fmla="*/ 380524 w 2828925"/>
                <a:gd name="connsiteY38" fmla="*/ 1805464 h 2066925"/>
                <a:gd name="connsiteX39" fmla="*/ 441484 w 2828925"/>
                <a:gd name="connsiteY39" fmla="*/ 1744504 h 2066925"/>
                <a:gd name="connsiteX40" fmla="*/ 441484 w 2828925"/>
                <a:gd name="connsiteY40" fmla="*/ 1298734 h 2066925"/>
                <a:gd name="connsiteX41" fmla="*/ 380524 w 2828925"/>
                <a:gd name="connsiteY41" fmla="*/ 1237774 h 2066925"/>
                <a:gd name="connsiteX42" fmla="*/ 285274 w 2828925"/>
                <a:gd name="connsiteY42" fmla="*/ 1237774 h 2066925"/>
                <a:gd name="connsiteX43" fmla="*/ 285274 w 2828925"/>
                <a:gd name="connsiteY43" fmla="*/ 837724 h 2066925"/>
                <a:gd name="connsiteX44" fmla="*/ 380524 w 2828925"/>
                <a:gd name="connsiteY44" fmla="*/ 837724 h 2066925"/>
                <a:gd name="connsiteX45" fmla="*/ 441484 w 2828925"/>
                <a:gd name="connsiteY45" fmla="*/ 776764 h 2066925"/>
                <a:gd name="connsiteX46" fmla="*/ 441484 w 2828925"/>
                <a:gd name="connsiteY46" fmla="*/ 330994 h 2066925"/>
                <a:gd name="connsiteX47" fmla="*/ 380524 w 2828925"/>
                <a:gd name="connsiteY47" fmla="*/ 270034 h 2066925"/>
                <a:gd name="connsiteX48" fmla="*/ 285274 w 2828925"/>
                <a:gd name="connsiteY48" fmla="*/ 270034 h 2066925"/>
                <a:gd name="connsiteX49" fmla="*/ 285274 w 2828925"/>
                <a:gd name="connsiteY49" fmla="*/ 129064 h 2066925"/>
                <a:gd name="connsiteX50" fmla="*/ 2700814 w 2828925"/>
                <a:gd name="connsiteY50" fmla="*/ 129064 h 2066925"/>
                <a:gd name="connsiteX51" fmla="*/ 2700814 w 2828925"/>
                <a:gd name="connsiteY51" fmla="*/ 1946434 h 2066925"/>
                <a:gd name="connsiteX52" fmla="*/ 2700814 w 2828925"/>
                <a:gd name="connsiteY52" fmla="*/ 1946434 h 2066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828925" h="2066925">
                  <a:moveTo>
                    <a:pt x="2761774" y="7144"/>
                  </a:moveTo>
                  <a:lnTo>
                    <a:pt x="224314" y="7144"/>
                  </a:lnTo>
                  <a:cubicBezTo>
                    <a:pt x="190024" y="7144"/>
                    <a:pt x="163354" y="33814"/>
                    <a:pt x="163354" y="68104"/>
                  </a:cubicBezTo>
                  <a:lnTo>
                    <a:pt x="163354" y="270034"/>
                  </a:lnTo>
                  <a:lnTo>
                    <a:pt x="68104" y="270034"/>
                  </a:lnTo>
                  <a:cubicBezTo>
                    <a:pt x="33814" y="270034"/>
                    <a:pt x="7144" y="296704"/>
                    <a:pt x="7144" y="330994"/>
                  </a:cubicBezTo>
                  <a:lnTo>
                    <a:pt x="7144" y="776764"/>
                  </a:lnTo>
                  <a:cubicBezTo>
                    <a:pt x="7144" y="811054"/>
                    <a:pt x="33814" y="837724"/>
                    <a:pt x="68104" y="837724"/>
                  </a:cubicBezTo>
                  <a:lnTo>
                    <a:pt x="163354" y="837724"/>
                  </a:lnTo>
                  <a:lnTo>
                    <a:pt x="163354" y="1237774"/>
                  </a:lnTo>
                  <a:lnTo>
                    <a:pt x="68104" y="1237774"/>
                  </a:lnTo>
                  <a:cubicBezTo>
                    <a:pt x="33814" y="1237774"/>
                    <a:pt x="7144" y="1264444"/>
                    <a:pt x="7144" y="1298734"/>
                  </a:cubicBezTo>
                  <a:lnTo>
                    <a:pt x="7144" y="1744504"/>
                  </a:lnTo>
                  <a:cubicBezTo>
                    <a:pt x="7144" y="1778794"/>
                    <a:pt x="33814" y="1805464"/>
                    <a:pt x="68104" y="1805464"/>
                  </a:cubicBezTo>
                  <a:lnTo>
                    <a:pt x="163354" y="1805464"/>
                  </a:lnTo>
                  <a:lnTo>
                    <a:pt x="163354" y="2007394"/>
                  </a:lnTo>
                  <a:cubicBezTo>
                    <a:pt x="163354" y="2041684"/>
                    <a:pt x="190024" y="2068354"/>
                    <a:pt x="224314" y="2068354"/>
                  </a:cubicBezTo>
                  <a:lnTo>
                    <a:pt x="2761774" y="2068354"/>
                  </a:lnTo>
                  <a:cubicBezTo>
                    <a:pt x="2796064" y="2068354"/>
                    <a:pt x="2822734" y="2041684"/>
                    <a:pt x="2822734" y="2007394"/>
                  </a:cubicBezTo>
                  <a:lnTo>
                    <a:pt x="2822734" y="68104"/>
                  </a:lnTo>
                  <a:cubicBezTo>
                    <a:pt x="2822734" y="33814"/>
                    <a:pt x="2796064" y="7144"/>
                    <a:pt x="2761774" y="7144"/>
                  </a:cubicBezTo>
                  <a:close/>
                  <a:moveTo>
                    <a:pt x="129064" y="715804"/>
                  </a:moveTo>
                  <a:lnTo>
                    <a:pt x="129064" y="391954"/>
                  </a:lnTo>
                  <a:lnTo>
                    <a:pt x="224314" y="391954"/>
                  </a:lnTo>
                  <a:lnTo>
                    <a:pt x="319564" y="391954"/>
                  </a:lnTo>
                  <a:lnTo>
                    <a:pt x="319564" y="715804"/>
                  </a:lnTo>
                  <a:lnTo>
                    <a:pt x="224314" y="715804"/>
                  </a:lnTo>
                  <a:lnTo>
                    <a:pt x="129064" y="715804"/>
                  </a:lnTo>
                  <a:close/>
                  <a:moveTo>
                    <a:pt x="129064" y="1683544"/>
                  </a:moveTo>
                  <a:lnTo>
                    <a:pt x="129064" y="1359694"/>
                  </a:lnTo>
                  <a:lnTo>
                    <a:pt x="224314" y="1359694"/>
                  </a:lnTo>
                  <a:lnTo>
                    <a:pt x="319564" y="1359694"/>
                  </a:lnTo>
                  <a:lnTo>
                    <a:pt x="319564" y="1683544"/>
                  </a:lnTo>
                  <a:lnTo>
                    <a:pt x="224314" y="1683544"/>
                  </a:lnTo>
                  <a:lnTo>
                    <a:pt x="129064" y="1683544"/>
                  </a:lnTo>
                  <a:close/>
                  <a:moveTo>
                    <a:pt x="2700814" y="1946434"/>
                  </a:moveTo>
                  <a:lnTo>
                    <a:pt x="285274" y="1946434"/>
                  </a:lnTo>
                  <a:lnTo>
                    <a:pt x="285274" y="1805464"/>
                  </a:lnTo>
                  <a:lnTo>
                    <a:pt x="380524" y="1805464"/>
                  </a:lnTo>
                  <a:cubicBezTo>
                    <a:pt x="414814" y="1805464"/>
                    <a:pt x="441484" y="1778794"/>
                    <a:pt x="441484" y="1744504"/>
                  </a:cubicBezTo>
                  <a:lnTo>
                    <a:pt x="441484" y="1298734"/>
                  </a:lnTo>
                  <a:cubicBezTo>
                    <a:pt x="441484" y="1264444"/>
                    <a:pt x="414814" y="1237774"/>
                    <a:pt x="380524" y="1237774"/>
                  </a:cubicBezTo>
                  <a:lnTo>
                    <a:pt x="285274" y="1237774"/>
                  </a:lnTo>
                  <a:lnTo>
                    <a:pt x="285274" y="837724"/>
                  </a:lnTo>
                  <a:lnTo>
                    <a:pt x="380524" y="837724"/>
                  </a:lnTo>
                  <a:cubicBezTo>
                    <a:pt x="414814" y="837724"/>
                    <a:pt x="441484" y="811054"/>
                    <a:pt x="441484" y="776764"/>
                  </a:cubicBezTo>
                  <a:lnTo>
                    <a:pt x="441484" y="330994"/>
                  </a:lnTo>
                  <a:cubicBezTo>
                    <a:pt x="441484" y="296704"/>
                    <a:pt x="414814" y="270034"/>
                    <a:pt x="380524" y="270034"/>
                  </a:cubicBezTo>
                  <a:lnTo>
                    <a:pt x="285274" y="270034"/>
                  </a:lnTo>
                  <a:lnTo>
                    <a:pt x="285274" y="129064"/>
                  </a:lnTo>
                  <a:lnTo>
                    <a:pt x="2700814" y="129064"/>
                  </a:lnTo>
                  <a:lnTo>
                    <a:pt x="2700814" y="1946434"/>
                  </a:lnTo>
                  <a:lnTo>
                    <a:pt x="2700814" y="194643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BEBBB459-F992-4D42-951C-5FE26E01F516}"/>
                </a:ext>
              </a:extLst>
            </p:cNvPr>
            <p:cNvSpPr/>
            <p:nvPr/>
          </p:nvSpPr>
          <p:spPr>
            <a:xfrm>
              <a:off x="6738461" y="3309461"/>
              <a:ext cx="895350" cy="895350"/>
            </a:xfrm>
            <a:custGeom>
              <a:avLst/>
              <a:gdLst>
                <a:gd name="connsiteX0" fmla="*/ 449104 w 895350"/>
                <a:gd name="connsiteY0" fmla="*/ 7144 h 895350"/>
                <a:gd name="connsiteX1" fmla="*/ 7144 w 895350"/>
                <a:gd name="connsiteY1" fmla="*/ 449104 h 895350"/>
                <a:gd name="connsiteX2" fmla="*/ 449104 w 895350"/>
                <a:gd name="connsiteY2" fmla="*/ 891064 h 895350"/>
                <a:gd name="connsiteX3" fmla="*/ 891064 w 895350"/>
                <a:gd name="connsiteY3" fmla="*/ 449104 h 895350"/>
                <a:gd name="connsiteX4" fmla="*/ 449104 w 895350"/>
                <a:gd name="connsiteY4" fmla="*/ 7144 h 895350"/>
                <a:gd name="connsiteX5" fmla="*/ 449104 w 895350"/>
                <a:gd name="connsiteY5" fmla="*/ 772954 h 895350"/>
                <a:gd name="connsiteX6" fmla="*/ 129064 w 895350"/>
                <a:gd name="connsiteY6" fmla="*/ 452914 h 895350"/>
                <a:gd name="connsiteX7" fmla="*/ 449104 w 895350"/>
                <a:gd name="connsiteY7" fmla="*/ 132874 h 895350"/>
                <a:gd name="connsiteX8" fmla="*/ 769144 w 895350"/>
                <a:gd name="connsiteY8" fmla="*/ 452914 h 895350"/>
                <a:gd name="connsiteX9" fmla="*/ 449104 w 895350"/>
                <a:gd name="connsiteY9" fmla="*/ 772954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5350" h="895350">
                  <a:moveTo>
                    <a:pt x="449104" y="7144"/>
                  </a:moveTo>
                  <a:cubicBezTo>
                    <a:pt x="205264" y="7144"/>
                    <a:pt x="7144" y="205264"/>
                    <a:pt x="7144" y="449104"/>
                  </a:cubicBezTo>
                  <a:cubicBezTo>
                    <a:pt x="10954" y="692944"/>
                    <a:pt x="209074" y="891064"/>
                    <a:pt x="449104" y="891064"/>
                  </a:cubicBezTo>
                  <a:cubicBezTo>
                    <a:pt x="692944" y="891064"/>
                    <a:pt x="891064" y="692944"/>
                    <a:pt x="891064" y="449104"/>
                  </a:cubicBezTo>
                  <a:cubicBezTo>
                    <a:pt x="891064" y="205264"/>
                    <a:pt x="692944" y="7144"/>
                    <a:pt x="449104" y="7144"/>
                  </a:cubicBezTo>
                  <a:close/>
                  <a:moveTo>
                    <a:pt x="449104" y="772954"/>
                  </a:moveTo>
                  <a:cubicBezTo>
                    <a:pt x="273844" y="772954"/>
                    <a:pt x="129064" y="628174"/>
                    <a:pt x="129064" y="452914"/>
                  </a:cubicBezTo>
                  <a:cubicBezTo>
                    <a:pt x="129064" y="277654"/>
                    <a:pt x="273844" y="132874"/>
                    <a:pt x="449104" y="132874"/>
                  </a:cubicBezTo>
                  <a:cubicBezTo>
                    <a:pt x="624364" y="132874"/>
                    <a:pt x="769144" y="277654"/>
                    <a:pt x="769144" y="452914"/>
                  </a:cubicBezTo>
                  <a:cubicBezTo>
                    <a:pt x="769144" y="628174"/>
                    <a:pt x="624364" y="772954"/>
                    <a:pt x="449104" y="7729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BF941FA7-FF44-4F0C-9A8A-B14005A8EF52}"/>
                </a:ext>
              </a:extLst>
            </p:cNvPr>
            <p:cNvSpPr/>
            <p:nvPr/>
          </p:nvSpPr>
          <p:spPr>
            <a:xfrm>
              <a:off x="6974681" y="3545681"/>
              <a:ext cx="419100" cy="419100"/>
            </a:xfrm>
            <a:custGeom>
              <a:avLst/>
              <a:gdLst>
                <a:gd name="connsiteX0" fmla="*/ 212884 w 419100"/>
                <a:gd name="connsiteY0" fmla="*/ 7144 h 419100"/>
                <a:gd name="connsiteX1" fmla="*/ 7144 w 419100"/>
                <a:gd name="connsiteY1" fmla="*/ 212884 h 419100"/>
                <a:gd name="connsiteX2" fmla="*/ 212884 w 419100"/>
                <a:gd name="connsiteY2" fmla="*/ 418624 h 419100"/>
                <a:gd name="connsiteX3" fmla="*/ 418624 w 419100"/>
                <a:gd name="connsiteY3" fmla="*/ 212884 h 419100"/>
                <a:gd name="connsiteX4" fmla="*/ 212884 w 419100"/>
                <a:gd name="connsiteY4" fmla="*/ 7144 h 419100"/>
                <a:gd name="connsiteX5" fmla="*/ 212884 w 419100"/>
                <a:gd name="connsiteY5" fmla="*/ 300514 h 419100"/>
                <a:gd name="connsiteX6" fmla="*/ 129064 w 419100"/>
                <a:gd name="connsiteY6" fmla="*/ 216694 h 419100"/>
                <a:gd name="connsiteX7" fmla="*/ 212884 w 419100"/>
                <a:gd name="connsiteY7" fmla="*/ 132874 h 419100"/>
                <a:gd name="connsiteX8" fmla="*/ 296704 w 419100"/>
                <a:gd name="connsiteY8" fmla="*/ 216694 h 419100"/>
                <a:gd name="connsiteX9" fmla="*/ 212884 w 419100"/>
                <a:gd name="connsiteY9" fmla="*/ 300514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9100" h="419100">
                  <a:moveTo>
                    <a:pt x="212884" y="7144"/>
                  </a:moveTo>
                  <a:cubicBezTo>
                    <a:pt x="98584" y="7144"/>
                    <a:pt x="7144" y="98584"/>
                    <a:pt x="7144" y="212884"/>
                  </a:cubicBezTo>
                  <a:cubicBezTo>
                    <a:pt x="10954" y="327184"/>
                    <a:pt x="102394" y="418624"/>
                    <a:pt x="212884" y="418624"/>
                  </a:cubicBezTo>
                  <a:cubicBezTo>
                    <a:pt x="327184" y="418624"/>
                    <a:pt x="418624" y="327184"/>
                    <a:pt x="418624" y="212884"/>
                  </a:cubicBezTo>
                  <a:cubicBezTo>
                    <a:pt x="418624" y="98584"/>
                    <a:pt x="327184" y="7144"/>
                    <a:pt x="212884" y="7144"/>
                  </a:cubicBezTo>
                  <a:close/>
                  <a:moveTo>
                    <a:pt x="212884" y="300514"/>
                  </a:moveTo>
                  <a:cubicBezTo>
                    <a:pt x="167164" y="300514"/>
                    <a:pt x="129064" y="262414"/>
                    <a:pt x="129064" y="216694"/>
                  </a:cubicBezTo>
                  <a:cubicBezTo>
                    <a:pt x="132874" y="170974"/>
                    <a:pt x="167164" y="132874"/>
                    <a:pt x="212884" y="132874"/>
                  </a:cubicBezTo>
                  <a:cubicBezTo>
                    <a:pt x="258604" y="132874"/>
                    <a:pt x="296704" y="170974"/>
                    <a:pt x="296704" y="216694"/>
                  </a:cubicBezTo>
                  <a:cubicBezTo>
                    <a:pt x="296704" y="262414"/>
                    <a:pt x="258604" y="300514"/>
                    <a:pt x="212884" y="3005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82" name="Graphic 6">
            <a:extLst>
              <a:ext uri="{FF2B5EF4-FFF2-40B4-BE49-F238E27FC236}">
                <a16:creationId xmlns:a16="http://schemas.microsoft.com/office/drawing/2014/main" id="{98A1F717-7B89-49A4-8F49-FEC2716755FE}"/>
              </a:ext>
            </a:extLst>
          </p:cNvPr>
          <p:cNvGrpSpPr>
            <a:grpSpLocks noChangeAspect="1"/>
          </p:cNvGrpSpPr>
          <p:nvPr/>
        </p:nvGrpSpPr>
        <p:grpSpPr>
          <a:xfrm>
            <a:off x="6261352" y="3948985"/>
            <a:ext cx="756215" cy="502920"/>
            <a:chOff x="4591050" y="2581275"/>
            <a:chExt cx="3924300" cy="26098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F3EB685B-B13E-46B3-BF8E-253AC4F00718}"/>
                </a:ext>
              </a:extLst>
            </p:cNvPr>
            <p:cNvSpPr/>
            <p:nvPr/>
          </p:nvSpPr>
          <p:spPr>
            <a:xfrm>
              <a:off x="4583906" y="2574131"/>
              <a:ext cx="3933825" cy="2257425"/>
            </a:xfrm>
            <a:custGeom>
              <a:avLst/>
              <a:gdLst>
                <a:gd name="connsiteX0" fmla="*/ 3878104 w 3933825"/>
                <a:gd name="connsiteY0" fmla="*/ 7144 h 2257425"/>
                <a:gd name="connsiteX1" fmla="*/ 3272314 w 3933825"/>
                <a:gd name="connsiteY1" fmla="*/ 7144 h 2257425"/>
                <a:gd name="connsiteX2" fmla="*/ 1058704 w 3933825"/>
                <a:gd name="connsiteY2" fmla="*/ 7144 h 2257425"/>
                <a:gd name="connsiteX3" fmla="*/ 437674 w 3933825"/>
                <a:gd name="connsiteY3" fmla="*/ 7144 h 2257425"/>
                <a:gd name="connsiteX4" fmla="*/ 376714 w 3933825"/>
                <a:gd name="connsiteY4" fmla="*/ 68104 h 2257425"/>
                <a:gd name="connsiteX5" fmla="*/ 376714 w 3933825"/>
                <a:gd name="connsiteY5" fmla="*/ 361474 h 2257425"/>
                <a:gd name="connsiteX6" fmla="*/ 68104 w 3933825"/>
                <a:gd name="connsiteY6" fmla="*/ 361474 h 2257425"/>
                <a:gd name="connsiteX7" fmla="*/ 7144 w 3933825"/>
                <a:gd name="connsiteY7" fmla="*/ 422434 h 2257425"/>
                <a:gd name="connsiteX8" fmla="*/ 7144 w 3933825"/>
                <a:gd name="connsiteY8" fmla="*/ 1039654 h 2257425"/>
                <a:gd name="connsiteX9" fmla="*/ 7144 w 3933825"/>
                <a:gd name="connsiteY9" fmla="*/ 1580674 h 2257425"/>
                <a:gd name="connsiteX10" fmla="*/ 7144 w 3933825"/>
                <a:gd name="connsiteY10" fmla="*/ 2197894 h 2257425"/>
                <a:gd name="connsiteX11" fmla="*/ 68104 w 3933825"/>
                <a:gd name="connsiteY11" fmla="*/ 2258854 h 2257425"/>
                <a:gd name="connsiteX12" fmla="*/ 685324 w 3933825"/>
                <a:gd name="connsiteY12" fmla="*/ 2258854 h 2257425"/>
                <a:gd name="connsiteX13" fmla="*/ 2898934 w 3933825"/>
                <a:gd name="connsiteY13" fmla="*/ 2258854 h 2257425"/>
                <a:gd name="connsiteX14" fmla="*/ 3504724 w 3933825"/>
                <a:gd name="connsiteY14" fmla="*/ 2258854 h 2257425"/>
                <a:gd name="connsiteX15" fmla="*/ 3565684 w 3933825"/>
                <a:gd name="connsiteY15" fmla="*/ 2197894 h 2257425"/>
                <a:gd name="connsiteX16" fmla="*/ 3565684 w 3933825"/>
                <a:gd name="connsiteY16" fmla="*/ 1904524 h 2257425"/>
                <a:gd name="connsiteX17" fmla="*/ 3874294 w 3933825"/>
                <a:gd name="connsiteY17" fmla="*/ 1904524 h 2257425"/>
                <a:gd name="connsiteX18" fmla="*/ 3935254 w 3933825"/>
                <a:gd name="connsiteY18" fmla="*/ 1843564 h 2257425"/>
                <a:gd name="connsiteX19" fmla="*/ 3935254 w 3933825"/>
                <a:gd name="connsiteY19" fmla="*/ 1226344 h 2257425"/>
                <a:gd name="connsiteX20" fmla="*/ 3935254 w 3933825"/>
                <a:gd name="connsiteY20" fmla="*/ 685324 h 2257425"/>
                <a:gd name="connsiteX21" fmla="*/ 3935254 w 3933825"/>
                <a:gd name="connsiteY21" fmla="*/ 68104 h 2257425"/>
                <a:gd name="connsiteX22" fmla="*/ 3878104 w 3933825"/>
                <a:gd name="connsiteY22" fmla="*/ 7144 h 2257425"/>
                <a:gd name="connsiteX23" fmla="*/ 1112044 w 3933825"/>
                <a:gd name="connsiteY23" fmla="*/ 129064 h 2257425"/>
                <a:gd name="connsiteX24" fmla="*/ 3215164 w 3933825"/>
                <a:gd name="connsiteY24" fmla="*/ 129064 h 2257425"/>
                <a:gd name="connsiteX25" fmla="*/ 3276124 w 3933825"/>
                <a:gd name="connsiteY25" fmla="*/ 361474 h 2257425"/>
                <a:gd name="connsiteX26" fmla="*/ 2902744 w 3933825"/>
                <a:gd name="connsiteY26" fmla="*/ 361474 h 2257425"/>
                <a:gd name="connsiteX27" fmla="*/ 1051084 w 3933825"/>
                <a:gd name="connsiteY27" fmla="*/ 361474 h 2257425"/>
                <a:gd name="connsiteX28" fmla="*/ 1112044 w 3933825"/>
                <a:gd name="connsiteY28" fmla="*/ 129064 h 2257425"/>
                <a:gd name="connsiteX29" fmla="*/ 3386614 w 3933825"/>
                <a:gd name="connsiteY29" fmla="*/ 483394 h 2257425"/>
                <a:gd name="connsiteX30" fmla="*/ 3447574 w 3933825"/>
                <a:gd name="connsiteY30" fmla="*/ 483394 h 2257425"/>
                <a:gd name="connsiteX31" fmla="*/ 3447574 w 3933825"/>
                <a:gd name="connsiteY31" fmla="*/ 551974 h 2257425"/>
                <a:gd name="connsiteX32" fmla="*/ 3447574 w 3933825"/>
                <a:gd name="connsiteY32" fmla="*/ 974884 h 2257425"/>
                <a:gd name="connsiteX33" fmla="*/ 2967514 w 3933825"/>
                <a:gd name="connsiteY33" fmla="*/ 483394 h 2257425"/>
                <a:gd name="connsiteX34" fmla="*/ 3386614 w 3933825"/>
                <a:gd name="connsiteY34" fmla="*/ 483394 h 2257425"/>
                <a:gd name="connsiteX35" fmla="*/ 498634 w 3933825"/>
                <a:gd name="connsiteY35" fmla="*/ 129064 h 2257425"/>
                <a:gd name="connsiteX36" fmla="*/ 990124 w 3933825"/>
                <a:gd name="connsiteY36" fmla="*/ 129064 h 2257425"/>
                <a:gd name="connsiteX37" fmla="*/ 910114 w 3933825"/>
                <a:gd name="connsiteY37" fmla="*/ 361474 h 2257425"/>
                <a:gd name="connsiteX38" fmla="*/ 685324 w 3933825"/>
                <a:gd name="connsiteY38" fmla="*/ 361474 h 2257425"/>
                <a:gd name="connsiteX39" fmla="*/ 498634 w 3933825"/>
                <a:gd name="connsiteY39" fmla="*/ 361474 h 2257425"/>
                <a:gd name="connsiteX40" fmla="*/ 498634 w 3933825"/>
                <a:gd name="connsiteY40" fmla="*/ 129064 h 2257425"/>
                <a:gd name="connsiteX41" fmla="*/ 129064 w 3933825"/>
                <a:gd name="connsiteY41" fmla="*/ 483394 h 2257425"/>
                <a:gd name="connsiteX42" fmla="*/ 437674 w 3933825"/>
                <a:gd name="connsiteY42" fmla="*/ 483394 h 2257425"/>
                <a:gd name="connsiteX43" fmla="*/ 620554 w 3933825"/>
                <a:gd name="connsiteY43" fmla="*/ 483394 h 2257425"/>
                <a:gd name="connsiteX44" fmla="*/ 129064 w 3933825"/>
                <a:gd name="connsiteY44" fmla="*/ 974884 h 2257425"/>
                <a:gd name="connsiteX45" fmla="*/ 129064 w 3933825"/>
                <a:gd name="connsiteY45" fmla="*/ 483394 h 2257425"/>
                <a:gd name="connsiteX46" fmla="*/ 129064 w 3933825"/>
                <a:gd name="connsiteY46" fmla="*/ 2140744 h 2257425"/>
                <a:gd name="connsiteX47" fmla="*/ 129064 w 3933825"/>
                <a:gd name="connsiteY47" fmla="*/ 1649254 h 2257425"/>
                <a:gd name="connsiteX48" fmla="*/ 620554 w 3933825"/>
                <a:gd name="connsiteY48" fmla="*/ 2140744 h 2257425"/>
                <a:gd name="connsiteX49" fmla="*/ 129064 w 3933825"/>
                <a:gd name="connsiteY49" fmla="*/ 2140744 h 2257425"/>
                <a:gd name="connsiteX50" fmla="*/ 3447574 w 3933825"/>
                <a:gd name="connsiteY50" fmla="*/ 1847374 h 2257425"/>
                <a:gd name="connsiteX51" fmla="*/ 3447574 w 3933825"/>
                <a:gd name="connsiteY51" fmla="*/ 2140744 h 2257425"/>
                <a:gd name="connsiteX52" fmla="*/ 2967514 w 3933825"/>
                <a:gd name="connsiteY52" fmla="*/ 2140744 h 2257425"/>
                <a:gd name="connsiteX53" fmla="*/ 3447574 w 3933825"/>
                <a:gd name="connsiteY53" fmla="*/ 1649254 h 2257425"/>
                <a:gd name="connsiteX54" fmla="*/ 3447574 w 3933825"/>
                <a:gd name="connsiteY54" fmla="*/ 1847374 h 2257425"/>
                <a:gd name="connsiteX55" fmla="*/ 3447574 w 3933825"/>
                <a:gd name="connsiteY55" fmla="*/ 1359694 h 2257425"/>
                <a:gd name="connsiteX56" fmla="*/ 3447574 w 3933825"/>
                <a:gd name="connsiteY56" fmla="*/ 1523524 h 2257425"/>
                <a:gd name="connsiteX57" fmla="*/ 2845594 w 3933825"/>
                <a:gd name="connsiteY57" fmla="*/ 2136934 h 2257425"/>
                <a:gd name="connsiteX58" fmla="*/ 746284 w 3933825"/>
                <a:gd name="connsiteY58" fmla="*/ 2136934 h 2257425"/>
                <a:gd name="connsiteX59" fmla="*/ 746284 w 3933825"/>
                <a:gd name="connsiteY59" fmla="*/ 2140744 h 2257425"/>
                <a:gd name="connsiteX60" fmla="*/ 132874 w 3933825"/>
                <a:gd name="connsiteY60" fmla="*/ 1523524 h 2257425"/>
                <a:gd name="connsiteX61" fmla="*/ 132874 w 3933825"/>
                <a:gd name="connsiteY61" fmla="*/ 1100614 h 2257425"/>
                <a:gd name="connsiteX62" fmla="*/ 750094 w 3933825"/>
                <a:gd name="connsiteY62" fmla="*/ 483394 h 2257425"/>
                <a:gd name="connsiteX63" fmla="*/ 944404 w 3933825"/>
                <a:gd name="connsiteY63" fmla="*/ 483394 h 2257425"/>
                <a:gd name="connsiteX64" fmla="*/ 2845594 w 3933825"/>
                <a:gd name="connsiteY64" fmla="*/ 483394 h 2257425"/>
                <a:gd name="connsiteX65" fmla="*/ 3447574 w 3933825"/>
                <a:gd name="connsiteY65" fmla="*/ 1096804 h 2257425"/>
                <a:gd name="connsiteX66" fmla="*/ 3447574 w 3933825"/>
                <a:gd name="connsiteY66" fmla="*/ 1359694 h 2257425"/>
                <a:gd name="connsiteX67" fmla="*/ 3817144 w 3933825"/>
                <a:gd name="connsiteY67" fmla="*/ 1786414 h 2257425"/>
                <a:gd name="connsiteX68" fmla="*/ 3569494 w 3933825"/>
                <a:gd name="connsiteY68" fmla="*/ 1786414 h 2257425"/>
                <a:gd name="connsiteX69" fmla="*/ 3569494 w 3933825"/>
                <a:gd name="connsiteY69" fmla="*/ 1584484 h 2257425"/>
                <a:gd name="connsiteX70" fmla="*/ 3569494 w 3933825"/>
                <a:gd name="connsiteY70" fmla="*/ 1393984 h 2257425"/>
                <a:gd name="connsiteX71" fmla="*/ 3817144 w 3933825"/>
                <a:gd name="connsiteY71" fmla="*/ 1294924 h 2257425"/>
                <a:gd name="connsiteX72" fmla="*/ 3817144 w 3933825"/>
                <a:gd name="connsiteY72" fmla="*/ 1786414 h 2257425"/>
                <a:gd name="connsiteX73" fmla="*/ 3817144 w 3933825"/>
                <a:gd name="connsiteY73" fmla="*/ 1173004 h 2257425"/>
                <a:gd name="connsiteX74" fmla="*/ 3569494 w 3933825"/>
                <a:gd name="connsiteY74" fmla="*/ 1249204 h 2257425"/>
                <a:gd name="connsiteX75" fmla="*/ 3569494 w 3933825"/>
                <a:gd name="connsiteY75" fmla="*/ 1039654 h 2257425"/>
                <a:gd name="connsiteX76" fmla="*/ 3569494 w 3933825"/>
                <a:gd name="connsiteY76" fmla="*/ 662464 h 2257425"/>
                <a:gd name="connsiteX77" fmla="*/ 3817144 w 3933825"/>
                <a:gd name="connsiteY77" fmla="*/ 738664 h 2257425"/>
                <a:gd name="connsiteX78" fmla="*/ 3817144 w 3933825"/>
                <a:gd name="connsiteY78" fmla="*/ 1173004 h 2257425"/>
                <a:gd name="connsiteX79" fmla="*/ 3817144 w 3933825"/>
                <a:gd name="connsiteY79" fmla="*/ 620554 h 2257425"/>
                <a:gd name="connsiteX80" fmla="*/ 3569494 w 3933825"/>
                <a:gd name="connsiteY80" fmla="*/ 521494 h 2257425"/>
                <a:gd name="connsiteX81" fmla="*/ 3569494 w 3933825"/>
                <a:gd name="connsiteY81" fmla="*/ 422434 h 2257425"/>
                <a:gd name="connsiteX82" fmla="*/ 3508534 w 3933825"/>
                <a:gd name="connsiteY82" fmla="*/ 361474 h 2257425"/>
                <a:gd name="connsiteX83" fmla="*/ 3420904 w 3933825"/>
                <a:gd name="connsiteY83" fmla="*/ 361474 h 2257425"/>
                <a:gd name="connsiteX84" fmla="*/ 3340894 w 3933825"/>
                <a:gd name="connsiteY84" fmla="*/ 129064 h 2257425"/>
                <a:gd name="connsiteX85" fmla="*/ 3817144 w 3933825"/>
                <a:gd name="connsiteY85" fmla="*/ 129064 h 2257425"/>
                <a:gd name="connsiteX86" fmla="*/ 3817144 w 3933825"/>
                <a:gd name="connsiteY86" fmla="*/ 620554 h 2257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933825" h="2257425">
                  <a:moveTo>
                    <a:pt x="3878104" y="7144"/>
                  </a:moveTo>
                  <a:lnTo>
                    <a:pt x="3272314" y="7144"/>
                  </a:lnTo>
                  <a:lnTo>
                    <a:pt x="1058704" y="7144"/>
                  </a:lnTo>
                  <a:lnTo>
                    <a:pt x="437674" y="7144"/>
                  </a:lnTo>
                  <a:cubicBezTo>
                    <a:pt x="403384" y="7144"/>
                    <a:pt x="376714" y="33814"/>
                    <a:pt x="376714" y="68104"/>
                  </a:cubicBezTo>
                  <a:lnTo>
                    <a:pt x="376714" y="361474"/>
                  </a:lnTo>
                  <a:lnTo>
                    <a:pt x="68104" y="361474"/>
                  </a:lnTo>
                  <a:cubicBezTo>
                    <a:pt x="33814" y="361474"/>
                    <a:pt x="7144" y="388144"/>
                    <a:pt x="7144" y="422434"/>
                  </a:cubicBezTo>
                  <a:lnTo>
                    <a:pt x="7144" y="1039654"/>
                  </a:lnTo>
                  <a:lnTo>
                    <a:pt x="7144" y="1580674"/>
                  </a:lnTo>
                  <a:lnTo>
                    <a:pt x="7144" y="2197894"/>
                  </a:lnTo>
                  <a:cubicBezTo>
                    <a:pt x="7144" y="2232184"/>
                    <a:pt x="33814" y="2258854"/>
                    <a:pt x="68104" y="2258854"/>
                  </a:cubicBezTo>
                  <a:lnTo>
                    <a:pt x="685324" y="2258854"/>
                  </a:lnTo>
                  <a:lnTo>
                    <a:pt x="2898934" y="2258854"/>
                  </a:lnTo>
                  <a:lnTo>
                    <a:pt x="3504724" y="2258854"/>
                  </a:lnTo>
                  <a:cubicBezTo>
                    <a:pt x="3539014" y="2258854"/>
                    <a:pt x="3565684" y="2232184"/>
                    <a:pt x="3565684" y="2197894"/>
                  </a:cubicBezTo>
                  <a:lnTo>
                    <a:pt x="3565684" y="1904524"/>
                  </a:lnTo>
                  <a:lnTo>
                    <a:pt x="3874294" y="1904524"/>
                  </a:lnTo>
                  <a:cubicBezTo>
                    <a:pt x="3908584" y="1904524"/>
                    <a:pt x="3935254" y="1877854"/>
                    <a:pt x="3935254" y="1843564"/>
                  </a:cubicBezTo>
                  <a:lnTo>
                    <a:pt x="3935254" y="1226344"/>
                  </a:lnTo>
                  <a:lnTo>
                    <a:pt x="3935254" y="685324"/>
                  </a:lnTo>
                  <a:lnTo>
                    <a:pt x="3935254" y="68104"/>
                  </a:lnTo>
                  <a:cubicBezTo>
                    <a:pt x="3939064" y="33814"/>
                    <a:pt x="3912394" y="7144"/>
                    <a:pt x="3878104" y="7144"/>
                  </a:cubicBezTo>
                  <a:close/>
                  <a:moveTo>
                    <a:pt x="1112044" y="129064"/>
                  </a:moveTo>
                  <a:lnTo>
                    <a:pt x="3215164" y="129064"/>
                  </a:lnTo>
                  <a:cubicBezTo>
                    <a:pt x="3222784" y="209074"/>
                    <a:pt x="3241834" y="289084"/>
                    <a:pt x="3276124" y="361474"/>
                  </a:cubicBezTo>
                  <a:lnTo>
                    <a:pt x="2902744" y="361474"/>
                  </a:lnTo>
                  <a:lnTo>
                    <a:pt x="1051084" y="361474"/>
                  </a:lnTo>
                  <a:cubicBezTo>
                    <a:pt x="1085374" y="289084"/>
                    <a:pt x="1108234" y="209074"/>
                    <a:pt x="1112044" y="129064"/>
                  </a:cubicBezTo>
                  <a:close/>
                  <a:moveTo>
                    <a:pt x="3386614" y="483394"/>
                  </a:moveTo>
                  <a:lnTo>
                    <a:pt x="3447574" y="483394"/>
                  </a:lnTo>
                  <a:lnTo>
                    <a:pt x="3447574" y="551974"/>
                  </a:lnTo>
                  <a:lnTo>
                    <a:pt x="3447574" y="974884"/>
                  </a:lnTo>
                  <a:cubicBezTo>
                    <a:pt x="3196114" y="940594"/>
                    <a:pt x="2997994" y="734854"/>
                    <a:pt x="2967514" y="483394"/>
                  </a:cubicBezTo>
                  <a:lnTo>
                    <a:pt x="3386614" y="483394"/>
                  </a:lnTo>
                  <a:close/>
                  <a:moveTo>
                    <a:pt x="498634" y="129064"/>
                  </a:moveTo>
                  <a:lnTo>
                    <a:pt x="990124" y="129064"/>
                  </a:lnTo>
                  <a:cubicBezTo>
                    <a:pt x="982504" y="212884"/>
                    <a:pt x="952024" y="292894"/>
                    <a:pt x="910114" y="361474"/>
                  </a:cubicBezTo>
                  <a:lnTo>
                    <a:pt x="685324" y="361474"/>
                  </a:lnTo>
                  <a:lnTo>
                    <a:pt x="498634" y="361474"/>
                  </a:lnTo>
                  <a:lnTo>
                    <a:pt x="498634" y="129064"/>
                  </a:lnTo>
                  <a:close/>
                  <a:moveTo>
                    <a:pt x="129064" y="483394"/>
                  </a:moveTo>
                  <a:lnTo>
                    <a:pt x="437674" y="483394"/>
                  </a:lnTo>
                  <a:lnTo>
                    <a:pt x="620554" y="483394"/>
                  </a:lnTo>
                  <a:cubicBezTo>
                    <a:pt x="593884" y="742474"/>
                    <a:pt x="384334" y="948214"/>
                    <a:pt x="129064" y="974884"/>
                  </a:cubicBezTo>
                  <a:cubicBezTo>
                    <a:pt x="129064" y="974884"/>
                    <a:pt x="129064" y="483394"/>
                    <a:pt x="129064" y="483394"/>
                  </a:cubicBezTo>
                  <a:close/>
                  <a:moveTo>
                    <a:pt x="129064" y="2140744"/>
                  </a:moveTo>
                  <a:lnTo>
                    <a:pt x="129064" y="1649254"/>
                  </a:lnTo>
                  <a:cubicBezTo>
                    <a:pt x="388144" y="1675924"/>
                    <a:pt x="593884" y="1885474"/>
                    <a:pt x="620554" y="2140744"/>
                  </a:cubicBezTo>
                  <a:lnTo>
                    <a:pt x="129064" y="2140744"/>
                  </a:lnTo>
                  <a:close/>
                  <a:moveTo>
                    <a:pt x="3447574" y="1847374"/>
                  </a:moveTo>
                  <a:lnTo>
                    <a:pt x="3447574" y="2140744"/>
                  </a:lnTo>
                  <a:lnTo>
                    <a:pt x="2967514" y="2140744"/>
                  </a:lnTo>
                  <a:cubicBezTo>
                    <a:pt x="2994184" y="1889284"/>
                    <a:pt x="3196114" y="1683544"/>
                    <a:pt x="3447574" y="1649254"/>
                  </a:cubicBezTo>
                  <a:lnTo>
                    <a:pt x="3447574" y="1847374"/>
                  </a:lnTo>
                  <a:close/>
                  <a:moveTo>
                    <a:pt x="3447574" y="1359694"/>
                  </a:moveTo>
                  <a:lnTo>
                    <a:pt x="3447574" y="1523524"/>
                  </a:lnTo>
                  <a:cubicBezTo>
                    <a:pt x="3131344" y="1557814"/>
                    <a:pt x="2876074" y="1820704"/>
                    <a:pt x="2845594" y="2136934"/>
                  </a:cubicBezTo>
                  <a:lnTo>
                    <a:pt x="746284" y="2136934"/>
                  </a:lnTo>
                  <a:lnTo>
                    <a:pt x="746284" y="2140744"/>
                  </a:lnTo>
                  <a:cubicBezTo>
                    <a:pt x="715804" y="1813084"/>
                    <a:pt x="456724" y="1554004"/>
                    <a:pt x="132874" y="1523524"/>
                  </a:cubicBezTo>
                  <a:lnTo>
                    <a:pt x="132874" y="1100614"/>
                  </a:lnTo>
                  <a:cubicBezTo>
                    <a:pt x="460534" y="1070134"/>
                    <a:pt x="719614" y="811054"/>
                    <a:pt x="750094" y="483394"/>
                  </a:cubicBezTo>
                  <a:lnTo>
                    <a:pt x="944404" y="483394"/>
                  </a:lnTo>
                  <a:lnTo>
                    <a:pt x="2845594" y="483394"/>
                  </a:lnTo>
                  <a:cubicBezTo>
                    <a:pt x="2876074" y="803434"/>
                    <a:pt x="3127534" y="1062514"/>
                    <a:pt x="3447574" y="1096804"/>
                  </a:cubicBezTo>
                  <a:lnTo>
                    <a:pt x="3447574" y="1359694"/>
                  </a:lnTo>
                  <a:close/>
                  <a:moveTo>
                    <a:pt x="3817144" y="1786414"/>
                  </a:moveTo>
                  <a:lnTo>
                    <a:pt x="3569494" y="1786414"/>
                  </a:lnTo>
                  <a:lnTo>
                    <a:pt x="3569494" y="1584484"/>
                  </a:lnTo>
                  <a:lnTo>
                    <a:pt x="3569494" y="1393984"/>
                  </a:lnTo>
                  <a:cubicBezTo>
                    <a:pt x="3641884" y="1340644"/>
                    <a:pt x="3729514" y="1306354"/>
                    <a:pt x="3817144" y="1294924"/>
                  </a:cubicBezTo>
                  <a:lnTo>
                    <a:pt x="3817144" y="1786414"/>
                  </a:lnTo>
                  <a:close/>
                  <a:moveTo>
                    <a:pt x="3817144" y="1173004"/>
                  </a:moveTo>
                  <a:cubicBezTo>
                    <a:pt x="3729514" y="1184434"/>
                    <a:pt x="3645694" y="1207294"/>
                    <a:pt x="3569494" y="1249204"/>
                  </a:cubicBezTo>
                  <a:lnTo>
                    <a:pt x="3569494" y="1039654"/>
                  </a:lnTo>
                  <a:lnTo>
                    <a:pt x="3569494" y="662464"/>
                  </a:lnTo>
                  <a:cubicBezTo>
                    <a:pt x="3645694" y="704374"/>
                    <a:pt x="3729514" y="727234"/>
                    <a:pt x="3817144" y="738664"/>
                  </a:cubicBezTo>
                  <a:lnTo>
                    <a:pt x="3817144" y="1173004"/>
                  </a:lnTo>
                  <a:close/>
                  <a:moveTo>
                    <a:pt x="3817144" y="620554"/>
                  </a:moveTo>
                  <a:cubicBezTo>
                    <a:pt x="3725704" y="609124"/>
                    <a:pt x="3641884" y="574834"/>
                    <a:pt x="3569494" y="521494"/>
                  </a:cubicBezTo>
                  <a:lnTo>
                    <a:pt x="3569494" y="422434"/>
                  </a:lnTo>
                  <a:cubicBezTo>
                    <a:pt x="3569494" y="388144"/>
                    <a:pt x="3542824" y="361474"/>
                    <a:pt x="3508534" y="361474"/>
                  </a:cubicBezTo>
                  <a:lnTo>
                    <a:pt x="3420904" y="361474"/>
                  </a:lnTo>
                  <a:cubicBezTo>
                    <a:pt x="3375184" y="289084"/>
                    <a:pt x="3348514" y="212884"/>
                    <a:pt x="3340894" y="129064"/>
                  </a:cubicBezTo>
                  <a:lnTo>
                    <a:pt x="3817144" y="129064"/>
                  </a:lnTo>
                  <a:lnTo>
                    <a:pt x="3817144" y="62055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DE8192F0-BA1C-4727-92A1-AC06AA30B634}"/>
                </a:ext>
              </a:extLst>
            </p:cNvPr>
            <p:cNvSpPr/>
            <p:nvPr/>
          </p:nvSpPr>
          <p:spPr>
            <a:xfrm>
              <a:off x="5806916" y="3324701"/>
              <a:ext cx="1123950" cy="1123950"/>
            </a:xfrm>
            <a:custGeom>
              <a:avLst/>
              <a:gdLst>
                <a:gd name="connsiteX0" fmla="*/ 563404 w 1123950"/>
                <a:gd name="connsiteY0" fmla="*/ 7144 h 1123950"/>
                <a:gd name="connsiteX1" fmla="*/ 7144 w 1123950"/>
                <a:gd name="connsiteY1" fmla="*/ 563404 h 1123950"/>
                <a:gd name="connsiteX2" fmla="*/ 563404 w 1123950"/>
                <a:gd name="connsiteY2" fmla="*/ 1119664 h 1123950"/>
                <a:gd name="connsiteX3" fmla="*/ 1119664 w 1123950"/>
                <a:gd name="connsiteY3" fmla="*/ 563404 h 1123950"/>
                <a:gd name="connsiteX4" fmla="*/ 563404 w 1123950"/>
                <a:gd name="connsiteY4" fmla="*/ 7144 h 1123950"/>
                <a:gd name="connsiteX5" fmla="*/ 563404 w 1123950"/>
                <a:gd name="connsiteY5" fmla="*/ 993934 h 1123950"/>
                <a:gd name="connsiteX6" fmla="*/ 129064 w 1123950"/>
                <a:gd name="connsiteY6" fmla="*/ 559594 h 1123950"/>
                <a:gd name="connsiteX7" fmla="*/ 563404 w 1123950"/>
                <a:gd name="connsiteY7" fmla="*/ 125254 h 1123950"/>
                <a:gd name="connsiteX8" fmla="*/ 997744 w 1123950"/>
                <a:gd name="connsiteY8" fmla="*/ 559594 h 1123950"/>
                <a:gd name="connsiteX9" fmla="*/ 563404 w 1123950"/>
                <a:gd name="connsiteY9" fmla="*/ 993934 h 112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3950" h="1123950">
                  <a:moveTo>
                    <a:pt x="563404" y="7144"/>
                  </a:moveTo>
                  <a:cubicBezTo>
                    <a:pt x="258604" y="7144"/>
                    <a:pt x="7144" y="254794"/>
                    <a:pt x="7144" y="563404"/>
                  </a:cubicBezTo>
                  <a:cubicBezTo>
                    <a:pt x="7144" y="868204"/>
                    <a:pt x="254794" y="1119664"/>
                    <a:pt x="563404" y="1119664"/>
                  </a:cubicBezTo>
                  <a:cubicBezTo>
                    <a:pt x="868204" y="1119664"/>
                    <a:pt x="1119664" y="872014"/>
                    <a:pt x="1119664" y="563404"/>
                  </a:cubicBezTo>
                  <a:cubicBezTo>
                    <a:pt x="1119664" y="254794"/>
                    <a:pt x="872014" y="7144"/>
                    <a:pt x="563404" y="7144"/>
                  </a:cubicBezTo>
                  <a:close/>
                  <a:moveTo>
                    <a:pt x="563404" y="993934"/>
                  </a:moveTo>
                  <a:cubicBezTo>
                    <a:pt x="323374" y="993934"/>
                    <a:pt x="129064" y="799624"/>
                    <a:pt x="129064" y="559594"/>
                  </a:cubicBezTo>
                  <a:cubicBezTo>
                    <a:pt x="129064" y="319564"/>
                    <a:pt x="323374" y="125254"/>
                    <a:pt x="563404" y="125254"/>
                  </a:cubicBezTo>
                  <a:cubicBezTo>
                    <a:pt x="803434" y="125254"/>
                    <a:pt x="997744" y="319564"/>
                    <a:pt x="997744" y="559594"/>
                  </a:cubicBezTo>
                  <a:cubicBezTo>
                    <a:pt x="997744" y="799624"/>
                    <a:pt x="803434" y="993934"/>
                    <a:pt x="563404" y="993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A4DFB7B9-2B5C-419D-B7A2-C1573C01AC2D}"/>
                </a:ext>
              </a:extLst>
            </p:cNvPr>
            <p:cNvSpPr/>
            <p:nvPr/>
          </p:nvSpPr>
          <p:spPr>
            <a:xfrm>
              <a:off x="5273516" y="3675221"/>
              <a:ext cx="419100" cy="419100"/>
            </a:xfrm>
            <a:custGeom>
              <a:avLst/>
              <a:gdLst>
                <a:gd name="connsiteX0" fmla="*/ 212884 w 419100"/>
                <a:gd name="connsiteY0" fmla="*/ 7144 h 419100"/>
                <a:gd name="connsiteX1" fmla="*/ 7144 w 419100"/>
                <a:gd name="connsiteY1" fmla="*/ 212884 h 419100"/>
                <a:gd name="connsiteX2" fmla="*/ 212884 w 419100"/>
                <a:gd name="connsiteY2" fmla="*/ 418624 h 419100"/>
                <a:gd name="connsiteX3" fmla="*/ 418624 w 419100"/>
                <a:gd name="connsiteY3" fmla="*/ 212884 h 419100"/>
                <a:gd name="connsiteX4" fmla="*/ 212884 w 419100"/>
                <a:gd name="connsiteY4" fmla="*/ 7144 h 419100"/>
                <a:gd name="connsiteX5" fmla="*/ 212884 w 419100"/>
                <a:gd name="connsiteY5" fmla="*/ 292894 h 419100"/>
                <a:gd name="connsiteX6" fmla="*/ 129064 w 419100"/>
                <a:gd name="connsiteY6" fmla="*/ 209074 h 419100"/>
                <a:gd name="connsiteX7" fmla="*/ 212884 w 419100"/>
                <a:gd name="connsiteY7" fmla="*/ 125254 h 419100"/>
                <a:gd name="connsiteX8" fmla="*/ 296704 w 419100"/>
                <a:gd name="connsiteY8" fmla="*/ 209074 h 419100"/>
                <a:gd name="connsiteX9" fmla="*/ 212884 w 419100"/>
                <a:gd name="connsiteY9" fmla="*/ 292894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9100" h="419100">
                  <a:moveTo>
                    <a:pt x="212884" y="7144"/>
                  </a:moveTo>
                  <a:cubicBezTo>
                    <a:pt x="98584" y="7144"/>
                    <a:pt x="7144" y="98584"/>
                    <a:pt x="7144" y="212884"/>
                  </a:cubicBezTo>
                  <a:cubicBezTo>
                    <a:pt x="7144" y="327184"/>
                    <a:pt x="98584" y="418624"/>
                    <a:pt x="212884" y="418624"/>
                  </a:cubicBezTo>
                  <a:cubicBezTo>
                    <a:pt x="327184" y="418624"/>
                    <a:pt x="418624" y="327184"/>
                    <a:pt x="418624" y="212884"/>
                  </a:cubicBezTo>
                  <a:cubicBezTo>
                    <a:pt x="418624" y="98584"/>
                    <a:pt x="327184" y="7144"/>
                    <a:pt x="212884" y="7144"/>
                  </a:cubicBezTo>
                  <a:close/>
                  <a:moveTo>
                    <a:pt x="212884" y="292894"/>
                  </a:moveTo>
                  <a:cubicBezTo>
                    <a:pt x="167164" y="292894"/>
                    <a:pt x="129064" y="254794"/>
                    <a:pt x="129064" y="209074"/>
                  </a:cubicBezTo>
                  <a:cubicBezTo>
                    <a:pt x="129064" y="163354"/>
                    <a:pt x="167164" y="125254"/>
                    <a:pt x="212884" y="125254"/>
                  </a:cubicBezTo>
                  <a:cubicBezTo>
                    <a:pt x="258604" y="125254"/>
                    <a:pt x="296704" y="163354"/>
                    <a:pt x="296704" y="209074"/>
                  </a:cubicBezTo>
                  <a:cubicBezTo>
                    <a:pt x="296704" y="258604"/>
                    <a:pt x="258604" y="292894"/>
                    <a:pt x="212884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2F166B83-34F2-4213-A5C8-1A5C2BC9B89A}"/>
                </a:ext>
              </a:extLst>
            </p:cNvPr>
            <p:cNvSpPr/>
            <p:nvPr/>
          </p:nvSpPr>
          <p:spPr>
            <a:xfrm>
              <a:off x="7045166" y="3675221"/>
              <a:ext cx="419100" cy="419100"/>
            </a:xfrm>
            <a:custGeom>
              <a:avLst/>
              <a:gdLst>
                <a:gd name="connsiteX0" fmla="*/ 209074 w 419100"/>
                <a:gd name="connsiteY0" fmla="*/ 7144 h 419100"/>
                <a:gd name="connsiteX1" fmla="*/ 7144 w 419100"/>
                <a:gd name="connsiteY1" fmla="*/ 212884 h 419100"/>
                <a:gd name="connsiteX2" fmla="*/ 212884 w 419100"/>
                <a:gd name="connsiteY2" fmla="*/ 418624 h 419100"/>
                <a:gd name="connsiteX3" fmla="*/ 414814 w 419100"/>
                <a:gd name="connsiteY3" fmla="*/ 212884 h 419100"/>
                <a:gd name="connsiteX4" fmla="*/ 209074 w 419100"/>
                <a:gd name="connsiteY4" fmla="*/ 7144 h 419100"/>
                <a:gd name="connsiteX5" fmla="*/ 212884 w 419100"/>
                <a:gd name="connsiteY5" fmla="*/ 292894 h 419100"/>
                <a:gd name="connsiteX6" fmla="*/ 129064 w 419100"/>
                <a:gd name="connsiteY6" fmla="*/ 209074 h 419100"/>
                <a:gd name="connsiteX7" fmla="*/ 212884 w 419100"/>
                <a:gd name="connsiteY7" fmla="*/ 125254 h 419100"/>
                <a:gd name="connsiteX8" fmla="*/ 296704 w 419100"/>
                <a:gd name="connsiteY8" fmla="*/ 209074 h 419100"/>
                <a:gd name="connsiteX9" fmla="*/ 212884 w 419100"/>
                <a:gd name="connsiteY9" fmla="*/ 292894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9100" h="419100">
                  <a:moveTo>
                    <a:pt x="209074" y="7144"/>
                  </a:moveTo>
                  <a:cubicBezTo>
                    <a:pt x="94774" y="7144"/>
                    <a:pt x="7144" y="98584"/>
                    <a:pt x="7144" y="212884"/>
                  </a:cubicBezTo>
                  <a:cubicBezTo>
                    <a:pt x="7144" y="327184"/>
                    <a:pt x="98584" y="418624"/>
                    <a:pt x="212884" y="418624"/>
                  </a:cubicBezTo>
                  <a:cubicBezTo>
                    <a:pt x="327184" y="418624"/>
                    <a:pt x="414814" y="323374"/>
                    <a:pt x="414814" y="212884"/>
                  </a:cubicBezTo>
                  <a:cubicBezTo>
                    <a:pt x="414814" y="98584"/>
                    <a:pt x="323374" y="7144"/>
                    <a:pt x="209074" y="7144"/>
                  </a:cubicBezTo>
                  <a:close/>
                  <a:moveTo>
                    <a:pt x="212884" y="292894"/>
                  </a:moveTo>
                  <a:cubicBezTo>
                    <a:pt x="167164" y="292894"/>
                    <a:pt x="129064" y="254794"/>
                    <a:pt x="129064" y="209074"/>
                  </a:cubicBezTo>
                  <a:cubicBezTo>
                    <a:pt x="129064" y="163354"/>
                    <a:pt x="167164" y="125254"/>
                    <a:pt x="212884" y="125254"/>
                  </a:cubicBezTo>
                  <a:cubicBezTo>
                    <a:pt x="258604" y="125254"/>
                    <a:pt x="296704" y="163354"/>
                    <a:pt x="296704" y="209074"/>
                  </a:cubicBezTo>
                  <a:cubicBezTo>
                    <a:pt x="292894" y="258604"/>
                    <a:pt x="258604" y="292894"/>
                    <a:pt x="212884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E87048BE-FC29-4F59-8478-2A6FB22DB958}"/>
                </a:ext>
              </a:extLst>
            </p:cNvPr>
            <p:cNvSpPr/>
            <p:nvPr/>
          </p:nvSpPr>
          <p:spPr>
            <a:xfrm>
              <a:off x="4583906" y="5058251"/>
              <a:ext cx="3571875" cy="133350"/>
            </a:xfrm>
            <a:custGeom>
              <a:avLst/>
              <a:gdLst>
                <a:gd name="connsiteX0" fmla="*/ 3508534 w 3571875"/>
                <a:gd name="connsiteY0" fmla="*/ 7144 h 133350"/>
                <a:gd name="connsiteX1" fmla="*/ 68104 w 3571875"/>
                <a:gd name="connsiteY1" fmla="*/ 7144 h 133350"/>
                <a:gd name="connsiteX2" fmla="*/ 7144 w 3571875"/>
                <a:gd name="connsiteY2" fmla="*/ 68104 h 133350"/>
                <a:gd name="connsiteX3" fmla="*/ 68104 w 3571875"/>
                <a:gd name="connsiteY3" fmla="*/ 129064 h 133350"/>
                <a:gd name="connsiteX4" fmla="*/ 3508534 w 3571875"/>
                <a:gd name="connsiteY4" fmla="*/ 129064 h 133350"/>
                <a:gd name="connsiteX5" fmla="*/ 3569494 w 3571875"/>
                <a:gd name="connsiteY5" fmla="*/ 68104 h 133350"/>
                <a:gd name="connsiteX6" fmla="*/ 3508534 w 3571875"/>
                <a:gd name="connsiteY6" fmla="*/ 714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1875" h="133350">
                  <a:moveTo>
                    <a:pt x="3508534" y="7144"/>
                  </a:moveTo>
                  <a:lnTo>
                    <a:pt x="68104" y="7144"/>
                  </a:lnTo>
                  <a:cubicBezTo>
                    <a:pt x="33814" y="7144"/>
                    <a:pt x="7144" y="33814"/>
                    <a:pt x="7144" y="68104"/>
                  </a:cubicBezTo>
                  <a:cubicBezTo>
                    <a:pt x="7144" y="102394"/>
                    <a:pt x="33814" y="129064"/>
                    <a:pt x="68104" y="129064"/>
                  </a:cubicBezTo>
                  <a:lnTo>
                    <a:pt x="3508534" y="129064"/>
                  </a:lnTo>
                  <a:cubicBezTo>
                    <a:pt x="3542824" y="129064"/>
                    <a:pt x="3569494" y="102394"/>
                    <a:pt x="3569494" y="68104"/>
                  </a:cubicBezTo>
                  <a:cubicBezTo>
                    <a:pt x="3569494" y="33814"/>
                    <a:pt x="3542824" y="7144"/>
                    <a:pt x="350853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88" name="Graphic 7">
            <a:extLst>
              <a:ext uri="{FF2B5EF4-FFF2-40B4-BE49-F238E27FC236}">
                <a16:creationId xmlns:a16="http://schemas.microsoft.com/office/drawing/2014/main" id="{A39CCB4D-6BA8-4946-AE58-676D4E35FD33}"/>
              </a:ext>
            </a:extLst>
          </p:cNvPr>
          <p:cNvGrpSpPr>
            <a:grpSpLocks noChangeAspect="1"/>
          </p:cNvGrpSpPr>
          <p:nvPr/>
        </p:nvGrpSpPr>
        <p:grpSpPr>
          <a:xfrm>
            <a:off x="5236605" y="2252571"/>
            <a:ext cx="401994" cy="502920"/>
            <a:chOff x="5434013" y="2486025"/>
            <a:chExt cx="2238375" cy="28003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EA837E80-A8DA-404F-BEC8-9A71A4EAF99B}"/>
                </a:ext>
              </a:extLst>
            </p:cNvPr>
            <p:cNvSpPr/>
            <p:nvPr/>
          </p:nvSpPr>
          <p:spPr>
            <a:xfrm>
              <a:off x="6314599" y="3454241"/>
              <a:ext cx="466725" cy="933450"/>
            </a:xfrm>
            <a:custGeom>
              <a:avLst/>
              <a:gdLst>
                <a:gd name="connsiteX0" fmla="*/ 456724 w 466725"/>
                <a:gd name="connsiteY0" fmla="*/ 578644 h 933450"/>
                <a:gd name="connsiteX1" fmla="*/ 445294 w 466725"/>
                <a:gd name="connsiteY1" fmla="*/ 540544 h 933450"/>
                <a:gd name="connsiteX2" fmla="*/ 426244 w 466725"/>
                <a:gd name="connsiteY2" fmla="*/ 510064 h 933450"/>
                <a:gd name="connsiteX3" fmla="*/ 399574 w 466725"/>
                <a:gd name="connsiteY3" fmla="*/ 483394 h 933450"/>
                <a:gd name="connsiteX4" fmla="*/ 369094 w 466725"/>
                <a:gd name="connsiteY4" fmla="*/ 456724 h 933450"/>
                <a:gd name="connsiteX5" fmla="*/ 334804 w 466725"/>
                <a:gd name="connsiteY5" fmla="*/ 433864 h 933450"/>
                <a:gd name="connsiteX6" fmla="*/ 296704 w 466725"/>
                <a:gd name="connsiteY6" fmla="*/ 414814 h 933450"/>
                <a:gd name="connsiteX7" fmla="*/ 254794 w 466725"/>
                <a:gd name="connsiteY7" fmla="*/ 399574 h 933450"/>
                <a:gd name="connsiteX8" fmla="*/ 235744 w 466725"/>
                <a:gd name="connsiteY8" fmla="*/ 391954 h 933450"/>
                <a:gd name="connsiteX9" fmla="*/ 216694 w 466725"/>
                <a:gd name="connsiteY9" fmla="*/ 384334 h 933450"/>
                <a:gd name="connsiteX10" fmla="*/ 197644 w 466725"/>
                <a:gd name="connsiteY10" fmla="*/ 372904 h 933450"/>
                <a:gd name="connsiteX11" fmla="*/ 182404 w 466725"/>
                <a:gd name="connsiteY11" fmla="*/ 357664 h 933450"/>
                <a:gd name="connsiteX12" fmla="*/ 170974 w 466725"/>
                <a:gd name="connsiteY12" fmla="*/ 338614 h 933450"/>
                <a:gd name="connsiteX13" fmla="*/ 163354 w 466725"/>
                <a:gd name="connsiteY13" fmla="*/ 315754 h 933450"/>
                <a:gd name="connsiteX14" fmla="*/ 163354 w 466725"/>
                <a:gd name="connsiteY14" fmla="*/ 292894 h 933450"/>
                <a:gd name="connsiteX15" fmla="*/ 170974 w 466725"/>
                <a:gd name="connsiteY15" fmla="*/ 273844 h 933450"/>
                <a:gd name="connsiteX16" fmla="*/ 182404 w 466725"/>
                <a:gd name="connsiteY16" fmla="*/ 254794 h 933450"/>
                <a:gd name="connsiteX17" fmla="*/ 197644 w 466725"/>
                <a:gd name="connsiteY17" fmla="*/ 239554 h 933450"/>
                <a:gd name="connsiteX18" fmla="*/ 220504 w 466725"/>
                <a:gd name="connsiteY18" fmla="*/ 228124 h 933450"/>
                <a:gd name="connsiteX19" fmla="*/ 247174 w 466725"/>
                <a:gd name="connsiteY19" fmla="*/ 224314 h 933450"/>
                <a:gd name="connsiteX20" fmla="*/ 262414 w 466725"/>
                <a:gd name="connsiteY20" fmla="*/ 224314 h 933450"/>
                <a:gd name="connsiteX21" fmla="*/ 277654 w 466725"/>
                <a:gd name="connsiteY21" fmla="*/ 224314 h 933450"/>
                <a:gd name="connsiteX22" fmla="*/ 304324 w 466725"/>
                <a:gd name="connsiteY22" fmla="*/ 228124 h 933450"/>
                <a:gd name="connsiteX23" fmla="*/ 330994 w 466725"/>
                <a:gd name="connsiteY23" fmla="*/ 231934 h 933450"/>
                <a:gd name="connsiteX24" fmla="*/ 350044 w 466725"/>
                <a:gd name="connsiteY24" fmla="*/ 235744 h 933450"/>
                <a:gd name="connsiteX25" fmla="*/ 369094 w 466725"/>
                <a:gd name="connsiteY25" fmla="*/ 239554 h 933450"/>
                <a:gd name="connsiteX26" fmla="*/ 395764 w 466725"/>
                <a:gd name="connsiteY26" fmla="*/ 247174 h 933450"/>
                <a:gd name="connsiteX27" fmla="*/ 399574 w 466725"/>
                <a:gd name="connsiteY27" fmla="*/ 220504 h 933450"/>
                <a:gd name="connsiteX28" fmla="*/ 411004 w 466725"/>
                <a:gd name="connsiteY28" fmla="*/ 140494 h 933450"/>
                <a:gd name="connsiteX29" fmla="*/ 414814 w 466725"/>
                <a:gd name="connsiteY29" fmla="*/ 121444 h 933450"/>
                <a:gd name="connsiteX30" fmla="*/ 395764 w 466725"/>
                <a:gd name="connsiteY30" fmla="*/ 113824 h 933450"/>
                <a:gd name="connsiteX31" fmla="*/ 376714 w 466725"/>
                <a:gd name="connsiteY31" fmla="*/ 110014 h 933450"/>
                <a:gd name="connsiteX32" fmla="*/ 357664 w 466725"/>
                <a:gd name="connsiteY32" fmla="*/ 106204 h 933450"/>
                <a:gd name="connsiteX33" fmla="*/ 334804 w 466725"/>
                <a:gd name="connsiteY33" fmla="*/ 102394 h 933450"/>
                <a:gd name="connsiteX34" fmla="*/ 311944 w 466725"/>
                <a:gd name="connsiteY34" fmla="*/ 98584 h 933450"/>
                <a:gd name="connsiteX35" fmla="*/ 304324 w 466725"/>
                <a:gd name="connsiteY35" fmla="*/ 98584 h 933450"/>
                <a:gd name="connsiteX36" fmla="*/ 304324 w 466725"/>
                <a:gd name="connsiteY36" fmla="*/ 30004 h 933450"/>
                <a:gd name="connsiteX37" fmla="*/ 304324 w 466725"/>
                <a:gd name="connsiteY37" fmla="*/ 7144 h 933450"/>
                <a:gd name="connsiteX38" fmla="*/ 277654 w 466725"/>
                <a:gd name="connsiteY38" fmla="*/ 7144 h 933450"/>
                <a:gd name="connsiteX39" fmla="*/ 209074 w 466725"/>
                <a:gd name="connsiteY39" fmla="*/ 7144 h 933450"/>
                <a:gd name="connsiteX40" fmla="*/ 186214 w 466725"/>
                <a:gd name="connsiteY40" fmla="*/ 7144 h 933450"/>
                <a:gd name="connsiteX41" fmla="*/ 186214 w 466725"/>
                <a:gd name="connsiteY41" fmla="*/ 30004 h 933450"/>
                <a:gd name="connsiteX42" fmla="*/ 186214 w 466725"/>
                <a:gd name="connsiteY42" fmla="*/ 106204 h 933450"/>
                <a:gd name="connsiteX43" fmla="*/ 178594 w 466725"/>
                <a:gd name="connsiteY43" fmla="*/ 106204 h 933450"/>
                <a:gd name="connsiteX44" fmla="*/ 136684 w 466725"/>
                <a:gd name="connsiteY44" fmla="*/ 125254 h 933450"/>
                <a:gd name="connsiteX45" fmla="*/ 98584 w 466725"/>
                <a:gd name="connsiteY45" fmla="*/ 151924 h 933450"/>
                <a:gd name="connsiteX46" fmla="*/ 68104 w 466725"/>
                <a:gd name="connsiteY46" fmla="*/ 186214 h 933450"/>
                <a:gd name="connsiteX47" fmla="*/ 45244 w 466725"/>
                <a:gd name="connsiteY47" fmla="*/ 224314 h 933450"/>
                <a:gd name="connsiteX48" fmla="*/ 30004 w 466725"/>
                <a:gd name="connsiteY48" fmla="*/ 270034 h 933450"/>
                <a:gd name="connsiteX49" fmla="*/ 26194 w 466725"/>
                <a:gd name="connsiteY49" fmla="*/ 319564 h 933450"/>
                <a:gd name="connsiteX50" fmla="*/ 30004 w 466725"/>
                <a:gd name="connsiteY50" fmla="*/ 357664 h 933450"/>
                <a:gd name="connsiteX51" fmla="*/ 41434 w 466725"/>
                <a:gd name="connsiteY51" fmla="*/ 395764 h 933450"/>
                <a:gd name="connsiteX52" fmla="*/ 60484 w 466725"/>
                <a:gd name="connsiteY52" fmla="*/ 426244 h 933450"/>
                <a:gd name="connsiteX53" fmla="*/ 87154 w 466725"/>
                <a:gd name="connsiteY53" fmla="*/ 452914 h 933450"/>
                <a:gd name="connsiteX54" fmla="*/ 117634 w 466725"/>
                <a:gd name="connsiteY54" fmla="*/ 475774 h 933450"/>
                <a:gd name="connsiteX55" fmla="*/ 155734 w 466725"/>
                <a:gd name="connsiteY55" fmla="*/ 498634 h 933450"/>
                <a:gd name="connsiteX56" fmla="*/ 197644 w 466725"/>
                <a:gd name="connsiteY56" fmla="*/ 517684 h 933450"/>
                <a:gd name="connsiteX57" fmla="*/ 239554 w 466725"/>
                <a:gd name="connsiteY57" fmla="*/ 532924 h 933450"/>
                <a:gd name="connsiteX58" fmla="*/ 258604 w 466725"/>
                <a:gd name="connsiteY58" fmla="*/ 540544 h 933450"/>
                <a:gd name="connsiteX59" fmla="*/ 277654 w 466725"/>
                <a:gd name="connsiteY59" fmla="*/ 551974 h 933450"/>
                <a:gd name="connsiteX60" fmla="*/ 292894 w 466725"/>
                <a:gd name="connsiteY60" fmla="*/ 563404 h 933450"/>
                <a:gd name="connsiteX61" fmla="*/ 304324 w 466725"/>
                <a:gd name="connsiteY61" fmla="*/ 578644 h 933450"/>
                <a:gd name="connsiteX62" fmla="*/ 311944 w 466725"/>
                <a:gd name="connsiteY62" fmla="*/ 597694 h 933450"/>
                <a:gd name="connsiteX63" fmla="*/ 315754 w 466725"/>
                <a:gd name="connsiteY63" fmla="*/ 620554 h 933450"/>
                <a:gd name="connsiteX64" fmla="*/ 315754 w 466725"/>
                <a:gd name="connsiteY64" fmla="*/ 643414 h 933450"/>
                <a:gd name="connsiteX65" fmla="*/ 308134 w 466725"/>
                <a:gd name="connsiteY65" fmla="*/ 662464 h 933450"/>
                <a:gd name="connsiteX66" fmla="*/ 292894 w 466725"/>
                <a:gd name="connsiteY66" fmla="*/ 677704 h 933450"/>
                <a:gd name="connsiteX67" fmla="*/ 273844 w 466725"/>
                <a:gd name="connsiteY67" fmla="*/ 689134 h 933450"/>
                <a:gd name="connsiteX68" fmla="*/ 254794 w 466725"/>
                <a:gd name="connsiteY68" fmla="*/ 696754 h 933450"/>
                <a:gd name="connsiteX69" fmla="*/ 231934 w 466725"/>
                <a:gd name="connsiteY69" fmla="*/ 700564 h 933450"/>
                <a:gd name="connsiteX70" fmla="*/ 212884 w 466725"/>
                <a:gd name="connsiteY70" fmla="*/ 700564 h 933450"/>
                <a:gd name="connsiteX71" fmla="*/ 193834 w 466725"/>
                <a:gd name="connsiteY71" fmla="*/ 700564 h 933450"/>
                <a:gd name="connsiteX72" fmla="*/ 167164 w 466725"/>
                <a:gd name="connsiteY72" fmla="*/ 696754 h 933450"/>
                <a:gd name="connsiteX73" fmla="*/ 140494 w 466725"/>
                <a:gd name="connsiteY73" fmla="*/ 692944 h 933450"/>
                <a:gd name="connsiteX74" fmla="*/ 110014 w 466725"/>
                <a:gd name="connsiteY74" fmla="*/ 685324 h 933450"/>
                <a:gd name="connsiteX75" fmla="*/ 79534 w 466725"/>
                <a:gd name="connsiteY75" fmla="*/ 673894 h 933450"/>
                <a:gd name="connsiteX76" fmla="*/ 68104 w 466725"/>
                <a:gd name="connsiteY76" fmla="*/ 670084 h 933450"/>
                <a:gd name="connsiteX77" fmla="*/ 56674 w 466725"/>
                <a:gd name="connsiteY77" fmla="*/ 662464 h 933450"/>
                <a:gd name="connsiteX78" fmla="*/ 26194 w 466725"/>
                <a:gd name="connsiteY78" fmla="*/ 647224 h 933450"/>
                <a:gd name="connsiteX79" fmla="*/ 22384 w 466725"/>
                <a:gd name="connsiteY79" fmla="*/ 677704 h 933450"/>
                <a:gd name="connsiteX80" fmla="*/ 10954 w 466725"/>
                <a:gd name="connsiteY80" fmla="*/ 765334 h 933450"/>
                <a:gd name="connsiteX81" fmla="*/ 7144 w 466725"/>
                <a:gd name="connsiteY81" fmla="*/ 780574 h 933450"/>
                <a:gd name="connsiteX82" fmla="*/ 22384 w 466725"/>
                <a:gd name="connsiteY82" fmla="*/ 788194 h 933450"/>
                <a:gd name="connsiteX83" fmla="*/ 56674 w 466725"/>
                <a:gd name="connsiteY83" fmla="*/ 803434 h 933450"/>
                <a:gd name="connsiteX84" fmla="*/ 90964 w 466725"/>
                <a:gd name="connsiteY84" fmla="*/ 814864 h 933450"/>
                <a:gd name="connsiteX85" fmla="*/ 129064 w 466725"/>
                <a:gd name="connsiteY85" fmla="*/ 822484 h 933450"/>
                <a:gd name="connsiteX86" fmla="*/ 167164 w 466725"/>
                <a:gd name="connsiteY86" fmla="*/ 830104 h 933450"/>
                <a:gd name="connsiteX87" fmla="*/ 174784 w 466725"/>
                <a:gd name="connsiteY87" fmla="*/ 830104 h 933450"/>
                <a:gd name="connsiteX88" fmla="*/ 174784 w 466725"/>
                <a:gd name="connsiteY88" fmla="*/ 902494 h 933450"/>
                <a:gd name="connsiteX89" fmla="*/ 174784 w 466725"/>
                <a:gd name="connsiteY89" fmla="*/ 929164 h 933450"/>
                <a:gd name="connsiteX90" fmla="*/ 197644 w 466725"/>
                <a:gd name="connsiteY90" fmla="*/ 929164 h 933450"/>
                <a:gd name="connsiteX91" fmla="*/ 277654 w 466725"/>
                <a:gd name="connsiteY91" fmla="*/ 929164 h 933450"/>
                <a:gd name="connsiteX92" fmla="*/ 300514 w 466725"/>
                <a:gd name="connsiteY92" fmla="*/ 929164 h 933450"/>
                <a:gd name="connsiteX93" fmla="*/ 300514 w 466725"/>
                <a:gd name="connsiteY93" fmla="*/ 906304 h 933450"/>
                <a:gd name="connsiteX94" fmla="*/ 300514 w 466725"/>
                <a:gd name="connsiteY94" fmla="*/ 830104 h 933450"/>
                <a:gd name="connsiteX95" fmla="*/ 308134 w 466725"/>
                <a:gd name="connsiteY95" fmla="*/ 830104 h 933450"/>
                <a:gd name="connsiteX96" fmla="*/ 353854 w 466725"/>
                <a:gd name="connsiteY96" fmla="*/ 811054 h 933450"/>
                <a:gd name="connsiteX97" fmla="*/ 391954 w 466725"/>
                <a:gd name="connsiteY97" fmla="*/ 784384 h 933450"/>
                <a:gd name="connsiteX98" fmla="*/ 422434 w 466725"/>
                <a:gd name="connsiteY98" fmla="*/ 750094 h 933450"/>
                <a:gd name="connsiteX99" fmla="*/ 445294 w 466725"/>
                <a:gd name="connsiteY99" fmla="*/ 711994 h 933450"/>
                <a:gd name="connsiteX100" fmla="*/ 460534 w 466725"/>
                <a:gd name="connsiteY100" fmla="*/ 666274 h 933450"/>
                <a:gd name="connsiteX101" fmla="*/ 464344 w 466725"/>
                <a:gd name="connsiteY101" fmla="*/ 620554 h 933450"/>
                <a:gd name="connsiteX102" fmla="*/ 456724 w 466725"/>
                <a:gd name="connsiteY102" fmla="*/ 578644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466725" h="933450">
                  <a:moveTo>
                    <a:pt x="456724" y="578644"/>
                  </a:moveTo>
                  <a:cubicBezTo>
                    <a:pt x="452914" y="567214"/>
                    <a:pt x="449104" y="551974"/>
                    <a:pt x="445294" y="540544"/>
                  </a:cubicBezTo>
                  <a:cubicBezTo>
                    <a:pt x="441484" y="529114"/>
                    <a:pt x="433864" y="517684"/>
                    <a:pt x="426244" y="510064"/>
                  </a:cubicBezTo>
                  <a:cubicBezTo>
                    <a:pt x="418624" y="498634"/>
                    <a:pt x="411004" y="491014"/>
                    <a:pt x="399574" y="483394"/>
                  </a:cubicBezTo>
                  <a:cubicBezTo>
                    <a:pt x="388144" y="475774"/>
                    <a:pt x="380524" y="464344"/>
                    <a:pt x="369094" y="456724"/>
                  </a:cubicBezTo>
                  <a:cubicBezTo>
                    <a:pt x="357664" y="449104"/>
                    <a:pt x="346234" y="441484"/>
                    <a:pt x="334804" y="433864"/>
                  </a:cubicBezTo>
                  <a:cubicBezTo>
                    <a:pt x="323374" y="426244"/>
                    <a:pt x="308134" y="418624"/>
                    <a:pt x="296704" y="414814"/>
                  </a:cubicBezTo>
                  <a:cubicBezTo>
                    <a:pt x="281464" y="407194"/>
                    <a:pt x="270034" y="403384"/>
                    <a:pt x="254794" y="399574"/>
                  </a:cubicBezTo>
                  <a:cubicBezTo>
                    <a:pt x="247174" y="395764"/>
                    <a:pt x="239554" y="395764"/>
                    <a:pt x="235744" y="391954"/>
                  </a:cubicBezTo>
                  <a:cubicBezTo>
                    <a:pt x="228124" y="388144"/>
                    <a:pt x="220504" y="384334"/>
                    <a:pt x="216694" y="384334"/>
                  </a:cubicBezTo>
                  <a:cubicBezTo>
                    <a:pt x="209074" y="380524"/>
                    <a:pt x="205264" y="376714"/>
                    <a:pt x="197644" y="372904"/>
                  </a:cubicBezTo>
                  <a:cubicBezTo>
                    <a:pt x="193834" y="369094"/>
                    <a:pt x="186214" y="365284"/>
                    <a:pt x="182404" y="357664"/>
                  </a:cubicBezTo>
                  <a:cubicBezTo>
                    <a:pt x="178594" y="353854"/>
                    <a:pt x="174784" y="346234"/>
                    <a:pt x="170974" y="338614"/>
                  </a:cubicBezTo>
                  <a:cubicBezTo>
                    <a:pt x="163354" y="330994"/>
                    <a:pt x="163354" y="323374"/>
                    <a:pt x="163354" y="315754"/>
                  </a:cubicBezTo>
                  <a:cubicBezTo>
                    <a:pt x="163354" y="308134"/>
                    <a:pt x="163354" y="300514"/>
                    <a:pt x="163354" y="292894"/>
                  </a:cubicBezTo>
                  <a:cubicBezTo>
                    <a:pt x="163354" y="285274"/>
                    <a:pt x="167164" y="277654"/>
                    <a:pt x="170974" y="273844"/>
                  </a:cubicBezTo>
                  <a:cubicBezTo>
                    <a:pt x="174784" y="266224"/>
                    <a:pt x="178594" y="262414"/>
                    <a:pt x="182404" y="254794"/>
                  </a:cubicBezTo>
                  <a:cubicBezTo>
                    <a:pt x="186214" y="247174"/>
                    <a:pt x="193834" y="243364"/>
                    <a:pt x="197644" y="239554"/>
                  </a:cubicBezTo>
                  <a:cubicBezTo>
                    <a:pt x="205264" y="235744"/>
                    <a:pt x="212884" y="231934"/>
                    <a:pt x="220504" y="228124"/>
                  </a:cubicBezTo>
                  <a:cubicBezTo>
                    <a:pt x="228124" y="224314"/>
                    <a:pt x="235744" y="224314"/>
                    <a:pt x="247174" y="224314"/>
                  </a:cubicBezTo>
                  <a:cubicBezTo>
                    <a:pt x="250984" y="224314"/>
                    <a:pt x="258604" y="224314"/>
                    <a:pt x="262414" y="224314"/>
                  </a:cubicBezTo>
                  <a:cubicBezTo>
                    <a:pt x="266224" y="224314"/>
                    <a:pt x="273844" y="224314"/>
                    <a:pt x="277654" y="224314"/>
                  </a:cubicBezTo>
                  <a:cubicBezTo>
                    <a:pt x="285274" y="224314"/>
                    <a:pt x="292894" y="224314"/>
                    <a:pt x="304324" y="228124"/>
                  </a:cubicBezTo>
                  <a:cubicBezTo>
                    <a:pt x="311944" y="228124"/>
                    <a:pt x="323374" y="231934"/>
                    <a:pt x="330994" y="231934"/>
                  </a:cubicBezTo>
                  <a:cubicBezTo>
                    <a:pt x="338614" y="231934"/>
                    <a:pt x="342424" y="235744"/>
                    <a:pt x="350044" y="235744"/>
                  </a:cubicBezTo>
                  <a:cubicBezTo>
                    <a:pt x="357664" y="239554"/>
                    <a:pt x="365284" y="239554"/>
                    <a:pt x="369094" y="239554"/>
                  </a:cubicBezTo>
                  <a:lnTo>
                    <a:pt x="395764" y="247174"/>
                  </a:lnTo>
                  <a:lnTo>
                    <a:pt x="399574" y="220504"/>
                  </a:lnTo>
                  <a:lnTo>
                    <a:pt x="411004" y="140494"/>
                  </a:lnTo>
                  <a:lnTo>
                    <a:pt x="414814" y="121444"/>
                  </a:lnTo>
                  <a:lnTo>
                    <a:pt x="395764" y="113824"/>
                  </a:lnTo>
                  <a:cubicBezTo>
                    <a:pt x="388144" y="110014"/>
                    <a:pt x="384334" y="110014"/>
                    <a:pt x="376714" y="110014"/>
                  </a:cubicBezTo>
                  <a:cubicBezTo>
                    <a:pt x="372904" y="110014"/>
                    <a:pt x="365284" y="106204"/>
                    <a:pt x="357664" y="106204"/>
                  </a:cubicBezTo>
                  <a:cubicBezTo>
                    <a:pt x="350044" y="106204"/>
                    <a:pt x="342424" y="102394"/>
                    <a:pt x="334804" y="102394"/>
                  </a:cubicBezTo>
                  <a:cubicBezTo>
                    <a:pt x="327184" y="102394"/>
                    <a:pt x="319564" y="98584"/>
                    <a:pt x="311944" y="98584"/>
                  </a:cubicBezTo>
                  <a:lnTo>
                    <a:pt x="304324" y="98584"/>
                  </a:lnTo>
                  <a:lnTo>
                    <a:pt x="304324" y="30004"/>
                  </a:lnTo>
                  <a:lnTo>
                    <a:pt x="304324" y="7144"/>
                  </a:lnTo>
                  <a:lnTo>
                    <a:pt x="277654" y="7144"/>
                  </a:lnTo>
                  <a:lnTo>
                    <a:pt x="209074" y="7144"/>
                  </a:lnTo>
                  <a:lnTo>
                    <a:pt x="186214" y="7144"/>
                  </a:lnTo>
                  <a:lnTo>
                    <a:pt x="186214" y="30004"/>
                  </a:lnTo>
                  <a:lnTo>
                    <a:pt x="186214" y="106204"/>
                  </a:lnTo>
                  <a:lnTo>
                    <a:pt x="178594" y="106204"/>
                  </a:lnTo>
                  <a:cubicBezTo>
                    <a:pt x="163354" y="110014"/>
                    <a:pt x="148114" y="117634"/>
                    <a:pt x="136684" y="125254"/>
                  </a:cubicBezTo>
                  <a:cubicBezTo>
                    <a:pt x="125254" y="132874"/>
                    <a:pt x="110014" y="140494"/>
                    <a:pt x="98584" y="151924"/>
                  </a:cubicBezTo>
                  <a:cubicBezTo>
                    <a:pt x="87154" y="163354"/>
                    <a:pt x="75724" y="174784"/>
                    <a:pt x="68104" y="186214"/>
                  </a:cubicBezTo>
                  <a:cubicBezTo>
                    <a:pt x="60484" y="197644"/>
                    <a:pt x="52864" y="212884"/>
                    <a:pt x="45244" y="224314"/>
                  </a:cubicBezTo>
                  <a:cubicBezTo>
                    <a:pt x="37624" y="239554"/>
                    <a:pt x="33814" y="254794"/>
                    <a:pt x="30004" y="270034"/>
                  </a:cubicBezTo>
                  <a:cubicBezTo>
                    <a:pt x="26194" y="285274"/>
                    <a:pt x="26194" y="300514"/>
                    <a:pt x="26194" y="319564"/>
                  </a:cubicBezTo>
                  <a:cubicBezTo>
                    <a:pt x="26194" y="330994"/>
                    <a:pt x="26194" y="346234"/>
                    <a:pt x="30004" y="357664"/>
                  </a:cubicBezTo>
                  <a:cubicBezTo>
                    <a:pt x="33814" y="369094"/>
                    <a:pt x="37624" y="384334"/>
                    <a:pt x="41434" y="395764"/>
                  </a:cubicBezTo>
                  <a:cubicBezTo>
                    <a:pt x="45244" y="407194"/>
                    <a:pt x="52864" y="418624"/>
                    <a:pt x="60484" y="426244"/>
                  </a:cubicBezTo>
                  <a:cubicBezTo>
                    <a:pt x="68104" y="437674"/>
                    <a:pt x="75724" y="445294"/>
                    <a:pt x="87154" y="452914"/>
                  </a:cubicBezTo>
                  <a:cubicBezTo>
                    <a:pt x="98584" y="460534"/>
                    <a:pt x="110014" y="468154"/>
                    <a:pt x="117634" y="475774"/>
                  </a:cubicBezTo>
                  <a:cubicBezTo>
                    <a:pt x="129064" y="483394"/>
                    <a:pt x="140494" y="491014"/>
                    <a:pt x="155734" y="498634"/>
                  </a:cubicBezTo>
                  <a:cubicBezTo>
                    <a:pt x="170974" y="506254"/>
                    <a:pt x="182404" y="510064"/>
                    <a:pt x="197644" y="517684"/>
                  </a:cubicBezTo>
                  <a:cubicBezTo>
                    <a:pt x="212884" y="525304"/>
                    <a:pt x="224314" y="529114"/>
                    <a:pt x="239554" y="532924"/>
                  </a:cubicBezTo>
                  <a:cubicBezTo>
                    <a:pt x="247174" y="536734"/>
                    <a:pt x="254794" y="536734"/>
                    <a:pt x="258604" y="540544"/>
                  </a:cubicBezTo>
                  <a:cubicBezTo>
                    <a:pt x="266224" y="544354"/>
                    <a:pt x="270034" y="548164"/>
                    <a:pt x="277654" y="551974"/>
                  </a:cubicBezTo>
                  <a:cubicBezTo>
                    <a:pt x="285274" y="555784"/>
                    <a:pt x="289084" y="559594"/>
                    <a:pt x="292894" y="563404"/>
                  </a:cubicBezTo>
                  <a:cubicBezTo>
                    <a:pt x="296704" y="567214"/>
                    <a:pt x="300514" y="571024"/>
                    <a:pt x="304324" y="578644"/>
                  </a:cubicBezTo>
                  <a:cubicBezTo>
                    <a:pt x="308134" y="582454"/>
                    <a:pt x="311944" y="590074"/>
                    <a:pt x="311944" y="597694"/>
                  </a:cubicBezTo>
                  <a:cubicBezTo>
                    <a:pt x="315754" y="605314"/>
                    <a:pt x="315754" y="612934"/>
                    <a:pt x="315754" y="620554"/>
                  </a:cubicBezTo>
                  <a:cubicBezTo>
                    <a:pt x="315754" y="628174"/>
                    <a:pt x="315754" y="635794"/>
                    <a:pt x="315754" y="643414"/>
                  </a:cubicBezTo>
                  <a:cubicBezTo>
                    <a:pt x="315754" y="651034"/>
                    <a:pt x="311944" y="658654"/>
                    <a:pt x="308134" y="662464"/>
                  </a:cubicBezTo>
                  <a:cubicBezTo>
                    <a:pt x="304324" y="670084"/>
                    <a:pt x="300514" y="673894"/>
                    <a:pt x="292894" y="677704"/>
                  </a:cubicBezTo>
                  <a:cubicBezTo>
                    <a:pt x="289084" y="681514"/>
                    <a:pt x="281464" y="685324"/>
                    <a:pt x="273844" y="689134"/>
                  </a:cubicBezTo>
                  <a:cubicBezTo>
                    <a:pt x="266224" y="692944"/>
                    <a:pt x="262414" y="696754"/>
                    <a:pt x="254794" y="696754"/>
                  </a:cubicBezTo>
                  <a:cubicBezTo>
                    <a:pt x="247174" y="700564"/>
                    <a:pt x="239554" y="700564"/>
                    <a:pt x="231934" y="700564"/>
                  </a:cubicBezTo>
                  <a:cubicBezTo>
                    <a:pt x="224314" y="700564"/>
                    <a:pt x="220504" y="700564"/>
                    <a:pt x="212884" y="700564"/>
                  </a:cubicBezTo>
                  <a:cubicBezTo>
                    <a:pt x="205264" y="700564"/>
                    <a:pt x="201454" y="700564"/>
                    <a:pt x="193834" y="700564"/>
                  </a:cubicBezTo>
                  <a:cubicBezTo>
                    <a:pt x="186214" y="700564"/>
                    <a:pt x="174784" y="700564"/>
                    <a:pt x="167164" y="696754"/>
                  </a:cubicBezTo>
                  <a:cubicBezTo>
                    <a:pt x="159544" y="696754"/>
                    <a:pt x="148114" y="692944"/>
                    <a:pt x="140494" y="692944"/>
                  </a:cubicBezTo>
                  <a:cubicBezTo>
                    <a:pt x="129064" y="689134"/>
                    <a:pt x="117634" y="689134"/>
                    <a:pt x="110014" y="685324"/>
                  </a:cubicBezTo>
                  <a:cubicBezTo>
                    <a:pt x="98584" y="681514"/>
                    <a:pt x="87154" y="677704"/>
                    <a:pt x="79534" y="673894"/>
                  </a:cubicBezTo>
                  <a:cubicBezTo>
                    <a:pt x="75724" y="673894"/>
                    <a:pt x="71914" y="670084"/>
                    <a:pt x="68104" y="670084"/>
                  </a:cubicBezTo>
                  <a:cubicBezTo>
                    <a:pt x="64294" y="666274"/>
                    <a:pt x="60484" y="666274"/>
                    <a:pt x="56674" y="662464"/>
                  </a:cubicBezTo>
                  <a:lnTo>
                    <a:pt x="26194" y="647224"/>
                  </a:lnTo>
                  <a:lnTo>
                    <a:pt x="22384" y="677704"/>
                  </a:lnTo>
                  <a:lnTo>
                    <a:pt x="10954" y="765334"/>
                  </a:lnTo>
                  <a:lnTo>
                    <a:pt x="7144" y="780574"/>
                  </a:lnTo>
                  <a:lnTo>
                    <a:pt x="22384" y="788194"/>
                  </a:lnTo>
                  <a:cubicBezTo>
                    <a:pt x="33814" y="792004"/>
                    <a:pt x="45244" y="799624"/>
                    <a:pt x="56674" y="803434"/>
                  </a:cubicBezTo>
                  <a:cubicBezTo>
                    <a:pt x="68104" y="807244"/>
                    <a:pt x="79534" y="811054"/>
                    <a:pt x="90964" y="814864"/>
                  </a:cubicBezTo>
                  <a:cubicBezTo>
                    <a:pt x="102394" y="818674"/>
                    <a:pt x="113824" y="822484"/>
                    <a:pt x="129064" y="822484"/>
                  </a:cubicBezTo>
                  <a:cubicBezTo>
                    <a:pt x="140494" y="826294"/>
                    <a:pt x="155734" y="826294"/>
                    <a:pt x="167164" y="830104"/>
                  </a:cubicBezTo>
                  <a:lnTo>
                    <a:pt x="174784" y="830104"/>
                  </a:lnTo>
                  <a:lnTo>
                    <a:pt x="174784" y="902494"/>
                  </a:lnTo>
                  <a:lnTo>
                    <a:pt x="174784" y="929164"/>
                  </a:lnTo>
                  <a:lnTo>
                    <a:pt x="197644" y="929164"/>
                  </a:lnTo>
                  <a:lnTo>
                    <a:pt x="277654" y="929164"/>
                  </a:lnTo>
                  <a:lnTo>
                    <a:pt x="300514" y="929164"/>
                  </a:lnTo>
                  <a:lnTo>
                    <a:pt x="300514" y="906304"/>
                  </a:lnTo>
                  <a:lnTo>
                    <a:pt x="300514" y="830104"/>
                  </a:lnTo>
                  <a:lnTo>
                    <a:pt x="308134" y="830104"/>
                  </a:lnTo>
                  <a:cubicBezTo>
                    <a:pt x="323374" y="826294"/>
                    <a:pt x="338614" y="818674"/>
                    <a:pt x="353854" y="811054"/>
                  </a:cubicBezTo>
                  <a:cubicBezTo>
                    <a:pt x="369094" y="803434"/>
                    <a:pt x="380524" y="795814"/>
                    <a:pt x="391954" y="784384"/>
                  </a:cubicBezTo>
                  <a:cubicBezTo>
                    <a:pt x="403384" y="772954"/>
                    <a:pt x="414814" y="761524"/>
                    <a:pt x="422434" y="750094"/>
                  </a:cubicBezTo>
                  <a:cubicBezTo>
                    <a:pt x="430054" y="738664"/>
                    <a:pt x="437674" y="723424"/>
                    <a:pt x="445294" y="711994"/>
                  </a:cubicBezTo>
                  <a:cubicBezTo>
                    <a:pt x="452914" y="696754"/>
                    <a:pt x="456724" y="681514"/>
                    <a:pt x="460534" y="666274"/>
                  </a:cubicBezTo>
                  <a:cubicBezTo>
                    <a:pt x="464344" y="651034"/>
                    <a:pt x="464344" y="635794"/>
                    <a:pt x="464344" y="620554"/>
                  </a:cubicBezTo>
                  <a:cubicBezTo>
                    <a:pt x="460534" y="605314"/>
                    <a:pt x="460534" y="593884"/>
                    <a:pt x="456724" y="5786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1D1596F0-CF3C-4657-8AA1-0F09D06694E2}"/>
                </a:ext>
              </a:extLst>
            </p:cNvPr>
            <p:cNvSpPr/>
            <p:nvPr/>
          </p:nvSpPr>
          <p:spPr>
            <a:xfrm>
              <a:off x="5853589" y="3218021"/>
              <a:ext cx="1400175" cy="1400175"/>
            </a:xfrm>
            <a:custGeom>
              <a:avLst/>
              <a:gdLst>
                <a:gd name="connsiteX0" fmla="*/ 700564 w 1400175"/>
                <a:gd name="connsiteY0" fmla="*/ 7144 h 1400175"/>
                <a:gd name="connsiteX1" fmla="*/ 7144 w 1400175"/>
                <a:gd name="connsiteY1" fmla="*/ 700564 h 1400175"/>
                <a:gd name="connsiteX2" fmla="*/ 700564 w 1400175"/>
                <a:gd name="connsiteY2" fmla="*/ 1397794 h 1400175"/>
                <a:gd name="connsiteX3" fmla="*/ 1393984 w 1400175"/>
                <a:gd name="connsiteY3" fmla="*/ 704374 h 1400175"/>
                <a:gd name="connsiteX4" fmla="*/ 700564 w 1400175"/>
                <a:gd name="connsiteY4" fmla="*/ 7144 h 1400175"/>
                <a:gd name="connsiteX5" fmla="*/ 700564 w 1400175"/>
                <a:gd name="connsiteY5" fmla="*/ 1275874 h 1400175"/>
                <a:gd name="connsiteX6" fmla="*/ 129064 w 1400175"/>
                <a:gd name="connsiteY6" fmla="*/ 704374 h 1400175"/>
                <a:gd name="connsiteX7" fmla="*/ 700564 w 1400175"/>
                <a:gd name="connsiteY7" fmla="*/ 132874 h 1400175"/>
                <a:gd name="connsiteX8" fmla="*/ 1272064 w 1400175"/>
                <a:gd name="connsiteY8" fmla="*/ 704374 h 1400175"/>
                <a:gd name="connsiteX9" fmla="*/ 700564 w 1400175"/>
                <a:gd name="connsiteY9" fmla="*/ 1275874 h 1400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00175" h="1400175">
                  <a:moveTo>
                    <a:pt x="700564" y="7144"/>
                  </a:moveTo>
                  <a:cubicBezTo>
                    <a:pt x="315754" y="7144"/>
                    <a:pt x="7144" y="319564"/>
                    <a:pt x="7144" y="700564"/>
                  </a:cubicBezTo>
                  <a:cubicBezTo>
                    <a:pt x="7144" y="1081564"/>
                    <a:pt x="315754" y="1397794"/>
                    <a:pt x="700564" y="1397794"/>
                  </a:cubicBezTo>
                  <a:cubicBezTo>
                    <a:pt x="1085374" y="1397794"/>
                    <a:pt x="1393984" y="1085374"/>
                    <a:pt x="1393984" y="704374"/>
                  </a:cubicBezTo>
                  <a:cubicBezTo>
                    <a:pt x="1393984" y="323374"/>
                    <a:pt x="1085374" y="7144"/>
                    <a:pt x="700564" y="7144"/>
                  </a:cubicBezTo>
                  <a:close/>
                  <a:moveTo>
                    <a:pt x="700564" y="1275874"/>
                  </a:moveTo>
                  <a:cubicBezTo>
                    <a:pt x="384334" y="1275874"/>
                    <a:pt x="129064" y="1020604"/>
                    <a:pt x="129064" y="704374"/>
                  </a:cubicBezTo>
                  <a:cubicBezTo>
                    <a:pt x="129064" y="388144"/>
                    <a:pt x="384334" y="132874"/>
                    <a:pt x="700564" y="132874"/>
                  </a:cubicBezTo>
                  <a:cubicBezTo>
                    <a:pt x="1016794" y="132874"/>
                    <a:pt x="1272064" y="388144"/>
                    <a:pt x="1272064" y="704374"/>
                  </a:cubicBezTo>
                  <a:cubicBezTo>
                    <a:pt x="1272064" y="1020604"/>
                    <a:pt x="1016794" y="1275874"/>
                    <a:pt x="700564" y="12758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8284F94E-FFC0-487E-92F5-9D08F4A2662A}"/>
                </a:ext>
              </a:extLst>
            </p:cNvPr>
            <p:cNvSpPr/>
            <p:nvPr/>
          </p:nvSpPr>
          <p:spPr>
            <a:xfrm>
              <a:off x="5426869" y="2478881"/>
              <a:ext cx="2247900" cy="2809875"/>
            </a:xfrm>
            <a:custGeom>
              <a:avLst/>
              <a:gdLst>
                <a:gd name="connsiteX0" fmla="*/ 2220754 w 2247900"/>
                <a:gd name="connsiteY0" fmla="*/ 277654 h 2809875"/>
                <a:gd name="connsiteX1" fmla="*/ 2163604 w 2247900"/>
                <a:gd name="connsiteY1" fmla="*/ 270034 h 2809875"/>
                <a:gd name="connsiteX2" fmla="*/ 1809274 w 2247900"/>
                <a:gd name="connsiteY2" fmla="*/ 342424 h 2809875"/>
                <a:gd name="connsiteX3" fmla="*/ 1176814 w 2247900"/>
                <a:gd name="connsiteY3" fmla="*/ 33814 h 2809875"/>
                <a:gd name="connsiteX4" fmla="*/ 1127284 w 2247900"/>
                <a:gd name="connsiteY4" fmla="*/ 7144 h 2809875"/>
                <a:gd name="connsiteX5" fmla="*/ 1077754 w 2247900"/>
                <a:gd name="connsiteY5" fmla="*/ 33814 h 2809875"/>
                <a:gd name="connsiteX6" fmla="*/ 445294 w 2247900"/>
                <a:gd name="connsiteY6" fmla="*/ 342424 h 2809875"/>
                <a:gd name="connsiteX7" fmla="*/ 90964 w 2247900"/>
                <a:gd name="connsiteY7" fmla="*/ 270034 h 2809875"/>
                <a:gd name="connsiteX8" fmla="*/ 33814 w 2247900"/>
                <a:gd name="connsiteY8" fmla="*/ 277654 h 2809875"/>
                <a:gd name="connsiteX9" fmla="*/ 7144 w 2247900"/>
                <a:gd name="connsiteY9" fmla="*/ 327184 h 2809875"/>
                <a:gd name="connsiteX10" fmla="*/ 7144 w 2247900"/>
                <a:gd name="connsiteY10" fmla="*/ 1592104 h 2809875"/>
                <a:gd name="connsiteX11" fmla="*/ 1112044 w 2247900"/>
                <a:gd name="connsiteY11" fmla="*/ 2803684 h 2809875"/>
                <a:gd name="connsiteX12" fmla="*/ 1127284 w 2247900"/>
                <a:gd name="connsiteY12" fmla="*/ 2807494 h 2809875"/>
                <a:gd name="connsiteX13" fmla="*/ 1142524 w 2247900"/>
                <a:gd name="connsiteY13" fmla="*/ 2803684 h 2809875"/>
                <a:gd name="connsiteX14" fmla="*/ 2247424 w 2247900"/>
                <a:gd name="connsiteY14" fmla="*/ 1592104 h 2809875"/>
                <a:gd name="connsiteX15" fmla="*/ 2247424 w 2247900"/>
                <a:gd name="connsiteY15" fmla="*/ 327184 h 2809875"/>
                <a:gd name="connsiteX16" fmla="*/ 2220754 w 2247900"/>
                <a:gd name="connsiteY16" fmla="*/ 277654 h 2809875"/>
                <a:gd name="connsiteX17" fmla="*/ 1127284 w 2247900"/>
                <a:gd name="connsiteY17" fmla="*/ 2685574 h 2809875"/>
                <a:gd name="connsiteX18" fmla="*/ 129064 w 2247900"/>
                <a:gd name="connsiteY18" fmla="*/ 1595914 h 2809875"/>
                <a:gd name="connsiteX19" fmla="*/ 129064 w 2247900"/>
                <a:gd name="connsiteY19" fmla="*/ 414814 h 2809875"/>
                <a:gd name="connsiteX20" fmla="*/ 441484 w 2247900"/>
                <a:gd name="connsiteY20" fmla="*/ 468154 h 2809875"/>
                <a:gd name="connsiteX21" fmla="*/ 1123474 w 2247900"/>
                <a:gd name="connsiteY21" fmla="*/ 167164 h 2809875"/>
                <a:gd name="connsiteX22" fmla="*/ 1805464 w 2247900"/>
                <a:gd name="connsiteY22" fmla="*/ 468154 h 2809875"/>
                <a:gd name="connsiteX23" fmla="*/ 2117884 w 2247900"/>
                <a:gd name="connsiteY23" fmla="*/ 414814 h 2809875"/>
                <a:gd name="connsiteX24" fmla="*/ 2117884 w 2247900"/>
                <a:gd name="connsiteY24" fmla="*/ 1595914 h 2809875"/>
                <a:gd name="connsiteX25" fmla="*/ 2125504 w 2247900"/>
                <a:gd name="connsiteY25" fmla="*/ 1595914 h 2809875"/>
                <a:gd name="connsiteX26" fmla="*/ 1127284 w 2247900"/>
                <a:gd name="connsiteY26" fmla="*/ 2685574 h 2809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47900" h="2809875">
                  <a:moveTo>
                    <a:pt x="2220754" y="277654"/>
                  </a:moveTo>
                  <a:cubicBezTo>
                    <a:pt x="2205514" y="266224"/>
                    <a:pt x="2182654" y="262414"/>
                    <a:pt x="2163604" y="270034"/>
                  </a:cubicBezTo>
                  <a:cubicBezTo>
                    <a:pt x="2041684" y="319564"/>
                    <a:pt x="1923574" y="342424"/>
                    <a:pt x="1809274" y="342424"/>
                  </a:cubicBezTo>
                  <a:cubicBezTo>
                    <a:pt x="1409224" y="342424"/>
                    <a:pt x="1176814" y="37624"/>
                    <a:pt x="1176814" y="33814"/>
                  </a:cubicBezTo>
                  <a:cubicBezTo>
                    <a:pt x="1165384" y="18574"/>
                    <a:pt x="1146334" y="7144"/>
                    <a:pt x="1127284" y="7144"/>
                  </a:cubicBezTo>
                  <a:cubicBezTo>
                    <a:pt x="1108234" y="7144"/>
                    <a:pt x="1089184" y="14764"/>
                    <a:pt x="1077754" y="33814"/>
                  </a:cubicBezTo>
                  <a:cubicBezTo>
                    <a:pt x="1073944" y="37624"/>
                    <a:pt x="845344" y="342424"/>
                    <a:pt x="445294" y="342424"/>
                  </a:cubicBezTo>
                  <a:cubicBezTo>
                    <a:pt x="330994" y="342424"/>
                    <a:pt x="212884" y="319564"/>
                    <a:pt x="90964" y="270034"/>
                  </a:cubicBezTo>
                  <a:cubicBezTo>
                    <a:pt x="71914" y="262414"/>
                    <a:pt x="49054" y="266224"/>
                    <a:pt x="33814" y="277654"/>
                  </a:cubicBezTo>
                  <a:cubicBezTo>
                    <a:pt x="18574" y="289084"/>
                    <a:pt x="7144" y="308134"/>
                    <a:pt x="7144" y="327184"/>
                  </a:cubicBezTo>
                  <a:lnTo>
                    <a:pt x="7144" y="1592104"/>
                  </a:lnTo>
                  <a:cubicBezTo>
                    <a:pt x="7144" y="2034064"/>
                    <a:pt x="353854" y="2601754"/>
                    <a:pt x="1112044" y="2803684"/>
                  </a:cubicBezTo>
                  <a:cubicBezTo>
                    <a:pt x="1115854" y="2803684"/>
                    <a:pt x="1123474" y="2807494"/>
                    <a:pt x="1127284" y="2807494"/>
                  </a:cubicBezTo>
                  <a:cubicBezTo>
                    <a:pt x="1131094" y="2807494"/>
                    <a:pt x="1138714" y="2807494"/>
                    <a:pt x="1142524" y="2803684"/>
                  </a:cubicBezTo>
                  <a:cubicBezTo>
                    <a:pt x="1900714" y="2601754"/>
                    <a:pt x="2247424" y="2034064"/>
                    <a:pt x="2247424" y="1592104"/>
                  </a:cubicBezTo>
                  <a:lnTo>
                    <a:pt x="2247424" y="327184"/>
                  </a:lnTo>
                  <a:cubicBezTo>
                    <a:pt x="2247424" y="308134"/>
                    <a:pt x="2235994" y="289084"/>
                    <a:pt x="2220754" y="277654"/>
                  </a:cubicBezTo>
                  <a:close/>
                  <a:moveTo>
                    <a:pt x="1127284" y="2685574"/>
                  </a:moveTo>
                  <a:cubicBezTo>
                    <a:pt x="441484" y="2495074"/>
                    <a:pt x="129064" y="1988344"/>
                    <a:pt x="129064" y="1595914"/>
                  </a:cubicBezTo>
                  <a:lnTo>
                    <a:pt x="129064" y="414814"/>
                  </a:lnTo>
                  <a:cubicBezTo>
                    <a:pt x="235744" y="449104"/>
                    <a:pt x="342424" y="468154"/>
                    <a:pt x="441484" y="468154"/>
                  </a:cubicBezTo>
                  <a:cubicBezTo>
                    <a:pt x="795814" y="468154"/>
                    <a:pt x="1028224" y="270034"/>
                    <a:pt x="1123474" y="167164"/>
                  </a:cubicBezTo>
                  <a:cubicBezTo>
                    <a:pt x="1218724" y="270034"/>
                    <a:pt x="1451134" y="468154"/>
                    <a:pt x="1805464" y="468154"/>
                  </a:cubicBezTo>
                  <a:cubicBezTo>
                    <a:pt x="1908334" y="468154"/>
                    <a:pt x="2015014" y="449104"/>
                    <a:pt x="2117884" y="414814"/>
                  </a:cubicBezTo>
                  <a:lnTo>
                    <a:pt x="2117884" y="1595914"/>
                  </a:lnTo>
                  <a:lnTo>
                    <a:pt x="2125504" y="1595914"/>
                  </a:lnTo>
                  <a:cubicBezTo>
                    <a:pt x="2125504" y="1988344"/>
                    <a:pt x="1813084" y="2495074"/>
                    <a:pt x="1127284" y="26855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92" name="Graphic 8">
            <a:extLst>
              <a:ext uri="{FF2B5EF4-FFF2-40B4-BE49-F238E27FC236}">
                <a16:creationId xmlns:a16="http://schemas.microsoft.com/office/drawing/2014/main" id="{1CF63367-B9A0-47C6-895D-EBA87810EA36}"/>
              </a:ext>
            </a:extLst>
          </p:cNvPr>
          <p:cNvGrpSpPr>
            <a:grpSpLocks noChangeAspect="1"/>
          </p:cNvGrpSpPr>
          <p:nvPr/>
        </p:nvGrpSpPr>
        <p:grpSpPr>
          <a:xfrm>
            <a:off x="6482391" y="4797192"/>
            <a:ext cx="314136" cy="502920"/>
            <a:chOff x="5562600" y="2300288"/>
            <a:chExt cx="1981200" cy="31718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6E1F191D-4E04-4560-9D74-FBFD6AB0B1EE}"/>
                </a:ext>
              </a:extLst>
            </p:cNvPr>
            <p:cNvSpPr/>
            <p:nvPr/>
          </p:nvSpPr>
          <p:spPr>
            <a:xfrm>
              <a:off x="5555456" y="2293144"/>
              <a:ext cx="1990725" cy="3181350"/>
            </a:xfrm>
            <a:custGeom>
              <a:avLst/>
              <a:gdLst>
                <a:gd name="connsiteX0" fmla="*/ 1805464 w 1990725"/>
                <a:gd name="connsiteY0" fmla="*/ 7144 h 3181350"/>
                <a:gd name="connsiteX1" fmla="*/ 190024 w 1990725"/>
                <a:gd name="connsiteY1" fmla="*/ 7144 h 3181350"/>
                <a:gd name="connsiteX2" fmla="*/ 7144 w 1990725"/>
                <a:gd name="connsiteY2" fmla="*/ 190024 h 3181350"/>
                <a:gd name="connsiteX3" fmla="*/ 7144 w 1990725"/>
                <a:gd name="connsiteY3" fmla="*/ 2994184 h 3181350"/>
                <a:gd name="connsiteX4" fmla="*/ 190024 w 1990725"/>
                <a:gd name="connsiteY4" fmla="*/ 3177064 h 3181350"/>
                <a:gd name="connsiteX5" fmla="*/ 1805464 w 1990725"/>
                <a:gd name="connsiteY5" fmla="*/ 3177064 h 3181350"/>
                <a:gd name="connsiteX6" fmla="*/ 1988344 w 1990725"/>
                <a:gd name="connsiteY6" fmla="*/ 2994184 h 3181350"/>
                <a:gd name="connsiteX7" fmla="*/ 1988344 w 1990725"/>
                <a:gd name="connsiteY7" fmla="*/ 190024 h 3181350"/>
                <a:gd name="connsiteX8" fmla="*/ 1805464 w 1990725"/>
                <a:gd name="connsiteY8" fmla="*/ 7144 h 3181350"/>
                <a:gd name="connsiteX9" fmla="*/ 1866424 w 1990725"/>
                <a:gd name="connsiteY9" fmla="*/ 2994184 h 3181350"/>
                <a:gd name="connsiteX10" fmla="*/ 1805464 w 1990725"/>
                <a:gd name="connsiteY10" fmla="*/ 3055144 h 3181350"/>
                <a:gd name="connsiteX11" fmla="*/ 190024 w 1990725"/>
                <a:gd name="connsiteY11" fmla="*/ 3055144 h 3181350"/>
                <a:gd name="connsiteX12" fmla="*/ 129064 w 1990725"/>
                <a:gd name="connsiteY12" fmla="*/ 2994184 h 3181350"/>
                <a:gd name="connsiteX13" fmla="*/ 129064 w 1990725"/>
                <a:gd name="connsiteY13" fmla="*/ 190024 h 3181350"/>
                <a:gd name="connsiteX14" fmla="*/ 190024 w 1990725"/>
                <a:gd name="connsiteY14" fmla="*/ 129064 h 3181350"/>
                <a:gd name="connsiteX15" fmla="*/ 1805464 w 1990725"/>
                <a:gd name="connsiteY15" fmla="*/ 129064 h 3181350"/>
                <a:gd name="connsiteX16" fmla="*/ 1866424 w 1990725"/>
                <a:gd name="connsiteY16" fmla="*/ 190024 h 3181350"/>
                <a:gd name="connsiteX17" fmla="*/ 1866424 w 1990725"/>
                <a:gd name="connsiteY17" fmla="*/ 2994184 h 318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725" h="3181350">
                  <a:moveTo>
                    <a:pt x="1805464" y="7144"/>
                  </a:moveTo>
                  <a:lnTo>
                    <a:pt x="190024" y="7144"/>
                  </a:lnTo>
                  <a:cubicBezTo>
                    <a:pt x="87154" y="7144"/>
                    <a:pt x="7144" y="90964"/>
                    <a:pt x="7144" y="190024"/>
                  </a:cubicBezTo>
                  <a:lnTo>
                    <a:pt x="7144" y="2994184"/>
                  </a:lnTo>
                  <a:cubicBezTo>
                    <a:pt x="7144" y="3097054"/>
                    <a:pt x="90964" y="3177064"/>
                    <a:pt x="190024" y="3177064"/>
                  </a:cubicBezTo>
                  <a:lnTo>
                    <a:pt x="1805464" y="3177064"/>
                  </a:lnTo>
                  <a:cubicBezTo>
                    <a:pt x="1908334" y="3177064"/>
                    <a:pt x="1988344" y="3093244"/>
                    <a:pt x="1988344" y="2994184"/>
                  </a:cubicBezTo>
                  <a:lnTo>
                    <a:pt x="1988344" y="190024"/>
                  </a:lnTo>
                  <a:cubicBezTo>
                    <a:pt x="1988344" y="87154"/>
                    <a:pt x="1908334" y="7144"/>
                    <a:pt x="1805464" y="7144"/>
                  </a:cubicBezTo>
                  <a:close/>
                  <a:moveTo>
                    <a:pt x="1866424" y="2994184"/>
                  </a:moveTo>
                  <a:cubicBezTo>
                    <a:pt x="1866424" y="3028474"/>
                    <a:pt x="1839754" y="3055144"/>
                    <a:pt x="1805464" y="3055144"/>
                  </a:cubicBezTo>
                  <a:lnTo>
                    <a:pt x="190024" y="3055144"/>
                  </a:lnTo>
                  <a:cubicBezTo>
                    <a:pt x="155734" y="3055144"/>
                    <a:pt x="129064" y="3028474"/>
                    <a:pt x="129064" y="2994184"/>
                  </a:cubicBezTo>
                  <a:lnTo>
                    <a:pt x="129064" y="190024"/>
                  </a:lnTo>
                  <a:cubicBezTo>
                    <a:pt x="129064" y="155734"/>
                    <a:pt x="155734" y="129064"/>
                    <a:pt x="190024" y="129064"/>
                  </a:cubicBezTo>
                  <a:lnTo>
                    <a:pt x="1805464" y="129064"/>
                  </a:lnTo>
                  <a:cubicBezTo>
                    <a:pt x="1839754" y="129064"/>
                    <a:pt x="1866424" y="155734"/>
                    <a:pt x="1866424" y="190024"/>
                  </a:cubicBezTo>
                  <a:lnTo>
                    <a:pt x="1866424" y="299418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75DE3A6F-5D60-438A-8D90-78A9EC34B2F8}"/>
                </a:ext>
              </a:extLst>
            </p:cNvPr>
            <p:cNvSpPr/>
            <p:nvPr/>
          </p:nvSpPr>
          <p:spPr>
            <a:xfrm>
              <a:off x="5837396" y="2754154"/>
              <a:ext cx="1428750" cy="2257425"/>
            </a:xfrm>
            <a:custGeom>
              <a:avLst/>
              <a:gdLst>
                <a:gd name="connsiteX0" fmla="*/ 1279684 w 1428750"/>
                <a:gd name="connsiteY0" fmla="*/ 7144 h 2257425"/>
                <a:gd name="connsiteX1" fmla="*/ 151924 w 1428750"/>
                <a:gd name="connsiteY1" fmla="*/ 7144 h 2257425"/>
                <a:gd name="connsiteX2" fmla="*/ 7144 w 1428750"/>
                <a:gd name="connsiteY2" fmla="*/ 151924 h 2257425"/>
                <a:gd name="connsiteX3" fmla="*/ 7144 w 1428750"/>
                <a:gd name="connsiteY3" fmla="*/ 2106454 h 2257425"/>
                <a:gd name="connsiteX4" fmla="*/ 151924 w 1428750"/>
                <a:gd name="connsiteY4" fmla="*/ 2251234 h 2257425"/>
                <a:gd name="connsiteX5" fmla="*/ 1279684 w 1428750"/>
                <a:gd name="connsiteY5" fmla="*/ 2251234 h 2257425"/>
                <a:gd name="connsiteX6" fmla="*/ 1424464 w 1428750"/>
                <a:gd name="connsiteY6" fmla="*/ 2106454 h 2257425"/>
                <a:gd name="connsiteX7" fmla="*/ 1424464 w 1428750"/>
                <a:gd name="connsiteY7" fmla="*/ 151924 h 2257425"/>
                <a:gd name="connsiteX8" fmla="*/ 1279684 w 1428750"/>
                <a:gd name="connsiteY8" fmla="*/ 7144 h 2257425"/>
                <a:gd name="connsiteX9" fmla="*/ 1302544 w 1428750"/>
                <a:gd name="connsiteY9" fmla="*/ 2110264 h 2257425"/>
                <a:gd name="connsiteX10" fmla="*/ 1279684 w 1428750"/>
                <a:gd name="connsiteY10" fmla="*/ 2133124 h 2257425"/>
                <a:gd name="connsiteX11" fmla="*/ 151924 w 1428750"/>
                <a:gd name="connsiteY11" fmla="*/ 2133124 h 2257425"/>
                <a:gd name="connsiteX12" fmla="*/ 129064 w 1428750"/>
                <a:gd name="connsiteY12" fmla="*/ 2110264 h 2257425"/>
                <a:gd name="connsiteX13" fmla="*/ 129064 w 1428750"/>
                <a:gd name="connsiteY13" fmla="*/ 151924 h 2257425"/>
                <a:gd name="connsiteX14" fmla="*/ 151924 w 1428750"/>
                <a:gd name="connsiteY14" fmla="*/ 129064 h 2257425"/>
                <a:gd name="connsiteX15" fmla="*/ 1279684 w 1428750"/>
                <a:gd name="connsiteY15" fmla="*/ 129064 h 2257425"/>
                <a:gd name="connsiteX16" fmla="*/ 1302544 w 1428750"/>
                <a:gd name="connsiteY16" fmla="*/ 151924 h 2257425"/>
                <a:gd name="connsiteX17" fmla="*/ 1302544 w 1428750"/>
                <a:gd name="connsiteY17" fmla="*/ 2110264 h 2257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28750" h="2257425">
                  <a:moveTo>
                    <a:pt x="1279684" y="7144"/>
                  </a:moveTo>
                  <a:lnTo>
                    <a:pt x="151924" y="7144"/>
                  </a:lnTo>
                  <a:cubicBezTo>
                    <a:pt x="71914" y="7144"/>
                    <a:pt x="7144" y="71914"/>
                    <a:pt x="7144" y="151924"/>
                  </a:cubicBezTo>
                  <a:lnTo>
                    <a:pt x="7144" y="2106454"/>
                  </a:lnTo>
                  <a:cubicBezTo>
                    <a:pt x="7144" y="2186464"/>
                    <a:pt x="71914" y="2251234"/>
                    <a:pt x="151924" y="2251234"/>
                  </a:cubicBezTo>
                  <a:lnTo>
                    <a:pt x="1279684" y="2251234"/>
                  </a:lnTo>
                  <a:cubicBezTo>
                    <a:pt x="1359694" y="2251234"/>
                    <a:pt x="1424464" y="2186464"/>
                    <a:pt x="1424464" y="2106454"/>
                  </a:cubicBezTo>
                  <a:lnTo>
                    <a:pt x="1424464" y="151924"/>
                  </a:lnTo>
                  <a:cubicBezTo>
                    <a:pt x="1424464" y="71914"/>
                    <a:pt x="1359694" y="7144"/>
                    <a:pt x="1279684" y="7144"/>
                  </a:cubicBezTo>
                  <a:close/>
                  <a:moveTo>
                    <a:pt x="1302544" y="2110264"/>
                  </a:moveTo>
                  <a:cubicBezTo>
                    <a:pt x="1302544" y="2121694"/>
                    <a:pt x="1291114" y="2133124"/>
                    <a:pt x="1279684" y="2133124"/>
                  </a:cubicBezTo>
                  <a:lnTo>
                    <a:pt x="151924" y="2133124"/>
                  </a:lnTo>
                  <a:cubicBezTo>
                    <a:pt x="140494" y="2133124"/>
                    <a:pt x="129064" y="2121694"/>
                    <a:pt x="129064" y="2110264"/>
                  </a:cubicBezTo>
                  <a:lnTo>
                    <a:pt x="129064" y="151924"/>
                  </a:lnTo>
                  <a:cubicBezTo>
                    <a:pt x="129064" y="140494"/>
                    <a:pt x="140494" y="129064"/>
                    <a:pt x="151924" y="129064"/>
                  </a:cubicBezTo>
                  <a:lnTo>
                    <a:pt x="1279684" y="129064"/>
                  </a:lnTo>
                  <a:cubicBezTo>
                    <a:pt x="1291114" y="129064"/>
                    <a:pt x="1302544" y="140494"/>
                    <a:pt x="1302544" y="151924"/>
                  </a:cubicBezTo>
                  <a:lnTo>
                    <a:pt x="1302544" y="211026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43D323A9-C8DB-48F5-8DFF-B8ABDA98DB70}"/>
                </a:ext>
              </a:extLst>
            </p:cNvPr>
            <p:cNvSpPr/>
            <p:nvPr/>
          </p:nvSpPr>
          <p:spPr>
            <a:xfrm>
              <a:off x="6321266" y="3417094"/>
              <a:ext cx="457200" cy="933450"/>
            </a:xfrm>
            <a:custGeom>
              <a:avLst/>
              <a:gdLst>
                <a:gd name="connsiteX0" fmla="*/ 449104 w 457200"/>
                <a:gd name="connsiteY0" fmla="*/ 582454 h 933450"/>
                <a:gd name="connsiteX1" fmla="*/ 437674 w 457200"/>
                <a:gd name="connsiteY1" fmla="*/ 544354 h 933450"/>
                <a:gd name="connsiteX2" fmla="*/ 418624 w 457200"/>
                <a:gd name="connsiteY2" fmla="*/ 513874 h 933450"/>
                <a:gd name="connsiteX3" fmla="*/ 391954 w 457200"/>
                <a:gd name="connsiteY3" fmla="*/ 487204 h 933450"/>
                <a:gd name="connsiteX4" fmla="*/ 361474 w 457200"/>
                <a:gd name="connsiteY4" fmla="*/ 460534 h 933450"/>
                <a:gd name="connsiteX5" fmla="*/ 327184 w 457200"/>
                <a:gd name="connsiteY5" fmla="*/ 437674 h 933450"/>
                <a:gd name="connsiteX6" fmla="*/ 289084 w 457200"/>
                <a:gd name="connsiteY6" fmla="*/ 418624 h 933450"/>
                <a:gd name="connsiteX7" fmla="*/ 247174 w 457200"/>
                <a:gd name="connsiteY7" fmla="*/ 403384 h 933450"/>
                <a:gd name="connsiteX8" fmla="*/ 228124 w 457200"/>
                <a:gd name="connsiteY8" fmla="*/ 395764 h 933450"/>
                <a:gd name="connsiteX9" fmla="*/ 209074 w 457200"/>
                <a:gd name="connsiteY9" fmla="*/ 388144 h 933450"/>
                <a:gd name="connsiteX10" fmla="*/ 190024 w 457200"/>
                <a:gd name="connsiteY10" fmla="*/ 376714 h 933450"/>
                <a:gd name="connsiteX11" fmla="*/ 174784 w 457200"/>
                <a:gd name="connsiteY11" fmla="*/ 361474 h 933450"/>
                <a:gd name="connsiteX12" fmla="*/ 163354 w 457200"/>
                <a:gd name="connsiteY12" fmla="*/ 342424 h 933450"/>
                <a:gd name="connsiteX13" fmla="*/ 155734 w 457200"/>
                <a:gd name="connsiteY13" fmla="*/ 315754 h 933450"/>
                <a:gd name="connsiteX14" fmla="*/ 155734 w 457200"/>
                <a:gd name="connsiteY14" fmla="*/ 292894 h 933450"/>
                <a:gd name="connsiteX15" fmla="*/ 163354 w 457200"/>
                <a:gd name="connsiteY15" fmla="*/ 273844 h 933450"/>
                <a:gd name="connsiteX16" fmla="*/ 174784 w 457200"/>
                <a:gd name="connsiteY16" fmla="*/ 254794 h 933450"/>
                <a:gd name="connsiteX17" fmla="*/ 190024 w 457200"/>
                <a:gd name="connsiteY17" fmla="*/ 239554 h 933450"/>
                <a:gd name="connsiteX18" fmla="*/ 212884 w 457200"/>
                <a:gd name="connsiteY18" fmla="*/ 228124 h 933450"/>
                <a:gd name="connsiteX19" fmla="*/ 239554 w 457200"/>
                <a:gd name="connsiteY19" fmla="*/ 224314 h 933450"/>
                <a:gd name="connsiteX20" fmla="*/ 254794 w 457200"/>
                <a:gd name="connsiteY20" fmla="*/ 224314 h 933450"/>
                <a:gd name="connsiteX21" fmla="*/ 270034 w 457200"/>
                <a:gd name="connsiteY21" fmla="*/ 224314 h 933450"/>
                <a:gd name="connsiteX22" fmla="*/ 296704 w 457200"/>
                <a:gd name="connsiteY22" fmla="*/ 228124 h 933450"/>
                <a:gd name="connsiteX23" fmla="*/ 323374 w 457200"/>
                <a:gd name="connsiteY23" fmla="*/ 231934 h 933450"/>
                <a:gd name="connsiteX24" fmla="*/ 342424 w 457200"/>
                <a:gd name="connsiteY24" fmla="*/ 235744 h 933450"/>
                <a:gd name="connsiteX25" fmla="*/ 361474 w 457200"/>
                <a:gd name="connsiteY25" fmla="*/ 239554 h 933450"/>
                <a:gd name="connsiteX26" fmla="*/ 388144 w 457200"/>
                <a:gd name="connsiteY26" fmla="*/ 247174 h 933450"/>
                <a:gd name="connsiteX27" fmla="*/ 391954 w 457200"/>
                <a:gd name="connsiteY27" fmla="*/ 220504 h 933450"/>
                <a:gd name="connsiteX28" fmla="*/ 403384 w 457200"/>
                <a:gd name="connsiteY28" fmla="*/ 140494 h 933450"/>
                <a:gd name="connsiteX29" fmla="*/ 407194 w 457200"/>
                <a:gd name="connsiteY29" fmla="*/ 121444 h 933450"/>
                <a:gd name="connsiteX30" fmla="*/ 388144 w 457200"/>
                <a:gd name="connsiteY30" fmla="*/ 113824 h 933450"/>
                <a:gd name="connsiteX31" fmla="*/ 369094 w 457200"/>
                <a:gd name="connsiteY31" fmla="*/ 110014 h 933450"/>
                <a:gd name="connsiteX32" fmla="*/ 350044 w 457200"/>
                <a:gd name="connsiteY32" fmla="*/ 106204 h 933450"/>
                <a:gd name="connsiteX33" fmla="*/ 327184 w 457200"/>
                <a:gd name="connsiteY33" fmla="*/ 102394 h 933450"/>
                <a:gd name="connsiteX34" fmla="*/ 304324 w 457200"/>
                <a:gd name="connsiteY34" fmla="*/ 98584 h 933450"/>
                <a:gd name="connsiteX35" fmla="*/ 296704 w 457200"/>
                <a:gd name="connsiteY35" fmla="*/ 98584 h 933450"/>
                <a:gd name="connsiteX36" fmla="*/ 296704 w 457200"/>
                <a:gd name="connsiteY36" fmla="*/ 30004 h 933450"/>
                <a:gd name="connsiteX37" fmla="*/ 296704 w 457200"/>
                <a:gd name="connsiteY37" fmla="*/ 7144 h 933450"/>
                <a:gd name="connsiteX38" fmla="*/ 270034 w 457200"/>
                <a:gd name="connsiteY38" fmla="*/ 7144 h 933450"/>
                <a:gd name="connsiteX39" fmla="*/ 201454 w 457200"/>
                <a:gd name="connsiteY39" fmla="*/ 7144 h 933450"/>
                <a:gd name="connsiteX40" fmla="*/ 178594 w 457200"/>
                <a:gd name="connsiteY40" fmla="*/ 7144 h 933450"/>
                <a:gd name="connsiteX41" fmla="*/ 178594 w 457200"/>
                <a:gd name="connsiteY41" fmla="*/ 30004 h 933450"/>
                <a:gd name="connsiteX42" fmla="*/ 178594 w 457200"/>
                <a:gd name="connsiteY42" fmla="*/ 106204 h 933450"/>
                <a:gd name="connsiteX43" fmla="*/ 170974 w 457200"/>
                <a:gd name="connsiteY43" fmla="*/ 106204 h 933450"/>
                <a:gd name="connsiteX44" fmla="*/ 129064 w 457200"/>
                <a:gd name="connsiteY44" fmla="*/ 125254 h 933450"/>
                <a:gd name="connsiteX45" fmla="*/ 90964 w 457200"/>
                <a:gd name="connsiteY45" fmla="*/ 151924 h 933450"/>
                <a:gd name="connsiteX46" fmla="*/ 60484 w 457200"/>
                <a:gd name="connsiteY46" fmla="*/ 186214 h 933450"/>
                <a:gd name="connsiteX47" fmla="*/ 37624 w 457200"/>
                <a:gd name="connsiteY47" fmla="*/ 224314 h 933450"/>
                <a:gd name="connsiteX48" fmla="*/ 22384 w 457200"/>
                <a:gd name="connsiteY48" fmla="*/ 270034 h 933450"/>
                <a:gd name="connsiteX49" fmla="*/ 18574 w 457200"/>
                <a:gd name="connsiteY49" fmla="*/ 319564 h 933450"/>
                <a:gd name="connsiteX50" fmla="*/ 22384 w 457200"/>
                <a:gd name="connsiteY50" fmla="*/ 357664 h 933450"/>
                <a:gd name="connsiteX51" fmla="*/ 33814 w 457200"/>
                <a:gd name="connsiteY51" fmla="*/ 395764 h 933450"/>
                <a:gd name="connsiteX52" fmla="*/ 52864 w 457200"/>
                <a:gd name="connsiteY52" fmla="*/ 426244 h 933450"/>
                <a:gd name="connsiteX53" fmla="*/ 79534 w 457200"/>
                <a:gd name="connsiteY53" fmla="*/ 452914 h 933450"/>
                <a:gd name="connsiteX54" fmla="*/ 110014 w 457200"/>
                <a:gd name="connsiteY54" fmla="*/ 475774 h 933450"/>
                <a:gd name="connsiteX55" fmla="*/ 148114 w 457200"/>
                <a:gd name="connsiteY55" fmla="*/ 498634 h 933450"/>
                <a:gd name="connsiteX56" fmla="*/ 190024 w 457200"/>
                <a:gd name="connsiteY56" fmla="*/ 517684 h 933450"/>
                <a:gd name="connsiteX57" fmla="*/ 231934 w 457200"/>
                <a:gd name="connsiteY57" fmla="*/ 532924 h 933450"/>
                <a:gd name="connsiteX58" fmla="*/ 250984 w 457200"/>
                <a:gd name="connsiteY58" fmla="*/ 540544 h 933450"/>
                <a:gd name="connsiteX59" fmla="*/ 270034 w 457200"/>
                <a:gd name="connsiteY59" fmla="*/ 551974 h 933450"/>
                <a:gd name="connsiteX60" fmla="*/ 285274 w 457200"/>
                <a:gd name="connsiteY60" fmla="*/ 563404 h 933450"/>
                <a:gd name="connsiteX61" fmla="*/ 296704 w 457200"/>
                <a:gd name="connsiteY61" fmla="*/ 578644 h 933450"/>
                <a:gd name="connsiteX62" fmla="*/ 304324 w 457200"/>
                <a:gd name="connsiteY62" fmla="*/ 597694 h 933450"/>
                <a:gd name="connsiteX63" fmla="*/ 308134 w 457200"/>
                <a:gd name="connsiteY63" fmla="*/ 620554 h 933450"/>
                <a:gd name="connsiteX64" fmla="*/ 308134 w 457200"/>
                <a:gd name="connsiteY64" fmla="*/ 643414 h 933450"/>
                <a:gd name="connsiteX65" fmla="*/ 300514 w 457200"/>
                <a:gd name="connsiteY65" fmla="*/ 662464 h 933450"/>
                <a:gd name="connsiteX66" fmla="*/ 285274 w 457200"/>
                <a:gd name="connsiteY66" fmla="*/ 677704 h 933450"/>
                <a:gd name="connsiteX67" fmla="*/ 266224 w 457200"/>
                <a:gd name="connsiteY67" fmla="*/ 689134 h 933450"/>
                <a:gd name="connsiteX68" fmla="*/ 247174 w 457200"/>
                <a:gd name="connsiteY68" fmla="*/ 696754 h 933450"/>
                <a:gd name="connsiteX69" fmla="*/ 224314 w 457200"/>
                <a:gd name="connsiteY69" fmla="*/ 700564 h 933450"/>
                <a:gd name="connsiteX70" fmla="*/ 205264 w 457200"/>
                <a:gd name="connsiteY70" fmla="*/ 700564 h 933450"/>
                <a:gd name="connsiteX71" fmla="*/ 186214 w 457200"/>
                <a:gd name="connsiteY71" fmla="*/ 700564 h 933450"/>
                <a:gd name="connsiteX72" fmla="*/ 159544 w 457200"/>
                <a:gd name="connsiteY72" fmla="*/ 696754 h 933450"/>
                <a:gd name="connsiteX73" fmla="*/ 132874 w 457200"/>
                <a:gd name="connsiteY73" fmla="*/ 692944 h 933450"/>
                <a:gd name="connsiteX74" fmla="*/ 102394 w 457200"/>
                <a:gd name="connsiteY74" fmla="*/ 685324 h 933450"/>
                <a:gd name="connsiteX75" fmla="*/ 71914 w 457200"/>
                <a:gd name="connsiteY75" fmla="*/ 673894 h 933450"/>
                <a:gd name="connsiteX76" fmla="*/ 60484 w 457200"/>
                <a:gd name="connsiteY76" fmla="*/ 670084 h 933450"/>
                <a:gd name="connsiteX77" fmla="*/ 49054 w 457200"/>
                <a:gd name="connsiteY77" fmla="*/ 662464 h 933450"/>
                <a:gd name="connsiteX78" fmla="*/ 18574 w 457200"/>
                <a:gd name="connsiteY78" fmla="*/ 647224 h 933450"/>
                <a:gd name="connsiteX79" fmla="*/ 14764 w 457200"/>
                <a:gd name="connsiteY79" fmla="*/ 677704 h 933450"/>
                <a:gd name="connsiteX80" fmla="*/ 10954 w 457200"/>
                <a:gd name="connsiteY80" fmla="*/ 772954 h 933450"/>
                <a:gd name="connsiteX81" fmla="*/ 7144 w 457200"/>
                <a:gd name="connsiteY81" fmla="*/ 788194 h 933450"/>
                <a:gd name="connsiteX82" fmla="*/ 22384 w 457200"/>
                <a:gd name="connsiteY82" fmla="*/ 795814 h 933450"/>
                <a:gd name="connsiteX83" fmla="*/ 56674 w 457200"/>
                <a:gd name="connsiteY83" fmla="*/ 811054 h 933450"/>
                <a:gd name="connsiteX84" fmla="*/ 90964 w 457200"/>
                <a:gd name="connsiteY84" fmla="*/ 822484 h 933450"/>
                <a:gd name="connsiteX85" fmla="*/ 129064 w 457200"/>
                <a:gd name="connsiteY85" fmla="*/ 830104 h 933450"/>
                <a:gd name="connsiteX86" fmla="*/ 167164 w 457200"/>
                <a:gd name="connsiteY86" fmla="*/ 837724 h 933450"/>
                <a:gd name="connsiteX87" fmla="*/ 174784 w 457200"/>
                <a:gd name="connsiteY87" fmla="*/ 837724 h 933450"/>
                <a:gd name="connsiteX88" fmla="*/ 174784 w 457200"/>
                <a:gd name="connsiteY88" fmla="*/ 910114 h 933450"/>
                <a:gd name="connsiteX89" fmla="*/ 174784 w 457200"/>
                <a:gd name="connsiteY89" fmla="*/ 932974 h 933450"/>
                <a:gd name="connsiteX90" fmla="*/ 197644 w 457200"/>
                <a:gd name="connsiteY90" fmla="*/ 932974 h 933450"/>
                <a:gd name="connsiteX91" fmla="*/ 270034 w 457200"/>
                <a:gd name="connsiteY91" fmla="*/ 932974 h 933450"/>
                <a:gd name="connsiteX92" fmla="*/ 292894 w 457200"/>
                <a:gd name="connsiteY92" fmla="*/ 932974 h 933450"/>
                <a:gd name="connsiteX93" fmla="*/ 292894 w 457200"/>
                <a:gd name="connsiteY93" fmla="*/ 910114 h 933450"/>
                <a:gd name="connsiteX94" fmla="*/ 292894 w 457200"/>
                <a:gd name="connsiteY94" fmla="*/ 833914 h 933450"/>
                <a:gd name="connsiteX95" fmla="*/ 300514 w 457200"/>
                <a:gd name="connsiteY95" fmla="*/ 833914 h 933450"/>
                <a:gd name="connsiteX96" fmla="*/ 346234 w 457200"/>
                <a:gd name="connsiteY96" fmla="*/ 814864 h 933450"/>
                <a:gd name="connsiteX97" fmla="*/ 384334 w 457200"/>
                <a:gd name="connsiteY97" fmla="*/ 788194 h 933450"/>
                <a:gd name="connsiteX98" fmla="*/ 414814 w 457200"/>
                <a:gd name="connsiteY98" fmla="*/ 753904 h 933450"/>
                <a:gd name="connsiteX99" fmla="*/ 437674 w 457200"/>
                <a:gd name="connsiteY99" fmla="*/ 715804 h 933450"/>
                <a:gd name="connsiteX100" fmla="*/ 452914 w 457200"/>
                <a:gd name="connsiteY100" fmla="*/ 670084 h 933450"/>
                <a:gd name="connsiteX101" fmla="*/ 456724 w 457200"/>
                <a:gd name="connsiteY101" fmla="*/ 624364 h 933450"/>
                <a:gd name="connsiteX102" fmla="*/ 449104 w 457200"/>
                <a:gd name="connsiteY102" fmla="*/ 582454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457200" h="933450">
                  <a:moveTo>
                    <a:pt x="449104" y="582454"/>
                  </a:moveTo>
                  <a:cubicBezTo>
                    <a:pt x="445294" y="571024"/>
                    <a:pt x="441484" y="555784"/>
                    <a:pt x="437674" y="544354"/>
                  </a:cubicBezTo>
                  <a:cubicBezTo>
                    <a:pt x="433864" y="532924"/>
                    <a:pt x="426244" y="521494"/>
                    <a:pt x="418624" y="513874"/>
                  </a:cubicBezTo>
                  <a:cubicBezTo>
                    <a:pt x="411004" y="502444"/>
                    <a:pt x="403384" y="494824"/>
                    <a:pt x="391954" y="487204"/>
                  </a:cubicBezTo>
                  <a:cubicBezTo>
                    <a:pt x="380524" y="479584"/>
                    <a:pt x="372904" y="468154"/>
                    <a:pt x="361474" y="460534"/>
                  </a:cubicBezTo>
                  <a:cubicBezTo>
                    <a:pt x="350044" y="452914"/>
                    <a:pt x="338614" y="445294"/>
                    <a:pt x="327184" y="437674"/>
                  </a:cubicBezTo>
                  <a:cubicBezTo>
                    <a:pt x="315754" y="430054"/>
                    <a:pt x="300514" y="422434"/>
                    <a:pt x="289084" y="418624"/>
                  </a:cubicBezTo>
                  <a:cubicBezTo>
                    <a:pt x="273844" y="411004"/>
                    <a:pt x="262414" y="407194"/>
                    <a:pt x="247174" y="403384"/>
                  </a:cubicBezTo>
                  <a:cubicBezTo>
                    <a:pt x="239554" y="399574"/>
                    <a:pt x="231934" y="399574"/>
                    <a:pt x="228124" y="395764"/>
                  </a:cubicBezTo>
                  <a:cubicBezTo>
                    <a:pt x="220504" y="391954"/>
                    <a:pt x="212884" y="388144"/>
                    <a:pt x="209074" y="388144"/>
                  </a:cubicBezTo>
                  <a:cubicBezTo>
                    <a:pt x="201454" y="384334"/>
                    <a:pt x="197644" y="380524"/>
                    <a:pt x="190024" y="376714"/>
                  </a:cubicBezTo>
                  <a:cubicBezTo>
                    <a:pt x="186214" y="372904"/>
                    <a:pt x="178594" y="369094"/>
                    <a:pt x="174784" y="361474"/>
                  </a:cubicBezTo>
                  <a:cubicBezTo>
                    <a:pt x="170974" y="357664"/>
                    <a:pt x="167164" y="350044"/>
                    <a:pt x="163354" y="342424"/>
                  </a:cubicBezTo>
                  <a:cubicBezTo>
                    <a:pt x="155734" y="330994"/>
                    <a:pt x="155734" y="323374"/>
                    <a:pt x="155734" y="315754"/>
                  </a:cubicBezTo>
                  <a:cubicBezTo>
                    <a:pt x="155734" y="308134"/>
                    <a:pt x="155734" y="300514"/>
                    <a:pt x="155734" y="292894"/>
                  </a:cubicBezTo>
                  <a:cubicBezTo>
                    <a:pt x="155734" y="285274"/>
                    <a:pt x="159544" y="277654"/>
                    <a:pt x="163354" y="273844"/>
                  </a:cubicBezTo>
                  <a:cubicBezTo>
                    <a:pt x="167164" y="266224"/>
                    <a:pt x="170974" y="262414"/>
                    <a:pt x="174784" y="254794"/>
                  </a:cubicBezTo>
                  <a:cubicBezTo>
                    <a:pt x="178594" y="247174"/>
                    <a:pt x="186214" y="243364"/>
                    <a:pt x="190024" y="239554"/>
                  </a:cubicBezTo>
                  <a:cubicBezTo>
                    <a:pt x="197644" y="235744"/>
                    <a:pt x="205264" y="231934"/>
                    <a:pt x="212884" y="228124"/>
                  </a:cubicBezTo>
                  <a:cubicBezTo>
                    <a:pt x="220504" y="224314"/>
                    <a:pt x="228124" y="224314"/>
                    <a:pt x="239554" y="224314"/>
                  </a:cubicBezTo>
                  <a:cubicBezTo>
                    <a:pt x="243364" y="224314"/>
                    <a:pt x="250984" y="224314"/>
                    <a:pt x="254794" y="224314"/>
                  </a:cubicBezTo>
                  <a:cubicBezTo>
                    <a:pt x="258604" y="224314"/>
                    <a:pt x="266224" y="224314"/>
                    <a:pt x="270034" y="224314"/>
                  </a:cubicBezTo>
                  <a:cubicBezTo>
                    <a:pt x="277654" y="224314"/>
                    <a:pt x="285274" y="224314"/>
                    <a:pt x="296704" y="228124"/>
                  </a:cubicBezTo>
                  <a:cubicBezTo>
                    <a:pt x="304324" y="228124"/>
                    <a:pt x="315754" y="231934"/>
                    <a:pt x="323374" y="231934"/>
                  </a:cubicBezTo>
                  <a:cubicBezTo>
                    <a:pt x="330994" y="231934"/>
                    <a:pt x="334804" y="235744"/>
                    <a:pt x="342424" y="235744"/>
                  </a:cubicBezTo>
                  <a:cubicBezTo>
                    <a:pt x="350044" y="239554"/>
                    <a:pt x="357664" y="239554"/>
                    <a:pt x="361474" y="239554"/>
                  </a:cubicBezTo>
                  <a:lnTo>
                    <a:pt x="388144" y="247174"/>
                  </a:lnTo>
                  <a:lnTo>
                    <a:pt x="391954" y="220504"/>
                  </a:lnTo>
                  <a:lnTo>
                    <a:pt x="403384" y="140494"/>
                  </a:lnTo>
                  <a:lnTo>
                    <a:pt x="407194" y="121444"/>
                  </a:lnTo>
                  <a:lnTo>
                    <a:pt x="388144" y="113824"/>
                  </a:lnTo>
                  <a:cubicBezTo>
                    <a:pt x="380524" y="110014"/>
                    <a:pt x="376714" y="110014"/>
                    <a:pt x="369094" y="110014"/>
                  </a:cubicBezTo>
                  <a:cubicBezTo>
                    <a:pt x="365284" y="110014"/>
                    <a:pt x="357664" y="106204"/>
                    <a:pt x="350044" y="106204"/>
                  </a:cubicBezTo>
                  <a:cubicBezTo>
                    <a:pt x="342424" y="106204"/>
                    <a:pt x="334804" y="102394"/>
                    <a:pt x="327184" y="102394"/>
                  </a:cubicBezTo>
                  <a:cubicBezTo>
                    <a:pt x="319564" y="102394"/>
                    <a:pt x="311944" y="98584"/>
                    <a:pt x="304324" y="98584"/>
                  </a:cubicBezTo>
                  <a:lnTo>
                    <a:pt x="296704" y="98584"/>
                  </a:lnTo>
                  <a:lnTo>
                    <a:pt x="296704" y="30004"/>
                  </a:lnTo>
                  <a:lnTo>
                    <a:pt x="296704" y="7144"/>
                  </a:lnTo>
                  <a:lnTo>
                    <a:pt x="270034" y="7144"/>
                  </a:lnTo>
                  <a:lnTo>
                    <a:pt x="201454" y="7144"/>
                  </a:lnTo>
                  <a:lnTo>
                    <a:pt x="178594" y="7144"/>
                  </a:lnTo>
                  <a:lnTo>
                    <a:pt x="178594" y="30004"/>
                  </a:lnTo>
                  <a:lnTo>
                    <a:pt x="178594" y="106204"/>
                  </a:lnTo>
                  <a:lnTo>
                    <a:pt x="170974" y="106204"/>
                  </a:lnTo>
                  <a:cubicBezTo>
                    <a:pt x="155734" y="110014"/>
                    <a:pt x="140494" y="117634"/>
                    <a:pt x="129064" y="125254"/>
                  </a:cubicBezTo>
                  <a:cubicBezTo>
                    <a:pt x="117634" y="132874"/>
                    <a:pt x="102394" y="140494"/>
                    <a:pt x="90964" y="151924"/>
                  </a:cubicBezTo>
                  <a:cubicBezTo>
                    <a:pt x="79534" y="163354"/>
                    <a:pt x="68104" y="174784"/>
                    <a:pt x="60484" y="186214"/>
                  </a:cubicBezTo>
                  <a:cubicBezTo>
                    <a:pt x="52864" y="197644"/>
                    <a:pt x="45244" y="212884"/>
                    <a:pt x="37624" y="224314"/>
                  </a:cubicBezTo>
                  <a:cubicBezTo>
                    <a:pt x="30004" y="239554"/>
                    <a:pt x="26194" y="254794"/>
                    <a:pt x="22384" y="270034"/>
                  </a:cubicBezTo>
                  <a:cubicBezTo>
                    <a:pt x="18574" y="285274"/>
                    <a:pt x="18574" y="300514"/>
                    <a:pt x="18574" y="319564"/>
                  </a:cubicBezTo>
                  <a:cubicBezTo>
                    <a:pt x="18574" y="330994"/>
                    <a:pt x="18574" y="346234"/>
                    <a:pt x="22384" y="357664"/>
                  </a:cubicBezTo>
                  <a:cubicBezTo>
                    <a:pt x="26194" y="369094"/>
                    <a:pt x="30004" y="384334"/>
                    <a:pt x="33814" y="395764"/>
                  </a:cubicBezTo>
                  <a:cubicBezTo>
                    <a:pt x="37624" y="407194"/>
                    <a:pt x="45244" y="418624"/>
                    <a:pt x="52864" y="426244"/>
                  </a:cubicBezTo>
                  <a:cubicBezTo>
                    <a:pt x="60484" y="437674"/>
                    <a:pt x="68104" y="445294"/>
                    <a:pt x="79534" y="452914"/>
                  </a:cubicBezTo>
                  <a:cubicBezTo>
                    <a:pt x="90964" y="460534"/>
                    <a:pt x="102394" y="468154"/>
                    <a:pt x="110014" y="475774"/>
                  </a:cubicBezTo>
                  <a:cubicBezTo>
                    <a:pt x="121444" y="483394"/>
                    <a:pt x="132874" y="491014"/>
                    <a:pt x="148114" y="498634"/>
                  </a:cubicBezTo>
                  <a:cubicBezTo>
                    <a:pt x="163354" y="506254"/>
                    <a:pt x="174784" y="510064"/>
                    <a:pt x="190024" y="517684"/>
                  </a:cubicBezTo>
                  <a:cubicBezTo>
                    <a:pt x="205264" y="525304"/>
                    <a:pt x="216694" y="529114"/>
                    <a:pt x="231934" y="532924"/>
                  </a:cubicBezTo>
                  <a:cubicBezTo>
                    <a:pt x="239554" y="536734"/>
                    <a:pt x="247174" y="536734"/>
                    <a:pt x="250984" y="540544"/>
                  </a:cubicBezTo>
                  <a:cubicBezTo>
                    <a:pt x="258604" y="544354"/>
                    <a:pt x="262414" y="548164"/>
                    <a:pt x="270034" y="551974"/>
                  </a:cubicBezTo>
                  <a:cubicBezTo>
                    <a:pt x="277654" y="555784"/>
                    <a:pt x="281464" y="559594"/>
                    <a:pt x="285274" y="563404"/>
                  </a:cubicBezTo>
                  <a:cubicBezTo>
                    <a:pt x="289084" y="567214"/>
                    <a:pt x="292894" y="571024"/>
                    <a:pt x="296704" y="578644"/>
                  </a:cubicBezTo>
                  <a:cubicBezTo>
                    <a:pt x="300514" y="582454"/>
                    <a:pt x="304324" y="590074"/>
                    <a:pt x="304324" y="597694"/>
                  </a:cubicBezTo>
                  <a:cubicBezTo>
                    <a:pt x="308134" y="605314"/>
                    <a:pt x="308134" y="612934"/>
                    <a:pt x="308134" y="620554"/>
                  </a:cubicBezTo>
                  <a:cubicBezTo>
                    <a:pt x="308134" y="628174"/>
                    <a:pt x="308134" y="635794"/>
                    <a:pt x="308134" y="643414"/>
                  </a:cubicBezTo>
                  <a:cubicBezTo>
                    <a:pt x="308134" y="651034"/>
                    <a:pt x="304324" y="658654"/>
                    <a:pt x="300514" y="662464"/>
                  </a:cubicBezTo>
                  <a:cubicBezTo>
                    <a:pt x="296704" y="670084"/>
                    <a:pt x="292894" y="673894"/>
                    <a:pt x="285274" y="677704"/>
                  </a:cubicBezTo>
                  <a:cubicBezTo>
                    <a:pt x="281464" y="681514"/>
                    <a:pt x="273844" y="685324"/>
                    <a:pt x="266224" y="689134"/>
                  </a:cubicBezTo>
                  <a:cubicBezTo>
                    <a:pt x="258604" y="692944"/>
                    <a:pt x="254794" y="696754"/>
                    <a:pt x="247174" y="696754"/>
                  </a:cubicBezTo>
                  <a:cubicBezTo>
                    <a:pt x="239554" y="700564"/>
                    <a:pt x="231934" y="700564"/>
                    <a:pt x="224314" y="700564"/>
                  </a:cubicBezTo>
                  <a:cubicBezTo>
                    <a:pt x="216694" y="700564"/>
                    <a:pt x="212884" y="700564"/>
                    <a:pt x="205264" y="700564"/>
                  </a:cubicBezTo>
                  <a:cubicBezTo>
                    <a:pt x="197644" y="700564"/>
                    <a:pt x="193834" y="700564"/>
                    <a:pt x="186214" y="700564"/>
                  </a:cubicBezTo>
                  <a:cubicBezTo>
                    <a:pt x="178594" y="700564"/>
                    <a:pt x="167164" y="700564"/>
                    <a:pt x="159544" y="696754"/>
                  </a:cubicBezTo>
                  <a:cubicBezTo>
                    <a:pt x="151924" y="696754"/>
                    <a:pt x="140494" y="692944"/>
                    <a:pt x="132874" y="692944"/>
                  </a:cubicBezTo>
                  <a:cubicBezTo>
                    <a:pt x="121444" y="689134"/>
                    <a:pt x="110014" y="689134"/>
                    <a:pt x="102394" y="685324"/>
                  </a:cubicBezTo>
                  <a:cubicBezTo>
                    <a:pt x="90964" y="681514"/>
                    <a:pt x="79534" y="677704"/>
                    <a:pt x="71914" y="673894"/>
                  </a:cubicBezTo>
                  <a:cubicBezTo>
                    <a:pt x="68104" y="673894"/>
                    <a:pt x="64294" y="670084"/>
                    <a:pt x="60484" y="670084"/>
                  </a:cubicBezTo>
                  <a:cubicBezTo>
                    <a:pt x="56674" y="666274"/>
                    <a:pt x="52864" y="666274"/>
                    <a:pt x="49054" y="662464"/>
                  </a:cubicBezTo>
                  <a:lnTo>
                    <a:pt x="18574" y="647224"/>
                  </a:lnTo>
                  <a:lnTo>
                    <a:pt x="14764" y="677704"/>
                  </a:lnTo>
                  <a:lnTo>
                    <a:pt x="10954" y="772954"/>
                  </a:lnTo>
                  <a:lnTo>
                    <a:pt x="7144" y="788194"/>
                  </a:lnTo>
                  <a:lnTo>
                    <a:pt x="22384" y="795814"/>
                  </a:lnTo>
                  <a:cubicBezTo>
                    <a:pt x="33814" y="799624"/>
                    <a:pt x="45244" y="807244"/>
                    <a:pt x="56674" y="811054"/>
                  </a:cubicBezTo>
                  <a:cubicBezTo>
                    <a:pt x="68104" y="814864"/>
                    <a:pt x="79534" y="818674"/>
                    <a:pt x="90964" y="822484"/>
                  </a:cubicBezTo>
                  <a:cubicBezTo>
                    <a:pt x="102394" y="826294"/>
                    <a:pt x="113824" y="830104"/>
                    <a:pt x="129064" y="830104"/>
                  </a:cubicBezTo>
                  <a:cubicBezTo>
                    <a:pt x="140494" y="833914"/>
                    <a:pt x="155734" y="833914"/>
                    <a:pt x="167164" y="837724"/>
                  </a:cubicBezTo>
                  <a:lnTo>
                    <a:pt x="174784" y="837724"/>
                  </a:lnTo>
                  <a:lnTo>
                    <a:pt x="174784" y="910114"/>
                  </a:lnTo>
                  <a:lnTo>
                    <a:pt x="174784" y="932974"/>
                  </a:lnTo>
                  <a:lnTo>
                    <a:pt x="197644" y="932974"/>
                  </a:lnTo>
                  <a:lnTo>
                    <a:pt x="270034" y="932974"/>
                  </a:lnTo>
                  <a:lnTo>
                    <a:pt x="292894" y="932974"/>
                  </a:lnTo>
                  <a:lnTo>
                    <a:pt x="292894" y="910114"/>
                  </a:lnTo>
                  <a:lnTo>
                    <a:pt x="292894" y="833914"/>
                  </a:lnTo>
                  <a:lnTo>
                    <a:pt x="300514" y="833914"/>
                  </a:lnTo>
                  <a:cubicBezTo>
                    <a:pt x="315754" y="830104"/>
                    <a:pt x="330994" y="822484"/>
                    <a:pt x="346234" y="814864"/>
                  </a:cubicBezTo>
                  <a:cubicBezTo>
                    <a:pt x="361474" y="807244"/>
                    <a:pt x="372904" y="799624"/>
                    <a:pt x="384334" y="788194"/>
                  </a:cubicBezTo>
                  <a:cubicBezTo>
                    <a:pt x="395764" y="776764"/>
                    <a:pt x="407194" y="765334"/>
                    <a:pt x="414814" y="753904"/>
                  </a:cubicBezTo>
                  <a:cubicBezTo>
                    <a:pt x="422434" y="742474"/>
                    <a:pt x="430054" y="727234"/>
                    <a:pt x="437674" y="715804"/>
                  </a:cubicBezTo>
                  <a:cubicBezTo>
                    <a:pt x="445294" y="700564"/>
                    <a:pt x="449104" y="685324"/>
                    <a:pt x="452914" y="670084"/>
                  </a:cubicBezTo>
                  <a:cubicBezTo>
                    <a:pt x="456724" y="654844"/>
                    <a:pt x="456724" y="639604"/>
                    <a:pt x="456724" y="624364"/>
                  </a:cubicBezTo>
                  <a:cubicBezTo>
                    <a:pt x="452914" y="605314"/>
                    <a:pt x="452914" y="593884"/>
                    <a:pt x="449104" y="5824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0D962160-9138-4FC1-AE7D-9A83F6A876A3}"/>
                </a:ext>
              </a:extLst>
            </p:cNvPr>
            <p:cNvSpPr/>
            <p:nvPr/>
          </p:nvSpPr>
          <p:spPr>
            <a:xfrm>
              <a:off x="6336506" y="5116354"/>
              <a:ext cx="428625" cy="133350"/>
            </a:xfrm>
            <a:custGeom>
              <a:avLst/>
              <a:gdLst>
                <a:gd name="connsiteX0" fmla="*/ 365284 w 428625"/>
                <a:gd name="connsiteY0" fmla="*/ 7144 h 133350"/>
                <a:gd name="connsiteX1" fmla="*/ 68104 w 428625"/>
                <a:gd name="connsiteY1" fmla="*/ 7144 h 133350"/>
                <a:gd name="connsiteX2" fmla="*/ 7144 w 428625"/>
                <a:gd name="connsiteY2" fmla="*/ 68104 h 133350"/>
                <a:gd name="connsiteX3" fmla="*/ 68104 w 428625"/>
                <a:gd name="connsiteY3" fmla="*/ 129064 h 133350"/>
                <a:gd name="connsiteX4" fmla="*/ 365284 w 428625"/>
                <a:gd name="connsiteY4" fmla="*/ 129064 h 133350"/>
                <a:gd name="connsiteX5" fmla="*/ 426244 w 428625"/>
                <a:gd name="connsiteY5" fmla="*/ 68104 h 133350"/>
                <a:gd name="connsiteX6" fmla="*/ 365284 w 428625"/>
                <a:gd name="connsiteY6" fmla="*/ 714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133350">
                  <a:moveTo>
                    <a:pt x="365284" y="7144"/>
                  </a:moveTo>
                  <a:lnTo>
                    <a:pt x="68104" y="7144"/>
                  </a:lnTo>
                  <a:cubicBezTo>
                    <a:pt x="33814" y="7144"/>
                    <a:pt x="7144" y="33814"/>
                    <a:pt x="7144" y="68104"/>
                  </a:cubicBezTo>
                  <a:cubicBezTo>
                    <a:pt x="7144" y="102394"/>
                    <a:pt x="33814" y="129064"/>
                    <a:pt x="68104" y="129064"/>
                  </a:cubicBezTo>
                  <a:lnTo>
                    <a:pt x="365284" y="129064"/>
                  </a:lnTo>
                  <a:cubicBezTo>
                    <a:pt x="399574" y="129064"/>
                    <a:pt x="426244" y="102394"/>
                    <a:pt x="426244" y="68104"/>
                  </a:cubicBezTo>
                  <a:cubicBezTo>
                    <a:pt x="426244" y="33814"/>
                    <a:pt x="399574" y="7144"/>
                    <a:pt x="36528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2BAE64C4-B8AE-423F-B7B9-DAC38AA046D6}"/>
                </a:ext>
              </a:extLst>
            </p:cNvPr>
            <p:cNvSpPr/>
            <p:nvPr/>
          </p:nvSpPr>
          <p:spPr>
            <a:xfrm>
              <a:off x="6424136" y="2552224"/>
              <a:ext cx="257175" cy="133350"/>
            </a:xfrm>
            <a:custGeom>
              <a:avLst/>
              <a:gdLst>
                <a:gd name="connsiteX0" fmla="*/ 193834 w 257175"/>
                <a:gd name="connsiteY0" fmla="*/ 7144 h 133350"/>
                <a:gd name="connsiteX1" fmla="*/ 68104 w 257175"/>
                <a:gd name="connsiteY1" fmla="*/ 7144 h 133350"/>
                <a:gd name="connsiteX2" fmla="*/ 7144 w 257175"/>
                <a:gd name="connsiteY2" fmla="*/ 68104 h 133350"/>
                <a:gd name="connsiteX3" fmla="*/ 68104 w 257175"/>
                <a:gd name="connsiteY3" fmla="*/ 129064 h 133350"/>
                <a:gd name="connsiteX4" fmla="*/ 193834 w 257175"/>
                <a:gd name="connsiteY4" fmla="*/ 129064 h 133350"/>
                <a:gd name="connsiteX5" fmla="*/ 254794 w 257175"/>
                <a:gd name="connsiteY5" fmla="*/ 68104 h 133350"/>
                <a:gd name="connsiteX6" fmla="*/ 193834 w 257175"/>
                <a:gd name="connsiteY6" fmla="*/ 714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7175" h="133350">
                  <a:moveTo>
                    <a:pt x="193834" y="7144"/>
                  </a:moveTo>
                  <a:lnTo>
                    <a:pt x="68104" y="7144"/>
                  </a:lnTo>
                  <a:cubicBezTo>
                    <a:pt x="33814" y="7144"/>
                    <a:pt x="7144" y="33814"/>
                    <a:pt x="7144" y="68104"/>
                  </a:cubicBezTo>
                  <a:cubicBezTo>
                    <a:pt x="7144" y="102394"/>
                    <a:pt x="33814" y="129064"/>
                    <a:pt x="68104" y="129064"/>
                  </a:cubicBezTo>
                  <a:lnTo>
                    <a:pt x="193834" y="129064"/>
                  </a:lnTo>
                  <a:cubicBezTo>
                    <a:pt x="228124" y="129064"/>
                    <a:pt x="254794" y="102394"/>
                    <a:pt x="254794" y="68104"/>
                  </a:cubicBezTo>
                  <a:cubicBezTo>
                    <a:pt x="254794" y="33814"/>
                    <a:pt x="228124" y="7144"/>
                    <a:pt x="19383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98" name="Graphic 10">
            <a:extLst>
              <a:ext uri="{FF2B5EF4-FFF2-40B4-BE49-F238E27FC236}">
                <a16:creationId xmlns:a16="http://schemas.microsoft.com/office/drawing/2014/main" id="{08294FDD-ABC7-4687-BCAE-1297FBE260B0}"/>
              </a:ext>
            </a:extLst>
          </p:cNvPr>
          <p:cNvGrpSpPr>
            <a:grpSpLocks noChangeAspect="1"/>
          </p:cNvGrpSpPr>
          <p:nvPr/>
        </p:nvGrpSpPr>
        <p:grpSpPr>
          <a:xfrm>
            <a:off x="10911662" y="4797192"/>
            <a:ext cx="504453" cy="502920"/>
            <a:chOff x="4986338" y="2324100"/>
            <a:chExt cx="3133725" cy="3124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CB8B119D-1710-475B-A42C-2543781E168B}"/>
                </a:ext>
              </a:extLst>
            </p:cNvPr>
            <p:cNvSpPr/>
            <p:nvPr/>
          </p:nvSpPr>
          <p:spPr>
            <a:xfrm>
              <a:off x="4979194" y="2687966"/>
              <a:ext cx="2809875" cy="2762250"/>
            </a:xfrm>
            <a:custGeom>
              <a:avLst/>
              <a:gdLst>
                <a:gd name="connsiteX0" fmla="*/ 2742724 w 2809875"/>
                <a:gd name="connsiteY0" fmla="*/ 1256337 h 2762250"/>
                <a:gd name="connsiteX1" fmla="*/ 1454944 w 2809875"/>
                <a:gd name="connsiteY1" fmla="*/ 1298247 h 2762250"/>
                <a:gd name="connsiteX2" fmla="*/ 1131094 w 2809875"/>
                <a:gd name="connsiteY2" fmla="*/ 52377 h 2762250"/>
                <a:gd name="connsiteX3" fmla="*/ 1054894 w 2809875"/>
                <a:gd name="connsiteY3" fmla="*/ 10467 h 2762250"/>
                <a:gd name="connsiteX4" fmla="*/ 7144 w 2809875"/>
                <a:gd name="connsiteY4" fmla="*/ 1359207 h 2762250"/>
                <a:gd name="connsiteX5" fmla="*/ 1405414 w 2809875"/>
                <a:gd name="connsiteY5" fmla="*/ 2757477 h 2762250"/>
                <a:gd name="connsiteX6" fmla="*/ 2803684 w 2809875"/>
                <a:gd name="connsiteY6" fmla="*/ 1359207 h 2762250"/>
                <a:gd name="connsiteX7" fmla="*/ 2803684 w 2809875"/>
                <a:gd name="connsiteY7" fmla="*/ 1313487 h 2762250"/>
                <a:gd name="connsiteX8" fmla="*/ 2742724 w 2809875"/>
                <a:gd name="connsiteY8" fmla="*/ 1256337 h 2762250"/>
                <a:gd name="connsiteX9" fmla="*/ 1405414 w 2809875"/>
                <a:gd name="connsiteY9" fmla="*/ 2635557 h 2762250"/>
                <a:gd name="connsiteX10" fmla="*/ 129064 w 2809875"/>
                <a:gd name="connsiteY10" fmla="*/ 1359207 h 2762250"/>
                <a:gd name="connsiteX11" fmla="*/ 1028224 w 2809875"/>
                <a:gd name="connsiteY11" fmla="*/ 140007 h 2762250"/>
                <a:gd name="connsiteX12" fmla="*/ 1348264 w 2809875"/>
                <a:gd name="connsiteY12" fmla="*/ 1374447 h 2762250"/>
                <a:gd name="connsiteX13" fmla="*/ 1409224 w 2809875"/>
                <a:gd name="connsiteY13" fmla="*/ 1420167 h 2762250"/>
                <a:gd name="connsiteX14" fmla="*/ 2681764 w 2809875"/>
                <a:gd name="connsiteY14" fmla="*/ 1378257 h 2762250"/>
                <a:gd name="connsiteX15" fmla="*/ 1405414 w 2809875"/>
                <a:gd name="connsiteY15" fmla="*/ 2635557 h 276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09875" h="2762250">
                  <a:moveTo>
                    <a:pt x="2742724" y="1256337"/>
                  </a:moveTo>
                  <a:cubicBezTo>
                    <a:pt x="2243614" y="1263957"/>
                    <a:pt x="1630204" y="1290627"/>
                    <a:pt x="1454944" y="1298247"/>
                  </a:cubicBezTo>
                  <a:lnTo>
                    <a:pt x="1131094" y="52377"/>
                  </a:lnTo>
                  <a:cubicBezTo>
                    <a:pt x="1123474" y="18087"/>
                    <a:pt x="1089184" y="-963"/>
                    <a:pt x="1054894" y="10467"/>
                  </a:cubicBezTo>
                  <a:cubicBezTo>
                    <a:pt x="437674" y="166677"/>
                    <a:pt x="7144" y="722937"/>
                    <a:pt x="7144" y="1359207"/>
                  </a:cubicBezTo>
                  <a:cubicBezTo>
                    <a:pt x="7144" y="2128827"/>
                    <a:pt x="635794" y="2757477"/>
                    <a:pt x="1405414" y="2757477"/>
                  </a:cubicBezTo>
                  <a:cubicBezTo>
                    <a:pt x="2175034" y="2757477"/>
                    <a:pt x="2803684" y="2128827"/>
                    <a:pt x="2803684" y="1359207"/>
                  </a:cubicBezTo>
                  <a:cubicBezTo>
                    <a:pt x="2803684" y="1343967"/>
                    <a:pt x="2803684" y="1328727"/>
                    <a:pt x="2803684" y="1313487"/>
                  </a:cubicBezTo>
                  <a:cubicBezTo>
                    <a:pt x="2803684" y="1283007"/>
                    <a:pt x="2773204" y="1256337"/>
                    <a:pt x="2742724" y="1256337"/>
                  </a:cubicBezTo>
                  <a:close/>
                  <a:moveTo>
                    <a:pt x="1405414" y="2635557"/>
                  </a:moveTo>
                  <a:cubicBezTo>
                    <a:pt x="700564" y="2635557"/>
                    <a:pt x="129064" y="2064057"/>
                    <a:pt x="129064" y="1359207"/>
                  </a:cubicBezTo>
                  <a:cubicBezTo>
                    <a:pt x="129064" y="799137"/>
                    <a:pt x="494824" y="303837"/>
                    <a:pt x="1028224" y="140007"/>
                  </a:cubicBezTo>
                  <a:lnTo>
                    <a:pt x="1348264" y="1374447"/>
                  </a:lnTo>
                  <a:cubicBezTo>
                    <a:pt x="1355884" y="1401117"/>
                    <a:pt x="1382554" y="1420167"/>
                    <a:pt x="1409224" y="1420167"/>
                  </a:cubicBezTo>
                  <a:cubicBezTo>
                    <a:pt x="1416844" y="1420167"/>
                    <a:pt x="2106454" y="1385877"/>
                    <a:pt x="2681764" y="1378257"/>
                  </a:cubicBezTo>
                  <a:cubicBezTo>
                    <a:pt x="2674144" y="2075487"/>
                    <a:pt x="2102644" y="2635557"/>
                    <a:pt x="1405414" y="26355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01197CE4-69FF-43E1-9F64-533CDEB90BFF}"/>
                </a:ext>
              </a:extLst>
            </p:cNvPr>
            <p:cNvSpPr/>
            <p:nvPr/>
          </p:nvSpPr>
          <p:spPr>
            <a:xfrm>
              <a:off x="6657975" y="2438148"/>
              <a:ext cx="1466850" cy="1428750"/>
            </a:xfrm>
            <a:custGeom>
              <a:avLst/>
              <a:gdLst>
                <a:gd name="connsiteX0" fmla="*/ 1460182 w 1466850"/>
                <a:gd name="connsiteY0" fmla="*/ 1315654 h 1428750"/>
                <a:gd name="connsiteX1" fmla="*/ 420053 w 1466850"/>
                <a:gd name="connsiteY1" fmla="*/ 8824 h 1428750"/>
                <a:gd name="connsiteX2" fmla="*/ 343853 w 1466850"/>
                <a:gd name="connsiteY2" fmla="*/ 50734 h 1428750"/>
                <a:gd name="connsiteX3" fmla="*/ 8572 w 1466850"/>
                <a:gd name="connsiteY3" fmla="*/ 1346134 h 1428750"/>
                <a:gd name="connsiteX4" fmla="*/ 20003 w 1466850"/>
                <a:gd name="connsiteY4" fmla="*/ 1399474 h 1428750"/>
                <a:gd name="connsiteX5" fmla="*/ 65722 w 1466850"/>
                <a:gd name="connsiteY5" fmla="*/ 1422334 h 1428750"/>
                <a:gd name="connsiteX6" fmla="*/ 69533 w 1466850"/>
                <a:gd name="connsiteY6" fmla="*/ 1422334 h 1428750"/>
                <a:gd name="connsiteX7" fmla="*/ 1403032 w 1466850"/>
                <a:gd name="connsiteY7" fmla="*/ 1380424 h 1428750"/>
                <a:gd name="connsiteX8" fmla="*/ 1444943 w 1466850"/>
                <a:gd name="connsiteY8" fmla="*/ 1361374 h 1428750"/>
                <a:gd name="connsiteX9" fmla="*/ 1460182 w 1466850"/>
                <a:gd name="connsiteY9" fmla="*/ 1315654 h 1428750"/>
                <a:gd name="connsiteX10" fmla="*/ 149543 w 1466850"/>
                <a:gd name="connsiteY10" fmla="*/ 1296604 h 1428750"/>
                <a:gd name="connsiteX11" fmla="*/ 446722 w 1466850"/>
                <a:gd name="connsiteY11" fmla="*/ 142174 h 1428750"/>
                <a:gd name="connsiteX12" fmla="*/ 1342073 w 1466850"/>
                <a:gd name="connsiteY12" fmla="*/ 1258504 h 1428750"/>
                <a:gd name="connsiteX13" fmla="*/ 149543 w 1466850"/>
                <a:gd name="connsiteY13" fmla="*/ 1296604 h 14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66850" h="1428750">
                  <a:moveTo>
                    <a:pt x="1460182" y="1315654"/>
                  </a:moveTo>
                  <a:cubicBezTo>
                    <a:pt x="1448753" y="702244"/>
                    <a:pt x="1018223" y="161224"/>
                    <a:pt x="420053" y="8824"/>
                  </a:cubicBezTo>
                  <a:cubicBezTo>
                    <a:pt x="385763" y="1204"/>
                    <a:pt x="355283" y="20254"/>
                    <a:pt x="343853" y="50734"/>
                  </a:cubicBezTo>
                  <a:lnTo>
                    <a:pt x="8572" y="1346134"/>
                  </a:lnTo>
                  <a:cubicBezTo>
                    <a:pt x="4763" y="1365184"/>
                    <a:pt x="8572" y="1384234"/>
                    <a:pt x="20003" y="1399474"/>
                  </a:cubicBezTo>
                  <a:cubicBezTo>
                    <a:pt x="31433" y="1414714"/>
                    <a:pt x="50483" y="1422334"/>
                    <a:pt x="65722" y="1422334"/>
                  </a:cubicBezTo>
                  <a:lnTo>
                    <a:pt x="69533" y="1422334"/>
                  </a:lnTo>
                  <a:cubicBezTo>
                    <a:pt x="77153" y="1422334"/>
                    <a:pt x="820103" y="1388044"/>
                    <a:pt x="1403032" y="1380424"/>
                  </a:cubicBezTo>
                  <a:cubicBezTo>
                    <a:pt x="1418273" y="1380424"/>
                    <a:pt x="1433513" y="1372804"/>
                    <a:pt x="1444943" y="1361374"/>
                  </a:cubicBezTo>
                  <a:cubicBezTo>
                    <a:pt x="1456373" y="1349944"/>
                    <a:pt x="1463993" y="1334704"/>
                    <a:pt x="1460182" y="1315654"/>
                  </a:cubicBezTo>
                  <a:close/>
                  <a:moveTo>
                    <a:pt x="149543" y="1296604"/>
                  </a:moveTo>
                  <a:lnTo>
                    <a:pt x="446722" y="142174"/>
                  </a:lnTo>
                  <a:cubicBezTo>
                    <a:pt x="942023" y="294574"/>
                    <a:pt x="1300163" y="740344"/>
                    <a:pt x="1342073" y="1258504"/>
                  </a:cubicBezTo>
                  <a:cubicBezTo>
                    <a:pt x="881063" y="1266124"/>
                    <a:pt x="351472" y="1288984"/>
                    <a:pt x="149543" y="12966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302A3A69-EFF2-4828-BE91-1C3293268526}"/>
                </a:ext>
              </a:extLst>
            </p:cNvPr>
            <p:cNvSpPr/>
            <p:nvPr/>
          </p:nvSpPr>
          <p:spPr>
            <a:xfrm>
              <a:off x="6116890" y="2316956"/>
              <a:ext cx="809625" cy="1466850"/>
            </a:xfrm>
            <a:custGeom>
              <a:avLst/>
              <a:gdLst>
                <a:gd name="connsiteX0" fmla="*/ 343918 w 809625"/>
                <a:gd name="connsiteY0" fmla="*/ 1417796 h 1466850"/>
                <a:gd name="connsiteX1" fmla="*/ 404878 w 809625"/>
                <a:gd name="connsiteY1" fmla="*/ 1463516 h 1466850"/>
                <a:gd name="connsiteX2" fmla="*/ 465839 w 809625"/>
                <a:gd name="connsiteY2" fmla="*/ 1417796 h 1466850"/>
                <a:gd name="connsiteX3" fmla="*/ 801119 w 809625"/>
                <a:gd name="connsiteY3" fmla="*/ 122396 h 1466850"/>
                <a:gd name="connsiteX4" fmla="*/ 793498 w 809625"/>
                <a:gd name="connsiteY4" fmla="*/ 76676 h 1466850"/>
                <a:gd name="connsiteX5" fmla="*/ 755398 w 809625"/>
                <a:gd name="connsiteY5" fmla="*/ 50006 h 1466850"/>
                <a:gd name="connsiteX6" fmla="*/ 54358 w 809625"/>
                <a:gd name="connsiteY6" fmla="*/ 50006 h 1466850"/>
                <a:gd name="connsiteX7" fmla="*/ 16258 w 809625"/>
                <a:gd name="connsiteY7" fmla="*/ 76676 h 1466850"/>
                <a:gd name="connsiteX8" fmla="*/ 8638 w 809625"/>
                <a:gd name="connsiteY8" fmla="*/ 122396 h 1466850"/>
                <a:gd name="connsiteX9" fmla="*/ 343918 w 809625"/>
                <a:gd name="connsiteY9" fmla="*/ 1417796 h 1466850"/>
                <a:gd name="connsiteX10" fmla="*/ 660148 w 809625"/>
                <a:gd name="connsiteY10" fmla="*/ 152876 h 1466850"/>
                <a:gd name="connsiteX11" fmla="*/ 401068 w 809625"/>
                <a:gd name="connsiteY11" fmla="*/ 1158716 h 1466850"/>
                <a:gd name="connsiteX12" fmla="*/ 141989 w 809625"/>
                <a:gd name="connsiteY12" fmla="*/ 152876 h 1466850"/>
                <a:gd name="connsiteX13" fmla="*/ 660148 w 809625"/>
                <a:gd name="connsiteY13" fmla="*/ 152876 h 146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09625" h="1466850">
                  <a:moveTo>
                    <a:pt x="343918" y="1417796"/>
                  </a:moveTo>
                  <a:cubicBezTo>
                    <a:pt x="351539" y="1444466"/>
                    <a:pt x="374398" y="1463516"/>
                    <a:pt x="404878" y="1463516"/>
                  </a:cubicBezTo>
                  <a:cubicBezTo>
                    <a:pt x="435358" y="1463516"/>
                    <a:pt x="458218" y="1444466"/>
                    <a:pt x="465839" y="1417796"/>
                  </a:cubicBezTo>
                  <a:lnTo>
                    <a:pt x="801119" y="122396"/>
                  </a:lnTo>
                  <a:cubicBezTo>
                    <a:pt x="804928" y="107156"/>
                    <a:pt x="801119" y="91916"/>
                    <a:pt x="793498" y="76676"/>
                  </a:cubicBezTo>
                  <a:cubicBezTo>
                    <a:pt x="785878" y="61436"/>
                    <a:pt x="770639" y="53816"/>
                    <a:pt x="755398" y="50006"/>
                  </a:cubicBezTo>
                  <a:cubicBezTo>
                    <a:pt x="526798" y="-7144"/>
                    <a:pt x="282958" y="-7144"/>
                    <a:pt x="54358" y="50006"/>
                  </a:cubicBezTo>
                  <a:cubicBezTo>
                    <a:pt x="39118" y="53816"/>
                    <a:pt x="23878" y="65246"/>
                    <a:pt x="16258" y="76676"/>
                  </a:cubicBezTo>
                  <a:cubicBezTo>
                    <a:pt x="8638" y="91916"/>
                    <a:pt x="4828" y="107156"/>
                    <a:pt x="8638" y="122396"/>
                  </a:cubicBezTo>
                  <a:lnTo>
                    <a:pt x="343918" y="1417796"/>
                  </a:lnTo>
                  <a:close/>
                  <a:moveTo>
                    <a:pt x="660148" y="152876"/>
                  </a:moveTo>
                  <a:lnTo>
                    <a:pt x="401068" y="1158716"/>
                  </a:lnTo>
                  <a:lnTo>
                    <a:pt x="141989" y="152876"/>
                  </a:lnTo>
                  <a:cubicBezTo>
                    <a:pt x="309628" y="114776"/>
                    <a:pt x="492508" y="114776"/>
                    <a:pt x="660148" y="1528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32215DF5-73F4-4B6F-AD37-FA7F7857AD8A}"/>
                </a:ext>
              </a:extLst>
            </p:cNvPr>
            <p:cNvSpPr/>
            <p:nvPr/>
          </p:nvSpPr>
          <p:spPr>
            <a:xfrm>
              <a:off x="5550694" y="3533299"/>
              <a:ext cx="457200" cy="933450"/>
            </a:xfrm>
            <a:custGeom>
              <a:avLst/>
              <a:gdLst>
                <a:gd name="connsiteX0" fmla="*/ 437674 w 457200"/>
                <a:gd name="connsiteY0" fmla="*/ 544354 h 933450"/>
                <a:gd name="connsiteX1" fmla="*/ 418624 w 457200"/>
                <a:gd name="connsiteY1" fmla="*/ 513874 h 933450"/>
                <a:gd name="connsiteX2" fmla="*/ 391954 w 457200"/>
                <a:gd name="connsiteY2" fmla="*/ 487204 h 933450"/>
                <a:gd name="connsiteX3" fmla="*/ 361474 w 457200"/>
                <a:gd name="connsiteY3" fmla="*/ 460534 h 933450"/>
                <a:gd name="connsiteX4" fmla="*/ 327184 w 457200"/>
                <a:gd name="connsiteY4" fmla="*/ 437674 h 933450"/>
                <a:gd name="connsiteX5" fmla="*/ 289084 w 457200"/>
                <a:gd name="connsiteY5" fmla="*/ 418624 h 933450"/>
                <a:gd name="connsiteX6" fmla="*/ 247174 w 457200"/>
                <a:gd name="connsiteY6" fmla="*/ 403384 h 933450"/>
                <a:gd name="connsiteX7" fmla="*/ 228124 w 457200"/>
                <a:gd name="connsiteY7" fmla="*/ 395764 h 933450"/>
                <a:gd name="connsiteX8" fmla="*/ 209074 w 457200"/>
                <a:gd name="connsiteY8" fmla="*/ 388144 h 933450"/>
                <a:gd name="connsiteX9" fmla="*/ 190024 w 457200"/>
                <a:gd name="connsiteY9" fmla="*/ 376714 h 933450"/>
                <a:gd name="connsiteX10" fmla="*/ 174784 w 457200"/>
                <a:gd name="connsiteY10" fmla="*/ 361474 h 933450"/>
                <a:gd name="connsiteX11" fmla="*/ 163354 w 457200"/>
                <a:gd name="connsiteY11" fmla="*/ 342424 h 933450"/>
                <a:gd name="connsiteX12" fmla="*/ 159544 w 457200"/>
                <a:gd name="connsiteY12" fmla="*/ 319564 h 933450"/>
                <a:gd name="connsiteX13" fmla="*/ 159544 w 457200"/>
                <a:gd name="connsiteY13" fmla="*/ 296704 h 933450"/>
                <a:gd name="connsiteX14" fmla="*/ 167164 w 457200"/>
                <a:gd name="connsiteY14" fmla="*/ 277654 h 933450"/>
                <a:gd name="connsiteX15" fmla="*/ 178594 w 457200"/>
                <a:gd name="connsiteY15" fmla="*/ 258604 h 933450"/>
                <a:gd name="connsiteX16" fmla="*/ 193834 w 457200"/>
                <a:gd name="connsiteY16" fmla="*/ 243364 h 933450"/>
                <a:gd name="connsiteX17" fmla="*/ 216694 w 457200"/>
                <a:gd name="connsiteY17" fmla="*/ 231934 h 933450"/>
                <a:gd name="connsiteX18" fmla="*/ 243364 w 457200"/>
                <a:gd name="connsiteY18" fmla="*/ 228124 h 933450"/>
                <a:gd name="connsiteX19" fmla="*/ 258604 w 457200"/>
                <a:gd name="connsiteY19" fmla="*/ 228124 h 933450"/>
                <a:gd name="connsiteX20" fmla="*/ 273844 w 457200"/>
                <a:gd name="connsiteY20" fmla="*/ 228124 h 933450"/>
                <a:gd name="connsiteX21" fmla="*/ 300514 w 457200"/>
                <a:gd name="connsiteY21" fmla="*/ 231934 h 933450"/>
                <a:gd name="connsiteX22" fmla="*/ 327184 w 457200"/>
                <a:gd name="connsiteY22" fmla="*/ 235744 h 933450"/>
                <a:gd name="connsiteX23" fmla="*/ 346234 w 457200"/>
                <a:gd name="connsiteY23" fmla="*/ 239554 h 933450"/>
                <a:gd name="connsiteX24" fmla="*/ 365284 w 457200"/>
                <a:gd name="connsiteY24" fmla="*/ 243364 h 933450"/>
                <a:gd name="connsiteX25" fmla="*/ 391954 w 457200"/>
                <a:gd name="connsiteY25" fmla="*/ 250984 h 933450"/>
                <a:gd name="connsiteX26" fmla="*/ 395764 w 457200"/>
                <a:gd name="connsiteY26" fmla="*/ 224314 h 933450"/>
                <a:gd name="connsiteX27" fmla="*/ 407194 w 457200"/>
                <a:gd name="connsiteY27" fmla="*/ 144304 h 933450"/>
                <a:gd name="connsiteX28" fmla="*/ 411004 w 457200"/>
                <a:gd name="connsiteY28" fmla="*/ 125254 h 933450"/>
                <a:gd name="connsiteX29" fmla="*/ 380524 w 457200"/>
                <a:gd name="connsiteY29" fmla="*/ 121444 h 933450"/>
                <a:gd name="connsiteX30" fmla="*/ 361474 w 457200"/>
                <a:gd name="connsiteY30" fmla="*/ 117634 h 933450"/>
                <a:gd name="connsiteX31" fmla="*/ 342424 w 457200"/>
                <a:gd name="connsiteY31" fmla="*/ 113824 h 933450"/>
                <a:gd name="connsiteX32" fmla="*/ 319564 w 457200"/>
                <a:gd name="connsiteY32" fmla="*/ 110014 h 933450"/>
                <a:gd name="connsiteX33" fmla="*/ 296704 w 457200"/>
                <a:gd name="connsiteY33" fmla="*/ 106204 h 933450"/>
                <a:gd name="connsiteX34" fmla="*/ 289084 w 457200"/>
                <a:gd name="connsiteY34" fmla="*/ 106204 h 933450"/>
                <a:gd name="connsiteX35" fmla="*/ 289084 w 457200"/>
                <a:gd name="connsiteY35" fmla="*/ 37624 h 933450"/>
                <a:gd name="connsiteX36" fmla="*/ 289084 w 457200"/>
                <a:gd name="connsiteY36" fmla="*/ 7144 h 933450"/>
                <a:gd name="connsiteX37" fmla="*/ 266224 w 457200"/>
                <a:gd name="connsiteY37" fmla="*/ 7144 h 933450"/>
                <a:gd name="connsiteX38" fmla="*/ 197644 w 457200"/>
                <a:gd name="connsiteY38" fmla="*/ 7144 h 933450"/>
                <a:gd name="connsiteX39" fmla="*/ 174784 w 457200"/>
                <a:gd name="connsiteY39" fmla="*/ 7144 h 933450"/>
                <a:gd name="connsiteX40" fmla="*/ 174784 w 457200"/>
                <a:gd name="connsiteY40" fmla="*/ 30004 h 933450"/>
                <a:gd name="connsiteX41" fmla="*/ 174784 w 457200"/>
                <a:gd name="connsiteY41" fmla="*/ 106204 h 933450"/>
                <a:gd name="connsiteX42" fmla="*/ 167164 w 457200"/>
                <a:gd name="connsiteY42" fmla="*/ 106204 h 933450"/>
                <a:gd name="connsiteX43" fmla="*/ 125254 w 457200"/>
                <a:gd name="connsiteY43" fmla="*/ 125254 h 933450"/>
                <a:gd name="connsiteX44" fmla="*/ 87154 w 457200"/>
                <a:gd name="connsiteY44" fmla="*/ 151924 h 933450"/>
                <a:gd name="connsiteX45" fmla="*/ 56674 w 457200"/>
                <a:gd name="connsiteY45" fmla="*/ 186214 h 933450"/>
                <a:gd name="connsiteX46" fmla="*/ 33814 w 457200"/>
                <a:gd name="connsiteY46" fmla="*/ 224314 h 933450"/>
                <a:gd name="connsiteX47" fmla="*/ 18574 w 457200"/>
                <a:gd name="connsiteY47" fmla="*/ 270034 h 933450"/>
                <a:gd name="connsiteX48" fmla="*/ 14764 w 457200"/>
                <a:gd name="connsiteY48" fmla="*/ 319564 h 933450"/>
                <a:gd name="connsiteX49" fmla="*/ 18574 w 457200"/>
                <a:gd name="connsiteY49" fmla="*/ 357664 h 933450"/>
                <a:gd name="connsiteX50" fmla="*/ 30004 w 457200"/>
                <a:gd name="connsiteY50" fmla="*/ 395764 h 933450"/>
                <a:gd name="connsiteX51" fmla="*/ 49054 w 457200"/>
                <a:gd name="connsiteY51" fmla="*/ 426244 h 933450"/>
                <a:gd name="connsiteX52" fmla="*/ 75724 w 457200"/>
                <a:gd name="connsiteY52" fmla="*/ 452914 h 933450"/>
                <a:gd name="connsiteX53" fmla="*/ 106204 w 457200"/>
                <a:gd name="connsiteY53" fmla="*/ 475774 h 933450"/>
                <a:gd name="connsiteX54" fmla="*/ 144304 w 457200"/>
                <a:gd name="connsiteY54" fmla="*/ 498634 h 933450"/>
                <a:gd name="connsiteX55" fmla="*/ 186214 w 457200"/>
                <a:gd name="connsiteY55" fmla="*/ 517684 h 933450"/>
                <a:gd name="connsiteX56" fmla="*/ 228124 w 457200"/>
                <a:gd name="connsiteY56" fmla="*/ 532924 h 933450"/>
                <a:gd name="connsiteX57" fmla="*/ 247174 w 457200"/>
                <a:gd name="connsiteY57" fmla="*/ 540544 h 933450"/>
                <a:gd name="connsiteX58" fmla="*/ 266224 w 457200"/>
                <a:gd name="connsiteY58" fmla="*/ 551974 h 933450"/>
                <a:gd name="connsiteX59" fmla="*/ 281464 w 457200"/>
                <a:gd name="connsiteY59" fmla="*/ 563404 h 933450"/>
                <a:gd name="connsiteX60" fmla="*/ 292894 w 457200"/>
                <a:gd name="connsiteY60" fmla="*/ 578644 h 933450"/>
                <a:gd name="connsiteX61" fmla="*/ 300514 w 457200"/>
                <a:gd name="connsiteY61" fmla="*/ 597694 h 933450"/>
                <a:gd name="connsiteX62" fmla="*/ 304324 w 457200"/>
                <a:gd name="connsiteY62" fmla="*/ 620554 h 933450"/>
                <a:gd name="connsiteX63" fmla="*/ 304324 w 457200"/>
                <a:gd name="connsiteY63" fmla="*/ 643414 h 933450"/>
                <a:gd name="connsiteX64" fmla="*/ 296704 w 457200"/>
                <a:gd name="connsiteY64" fmla="*/ 662464 h 933450"/>
                <a:gd name="connsiteX65" fmla="*/ 281464 w 457200"/>
                <a:gd name="connsiteY65" fmla="*/ 677704 h 933450"/>
                <a:gd name="connsiteX66" fmla="*/ 262414 w 457200"/>
                <a:gd name="connsiteY66" fmla="*/ 689134 h 933450"/>
                <a:gd name="connsiteX67" fmla="*/ 243364 w 457200"/>
                <a:gd name="connsiteY67" fmla="*/ 696754 h 933450"/>
                <a:gd name="connsiteX68" fmla="*/ 220504 w 457200"/>
                <a:gd name="connsiteY68" fmla="*/ 700564 h 933450"/>
                <a:gd name="connsiteX69" fmla="*/ 201454 w 457200"/>
                <a:gd name="connsiteY69" fmla="*/ 700564 h 933450"/>
                <a:gd name="connsiteX70" fmla="*/ 182404 w 457200"/>
                <a:gd name="connsiteY70" fmla="*/ 700564 h 933450"/>
                <a:gd name="connsiteX71" fmla="*/ 155734 w 457200"/>
                <a:gd name="connsiteY71" fmla="*/ 696754 h 933450"/>
                <a:gd name="connsiteX72" fmla="*/ 129064 w 457200"/>
                <a:gd name="connsiteY72" fmla="*/ 692944 h 933450"/>
                <a:gd name="connsiteX73" fmla="*/ 98584 w 457200"/>
                <a:gd name="connsiteY73" fmla="*/ 685324 h 933450"/>
                <a:gd name="connsiteX74" fmla="*/ 68104 w 457200"/>
                <a:gd name="connsiteY74" fmla="*/ 673894 h 933450"/>
                <a:gd name="connsiteX75" fmla="*/ 56674 w 457200"/>
                <a:gd name="connsiteY75" fmla="*/ 670084 h 933450"/>
                <a:gd name="connsiteX76" fmla="*/ 45244 w 457200"/>
                <a:gd name="connsiteY76" fmla="*/ 662464 h 933450"/>
                <a:gd name="connsiteX77" fmla="*/ 14764 w 457200"/>
                <a:gd name="connsiteY77" fmla="*/ 647224 h 933450"/>
                <a:gd name="connsiteX78" fmla="*/ 10954 w 457200"/>
                <a:gd name="connsiteY78" fmla="*/ 677704 h 933450"/>
                <a:gd name="connsiteX79" fmla="*/ 10954 w 457200"/>
                <a:gd name="connsiteY79" fmla="*/ 769144 h 933450"/>
                <a:gd name="connsiteX80" fmla="*/ 7144 w 457200"/>
                <a:gd name="connsiteY80" fmla="*/ 784384 h 933450"/>
                <a:gd name="connsiteX81" fmla="*/ 22384 w 457200"/>
                <a:gd name="connsiteY81" fmla="*/ 792004 h 933450"/>
                <a:gd name="connsiteX82" fmla="*/ 56674 w 457200"/>
                <a:gd name="connsiteY82" fmla="*/ 807244 h 933450"/>
                <a:gd name="connsiteX83" fmla="*/ 90964 w 457200"/>
                <a:gd name="connsiteY83" fmla="*/ 818674 h 933450"/>
                <a:gd name="connsiteX84" fmla="*/ 129064 w 457200"/>
                <a:gd name="connsiteY84" fmla="*/ 826294 h 933450"/>
                <a:gd name="connsiteX85" fmla="*/ 167164 w 457200"/>
                <a:gd name="connsiteY85" fmla="*/ 833914 h 933450"/>
                <a:gd name="connsiteX86" fmla="*/ 174784 w 457200"/>
                <a:gd name="connsiteY86" fmla="*/ 833914 h 933450"/>
                <a:gd name="connsiteX87" fmla="*/ 174784 w 457200"/>
                <a:gd name="connsiteY87" fmla="*/ 906304 h 933450"/>
                <a:gd name="connsiteX88" fmla="*/ 174784 w 457200"/>
                <a:gd name="connsiteY88" fmla="*/ 929164 h 933450"/>
                <a:gd name="connsiteX89" fmla="*/ 197644 w 457200"/>
                <a:gd name="connsiteY89" fmla="*/ 929164 h 933450"/>
                <a:gd name="connsiteX90" fmla="*/ 266224 w 457200"/>
                <a:gd name="connsiteY90" fmla="*/ 929164 h 933450"/>
                <a:gd name="connsiteX91" fmla="*/ 289084 w 457200"/>
                <a:gd name="connsiteY91" fmla="*/ 929164 h 933450"/>
                <a:gd name="connsiteX92" fmla="*/ 289084 w 457200"/>
                <a:gd name="connsiteY92" fmla="*/ 906304 h 933450"/>
                <a:gd name="connsiteX93" fmla="*/ 289084 w 457200"/>
                <a:gd name="connsiteY93" fmla="*/ 830104 h 933450"/>
                <a:gd name="connsiteX94" fmla="*/ 296704 w 457200"/>
                <a:gd name="connsiteY94" fmla="*/ 830104 h 933450"/>
                <a:gd name="connsiteX95" fmla="*/ 342424 w 457200"/>
                <a:gd name="connsiteY95" fmla="*/ 811054 h 933450"/>
                <a:gd name="connsiteX96" fmla="*/ 380524 w 457200"/>
                <a:gd name="connsiteY96" fmla="*/ 784384 h 933450"/>
                <a:gd name="connsiteX97" fmla="*/ 411004 w 457200"/>
                <a:gd name="connsiteY97" fmla="*/ 750094 h 933450"/>
                <a:gd name="connsiteX98" fmla="*/ 433864 w 457200"/>
                <a:gd name="connsiteY98" fmla="*/ 711994 h 933450"/>
                <a:gd name="connsiteX99" fmla="*/ 449104 w 457200"/>
                <a:gd name="connsiteY99" fmla="*/ 666274 h 933450"/>
                <a:gd name="connsiteX100" fmla="*/ 452914 w 457200"/>
                <a:gd name="connsiteY100" fmla="*/ 620554 h 933450"/>
                <a:gd name="connsiteX101" fmla="*/ 449104 w 457200"/>
                <a:gd name="connsiteY101" fmla="*/ 582454 h 933450"/>
                <a:gd name="connsiteX102" fmla="*/ 437674 w 457200"/>
                <a:gd name="connsiteY102" fmla="*/ 544354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457200" h="933450">
                  <a:moveTo>
                    <a:pt x="437674" y="544354"/>
                  </a:moveTo>
                  <a:cubicBezTo>
                    <a:pt x="433864" y="532924"/>
                    <a:pt x="426244" y="521494"/>
                    <a:pt x="418624" y="513874"/>
                  </a:cubicBezTo>
                  <a:cubicBezTo>
                    <a:pt x="411004" y="502444"/>
                    <a:pt x="403384" y="494824"/>
                    <a:pt x="391954" y="487204"/>
                  </a:cubicBezTo>
                  <a:cubicBezTo>
                    <a:pt x="380524" y="479584"/>
                    <a:pt x="372904" y="468154"/>
                    <a:pt x="361474" y="460534"/>
                  </a:cubicBezTo>
                  <a:cubicBezTo>
                    <a:pt x="350044" y="452914"/>
                    <a:pt x="338614" y="445294"/>
                    <a:pt x="327184" y="437674"/>
                  </a:cubicBezTo>
                  <a:cubicBezTo>
                    <a:pt x="315754" y="430054"/>
                    <a:pt x="300514" y="422434"/>
                    <a:pt x="289084" y="418624"/>
                  </a:cubicBezTo>
                  <a:cubicBezTo>
                    <a:pt x="273844" y="411004"/>
                    <a:pt x="262414" y="407194"/>
                    <a:pt x="247174" y="403384"/>
                  </a:cubicBezTo>
                  <a:cubicBezTo>
                    <a:pt x="239554" y="399574"/>
                    <a:pt x="231934" y="399574"/>
                    <a:pt x="228124" y="395764"/>
                  </a:cubicBezTo>
                  <a:cubicBezTo>
                    <a:pt x="220504" y="391954"/>
                    <a:pt x="212884" y="388144"/>
                    <a:pt x="209074" y="388144"/>
                  </a:cubicBezTo>
                  <a:cubicBezTo>
                    <a:pt x="201454" y="384334"/>
                    <a:pt x="197644" y="380524"/>
                    <a:pt x="190024" y="376714"/>
                  </a:cubicBezTo>
                  <a:cubicBezTo>
                    <a:pt x="186214" y="372904"/>
                    <a:pt x="178594" y="369094"/>
                    <a:pt x="174784" y="361474"/>
                  </a:cubicBezTo>
                  <a:cubicBezTo>
                    <a:pt x="170974" y="357664"/>
                    <a:pt x="167164" y="350044"/>
                    <a:pt x="163354" y="342424"/>
                  </a:cubicBezTo>
                  <a:cubicBezTo>
                    <a:pt x="159544" y="334804"/>
                    <a:pt x="159544" y="327184"/>
                    <a:pt x="159544" y="319564"/>
                  </a:cubicBezTo>
                  <a:cubicBezTo>
                    <a:pt x="159544" y="311944"/>
                    <a:pt x="159544" y="304324"/>
                    <a:pt x="159544" y="296704"/>
                  </a:cubicBezTo>
                  <a:cubicBezTo>
                    <a:pt x="159544" y="289084"/>
                    <a:pt x="163354" y="281464"/>
                    <a:pt x="167164" y="277654"/>
                  </a:cubicBezTo>
                  <a:cubicBezTo>
                    <a:pt x="170974" y="270034"/>
                    <a:pt x="174784" y="266224"/>
                    <a:pt x="178594" y="258604"/>
                  </a:cubicBezTo>
                  <a:cubicBezTo>
                    <a:pt x="182404" y="250984"/>
                    <a:pt x="190024" y="247174"/>
                    <a:pt x="193834" y="243364"/>
                  </a:cubicBezTo>
                  <a:cubicBezTo>
                    <a:pt x="201454" y="239554"/>
                    <a:pt x="209074" y="235744"/>
                    <a:pt x="216694" y="231934"/>
                  </a:cubicBezTo>
                  <a:cubicBezTo>
                    <a:pt x="224314" y="228124"/>
                    <a:pt x="231934" y="228124"/>
                    <a:pt x="243364" y="228124"/>
                  </a:cubicBezTo>
                  <a:cubicBezTo>
                    <a:pt x="247174" y="228124"/>
                    <a:pt x="254794" y="228124"/>
                    <a:pt x="258604" y="228124"/>
                  </a:cubicBezTo>
                  <a:cubicBezTo>
                    <a:pt x="262414" y="228124"/>
                    <a:pt x="270034" y="228124"/>
                    <a:pt x="273844" y="228124"/>
                  </a:cubicBezTo>
                  <a:cubicBezTo>
                    <a:pt x="281464" y="228124"/>
                    <a:pt x="289084" y="228124"/>
                    <a:pt x="300514" y="231934"/>
                  </a:cubicBezTo>
                  <a:cubicBezTo>
                    <a:pt x="308134" y="231934"/>
                    <a:pt x="319564" y="235744"/>
                    <a:pt x="327184" y="235744"/>
                  </a:cubicBezTo>
                  <a:cubicBezTo>
                    <a:pt x="334804" y="235744"/>
                    <a:pt x="338614" y="239554"/>
                    <a:pt x="346234" y="239554"/>
                  </a:cubicBezTo>
                  <a:cubicBezTo>
                    <a:pt x="353854" y="243364"/>
                    <a:pt x="361474" y="243364"/>
                    <a:pt x="365284" y="243364"/>
                  </a:cubicBezTo>
                  <a:lnTo>
                    <a:pt x="391954" y="250984"/>
                  </a:lnTo>
                  <a:lnTo>
                    <a:pt x="395764" y="224314"/>
                  </a:lnTo>
                  <a:lnTo>
                    <a:pt x="407194" y="144304"/>
                  </a:lnTo>
                  <a:lnTo>
                    <a:pt x="411004" y="125254"/>
                  </a:lnTo>
                  <a:lnTo>
                    <a:pt x="380524" y="121444"/>
                  </a:lnTo>
                  <a:cubicBezTo>
                    <a:pt x="372904" y="117634"/>
                    <a:pt x="369094" y="117634"/>
                    <a:pt x="361474" y="117634"/>
                  </a:cubicBezTo>
                  <a:cubicBezTo>
                    <a:pt x="357664" y="117634"/>
                    <a:pt x="350044" y="113824"/>
                    <a:pt x="342424" y="113824"/>
                  </a:cubicBezTo>
                  <a:cubicBezTo>
                    <a:pt x="334804" y="113824"/>
                    <a:pt x="327184" y="110014"/>
                    <a:pt x="319564" y="110014"/>
                  </a:cubicBezTo>
                  <a:cubicBezTo>
                    <a:pt x="311944" y="110014"/>
                    <a:pt x="304324" y="106204"/>
                    <a:pt x="296704" y="106204"/>
                  </a:cubicBezTo>
                  <a:lnTo>
                    <a:pt x="289084" y="106204"/>
                  </a:lnTo>
                  <a:lnTo>
                    <a:pt x="289084" y="37624"/>
                  </a:lnTo>
                  <a:lnTo>
                    <a:pt x="289084" y="7144"/>
                  </a:lnTo>
                  <a:lnTo>
                    <a:pt x="266224" y="7144"/>
                  </a:lnTo>
                  <a:lnTo>
                    <a:pt x="197644" y="7144"/>
                  </a:lnTo>
                  <a:lnTo>
                    <a:pt x="174784" y="7144"/>
                  </a:lnTo>
                  <a:lnTo>
                    <a:pt x="174784" y="30004"/>
                  </a:lnTo>
                  <a:lnTo>
                    <a:pt x="174784" y="106204"/>
                  </a:lnTo>
                  <a:lnTo>
                    <a:pt x="167164" y="106204"/>
                  </a:lnTo>
                  <a:cubicBezTo>
                    <a:pt x="151924" y="110014"/>
                    <a:pt x="136684" y="117634"/>
                    <a:pt x="125254" y="125254"/>
                  </a:cubicBezTo>
                  <a:cubicBezTo>
                    <a:pt x="113824" y="132874"/>
                    <a:pt x="98584" y="140494"/>
                    <a:pt x="87154" y="151924"/>
                  </a:cubicBezTo>
                  <a:cubicBezTo>
                    <a:pt x="75724" y="163354"/>
                    <a:pt x="64294" y="174784"/>
                    <a:pt x="56674" y="186214"/>
                  </a:cubicBezTo>
                  <a:cubicBezTo>
                    <a:pt x="49054" y="197644"/>
                    <a:pt x="41434" y="212884"/>
                    <a:pt x="33814" y="224314"/>
                  </a:cubicBezTo>
                  <a:cubicBezTo>
                    <a:pt x="26194" y="239554"/>
                    <a:pt x="22384" y="254794"/>
                    <a:pt x="18574" y="270034"/>
                  </a:cubicBezTo>
                  <a:cubicBezTo>
                    <a:pt x="14764" y="285274"/>
                    <a:pt x="14764" y="300514"/>
                    <a:pt x="14764" y="319564"/>
                  </a:cubicBezTo>
                  <a:cubicBezTo>
                    <a:pt x="14764" y="330994"/>
                    <a:pt x="14764" y="346234"/>
                    <a:pt x="18574" y="357664"/>
                  </a:cubicBezTo>
                  <a:cubicBezTo>
                    <a:pt x="22384" y="369094"/>
                    <a:pt x="26194" y="384334"/>
                    <a:pt x="30004" y="395764"/>
                  </a:cubicBezTo>
                  <a:cubicBezTo>
                    <a:pt x="33814" y="407194"/>
                    <a:pt x="41434" y="418624"/>
                    <a:pt x="49054" y="426244"/>
                  </a:cubicBezTo>
                  <a:cubicBezTo>
                    <a:pt x="56674" y="437674"/>
                    <a:pt x="64294" y="445294"/>
                    <a:pt x="75724" y="452914"/>
                  </a:cubicBezTo>
                  <a:cubicBezTo>
                    <a:pt x="87154" y="460534"/>
                    <a:pt x="98584" y="468154"/>
                    <a:pt x="106204" y="475774"/>
                  </a:cubicBezTo>
                  <a:cubicBezTo>
                    <a:pt x="117634" y="483394"/>
                    <a:pt x="129064" y="491014"/>
                    <a:pt x="144304" y="498634"/>
                  </a:cubicBezTo>
                  <a:cubicBezTo>
                    <a:pt x="159544" y="506254"/>
                    <a:pt x="170974" y="510064"/>
                    <a:pt x="186214" y="517684"/>
                  </a:cubicBezTo>
                  <a:cubicBezTo>
                    <a:pt x="201454" y="525304"/>
                    <a:pt x="212884" y="529114"/>
                    <a:pt x="228124" y="532924"/>
                  </a:cubicBezTo>
                  <a:cubicBezTo>
                    <a:pt x="235744" y="536734"/>
                    <a:pt x="243364" y="536734"/>
                    <a:pt x="247174" y="540544"/>
                  </a:cubicBezTo>
                  <a:cubicBezTo>
                    <a:pt x="254794" y="544354"/>
                    <a:pt x="258604" y="548164"/>
                    <a:pt x="266224" y="551974"/>
                  </a:cubicBezTo>
                  <a:cubicBezTo>
                    <a:pt x="273844" y="555784"/>
                    <a:pt x="277654" y="559594"/>
                    <a:pt x="281464" y="563404"/>
                  </a:cubicBezTo>
                  <a:cubicBezTo>
                    <a:pt x="285274" y="567214"/>
                    <a:pt x="289084" y="571024"/>
                    <a:pt x="292894" y="578644"/>
                  </a:cubicBezTo>
                  <a:cubicBezTo>
                    <a:pt x="296704" y="582454"/>
                    <a:pt x="300514" y="590074"/>
                    <a:pt x="300514" y="597694"/>
                  </a:cubicBezTo>
                  <a:cubicBezTo>
                    <a:pt x="304324" y="605314"/>
                    <a:pt x="304324" y="612934"/>
                    <a:pt x="304324" y="620554"/>
                  </a:cubicBezTo>
                  <a:cubicBezTo>
                    <a:pt x="304324" y="628174"/>
                    <a:pt x="304324" y="635794"/>
                    <a:pt x="304324" y="643414"/>
                  </a:cubicBezTo>
                  <a:cubicBezTo>
                    <a:pt x="304324" y="651034"/>
                    <a:pt x="300514" y="658654"/>
                    <a:pt x="296704" y="662464"/>
                  </a:cubicBezTo>
                  <a:cubicBezTo>
                    <a:pt x="292894" y="670084"/>
                    <a:pt x="289084" y="673894"/>
                    <a:pt x="281464" y="677704"/>
                  </a:cubicBezTo>
                  <a:cubicBezTo>
                    <a:pt x="277654" y="681514"/>
                    <a:pt x="270034" y="685324"/>
                    <a:pt x="262414" y="689134"/>
                  </a:cubicBezTo>
                  <a:cubicBezTo>
                    <a:pt x="254794" y="692944"/>
                    <a:pt x="250984" y="696754"/>
                    <a:pt x="243364" y="696754"/>
                  </a:cubicBezTo>
                  <a:cubicBezTo>
                    <a:pt x="235744" y="700564"/>
                    <a:pt x="228124" y="700564"/>
                    <a:pt x="220504" y="700564"/>
                  </a:cubicBezTo>
                  <a:cubicBezTo>
                    <a:pt x="212884" y="700564"/>
                    <a:pt x="209074" y="700564"/>
                    <a:pt x="201454" y="700564"/>
                  </a:cubicBezTo>
                  <a:cubicBezTo>
                    <a:pt x="193834" y="700564"/>
                    <a:pt x="190024" y="700564"/>
                    <a:pt x="182404" y="700564"/>
                  </a:cubicBezTo>
                  <a:cubicBezTo>
                    <a:pt x="174784" y="700564"/>
                    <a:pt x="163354" y="700564"/>
                    <a:pt x="155734" y="696754"/>
                  </a:cubicBezTo>
                  <a:cubicBezTo>
                    <a:pt x="148114" y="696754"/>
                    <a:pt x="136684" y="692944"/>
                    <a:pt x="129064" y="692944"/>
                  </a:cubicBezTo>
                  <a:cubicBezTo>
                    <a:pt x="117634" y="689134"/>
                    <a:pt x="106204" y="689134"/>
                    <a:pt x="98584" y="685324"/>
                  </a:cubicBezTo>
                  <a:cubicBezTo>
                    <a:pt x="87154" y="681514"/>
                    <a:pt x="75724" y="677704"/>
                    <a:pt x="68104" y="673894"/>
                  </a:cubicBezTo>
                  <a:cubicBezTo>
                    <a:pt x="64294" y="673894"/>
                    <a:pt x="60484" y="670084"/>
                    <a:pt x="56674" y="670084"/>
                  </a:cubicBezTo>
                  <a:cubicBezTo>
                    <a:pt x="52864" y="666274"/>
                    <a:pt x="49054" y="666274"/>
                    <a:pt x="45244" y="662464"/>
                  </a:cubicBezTo>
                  <a:lnTo>
                    <a:pt x="14764" y="647224"/>
                  </a:lnTo>
                  <a:lnTo>
                    <a:pt x="10954" y="677704"/>
                  </a:lnTo>
                  <a:lnTo>
                    <a:pt x="10954" y="769144"/>
                  </a:lnTo>
                  <a:lnTo>
                    <a:pt x="7144" y="784384"/>
                  </a:lnTo>
                  <a:lnTo>
                    <a:pt x="22384" y="792004"/>
                  </a:lnTo>
                  <a:cubicBezTo>
                    <a:pt x="33814" y="795814"/>
                    <a:pt x="45244" y="803434"/>
                    <a:pt x="56674" y="807244"/>
                  </a:cubicBezTo>
                  <a:cubicBezTo>
                    <a:pt x="68104" y="811054"/>
                    <a:pt x="79534" y="814864"/>
                    <a:pt x="90964" y="818674"/>
                  </a:cubicBezTo>
                  <a:cubicBezTo>
                    <a:pt x="102394" y="822484"/>
                    <a:pt x="113824" y="826294"/>
                    <a:pt x="129064" y="826294"/>
                  </a:cubicBezTo>
                  <a:cubicBezTo>
                    <a:pt x="140494" y="830104"/>
                    <a:pt x="155734" y="830104"/>
                    <a:pt x="167164" y="833914"/>
                  </a:cubicBezTo>
                  <a:lnTo>
                    <a:pt x="174784" y="833914"/>
                  </a:lnTo>
                  <a:lnTo>
                    <a:pt x="174784" y="906304"/>
                  </a:lnTo>
                  <a:lnTo>
                    <a:pt x="174784" y="929164"/>
                  </a:lnTo>
                  <a:lnTo>
                    <a:pt x="197644" y="929164"/>
                  </a:lnTo>
                  <a:lnTo>
                    <a:pt x="266224" y="929164"/>
                  </a:lnTo>
                  <a:lnTo>
                    <a:pt x="289084" y="929164"/>
                  </a:lnTo>
                  <a:lnTo>
                    <a:pt x="289084" y="906304"/>
                  </a:lnTo>
                  <a:lnTo>
                    <a:pt x="289084" y="830104"/>
                  </a:lnTo>
                  <a:lnTo>
                    <a:pt x="296704" y="830104"/>
                  </a:lnTo>
                  <a:cubicBezTo>
                    <a:pt x="311944" y="826294"/>
                    <a:pt x="327184" y="818674"/>
                    <a:pt x="342424" y="811054"/>
                  </a:cubicBezTo>
                  <a:cubicBezTo>
                    <a:pt x="357664" y="803434"/>
                    <a:pt x="369094" y="795814"/>
                    <a:pt x="380524" y="784384"/>
                  </a:cubicBezTo>
                  <a:cubicBezTo>
                    <a:pt x="391954" y="772954"/>
                    <a:pt x="403384" y="761524"/>
                    <a:pt x="411004" y="750094"/>
                  </a:cubicBezTo>
                  <a:cubicBezTo>
                    <a:pt x="418624" y="738664"/>
                    <a:pt x="426244" y="723424"/>
                    <a:pt x="433864" y="711994"/>
                  </a:cubicBezTo>
                  <a:cubicBezTo>
                    <a:pt x="441484" y="696754"/>
                    <a:pt x="445294" y="681514"/>
                    <a:pt x="449104" y="666274"/>
                  </a:cubicBezTo>
                  <a:cubicBezTo>
                    <a:pt x="452914" y="651034"/>
                    <a:pt x="452914" y="635794"/>
                    <a:pt x="452914" y="620554"/>
                  </a:cubicBezTo>
                  <a:cubicBezTo>
                    <a:pt x="452914" y="605314"/>
                    <a:pt x="452914" y="593884"/>
                    <a:pt x="449104" y="582454"/>
                  </a:cubicBezTo>
                  <a:cubicBezTo>
                    <a:pt x="445294" y="571024"/>
                    <a:pt x="441484" y="555784"/>
                    <a:pt x="437674" y="5443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03" name="Graphic 11">
            <a:extLst>
              <a:ext uri="{FF2B5EF4-FFF2-40B4-BE49-F238E27FC236}">
                <a16:creationId xmlns:a16="http://schemas.microsoft.com/office/drawing/2014/main" id="{07809B68-478B-4251-BCE3-3BB2EA835F29}"/>
              </a:ext>
            </a:extLst>
          </p:cNvPr>
          <p:cNvGrpSpPr>
            <a:grpSpLocks noChangeAspect="1"/>
          </p:cNvGrpSpPr>
          <p:nvPr/>
        </p:nvGrpSpPr>
        <p:grpSpPr>
          <a:xfrm>
            <a:off x="5037362" y="3948985"/>
            <a:ext cx="800481" cy="502920"/>
            <a:chOff x="4733925" y="2743200"/>
            <a:chExt cx="3638550" cy="22860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42FEFC43-AACE-450C-96E0-CEAC8358440B}"/>
                </a:ext>
              </a:extLst>
            </p:cNvPr>
            <p:cNvSpPr/>
            <p:nvPr/>
          </p:nvSpPr>
          <p:spPr>
            <a:xfrm>
              <a:off x="7134701" y="4366736"/>
              <a:ext cx="504825" cy="447675"/>
            </a:xfrm>
            <a:custGeom>
              <a:avLst/>
              <a:gdLst>
                <a:gd name="connsiteX0" fmla="*/ 308134 w 504825"/>
                <a:gd name="connsiteY0" fmla="*/ 7144 h 447675"/>
                <a:gd name="connsiteX1" fmla="*/ 201454 w 504825"/>
                <a:gd name="connsiteY1" fmla="*/ 7144 h 447675"/>
                <a:gd name="connsiteX2" fmla="*/ 7144 w 504825"/>
                <a:gd name="connsiteY2" fmla="*/ 201454 h 447675"/>
                <a:gd name="connsiteX3" fmla="*/ 7144 w 504825"/>
                <a:gd name="connsiteY3" fmla="*/ 247174 h 447675"/>
                <a:gd name="connsiteX4" fmla="*/ 201454 w 504825"/>
                <a:gd name="connsiteY4" fmla="*/ 441484 h 447675"/>
                <a:gd name="connsiteX5" fmla="*/ 308134 w 504825"/>
                <a:gd name="connsiteY5" fmla="*/ 441484 h 447675"/>
                <a:gd name="connsiteX6" fmla="*/ 502444 w 504825"/>
                <a:gd name="connsiteY6" fmla="*/ 247174 h 447675"/>
                <a:gd name="connsiteX7" fmla="*/ 502444 w 504825"/>
                <a:gd name="connsiteY7" fmla="*/ 201454 h 447675"/>
                <a:gd name="connsiteX8" fmla="*/ 308134 w 504825"/>
                <a:gd name="connsiteY8" fmla="*/ 7144 h 447675"/>
                <a:gd name="connsiteX9" fmla="*/ 380524 w 504825"/>
                <a:gd name="connsiteY9" fmla="*/ 247174 h 447675"/>
                <a:gd name="connsiteX10" fmla="*/ 308134 w 504825"/>
                <a:gd name="connsiteY10" fmla="*/ 319564 h 447675"/>
                <a:gd name="connsiteX11" fmla="*/ 201454 w 504825"/>
                <a:gd name="connsiteY11" fmla="*/ 319564 h 447675"/>
                <a:gd name="connsiteX12" fmla="*/ 129064 w 504825"/>
                <a:gd name="connsiteY12" fmla="*/ 247174 h 447675"/>
                <a:gd name="connsiteX13" fmla="*/ 129064 w 504825"/>
                <a:gd name="connsiteY13" fmla="*/ 201454 h 447675"/>
                <a:gd name="connsiteX14" fmla="*/ 201454 w 504825"/>
                <a:gd name="connsiteY14" fmla="*/ 129064 h 447675"/>
                <a:gd name="connsiteX15" fmla="*/ 308134 w 504825"/>
                <a:gd name="connsiteY15" fmla="*/ 129064 h 447675"/>
                <a:gd name="connsiteX16" fmla="*/ 380524 w 504825"/>
                <a:gd name="connsiteY16" fmla="*/ 201454 h 447675"/>
                <a:gd name="connsiteX17" fmla="*/ 380524 w 504825"/>
                <a:gd name="connsiteY17" fmla="*/ 247174 h 447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4825" h="447675">
                  <a:moveTo>
                    <a:pt x="308134" y="7144"/>
                  </a:moveTo>
                  <a:lnTo>
                    <a:pt x="201454" y="7144"/>
                  </a:lnTo>
                  <a:cubicBezTo>
                    <a:pt x="94774" y="7144"/>
                    <a:pt x="7144" y="94774"/>
                    <a:pt x="7144" y="201454"/>
                  </a:cubicBezTo>
                  <a:lnTo>
                    <a:pt x="7144" y="247174"/>
                  </a:lnTo>
                  <a:cubicBezTo>
                    <a:pt x="7144" y="353854"/>
                    <a:pt x="94774" y="441484"/>
                    <a:pt x="201454" y="441484"/>
                  </a:cubicBezTo>
                  <a:lnTo>
                    <a:pt x="308134" y="441484"/>
                  </a:lnTo>
                  <a:cubicBezTo>
                    <a:pt x="414814" y="441484"/>
                    <a:pt x="502444" y="353854"/>
                    <a:pt x="502444" y="247174"/>
                  </a:cubicBezTo>
                  <a:lnTo>
                    <a:pt x="502444" y="201454"/>
                  </a:lnTo>
                  <a:cubicBezTo>
                    <a:pt x="502444" y="94774"/>
                    <a:pt x="414814" y="7144"/>
                    <a:pt x="308134" y="7144"/>
                  </a:cubicBezTo>
                  <a:close/>
                  <a:moveTo>
                    <a:pt x="380524" y="247174"/>
                  </a:moveTo>
                  <a:cubicBezTo>
                    <a:pt x="380524" y="285274"/>
                    <a:pt x="346234" y="319564"/>
                    <a:pt x="308134" y="319564"/>
                  </a:cubicBezTo>
                  <a:lnTo>
                    <a:pt x="201454" y="319564"/>
                  </a:lnTo>
                  <a:cubicBezTo>
                    <a:pt x="163354" y="319564"/>
                    <a:pt x="129064" y="285274"/>
                    <a:pt x="129064" y="247174"/>
                  </a:cubicBezTo>
                  <a:lnTo>
                    <a:pt x="129064" y="201454"/>
                  </a:lnTo>
                  <a:cubicBezTo>
                    <a:pt x="129064" y="163354"/>
                    <a:pt x="163354" y="129064"/>
                    <a:pt x="201454" y="129064"/>
                  </a:cubicBezTo>
                  <a:lnTo>
                    <a:pt x="308134" y="129064"/>
                  </a:lnTo>
                  <a:cubicBezTo>
                    <a:pt x="346234" y="129064"/>
                    <a:pt x="380524" y="163354"/>
                    <a:pt x="380524" y="201454"/>
                  </a:cubicBezTo>
                  <a:lnTo>
                    <a:pt x="380524" y="247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0FFD258D-D0DF-4197-93B4-CCBAC4C155F7}"/>
                </a:ext>
              </a:extLst>
            </p:cNvPr>
            <p:cNvSpPr/>
            <p:nvPr/>
          </p:nvSpPr>
          <p:spPr>
            <a:xfrm>
              <a:off x="6570821" y="4366736"/>
              <a:ext cx="504825" cy="447675"/>
            </a:xfrm>
            <a:custGeom>
              <a:avLst/>
              <a:gdLst>
                <a:gd name="connsiteX0" fmla="*/ 308134 w 504825"/>
                <a:gd name="connsiteY0" fmla="*/ 7144 h 447675"/>
                <a:gd name="connsiteX1" fmla="*/ 201454 w 504825"/>
                <a:gd name="connsiteY1" fmla="*/ 7144 h 447675"/>
                <a:gd name="connsiteX2" fmla="*/ 7144 w 504825"/>
                <a:gd name="connsiteY2" fmla="*/ 201454 h 447675"/>
                <a:gd name="connsiteX3" fmla="*/ 7144 w 504825"/>
                <a:gd name="connsiteY3" fmla="*/ 247174 h 447675"/>
                <a:gd name="connsiteX4" fmla="*/ 201454 w 504825"/>
                <a:gd name="connsiteY4" fmla="*/ 441484 h 447675"/>
                <a:gd name="connsiteX5" fmla="*/ 308134 w 504825"/>
                <a:gd name="connsiteY5" fmla="*/ 441484 h 447675"/>
                <a:gd name="connsiteX6" fmla="*/ 502444 w 504825"/>
                <a:gd name="connsiteY6" fmla="*/ 247174 h 447675"/>
                <a:gd name="connsiteX7" fmla="*/ 502444 w 504825"/>
                <a:gd name="connsiteY7" fmla="*/ 201454 h 447675"/>
                <a:gd name="connsiteX8" fmla="*/ 308134 w 504825"/>
                <a:gd name="connsiteY8" fmla="*/ 7144 h 447675"/>
                <a:gd name="connsiteX9" fmla="*/ 380524 w 504825"/>
                <a:gd name="connsiteY9" fmla="*/ 247174 h 447675"/>
                <a:gd name="connsiteX10" fmla="*/ 308134 w 504825"/>
                <a:gd name="connsiteY10" fmla="*/ 319564 h 447675"/>
                <a:gd name="connsiteX11" fmla="*/ 201454 w 504825"/>
                <a:gd name="connsiteY11" fmla="*/ 319564 h 447675"/>
                <a:gd name="connsiteX12" fmla="*/ 129064 w 504825"/>
                <a:gd name="connsiteY12" fmla="*/ 247174 h 447675"/>
                <a:gd name="connsiteX13" fmla="*/ 129064 w 504825"/>
                <a:gd name="connsiteY13" fmla="*/ 201454 h 447675"/>
                <a:gd name="connsiteX14" fmla="*/ 201454 w 504825"/>
                <a:gd name="connsiteY14" fmla="*/ 129064 h 447675"/>
                <a:gd name="connsiteX15" fmla="*/ 308134 w 504825"/>
                <a:gd name="connsiteY15" fmla="*/ 129064 h 447675"/>
                <a:gd name="connsiteX16" fmla="*/ 380524 w 504825"/>
                <a:gd name="connsiteY16" fmla="*/ 201454 h 447675"/>
                <a:gd name="connsiteX17" fmla="*/ 380524 w 504825"/>
                <a:gd name="connsiteY17" fmla="*/ 247174 h 447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4825" h="447675">
                  <a:moveTo>
                    <a:pt x="308134" y="7144"/>
                  </a:moveTo>
                  <a:lnTo>
                    <a:pt x="201454" y="7144"/>
                  </a:lnTo>
                  <a:cubicBezTo>
                    <a:pt x="94774" y="7144"/>
                    <a:pt x="7144" y="94774"/>
                    <a:pt x="7144" y="201454"/>
                  </a:cubicBezTo>
                  <a:lnTo>
                    <a:pt x="7144" y="247174"/>
                  </a:lnTo>
                  <a:cubicBezTo>
                    <a:pt x="7144" y="353854"/>
                    <a:pt x="90964" y="441484"/>
                    <a:pt x="201454" y="441484"/>
                  </a:cubicBezTo>
                  <a:lnTo>
                    <a:pt x="308134" y="441484"/>
                  </a:lnTo>
                  <a:cubicBezTo>
                    <a:pt x="414814" y="441484"/>
                    <a:pt x="502444" y="353854"/>
                    <a:pt x="502444" y="247174"/>
                  </a:cubicBezTo>
                  <a:lnTo>
                    <a:pt x="502444" y="201454"/>
                  </a:lnTo>
                  <a:cubicBezTo>
                    <a:pt x="502444" y="94774"/>
                    <a:pt x="414814" y="7144"/>
                    <a:pt x="308134" y="7144"/>
                  </a:cubicBezTo>
                  <a:close/>
                  <a:moveTo>
                    <a:pt x="380524" y="247174"/>
                  </a:moveTo>
                  <a:cubicBezTo>
                    <a:pt x="380524" y="285274"/>
                    <a:pt x="346234" y="319564"/>
                    <a:pt x="308134" y="319564"/>
                  </a:cubicBezTo>
                  <a:lnTo>
                    <a:pt x="201454" y="319564"/>
                  </a:lnTo>
                  <a:cubicBezTo>
                    <a:pt x="163354" y="319564"/>
                    <a:pt x="129064" y="285274"/>
                    <a:pt x="129064" y="247174"/>
                  </a:cubicBezTo>
                  <a:lnTo>
                    <a:pt x="129064" y="201454"/>
                  </a:lnTo>
                  <a:cubicBezTo>
                    <a:pt x="129064" y="163354"/>
                    <a:pt x="163354" y="129064"/>
                    <a:pt x="201454" y="129064"/>
                  </a:cubicBezTo>
                  <a:lnTo>
                    <a:pt x="308134" y="129064"/>
                  </a:lnTo>
                  <a:cubicBezTo>
                    <a:pt x="346234" y="129064"/>
                    <a:pt x="380524" y="163354"/>
                    <a:pt x="380524" y="201454"/>
                  </a:cubicBezTo>
                  <a:lnTo>
                    <a:pt x="380524" y="247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E3217E58-F2C9-4FE6-B7D0-F535DBF4F8EC}"/>
                </a:ext>
              </a:extLst>
            </p:cNvPr>
            <p:cNvSpPr/>
            <p:nvPr/>
          </p:nvSpPr>
          <p:spPr>
            <a:xfrm>
              <a:off x="4726781" y="2736056"/>
              <a:ext cx="3648075" cy="2295525"/>
            </a:xfrm>
            <a:custGeom>
              <a:avLst/>
              <a:gdLst>
                <a:gd name="connsiteX0" fmla="*/ 3413284 w 3648075"/>
                <a:gd name="connsiteY0" fmla="*/ 7144 h 2295525"/>
                <a:gd name="connsiteX1" fmla="*/ 673894 w 3648075"/>
                <a:gd name="connsiteY1" fmla="*/ 7144 h 2295525"/>
                <a:gd name="connsiteX2" fmla="*/ 437674 w 3648075"/>
                <a:gd name="connsiteY2" fmla="*/ 243364 h 2295525"/>
                <a:gd name="connsiteX3" fmla="*/ 437674 w 3648075"/>
                <a:gd name="connsiteY3" fmla="*/ 395764 h 2295525"/>
                <a:gd name="connsiteX4" fmla="*/ 243364 w 3648075"/>
                <a:gd name="connsiteY4" fmla="*/ 395764 h 2295525"/>
                <a:gd name="connsiteX5" fmla="*/ 7144 w 3648075"/>
                <a:gd name="connsiteY5" fmla="*/ 631984 h 2295525"/>
                <a:gd name="connsiteX6" fmla="*/ 7144 w 3648075"/>
                <a:gd name="connsiteY6" fmla="*/ 792004 h 2295525"/>
                <a:gd name="connsiteX7" fmla="*/ 7144 w 3648075"/>
                <a:gd name="connsiteY7" fmla="*/ 1268254 h 2295525"/>
                <a:gd name="connsiteX8" fmla="*/ 7144 w 3648075"/>
                <a:gd name="connsiteY8" fmla="*/ 2056924 h 2295525"/>
                <a:gd name="connsiteX9" fmla="*/ 243364 w 3648075"/>
                <a:gd name="connsiteY9" fmla="*/ 2293144 h 2295525"/>
                <a:gd name="connsiteX10" fmla="*/ 2982754 w 3648075"/>
                <a:gd name="connsiteY10" fmla="*/ 2293144 h 2295525"/>
                <a:gd name="connsiteX11" fmla="*/ 3218974 w 3648075"/>
                <a:gd name="connsiteY11" fmla="*/ 2056924 h 2295525"/>
                <a:gd name="connsiteX12" fmla="*/ 3218974 w 3648075"/>
                <a:gd name="connsiteY12" fmla="*/ 1904524 h 2295525"/>
                <a:gd name="connsiteX13" fmla="*/ 3413284 w 3648075"/>
                <a:gd name="connsiteY13" fmla="*/ 1904524 h 2295525"/>
                <a:gd name="connsiteX14" fmla="*/ 3649504 w 3648075"/>
                <a:gd name="connsiteY14" fmla="*/ 1668304 h 2295525"/>
                <a:gd name="connsiteX15" fmla="*/ 3649504 w 3648075"/>
                <a:gd name="connsiteY15" fmla="*/ 243364 h 2295525"/>
                <a:gd name="connsiteX16" fmla="*/ 3413284 w 3648075"/>
                <a:gd name="connsiteY16" fmla="*/ 7144 h 2295525"/>
                <a:gd name="connsiteX17" fmla="*/ 129064 w 3648075"/>
                <a:gd name="connsiteY17" fmla="*/ 631984 h 2295525"/>
                <a:gd name="connsiteX18" fmla="*/ 243364 w 3648075"/>
                <a:gd name="connsiteY18" fmla="*/ 517684 h 2295525"/>
                <a:gd name="connsiteX19" fmla="*/ 498634 w 3648075"/>
                <a:gd name="connsiteY19" fmla="*/ 517684 h 2295525"/>
                <a:gd name="connsiteX20" fmla="*/ 2978944 w 3648075"/>
                <a:gd name="connsiteY20" fmla="*/ 517684 h 2295525"/>
                <a:gd name="connsiteX21" fmla="*/ 3093244 w 3648075"/>
                <a:gd name="connsiteY21" fmla="*/ 631984 h 2295525"/>
                <a:gd name="connsiteX22" fmla="*/ 3093244 w 3648075"/>
                <a:gd name="connsiteY22" fmla="*/ 792004 h 2295525"/>
                <a:gd name="connsiteX23" fmla="*/ 129064 w 3648075"/>
                <a:gd name="connsiteY23" fmla="*/ 792004 h 2295525"/>
                <a:gd name="connsiteX24" fmla="*/ 129064 w 3648075"/>
                <a:gd name="connsiteY24" fmla="*/ 631984 h 2295525"/>
                <a:gd name="connsiteX25" fmla="*/ 3097054 w 3648075"/>
                <a:gd name="connsiteY25" fmla="*/ 1847374 h 2295525"/>
                <a:gd name="connsiteX26" fmla="*/ 3097054 w 3648075"/>
                <a:gd name="connsiteY26" fmla="*/ 2060734 h 2295525"/>
                <a:gd name="connsiteX27" fmla="*/ 2982754 w 3648075"/>
                <a:gd name="connsiteY27" fmla="*/ 2175034 h 2295525"/>
                <a:gd name="connsiteX28" fmla="*/ 243364 w 3648075"/>
                <a:gd name="connsiteY28" fmla="*/ 2175034 h 2295525"/>
                <a:gd name="connsiteX29" fmla="*/ 129064 w 3648075"/>
                <a:gd name="connsiteY29" fmla="*/ 2060734 h 2295525"/>
                <a:gd name="connsiteX30" fmla="*/ 129064 w 3648075"/>
                <a:gd name="connsiteY30" fmla="*/ 1268254 h 2295525"/>
                <a:gd name="connsiteX31" fmla="*/ 3097054 w 3648075"/>
                <a:gd name="connsiteY31" fmla="*/ 1268254 h 2295525"/>
                <a:gd name="connsiteX32" fmla="*/ 3097054 w 3648075"/>
                <a:gd name="connsiteY32" fmla="*/ 1847374 h 2295525"/>
                <a:gd name="connsiteX33" fmla="*/ 3097054 w 3648075"/>
                <a:gd name="connsiteY33" fmla="*/ 1146334 h 2295525"/>
                <a:gd name="connsiteX34" fmla="*/ 129064 w 3648075"/>
                <a:gd name="connsiteY34" fmla="*/ 1146334 h 2295525"/>
                <a:gd name="connsiteX35" fmla="*/ 129064 w 3648075"/>
                <a:gd name="connsiteY35" fmla="*/ 913924 h 2295525"/>
                <a:gd name="connsiteX36" fmla="*/ 3097054 w 3648075"/>
                <a:gd name="connsiteY36" fmla="*/ 913924 h 2295525"/>
                <a:gd name="connsiteX37" fmla="*/ 3097054 w 3648075"/>
                <a:gd name="connsiteY37" fmla="*/ 1146334 h 2295525"/>
                <a:gd name="connsiteX38" fmla="*/ 3527584 w 3648075"/>
                <a:gd name="connsiteY38" fmla="*/ 1672114 h 2295525"/>
                <a:gd name="connsiteX39" fmla="*/ 3413284 w 3648075"/>
                <a:gd name="connsiteY39" fmla="*/ 1786414 h 2295525"/>
                <a:gd name="connsiteX40" fmla="*/ 3218974 w 3648075"/>
                <a:gd name="connsiteY40" fmla="*/ 1786414 h 2295525"/>
                <a:gd name="connsiteX41" fmla="*/ 3218974 w 3648075"/>
                <a:gd name="connsiteY41" fmla="*/ 1268254 h 2295525"/>
                <a:gd name="connsiteX42" fmla="*/ 3218974 w 3648075"/>
                <a:gd name="connsiteY42" fmla="*/ 792004 h 2295525"/>
                <a:gd name="connsiteX43" fmla="*/ 3218974 w 3648075"/>
                <a:gd name="connsiteY43" fmla="*/ 631984 h 2295525"/>
                <a:gd name="connsiteX44" fmla="*/ 2982754 w 3648075"/>
                <a:gd name="connsiteY44" fmla="*/ 395764 h 2295525"/>
                <a:gd name="connsiteX45" fmla="*/ 559594 w 3648075"/>
                <a:gd name="connsiteY45" fmla="*/ 395764 h 2295525"/>
                <a:gd name="connsiteX46" fmla="*/ 559594 w 3648075"/>
                <a:gd name="connsiteY46" fmla="*/ 243364 h 2295525"/>
                <a:gd name="connsiteX47" fmla="*/ 673894 w 3648075"/>
                <a:gd name="connsiteY47" fmla="*/ 129064 h 2295525"/>
                <a:gd name="connsiteX48" fmla="*/ 3413284 w 3648075"/>
                <a:gd name="connsiteY48" fmla="*/ 129064 h 2295525"/>
                <a:gd name="connsiteX49" fmla="*/ 3527584 w 3648075"/>
                <a:gd name="connsiteY49" fmla="*/ 243364 h 2295525"/>
                <a:gd name="connsiteX50" fmla="*/ 3527584 w 3648075"/>
                <a:gd name="connsiteY50" fmla="*/ 1672114 h 2295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648075" h="2295525">
                  <a:moveTo>
                    <a:pt x="3413284" y="7144"/>
                  </a:moveTo>
                  <a:lnTo>
                    <a:pt x="673894" y="7144"/>
                  </a:lnTo>
                  <a:cubicBezTo>
                    <a:pt x="544354" y="7144"/>
                    <a:pt x="437674" y="113824"/>
                    <a:pt x="437674" y="243364"/>
                  </a:cubicBezTo>
                  <a:lnTo>
                    <a:pt x="437674" y="395764"/>
                  </a:lnTo>
                  <a:lnTo>
                    <a:pt x="243364" y="395764"/>
                  </a:lnTo>
                  <a:cubicBezTo>
                    <a:pt x="113824" y="395764"/>
                    <a:pt x="7144" y="502444"/>
                    <a:pt x="7144" y="631984"/>
                  </a:cubicBezTo>
                  <a:lnTo>
                    <a:pt x="7144" y="792004"/>
                  </a:lnTo>
                  <a:lnTo>
                    <a:pt x="7144" y="1268254"/>
                  </a:lnTo>
                  <a:lnTo>
                    <a:pt x="7144" y="2056924"/>
                  </a:lnTo>
                  <a:cubicBezTo>
                    <a:pt x="7144" y="2186464"/>
                    <a:pt x="113824" y="2293144"/>
                    <a:pt x="243364" y="2293144"/>
                  </a:cubicBezTo>
                  <a:lnTo>
                    <a:pt x="2982754" y="2293144"/>
                  </a:lnTo>
                  <a:cubicBezTo>
                    <a:pt x="3112294" y="2293144"/>
                    <a:pt x="3218974" y="2186464"/>
                    <a:pt x="3218974" y="2056924"/>
                  </a:cubicBezTo>
                  <a:lnTo>
                    <a:pt x="3218974" y="1904524"/>
                  </a:lnTo>
                  <a:lnTo>
                    <a:pt x="3413284" y="1904524"/>
                  </a:lnTo>
                  <a:cubicBezTo>
                    <a:pt x="3542824" y="1904524"/>
                    <a:pt x="3649504" y="1797844"/>
                    <a:pt x="3649504" y="1668304"/>
                  </a:cubicBezTo>
                  <a:lnTo>
                    <a:pt x="3649504" y="243364"/>
                  </a:lnTo>
                  <a:cubicBezTo>
                    <a:pt x="3649504" y="110014"/>
                    <a:pt x="3546634" y="7144"/>
                    <a:pt x="3413284" y="7144"/>
                  </a:cubicBezTo>
                  <a:close/>
                  <a:moveTo>
                    <a:pt x="129064" y="631984"/>
                  </a:moveTo>
                  <a:cubicBezTo>
                    <a:pt x="129064" y="567214"/>
                    <a:pt x="182404" y="517684"/>
                    <a:pt x="243364" y="517684"/>
                  </a:cubicBezTo>
                  <a:lnTo>
                    <a:pt x="498634" y="517684"/>
                  </a:lnTo>
                  <a:lnTo>
                    <a:pt x="2978944" y="517684"/>
                  </a:lnTo>
                  <a:cubicBezTo>
                    <a:pt x="3043714" y="517684"/>
                    <a:pt x="3093244" y="571024"/>
                    <a:pt x="3093244" y="631984"/>
                  </a:cubicBezTo>
                  <a:lnTo>
                    <a:pt x="3093244" y="792004"/>
                  </a:lnTo>
                  <a:lnTo>
                    <a:pt x="129064" y="792004"/>
                  </a:lnTo>
                  <a:lnTo>
                    <a:pt x="129064" y="631984"/>
                  </a:lnTo>
                  <a:close/>
                  <a:moveTo>
                    <a:pt x="3097054" y="1847374"/>
                  </a:moveTo>
                  <a:lnTo>
                    <a:pt x="3097054" y="2060734"/>
                  </a:lnTo>
                  <a:cubicBezTo>
                    <a:pt x="3097054" y="2125504"/>
                    <a:pt x="3043714" y="2175034"/>
                    <a:pt x="2982754" y="2175034"/>
                  </a:cubicBezTo>
                  <a:lnTo>
                    <a:pt x="243364" y="2175034"/>
                  </a:lnTo>
                  <a:cubicBezTo>
                    <a:pt x="178594" y="2175034"/>
                    <a:pt x="129064" y="2121694"/>
                    <a:pt x="129064" y="2060734"/>
                  </a:cubicBezTo>
                  <a:lnTo>
                    <a:pt x="129064" y="1268254"/>
                  </a:lnTo>
                  <a:lnTo>
                    <a:pt x="3097054" y="1268254"/>
                  </a:lnTo>
                  <a:lnTo>
                    <a:pt x="3097054" y="1847374"/>
                  </a:lnTo>
                  <a:close/>
                  <a:moveTo>
                    <a:pt x="3097054" y="1146334"/>
                  </a:moveTo>
                  <a:lnTo>
                    <a:pt x="129064" y="1146334"/>
                  </a:lnTo>
                  <a:lnTo>
                    <a:pt x="129064" y="913924"/>
                  </a:lnTo>
                  <a:lnTo>
                    <a:pt x="3097054" y="913924"/>
                  </a:lnTo>
                  <a:lnTo>
                    <a:pt x="3097054" y="1146334"/>
                  </a:lnTo>
                  <a:close/>
                  <a:moveTo>
                    <a:pt x="3527584" y="1672114"/>
                  </a:moveTo>
                  <a:cubicBezTo>
                    <a:pt x="3527584" y="1736884"/>
                    <a:pt x="3474244" y="1786414"/>
                    <a:pt x="3413284" y="1786414"/>
                  </a:cubicBezTo>
                  <a:lnTo>
                    <a:pt x="3218974" y="1786414"/>
                  </a:lnTo>
                  <a:lnTo>
                    <a:pt x="3218974" y="1268254"/>
                  </a:lnTo>
                  <a:lnTo>
                    <a:pt x="3218974" y="792004"/>
                  </a:lnTo>
                  <a:lnTo>
                    <a:pt x="3218974" y="631984"/>
                  </a:lnTo>
                  <a:cubicBezTo>
                    <a:pt x="3218974" y="502444"/>
                    <a:pt x="3112294" y="395764"/>
                    <a:pt x="2982754" y="395764"/>
                  </a:cubicBezTo>
                  <a:lnTo>
                    <a:pt x="559594" y="395764"/>
                  </a:lnTo>
                  <a:lnTo>
                    <a:pt x="559594" y="243364"/>
                  </a:lnTo>
                  <a:cubicBezTo>
                    <a:pt x="559594" y="178594"/>
                    <a:pt x="612934" y="129064"/>
                    <a:pt x="673894" y="129064"/>
                  </a:cubicBezTo>
                  <a:lnTo>
                    <a:pt x="3413284" y="129064"/>
                  </a:lnTo>
                  <a:cubicBezTo>
                    <a:pt x="3478054" y="129064"/>
                    <a:pt x="3527584" y="182404"/>
                    <a:pt x="3527584" y="243364"/>
                  </a:cubicBezTo>
                  <a:lnTo>
                    <a:pt x="3527584" y="16721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07" name="Graphic 13">
            <a:extLst>
              <a:ext uri="{FF2B5EF4-FFF2-40B4-BE49-F238E27FC236}">
                <a16:creationId xmlns:a16="http://schemas.microsoft.com/office/drawing/2014/main" id="{2FE86B46-8F7A-44AC-801F-14315222D044}"/>
              </a:ext>
            </a:extLst>
          </p:cNvPr>
          <p:cNvGrpSpPr>
            <a:grpSpLocks noChangeAspect="1"/>
          </p:cNvGrpSpPr>
          <p:nvPr/>
        </p:nvGrpSpPr>
        <p:grpSpPr>
          <a:xfrm>
            <a:off x="4253209" y="4797192"/>
            <a:ext cx="435249" cy="502920"/>
            <a:chOff x="5205413" y="2328863"/>
            <a:chExt cx="2695575" cy="31146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F5F0425-409E-4A5D-8629-F26FEEB7ABE0}"/>
                </a:ext>
              </a:extLst>
            </p:cNvPr>
            <p:cNvSpPr/>
            <p:nvPr/>
          </p:nvSpPr>
          <p:spPr>
            <a:xfrm>
              <a:off x="5198269" y="2322074"/>
              <a:ext cx="2705100" cy="3124200"/>
            </a:xfrm>
            <a:custGeom>
              <a:avLst/>
              <a:gdLst>
                <a:gd name="connsiteX0" fmla="*/ 2700814 w 2705100"/>
                <a:gd name="connsiteY0" fmla="*/ 668776 h 3124200"/>
                <a:gd name="connsiteX1" fmla="*/ 2693194 w 2705100"/>
                <a:gd name="connsiteY1" fmla="*/ 642106 h 3124200"/>
                <a:gd name="connsiteX2" fmla="*/ 2681764 w 2705100"/>
                <a:gd name="connsiteY2" fmla="*/ 619246 h 3124200"/>
                <a:gd name="connsiteX3" fmla="*/ 2662714 w 2705100"/>
                <a:gd name="connsiteY3" fmla="*/ 604006 h 3124200"/>
                <a:gd name="connsiteX4" fmla="*/ 2243614 w 2705100"/>
                <a:gd name="connsiteY4" fmla="*/ 398266 h 3124200"/>
                <a:gd name="connsiteX5" fmla="*/ 1874044 w 2705100"/>
                <a:gd name="connsiteY5" fmla="*/ 219196 h 3124200"/>
                <a:gd name="connsiteX6" fmla="*/ 1454944 w 2705100"/>
                <a:gd name="connsiteY6" fmla="*/ 13456 h 3124200"/>
                <a:gd name="connsiteX7" fmla="*/ 1409224 w 2705100"/>
                <a:gd name="connsiteY7" fmla="*/ 9646 h 3124200"/>
                <a:gd name="connsiteX8" fmla="*/ 1374934 w 2705100"/>
                <a:gd name="connsiteY8" fmla="*/ 40126 h 3124200"/>
                <a:gd name="connsiteX9" fmla="*/ 849154 w 2705100"/>
                <a:gd name="connsiteY9" fmla="*/ 1110736 h 3124200"/>
                <a:gd name="connsiteX10" fmla="*/ 163354 w 2705100"/>
                <a:gd name="connsiteY10" fmla="*/ 1110736 h 3124200"/>
                <a:gd name="connsiteX11" fmla="*/ 7144 w 2705100"/>
                <a:gd name="connsiteY11" fmla="*/ 1266946 h 3124200"/>
                <a:gd name="connsiteX12" fmla="*/ 7144 w 2705100"/>
                <a:gd name="connsiteY12" fmla="*/ 1541266 h 3124200"/>
                <a:gd name="connsiteX13" fmla="*/ 7144 w 2705100"/>
                <a:gd name="connsiteY13" fmla="*/ 2962396 h 3124200"/>
                <a:gd name="connsiteX14" fmla="*/ 163354 w 2705100"/>
                <a:gd name="connsiteY14" fmla="*/ 3118607 h 3124200"/>
                <a:gd name="connsiteX15" fmla="*/ 2354104 w 2705100"/>
                <a:gd name="connsiteY15" fmla="*/ 3118607 h 3124200"/>
                <a:gd name="connsiteX16" fmla="*/ 2510314 w 2705100"/>
                <a:gd name="connsiteY16" fmla="*/ 2962396 h 3124200"/>
                <a:gd name="connsiteX17" fmla="*/ 2510314 w 2705100"/>
                <a:gd name="connsiteY17" fmla="*/ 2566157 h 3124200"/>
                <a:gd name="connsiteX18" fmla="*/ 2575084 w 2705100"/>
                <a:gd name="connsiteY18" fmla="*/ 2566157 h 3124200"/>
                <a:gd name="connsiteX19" fmla="*/ 2636044 w 2705100"/>
                <a:gd name="connsiteY19" fmla="*/ 2505196 h 3124200"/>
                <a:gd name="connsiteX20" fmla="*/ 2636044 w 2705100"/>
                <a:gd name="connsiteY20" fmla="*/ 2051806 h 3124200"/>
                <a:gd name="connsiteX21" fmla="*/ 2575084 w 2705100"/>
                <a:gd name="connsiteY21" fmla="*/ 1990846 h 3124200"/>
                <a:gd name="connsiteX22" fmla="*/ 2510314 w 2705100"/>
                <a:gd name="connsiteY22" fmla="*/ 1990846 h 3124200"/>
                <a:gd name="connsiteX23" fmla="*/ 2510314 w 2705100"/>
                <a:gd name="connsiteY23" fmla="*/ 1545076 h 3124200"/>
                <a:gd name="connsiteX24" fmla="*/ 2354104 w 2705100"/>
                <a:gd name="connsiteY24" fmla="*/ 1388866 h 3124200"/>
                <a:gd name="connsiteX25" fmla="*/ 2350294 w 2705100"/>
                <a:gd name="connsiteY25" fmla="*/ 1388866 h 3124200"/>
                <a:gd name="connsiteX26" fmla="*/ 2693194 w 2705100"/>
                <a:gd name="connsiteY26" fmla="*/ 691636 h 3124200"/>
                <a:gd name="connsiteX27" fmla="*/ 2700814 w 2705100"/>
                <a:gd name="connsiteY27" fmla="*/ 668776 h 3124200"/>
                <a:gd name="connsiteX28" fmla="*/ 1454944 w 2705100"/>
                <a:gd name="connsiteY28" fmla="*/ 150616 h 3124200"/>
                <a:gd name="connsiteX29" fmla="*/ 1759744 w 2705100"/>
                <a:gd name="connsiteY29" fmla="*/ 299206 h 3124200"/>
                <a:gd name="connsiteX30" fmla="*/ 1432084 w 2705100"/>
                <a:gd name="connsiteY30" fmla="*/ 466846 h 3124200"/>
                <a:gd name="connsiteX31" fmla="*/ 1310164 w 2705100"/>
                <a:gd name="connsiteY31" fmla="*/ 447796 h 3124200"/>
                <a:gd name="connsiteX32" fmla="*/ 1454944 w 2705100"/>
                <a:gd name="connsiteY32" fmla="*/ 150616 h 3124200"/>
                <a:gd name="connsiteX33" fmla="*/ 1249204 w 2705100"/>
                <a:gd name="connsiteY33" fmla="*/ 558286 h 3124200"/>
                <a:gd name="connsiteX34" fmla="*/ 1424464 w 2705100"/>
                <a:gd name="connsiteY34" fmla="*/ 588766 h 3124200"/>
                <a:gd name="connsiteX35" fmla="*/ 1862614 w 2705100"/>
                <a:gd name="connsiteY35" fmla="*/ 352546 h 3124200"/>
                <a:gd name="connsiteX36" fmla="*/ 2133124 w 2705100"/>
                <a:gd name="connsiteY36" fmla="*/ 485896 h 3124200"/>
                <a:gd name="connsiteX37" fmla="*/ 2350294 w 2705100"/>
                <a:gd name="connsiteY37" fmla="*/ 1095496 h 3124200"/>
                <a:gd name="connsiteX38" fmla="*/ 2209324 w 2705100"/>
                <a:gd name="connsiteY38" fmla="*/ 1385056 h 3124200"/>
                <a:gd name="connsiteX39" fmla="*/ 1866424 w 2705100"/>
                <a:gd name="connsiteY39" fmla="*/ 1385056 h 3124200"/>
                <a:gd name="connsiteX40" fmla="*/ 1866424 w 2705100"/>
                <a:gd name="connsiteY40" fmla="*/ 1388866 h 3124200"/>
                <a:gd name="connsiteX41" fmla="*/ 1649254 w 2705100"/>
                <a:gd name="connsiteY41" fmla="*/ 1145026 h 3124200"/>
                <a:gd name="connsiteX42" fmla="*/ 1458754 w 2705100"/>
                <a:gd name="connsiteY42" fmla="*/ 1099306 h 3124200"/>
                <a:gd name="connsiteX43" fmla="*/ 1066324 w 2705100"/>
                <a:gd name="connsiteY43" fmla="*/ 1343146 h 3124200"/>
                <a:gd name="connsiteX44" fmla="*/ 1047274 w 2705100"/>
                <a:gd name="connsiteY44" fmla="*/ 1385056 h 3124200"/>
                <a:gd name="connsiteX45" fmla="*/ 845344 w 2705100"/>
                <a:gd name="connsiteY45" fmla="*/ 1385056 h 3124200"/>
                <a:gd name="connsiteX46" fmla="*/ 1249204 w 2705100"/>
                <a:gd name="connsiteY46" fmla="*/ 558286 h 3124200"/>
                <a:gd name="connsiteX47" fmla="*/ 1736884 w 2705100"/>
                <a:gd name="connsiteY47" fmla="*/ 1388866 h 3124200"/>
                <a:gd name="connsiteX48" fmla="*/ 1184434 w 2705100"/>
                <a:gd name="connsiteY48" fmla="*/ 1388866 h 3124200"/>
                <a:gd name="connsiteX49" fmla="*/ 1462564 w 2705100"/>
                <a:gd name="connsiteY49" fmla="*/ 1225036 h 3124200"/>
                <a:gd name="connsiteX50" fmla="*/ 1599724 w 2705100"/>
                <a:gd name="connsiteY50" fmla="*/ 1255516 h 3124200"/>
                <a:gd name="connsiteX51" fmla="*/ 1736884 w 2705100"/>
                <a:gd name="connsiteY51" fmla="*/ 1388866 h 3124200"/>
                <a:gd name="connsiteX52" fmla="*/ 129064 w 2705100"/>
                <a:gd name="connsiteY52" fmla="*/ 1263136 h 3124200"/>
                <a:gd name="connsiteX53" fmla="*/ 163354 w 2705100"/>
                <a:gd name="connsiteY53" fmla="*/ 1232656 h 3124200"/>
                <a:gd name="connsiteX54" fmla="*/ 788194 w 2705100"/>
                <a:gd name="connsiteY54" fmla="*/ 1232656 h 3124200"/>
                <a:gd name="connsiteX55" fmla="*/ 711994 w 2705100"/>
                <a:gd name="connsiteY55" fmla="*/ 1385056 h 3124200"/>
                <a:gd name="connsiteX56" fmla="*/ 163354 w 2705100"/>
                <a:gd name="connsiteY56" fmla="*/ 1385056 h 3124200"/>
                <a:gd name="connsiteX57" fmla="*/ 129064 w 2705100"/>
                <a:gd name="connsiteY57" fmla="*/ 1388866 h 3124200"/>
                <a:gd name="connsiteX58" fmla="*/ 129064 w 2705100"/>
                <a:gd name="connsiteY58" fmla="*/ 1263136 h 3124200"/>
                <a:gd name="connsiteX59" fmla="*/ 2510314 w 2705100"/>
                <a:gd name="connsiteY59" fmla="*/ 2112767 h 3124200"/>
                <a:gd name="connsiteX60" fmla="*/ 2514124 w 2705100"/>
                <a:gd name="connsiteY60" fmla="*/ 2112767 h 3124200"/>
                <a:gd name="connsiteX61" fmla="*/ 2514124 w 2705100"/>
                <a:gd name="connsiteY61" fmla="*/ 2444236 h 3124200"/>
                <a:gd name="connsiteX62" fmla="*/ 2510314 w 2705100"/>
                <a:gd name="connsiteY62" fmla="*/ 2444236 h 3124200"/>
                <a:gd name="connsiteX63" fmla="*/ 2152174 w 2705100"/>
                <a:gd name="connsiteY63" fmla="*/ 2444236 h 3124200"/>
                <a:gd name="connsiteX64" fmla="*/ 2091214 w 2705100"/>
                <a:gd name="connsiteY64" fmla="*/ 2383276 h 3124200"/>
                <a:gd name="connsiteX65" fmla="*/ 2091214 w 2705100"/>
                <a:gd name="connsiteY65" fmla="*/ 2173726 h 3124200"/>
                <a:gd name="connsiteX66" fmla="*/ 2152174 w 2705100"/>
                <a:gd name="connsiteY66" fmla="*/ 2112767 h 3124200"/>
                <a:gd name="connsiteX67" fmla="*/ 2510314 w 2705100"/>
                <a:gd name="connsiteY67" fmla="*/ 2112767 h 3124200"/>
                <a:gd name="connsiteX68" fmla="*/ 2510314 w 2705100"/>
                <a:gd name="connsiteY68" fmla="*/ 2112767 h 3124200"/>
                <a:gd name="connsiteX69" fmla="*/ 2384584 w 2705100"/>
                <a:gd name="connsiteY69" fmla="*/ 1545076 h 3124200"/>
                <a:gd name="connsiteX70" fmla="*/ 2384584 w 2705100"/>
                <a:gd name="connsiteY70" fmla="*/ 1990846 h 3124200"/>
                <a:gd name="connsiteX71" fmla="*/ 2148364 w 2705100"/>
                <a:gd name="connsiteY71" fmla="*/ 1990846 h 3124200"/>
                <a:gd name="connsiteX72" fmla="*/ 1965484 w 2705100"/>
                <a:gd name="connsiteY72" fmla="*/ 2173726 h 3124200"/>
                <a:gd name="connsiteX73" fmla="*/ 1965484 w 2705100"/>
                <a:gd name="connsiteY73" fmla="*/ 2383276 h 3124200"/>
                <a:gd name="connsiteX74" fmla="*/ 2148364 w 2705100"/>
                <a:gd name="connsiteY74" fmla="*/ 2566157 h 3124200"/>
                <a:gd name="connsiteX75" fmla="*/ 2384584 w 2705100"/>
                <a:gd name="connsiteY75" fmla="*/ 2566157 h 3124200"/>
                <a:gd name="connsiteX76" fmla="*/ 2384584 w 2705100"/>
                <a:gd name="connsiteY76" fmla="*/ 2962396 h 3124200"/>
                <a:gd name="connsiteX77" fmla="*/ 2350294 w 2705100"/>
                <a:gd name="connsiteY77" fmla="*/ 2996686 h 3124200"/>
                <a:gd name="connsiteX78" fmla="*/ 163354 w 2705100"/>
                <a:gd name="connsiteY78" fmla="*/ 2996686 h 3124200"/>
                <a:gd name="connsiteX79" fmla="*/ 129064 w 2705100"/>
                <a:gd name="connsiteY79" fmla="*/ 2962396 h 3124200"/>
                <a:gd name="connsiteX80" fmla="*/ 129064 w 2705100"/>
                <a:gd name="connsiteY80" fmla="*/ 1545076 h 3124200"/>
                <a:gd name="connsiteX81" fmla="*/ 163354 w 2705100"/>
                <a:gd name="connsiteY81" fmla="*/ 1510786 h 3124200"/>
                <a:gd name="connsiteX82" fmla="*/ 753904 w 2705100"/>
                <a:gd name="connsiteY82" fmla="*/ 1510786 h 3124200"/>
                <a:gd name="connsiteX83" fmla="*/ 1096804 w 2705100"/>
                <a:gd name="connsiteY83" fmla="*/ 1510786 h 3124200"/>
                <a:gd name="connsiteX84" fmla="*/ 1824514 w 2705100"/>
                <a:gd name="connsiteY84" fmla="*/ 1510786 h 3124200"/>
                <a:gd name="connsiteX85" fmla="*/ 2251234 w 2705100"/>
                <a:gd name="connsiteY85" fmla="*/ 1510786 h 3124200"/>
                <a:gd name="connsiteX86" fmla="*/ 2350294 w 2705100"/>
                <a:gd name="connsiteY86" fmla="*/ 1510786 h 3124200"/>
                <a:gd name="connsiteX87" fmla="*/ 2384584 w 2705100"/>
                <a:gd name="connsiteY87" fmla="*/ 1545076 h 3124200"/>
                <a:gd name="connsiteX88" fmla="*/ 2411254 w 2705100"/>
                <a:gd name="connsiteY88" fmla="*/ 988816 h 3124200"/>
                <a:gd name="connsiteX89" fmla="*/ 2251234 w 2705100"/>
                <a:gd name="connsiteY89" fmla="*/ 543046 h 3124200"/>
                <a:gd name="connsiteX90" fmla="*/ 2556034 w 2705100"/>
                <a:gd name="connsiteY90" fmla="*/ 691636 h 3124200"/>
                <a:gd name="connsiteX91" fmla="*/ 2411254 w 2705100"/>
                <a:gd name="connsiteY91" fmla="*/ 988816 h 312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705100" h="3124200">
                  <a:moveTo>
                    <a:pt x="2700814" y="668776"/>
                  </a:moveTo>
                  <a:cubicBezTo>
                    <a:pt x="2697004" y="657346"/>
                    <a:pt x="2697004" y="649726"/>
                    <a:pt x="2693194" y="642106"/>
                  </a:cubicBezTo>
                  <a:cubicBezTo>
                    <a:pt x="2689384" y="634486"/>
                    <a:pt x="2685574" y="626866"/>
                    <a:pt x="2681764" y="619246"/>
                  </a:cubicBezTo>
                  <a:cubicBezTo>
                    <a:pt x="2677954" y="611626"/>
                    <a:pt x="2670334" y="607816"/>
                    <a:pt x="2662714" y="604006"/>
                  </a:cubicBezTo>
                  <a:lnTo>
                    <a:pt x="2243614" y="398266"/>
                  </a:lnTo>
                  <a:lnTo>
                    <a:pt x="1874044" y="219196"/>
                  </a:lnTo>
                  <a:lnTo>
                    <a:pt x="1454944" y="13456"/>
                  </a:lnTo>
                  <a:cubicBezTo>
                    <a:pt x="1439704" y="5836"/>
                    <a:pt x="1424464" y="5836"/>
                    <a:pt x="1409224" y="9646"/>
                  </a:cubicBezTo>
                  <a:cubicBezTo>
                    <a:pt x="1393984" y="13456"/>
                    <a:pt x="1382554" y="24886"/>
                    <a:pt x="1374934" y="40126"/>
                  </a:cubicBezTo>
                  <a:lnTo>
                    <a:pt x="849154" y="1110736"/>
                  </a:lnTo>
                  <a:lnTo>
                    <a:pt x="163354" y="1110736"/>
                  </a:lnTo>
                  <a:cubicBezTo>
                    <a:pt x="75724" y="1110736"/>
                    <a:pt x="7144" y="1179316"/>
                    <a:pt x="7144" y="1266946"/>
                  </a:cubicBezTo>
                  <a:lnTo>
                    <a:pt x="7144" y="1541266"/>
                  </a:lnTo>
                  <a:lnTo>
                    <a:pt x="7144" y="2962396"/>
                  </a:lnTo>
                  <a:cubicBezTo>
                    <a:pt x="7144" y="3050026"/>
                    <a:pt x="75724" y="3118607"/>
                    <a:pt x="163354" y="3118607"/>
                  </a:cubicBezTo>
                  <a:lnTo>
                    <a:pt x="2354104" y="3118607"/>
                  </a:lnTo>
                  <a:cubicBezTo>
                    <a:pt x="2441734" y="3118607"/>
                    <a:pt x="2510314" y="3050026"/>
                    <a:pt x="2510314" y="2962396"/>
                  </a:cubicBezTo>
                  <a:lnTo>
                    <a:pt x="2510314" y="2566157"/>
                  </a:lnTo>
                  <a:lnTo>
                    <a:pt x="2575084" y="2566157"/>
                  </a:lnTo>
                  <a:cubicBezTo>
                    <a:pt x="2609374" y="2566157"/>
                    <a:pt x="2636044" y="2539486"/>
                    <a:pt x="2636044" y="2505196"/>
                  </a:cubicBezTo>
                  <a:lnTo>
                    <a:pt x="2636044" y="2051806"/>
                  </a:lnTo>
                  <a:cubicBezTo>
                    <a:pt x="2636044" y="2017516"/>
                    <a:pt x="2609374" y="1990846"/>
                    <a:pt x="2575084" y="1990846"/>
                  </a:cubicBezTo>
                  <a:lnTo>
                    <a:pt x="2510314" y="1990846"/>
                  </a:lnTo>
                  <a:lnTo>
                    <a:pt x="2510314" y="1545076"/>
                  </a:lnTo>
                  <a:cubicBezTo>
                    <a:pt x="2510314" y="1457446"/>
                    <a:pt x="2441734" y="1388866"/>
                    <a:pt x="2354104" y="1388866"/>
                  </a:cubicBezTo>
                  <a:lnTo>
                    <a:pt x="2350294" y="1388866"/>
                  </a:lnTo>
                  <a:lnTo>
                    <a:pt x="2693194" y="691636"/>
                  </a:lnTo>
                  <a:cubicBezTo>
                    <a:pt x="2697004" y="684016"/>
                    <a:pt x="2697004" y="676396"/>
                    <a:pt x="2700814" y="668776"/>
                  </a:cubicBezTo>
                  <a:close/>
                  <a:moveTo>
                    <a:pt x="1454944" y="150616"/>
                  </a:moveTo>
                  <a:lnTo>
                    <a:pt x="1759744" y="299206"/>
                  </a:lnTo>
                  <a:cubicBezTo>
                    <a:pt x="1683544" y="402076"/>
                    <a:pt x="1561624" y="466846"/>
                    <a:pt x="1432084" y="466846"/>
                  </a:cubicBezTo>
                  <a:cubicBezTo>
                    <a:pt x="1390174" y="466846"/>
                    <a:pt x="1348264" y="459226"/>
                    <a:pt x="1310164" y="447796"/>
                  </a:cubicBezTo>
                  <a:lnTo>
                    <a:pt x="1454944" y="150616"/>
                  </a:lnTo>
                  <a:close/>
                  <a:moveTo>
                    <a:pt x="1249204" y="558286"/>
                  </a:moveTo>
                  <a:cubicBezTo>
                    <a:pt x="1306354" y="577336"/>
                    <a:pt x="1363504" y="588766"/>
                    <a:pt x="1424464" y="588766"/>
                  </a:cubicBezTo>
                  <a:cubicBezTo>
                    <a:pt x="1603534" y="588766"/>
                    <a:pt x="1767364" y="501136"/>
                    <a:pt x="1862614" y="352546"/>
                  </a:cubicBezTo>
                  <a:lnTo>
                    <a:pt x="2133124" y="485896"/>
                  </a:lnTo>
                  <a:cubicBezTo>
                    <a:pt x="2056924" y="714496"/>
                    <a:pt x="2148364" y="965956"/>
                    <a:pt x="2350294" y="1095496"/>
                  </a:cubicBezTo>
                  <a:lnTo>
                    <a:pt x="2209324" y="1385056"/>
                  </a:lnTo>
                  <a:lnTo>
                    <a:pt x="1866424" y="1385056"/>
                  </a:lnTo>
                  <a:lnTo>
                    <a:pt x="1866424" y="1388866"/>
                  </a:lnTo>
                  <a:cubicBezTo>
                    <a:pt x="1828324" y="1282186"/>
                    <a:pt x="1752124" y="1194556"/>
                    <a:pt x="1649254" y="1145026"/>
                  </a:cubicBezTo>
                  <a:cubicBezTo>
                    <a:pt x="1588294" y="1114546"/>
                    <a:pt x="1523524" y="1099306"/>
                    <a:pt x="1458754" y="1099306"/>
                  </a:cubicBezTo>
                  <a:cubicBezTo>
                    <a:pt x="1291114" y="1099306"/>
                    <a:pt x="1142524" y="1194556"/>
                    <a:pt x="1066324" y="1343146"/>
                  </a:cubicBezTo>
                  <a:cubicBezTo>
                    <a:pt x="1058704" y="1358386"/>
                    <a:pt x="1054894" y="1369816"/>
                    <a:pt x="1047274" y="1385056"/>
                  </a:cubicBezTo>
                  <a:lnTo>
                    <a:pt x="845344" y="1385056"/>
                  </a:lnTo>
                  <a:lnTo>
                    <a:pt x="1249204" y="558286"/>
                  </a:lnTo>
                  <a:close/>
                  <a:moveTo>
                    <a:pt x="1736884" y="1388866"/>
                  </a:moveTo>
                  <a:lnTo>
                    <a:pt x="1184434" y="1388866"/>
                  </a:lnTo>
                  <a:cubicBezTo>
                    <a:pt x="1237774" y="1285996"/>
                    <a:pt x="1344454" y="1225036"/>
                    <a:pt x="1462564" y="1225036"/>
                  </a:cubicBezTo>
                  <a:cubicBezTo>
                    <a:pt x="1512094" y="1225036"/>
                    <a:pt x="1557814" y="1236466"/>
                    <a:pt x="1599724" y="1255516"/>
                  </a:cubicBezTo>
                  <a:cubicBezTo>
                    <a:pt x="1660684" y="1285996"/>
                    <a:pt x="1706404" y="1331716"/>
                    <a:pt x="1736884" y="1388866"/>
                  </a:cubicBezTo>
                  <a:close/>
                  <a:moveTo>
                    <a:pt x="129064" y="1263136"/>
                  </a:moveTo>
                  <a:cubicBezTo>
                    <a:pt x="129064" y="1247896"/>
                    <a:pt x="144304" y="1232656"/>
                    <a:pt x="163354" y="1232656"/>
                  </a:cubicBezTo>
                  <a:lnTo>
                    <a:pt x="788194" y="1232656"/>
                  </a:lnTo>
                  <a:lnTo>
                    <a:pt x="711994" y="1385056"/>
                  </a:lnTo>
                  <a:lnTo>
                    <a:pt x="163354" y="1385056"/>
                  </a:lnTo>
                  <a:cubicBezTo>
                    <a:pt x="151924" y="1385056"/>
                    <a:pt x="140494" y="1385056"/>
                    <a:pt x="129064" y="1388866"/>
                  </a:cubicBezTo>
                  <a:cubicBezTo>
                    <a:pt x="129064" y="1388866"/>
                    <a:pt x="129064" y="1263136"/>
                    <a:pt x="129064" y="1263136"/>
                  </a:cubicBezTo>
                  <a:close/>
                  <a:moveTo>
                    <a:pt x="2510314" y="2112767"/>
                  </a:moveTo>
                  <a:lnTo>
                    <a:pt x="2514124" y="2112767"/>
                  </a:lnTo>
                  <a:lnTo>
                    <a:pt x="2514124" y="2444236"/>
                  </a:lnTo>
                  <a:lnTo>
                    <a:pt x="2510314" y="2444236"/>
                  </a:lnTo>
                  <a:lnTo>
                    <a:pt x="2152174" y="2444236"/>
                  </a:lnTo>
                  <a:cubicBezTo>
                    <a:pt x="2117884" y="2444236"/>
                    <a:pt x="2091214" y="2417567"/>
                    <a:pt x="2091214" y="2383276"/>
                  </a:cubicBezTo>
                  <a:lnTo>
                    <a:pt x="2091214" y="2173726"/>
                  </a:lnTo>
                  <a:cubicBezTo>
                    <a:pt x="2091214" y="2139436"/>
                    <a:pt x="2117884" y="2112767"/>
                    <a:pt x="2152174" y="2112767"/>
                  </a:cubicBezTo>
                  <a:lnTo>
                    <a:pt x="2510314" y="2112767"/>
                  </a:lnTo>
                  <a:lnTo>
                    <a:pt x="2510314" y="2112767"/>
                  </a:lnTo>
                  <a:close/>
                  <a:moveTo>
                    <a:pt x="2384584" y="1545076"/>
                  </a:moveTo>
                  <a:lnTo>
                    <a:pt x="2384584" y="1990846"/>
                  </a:lnTo>
                  <a:lnTo>
                    <a:pt x="2148364" y="1990846"/>
                  </a:lnTo>
                  <a:cubicBezTo>
                    <a:pt x="2045494" y="1990846"/>
                    <a:pt x="1965484" y="2074666"/>
                    <a:pt x="1965484" y="2173726"/>
                  </a:cubicBezTo>
                  <a:lnTo>
                    <a:pt x="1965484" y="2383276"/>
                  </a:lnTo>
                  <a:cubicBezTo>
                    <a:pt x="1965484" y="2486146"/>
                    <a:pt x="2049304" y="2566157"/>
                    <a:pt x="2148364" y="2566157"/>
                  </a:cubicBezTo>
                  <a:lnTo>
                    <a:pt x="2384584" y="2566157"/>
                  </a:lnTo>
                  <a:lnTo>
                    <a:pt x="2384584" y="2962396"/>
                  </a:lnTo>
                  <a:cubicBezTo>
                    <a:pt x="2384584" y="2981446"/>
                    <a:pt x="2369344" y="2996686"/>
                    <a:pt x="2350294" y="2996686"/>
                  </a:cubicBezTo>
                  <a:lnTo>
                    <a:pt x="163354" y="2996686"/>
                  </a:lnTo>
                  <a:cubicBezTo>
                    <a:pt x="144304" y="2996686"/>
                    <a:pt x="129064" y="2981446"/>
                    <a:pt x="129064" y="2962396"/>
                  </a:cubicBezTo>
                  <a:lnTo>
                    <a:pt x="129064" y="1545076"/>
                  </a:lnTo>
                  <a:cubicBezTo>
                    <a:pt x="129064" y="1526026"/>
                    <a:pt x="144304" y="1510786"/>
                    <a:pt x="163354" y="1510786"/>
                  </a:cubicBezTo>
                  <a:lnTo>
                    <a:pt x="753904" y="1510786"/>
                  </a:lnTo>
                  <a:lnTo>
                    <a:pt x="1096804" y="1510786"/>
                  </a:lnTo>
                  <a:lnTo>
                    <a:pt x="1824514" y="1510786"/>
                  </a:lnTo>
                  <a:lnTo>
                    <a:pt x="2251234" y="1510786"/>
                  </a:lnTo>
                  <a:lnTo>
                    <a:pt x="2350294" y="1510786"/>
                  </a:lnTo>
                  <a:cubicBezTo>
                    <a:pt x="2369344" y="1510786"/>
                    <a:pt x="2384584" y="1526026"/>
                    <a:pt x="2384584" y="1545076"/>
                  </a:cubicBezTo>
                  <a:close/>
                  <a:moveTo>
                    <a:pt x="2411254" y="988816"/>
                  </a:moveTo>
                  <a:cubicBezTo>
                    <a:pt x="2270284" y="889756"/>
                    <a:pt x="2205514" y="706876"/>
                    <a:pt x="2251234" y="543046"/>
                  </a:cubicBezTo>
                  <a:lnTo>
                    <a:pt x="2556034" y="691636"/>
                  </a:lnTo>
                  <a:lnTo>
                    <a:pt x="2411254" y="988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8615285F-16C1-409B-9B3D-E6A6863CD08A}"/>
                </a:ext>
              </a:extLst>
            </p:cNvPr>
            <p:cNvSpPr/>
            <p:nvPr/>
          </p:nvSpPr>
          <p:spPr>
            <a:xfrm>
              <a:off x="6772962" y="3080784"/>
              <a:ext cx="352425" cy="352425"/>
            </a:xfrm>
            <a:custGeom>
              <a:avLst/>
              <a:gdLst>
                <a:gd name="connsiteX0" fmla="*/ 253631 w 352425"/>
                <a:gd name="connsiteY0" fmla="*/ 24366 h 352425"/>
                <a:gd name="connsiteX1" fmla="*/ 25031 w 352425"/>
                <a:gd name="connsiteY1" fmla="*/ 100566 h 352425"/>
                <a:gd name="connsiteX2" fmla="*/ 101231 w 352425"/>
                <a:gd name="connsiteY2" fmla="*/ 329166 h 352425"/>
                <a:gd name="connsiteX3" fmla="*/ 177431 w 352425"/>
                <a:gd name="connsiteY3" fmla="*/ 348216 h 352425"/>
                <a:gd name="connsiteX4" fmla="*/ 329831 w 352425"/>
                <a:gd name="connsiteY4" fmla="*/ 252966 h 352425"/>
                <a:gd name="connsiteX5" fmla="*/ 253631 w 352425"/>
                <a:gd name="connsiteY5" fmla="*/ 24366 h 352425"/>
                <a:gd name="connsiteX6" fmla="*/ 223151 w 352425"/>
                <a:gd name="connsiteY6" fmla="*/ 195816 h 352425"/>
                <a:gd name="connsiteX7" fmla="*/ 158381 w 352425"/>
                <a:gd name="connsiteY7" fmla="*/ 218676 h 352425"/>
                <a:gd name="connsiteX8" fmla="*/ 135521 w 352425"/>
                <a:gd name="connsiteY8" fmla="*/ 153906 h 352425"/>
                <a:gd name="connsiteX9" fmla="*/ 177431 w 352425"/>
                <a:gd name="connsiteY9" fmla="*/ 127236 h 352425"/>
                <a:gd name="connsiteX10" fmla="*/ 196481 w 352425"/>
                <a:gd name="connsiteY10" fmla="*/ 131046 h 352425"/>
                <a:gd name="connsiteX11" fmla="*/ 223151 w 352425"/>
                <a:gd name="connsiteY11" fmla="*/ 195816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2425" h="352425">
                  <a:moveTo>
                    <a:pt x="253631" y="24366"/>
                  </a:moveTo>
                  <a:cubicBezTo>
                    <a:pt x="169811" y="-17544"/>
                    <a:pt x="66941" y="20556"/>
                    <a:pt x="25031" y="100566"/>
                  </a:cubicBezTo>
                  <a:cubicBezTo>
                    <a:pt x="-16879" y="184386"/>
                    <a:pt x="17411" y="287256"/>
                    <a:pt x="101231" y="329166"/>
                  </a:cubicBezTo>
                  <a:cubicBezTo>
                    <a:pt x="124091" y="340596"/>
                    <a:pt x="150761" y="348216"/>
                    <a:pt x="177431" y="348216"/>
                  </a:cubicBezTo>
                  <a:cubicBezTo>
                    <a:pt x="242201" y="348216"/>
                    <a:pt x="303161" y="310116"/>
                    <a:pt x="329831" y="252966"/>
                  </a:cubicBezTo>
                  <a:cubicBezTo>
                    <a:pt x="371741" y="165336"/>
                    <a:pt x="337451" y="62466"/>
                    <a:pt x="253631" y="24366"/>
                  </a:cubicBezTo>
                  <a:close/>
                  <a:moveTo>
                    <a:pt x="223151" y="195816"/>
                  </a:moveTo>
                  <a:cubicBezTo>
                    <a:pt x="211721" y="218676"/>
                    <a:pt x="181241" y="230106"/>
                    <a:pt x="158381" y="218676"/>
                  </a:cubicBezTo>
                  <a:cubicBezTo>
                    <a:pt x="135521" y="207246"/>
                    <a:pt x="124091" y="176766"/>
                    <a:pt x="135521" y="153906"/>
                  </a:cubicBezTo>
                  <a:cubicBezTo>
                    <a:pt x="143141" y="138666"/>
                    <a:pt x="158381" y="127236"/>
                    <a:pt x="177431" y="127236"/>
                  </a:cubicBezTo>
                  <a:cubicBezTo>
                    <a:pt x="185051" y="127236"/>
                    <a:pt x="192671" y="127236"/>
                    <a:pt x="196481" y="131046"/>
                  </a:cubicBezTo>
                  <a:cubicBezTo>
                    <a:pt x="223151" y="142476"/>
                    <a:pt x="234581" y="172956"/>
                    <a:pt x="223151" y="1958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10" name="Graphic 14">
            <a:extLst>
              <a:ext uri="{FF2B5EF4-FFF2-40B4-BE49-F238E27FC236}">
                <a16:creationId xmlns:a16="http://schemas.microsoft.com/office/drawing/2014/main" id="{1E81617F-9205-4D55-A1CE-B4E682BAA302}"/>
              </a:ext>
            </a:extLst>
          </p:cNvPr>
          <p:cNvGrpSpPr>
            <a:grpSpLocks noChangeAspect="1"/>
          </p:cNvGrpSpPr>
          <p:nvPr/>
        </p:nvGrpSpPr>
        <p:grpSpPr>
          <a:xfrm>
            <a:off x="6351269" y="2252571"/>
            <a:ext cx="576380" cy="502920"/>
            <a:chOff x="4610100" y="2190750"/>
            <a:chExt cx="3886200" cy="33909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07BD4E86-682B-446E-BA5A-0469496F9103}"/>
                </a:ext>
              </a:extLst>
            </p:cNvPr>
            <p:cNvSpPr/>
            <p:nvPr/>
          </p:nvSpPr>
          <p:spPr>
            <a:xfrm>
              <a:off x="4803193" y="2183606"/>
              <a:ext cx="3495675" cy="742950"/>
            </a:xfrm>
            <a:custGeom>
              <a:avLst/>
              <a:gdLst>
                <a:gd name="connsiteX0" fmla="*/ 3456887 w 3495675"/>
                <a:gd name="connsiteY0" fmla="*/ 627221 h 742950"/>
                <a:gd name="connsiteX1" fmla="*/ 1769057 w 3495675"/>
                <a:gd name="connsiteY1" fmla="*/ 10001 h 742950"/>
                <a:gd name="connsiteX2" fmla="*/ 1727147 w 3495675"/>
                <a:gd name="connsiteY2" fmla="*/ 10001 h 742950"/>
                <a:gd name="connsiteX3" fmla="*/ 46937 w 3495675"/>
                <a:gd name="connsiteY3" fmla="*/ 627221 h 742950"/>
                <a:gd name="connsiteX4" fmla="*/ 8837 w 3495675"/>
                <a:gd name="connsiteY4" fmla="*/ 695801 h 742950"/>
                <a:gd name="connsiteX5" fmla="*/ 65987 w 3495675"/>
                <a:gd name="connsiteY5" fmla="*/ 745331 h 742950"/>
                <a:gd name="connsiteX6" fmla="*/ 3434027 w 3495675"/>
                <a:gd name="connsiteY6" fmla="*/ 745331 h 742950"/>
                <a:gd name="connsiteX7" fmla="*/ 3494987 w 3495675"/>
                <a:gd name="connsiteY7" fmla="*/ 695801 h 742950"/>
                <a:gd name="connsiteX8" fmla="*/ 3456887 w 3495675"/>
                <a:gd name="connsiteY8" fmla="*/ 627221 h 742950"/>
                <a:gd name="connsiteX9" fmla="*/ 412697 w 3495675"/>
                <a:gd name="connsiteY9" fmla="*/ 619601 h 742950"/>
                <a:gd name="connsiteX10" fmla="*/ 1750007 w 3495675"/>
                <a:gd name="connsiteY10" fmla="*/ 131921 h 742950"/>
                <a:gd name="connsiteX11" fmla="*/ 3087317 w 3495675"/>
                <a:gd name="connsiteY11" fmla="*/ 619601 h 742950"/>
                <a:gd name="connsiteX12" fmla="*/ 412697 w 3495675"/>
                <a:gd name="connsiteY12" fmla="*/ 619601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95675" h="742950">
                  <a:moveTo>
                    <a:pt x="3456887" y="627221"/>
                  </a:moveTo>
                  <a:lnTo>
                    <a:pt x="1769057" y="10001"/>
                  </a:lnTo>
                  <a:cubicBezTo>
                    <a:pt x="1753817" y="6191"/>
                    <a:pt x="1742387" y="6191"/>
                    <a:pt x="1727147" y="10001"/>
                  </a:cubicBezTo>
                  <a:lnTo>
                    <a:pt x="46937" y="627221"/>
                  </a:lnTo>
                  <a:cubicBezTo>
                    <a:pt x="20267" y="638651"/>
                    <a:pt x="1217" y="665321"/>
                    <a:pt x="8837" y="695801"/>
                  </a:cubicBezTo>
                  <a:cubicBezTo>
                    <a:pt x="12647" y="722471"/>
                    <a:pt x="35507" y="745331"/>
                    <a:pt x="65987" y="745331"/>
                  </a:cubicBezTo>
                  <a:lnTo>
                    <a:pt x="3434027" y="745331"/>
                  </a:lnTo>
                  <a:cubicBezTo>
                    <a:pt x="3464507" y="745331"/>
                    <a:pt x="3487367" y="722471"/>
                    <a:pt x="3494987" y="695801"/>
                  </a:cubicBezTo>
                  <a:cubicBezTo>
                    <a:pt x="3498797" y="665321"/>
                    <a:pt x="3483557" y="638651"/>
                    <a:pt x="3456887" y="627221"/>
                  </a:cubicBezTo>
                  <a:close/>
                  <a:moveTo>
                    <a:pt x="412697" y="619601"/>
                  </a:moveTo>
                  <a:lnTo>
                    <a:pt x="1750007" y="131921"/>
                  </a:lnTo>
                  <a:lnTo>
                    <a:pt x="3087317" y="619601"/>
                  </a:lnTo>
                  <a:cubicBezTo>
                    <a:pt x="3087317" y="619601"/>
                    <a:pt x="412697" y="619601"/>
                    <a:pt x="412697" y="6196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A2F93A20-069E-47B7-8823-E14E0961389F}"/>
                </a:ext>
              </a:extLst>
            </p:cNvPr>
            <p:cNvSpPr/>
            <p:nvPr/>
          </p:nvSpPr>
          <p:spPr>
            <a:xfrm>
              <a:off x="4602956" y="3100864"/>
              <a:ext cx="3895725" cy="2486025"/>
            </a:xfrm>
            <a:custGeom>
              <a:avLst/>
              <a:gdLst>
                <a:gd name="connsiteX0" fmla="*/ 3832384 w 3895725"/>
                <a:gd name="connsiteY0" fmla="*/ 2106454 h 2486025"/>
                <a:gd name="connsiteX1" fmla="*/ 3660934 w 3895725"/>
                <a:gd name="connsiteY1" fmla="*/ 2106454 h 2486025"/>
                <a:gd name="connsiteX2" fmla="*/ 3660934 w 3895725"/>
                <a:gd name="connsiteY2" fmla="*/ 1915954 h 2486025"/>
                <a:gd name="connsiteX3" fmla="*/ 3599974 w 3895725"/>
                <a:gd name="connsiteY3" fmla="*/ 1854994 h 2486025"/>
                <a:gd name="connsiteX4" fmla="*/ 3500914 w 3895725"/>
                <a:gd name="connsiteY4" fmla="*/ 1854994 h 2486025"/>
                <a:gd name="connsiteX5" fmla="*/ 3500914 w 3895725"/>
                <a:gd name="connsiteY5" fmla="*/ 1668304 h 2486025"/>
                <a:gd name="connsiteX6" fmla="*/ 3439954 w 3895725"/>
                <a:gd name="connsiteY6" fmla="*/ 1607344 h 2486025"/>
                <a:gd name="connsiteX7" fmla="*/ 3401854 w 3895725"/>
                <a:gd name="connsiteY7" fmla="*/ 1607344 h 2486025"/>
                <a:gd name="connsiteX8" fmla="*/ 3401854 w 3895725"/>
                <a:gd name="connsiteY8" fmla="*/ 129064 h 2486025"/>
                <a:gd name="connsiteX9" fmla="*/ 3554254 w 3895725"/>
                <a:gd name="connsiteY9" fmla="*/ 129064 h 2486025"/>
                <a:gd name="connsiteX10" fmla="*/ 3615214 w 3895725"/>
                <a:gd name="connsiteY10" fmla="*/ 68104 h 2486025"/>
                <a:gd name="connsiteX11" fmla="*/ 3554254 w 3895725"/>
                <a:gd name="connsiteY11" fmla="*/ 7144 h 2486025"/>
                <a:gd name="connsiteX12" fmla="*/ 3340894 w 3895725"/>
                <a:gd name="connsiteY12" fmla="*/ 7144 h 2486025"/>
                <a:gd name="connsiteX13" fmla="*/ 3036094 w 3895725"/>
                <a:gd name="connsiteY13" fmla="*/ 7144 h 2486025"/>
                <a:gd name="connsiteX14" fmla="*/ 2102644 w 3895725"/>
                <a:gd name="connsiteY14" fmla="*/ 7144 h 2486025"/>
                <a:gd name="connsiteX15" fmla="*/ 1797844 w 3895725"/>
                <a:gd name="connsiteY15" fmla="*/ 7144 h 2486025"/>
                <a:gd name="connsiteX16" fmla="*/ 864394 w 3895725"/>
                <a:gd name="connsiteY16" fmla="*/ 7144 h 2486025"/>
                <a:gd name="connsiteX17" fmla="*/ 559594 w 3895725"/>
                <a:gd name="connsiteY17" fmla="*/ 7144 h 2486025"/>
                <a:gd name="connsiteX18" fmla="*/ 346234 w 3895725"/>
                <a:gd name="connsiteY18" fmla="*/ 7144 h 2486025"/>
                <a:gd name="connsiteX19" fmla="*/ 285274 w 3895725"/>
                <a:gd name="connsiteY19" fmla="*/ 68104 h 2486025"/>
                <a:gd name="connsiteX20" fmla="*/ 346234 w 3895725"/>
                <a:gd name="connsiteY20" fmla="*/ 129064 h 2486025"/>
                <a:gd name="connsiteX21" fmla="*/ 498634 w 3895725"/>
                <a:gd name="connsiteY21" fmla="*/ 129064 h 2486025"/>
                <a:gd name="connsiteX22" fmla="*/ 498634 w 3895725"/>
                <a:gd name="connsiteY22" fmla="*/ 1607344 h 2486025"/>
                <a:gd name="connsiteX23" fmla="*/ 460534 w 3895725"/>
                <a:gd name="connsiteY23" fmla="*/ 1607344 h 2486025"/>
                <a:gd name="connsiteX24" fmla="*/ 399574 w 3895725"/>
                <a:gd name="connsiteY24" fmla="*/ 1668304 h 2486025"/>
                <a:gd name="connsiteX25" fmla="*/ 399574 w 3895725"/>
                <a:gd name="connsiteY25" fmla="*/ 1854994 h 2486025"/>
                <a:gd name="connsiteX26" fmla="*/ 300514 w 3895725"/>
                <a:gd name="connsiteY26" fmla="*/ 1854994 h 2486025"/>
                <a:gd name="connsiteX27" fmla="*/ 239554 w 3895725"/>
                <a:gd name="connsiteY27" fmla="*/ 1915954 h 2486025"/>
                <a:gd name="connsiteX28" fmla="*/ 239554 w 3895725"/>
                <a:gd name="connsiteY28" fmla="*/ 2106454 h 2486025"/>
                <a:gd name="connsiteX29" fmla="*/ 68104 w 3895725"/>
                <a:gd name="connsiteY29" fmla="*/ 2106454 h 2486025"/>
                <a:gd name="connsiteX30" fmla="*/ 7144 w 3895725"/>
                <a:gd name="connsiteY30" fmla="*/ 2167414 h 2486025"/>
                <a:gd name="connsiteX31" fmla="*/ 7144 w 3895725"/>
                <a:gd name="connsiteY31" fmla="*/ 2418874 h 2486025"/>
                <a:gd name="connsiteX32" fmla="*/ 68104 w 3895725"/>
                <a:gd name="connsiteY32" fmla="*/ 2479834 h 2486025"/>
                <a:gd name="connsiteX33" fmla="*/ 3832384 w 3895725"/>
                <a:gd name="connsiteY33" fmla="*/ 2479834 h 2486025"/>
                <a:gd name="connsiteX34" fmla="*/ 3893344 w 3895725"/>
                <a:gd name="connsiteY34" fmla="*/ 2418874 h 2486025"/>
                <a:gd name="connsiteX35" fmla="*/ 3893344 w 3895725"/>
                <a:gd name="connsiteY35" fmla="*/ 2167414 h 2486025"/>
                <a:gd name="connsiteX36" fmla="*/ 3832384 w 3895725"/>
                <a:gd name="connsiteY36" fmla="*/ 2106454 h 2486025"/>
                <a:gd name="connsiteX37" fmla="*/ 3097054 w 3895725"/>
                <a:gd name="connsiteY37" fmla="*/ 129064 h 2486025"/>
                <a:gd name="connsiteX38" fmla="*/ 3276124 w 3895725"/>
                <a:gd name="connsiteY38" fmla="*/ 129064 h 2486025"/>
                <a:gd name="connsiteX39" fmla="*/ 3276124 w 3895725"/>
                <a:gd name="connsiteY39" fmla="*/ 1607344 h 2486025"/>
                <a:gd name="connsiteX40" fmla="*/ 3097054 w 3895725"/>
                <a:gd name="connsiteY40" fmla="*/ 1607344 h 2486025"/>
                <a:gd name="connsiteX41" fmla="*/ 3097054 w 3895725"/>
                <a:gd name="connsiteY41" fmla="*/ 129064 h 2486025"/>
                <a:gd name="connsiteX42" fmla="*/ 2997994 w 3895725"/>
                <a:gd name="connsiteY42" fmla="*/ 1729264 h 2486025"/>
                <a:gd name="connsiteX43" fmla="*/ 3036094 w 3895725"/>
                <a:gd name="connsiteY43" fmla="*/ 1729264 h 2486025"/>
                <a:gd name="connsiteX44" fmla="*/ 3340894 w 3895725"/>
                <a:gd name="connsiteY44" fmla="*/ 1729264 h 2486025"/>
                <a:gd name="connsiteX45" fmla="*/ 3378994 w 3895725"/>
                <a:gd name="connsiteY45" fmla="*/ 1729264 h 2486025"/>
                <a:gd name="connsiteX46" fmla="*/ 3378994 w 3895725"/>
                <a:gd name="connsiteY46" fmla="*/ 1854994 h 2486025"/>
                <a:gd name="connsiteX47" fmla="*/ 2997994 w 3895725"/>
                <a:gd name="connsiteY47" fmla="*/ 1854994 h 2486025"/>
                <a:gd name="connsiteX48" fmla="*/ 2997994 w 3895725"/>
                <a:gd name="connsiteY48" fmla="*/ 1729264 h 2486025"/>
                <a:gd name="connsiteX49" fmla="*/ 2163604 w 3895725"/>
                <a:gd name="connsiteY49" fmla="*/ 129064 h 2486025"/>
                <a:gd name="connsiteX50" fmla="*/ 2975134 w 3895725"/>
                <a:gd name="connsiteY50" fmla="*/ 129064 h 2486025"/>
                <a:gd name="connsiteX51" fmla="*/ 2975134 w 3895725"/>
                <a:gd name="connsiteY51" fmla="*/ 1607344 h 2486025"/>
                <a:gd name="connsiteX52" fmla="*/ 2937034 w 3895725"/>
                <a:gd name="connsiteY52" fmla="*/ 1607344 h 2486025"/>
                <a:gd name="connsiteX53" fmla="*/ 2876074 w 3895725"/>
                <a:gd name="connsiteY53" fmla="*/ 1668304 h 2486025"/>
                <a:gd name="connsiteX54" fmla="*/ 2876074 w 3895725"/>
                <a:gd name="connsiteY54" fmla="*/ 1854994 h 2486025"/>
                <a:gd name="connsiteX55" fmla="*/ 2262664 w 3895725"/>
                <a:gd name="connsiteY55" fmla="*/ 1854994 h 2486025"/>
                <a:gd name="connsiteX56" fmla="*/ 2262664 w 3895725"/>
                <a:gd name="connsiteY56" fmla="*/ 1668304 h 2486025"/>
                <a:gd name="connsiteX57" fmla="*/ 2201704 w 3895725"/>
                <a:gd name="connsiteY57" fmla="*/ 1607344 h 2486025"/>
                <a:gd name="connsiteX58" fmla="*/ 2163604 w 3895725"/>
                <a:gd name="connsiteY58" fmla="*/ 1607344 h 2486025"/>
                <a:gd name="connsiteX59" fmla="*/ 2163604 w 3895725"/>
                <a:gd name="connsiteY59" fmla="*/ 129064 h 2486025"/>
                <a:gd name="connsiteX60" fmla="*/ 1862614 w 3895725"/>
                <a:gd name="connsiteY60" fmla="*/ 129064 h 2486025"/>
                <a:gd name="connsiteX61" fmla="*/ 2041684 w 3895725"/>
                <a:gd name="connsiteY61" fmla="*/ 129064 h 2486025"/>
                <a:gd name="connsiteX62" fmla="*/ 2041684 w 3895725"/>
                <a:gd name="connsiteY62" fmla="*/ 1607344 h 2486025"/>
                <a:gd name="connsiteX63" fmla="*/ 1862614 w 3895725"/>
                <a:gd name="connsiteY63" fmla="*/ 1607344 h 2486025"/>
                <a:gd name="connsiteX64" fmla="*/ 1862614 w 3895725"/>
                <a:gd name="connsiteY64" fmla="*/ 129064 h 2486025"/>
                <a:gd name="connsiteX65" fmla="*/ 1759744 w 3895725"/>
                <a:gd name="connsiteY65" fmla="*/ 1729264 h 2486025"/>
                <a:gd name="connsiteX66" fmla="*/ 1797844 w 3895725"/>
                <a:gd name="connsiteY66" fmla="*/ 1729264 h 2486025"/>
                <a:gd name="connsiteX67" fmla="*/ 2102644 w 3895725"/>
                <a:gd name="connsiteY67" fmla="*/ 1729264 h 2486025"/>
                <a:gd name="connsiteX68" fmla="*/ 2140744 w 3895725"/>
                <a:gd name="connsiteY68" fmla="*/ 1729264 h 2486025"/>
                <a:gd name="connsiteX69" fmla="*/ 2140744 w 3895725"/>
                <a:gd name="connsiteY69" fmla="*/ 1854994 h 2486025"/>
                <a:gd name="connsiteX70" fmla="*/ 1759744 w 3895725"/>
                <a:gd name="connsiteY70" fmla="*/ 1854994 h 2486025"/>
                <a:gd name="connsiteX71" fmla="*/ 1759744 w 3895725"/>
                <a:gd name="connsiteY71" fmla="*/ 1729264 h 2486025"/>
                <a:gd name="connsiteX72" fmla="*/ 925354 w 3895725"/>
                <a:gd name="connsiteY72" fmla="*/ 129064 h 2486025"/>
                <a:gd name="connsiteX73" fmla="*/ 1736884 w 3895725"/>
                <a:gd name="connsiteY73" fmla="*/ 129064 h 2486025"/>
                <a:gd name="connsiteX74" fmla="*/ 1736884 w 3895725"/>
                <a:gd name="connsiteY74" fmla="*/ 1607344 h 2486025"/>
                <a:gd name="connsiteX75" fmla="*/ 1698784 w 3895725"/>
                <a:gd name="connsiteY75" fmla="*/ 1607344 h 2486025"/>
                <a:gd name="connsiteX76" fmla="*/ 1637824 w 3895725"/>
                <a:gd name="connsiteY76" fmla="*/ 1668304 h 2486025"/>
                <a:gd name="connsiteX77" fmla="*/ 1637824 w 3895725"/>
                <a:gd name="connsiteY77" fmla="*/ 1854994 h 2486025"/>
                <a:gd name="connsiteX78" fmla="*/ 1024414 w 3895725"/>
                <a:gd name="connsiteY78" fmla="*/ 1854994 h 2486025"/>
                <a:gd name="connsiteX79" fmla="*/ 1024414 w 3895725"/>
                <a:gd name="connsiteY79" fmla="*/ 1668304 h 2486025"/>
                <a:gd name="connsiteX80" fmla="*/ 963454 w 3895725"/>
                <a:gd name="connsiteY80" fmla="*/ 1607344 h 2486025"/>
                <a:gd name="connsiteX81" fmla="*/ 925354 w 3895725"/>
                <a:gd name="connsiteY81" fmla="*/ 1607344 h 2486025"/>
                <a:gd name="connsiteX82" fmla="*/ 925354 w 3895725"/>
                <a:gd name="connsiteY82" fmla="*/ 129064 h 2486025"/>
                <a:gd name="connsiteX83" fmla="*/ 624364 w 3895725"/>
                <a:gd name="connsiteY83" fmla="*/ 129064 h 2486025"/>
                <a:gd name="connsiteX84" fmla="*/ 803434 w 3895725"/>
                <a:gd name="connsiteY84" fmla="*/ 129064 h 2486025"/>
                <a:gd name="connsiteX85" fmla="*/ 803434 w 3895725"/>
                <a:gd name="connsiteY85" fmla="*/ 1607344 h 2486025"/>
                <a:gd name="connsiteX86" fmla="*/ 624364 w 3895725"/>
                <a:gd name="connsiteY86" fmla="*/ 1607344 h 2486025"/>
                <a:gd name="connsiteX87" fmla="*/ 624364 w 3895725"/>
                <a:gd name="connsiteY87" fmla="*/ 129064 h 2486025"/>
                <a:gd name="connsiteX88" fmla="*/ 521494 w 3895725"/>
                <a:gd name="connsiteY88" fmla="*/ 1729264 h 2486025"/>
                <a:gd name="connsiteX89" fmla="*/ 559594 w 3895725"/>
                <a:gd name="connsiteY89" fmla="*/ 1729264 h 2486025"/>
                <a:gd name="connsiteX90" fmla="*/ 864394 w 3895725"/>
                <a:gd name="connsiteY90" fmla="*/ 1729264 h 2486025"/>
                <a:gd name="connsiteX91" fmla="*/ 902494 w 3895725"/>
                <a:gd name="connsiteY91" fmla="*/ 1729264 h 2486025"/>
                <a:gd name="connsiteX92" fmla="*/ 902494 w 3895725"/>
                <a:gd name="connsiteY92" fmla="*/ 1854994 h 2486025"/>
                <a:gd name="connsiteX93" fmla="*/ 521494 w 3895725"/>
                <a:gd name="connsiteY93" fmla="*/ 1854994 h 2486025"/>
                <a:gd name="connsiteX94" fmla="*/ 521494 w 3895725"/>
                <a:gd name="connsiteY94" fmla="*/ 1729264 h 2486025"/>
                <a:gd name="connsiteX95" fmla="*/ 361474 w 3895725"/>
                <a:gd name="connsiteY95" fmla="*/ 1976914 h 2486025"/>
                <a:gd name="connsiteX96" fmla="*/ 460534 w 3895725"/>
                <a:gd name="connsiteY96" fmla="*/ 1976914 h 2486025"/>
                <a:gd name="connsiteX97" fmla="*/ 963454 w 3895725"/>
                <a:gd name="connsiteY97" fmla="*/ 1976914 h 2486025"/>
                <a:gd name="connsiteX98" fmla="*/ 1698784 w 3895725"/>
                <a:gd name="connsiteY98" fmla="*/ 1976914 h 2486025"/>
                <a:gd name="connsiteX99" fmla="*/ 2201704 w 3895725"/>
                <a:gd name="connsiteY99" fmla="*/ 1976914 h 2486025"/>
                <a:gd name="connsiteX100" fmla="*/ 2937034 w 3895725"/>
                <a:gd name="connsiteY100" fmla="*/ 1976914 h 2486025"/>
                <a:gd name="connsiteX101" fmla="*/ 3439954 w 3895725"/>
                <a:gd name="connsiteY101" fmla="*/ 1976914 h 2486025"/>
                <a:gd name="connsiteX102" fmla="*/ 3539014 w 3895725"/>
                <a:gd name="connsiteY102" fmla="*/ 1976914 h 2486025"/>
                <a:gd name="connsiteX103" fmla="*/ 3539014 w 3895725"/>
                <a:gd name="connsiteY103" fmla="*/ 2106454 h 2486025"/>
                <a:gd name="connsiteX104" fmla="*/ 361474 w 3895725"/>
                <a:gd name="connsiteY104" fmla="*/ 2106454 h 2486025"/>
                <a:gd name="connsiteX105" fmla="*/ 361474 w 3895725"/>
                <a:gd name="connsiteY105" fmla="*/ 1976914 h 2486025"/>
                <a:gd name="connsiteX106" fmla="*/ 3771424 w 3895725"/>
                <a:gd name="connsiteY106" fmla="*/ 2357914 h 2486025"/>
                <a:gd name="connsiteX107" fmla="*/ 129064 w 3895725"/>
                <a:gd name="connsiteY107" fmla="*/ 2357914 h 2486025"/>
                <a:gd name="connsiteX108" fmla="*/ 129064 w 3895725"/>
                <a:gd name="connsiteY108" fmla="*/ 2228374 h 2486025"/>
                <a:gd name="connsiteX109" fmla="*/ 300514 w 3895725"/>
                <a:gd name="connsiteY109" fmla="*/ 2228374 h 2486025"/>
                <a:gd name="connsiteX110" fmla="*/ 3599974 w 3895725"/>
                <a:gd name="connsiteY110" fmla="*/ 2228374 h 2486025"/>
                <a:gd name="connsiteX111" fmla="*/ 3771424 w 3895725"/>
                <a:gd name="connsiteY111" fmla="*/ 2228374 h 2486025"/>
                <a:gd name="connsiteX112" fmla="*/ 3771424 w 3895725"/>
                <a:gd name="connsiteY112" fmla="*/ 2357914 h 2486025"/>
                <a:gd name="connsiteX113" fmla="*/ 3771424 w 3895725"/>
                <a:gd name="connsiteY113" fmla="*/ 2357914 h 24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3895725" h="2486025">
                  <a:moveTo>
                    <a:pt x="3832384" y="2106454"/>
                  </a:moveTo>
                  <a:lnTo>
                    <a:pt x="3660934" y="2106454"/>
                  </a:lnTo>
                  <a:lnTo>
                    <a:pt x="3660934" y="1915954"/>
                  </a:lnTo>
                  <a:cubicBezTo>
                    <a:pt x="3660934" y="1881664"/>
                    <a:pt x="3634264" y="1854994"/>
                    <a:pt x="3599974" y="1854994"/>
                  </a:cubicBezTo>
                  <a:lnTo>
                    <a:pt x="3500914" y="1854994"/>
                  </a:lnTo>
                  <a:lnTo>
                    <a:pt x="3500914" y="1668304"/>
                  </a:lnTo>
                  <a:cubicBezTo>
                    <a:pt x="3500914" y="1634014"/>
                    <a:pt x="3474244" y="1607344"/>
                    <a:pt x="3439954" y="1607344"/>
                  </a:cubicBezTo>
                  <a:lnTo>
                    <a:pt x="3401854" y="1607344"/>
                  </a:lnTo>
                  <a:lnTo>
                    <a:pt x="3401854" y="129064"/>
                  </a:lnTo>
                  <a:lnTo>
                    <a:pt x="3554254" y="129064"/>
                  </a:lnTo>
                  <a:cubicBezTo>
                    <a:pt x="3588544" y="129064"/>
                    <a:pt x="3615214" y="102394"/>
                    <a:pt x="3615214" y="68104"/>
                  </a:cubicBezTo>
                  <a:cubicBezTo>
                    <a:pt x="3615214" y="33814"/>
                    <a:pt x="3588544" y="7144"/>
                    <a:pt x="3554254" y="7144"/>
                  </a:cubicBezTo>
                  <a:lnTo>
                    <a:pt x="3340894" y="7144"/>
                  </a:lnTo>
                  <a:lnTo>
                    <a:pt x="3036094" y="7144"/>
                  </a:lnTo>
                  <a:lnTo>
                    <a:pt x="2102644" y="7144"/>
                  </a:lnTo>
                  <a:lnTo>
                    <a:pt x="1797844" y="7144"/>
                  </a:lnTo>
                  <a:lnTo>
                    <a:pt x="864394" y="7144"/>
                  </a:lnTo>
                  <a:lnTo>
                    <a:pt x="559594" y="7144"/>
                  </a:lnTo>
                  <a:lnTo>
                    <a:pt x="346234" y="7144"/>
                  </a:lnTo>
                  <a:cubicBezTo>
                    <a:pt x="311944" y="7144"/>
                    <a:pt x="285274" y="33814"/>
                    <a:pt x="285274" y="68104"/>
                  </a:cubicBezTo>
                  <a:cubicBezTo>
                    <a:pt x="285274" y="102394"/>
                    <a:pt x="311944" y="129064"/>
                    <a:pt x="346234" y="129064"/>
                  </a:cubicBezTo>
                  <a:lnTo>
                    <a:pt x="498634" y="129064"/>
                  </a:lnTo>
                  <a:lnTo>
                    <a:pt x="498634" y="1607344"/>
                  </a:lnTo>
                  <a:lnTo>
                    <a:pt x="460534" y="1607344"/>
                  </a:lnTo>
                  <a:cubicBezTo>
                    <a:pt x="426244" y="1607344"/>
                    <a:pt x="399574" y="1634014"/>
                    <a:pt x="399574" y="1668304"/>
                  </a:cubicBezTo>
                  <a:lnTo>
                    <a:pt x="399574" y="1854994"/>
                  </a:lnTo>
                  <a:lnTo>
                    <a:pt x="300514" y="1854994"/>
                  </a:lnTo>
                  <a:cubicBezTo>
                    <a:pt x="266224" y="1854994"/>
                    <a:pt x="239554" y="1881664"/>
                    <a:pt x="239554" y="1915954"/>
                  </a:cubicBezTo>
                  <a:lnTo>
                    <a:pt x="239554" y="2106454"/>
                  </a:lnTo>
                  <a:lnTo>
                    <a:pt x="68104" y="2106454"/>
                  </a:lnTo>
                  <a:cubicBezTo>
                    <a:pt x="33814" y="2106454"/>
                    <a:pt x="7144" y="2133124"/>
                    <a:pt x="7144" y="2167414"/>
                  </a:cubicBezTo>
                  <a:lnTo>
                    <a:pt x="7144" y="2418874"/>
                  </a:lnTo>
                  <a:cubicBezTo>
                    <a:pt x="7144" y="2453164"/>
                    <a:pt x="33814" y="2479834"/>
                    <a:pt x="68104" y="2479834"/>
                  </a:cubicBezTo>
                  <a:lnTo>
                    <a:pt x="3832384" y="2479834"/>
                  </a:lnTo>
                  <a:cubicBezTo>
                    <a:pt x="3866674" y="2479834"/>
                    <a:pt x="3893344" y="2453164"/>
                    <a:pt x="3893344" y="2418874"/>
                  </a:cubicBezTo>
                  <a:lnTo>
                    <a:pt x="3893344" y="2167414"/>
                  </a:lnTo>
                  <a:cubicBezTo>
                    <a:pt x="3893344" y="2133124"/>
                    <a:pt x="3866674" y="2106454"/>
                    <a:pt x="3832384" y="2106454"/>
                  </a:cubicBezTo>
                  <a:close/>
                  <a:moveTo>
                    <a:pt x="3097054" y="129064"/>
                  </a:moveTo>
                  <a:lnTo>
                    <a:pt x="3276124" y="129064"/>
                  </a:lnTo>
                  <a:lnTo>
                    <a:pt x="3276124" y="1607344"/>
                  </a:lnTo>
                  <a:lnTo>
                    <a:pt x="3097054" y="1607344"/>
                  </a:lnTo>
                  <a:lnTo>
                    <a:pt x="3097054" y="129064"/>
                  </a:lnTo>
                  <a:close/>
                  <a:moveTo>
                    <a:pt x="2997994" y="1729264"/>
                  </a:moveTo>
                  <a:lnTo>
                    <a:pt x="3036094" y="1729264"/>
                  </a:lnTo>
                  <a:lnTo>
                    <a:pt x="3340894" y="1729264"/>
                  </a:lnTo>
                  <a:lnTo>
                    <a:pt x="3378994" y="1729264"/>
                  </a:lnTo>
                  <a:lnTo>
                    <a:pt x="3378994" y="1854994"/>
                  </a:lnTo>
                  <a:lnTo>
                    <a:pt x="2997994" y="1854994"/>
                  </a:lnTo>
                  <a:lnTo>
                    <a:pt x="2997994" y="1729264"/>
                  </a:lnTo>
                  <a:close/>
                  <a:moveTo>
                    <a:pt x="2163604" y="129064"/>
                  </a:moveTo>
                  <a:lnTo>
                    <a:pt x="2975134" y="129064"/>
                  </a:lnTo>
                  <a:lnTo>
                    <a:pt x="2975134" y="1607344"/>
                  </a:lnTo>
                  <a:lnTo>
                    <a:pt x="2937034" y="1607344"/>
                  </a:lnTo>
                  <a:cubicBezTo>
                    <a:pt x="2902744" y="1607344"/>
                    <a:pt x="2876074" y="1634014"/>
                    <a:pt x="2876074" y="1668304"/>
                  </a:cubicBezTo>
                  <a:lnTo>
                    <a:pt x="2876074" y="1854994"/>
                  </a:lnTo>
                  <a:lnTo>
                    <a:pt x="2262664" y="1854994"/>
                  </a:lnTo>
                  <a:lnTo>
                    <a:pt x="2262664" y="1668304"/>
                  </a:lnTo>
                  <a:cubicBezTo>
                    <a:pt x="2262664" y="1634014"/>
                    <a:pt x="2235994" y="1607344"/>
                    <a:pt x="2201704" y="1607344"/>
                  </a:cubicBezTo>
                  <a:lnTo>
                    <a:pt x="2163604" y="1607344"/>
                  </a:lnTo>
                  <a:lnTo>
                    <a:pt x="2163604" y="129064"/>
                  </a:lnTo>
                  <a:close/>
                  <a:moveTo>
                    <a:pt x="1862614" y="129064"/>
                  </a:moveTo>
                  <a:lnTo>
                    <a:pt x="2041684" y="129064"/>
                  </a:lnTo>
                  <a:lnTo>
                    <a:pt x="2041684" y="1607344"/>
                  </a:lnTo>
                  <a:lnTo>
                    <a:pt x="1862614" y="1607344"/>
                  </a:lnTo>
                  <a:lnTo>
                    <a:pt x="1862614" y="129064"/>
                  </a:lnTo>
                  <a:close/>
                  <a:moveTo>
                    <a:pt x="1759744" y="1729264"/>
                  </a:moveTo>
                  <a:lnTo>
                    <a:pt x="1797844" y="1729264"/>
                  </a:lnTo>
                  <a:lnTo>
                    <a:pt x="2102644" y="1729264"/>
                  </a:lnTo>
                  <a:lnTo>
                    <a:pt x="2140744" y="1729264"/>
                  </a:lnTo>
                  <a:lnTo>
                    <a:pt x="2140744" y="1854994"/>
                  </a:lnTo>
                  <a:lnTo>
                    <a:pt x="1759744" y="1854994"/>
                  </a:lnTo>
                  <a:lnTo>
                    <a:pt x="1759744" y="1729264"/>
                  </a:lnTo>
                  <a:close/>
                  <a:moveTo>
                    <a:pt x="925354" y="129064"/>
                  </a:moveTo>
                  <a:lnTo>
                    <a:pt x="1736884" y="129064"/>
                  </a:lnTo>
                  <a:lnTo>
                    <a:pt x="1736884" y="1607344"/>
                  </a:lnTo>
                  <a:lnTo>
                    <a:pt x="1698784" y="1607344"/>
                  </a:lnTo>
                  <a:cubicBezTo>
                    <a:pt x="1664494" y="1607344"/>
                    <a:pt x="1637824" y="1634014"/>
                    <a:pt x="1637824" y="1668304"/>
                  </a:cubicBezTo>
                  <a:lnTo>
                    <a:pt x="1637824" y="1854994"/>
                  </a:lnTo>
                  <a:lnTo>
                    <a:pt x="1024414" y="1854994"/>
                  </a:lnTo>
                  <a:lnTo>
                    <a:pt x="1024414" y="1668304"/>
                  </a:lnTo>
                  <a:cubicBezTo>
                    <a:pt x="1024414" y="1634014"/>
                    <a:pt x="997744" y="1607344"/>
                    <a:pt x="963454" y="1607344"/>
                  </a:cubicBezTo>
                  <a:lnTo>
                    <a:pt x="925354" y="1607344"/>
                  </a:lnTo>
                  <a:cubicBezTo>
                    <a:pt x="925354" y="1607344"/>
                    <a:pt x="925354" y="129064"/>
                    <a:pt x="925354" y="129064"/>
                  </a:cubicBezTo>
                  <a:close/>
                  <a:moveTo>
                    <a:pt x="624364" y="129064"/>
                  </a:moveTo>
                  <a:lnTo>
                    <a:pt x="803434" y="129064"/>
                  </a:lnTo>
                  <a:lnTo>
                    <a:pt x="803434" y="1607344"/>
                  </a:lnTo>
                  <a:lnTo>
                    <a:pt x="624364" y="1607344"/>
                  </a:lnTo>
                  <a:lnTo>
                    <a:pt x="624364" y="129064"/>
                  </a:lnTo>
                  <a:close/>
                  <a:moveTo>
                    <a:pt x="521494" y="1729264"/>
                  </a:moveTo>
                  <a:lnTo>
                    <a:pt x="559594" y="1729264"/>
                  </a:lnTo>
                  <a:lnTo>
                    <a:pt x="864394" y="1729264"/>
                  </a:lnTo>
                  <a:lnTo>
                    <a:pt x="902494" y="1729264"/>
                  </a:lnTo>
                  <a:lnTo>
                    <a:pt x="902494" y="1854994"/>
                  </a:lnTo>
                  <a:lnTo>
                    <a:pt x="521494" y="1854994"/>
                  </a:lnTo>
                  <a:lnTo>
                    <a:pt x="521494" y="1729264"/>
                  </a:lnTo>
                  <a:close/>
                  <a:moveTo>
                    <a:pt x="361474" y="1976914"/>
                  </a:moveTo>
                  <a:lnTo>
                    <a:pt x="460534" y="1976914"/>
                  </a:lnTo>
                  <a:lnTo>
                    <a:pt x="963454" y="1976914"/>
                  </a:lnTo>
                  <a:lnTo>
                    <a:pt x="1698784" y="1976914"/>
                  </a:lnTo>
                  <a:lnTo>
                    <a:pt x="2201704" y="1976914"/>
                  </a:lnTo>
                  <a:lnTo>
                    <a:pt x="2937034" y="1976914"/>
                  </a:lnTo>
                  <a:lnTo>
                    <a:pt x="3439954" y="1976914"/>
                  </a:lnTo>
                  <a:lnTo>
                    <a:pt x="3539014" y="1976914"/>
                  </a:lnTo>
                  <a:lnTo>
                    <a:pt x="3539014" y="2106454"/>
                  </a:lnTo>
                  <a:lnTo>
                    <a:pt x="361474" y="2106454"/>
                  </a:lnTo>
                  <a:lnTo>
                    <a:pt x="361474" y="1976914"/>
                  </a:lnTo>
                  <a:close/>
                  <a:moveTo>
                    <a:pt x="3771424" y="2357914"/>
                  </a:moveTo>
                  <a:lnTo>
                    <a:pt x="129064" y="2357914"/>
                  </a:lnTo>
                  <a:lnTo>
                    <a:pt x="129064" y="2228374"/>
                  </a:lnTo>
                  <a:lnTo>
                    <a:pt x="300514" y="2228374"/>
                  </a:lnTo>
                  <a:lnTo>
                    <a:pt x="3599974" y="2228374"/>
                  </a:lnTo>
                  <a:lnTo>
                    <a:pt x="3771424" y="2228374"/>
                  </a:lnTo>
                  <a:lnTo>
                    <a:pt x="3771424" y="2357914"/>
                  </a:lnTo>
                  <a:lnTo>
                    <a:pt x="3771424" y="23579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13" name="Graphic 17">
            <a:extLst>
              <a:ext uri="{FF2B5EF4-FFF2-40B4-BE49-F238E27FC236}">
                <a16:creationId xmlns:a16="http://schemas.microsoft.com/office/drawing/2014/main" id="{435ABAC7-7C8E-4D92-88F7-0DBF21E6C081}"/>
              </a:ext>
            </a:extLst>
          </p:cNvPr>
          <p:cNvSpPr>
            <a:spLocks noChangeAspect="1"/>
          </p:cNvSpPr>
          <p:nvPr/>
        </p:nvSpPr>
        <p:spPr>
          <a:xfrm>
            <a:off x="5274324" y="4797192"/>
            <a:ext cx="326557" cy="502920"/>
          </a:xfrm>
          <a:custGeom>
            <a:avLst/>
            <a:gdLst>
              <a:gd name="connsiteX0" fmla="*/ 2606516 w 2733675"/>
              <a:gd name="connsiteY0" fmla="*/ 3511391 h 4210050"/>
              <a:gd name="connsiteX1" fmla="*/ 2636996 w 2733675"/>
              <a:gd name="connsiteY1" fmla="*/ 3389471 h 4210050"/>
              <a:gd name="connsiteX2" fmla="*/ 2364581 w 2733675"/>
              <a:gd name="connsiteY2" fmla="*/ 3117056 h 4210050"/>
              <a:gd name="connsiteX3" fmla="*/ 2270284 w 2733675"/>
              <a:gd name="connsiteY3" fmla="*/ 3117056 h 4210050"/>
              <a:gd name="connsiteX4" fmla="*/ 1919764 w 2733675"/>
              <a:gd name="connsiteY4" fmla="*/ 1651159 h 4210050"/>
              <a:gd name="connsiteX5" fmla="*/ 2175034 w 2733675"/>
              <a:gd name="connsiteY5" fmla="*/ 1366361 h 4210050"/>
              <a:gd name="connsiteX6" fmla="*/ 1967389 w 2733675"/>
              <a:gd name="connsiteY6" fmla="*/ 1117759 h 4210050"/>
              <a:gd name="connsiteX7" fmla="*/ 2272189 w 2733675"/>
              <a:gd name="connsiteY7" fmla="*/ 701516 h 4210050"/>
              <a:gd name="connsiteX8" fmla="*/ 2277904 w 2733675"/>
              <a:gd name="connsiteY8" fmla="*/ 690086 h 4210050"/>
              <a:gd name="connsiteX9" fmla="*/ 2277904 w 2733675"/>
              <a:gd name="connsiteY9" fmla="*/ 684371 h 4210050"/>
              <a:gd name="connsiteX10" fmla="*/ 2283619 w 2733675"/>
              <a:gd name="connsiteY10" fmla="*/ 659606 h 4210050"/>
              <a:gd name="connsiteX11" fmla="*/ 2283619 w 2733675"/>
              <a:gd name="connsiteY11" fmla="*/ 83344 h 4210050"/>
              <a:gd name="connsiteX12" fmla="*/ 2207419 w 2733675"/>
              <a:gd name="connsiteY12" fmla="*/ 7144 h 4210050"/>
              <a:gd name="connsiteX13" fmla="*/ 1916906 w 2733675"/>
              <a:gd name="connsiteY13" fmla="*/ 7144 h 4210050"/>
              <a:gd name="connsiteX14" fmla="*/ 1840706 w 2733675"/>
              <a:gd name="connsiteY14" fmla="*/ 83344 h 4210050"/>
              <a:gd name="connsiteX15" fmla="*/ 1840706 w 2733675"/>
              <a:gd name="connsiteY15" fmla="*/ 235744 h 4210050"/>
              <a:gd name="connsiteX16" fmla="*/ 1639729 w 2733675"/>
              <a:gd name="connsiteY16" fmla="*/ 235744 h 4210050"/>
              <a:gd name="connsiteX17" fmla="*/ 1639729 w 2733675"/>
              <a:gd name="connsiteY17" fmla="*/ 83344 h 4210050"/>
              <a:gd name="connsiteX18" fmla="*/ 1563529 w 2733675"/>
              <a:gd name="connsiteY18" fmla="*/ 7144 h 4210050"/>
              <a:gd name="connsiteX19" fmla="*/ 1216819 w 2733675"/>
              <a:gd name="connsiteY19" fmla="*/ 7144 h 4210050"/>
              <a:gd name="connsiteX20" fmla="*/ 1140619 w 2733675"/>
              <a:gd name="connsiteY20" fmla="*/ 83344 h 4210050"/>
              <a:gd name="connsiteX21" fmla="*/ 1140619 w 2733675"/>
              <a:gd name="connsiteY21" fmla="*/ 235744 h 4210050"/>
              <a:gd name="connsiteX22" fmla="*/ 940594 w 2733675"/>
              <a:gd name="connsiteY22" fmla="*/ 235744 h 4210050"/>
              <a:gd name="connsiteX23" fmla="*/ 940594 w 2733675"/>
              <a:gd name="connsiteY23" fmla="*/ 83344 h 4210050"/>
              <a:gd name="connsiteX24" fmla="*/ 864394 w 2733675"/>
              <a:gd name="connsiteY24" fmla="*/ 7144 h 4210050"/>
              <a:gd name="connsiteX25" fmla="*/ 572929 w 2733675"/>
              <a:gd name="connsiteY25" fmla="*/ 7144 h 4210050"/>
              <a:gd name="connsiteX26" fmla="*/ 496729 w 2733675"/>
              <a:gd name="connsiteY26" fmla="*/ 83344 h 4210050"/>
              <a:gd name="connsiteX27" fmla="*/ 496729 w 2733675"/>
              <a:gd name="connsiteY27" fmla="*/ 656749 h 4210050"/>
              <a:gd name="connsiteX28" fmla="*/ 502444 w 2733675"/>
              <a:gd name="connsiteY28" fmla="*/ 682466 h 4210050"/>
              <a:gd name="connsiteX29" fmla="*/ 502444 w 2733675"/>
              <a:gd name="connsiteY29" fmla="*/ 688181 h 4210050"/>
              <a:gd name="connsiteX30" fmla="*/ 508159 w 2733675"/>
              <a:gd name="connsiteY30" fmla="*/ 699611 h 4210050"/>
              <a:gd name="connsiteX31" fmla="*/ 812959 w 2733675"/>
              <a:gd name="connsiteY31" fmla="*/ 1115854 h 4210050"/>
              <a:gd name="connsiteX32" fmla="*/ 611981 w 2733675"/>
              <a:gd name="connsiteY32" fmla="*/ 1441609 h 4210050"/>
              <a:gd name="connsiteX33" fmla="*/ 860584 w 2733675"/>
              <a:gd name="connsiteY33" fmla="*/ 1649254 h 4210050"/>
              <a:gd name="connsiteX34" fmla="*/ 509111 w 2733675"/>
              <a:gd name="connsiteY34" fmla="*/ 3116104 h 4210050"/>
              <a:gd name="connsiteX35" fmla="*/ 417671 w 2733675"/>
              <a:gd name="connsiteY35" fmla="*/ 3116104 h 4210050"/>
              <a:gd name="connsiteX36" fmla="*/ 145256 w 2733675"/>
              <a:gd name="connsiteY36" fmla="*/ 3388519 h 4210050"/>
              <a:gd name="connsiteX37" fmla="*/ 173831 w 2733675"/>
              <a:gd name="connsiteY37" fmla="*/ 3508534 h 4210050"/>
              <a:gd name="connsiteX38" fmla="*/ 159544 w 2733675"/>
              <a:gd name="connsiteY38" fmla="*/ 3508534 h 4210050"/>
              <a:gd name="connsiteX39" fmla="*/ 7144 w 2733675"/>
              <a:gd name="connsiteY39" fmla="*/ 3660934 h 4210050"/>
              <a:gd name="connsiteX40" fmla="*/ 7144 w 2733675"/>
              <a:gd name="connsiteY40" fmla="*/ 4055269 h 4210050"/>
              <a:gd name="connsiteX41" fmla="*/ 159544 w 2733675"/>
              <a:gd name="connsiteY41" fmla="*/ 4207669 h 4210050"/>
              <a:gd name="connsiteX42" fmla="*/ 2579846 w 2733675"/>
              <a:gd name="connsiteY42" fmla="*/ 4207669 h 4210050"/>
              <a:gd name="connsiteX43" fmla="*/ 2732246 w 2733675"/>
              <a:gd name="connsiteY43" fmla="*/ 4055269 h 4210050"/>
              <a:gd name="connsiteX44" fmla="*/ 2732246 w 2733675"/>
              <a:gd name="connsiteY44" fmla="*/ 3662839 h 4210050"/>
              <a:gd name="connsiteX45" fmla="*/ 2606516 w 2733675"/>
              <a:gd name="connsiteY45" fmla="*/ 3511391 h 4210050"/>
              <a:gd name="connsiteX46" fmla="*/ 649129 w 2733675"/>
              <a:gd name="connsiteY46" fmla="*/ 158591 h 4210050"/>
              <a:gd name="connsiteX47" fmla="*/ 789146 w 2733675"/>
              <a:gd name="connsiteY47" fmla="*/ 158591 h 4210050"/>
              <a:gd name="connsiteX48" fmla="*/ 789146 w 2733675"/>
              <a:gd name="connsiteY48" fmla="*/ 310991 h 4210050"/>
              <a:gd name="connsiteX49" fmla="*/ 865346 w 2733675"/>
              <a:gd name="connsiteY49" fmla="*/ 387191 h 4210050"/>
              <a:gd name="connsiteX50" fmla="*/ 1217771 w 2733675"/>
              <a:gd name="connsiteY50" fmla="*/ 387191 h 4210050"/>
              <a:gd name="connsiteX51" fmla="*/ 1293971 w 2733675"/>
              <a:gd name="connsiteY51" fmla="*/ 310991 h 4210050"/>
              <a:gd name="connsiteX52" fmla="*/ 1293971 w 2733675"/>
              <a:gd name="connsiteY52" fmla="*/ 158591 h 4210050"/>
              <a:gd name="connsiteX53" fmla="*/ 1486376 w 2733675"/>
              <a:gd name="connsiteY53" fmla="*/ 158591 h 4210050"/>
              <a:gd name="connsiteX54" fmla="*/ 1486376 w 2733675"/>
              <a:gd name="connsiteY54" fmla="*/ 310991 h 4210050"/>
              <a:gd name="connsiteX55" fmla="*/ 1562576 w 2733675"/>
              <a:gd name="connsiteY55" fmla="*/ 387191 h 4210050"/>
              <a:gd name="connsiteX56" fmla="*/ 1915001 w 2733675"/>
              <a:gd name="connsiteY56" fmla="*/ 387191 h 4210050"/>
              <a:gd name="connsiteX57" fmla="*/ 1991201 w 2733675"/>
              <a:gd name="connsiteY57" fmla="*/ 310991 h 4210050"/>
              <a:gd name="connsiteX58" fmla="*/ 1991201 w 2733675"/>
              <a:gd name="connsiteY58" fmla="*/ 158591 h 4210050"/>
              <a:gd name="connsiteX59" fmla="*/ 2131219 w 2733675"/>
              <a:gd name="connsiteY59" fmla="*/ 158591 h 4210050"/>
              <a:gd name="connsiteX60" fmla="*/ 2131219 w 2733675"/>
              <a:gd name="connsiteY60" fmla="*/ 579596 h 4210050"/>
              <a:gd name="connsiteX61" fmla="*/ 649129 w 2733675"/>
              <a:gd name="connsiteY61" fmla="*/ 579596 h 4210050"/>
              <a:gd name="connsiteX62" fmla="*/ 649129 w 2733675"/>
              <a:gd name="connsiteY62" fmla="*/ 158591 h 4210050"/>
              <a:gd name="connsiteX63" fmla="*/ 725329 w 2733675"/>
              <a:gd name="connsiteY63" fmla="*/ 731996 h 4210050"/>
              <a:gd name="connsiteX64" fmla="*/ 2060734 w 2733675"/>
              <a:gd name="connsiteY64" fmla="*/ 731996 h 4210050"/>
              <a:gd name="connsiteX65" fmla="*/ 1785461 w 2733675"/>
              <a:gd name="connsiteY65" fmla="*/ 1107281 h 4210050"/>
              <a:gd name="connsiteX66" fmla="*/ 997744 w 2733675"/>
              <a:gd name="connsiteY66" fmla="*/ 1107281 h 4210050"/>
              <a:gd name="connsiteX67" fmla="*/ 725329 w 2733675"/>
              <a:gd name="connsiteY67" fmla="*/ 731996 h 4210050"/>
              <a:gd name="connsiteX68" fmla="*/ 759619 w 2733675"/>
              <a:gd name="connsiteY68" fmla="*/ 1381601 h 4210050"/>
              <a:gd name="connsiteX69" fmla="*/ 759619 w 2733675"/>
              <a:gd name="connsiteY69" fmla="*/ 1379696 h 4210050"/>
              <a:gd name="connsiteX70" fmla="*/ 764381 w 2733675"/>
              <a:gd name="connsiteY70" fmla="*/ 1378744 h 4210050"/>
              <a:gd name="connsiteX71" fmla="*/ 884396 w 2733675"/>
              <a:gd name="connsiteY71" fmla="*/ 1258729 h 4210050"/>
              <a:gd name="connsiteX72" fmla="*/ 1903571 w 2733675"/>
              <a:gd name="connsiteY72" fmla="*/ 1258729 h 4210050"/>
              <a:gd name="connsiteX73" fmla="*/ 2023586 w 2733675"/>
              <a:gd name="connsiteY73" fmla="*/ 1378744 h 4210050"/>
              <a:gd name="connsiteX74" fmla="*/ 1903571 w 2733675"/>
              <a:gd name="connsiteY74" fmla="*/ 1498759 h 4210050"/>
              <a:gd name="connsiteX75" fmla="*/ 1903571 w 2733675"/>
              <a:gd name="connsiteY75" fmla="*/ 1498759 h 4210050"/>
              <a:gd name="connsiteX76" fmla="*/ 881539 w 2733675"/>
              <a:gd name="connsiteY76" fmla="*/ 1498759 h 4210050"/>
              <a:gd name="connsiteX77" fmla="*/ 759619 w 2733675"/>
              <a:gd name="connsiteY77" fmla="*/ 1381601 h 4210050"/>
              <a:gd name="connsiteX78" fmla="*/ 1018699 w 2733675"/>
              <a:gd name="connsiteY78" fmla="*/ 1651159 h 4210050"/>
              <a:gd name="connsiteX79" fmla="*/ 1763554 w 2733675"/>
              <a:gd name="connsiteY79" fmla="*/ 1651159 h 4210050"/>
              <a:gd name="connsiteX80" fmla="*/ 2113121 w 2733675"/>
              <a:gd name="connsiteY80" fmla="*/ 3117056 h 4210050"/>
              <a:gd name="connsiteX81" fmla="*/ 665321 w 2733675"/>
              <a:gd name="connsiteY81" fmla="*/ 3117056 h 4210050"/>
              <a:gd name="connsiteX82" fmla="*/ 1018699 w 2733675"/>
              <a:gd name="connsiteY82" fmla="*/ 1651159 h 4210050"/>
              <a:gd name="connsiteX83" fmla="*/ 398621 w 2733675"/>
              <a:gd name="connsiteY83" fmla="*/ 3270409 h 4210050"/>
              <a:gd name="connsiteX84" fmla="*/ 417671 w 2733675"/>
              <a:gd name="connsiteY84" fmla="*/ 3270409 h 4210050"/>
              <a:gd name="connsiteX85" fmla="*/ 2364581 w 2733675"/>
              <a:gd name="connsiteY85" fmla="*/ 3270409 h 4210050"/>
              <a:gd name="connsiteX86" fmla="*/ 2493169 w 2733675"/>
              <a:gd name="connsiteY86" fmla="*/ 3379946 h 4210050"/>
              <a:gd name="connsiteX87" fmla="*/ 2383631 w 2733675"/>
              <a:gd name="connsiteY87" fmla="*/ 3508534 h 4210050"/>
              <a:gd name="connsiteX88" fmla="*/ 2364581 w 2733675"/>
              <a:gd name="connsiteY88" fmla="*/ 3508534 h 4210050"/>
              <a:gd name="connsiteX89" fmla="*/ 417671 w 2733675"/>
              <a:gd name="connsiteY89" fmla="*/ 3508534 h 4210050"/>
              <a:gd name="connsiteX90" fmla="*/ 289084 w 2733675"/>
              <a:gd name="connsiteY90" fmla="*/ 3398996 h 4210050"/>
              <a:gd name="connsiteX91" fmla="*/ 398621 w 2733675"/>
              <a:gd name="connsiteY91" fmla="*/ 3270409 h 4210050"/>
              <a:gd name="connsiteX92" fmla="*/ 2580799 w 2733675"/>
              <a:gd name="connsiteY92" fmla="*/ 4057174 h 4210050"/>
              <a:gd name="connsiteX93" fmla="*/ 158591 w 2733675"/>
              <a:gd name="connsiteY93" fmla="*/ 4057174 h 4210050"/>
              <a:gd name="connsiteX94" fmla="*/ 158591 w 2733675"/>
              <a:gd name="connsiteY94" fmla="*/ 3661886 h 4210050"/>
              <a:gd name="connsiteX95" fmla="*/ 2579846 w 2733675"/>
              <a:gd name="connsiteY95" fmla="*/ 3661886 h 4210050"/>
              <a:gd name="connsiteX96" fmla="*/ 2579846 w 2733675"/>
              <a:gd name="connsiteY96" fmla="*/ 4057174 h 421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733675" h="4210050">
                <a:moveTo>
                  <a:pt x="2606516" y="3511391"/>
                </a:moveTo>
                <a:cubicBezTo>
                  <a:pt x="2626519" y="3473291"/>
                  <a:pt x="2636996" y="3432334"/>
                  <a:pt x="2636996" y="3389471"/>
                </a:cubicBezTo>
                <a:cubicBezTo>
                  <a:pt x="2636996" y="3238976"/>
                  <a:pt x="2515076" y="3117056"/>
                  <a:pt x="2364581" y="3117056"/>
                </a:cubicBezTo>
                <a:lnTo>
                  <a:pt x="2270284" y="3117056"/>
                </a:lnTo>
                <a:lnTo>
                  <a:pt x="1919764" y="1651159"/>
                </a:lnTo>
                <a:cubicBezTo>
                  <a:pt x="2069306" y="1642586"/>
                  <a:pt x="2183606" y="1514951"/>
                  <a:pt x="2175034" y="1366361"/>
                </a:cubicBezTo>
                <a:cubicBezTo>
                  <a:pt x="2168366" y="1246346"/>
                  <a:pt x="2083594" y="1145381"/>
                  <a:pt x="1967389" y="1117759"/>
                </a:cubicBezTo>
                <a:lnTo>
                  <a:pt x="2272189" y="701516"/>
                </a:lnTo>
                <a:cubicBezTo>
                  <a:pt x="2274094" y="697706"/>
                  <a:pt x="2276951" y="693896"/>
                  <a:pt x="2277904" y="690086"/>
                </a:cubicBezTo>
                <a:lnTo>
                  <a:pt x="2277904" y="684371"/>
                </a:lnTo>
                <a:cubicBezTo>
                  <a:pt x="2281714" y="676751"/>
                  <a:pt x="2283619" y="668179"/>
                  <a:pt x="2283619" y="659606"/>
                </a:cubicBezTo>
                <a:lnTo>
                  <a:pt x="2283619" y="83344"/>
                </a:lnTo>
                <a:cubicBezTo>
                  <a:pt x="2283619" y="41434"/>
                  <a:pt x="2249329" y="7144"/>
                  <a:pt x="2207419" y="7144"/>
                </a:cubicBezTo>
                <a:lnTo>
                  <a:pt x="1916906" y="7144"/>
                </a:lnTo>
                <a:cubicBezTo>
                  <a:pt x="1874996" y="7144"/>
                  <a:pt x="1840706" y="41434"/>
                  <a:pt x="1840706" y="83344"/>
                </a:cubicBezTo>
                <a:lnTo>
                  <a:pt x="1840706" y="235744"/>
                </a:lnTo>
                <a:lnTo>
                  <a:pt x="1639729" y="235744"/>
                </a:lnTo>
                <a:lnTo>
                  <a:pt x="1639729" y="83344"/>
                </a:lnTo>
                <a:cubicBezTo>
                  <a:pt x="1639729" y="41434"/>
                  <a:pt x="1605439" y="7144"/>
                  <a:pt x="1563529" y="7144"/>
                </a:cubicBezTo>
                <a:lnTo>
                  <a:pt x="1216819" y="7144"/>
                </a:lnTo>
                <a:cubicBezTo>
                  <a:pt x="1174909" y="7144"/>
                  <a:pt x="1140619" y="41434"/>
                  <a:pt x="1140619" y="83344"/>
                </a:cubicBezTo>
                <a:lnTo>
                  <a:pt x="1140619" y="235744"/>
                </a:lnTo>
                <a:lnTo>
                  <a:pt x="940594" y="235744"/>
                </a:lnTo>
                <a:lnTo>
                  <a:pt x="940594" y="83344"/>
                </a:lnTo>
                <a:cubicBezTo>
                  <a:pt x="940594" y="41434"/>
                  <a:pt x="906304" y="7144"/>
                  <a:pt x="864394" y="7144"/>
                </a:cubicBezTo>
                <a:lnTo>
                  <a:pt x="572929" y="7144"/>
                </a:lnTo>
                <a:cubicBezTo>
                  <a:pt x="531019" y="7144"/>
                  <a:pt x="496729" y="41434"/>
                  <a:pt x="496729" y="83344"/>
                </a:cubicBezTo>
                <a:lnTo>
                  <a:pt x="496729" y="656749"/>
                </a:lnTo>
                <a:cubicBezTo>
                  <a:pt x="496729" y="665321"/>
                  <a:pt x="498634" y="674846"/>
                  <a:pt x="502444" y="682466"/>
                </a:cubicBezTo>
                <a:lnTo>
                  <a:pt x="502444" y="688181"/>
                </a:lnTo>
                <a:cubicBezTo>
                  <a:pt x="504349" y="691991"/>
                  <a:pt x="506254" y="695801"/>
                  <a:pt x="508159" y="699611"/>
                </a:cubicBezTo>
                <a:lnTo>
                  <a:pt x="812959" y="1115854"/>
                </a:lnTo>
                <a:cubicBezTo>
                  <a:pt x="667226" y="1150144"/>
                  <a:pt x="577691" y="1295876"/>
                  <a:pt x="611981" y="1441609"/>
                </a:cubicBezTo>
                <a:cubicBezTo>
                  <a:pt x="639604" y="1558766"/>
                  <a:pt x="740569" y="1643539"/>
                  <a:pt x="860584" y="1649254"/>
                </a:cubicBezTo>
                <a:lnTo>
                  <a:pt x="509111" y="3116104"/>
                </a:lnTo>
                <a:lnTo>
                  <a:pt x="417671" y="3116104"/>
                </a:lnTo>
                <a:cubicBezTo>
                  <a:pt x="267176" y="3116104"/>
                  <a:pt x="145256" y="3238024"/>
                  <a:pt x="145256" y="3388519"/>
                </a:cubicBezTo>
                <a:cubicBezTo>
                  <a:pt x="145256" y="3430429"/>
                  <a:pt x="155734" y="3471386"/>
                  <a:pt x="173831" y="3508534"/>
                </a:cubicBezTo>
                <a:lnTo>
                  <a:pt x="159544" y="3508534"/>
                </a:lnTo>
                <a:cubicBezTo>
                  <a:pt x="75724" y="3508534"/>
                  <a:pt x="7144" y="3577114"/>
                  <a:pt x="7144" y="3660934"/>
                </a:cubicBezTo>
                <a:lnTo>
                  <a:pt x="7144" y="4055269"/>
                </a:lnTo>
                <a:cubicBezTo>
                  <a:pt x="7144" y="4139089"/>
                  <a:pt x="75724" y="4207669"/>
                  <a:pt x="159544" y="4207669"/>
                </a:cubicBezTo>
                <a:lnTo>
                  <a:pt x="2579846" y="4207669"/>
                </a:lnTo>
                <a:cubicBezTo>
                  <a:pt x="2663666" y="4207669"/>
                  <a:pt x="2732246" y="4139089"/>
                  <a:pt x="2732246" y="4055269"/>
                </a:cubicBezTo>
                <a:lnTo>
                  <a:pt x="2732246" y="3662839"/>
                </a:lnTo>
                <a:cubicBezTo>
                  <a:pt x="2732246" y="3588544"/>
                  <a:pt x="2678906" y="3524726"/>
                  <a:pt x="2606516" y="3511391"/>
                </a:cubicBezTo>
                <a:close/>
                <a:moveTo>
                  <a:pt x="649129" y="158591"/>
                </a:moveTo>
                <a:lnTo>
                  <a:pt x="789146" y="158591"/>
                </a:lnTo>
                <a:lnTo>
                  <a:pt x="789146" y="310991"/>
                </a:lnTo>
                <a:cubicBezTo>
                  <a:pt x="789146" y="352901"/>
                  <a:pt x="823436" y="387191"/>
                  <a:pt x="865346" y="387191"/>
                </a:cubicBezTo>
                <a:lnTo>
                  <a:pt x="1217771" y="387191"/>
                </a:lnTo>
                <a:cubicBezTo>
                  <a:pt x="1259681" y="387191"/>
                  <a:pt x="1293971" y="352901"/>
                  <a:pt x="1293971" y="310991"/>
                </a:cubicBezTo>
                <a:lnTo>
                  <a:pt x="1293971" y="158591"/>
                </a:lnTo>
                <a:lnTo>
                  <a:pt x="1486376" y="158591"/>
                </a:lnTo>
                <a:lnTo>
                  <a:pt x="1486376" y="310991"/>
                </a:lnTo>
                <a:cubicBezTo>
                  <a:pt x="1486376" y="352901"/>
                  <a:pt x="1520666" y="387191"/>
                  <a:pt x="1562576" y="387191"/>
                </a:cubicBezTo>
                <a:lnTo>
                  <a:pt x="1915001" y="387191"/>
                </a:lnTo>
                <a:cubicBezTo>
                  <a:pt x="1956911" y="387191"/>
                  <a:pt x="1991201" y="352901"/>
                  <a:pt x="1991201" y="310991"/>
                </a:cubicBezTo>
                <a:lnTo>
                  <a:pt x="1991201" y="158591"/>
                </a:lnTo>
                <a:lnTo>
                  <a:pt x="2131219" y="158591"/>
                </a:lnTo>
                <a:lnTo>
                  <a:pt x="2131219" y="579596"/>
                </a:lnTo>
                <a:lnTo>
                  <a:pt x="649129" y="579596"/>
                </a:lnTo>
                <a:lnTo>
                  <a:pt x="649129" y="158591"/>
                </a:lnTo>
                <a:close/>
                <a:moveTo>
                  <a:pt x="725329" y="731996"/>
                </a:moveTo>
                <a:lnTo>
                  <a:pt x="2060734" y="731996"/>
                </a:lnTo>
                <a:lnTo>
                  <a:pt x="1785461" y="1107281"/>
                </a:lnTo>
                <a:lnTo>
                  <a:pt x="997744" y="1107281"/>
                </a:lnTo>
                <a:lnTo>
                  <a:pt x="725329" y="731996"/>
                </a:lnTo>
                <a:close/>
                <a:moveTo>
                  <a:pt x="759619" y="1381601"/>
                </a:moveTo>
                <a:cubicBezTo>
                  <a:pt x="759619" y="1380649"/>
                  <a:pt x="759619" y="1380649"/>
                  <a:pt x="759619" y="1379696"/>
                </a:cubicBezTo>
                <a:lnTo>
                  <a:pt x="764381" y="1378744"/>
                </a:lnTo>
                <a:cubicBezTo>
                  <a:pt x="764381" y="1313021"/>
                  <a:pt x="817721" y="1258729"/>
                  <a:pt x="884396" y="1258729"/>
                </a:cubicBezTo>
                <a:lnTo>
                  <a:pt x="1903571" y="1258729"/>
                </a:lnTo>
                <a:cubicBezTo>
                  <a:pt x="1969294" y="1258729"/>
                  <a:pt x="2023586" y="1312069"/>
                  <a:pt x="2023586" y="1378744"/>
                </a:cubicBezTo>
                <a:cubicBezTo>
                  <a:pt x="2023586" y="1444466"/>
                  <a:pt x="1970246" y="1498759"/>
                  <a:pt x="1903571" y="1498759"/>
                </a:cubicBezTo>
                <a:cubicBezTo>
                  <a:pt x="1903571" y="1498759"/>
                  <a:pt x="1903571" y="1498759"/>
                  <a:pt x="1903571" y="1498759"/>
                </a:cubicBezTo>
                <a:lnTo>
                  <a:pt x="881539" y="1498759"/>
                </a:lnTo>
                <a:cubicBezTo>
                  <a:pt x="815816" y="1500664"/>
                  <a:pt x="761524" y="1448276"/>
                  <a:pt x="759619" y="1381601"/>
                </a:cubicBezTo>
                <a:close/>
                <a:moveTo>
                  <a:pt x="1018699" y="1651159"/>
                </a:moveTo>
                <a:lnTo>
                  <a:pt x="1763554" y="1651159"/>
                </a:lnTo>
                <a:lnTo>
                  <a:pt x="2113121" y="3117056"/>
                </a:lnTo>
                <a:lnTo>
                  <a:pt x="665321" y="3117056"/>
                </a:lnTo>
                <a:lnTo>
                  <a:pt x="1018699" y="1651159"/>
                </a:lnTo>
                <a:close/>
                <a:moveTo>
                  <a:pt x="398621" y="3270409"/>
                </a:moveTo>
                <a:cubicBezTo>
                  <a:pt x="405289" y="3269456"/>
                  <a:pt x="411004" y="3269456"/>
                  <a:pt x="417671" y="3270409"/>
                </a:cubicBezTo>
                <a:lnTo>
                  <a:pt x="2364581" y="3270409"/>
                </a:lnTo>
                <a:cubicBezTo>
                  <a:pt x="2430304" y="3264694"/>
                  <a:pt x="2488406" y="3314224"/>
                  <a:pt x="2493169" y="3379946"/>
                </a:cubicBezTo>
                <a:cubicBezTo>
                  <a:pt x="2498884" y="3445669"/>
                  <a:pt x="2449354" y="3503771"/>
                  <a:pt x="2383631" y="3508534"/>
                </a:cubicBezTo>
                <a:cubicBezTo>
                  <a:pt x="2376964" y="3509486"/>
                  <a:pt x="2371249" y="3509486"/>
                  <a:pt x="2364581" y="3508534"/>
                </a:cubicBezTo>
                <a:lnTo>
                  <a:pt x="417671" y="3508534"/>
                </a:lnTo>
                <a:cubicBezTo>
                  <a:pt x="351949" y="3514249"/>
                  <a:pt x="293846" y="3464719"/>
                  <a:pt x="289084" y="3398996"/>
                </a:cubicBezTo>
                <a:cubicBezTo>
                  <a:pt x="283369" y="3333274"/>
                  <a:pt x="332899" y="3275171"/>
                  <a:pt x="398621" y="3270409"/>
                </a:cubicBezTo>
                <a:close/>
                <a:moveTo>
                  <a:pt x="2580799" y="4057174"/>
                </a:moveTo>
                <a:lnTo>
                  <a:pt x="158591" y="4057174"/>
                </a:lnTo>
                <a:lnTo>
                  <a:pt x="158591" y="3661886"/>
                </a:lnTo>
                <a:lnTo>
                  <a:pt x="2579846" y="3661886"/>
                </a:lnTo>
                <a:lnTo>
                  <a:pt x="2579846" y="405717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14" name="Graphic 25">
            <a:extLst>
              <a:ext uri="{FF2B5EF4-FFF2-40B4-BE49-F238E27FC236}">
                <a16:creationId xmlns:a16="http://schemas.microsoft.com/office/drawing/2014/main" id="{512F305A-2E09-485A-9FD7-BB4BE30A21DD}"/>
              </a:ext>
            </a:extLst>
          </p:cNvPr>
          <p:cNvGrpSpPr>
            <a:grpSpLocks noChangeAspect="1"/>
          </p:cNvGrpSpPr>
          <p:nvPr/>
        </p:nvGrpSpPr>
        <p:grpSpPr>
          <a:xfrm>
            <a:off x="6217866" y="3100778"/>
            <a:ext cx="843186" cy="502920"/>
            <a:chOff x="4405313" y="2605088"/>
            <a:chExt cx="4295775" cy="25622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725165C5-FDF9-496C-B2C3-96145B8B3517}"/>
                </a:ext>
              </a:extLst>
            </p:cNvPr>
            <p:cNvSpPr/>
            <p:nvPr/>
          </p:nvSpPr>
          <p:spPr>
            <a:xfrm>
              <a:off x="4398169" y="2597589"/>
              <a:ext cx="1657350" cy="2571750"/>
            </a:xfrm>
            <a:custGeom>
              <a:avLst/>
              <a:gdLst>
                <a:gd name="connsiteX0" fmla="*/ 1482566 w 1657350"/>
                <a:gd name="connsiteY0" fmla="*/ 1139069 h 2571750"/>
                <a:gd name="connsiteX1" fmla="*/ 1513046 w 1657350"/>
                <a:gd name="connsiteY1" fmla="*/ 1169549 h 2571750"/>
                <a:gd name="connsiteX2" fmla="*/ 1619726 w 1657350"/>
                <a:gd name="connsiteY2" fmla="*/ 1180979 h 2571750"/>
                <a:gd name="connsiteX3" fmla="*/ 1648301 w 1657350"/>
                <a:gd name="connsiteY3" fmla="*/ 1120972 h 2571750"/>
                <a:gd name="connsiteX4" fmla="*/ 1648301 w 1657350"/>
                <a:gd name="connsiteY4" fmla="*/ 545661 h 2571750"/>
                <a:gd name="connsiteX5" fmla="*/ 1572101 w 1657350"/>
                <a:gd name="connsiteY5" fmla="*/ 469461 h 2571750"/>
                <a:gd name="connsiteX6" fmla="*/ 1571149 w 1657350"/>
                <a:gd name="connsiteY6" fmla="*/ 469461 h 2571750"/>
                <a:gd name="connsiteX7" fmla="*/ 1146334 w 1657350"/>
                <a:gd name="connsiteY7" fmla="*/ 469461 h 2571750"/>
                <a:gd name="connsiteX8" fmla="*/ 1173004 w 1657350"/>
                <a:gd name="connsiteY8" fmla="*/ 337064 h 2571750"/>
                <a:gd name="connsiteX9" fmla="*/ 811054 w 1657350"/>
                <a:gd name="connsiteY9" fmla="*/ 7499 h 2571750"/>
                <a:gd name="connsiteX10" fmla="*/ 481489 w 1657350"/>
                <a:gd name="connsiteY10" fmla="*/ 337064 h 2571750"/>
                <a:gd name="connsiteX11" fmla="*/ 508159 w 1657350"/>
                <a:gd name="connsiteY11" fmla="*/ 469461 h 2571750"/>
                <a:gd name="connsiteX12" fmla="*/ 83344 w 1657350"/>
                <a:gd name="connsiteY12" fmla="*/ 469461 h 2571750"/>
                <a:gd name="connsiteX13" fmla="*/ 7144 w 1657350"/>
                <a:gd name="connsiteY13" fmla="*/ 545661 h 2571750"/>
                <a:gd name="connsiteX14" fmla="*/ 7144 w 1657350"/>
                <a:gd name="connsiteY14" fmla="*/ 1121924 h 2571750"/>
                <a:gd name="connsiteX15" fmla="*/ 83344 w 1657350"/>
                <a:gd name="connsiteY15" fmla="*/ 1198124 h 2571750"/>
                <a:gd name="connsiteX16" fmla="*/ 143351 w 1657350"/>
                <a:gd name="connsiteY16" fmla="*/ 1169549 h 2571750"/>
                <a:gd name="connsiteX17" fmla="*/ 415766 w 1657350"/>
                <a:gd name="connsiteY17" fmla="*/ 1138116 h 2571750"/>
                <a:gd name="connsiteX18" fmla="*/ 447199 w 1657350"/>
                <a:gd name="connsiteY18" fmla="*/ 1410532 h 2571750"/>
                <a:gd name="connsiteX19" fmla="*/ 175736 w 1657350"/>
                <a:gd name="connsiteY19" fmla="*/ 1441964 h 2571750"/>
                <a:gd name="connsiteX20" fmla="*/ 144304 w 1657350"/>
                <a:gd name="connsiteY20" fmla="*/ 1410532 h 2571750"/>
                <a:gd name="connsiteX21" fmla="*/ 37624 w 1657350"/>
                <a:gd name="connsiteY21" fmla="*/ 1399102 h 2571750"/>
                <a:gd name="connsiteX22" fmla="*/ 9049 w 1657350"/>
                <a:gd name="connsiteY22" fmla="*/ 1459109 h 2571750"/>
                <a:gd name="connsiteX23" fmla="*/ 9049 w 1657350"/>
                <a:gd name="connsiteY23" fmla="*/ 2035371 h 2571750"/>
                <a:gd name="connsiteX24" fmla="*/ 85249 w 1657350"/>
                <a:gd name="connsiteY24" fmla="*/ 2111572 h 2571750"/>
                <a:gd name="connsiteX25" fmla="*/ 503396 w 1657350"/>
                <a:gd name="connsiteY25" fmla="*/ 2111572 h 2571750"/>
                <a:gd name="connsiteX26" fmla="*/ 713899 w 1657350"/>
                <a:gd name="connsiteY26" fmla="*/ 2553531 h 2571750"/>
                <a:gd name="connsiteX27" fmla="*/ 1155859 w 1657350"/>
                <a:gd name="connsiteY27" fmla="*/ 2343029 h 2571750"/>
                <a:gd name="connsiteX28" fmla="*/ 1155859 w 1657350"/>
                <a:gd name="connsiteY28" fmla="*/ 2112524 h 2571750"/>
                <a:gd name="connsiteX29" fmla="*/ 1574006 w 1657350"/>
                <a:gd name="connsiteY29" fmla="*/ 2112524 h 2571750"/>
                <a:gd name="connsiteX30" fmla="*/ 1650206 w 1657350"/>
                <a:gd name="connsiteY30" fmla="*/ 2036324 h 2571750"/>
                <a:gd name="connsiteX31" fmla="*/ 1650206 w 1657350"/>
                <a:gd name="connsiteY31" fmla="*/ 1459109 h 2571750"/>
                <a:gd name="connsiteX32" fmla="*/ 1574006 w 1657350"/>
                <a:gd name="connsiteY32" fmla="*/ 1382909 h 2571750"/>
                <a:gd name="connsiteX33" fmla="*/ 1513999 w 1657350"/>
                <a:gd name="connsiteY33" fmla="*/ 1411484 h 2571750"/>
                <a:gd name="connsiteX34" fmla="*/ 1243489 w 1657350"/>
                <a:gd name="connsiteY34" fmla="*/ 1441964 h 2571750"/>
                <a:gd name="connsiteX35" fmla="*/ 1213009 w 1657350"/>
                <a:gd name="connsiteY35" fmla="*/ 1171454 h 2571750"/>
                <a:gd name="connsiteX36" fmla="*/ 1482566 w 1657350"/>
                <a:gd name="connsiteY36" fmla="*/ 1139069 h 2571750"/>
                <a:gd name="connsiteX37" fmla="*/ 1330166 w 1657350"/>
                <a:gd name="connsiteY37" fmla="*/ 1635321 h 2571750"/>
                <a:gd name="connsiteX38" fmla="*/ 1362551 w 1657350"/>
                <a:gd name="connsiteY38" fmla="*/ 1635321 h 2571750"/>
                <a:gd name="connsiteX39" fmla="*/ 1494949 w 1657350"/>
                <a:gd name="connsiteY39" fmla="*/ 1608652 h 2571750"/>
                <a:gd name="connsiteX40" fmla="*/ 1494949 w 1657350"/>
                <a:gd name="connsiteY40" fmla="*/ 1957266 h 2571750"/>
                <a:gd name="connsiteX41" fmla="*/ 1016794 w 1657350"/>
                <a:gd name="connsiteY41" fmla="*/ 1957266 h 2571750"/>
                <a:gd name="connsiteX42" fmla="*/ 940594 w 1657350"/>
                <a:gd name="connsiteY42" fmla="*/ 2033466 h 2571750"/>
                <a:gd name="connsiteX43" fmla="*/ 963454 w 1657350"/>
                <a:gd name="connsiteY43" fmla="*/ 2086807 h 2571750"/>
                <a:gd name="connsiteX44" fmla="*/ 965359 w 1657350"/>
                <a:gd name="connsiteY44" fmla="*/ 2360174 h 2571750"/>
                <a:gd name="connsiteX45" fmla="*/ 691991 w 1657350"/>
                <a:gd name="connsiteY45" fmla="*/ 2362079 h 2571750"/>
                <a:gd name="connsiteX46" fmla="*/ 690086 w 1657350"/>
                <a:gd name="connsiteY46" fmla="*/ 2088712 h 2571750"/>
                <a:gd name="connsiteX47" fmla="*/ 691991 w 1657350"/>
                <a:gd name="connsiteY47" fmla="*/ 2086807 h 2571750"/>
                <a:gd name="connsiteX48" fmla="*/ 691991 w 1657350"/>
                <a:gd name="connsiteY48" fmla="*/ 1979174 h 2571750"/>
                <a:gd name="connsiteX49" fmla="*/ 638651 w 1657350"/>
                <a:gd name="connsiteY49" fmla="*/ 1956314 h 2571750"/>
                <a:gd name="connsiteX50" fmla="*/ 159544 w 1657350"/>
                <a:gd name="connsiteY50" fmla="*/ 1956314 h 2571750"/>
                <a:gd name="connsiteX51" fmla="*/ 159544 w 1657350"/>
                <a:gd name="connsiteY51" fmla="*/ 1607699 h 2571750"/>
                <a:gd name="connsiteX52" fmla="*/ 291941 w 1657350"/>
                <a:gd name="connsiteY52" fmla="*/ 1634369 h 2571750"/>
                <a:gd name="connsiteX53" fmla="*/ 621506 w 1657350"/>
                <a:gd name="connsiteY53" fmla="*/ 1272419 h 2571750"/>
                <a:gd name="connsiteX54" fmla="*/ 291941 w 1657350"/>
                <a:gd name="connsiteY54" fmla="*/ 942854 h 2571750"/>
                <a:gd name="connsiteX55" fmla="*/ 159544 w 1657350"/>
                <a:gd name="connsiteY55" fmla="*/ 969524 h 2571750"/>
                <a:gd name="connsiteX56" fmla="*/ 159544 w 1657350"/>
                <a:gd name="connsiteY56" fmla="*/ 621861 h 2571750"/>
                <a:gd name="connsiteX57" fmla="*/ 659606 w 1657350"/>
                <a:gd name="connsiteY57" fmla="*/ 621861 h 2571750"/>
                <a:gd name="connsiteX58" fmla="*/ 733901 w 1657350"/>
                <a:gd name="connsiteY58" fmla="*/ 543756 h 2571750"/>
                <a:gd name="connsiteX59" fmla="*/ 705326 w 1657350"/>
                <a:gd name="connsiteY59" fmla="*/ 486606 h 2571750"/>
                <a:gd name="connsiteX60" fmla="*/ 673894 w 1657350"/>
                <a:gd name="connsiteY60" fmla="*/ 214191 h 2571750"/>
                <a:gd name="connsiteX61" fmla="*/ 945356 w 1657350"/>
                <a:gd name="connsiteY61" fmla="*/ 182759 h 2571750"/>
                <a:gd name="connsiteX62" fmla="*/ 976789 w 1657350"/>
                <a:gd name="connsiteY62" fmla="*/ 454221 h 2571750"/>
                <a:gd name="connsiteX63" fmla="*/ 945356 w 1657350"/>
                <a:gd name="connsiteY63" fmla="*/ 485654 h 2571750"/>
                <a:gd name="connsiteX64" fmla="*/ 933926 w 1657350"/>
                <a:gd name="connsiteY64" fmla="*/ 592334 h 2571750"/>
                <a:gd name="connsiteX65" fmla="*/ 993934 w 1657350"/>
                <a:gd name="connsiteY65" fmla="*/ 620909 h 2571750"/>
                <a:gd name="connsiteX66" fmla="*/ 1493996 w 1657350"/>
                <a:gd name="connsiteY66" fmla="*/ 620909 h 2571750"/>
                <a:gd name="connsiteX67" fmla="*/ 1495901 w 1657350"/>
                <a:gd name="connsiteY67" fmla="*/ 969524 h 2571750"/>
                <a:gd name="connsiteX68" fmla="*/ 1363504 w 1657350"/>
                <a:gd name="connsiteY68" fmla="*/ 942854 h 2571750"/>
                <a:gd name="connsiteX69" fmla="*/ 1001554 w 1657350"/>
                <a:gd name="connsiteY69" fmla="*/ 1272419 h 2571750"/>
                <a:gd name="connsiteX70" fmla="*/ 1330166 w 1657350"/>
                <a:gd name="connsiteY70" fmla="*/ 1635321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657350" h="2571750">
                  <a:moveTo>
                    <a:pt x="1482566" y="1139069"/>
                  </a:moveTo>
                  <a:cubicBezTo>
                    <a:pt x="1493996" y="1147641"/>
                    <a:pt x="1503521" y="1158119"/>
                    <a:pt x="1513046" y="1169549"/>
                  </a:cubicBezTo>
                  <a:cubicBezTo>
                    <a:pt x="1539716" y="1201934"/>
                    <a:pt x="1587341" y="1207649"/>
                    <a:pt x="1619726" y="1180979"/>
                  </a:cubicBezTo>
                  <a:cubicBezTo>
                    <a:pt x="1637824" y="1166691"/>
                    <a:pt x="1648301" y="1144784"/>
                    <a:pt x="1648301" y="1120972"/>
                  </a:cubicBezTo>
                  <a:lnTo>
                    <a:pt x="1648301" y="545661"/>
                  </a:lnTo>
                  <a:cubicBezTo>
                    <a:pt x="1648301" y="503751"/>
                    <a:pt x="1614011" y="469461"/>
                    <a:pt x="1572101" y="469461"/>
                  </a:cubicBezTo>
                  <a:cubicBezTo>
                    <a:pt x="1572101" y="469461"/>
                    <a:pt x="1571149" y="469461"/>
                    <a:pt x="1571149" y="469461"/>
                  </a:cubicBezTo>
                  <a:lnTo>
                    <a:pt x="1146334" y="469461"/>
                  </a:lnTo>
                  <a:cubicBezTo>
                    <a:pt x="1164431" y="427551"/>
                    <a:pt x="1173004" y="382784"/>
                    <a:pt x="1173004" y="337064"/>
                  </a:cubicBezTo>
                  <a:cubicBezTo>
                    <a:pt x="1164431" y="146564"/>
                    <a:pt x="1002506" y="-1074"/>
                    <a:pt x="811054" y="7499"/>
                  </a:cubicBezTo>
                  <a:cubicBezTo>
                    <a:pt x="632936" y="16071"/>
                    <a:pt x="490061" y="158946"/>
                    <a:pt x="481489" y="337064"/>
                  </a:cubicBezTo>
                  <a:cubicBezTo>
                    <a:pt x="481489" y="382784"/>
                    <a:pt x="490061" y="427551"/>
                    <a:pt x="508159" y="469461"/>
                  </a:cubicBezTo>
                  <a:lnTo>
                    <a:pt x="83344" y="469461"/>
                  </a:lnTo>
                  <a:cubicBezTo>
                    <a:pt x="41434" y="469461"/>
                    <a:pt x="7144" y="503751"/>
                    <a:pt x="7144" y="545661"/>
                  </a:cubicBezTo>
                  <a:lnTo>
                    <a:pt x="7144" y="1121924"/>
                  </a:lnTo>
                  <a:cubicBezTo>
                    <a:pt x="7144" y="1163834"/>
                    <a:pt x="40481" y="1198124"/>
                    <a:pt x="83344" y="1198124"/>
                  </a:cubicBezTo>
                  <a:cubicBezTo>
                    <a:pt x="106204" y="1198124"/>
                    <a:pt x="128111" y="1187647"/>
                    <a:pt x="143351" y="1169549"/>
                  </a:cubicBezTo>
                  <a:cubicBezTo>
                    <a:pt x="210026" y="1085729"/>
                    <a:pt x="331946" y="1071441"/>
                    <a:pt x="415766" y="1138116"/>
                  </a:cubicBezTo>
                  <a:cubicBezTo>
                    <a:pt x="499586" y="1204791"/>
                    <a:pt x="513874" y="1326712"/>
                    <a:pt x="447199" y="1410532"/>
                  </a:cubicBezTo>
                  <a:cubicBezTo>
                    <a:pt x="380524" y="1494352"/>
                    <a:pt x="258604" y="1508639"/>
                    <a:pt x="175736" y="1441964"/>
                  </a:cubicBezTo>
                  <a:cubicBezTo>
                    <a:pt x="164306" y="1432439"/>
                    <a:pt x="153829" y="1421962"/>
                    <a:pt x="144304" y="1410532"/>
                  </a:cubicBezTo>
                  <a:cubicBezTo>
                    <a:pt x="117634" y="1378146"/>
                    <a:pt x="70009" y="1372432"/>
                    <a:pt x="37624" y="1399102"/>
                  </a:cubicBezTo>
                  <a:cubicBezTo>
                    <a:pt x="19526" y="1413389"/>
                    <a:pt x="9049" y="1435296"/>
                    <a:pt x="9049" y="1459109"/>
                  </a:cubicBezTo>
                  <a:lnTo>
                    <a:pt x="9049" y="2035371"/>
                  </a:lnTo>
                  <a:cubicBezTo>
                    <a:pt x="9049" y="2077282"/>
                    <a:pt x="43339" y="2111572"/>
                    <a:pt x="85249" y="2111572"/>
                  </a:cubicBezTo>
                  <a:lnTo>
                    <a:pt x="503396" y="2111572"/>
                  </a:lnTo>
                  <a:cubicBezTo>
                    <a:pt x="439579" y="2291594"/>
                    <a:pt x="533876" y="2489714"/>
                    <a:pt x="713899" y="2553531"/>
                  </a:cubicBezTo>
                  <a:cubicBezTo>
                    <a:pt x="893921" y="2617349"/>
                    <a:pt x="1092041" y="2523052"/>
                    <a:pt x="1155859" y="2343029"/>
                  </a:cubicBezTo>
                  <a:cubicBezTo>
                    <a:pt x="1182529" y="2268734"/>
                    <a:pt x="1182529" y="2186819"/>
                    <a:pt x="1155859" y="2112524"/>
                  </a:cubicBezTo>
                  <a:lnTo>
                    <a:pt x="1574006" y="2112524"/>
                  </a:lnTo>
                  <a:cubicBezTo>
                    <a:pt x="1615916" y="2112524"/>
                    <a:pt x="1650206" y="2078234"/>
                    <a:pt x="1650206" y="2036324"/>
                  </a:cubicBezTo>
                  <a:lnTo>
                    <a:pt x="1650206" y="1459109"/>
                  </a:lnTo>
                  <a:cubicBezTo>
                    <a:pt x="1650206" y="1417199"/>
                    <a:pt x="1616869" y="1382909"/>
                    <a:pt x="1574006" y="1382909"/>
                  </a:cubicBezTo>
                  <a:cubicBezTo>
                    <a:pt x="1551146" y="1382909"/>
                    <a:pt x="1529239" y="1393387"/>
                    <a:pt x="1513999" y="1411484"/>
                  </a:cubicBezTo>
                  <a:cubicBezTo>
                    <a:pt x="1447324" y="1494352"/>
                    <a:pt x="1326356" y="1507687"/>
                    <a:pt x="1243489" y="1441964"/>
                  </a:cubicBezTo>
                  <a:cubicBezTo>
                    <a:pt x="1160621" y="1375289"/>
                    <a:pt x="1147286" y="1254321"/>
                    <a:pt x="1213009" y="1171454"/>
                  </a:cubicBezTo>
                  <a:cubicBezTo>
                    <a:pt x="1277779" y="1085729"/>
                    <a:pt x="1399699" y="1072394"/>
                    <a:pt x="1482566" y="1139069"/>
                  </a:cubicBezTo>
                  <a:close/>
                  <a:moveTo>
                    <a:pt x="1330166" y="1635321"/>
                  </a:moveTo>
                  <a:cubicBezTo>
                    <a:pt x="1340644" y="1636274"/>
                    <a:pt x="1352074" y="1636274"/>
                    <a:pt x="1362551" y="1635321"/>
                  </a:cubicBezTo>
                  <a:cubicBezTo>
                    <a:pt x="1408271" y="1635321"/>
                    <a:pt x="1453039" y="1626749"/>
                    <a:pt x="1494949" y="1608652"/>
                  </a:cubicBezTo>
                  <a:lnTo>
                    <a:pt x="1494949" y="1957266"/>
                  </a:lnTo>
                  <a:lnTo>
                    <a:pt x="1016794" y="1957266"/>
                  </a:lnTo>
                  <a:cubicBezTo>
                    <a:pt x="974884" y="1957266"/>
                    <a:pt x="940594" y="1991557"/>
                    <a:pt x="940594" y="2033466"/>
                  </a:cubicBezTo>
                  <a:cubicBezTo>
                    <a:pt x="940594" y="2053469"/>
                    <a:pt x="949166" y="2073471"/>
                    <a:pt x="963454" y="2086807"/>
                  </a:cubicBezTo>
                  <a:cubicBezTo>
                    <a:pt x="1039654" y="2162054"/>
                    <a:pt x="1040606" y="2284927"/>
                    <a:pt x="965359" y="2360174"/>
                  </a:cubicBezTo>
                  <a:cubicBezTo>
                    <a:pt x="890111" y="2436374"/>
                    <a:pt x="767239" y="2437327"/>
                    <a:pt x="691991" y="2362079"/>
                  </a:cubicBezTo>
                  <a:cubicBezTo>
                    <a:pt x="616744" y="2286832"/>
                    <a:pt x="614839" y="2163959"/>
                    <a:pt x="690086" y="2088712"/>
                  </a:cubicBezTo>
                  <a:cubicBezTo>
                    <a:pt x="691039" y="2087759"/>
                    <a:pt x="691039" y="2087759"/>
                    <a:pt x="691991" y="2086807"/>
                  </a:cubicBezTo>
                  <a:cubicBezTo>
                    <a:pt x="721519" y="2057279"/>
                    <a:pt x="722471" y="2008702"/>
                    <a:pt x="691991" y="1979174"/>
                  </a:cubicBezTo>
                  <a:cubicBezTo>
                    <a:pt x="677704" y="1964887"/>
                    <a:pt x="658654" y="1956314"/>
                    <a:pt x="638651" y="1956314"/>
                  </a:cubicBezTo>
                  <a:lnTo>
                    <a:pt x="159544" y="1956314"/>
                  </a:lnTo>
                  <a:lnTo>
                    <a:pt x="159544" y="1607699"/>
                  </a:lnTo>
                  <a:cubicBezTo>
                    <a:pt x="201454" y="1625796"/>
                    <a:pt x="246221" y="1634369"/>
                    <a:pt x="291941" y="1634369"/>
                  </a:cubicBezTo>
                  <a:cubicBezTo>
                    <a:pt x="482441" y="1625796"/>
                    <a:pt x="630079" y="1463871"/>
                    <a:pt x="621506" y="1272419"/>
                  </a:cubicBezTo>
                  <a:cubicBezTo>
                    <a:pt x="612934" y="1094302"/>
                    <a:pt x="470059" y="951426"/>
                    <a:pt x="291941" y="942854"/>
                  </a:cubicBezTo>
                  <a:cubicBezTo>
                    <a:pt x="246221" y="942854"/>
                    <a:pt x="201454" y="951426"/>
                    <a:pt x="159544" y="969524"/>
                  </a:cubicBezTo>
                  <a:lnTo>
                    <a:pt x="159544" y="621861"/>
                  </a:lnTo>
                  <a:lnTo>
                    <a:pt x="659606" y="621861"/>
                  </a:lnTo>
                  <a:cubicBezTo>
                    <a:pt x="701516" y="620909"/>
                    <a:pt x="734854" y="585666"/>
                    <a:pt x="733901" y="543756"/>
                  </a:cubicBezTo>
                  <a:cubicBezTo>
                    <a:pt x="732949" y="520896"/>
                    <a:pt x="722471" y="499941"/>
                    <a:pt x="705326" y="486606"/>
                  </a:cubicBezTo>
                  <a:cubicBezTo>
                    <a:pt x="621506" y="419931"/>
                    <a:pt x="607219" y="298011"/>
                    <a:pt x="673894" y="214191"/>
                  </a:cubicBezTo>
                  <a:cubicBezTo>
                    <a:pt x="740569" y="130371"/>
                    <a:pt x="862489" y="116084"/>
                    <a:pt x="945356" y="182759"/>
                  </a:cubicBezTo>
                  <a:cubicBezTo>
                    <a:pt x="1028224" y="249434"/>
                    <a:pt x="1043464" y="371354"/>
                    <a:pt x="976789" y="454221"/>
                  </a:cubicBezTo>
                  <a:cubicBezTo>
                    <a:pt x="967264" y="465651"/>
                    <a:pt x="956786" y="476129"/>
                    <a:pt x="945356" y="485654"/>
                  </a:cubicBezTo>
                  <a:cubicBezTo>
                    <a:pt x="912971" y="512324"/>
                    <a:pt x="907256" y="559949"/>
                    <a:pt x="933926" y="592334"/>
                  </a:cubicBezTo>
                  <a:cubicBezTo>
                    <a:pt x="948214" y="610431"/>
                    <a:pt x="970121" y="620909"/>
                    <a:pt x="993934" y="620909"/>
                  </a:cubicBezTo>
                  <a:lnTo>
                    <a:pt x="1493996" y="620909"/>
                  </a:lnTo>
                  <a:lnTo>
                    <a:pt x="1495901" y="969524"/>
                  </a:lnTo>
                  <a:cubicBezTo>
                    <a:pt x="1453991" y="951426"/>
                    <a:pt x="1409224" y="942854"/>
                    <a:pt x="1363504" y="942854"/>
                  </a:cubicBezTo>
                  <a:cubicBezTo>
                    <a:pt x="1173004" y="934282"/>
                    <a:pt x="1011079" y="1080966"/>
                    <a:pt x="1001554" y="1272419"/>
                  </a:cubicBezTo>
                  <a:cubicBezTo>
                    <a:pt x="992029" y="1464824"/>
                    <a:pt x="1139666" y="1626749"/>
                    <a:pt x="1330166" y="16353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47F6636A-519C-4C7F-B785-C94F4F5AAB5F}"/>
                </a:ext>
              </a:extLst>
            </p:cNvPr>
            <p:cNvSpPr/>
            <p:nvPr/>
          </p:nvSpPr>
          <p:spPr>
            <a:xfrm>
              <a:off x="6126602" y="3051334"/>
              <a:ext cx="2571750" cy="1647825"/>
            </a:xfrm>
            <a:custGeom>
              <a:avLst/>
              <a:gdLst>
                <a:gd name="connsiteX0" fmla="*/ 2341124 w 2571750"/>
                <a:gd name="connsiteY0" fmla="*/ 501491 h 1647825"/>
                <a:gd name="connsiteX1" fmla="*/ 2225872 w 2571750"/>
                <a:gd name="connsiteY1" fmla="*/ 481489 h 1647825"/>
                <a:gd name="connsiteX2" fmla="*/ 2110619 w 2571750"/>
                <a:gd name="connsiteY2" fmla="*/ 501491 h 1647825"/>
                <a:gd name="connsiteX3" fmla="*/ 2110619 w 2571750"/>
                <a:gd name="connsiteY3" fmla="*/ 83344 h 1647825"/>
                <a:gd name="connsiteX4" fmla="*/ 2034419 w 2571750"/>
                <a:gd name="connsiteY4" fmla="*/ 7144 h 1647825"/>
                <a:gd name="connsiteX5" fmla="*/ 1458156 w 2571750"/>
                <a:gd name="connsiteY5" fmla="*/ 7144 h 1647825"/>
                <a:gd name="connsiteX6" fmla="*/ 1382909 w 2571750"/>
                <a:gd name="connsiteY6" fmla="*/ 84296 h 1647825"/>
                <a:gd name="connsiteX7" fmla="*/ 1410531 w 2571750"/>
                <a:gd name="connsiteY7" fmla="*/ 142399 h 1647825"/>
                <a:gd name="connsiteX8" fmla="*/ 1441964 w 2571750"/>
                <a:gd name="connsiteY8" fmla="*/ 413861 h 1647825"/>
                <a:gd name="connsiteX9" fmla="*/ 1170502 w 2571750"/>
                <a:gd name="connsiteY9" fmla="*/ 445294 h 1647825"/>
                <a:gd name="connsiteX10" fmla="*/ 1139069 w 2571750"/>
                <a:gd name="connsiteY10" fmla="*/ 173831 h 1647825"/>
                <a:gd name="connsiteX11" fmla="*/ 1170502 w 2571750"/>
                <a:gd name="connsiteY11" fmla="*/ 142399 h 1647825"/>
                <a:gd name="connsiteX12" fmla="*/ 1181931 w 2571750"/>
                <a:gd name="connsiteY12" fmla="*/ 35719 h 1647825"/>
                <a:gd name="connsiteX13" fmla="*/ 1121924 w 2571750"/>
                <a:gd name="connsiteY13" fmla="*/ 7144 h 1647825"/>
                <a:gd name="connsiteX14" fmla="*/ 545661 w 2571750"/>
                <a:gd name="connsiteY14" fmla="*/ 7144 h 1647825"/>
                <a:gd name="connsiteX15" fmla="*/ 469461 w 2571750"/>
                <a:gd name="connsiteY15" fmla="*/ 83344 h 1647825"/>
                <a:gd name="connsiteX16" fmla="*/ 469461 w 2571750"/>
                <a:gd name="connsiteY16" fmla="*/ 508159 h 1647825"/>
                <a:gd name="connsiteX17" fmla="*/ 337064 w 2571750"/>
                <a:gd name="connsiteY17" fmla="*/ 481489 h 1647825"/>
                <a:gd name="connsiteX18" fmla="*/ 7499 w 2571750"/>
                <a:gd name="connsiteY18" fmla="*/ 843439 h 1647825"/>
                <a:gd name="connsiteX19" fmla="*/ 337064 w 2571750"/>
                <a:gd name="connsiteY19" fmla="*/ 1173004 h 1647825"/>
                <a:gd name="connsiteX20" fmla="*/ 469461 w 2571750"/>
                <a:gd name="connsiteY20" fmla="*/ 1146334 h 1647825"/>
                <a:gd name="connsiteX21" fmla="*/ 469461 w 2571750"/>
                <a:gd name="connsiteY21" fmla="*/ 1571149 h 1647825"/>
                <a:gd name="connsiteX22" fmla="*/ 545661 w 2571750"/>
                <a:gd name="connsiteY22" fmla="*/ 1647349 h 1647825"/>
                <a:gd name="connsiteX23" fmla="*/ 1122877 w 2571750"/>
                <a:gd name="connsiteY23" fmla="*/ 1647349 h 1647825"/>
                <a:gd name="connsiteX24" fmla="*/ 1199077 w 2571750"/>
                <a:gd name="connsiteY24" fmla="*/ 1571149 h 1647825"/>
                <a:gd name="connsiteX25" fmla="*/ 1161929 w 2571750"/>
                <a:gd name="connsiteY25" fmla="*/ 1505426 h 1647825"/>
                <a:gd name="connsiteX26" fmla="*/ 1143831 w 2571750"/>
                <a:gd name="connsiteY26" fmla="*/ 1232059 h 1647825"/>
                <a:gd name="connsiteX27" fmla="*/ 1417199 w 2571750"/>
                <a:gd name="connsiteY27" fmla="*/ 1213961 h 1647825"/>
                <a:gd name="connsiteX28" fmla="*/ 1435296 w 2571750"/>
                <a:gd name="connsiteY28" fmla="*/ 1487329 h 1647825"/>
                <a:gd name="connsiteX29" fmla="*/ 1409579 w 2571750"/>
                <a:gd name="connsiteY29" fmla="*/ 1511141 h 1647825"/>
                <a:gd name="connsiteX30" fmla="*/ 1398149 w 2571750"/>
                <a:gd name="connsiteY30" fmla="*/ 1617821 h 1647825"/>
                <a:gd name="connsiteX31" fmla="*/ 1458156 w 2571750"/>
                <a:gd name="connsiteY31" fmla="*/ 1646396 h 1647825"/>
                <a:gd name="connsiteX32" fmla="*/ 2034419 w 2571750"/>
                <a:gd name="connsiteY32" fmla="*/ 1646396 h 1647825"/>
                <a:gd name="connsiteX33" fmla="*/ 2110619 w 2571750"/>
                <a:gd name="connsiteY33" fmla="*/ 1570196 h 1647825"/>
                <a:gd name="connsiteX34" fmla="*/ 2110619 w 2571750"/>
                <a:gd name="connsiteY34" fmla="*/ 1153954 h 1647825"/>
                <a:gd name="connsiteX35" fmla="*/ 2552579 w 2571750"/>
                <a:gd name="connsiteY35" fmla="*/ 943451 h 1647825"/>
                <a:gd name="connsiteX36" fmla="*/ 2341124 w 2571750"/>
                <a:gd name="connsiteY36" fmla="*/ 501491 h 1647825"/>
                <a:gd name="connsiteX37" fmla="*/ 2359222 w 2571750"/>
                <a:gd name="connsiteY37" fmla="*/ 966311 h 1647825"/>
                <a:gd name="connsiteX38" fmla="*/ 2223967 w 2571750"/>
                <a:gd name="connsiteY38" fmla="*/ 1022509 h 1647825"/>
                <a:gd name="connsiteX39" fmla="*/ 2224919 w 2571750"/>
                <a:gd name="connsiteY39" fmla="*/ 1020604 h 1647825"/>
                <a:gd name="connsiteX40" fmla="*/ 2087759 w 2571750"/>
                <a:gd name="connsiteY40" fmla="*/ 963454 h 1647825"/>
                <a:gd name="connsiteX41" fmla="*/ 1980127 w 2571750"/>
                <a:gd name="connsiteY41" fmla="*/ 963454 h 1647825"/>
                <a:gd name="connsiteX42" fmla="*/ 1957267 w 2571750"/>
                <a:gd name="connsiteY42" fmla="*/ 1016794 h 1647825"/>
                <a:gd name="connsiteX43" fmla="*/ 1957267 w 2571750"/>
                <a:gd name="connsiteY43" fmla="*/ 1494949 h 1647825"/>
                <a:gd name="connsiteX44" fmla="*/ 1607699 w 2571750"/>
                <a:gd name="connsiteY44" fmla="*/ 1494949 h 1647825"/>
                <a:gd name="connsiteX45" fmla="*/ 1635321 w 2571750"/>
                <a:gd name="connsiteY45" fmla="*/ 1360646 h 1647825"/>
                <a:gd name="connsiteX46" fmla="*/ 1273371 w 2571750"/>
                <a:gd name="connsiteY46" fmla="*/ 1031081 h 1647825"/>
                <a:gd name="connsiteX47" fmla="*/ 943806 w 2571750"/>
                <a:gd name="connsiteY47" fmla="*/ 1360646 h 1647825"/>
                <a:gd name="connsiteX48" fmla="*/ 970477 w 2571750"/>
                <a:gd name="connsiteY48" fmla="*/ 1493044 h 1647825"/>
                <a:gd name="connsiteX49" fmla="*/ 621861 w 2571750"/>
                <a:gd name="connsiteY49" fmla="*/ 1493044 h 1647825"/>
                <a:gd name="connsiteX50" fmla="*/ 621861 w 2571750"/>
                <a:gd name="connsiteY50" fmla="*/ 995839 h 1647825"/>
                <a:gd name="connsiteX51" fmla="*/ 545661 w 2571750"/>
                <a:gd name="connsiteY51" fmla="*/ 919639 h 1647825"/>
                <a:gd name="connsiteX52" fmla="*/ 485654 w 2571750"/>
                <a:gd name="connsiteY52" fmla="*/ 948214 h 1647825"/>
                <a:gd name="connsiteX53" fmla="*/ 213239 w 2571750"/>
                <a:gd name="connsiteY53" fmla="*/ 979646 h 1647825"/>
                <a:gd name="connsiteX54" fmla="*/ 181806 w 2571750"/>
                <a:gd name="connsiteY54" fmla="*/ 707231 h 1647825"/>
                <a:gd name="connsiteX55" fmla="*/ 454221 w 2571750"/>
                <a:gd name="connsiteY55" fmla="*/ 675799 h 1647825"/>
                <a:gd name="connsiteX56" fmla="*/ 485654 w 2571750"/>
                <a:gd name="connsiteY56" fmla="*/ 707231 h 1647825"/>
                <a:gd name="connsiteX57" fmla="*/ 592334 w 2571750"/>
                <a:gd name="connsiteY57" fmla="*/ 718661 h 1647825"/>
                <a:gd name="connsiteX58" fmla="*/ 620909 w 2571750"/>
                <a:gd name="connsiteY58" fmla="*/ 658654 h 1647825"/>
                <a:gd name="connsiteX59" fmla="*/ 620909 w 2571750"/>
                <a:gd name="connsiteY59" fmla="*/ 159544 h 1647825"/>
                <a:gd name="connsiteX60" fmla="*/ 969524 w 2571750"/>
                <a:gd name="connsiteY60" fmla="*/ 159544 h 1647825"/>
                <a:gd name="connsiteX61" fmla="*/ 941902 w 2571750"/>
                <a:gd name="connsiteY61" fmla="*/ 294799 h 1647825"/>
                <a:gd name="connsiteX62" fmla="*/ 1271467 w 2571750"/>
                <a:gd name="connsiteY62" fmla="*/ 656749 h 1647825"/>
                <a:gd name="connsiteX63" fmla="*/ 1633417 w 2571750"/>
                <a:gd name="connsiteY63" fmla="*/ 327184 h 1647825"/>
                <a:gd name="connsiteX64" fmla="*/ 1633417 w 2571750"/>
                <a:gd name="connsiteY64" fmla="*/ 294799 h 1647825"/>
                <a:gd name="connsiteX65" fmla="*/ 1606746 w 2571750"/>
                <a:gd name="connsiteY65" fmla="*/ 162401 h 1647825"/>
                <a:gd name="connsiteX66" fmla="*/ 1955362 w 2571750"/>
                <a:gd name="connsiteY66" fmla="*/ 162401 h 1647825"/>
                <a:gd name="connsiteX67" fmla="*/ 1955362 w 2571750"/>
                <a:gd name="connsiteY67" fmla="*/ 640556 h 1647825"/>
                <a:gd name="connsiteX68" fmla="*/ 2031562 w 2571750"/>
                <a:gd name="connsiteY68" fmla="*/ 716756 h 1647825"/>
                <a:gd name="connsiteX69" fmla="*/ 2084902 w 2571750"/>
                <a:gd name="connsiteY69" fmla="*/ 693896 h 1647825"/>
                <a:gd name="connsiteX70" fmla="*/ 2357317 w 2571750"/>
                <a:gd name="connsiteY70" fmla="*/ 693896 h 1647825"/>
                <a:gd name="connsiteX71" fmla="*/ 2359222 w 2571750"/>
                <a:gd name="connsiteY71" fmla="*/ 966311 h 164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571750" h="1647825">
                  <a:moveTo>
                    <a:pt x="2341124" y="501491"/>
                  </a:moveTo>
                  <a:cubicBezTo>
                    <a:pt x="2303977" y="488156"/>
                    <a:pt x="2264924" y="481489"/>
                    <a:pt x="2225872" y="481489"/>
                  </a:cubicBezTo>
                  <a:cubicBezTo>
                    <a:pt x="2186819" y="481489"/>
                    <a:pt x="2147767" y="488156"/>
                    <a:pt x="2110619" y="501491"/>
                  </a:cubicBezTo>
                  <a:lnTo>
                    <a:pt x="2110619" y="83344"/>
                  </a:lnTo>
                  <a:cubicBezTo>
                    <a:pt x="2110619" y="41434"/>
                    <a:pt x="2076329" y="7144"/>
                    <a:pt x="2034419" y="7144"/>
                  </a:cubicBezTo>
                  <a:lnTo>
                    <a:pt x="1458156" y="7144"/>
                  </a:lnTo>
                  <a:cubicBezTo>
                    <a:pt x="1416246" y="7144"/>
                    <a:pt x="1381956" y="41434"/>
                    <a:pt x="1382909" y="84296"/>
                  </a:cubicBezTo>
                  <a:cubicBezTo>
                    <a:pt x="1382909" y="107156"/>
                    <a:pt x="1393387" y="128111"/>
                    <a:pt x="1410531" y="142399"/>
                  </a:cubicBezTo>
                  <a:cubicBezTo>
                    <a:pt x="1494352" y="209074"/>
                    <a:pt x="1508639" y="330041"/>
                    <a:pt x="1441964" y="413861"/>
                  </a:cubicBezTo>
                  <a:cubicBezTo>
                    <a:pt x="1375289" y="497681"/>
                    <a:pt x="1254321" y="511969"/>
                    <a:pt x="1170502" y="445294"/>
                  </a:cubicBezTo>
                  <a:cubicBezTo>
                    <a:pt x="1086681" y="378619"/>
                    <a:pt x="1072394" y="257651"/>
                    <a:pt x="1139069" y="173831"/>
                  </a:cubicBezTo>
                  <a:cubicBezTo>
                    <a:pt x="1148594" y="162401"/>
                    <a:pt x="1159071" y="150971"/>
                    <a:pt x="1170502" y="142399"/>
                  </a:cubicBezTo>
                  <a:cubicBezTo>
                    <a:pt x="1202887" y="115729"/>
                    <a:pt x="1208602" y="68104"/>
                    <a:pt x="1181931" y="35719"/>
                  </a:cubicBezTo>
                  <a:cubicBezTo>
                    <a:pt x="1167644" y="17621"/>
                    <a:pt x="1145737" y="7144"/>
                    <a:pt x="1121924" y="7144"/>
                  </a:cubicBezTo>
                  <a:lnTo>
                    <a:pt x="545661" y="7144"/>
                  </a:lnTo>
                  <a:cubicBezTo>
                    <a:pt x="503752" y="7144"/>
                    <a:pt x="469461" y="41434"/>
                    <a:pt x="469461" y="83344"/>
                  </a:cubicBezTo>
                  <a:lnTo>
                    <a:pt x="469461" y="508159"/>
                  </a:lnTo>
                  <a:cubicBezTo>
                    <a:pt x="427552" y="490061"/>
                    <a:pt x="382784" y="481489"/>
                    <a:pt x="337064" y="481489"/>
                  </a:cubicBezTo>
                  <a:cubicBezTo>
                    <a:pt x="146564" y="490061"/>
                    <a:pt x="-1073" y="651986"/>
                    <a:pt x="7499" y="843439"/>
                  </a:cubicBezTo>
                  <a:cubicBezTo>
                    <a:pt x="16071" y="1021556"/>
                    <a:pt x="158946" y="1164431"/>
                    <a:pt x="337064" y="1173004"/>
                  </a:cubicBezTo>
                  <a:cubicBezTo>
                    <a:pt x="382784" y="1173004"/>
                    <a:pt x="427552" y="1164431"/>
                    <a:pt x="469461" y="1146334"/>
                  </a:cubicBezTo>
                  <a:lnTo>
                    <a:pt x="469461" y="1571149"/>
                  </a:lnTo>
                  <a:cubicBezTo>
                    <a:pt x="469461" y="1613059"/>
                    <a:pt x="503752" y="1647349"/>
                    <a:pt x="545661" y="1647349"/>
                  </a:cubicBezTo>
                  <a:lnTo>
                    <a:pt x="1122877" y="1647349"/>
                  </a:lnTo>
                  <a:cubicBezTo>
                    <a:pt x="1164787" y="1647349"/>
                    <a:pt x="1199077" y="1613059"/>
                    <a:pt x="1199077" y="1571149"/>
                  </a:cubicBezTo>
                  <a:cubicBezTo>
                    <a:pt x="1199077" y="1544479"/>
                    <a:pt x="1184789" y="1519714"/>
                    <a:pt x="1161929" y="1505426"/>
                  </a:cubicBezTo>
                  <a:cubicBezTo>
                    <a:pt x="1081919" y="1434941"/>
                    <a:pt x="1073346" y="1313021"/>
                    <a:pt x="1143831" y="1232059"/>
                  </a:cubicBezTo>
                  <a:cubicBezTo>
                    <a:pt x="1214317" y="1151096"/>
                    <a:pt x="1336237" y="1143476"/>
                    <a:pt x="1417199" y="1213961"/>
                  </a:cubicBezTo>
                  <a:cubicBezTo>
                    <a:pt x="1498162" y="1284446"/>
                    <a:pt x="1505781" y="1406366"/>
                    <a:pt x="1435296" y="1487329"/>
                  </a:cubicBezTo>
                  <a:cubicBezTo>
                    <a:pt x="1427677" y="1495901"/>
                    <a:pt x="1419104" y="1504474"/>
                    <a:pt x="1409579" y="1511141"/>
                  </a:cubicBezTo>
                  <a:cubicBezTo>
                    <a:pt x="1377194" y="1537811"/>
                    <a:pt x="1371479" y="1585436"/>
                    <a:pt x="1398149" y="1617821"/>
                  </a:cubicBezTo>
                  <a:cubicBezTo>
                    <a:pt x="1412437" y="1635919"/>
                    <a:pt x="1434344" y="1646396"/>
                    <a:pt x="1458156" y="1646396"/>
                  </a:cubicBezTo>
                  <a:lnTo>
                    <a:pt x="2034419" y="1646396"/>
                  </a:lnTo>
                  <a:cubicBezTo>
                    <a:pt x="2076329" y="1646396"/>
                    <a:pt x="2110619" y="1612106"/>
                    <a:pt x="2110619" y="1570196"/>
                  </a:cubicBezTo>
                  <a:lnTo>
                    <a:pt x="2110619" y="1153954"/>
                  </a:lnTo>
                  <a:cubicBezTo>
                    <a:pt x="2290642" y="1217771"/>
                    <a:pt x="2488762" y="1123474"/>
                    <a:pt x="2552579" y="943451"/>
                  </a:cubicBezTo>
                  <a:cubicBezTo>
                    <a:pt x="2616397" y="763429"/>
                    <a:pt x="2521147" y="565309"/>
                    <a:pt x="2341124" y="501491"/>
                  </a:cubicBezTo>
                  <a:close/>
                  <a:moveTo>
                    <a:pt x="2359222" y="966311"/>
                  </a:moveTo>
                  <a:cubicBezTo>
                    <a:pt x="2323027" y="1002506"/>
                    <a:pt x="2274449" y="1022509"/>
                    <a:pt x="2223967" y="1022509"/>
                  </a:cubicBezTo>
                  <a:lnTo>
                    <a:pt x="2224919" y="1020604"/>
                  </a:lnTo>
                  <a:cubicBezTo>
                    <a:pt x="2173484" y="1020604"/>
                    <a:pt x="2123954" y="1000601"/>
                    <a:pt x="2087759" y="963454"/>
                  </a:cubicBezTo>
                  <a:cubicBezTo>
                    <a:pt x="2058231" y="933926"/>
                    <a:pt x="2009654" y="932974"/>
                    <a:pt x="1980127" y="963454"/>
                  </a:cubicBezTo>
                  <a:cubicBezTo>
                    <a:pt x="1965839" y="977741"/>
                    <a:pt x="1957267" y="996791"/>
                    <a:pt x="1957267" y="1016794"/>
                  </a:cubicBezTo>
                  <a:lnTo>
                    <a:pt x="1957267" y="1494949"/>
                  </a:lnTo>
                  <a:lnTo>
                    <a:pt x="1607699" y="1494949"/>
                  </a:lnTo>
                  <a:cubicBezTo>
                    <a:pt x="1625796" y="1452086"/>
                    <a:pt x="1635321" y="1407319"/>
                    <a:pt x="1635321" y="1360646"/>
                  </a:cubicBezTo>
                  <a:cubicBezTo>
                    <a:pt x="1626749" y="1170146"/>
                    <a:pt x="1464824" y="1022509"/>
                    <a:pt x="1273371" y="1031081"/>
                  </a:cubicBezTo>
                  <a:cubicBezTo>
                    <a:pt x="1095254" y="1039654"/>
                    <a:pt x="952379" y="1182529"/>
                    <a:pt x="943806" y="1360646"/>
                  </a:cubicBezTo>
                  <a:cubicBezTo>
                    <a:pt x="943806" y="1406366"/>
                    <a:pt x="952379" y="1451134"/>
                    <a:pt x="970477" y="1493044"/>
                  </a:cubicBezTo>
                  <a:lnTo>
                    <a:pt x="621861" y="1493044"/>
                  </a:lnTo>
                  <a:lnTo>
                    <a:pt x="621861" y="995839"/>
                  </a:lnTo>
                  <a:cubicBezTo>
                    <a:pt x="621861" y="953929"/>
                    <a:pt x="588524" y="919639"/>
                    <a:pt x="545661" y="919639"/>
                  </a:cubicBezTo>
                  <a:cubicBezTo>
                    <a:pt x="522802" y="919639"/>
                    <a:pt x="500894" y="930116"/>
                    <a:pt x="485654" y="948214"/>
                  </a:cubicBezTo>
                  <a:cubicBezTo>
                    <a:pt x="418979" y="1032034"/>
                    <a:pt x="297059" y="1046321"/>
                    <a:pt x="213239" y="979646"/>
                  </a:cubicBezTo>
                  <a:cubicBezTo>
                    <a:pt x="129419" y="912971"/>
                    <a:pt x="115131" y="791051"/>
                    <a:pt x="181806" y="707231"/>
                  </a:cubicBezTo>
                  <a:cubicBezTo>
                    <a:pt x="248481" y="623411"/>
                    <a:pt x="370402" y="609124"/>
                    <a:pt x="454221" y="675799"/>
                  </a:cubicBezTo>
                  <a:cubicBezTo>
                    <a:pt x="465652" y="685324"/>
                    <a:pt x="476129" y="695801"/>
                    <a:pt x="485654" y="707231"/>
                  </a:cubicBezTo>
                  <a:cubicBezTo>
                    <a:pt x="512324" y="739616"/>
                    <a:pt x="559949" y="745331"/>
                    <a:pt x="592334" y="718661"/>
                  </a:cubicBezTo>
                  <a:cubicBezTo>
                    <a:pt x="610432" y="704374"/>
                    <a:pt x="620909" y="682466"/>
                    <a:pt x="620909" y="658654"/>
                  </a:cubicBezTo>
                  <a:lnTo>
                    <a:pt x="620909" y="159544"/>
                  </a:lnTo>
                  <a:lnTo>
                    <a:pt x="969524" y="159544"/>
                  </a:lnTo>
                  <a:cubicBezTo>
                    <a:pt x="951427" y="202406"/>
                    <a:pt x="941902" y="248126"/>
                    <a:pt x="941902" y="294799"/>
                  </a:cubicBezTo>
                  <a:cubicBezTo>
                    <a:pt x="933329" y="485299"/>
                    <a:pt x="1080014" y="647224"/>
                    <a:pt x="1271467" y="656749"/>
                  </a:cubicBezTo>
                  <a:cubicBezTo>
                    <a:pt x="1462919" y="666274"/>
                    <a:pt x="1623892" y="518636"/>
                    <a:pt x="1633417" y="327184"/>
                  </a:cubicBezTo>
                  <a:cubicBezTo>
                    <a:pt x="1634369" y="316706"/>
                    <a:pt x="1634369" y="305276"/>
                    <a:pt x="1633417" y="294799"/>
                  </a:cubicBezTo>
                  <a:cubicBezTo>
                    <a:pt x="1633417" y="249079"/>
                    <a:pt x="1624844" y="204311"/>
                    <a:pt x="1606746" y="162401"/>
                  </a:cubicBezTo>
                  <a:lnTo>
                    <a:pt x="1955362" y="162401"/>
                  </a:lnTo>
                  <a:lnTo>
                    <a:pt x="1955362" y="640556"/>
                  </a:lnTo>
                  <a:cubicBezTo>
                    <a:pt x="1955362" y="682466"/>
                    <a:pt x="1989652" y="716756"/>
                    <a:pt x="2031562" y="716756"/>
                  </a:cubicBezTo>
                  <a:cubicBezTo>
                    <a:pt x="2051564" y="716756"/>
                    <a:pt x="2071567" y="708184"/>
                    <a:pt x="2084902" y="693896"/>
                  </a:cubicBezTo>
                  <a:cubicBezTo>
                    <a:pt x="2160149" y="618649"/>
                    <a:pt x="2282069" y="618649"/>
                    <a:pt x="2357317" y="693896"/>
                  </a:cubicBezTo>
                  <a:cubicBezTo>
                    <a:pt x="2435422" y="769144"/>
                    <a:pt x="2435422" y="891064"/>
                    <a:pt x="2359222" y="9663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07F0EB44-1FE3-4C7C-8981-ABA22E2EF247}"/>
                </a:ext>
              </a:extLst>
            </p:cNvPr>
            <p:cNvSpPr/>
            <p:nvPr/>
          </p:nvSpPr>
          <p:spPr>
            <a:xfrm>
              <a:off x="8344377" y="3525679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  <a:gd name="connsiteX2" fmla="*/ 7144 w 9525"/>
                <a:gd name="connsiteY2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18" name="Graphic 38">
            <a:extLst>
              <a:ext uri="{FF2B5EF4-FFF2-40B4-BE49-F238E27FC236}">
                <a16:creationId xmlns:a16="http://schemas.microsoft.com/office/drawing/2014/main" id="{868538EF-77CC-4D38-932C-1D77F5644A58}"/>
              </a:ext>
            </a:extLst>
          </p:cNvPr>
          <p:cNvSpPr>
            <a:spLocks noChangeAspect="1"/>
          </p:cNvSpPr>
          <p:nvPr/>
        </p:nvSpPr>
        <p:spPr>
          <a:xfrm>
            <a:off x="5142620" y="3100778"/>
            <a:ext cx="589964" cy="502920"/>
          </a:xfrm>
          <a:custGeom>
            <a:avLst/>
            <a:gdLst>
              <a:gd name="connsiteX0" fmla="*/ 550069 w 581025"/>
              <a:gd name="connsiteY0" fmla="*/ 92869 h 495300"/>
              <a:gd name="connsiteX1" fmla="*/ 531019 w 581025"/>
              <a:gd name="connsiteY1" fmla="*/ 92869 h 495300"/>
              <a:gd name="connsiteX2" fmla="*/ 531019 w 581025"/>
              <a:gd name="connsiteY2" fmla="*/ 64294 h 495300"/>
              <a:gd name="connsiteX3" fmla="*/ 435769 w 581025"/>
              <a:gd name="connsiteY3" fmla="*/ 64294 h 495300"/>
              <a:gd name="connsiteX4" fmla="*/ 435769 w 581025"/>
              <a:gd name="connsiteY4" fmla="*/ 92869 h 495300"/>
              <a:gd name="connsiteX5" fmla="*/ 397669 w 581025"/>
              <a:gd name="connsiteY5" fmla="*/ 92869 h 495300"/>
              <a:gd name="connsiteX6" fmla="*/ 397669 w 581025"/>
              <a:gd name="connsiteY6" fmla="*/ 37624 h 495300"/>
              <a:gd name="connsiteX7" fmla="*/ 367189 w 581025"/>
              <a:gd name="connsiteY7" fmla="*/ 7144 h 495300"/>
              <a:gd name="connsiteX8" fmla="*/ 218599 w 581025"/>
              <a:gd name="connsiteY8" fmla="*/ 7144 h 495300"/>
              <a:gd name="connsiteX9" fmla="*/ 188119 w 581025"/>
              <a:gd name="connsiteY9" fmla="*/ 37624 h 495300"/>
              <a:gd name="connsiteX10" fmla="*/ 188119 w 581025"/>
              <a:gd name="connsiteY10" fmla="*/ 92869 h 495300"/>
              <a:gd name="connsiteX11" fmla="*/ 150019 w 581025"/>
              <a:gd name="connsiteY11" fmla="*/ 92869 h 495300"/>
              <a:gd name="connsiteX12" fmla="*/ 150019 w 581025"/>
              <a:gd name="connsiteY12" fmla="*/ 64294 h 495300"/>
              <a:gd name="connsiteX13" fmla="*/ 54769 w 581025"/>
              <a:gd name="connsiteY13" fmla="*/ 64294 h 495300"/>
              <a:gd name="connsiteX14" fmla="*/ 54769 w 581025"/>
              <a:gd name="connsiteY14" fmla="*/ 92869 h 495300"/>
              <a:gd name="connsiteX15" fmla="*/ 35719 w 581025"/>
              <a:gd name="connsiteY15" fmla="*/ 92869 h 495300"/>
              <a:gd name="connsiteX16" fmla="*/ 7144 w 581025"/>
              <a:gd name="connsiteY16" fmla="*/ 121444 h 495300"/>
              <a:gd name="connsiteX17" fmla="*/ 7144 w 581025"/>
              <a:gd name="connsiteY17" fmla="*/ 464344 h 495300"/>
              <a:gd name="connsiteX18" fmla="*/ 35719 w 581025"/>
              <a:gd name="connsiteY18" fmla="*/ 492919 h 495300"/>
              <a:gd name="connsiteX19" fmla="*/ 550069 w 581025"/>
              <a:gd name="connsiteY19" fmla="*/ 492919 h 495300"/>
              <a:gd name="connsiteX20" fmla="*/ 578644 w 581025"/>
              <a:gd name="connsiteY20" fmla="*/ 464344 h 495300"/>
              <a:gd name="connsiteX21" fmla="*/ 578644 w 581025"/>
              <a:gd name="connsiteY21" fmla="*/ 121444 h 495300"/>
              <a:gd name="connsiteX22" fmla="*/ 550069 w 581025"/>
              <a:gd name="connsiteY22" fmla="*/ 92869 h 495300"/>
              <a:gd name="connsiteX23" fmla="*/ 454819 w 581025"/>
              <a:gd name="connsiteY23" fmla="*/ 83344 h 495300"/>
              <a:gd name="connsiteX24" fmla="*/ 511969 w 581025"/>
              <a:gd name="connsiteY24" fmla="*/ 83344 h 495300"/>
              <a:gd name="connsiteX25" fmla="*/ 511969 w 581025"/>
              <a:gd name="connsiteY25" fmla="*/ 92869 h 495300"/>
              <a:gd name="connsiteX26" fmla="*/ 454819 w 581025"/>
              <a:gd name="connsiteY26" fmla="*/ 92869 h 495300"/>
              <a:gd name="connsiteX27" fmla="*/ 454819 w 581025"/>
              <a:gd name="connsiteY27" fmla="*/ 83344 h 495300"/>
              <a:gd name="connsiteX28" fmla="*/ 207169 w 581025"/>
              <a:gd name="connsiteY28" fmla="*/ 37624 h 495300"/>
              <a:gd name="connsiteX29" fmla="*/ 218599 w 581025"/>
              <a:gd name="connsiteY29" fmla="*/ 26194 h 495300"/>
              <a:gd name="connsiteX30" fmla="*/ 367189 w 581025"/>
              <a:gd name="connsiteY30" fmla="*/ 26194 h 495300"/>
              <a:gd name="connsiteX31" fmla="*/ 378619 w 581025"/>
              <a:gd name="connsiteY31" fmla="*/ 37624 h 495300"/>
              <a:gd name="connsiteX32" fmla="*/ 378619 w 581025"/>
              <a:gd name="connsiteY32" fmla="*/ 92869 h 495300"/>
              <a:gd name="connsiteX33" fmla="*/ 207169 w 581025"/>
              <a:gd name="connsiteY33" fmla="*/ 92869 h 495300"/>
              <a:gd name="connsiteX34" fmla="*/ 207169 w 581025"/>
              <a:gd name="connsiteY34" fmla="*/ 37624 h 495300"/>
              <a:gd name="connsiteX35" fmla="*/ 188119 w 581025"/>
              <a:gd name="connsiteY35" fmla="*/ 111919 h 495300"/>
              <a:gd name="connsiteX36" fmla="*/ 397669 w 581025"/>
              <a:gd name="connsiteY36" fmla="*/ 111919 h 495300"/>
              <a:gd name="connsiteX37" fmla="*/ 435769 w 581025"/>
              <a:gd name="connsiteY37" fmla="*/ 111919 h 495300"/>
              <a:gd name="connsiteX38" fmla="*/ 483394 w 581025"/>
              <a:gd name="connsiteY38" fmla="*/ 111919 h 495300"/>
              <a:gd name="connsiteX39" fmla="*/ 483394 w 581025"/>
              <a:gd name="connsiteY39" fmla="*/ 473869 h 495300"/>
              <a:gd name="connsiteX40" fmla="*/ 102394 w 581025"/>
              <a:gd name="connsiteY40" fmla="*/ 473869 h 495300"/>
              <a:gd name="connsiteX41" fmla="*/ 102394 w 581025"/>
              <a:gd name="connsiteY41" fmla="*/ 111919 h 495300"/>
              <a:gd name="connsiteX42" fmla="*/ 150019 w 581025"/>
              <a:gd name="connsiteY42" fmla="*/ 111919 h 495300"/>
              <a:gd name="connsiteX43" fmla="*/ 188119 w 581025"/>
              <a:gd name="connsiteY43" fmla="*/ 111919 h 495300"/>
              <a:gd name="connsiteX44" fmla="*/ 73819 w 581025"/>
              <a:gd name="connsiteY44" fmla="*/ 83344 h 495300"/>
              <a:gd name="connsiteX45" fmla="*/ 130969 w 581025"/>
              <a:gd name="connsiteY45" fmla="*/ 83344 h 495300"/>
              <a:gd name="connsiteX46" fmla="*/ 130969 w 581025"/>
              <a:gd name="connsiteY46" fmla="*/ 92869 h 495300"/>
              <a:gd name="connsiteX47" fmla="*/ 73819 w 581025"/>
              <a:gd name="connsiteY47" fmla="*/ 92869 h 495300"/>
              <a:gd name="connsiteX48" fmla="*/ 73819 w 581025"/>
              <a:gd name="connsiteY48" fmla="*/ 83344 h 495300"/>
              <a:gd name="connsiteX49" fmla="*/ 26194 w 581025"/>
              <a:gd name="connsiteY49" fmla="*/ 464344 h 495300"/>
              <a:gd name="connsiteX50" fmla="*/ 26194 w 581025"/>
              <a:gd name="connsiteY50" fmla="*/ 121444 h 495300"/>
              <a:gd name="connsiteX51" fmla="*/ 35719 w 581025"/>
              <a:gd name="connsiteY51" fmla="*/ 111919 h 495300"/>
              <a:gd name="connsiteX52" fmla="*/ 54769 w 581025"/>
              <a:gd name="connsiteY52" fmla="*/ 111919 h 495300"/>
              <a:gd name="connsiteX53" fmla="*/ 83344 w 581025"/>
              <a:gd name="connsiteY53" fmla="*/ 111919 h 495300"/>
              <a:gd name="connsiteX54" fmla="*/ 83344 w 581025"/>
              <a:gd name="connsiteY54" fmla="*/ 473869 h 495300"/>
              <a:gd name="connsiteX55" fmla="*/ 35719 w 581025"/>
              <a:gd name="connsiteY55" fmla="*/ 473869 h 495300"/>
              <a:gd name="connsiteX56" fmla="*/ 26194 w 581025"/>
              <a:gd name="connsiteY56" fmla="*/ 464344 h 495300"/>
              <a:gd name="connsiteX57" fmla="*/ 559594 w 581025"/>
              <a:gd name="connsiteY57" fmla="*/ 464344 h 495300"/>
              <a:gd name="connsiteX58" fmla="*/ 550069 w 581025"/>
              <a:gd name="connsiteY58" fmla="*/ 473869 h 495300"/>
              <a:gd name="connsiteX59" fmla="*/ 502444 w 581025"/>
              <a:gd name="connsiteY59" fmla="*/ 473869 h 495300"/>
              <a:gd name="connsiteX60" fmla="*/ 502444 w 581025"/>
              <a:gd name="connsiteY60" fmla="*/ 111919 h 495300"/>
              <a:gd name="connsiteX61" fmla="*/ 531019 w 581025"/>
              <a:gd name="connsiteY61" fmla="*/ 111919 h 495300"/>
              <a:gd name="connsiteX62" fmla="*/ 550069 w 581025"/>
              <a:gd name="connsiteY62" fmla="*/ 111919 h 495300"/>
              <a:gd name="connsiteX63" fmla="*/ 559594 w 581025"/>
              <a:gd name="connsiteY63" fmla="*/ 121444 h 495300"/>
              <a:gd name="connsiteX64" fmla="*/ 559594 w 581025"/>
              <a:gd name="connsiteY64" fmla="*/ 464344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81025" h="495300">
                <a:moveTo>
                  <a:pt x="550069" y="92869"/>
                </a:moveTo>
                <a:lnTo>
                  <a:pt x="531019" y="92869"/>
                </a:lnTo>
                <a:lnTo>
                  <a:pt x="531019" y="64294"/>
                </a:lnTo>
                <a:lnTo>
                  <a:pt x="435769" y="64294"/>
                </a:lnTo>
                <a:lnTo>
                  <a:pt x="435769" y="92869"/>
                </a:lnTo>
                <a:lnTo>
                  <a:pt x="397669" y="92869"/>
                </a:lnTo>
                <a:lnTo>
                  <a:pt x="397669" y="37624"/>
                </a:lnTo>
                <a:cubicBezTo>
                  <a:pt x="397669" y="20479"/>
                  <a:pt x="384334" y="7144"/>
                  <a:pt x="367189" y="7144"/>
                </a:cubicBezTo>
                <a:lnTo>
                  <a:pt x="218599" y="7144"/>
                </a:lnTo>
                <a:cubicBezTo>
                  <a:pt x="201454" y="7144"/>
                  <a:pt x="188119" y="20479"/>
                  <a:pt x="188119" y="37624"/>
                </a:cubicBezTo>
                <a:lnTo>
                  <a:pt x="188119" y="92869"/>
                </a:lnTo>
                <a:lnTo>
                  <a:pt x="150019" y="92869"/>
                </a:lnTo>
                <a:lnTo>
                  <a:pt x="150019" y="64294"/>
                </a:lnTo>
                <a:lnTo>
                  <a:pt x="54769" y="64294"/>
                </a:lnTo>
                <a:lnTo>
                  <a:pt x="54769" y="92869"/>
                </a:lnTo>
                <a:lnTo>
                  <a:pt x="35719" y="92869"/>
                </a:lnTo>
                <a:cubicBezTo>
                  <a:pt x="19526" y="92869"/>
                  <a:pt x="7144" y="106204"/>
                  <a:pt x="7144" y="121444"/>
                </a:cubicBezTo>
                <a:lnTo>
                  <a:pt x="7144" y="464344"/>
                </a:lnTo>
                <a:cubicBezTo>
                  <a:pt x="7144" y="480536"/>
                  <a:pt x="20479" y="492919"/>
                  <a:pt x="35719" y="492919"/>
                </a:cubicBezTo>
                <a:lnTo>
                  <a:pt x="550069" y="492919"/>
                </a:lnTo>
                <a:cubicBezTo>
                  <a:pt x="566261" y="492919"/>
                  <a:pt x="578644" y="479584"/>
                  <a:pt x="578644" y="464344"/>
                </a:cubicBezTo>
                <a:lnTo>
                  <a:pt x="578644" y="121444"/>
                </a:lnTo>
                <a:cubicBezTo>
                  <a:pt x="578644" y="106204"/>
                  <a:pt x="565309" y="92869"/>
                  <a:pt x="550069" y="92869"/>
                </a:cubicBezTo>
                <a:close/>
                <a:moveTo>
                  <a:pt x="454819" y="83344"/>
                </a:moveTo>
                <a:lnTo>
                  <a:pt x="511969" y="83344"/>
                </a:lnTo>
                <a:lnTo>
                  <a:pt x="511969" y="92869"/>
                </a:lnTo>
                <a:lnTo>
                  <a:pt x="454819" y="92869"/>
                </a:lnTo>
                <a:lnTo>
                  <a:pt x="454819" y="83344"/>
                </a:lnTo>
                <a:close/>
                <a:moveTo>
                  <a:pt x="207169" y="37624"/>
                </a:moveTo>
                <a:cubicBezTo>
                  <a:pt x="207169" y="30956"/>
                  <a:pt x="211931" y="26194"/>
                  <a:pt x="218599" y="26194"/>
                </a:cubicBezTo>
                <a:lnTo>
                  <a:pt x="367189" y="26194"/>
                </a:lnTo>
                <a:cubicBezTo>
                  <a:pt x="373856" y="26194"/>
                  <a:pt x="378619" y="30956"/>
                  <a:pt x="378619" y="37624"/>
                </a:cubicBezTo>
                <a:lnTo>
                  <a:pt x="378619" y="92869"/>
                </a:lnTo>
                <a:lnTo>
                  <a:pt x="207169" y="92869"/>
                </a:lnTo>
                <a:lnTo>
                  <a:pt x="207169" y="37624"/>
                </a:lnTo>
                <a:close/>
                <a:moveTo>
                  <a:pt x="188119" y="111919"/>
                </a:moveTo>
                <a:lnTo>
                  <a:pt x="397669" y="111919"/>
                </a:lnTo>
                <a:lnTo>
                  <a:pt x="435769" y="111919"/>
                </a:lnTo>
                <a:lnTo>
                  <a:pt x="483394" y="111919"/>
                </a:lnTo>
                <a:lnTo>
                  <a:pt x="483394" y="473869"/>
                </a:lnTo>
                <a:lnTo>
                  <a:pt x="102394" y="473869"/>
                </a:lnTo>
                <a:lnTo>
                  <a:pt x="102394" y="111919"/>
                </a:lnTo>
                <a:lnTo>
                  <a:pt x="150019" y="111919"/>
                </a:lnTo>
                <a:lnTo>
                  <a:pt x="188119" y="111919"/>
                </a:lnTo>
                <a:close/>
                <a:moveTo>
                  <a:pt x="73819" y="83344"/>
                </a:moveTo>
                <a:lnTo>
                  <a:pt x="130969" y="83344"/>
                </a:lnTo>
                <a:lnTo>
                  <a:pt x="130969" y="92869"/>
                </a:lnTo>
                <a:lnTo>
                  <a:pt x="73819" y="92869"/>
                </a:lnTo>
                <a:lnTo>
                  <a:pt x="73819" y="83344"/>
                </a:lnTo>
                <a:close/>
                <a:moveTo>
                  <a:pt x="26194" y="464344"/>
                </a:moveTo>
                <a:lnTo>
                  <a:pt x="26194" y="121444"/>
                </a:lnTo>
                <a:cubicBezTo>
                  <a:pt x="26194" y="115729"/>
                  <a:pt x="30956" y="111919"/>
                  <a:pt x="35719" y="111919"/>
                </a:cubicBezTo>
                <a:lnTo>
                  <a:pt x="54769" y="111919"/>
                </a:lnTo>
                <a:lnTo>
                  <a:pt x="83344" y="111919"/>
                </a:lnTo>
                <a:lnTo>
                  <a:pt x="83344" y="473869"/>
                </a:lnTo>
                <a:lnTo>
                  <a:pt x="35719" y="473869"/>
                </a:lnTo>
                <a:cubicBezTo>
                  <a:pt x="30956" y="473869"/>
                  <a:pt x="26194" y="469106"/>
                  <a:pt x="26194" y="464344"/>
                </a:cubicBezTo>
                <a:close/>
                <a:moveTo>
                  <a:pt x="559594" y="464344"/>
                </a:moveTo>
                <a:cubicBezTo>
                  <a:pt x="559594" y="470059"/>
                  <a:pt x="554831" y="473869"/>
                  <a:pt x="550069" y="473869"/>
                </a:cubicBezTo>
                <a:lnTo>
                  <a:pt x="502444" y="473869"/>
                </a:lnTo>
                <a:lnTo>
                  <a:pt x="502444" y="111919"/>
                </a:lnTo>
                <a:lnTo>
                  <a:pt x="531019" y="111919"/>
                </a:lnTo>
                <a:lnTo>
                  <a:pt x="550069" y="111919"/>
                </a:lnTo>
                <a:cubicBezTo>
                  <a:pt x="555784" y="111919"/>
                  <a:pt x="559594" y="116681"/>
                  <a:pt x="559594" y="121444"/>
                </a:cubicBezTo>
                <a:lnTo>
                  <a:pt x="559594" y="46434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19" name="Graphic 4">
            <a:extLst>
              <a:ext uri="{FF2B5EF4-FFF2-40B4-BE49-F238E27FC236}">
                <a16:creationId xmlns:a16="http://schemas.microsoft.com/office/drawing/2014/main" id="{F80B86A4-978B-4F89-B0B3-59C5937DB718}"/>
              </a:ext>
            </a:extLst>
          </p:cNvPr>
          <p:cNvGrpSpPr>
            <a:grpSpLocks noChangeAspect="1"/>
          </p:cNvGrpSpPr>
          <p:nvPr/>
        </p:nvGrpSpPr>
        <p:grpSpPr>
          <a:xfrm>
            <a:off x="7597968" y="3100778"/>
            <a:ext cx="314325" cy="502920"/>
            <a:chOff x="5672138" y="2476500"/>
            <a:chExt cx="1762125" cy="28194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F24835D3-A4A6-415C-9B05-2218DC88BB59}"/>
                </a:ext>
              </a:extLst>
            </p:cNvPr>
            <p:cNvSpPr/>
            <p:nvPr/>
          </p:nvSpPr>
          <p:spPr>
            <a:xfrm>
              <a:off x="5893594" y="2469356"/>
              <a:ext cx="1400175" cy="1400175"/>
            </a:xfrm>
            <a:custGeom>
              <a:avLst/>
              <a:gdLst>
                <a:gd name="connsiteX0" fmla="*/ 700564 w 1400175"/>
                <a:gd name="connsiteY0" fmla="*/ 1397794 h 1400175"/>
                <a:gd name="connsiteX1" fmla="*/ 1393984 w 1400175"/>
                <a:gd name="connsiteY1" fmla="*/ 704374 h 1400175"/>
                <a:gd name="connsiteX2" fmla="*/ 700564 w 1400175"/>
                <a:gd name="connsiteY2" fmla="*/ 7144 h 1400175"/>
                <a:gd name="connsiteX3" fmla="*/ 7144 w 1400175"/>
                <a:gd name="connsiteY3" fmla="*/ 700564 h 1400175"/>
                <a:gd name="connsiteX4" fmla="*/ 700564 w 1400175"/>
                <a:gd name="connsiteY4" fmla="*/ 1397794 h 1400175"/>
                <a:gd name="connsiteX5" fmla="*/ 700564 w 1400175"/>
                <a:gd name="connsiteY5" fmla="*/ 129064 h 1400175"/>
                <a:gd name="connsiteX6" fmla="*/ 1272064 w 1400175"/>
                <a:gd name="connsiteY6" fmla="*/ 700564 h 1400175"/>
                <a:gd name="connsiteX7" fmla="*/ 700564 w 1400175"/>
                <a:gd name="connsiteY7" fmla="*/ 1272064 h 1400175"/>
                <a:gd name="connsiteX8" fmla="*/ 129064 w 1400175"/>
                <a:gd name="connsiteY8" fmla="*/ 700564 h 1400175"/>
                <a:gd name="connsiteX9" fmla="*/ 700564 w 1400175"/>
                <a:gd name="connsiteY9" fmla="*/ 129064 h 1400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00175" h="1400175">
                  <a:moveTo>
                    <a:pt x="700564" y="1397794"/>
                  </a:moveTo>
                  <a:cubicBezTo>
                    <a:pt x="1085374" y="1397794"/>
                    <a:pt x="1393984" y="1085374"/>
                    <a:pt x="1393984" y="704374"/>
                  </a:cubicBezTo>
                  <a:cubicBezTo>
                    <a:pt x="1393984" y="323374"/>
                    <a:pt x="1081564" y="7144"/>
                    <a:pt x="700564" y="7144"/>
                  </a:cubicBezTo>
                  <a:cubicBezTo>
                    <a:pt x="319564" y="7144"/>
                    <a:pt x="7144" y="319564"/>
                    <a:pt x="7144" y="700564"/>
                  </a:cubicBezTo>
                  <a:cubicBezTo>
                    <a:pt x="7144" y="1081564"/>
                    <a:pt x="315754" y="1397794"/>
                    <a:pt x="700564" y="1397794"/>
                  </a:cubicBezTo>
                  <a:close/>
                  <a:moveTo>
                    <a:pt x="700564" y="129064"/>
                  </a:moveTo>
                  <a:cubicBezTo>
                    <a:pt x="1016794" y="129064"/>
                    <a:pt x="1272064" y="384334"/>
                    <a:pt x="1272064" y="700564"/>
                  </a:cubicBezTo>
                  <a:cubicBezTo>
                    <a:pt x="1272064" y="1016794"/>
                    <a:pt x="1016794" y="1272064"/>
                    <a:pt x="700564" y="1272064"/>
                  </a:cubicBezTo>
                  <a:cubicBezTo>
                    <a:pt x="384334" y="1272064"/>
                    <a:pt x="129064" y="1016794"/>
                    <a:pt x="129064" y="700564"/>
                  </a:cubicBezTo>
                  <a:cubicBezTo>
                    <a:pt x="129064" y="384334"/>
                    <a:pt x="384334" y="129064"/>
                    <a:pt x="700564" y="1290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5643D979-DEC8-4EF1-B6DB-F29FFB88F2EF}"/>
                </a:ext>
              </a:extLst>
            </p:cNvPr>
            <p:cNvSpPr/>
            <p:nvPr/>
          </p:nvSpPr>
          <p:spPr>
            <a:xfrm>
              <a:off x="5664994" y="3932396"/>
              <a:ext cx="1771650" cy="1371600"/>
            </a:xfrm>
            <a:custGeom>
              <a:avLst/>
              <a:gdLst>
                <a:gd name="connsiteX0" fmla="*/ 1706404 w 1771650"/>
                <a:gd name="connsiteY0" fmla="*/ 254794 h 1371600"/>
                <a:gd name="connsiteX1" fmla="*/ 1656874 w 1771650"/>
                <a:gd name="connsiteY1" fmla="*/ 254794 h 1371600"/>
                <a:gd name="connsiteX2" fmla="*/ 1656874 w 1771650"/>
                <a:gd name="connsiteY2" fmla="*/ 68104 h 1371600"/>
                <a:gd name="connsiteX3" fmla="*/ 1595914 w 1771650"/>
                <a:gd name="connsiteY3" fmla="*/ 7144 h 1371600"/>
                <a:gd name="connsiteX4" fmla="*/ 342424 w 1771650"/>
                <a:gd name="connsiteY4" fmla="*/ 7144 h 1371600"/>
                <a:gd name="connsiteX5" fmla="*/ 281464 w 1771650"/>
                <a:gd name="connsiteY5" fmla="*/ 68104 h 1371600"/>
                <a:gd name="connsiteX6" fmla="*/ 281464 w 1771650"/>
                <a:gd name="connsiteY6" fmla="*/ 315754 h 1371600"/>
                <a:gd name="connsiteX7" fmla="*/ 342424 w 1771650"/>
                <a:gd name="connsiteY7" fmla="*/ 376714 h 1371600"/>
                <a:gd name="connsiteX8" fmla="*/ 391954 w 1771650"/>
                <a:gd name="connsiteY8" fmla="*/ 376714 h 1371600"/>
                <a:gd name="connsiteX9" fmla="*/ 391954 w 1771650"/>
                <a:gd name="connsiteY9" fmla="*/ 502444 h 1371600"/>
                <a:gd name="connsiteX10" fmla="*/ 296704 w 1771650"/>
                <a:gd name="connsiteY10" fmla="*/ 502444 h 1371600"/>
                <a:gd name="connsiteX11" fmla="*/ 235744 w 1771650"/>
                <a:gd name="connsiteY11" fmla="*/ 563404 h 1371600"/>
                <a:gd name="connsiteX12" fmla="*/ 235744 w 1771650"/>
                <a:gd name="connsiteY12" fmla="*/ 750094 h 1371600"/>
                <a:gd name="connsiteX13" fmla="*/ 68104 w 1771650"/>
                <a:gd name="connsiteY13" fmla="*/ 750094 h 1371600"/>
                <a:gd name="connsiteX14" fmla="*/ 7144 w 1771650"/>
                <a:gd name="connsiteY14" fmla="*/ 811054 h 1371600"/>
                <a:gd name="connsiteX15" fmla="*/ 7144 w 1771650"/>
                <a:gd name="connsiteY15" fmla="*/ 1058704 h 1371600"/>
                <a:gd name="connsiteX16" fmla="*/ 68104 w 1771650"/>
                <a:gd name="connsiteY16" fmla="*/ 1119664 h 1371600"/>
                <a:gd name="connsiteX17" fmla="*/ 136684 w 1771650"/>
                <a:gd name="connsiteY17" fmla="*/ 1119664 h 1371600"/>
                <a:gd name="connsiteX18" fmla="*/ 136684 w 1771650"/>
                <a:gd name="connsiteY18" fmla="*/ 1306354 h 1371600"/>
                <a:gd name="connsiteX19" fmla="*/ 197644 w 1771650"/>
                <a:gd name="connsiteY19" fmla="*/ 1367314 h 1371600"/>
                <a:gd name="connsiteX20" fmla="*/ 1451134 w 1771650"/>
                <a:gd name="connsiteY20" fmla="*/ 1367314 h 1371600"/>
                <a:gd name="connsiteX21" fmla="*/ 1512094 w 1771650"/>
                <a:gd name="connsiteY21" fmla="*/ 1306354 h 1371600"/>
                <a:gd name="connsiteX22" fmla="*/ 1512094 w 1771650"/>
                <a:gd name="connsiteY22" fmla="*/ 1058704 h 1371600"/>
                <a:gd name="connsiteX23" fmla="*/ 1451134 w 1771650"/>
                <a:gd name="connsiteY23" fmla="*/ 997744 h 1371600"/>
                <a:gd name="connsiteX24" fmla="*/ 1382554 w 1771650"/>
                <a:gd name="connsiteY24" fmla="*/ 997744 h 1371600"/>
                <a:gd name="connsiteX25" fmla="*/ 1382554 w 1771650"/>
                <a:gd name="connsiteY25" fmla="*/ 872014 h 1371600"/>
                <a:gd name="connsiteX26" fmla="*/ 1550194 w 1771650"/>
                <a:gd name="connsiteY26" fmla="*/ 872014 h 1371600"/>
                <a:gd name="connsiteX27" fmla="*/ 1611154 w 1771650"/>
                <a:gd name="connsiteY27" fmla="*/ 811054 h 1371600"/>
                <a:gd name="connsiteX28" fmla="*/ 1611154 w 1771650"/>
                <a:gd name="connsiteY28" fmla="*/ 624364 h 1371600"/>
                <a:gd name="connsiteX29" fmla="*/ 1706404 w 1771650"/>
                <a:gd name="connsiteY29" fmla="*/ 624364 h 1371600"/>
                <a:gd name="connsiteX30" fmla="*/ 1767364 w 1771650"/>
                <a:gd name="connsiteY30" fmla="*/ 563404 h 1371600"/>
                <a:gd name="connsiteX31" fmla="*/ 1767364 w 1771650"/>
                <a:gd name="connsiteY31" fmla="*/ 315754 h 1371600"/>
                <a:gd name="connsiteX32" fmla="*/ 1706404 w 1771650"/>
                <a:gd name="connsiteY32" fmla="*/ 254794 h 1371600"/>
                <a:gd name="connsiteX33" fmla="*/ 403384 w 1771650"/>
                <a:gd name="connsiteY33" fmla="*/ 132874 h 1371600"/>
                <a:gd name="connsiteX34" fmla="*/ 1534954 w 1771650"/>
                <a:gd name="connsiteY34" fmla="*/ 132874 h 1371600"/>
                <a:gd name="connsiteX35" fmla="*/ 1534954 w 1771650"/>
                <a:gd name="connsiteY35" fmla="*/ 258604 h 1371600"/>
                <a:gd name="connsiteX36" fmla="*/ 452914 w 1771650"/>
                <a:gd name="connsiteY36" fmla="*/ 258604 h 1371600"/>
                <a:gd name="connsiteX37" fmla="*/ 403384 w 1771650"/>
                <a:gd name="connsiteY37" fmla="*/ 258604 h 1371600"/>
                <a:gd name="connsiteX38" fmla="*/ 403384 w 1771650"/>
                <a:gd name="connsiteY38" fmla="*/ 132874 h 1371600"/>
                <a:gd name="connsiteX39" fmla="*/ 129064 w 1771650"/>
                <a:gd name="connsiteY39" fmla="*/ 993934 h 1371600"/>
                <a:gd name="connsiteX40" fmla="*/ 129064 w 1771650"/>
                <a:gd name="connsiteY40" fmla="*/ 868204 h 1371600"/>
                <a:gd name="connsiteX41" fmla="*/ 296704 w 1771650"/>
                <a:gd name="connsiteY41" fmla="*/ 868204 h 1371600"/>
                <a:gd name="connsiteX42" fmla="*/ 1260634 w 1771650"/>
                <a:gd name="connsiteY42" fmla="*/ 868204 h 1371600"/>
                <a:gd name="connsiteX43" fmla="*/ 1260634 w 1771650"/>
                <a:gd name="connsiteY43" fmla="*/ 993934 h 1371600"/>
                <a:gd name="connsiteX44" fmla="*/ 197644 w 1771650"/>
                <a:gd name="connsiteY44" fmla="*/ 993934 h 1371600"/>
                <a:gd name="connsiteX45" fmla="*/ 129064 w 1771650"/>
                <a:gd name="connsiteY45" fmla="*/ 993934 h 1371600"/>
                <a:gd name="connsiteX46" fmla="*/ 1390174 w 1771650"/>
                <a:gd name="connsiteY46" fmla="*/ 1115854 h 1371600"/>
                <a:gd name="connsiteX47" fmla="*/ 1390174 w 1771650"/>
                <a:gd name="connsiteY47" fmla="*/ 1241584 h 1371600"/>
                <a:gd name="connsiteX48" fmla="*/ 1390174 w 1771650"/>
                <a:gd name="connsiteY48" fmla="*/ 1241584 h 1371600"/>
                <a:gd name="connsiteX49" fmla="*/ 258604 w 1771650"/>
                <a:gd name="connsiteY49" fmla="*/ 1241584 h 1371600"/>
                <a:gd name="connsiteX50" fmla="*/ 258604 w 1771650"/>
                <a:gd name="connsiteY50" fmla="*/ 1115854 h 1371600"/>
                <a:gd name="connsiteX51" fmla="*/ 1321594 w 1771650"/>
                <a:gd name="connsiteY51" fmla="*/ 1115854 h 1371600"/>
                <a:gd name="connsiteX52" fmla="*/ 1390174 w 1771650"/>
                <a:gd name="connsiteY52" fmla="*/ 1115854 h 1371600"/>
                <a:gd name="connsiteX53" fmla="*/ 1489234 w 1771650"/>
                <a:gd name="connsiteY53" fmla="*/ 750094 h 1371600"/>
                <a:gd name="connsiteX54" fmla="*/ 1321594 w 1771650"/>
                <a:gd name="connsiteY54" fmla="*/ 750094 h 1371600"/>
                <a:gd name="connsiteX55" fmla="*/ 357664 w 1771650"/>
                <a:gd name="connsiteY55" fmla="*/ 750094 h 1371600"/>
                <a:gd name="connsiteX56" fmla="*/ 357664 w 1771650"/>
                <a:gd name="connsiteY56" fmla="*/ 624364 h 1371600"/>
                <a:gd name="connsiteX57" fmla="*/ 452914 w 1771650"/>
                <a:gd name="connsiteY57" fmla="*/ 624364 h 1371600"/>
                <a:gd name="connsiteX58" fmla="*/ 1489234 w 1771650"/>
                <a:gd name="connsiteY58" fmla="*/ 624364 h 1371600"/>
                <a:gd name="connsiteX59" fmla="*/ 1489234 w 1771650"/>
                <a:gd name="connsiteY59" fmla="*/ 750094 h 1371600"/>
                <a:gd name="connsiteX60" fmla="*/ 1645444 w 1771650"/>
                <a:gd name="connsiteY60" fmla="*/ 502444 h 1371600"/>
                <a:gd name="connsiteX61" fmla="*/ 1550194 w 1771650"/>
                <a:gd name="connsiteY61" fmla="*/ 502444 h 1371600"/>
                <a:gd name="connsiteX62" fmla="*/ 513874 w 1771650"/>
                <a:gd name="connsiteY62" fmla="*/ 502444 h 1371600"/>
                <a:gd name="connsiteX63" fmla="*/ 513874 w 1771650"/>
                <a:gd name="connsiteY63" fmla="*/ 376714 h 1371600"/>
                <a:gd name="connsiteX64" fmla="*/ 1595914 w 1771650"/>
                <a:gd name="connsiteY64" fmla="*/ 376714 h 1371600"/>
                <a:gd name="connsiteX65" fmla="*/ 1645444 w 1771650"/>
                <a:gd name="connsiteY65" fmla="*/ 376714 h 1371600"/>
                <a:gd name="connsiteX66" fmla="*/ 1645444 w 1771650"/>
                <a:gd name="connsiteY66" fmla="*/ 502444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771650" h="1371600">
                  <a:moveTo>
                    <a:pt x="1706404" y="254794"/>
                  </a:moveTo>
                  <a:lnTo>
                    <a:pt x="1656874" y="254794"/>
                  </a:lnTo>
                  <a:lnTo>
                    <a:pt x="1656874" y="68104"/>
                  </a:lnTo>
                  <a:cubicBezTo>
                    <a:pt x="1656874" y="33814"/>
                    <a:pt x="1630204" y="7144"/>
                    <a:pt x="1595914" y="7144"/>
                  </a:cubicBezTo>
                  <a:lnTo>
                    <a:pt x="342424" y="7144"/>
                  </a:lnTo>
                  <a:cubicBezTo>
                    <a:pt x="308134" y="7144"/>
                    <a:pt x="281464" y="33814"/>
                    <a:pt x="281464" y="68104"/>
                  </a:cubicBezTo>
                  <a:lnTo>
                    <a:pt x="281464" y="315754"/>
                  </a:lnTo>
                  <a:cubicBezTo>
                    <a:pt x="281464" y="350044"/>
                    <a:pt x="308134" y="376714"/>
                    <a:pt x="342424" y="376714"/>
                  </a:cubicBezTo>
                  <a:lnTo>
                    <a:pt x="391954" y="376714"/>
                  </a:lnTo>
                  <a:lnTo>
                    <a:pt x="391954" y="502444"/>
                  </a:lnTo>
                  <a:lnTo>
                    <a:pt x="296704" y="502444"/>
                  </a:lnTo>
                  <a:cubicBezTo>
                    <a:pt x="262414" y="502444"/>
                    <a:pt x="235744" y="529114"/>
                    <a:pt x="235744" y="563404"/>
                  </a:cubicBezTo>
                  <a:lnTo>
                    <a:pt x="235744" y="750094"/>
                  </a:lnTo>
                  <a:lnTo>
                    <a:pt x="68104" y="750094"/>
                  </a:lnTo>
                  <a:cubicBezTo>
                    <a:pt x="33814" y="750094"/>
                    <a:pt x="7144" y="776764"/>
                    <a:pt x="7144" y="811054"/>
                  </a:cubicBezTo>
                  <a:lnTo>
                    <a:pt x="7144" y="1058704"/>
                  </a:lnTo>
                  <a:cubicBezTo>
                    <a:pt x="7144" y="1092994"/>
                    <a:pt x="33814" y="1119664"/>
                    <a:pt x="68104" y="1119664"/>
                  </a:cubicBezTo>
                  <a:lnTo>
                    <a:pt x="136684" y="1119664"/>
                  </a:lnTo>
                  <a:lnTo>
                    <a:pt x="136684" y="1306354"/>
                  </a:lnTo>
                  <a:cubicBezTo>
                    <a:pt x="136684" y="1340644"/>
                    <a:pt x="163354" y="1367314"/>
                    <a:pt x="197644" y="1367314"/>
                  </a:cubicBezTo>
                  <a:lnTo>
                    <a:pt x="1451134" y="1367314"/>
                  </a:lnTo>
                  <a:cubicBezTo>
                    <a:pt x="1485424" y="1367314"/>
                    <a:pt x="1512094" y="1340644"/>
                    <a:pt x="1512094" y="1306354"/>
                  </a:cubicBezTo>
                  <a:lnTo>
                    <a:pt x="1512094" y="1058704"/>
                  </a:lnTo>
                  <a:cubicBezTo>
                    <a:pt x="1512094" y="1024414"/>
                    <a:pt x="1485424" y="997744"/>
                    <a:pt x="1451134" y="997744"/>
                  </a:cubicBezTo>
                  <a:lnTo>
                    <a:pt x="1382554" y="997744"/>
                  </a:lnTo>
                  <a:lnTo>
                    <a:pt x="1382554" y="872014"/>
                  </a:lnTo>
                  <a:lnTo>
                    <a:pt x="1550194" y="872014"/>
                  </a:lnTo>
                  <a:cubicBezTo>
                    <a:pt x="1584484" y="872014"/>
                    <a:pt x="1611154" y="845344"/>
                    <a:pt x="1611154" y="811054"/>
                  </a:cubicBezTo>
                  <a:lnTo>
                    <a:pt x="1611154" y="624364"/>
                  </a:lnTo>
                  <a:lnTo>
                    <a:pt x="1706404" y="624364"/>
                  </a:lnTo>
                  <a:cubicBezTo>
                    <a:pt x="1740694" y="624364"/>
                    <a:pt x="1767364" y="597694"/>
                    <a:pt x="1767364" y="563404"/>
                  </a:cubicBezTo>
                  <a:lnTo>
                    <a:pt x="1767364" y="315754"/>
                  </a:lnTo>
                  <a:cubicBezTo>
                    <a:pt x="1767364" y="285274"/>
                    <a:pt x="1740694" y="254794"/>
                    <a:pt x="1706404" y="254794"/>
                  </a:cubicBezTo>
                  <a:close/>
                  <a:moveTo>
                    <a:pt x="403384" y="132874"/>
                  </a:moveTo>
                  <a:lnTo>
                    <a:pt x="1534954" y="132874"/>
                  </a:lnTo>
                  <a:lnTo>
                    <a:pt x="1534954" y="258604"/>
                  </a:lnTo>
                  <a:lnTo>
                    <a:pt x="452914" y="258604"/>
                  </a:lnTo>
                  <a:lnTo>
                    <a:pt x="403384" y="258604"/>
                  </a:lnTo>
                  <a:lnTo>
                    <a:pt x="403384" y="132874"/>
                  </a:lnTo>
                  <a:close/>
                  <a:moveTo>
                    <a:pt x="129064" y="993934"/>
                  </a:moveTo>
                  <a:lnTo>
                    <a:pt x="129064" y="868204"/>
                  </a:lnTo>
                  <a:lnTo>
                    <a:pt x="296704" y="868204"/>
                  </a:lnTo>
                  <a:lnTo>
                    <a:pt x="1260634" y="868204"/>
                  </a:lnTo>
                  <a:lnTo>
                    <a:pt x="1260634" y="993934"/>
                  </a:lnTo>
                  <a:lnTo>
                    <a:pt x="197644" y="993934"/>
                  </a:lnTo>
                  <a:lnTo>
                    <a:pt x="129064" y="993934"/>
                  </a:lnTo>
                  <a:close/>
                  <a:moveTo>
                    <a:pt x="1390174" y="1115854"/>
                  </a:moveTo>
                  <a:lnTo>
                    <a:pt x="1390174" y="1241584"/>
                  </a:lnTo>
                  <a:lnTo>
                    <a:pt x="1390174" y="1241584"/>
                  </a:lnTo>
                  <a:lnTo>
                    <a:pt x="258604" y="1241584"/>
                  </a:lnTo>
                  <a:lnTo>
                    <a:pt x="258604" y="1115854"/>
                  </a:lnTo>
                  <a:lnTo>
                    <a:pt x="1321594" y="1115854"/>
                  </a:lnTo>
                  <a:lnTo>
                    <a:pt x="1390174" y="1115854"/>
                  </a:lnTo>
                  <a:close/>
                  <a:moveTo>
                    <a:pt x="1489234" y="750094"/>
                  </a:moveTo>
                  <a:lnTo>
                    <a:pt x="1321594" y="750094"/>
                  </a:lnTo>
                  <a:lnTo>
                    <a:pt x="357664" y="750094"/>
                  </a:lnTo>
                  <a:lnTo>
                    <a:pt x="357664" y="624364"/>
                  </a:lnTo>
                  <a:lnTo>
                    <a:pt x="452914" y="624364"/>
                  </a:lnTo>
                  <a:lnTo>
                    <a:pt x="1489234" y="624364"/>
                  </a:lnTo>
                  <a:lnTo>
                    <a:pt x="1489234" y="750094"/>
                  </a:lnTo>
                  <a:close/>
                  <a:moveTo>
                    <a:pt x="1645444" y="502444"/>
                  </a:moveTo>
                  <a:lnTo>
                    <a:pt x="1550194" y="502444"/>
                  </a:lnTo>
                  <a:lnTo>
                    <a:pt x="513874" y="502444"/>
                  </a:lnTo>
                  <a:lnTo>
                    <a:pt x="513874" y="376714"/>
                  </a:lnTo>
                  <a:lnTo>
                    <a:pt x="1595914" y="376714"/>
                  </a:lnTo>
                  <a:lnTo>
                    <a:pt x="1645444" y="376714"/>
                  </a:lnTo>
                  <a:lnTo>
                    <a:pt x="1645444" y="5024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0AE502E0-3FAB-4064-9F20-8A8C38CC489E}"/>
                </a:ext>
              </a:extLst>
            </p:cNvPr>
            <p:cNvSpPr/>
            <p:nvPr/>
          </p:nvSpPr>
          <p:spPr>
            <a:xfrm>
              <a:off x="6350794" y="2709386"/>
              <a:ext cx="466725" cy="923925"/>
            </a:xfrm>
            <a:custGeom>
              <a:avLst/>
              <a:gdLst>
                <a:gd name="connsiteX0" fmla="*/ 68104 w 466725"/>
                <a:gd name="connsiteY0" fmla="*/ 803434 h 923925"/>
                <a:gd name="connsiteX1" fmla="*/ 102394 w 466725"/>
                <a:gd name="connsiteY1" fmla="*/ 814864 h 923925"/>
                <a:gd name="connsiteX2" fmla="*/ 140494 w 466725"/>
                <a:gd name="connsiteY2" fmla="*/ 822484 h 923925"/>
                <a:gd name="connsiteX3" fmla="*/ 178594 w 466725"/>
                <a:gd name="connsiteY3" fmla="*/ 830104 h 923925"/>
                <a:gd name="connsiteX4" fmla="*/ 186214 w 466725"/>
                <a:gd name="connsiteY4" fmla="*/ 830104 h 923925"/>
                <a:gd name="connsiteX5" fmla="*/ 186214 w 466725"/>
                <a:gd name="connsiteY5" fmla="*/ 902494 h 923925"/>
                <a:gd name="connsiteX6" fmla="*/ 186214 w 466725"/>
                <a:gd name="connsiteY6" fmla="*/ 925354 h 923925"/>
                <a:gd name="connsiteX7" fmla="*/ 209074 w 466725"/>
                <a:gd name="connsiteY7" fmla="*/ 925354 h 923925"/>
                <a:gd name="connsiteX8" fmla="*/ 277654 w 466725"/>
                <a:gd name="connsiteY8" fmla="*/ 925354 h 923925"/>
                <a:gd name="connsiteX9" fmla="*/ 300514 w 466725"/>
                <a:gd name="connsiteY9" fmla="*/ 925354 h 923925"/>
                <a:gd name="connsiteX10" fmla="*/ 300514 w 466725"/>
                <a:gd name="connsiteY10" fmla="*/ 902494 h 923925"/>
                <a:gd name="connsiteX11" fmla="*/ 300514 w 466725"/>
                <a:gd name="connsiteY11" fmla="*/ 826294 h 923925"/>
                <a:gd name="connsiteX12" fmla="*/ 308134 w 466725"/>
                <a:gd name="connsiteY12" fmla="*/ 826294 h 923925"/>
                <a:gd name="connsiteX13" fmla="*/ 353854 w 466725"/>
                <a:gd name="connsiteY13" fmla="*/ 807244 h 923925"/>
                <a:gd name="connsiteX14" fmla="*/ 391954 w 466725"/>
                <a:gd name="connsiteY14" fmla="*/ 780574 h 923925"/>
                <a:gd name="connsiteX15" fmla="*/ 422434 w 466725"/>
                <a:gd name="connsiteY15" fmla="*/ 746284 h 923925"/>
                <a:gd name="connsiteX16" fmla="*/ 445294 w 466725"/>
                <a:gd name="connsiteY16" fmla="*/ 708184 h 923925"/>
                <a:gd name="connsiteX17" fmla="*/ 460534 w 466725"/>
                <a:gd name="connsiteY17" fmla="*/ 662464 h 923925"/>
                <a:gd name="connsiteX18" fmla="*/ 464344 w 466725"/>
                <a:gd name="connsiteY18" fmla="*/ 616744 h 923925"/>
                <a:gd name="connsiteX19" fmla="*/ 460534 w 466725"/>
                <a:gd name="connsiteY19" fmla="*/ 578644 h 923925"/>
                <a:gd name="connsiteX20" fmla="*/ 449104 w 466725"/>
                <a:gd name="connsiteY20" fmla="*/ 540544 h 923925"/>
                <a:gd name="connsiteX21" fmla="*/ 430054 w 466725"/>
                <a:gd name="connsiteY21" fmla="*/ 510064 h 923925"/>
                <a:gd name="connsiteX22" fmla="*/ 403384 w 466725"/>
                <a:gd name="connsiteY22" fmla="*/ 483394 h 923925"/>
                <a:gd name="connsiteX23" fmla="*/ 372904 w 466725"/>
                <a:gd name="connsiteY23" fmla="*/ 456724 h 923925"/>
                <a:gd name="connsiteX24" fmla="*/ 338614 w 466725"/>
                <a:gd name="connsiteY24" fmla="*/ 433864 h 923925"/>
                <a:gd name="connsiteX25" fmla="*/ 300514 w 466725"/>
                <a:gd name="connsiteY25" fmla="*/ 414814 h 923925"/>
                <a:gd name="connsiteX26" fmla="*/ 258604 w 466725"/>
                <a:gd name="connsiteY26" fmla="*/ 399574 h 923925"/>
                <a:gd name="connsiteX27" fmla="*/ 235744 w 466725"/>
                <a:gd name="connsiteY27" fmla="*/ 391954 h 923925"/>
                <a:gd name="connsiteX28" fmla="*/ 216694 w 466725"/>
                <a:gd name="connsiteY28" fmla="*/ 384334 h 923925"/>
                <a:gd name="connsiteX29" fmla="*/ 197644 w 466725"/>
                <a:gd name="connsiteY29" fmla="*/ 372904 h 923925"/>
                <a:gd name="connsiteX30" fmla="*/ 182404 w 466725"/>
                <a:gd name="connsiteY30" fmla="*/ 357664 h 923925"/>
                <a:gd name="connsiteX31" fmla="*/ 170974 w 466725"/>
                <a:gd name="connsiteY31" fmla="*/ 338614 h 923925"/>
                <a:gd name="connsiteX32" fmla="*/ 167164 w 466725"/>
                <a:gd name="connsiteY32" fmla="*/ 315754 h 923925"/>
                <a:gd name="connsiteX33" fmla="*/ 167164 w 466725"/>
                <a:gd name="connsiteY33" fmla="*/ 292894 h 923925"/>
                <a:gd name="connsiteX34" fmla="*/ 174784 w 466725"/>
                <a:gd name="connsiteY34" fmla="*/ 273844 h 923925"/>
                <a:gd name="connsiteX35" fmla="*/ 186214 w 466725"/>
                <a:gd name="connsiteY35" fmla="*/ 254794 h 923925"/>
                <a:gd name="connsiteX36" fmla="*/ 201454 w 466725"/>
                <a:gd name="connsiteY36" fmla="*/ 239554 h 923925"/>
                <a:gd name="connsiteX37" fmla="*/ 224314 w 466725"/>
                <a:gd name="connsiteY37" fmla="*/ 228124 h 923925"/>
                <a:gd name="connsiteX38" fmla="*/ 250984 w 466725"/>
                <a:gd name="connsiteY38" fmla="*/ 224314 h 923925"/>
                <a:gd name="connsiteX39" fmla="*/ 266224 w 466725"/>
                <a:gd name="connsiteY39" fmla="*/ 224314 h 923925"/>
                <a:gd name="connsiteX40" fmla="*/ 281464 w 466725"/>
                <a:gd name="connsiteY40" fmla="*/ 224314 h 923925"/>
                <a:gd name="connsiteX41" fmla="*/ 308134 w 466725"/>
                <a:gd name="connsiteY41" fmla="*/ 228124 h 923925"/>
                <a:gd name="connsiteX42" fmla="*/ 334804 w 466725"/>
                <a:gd name="connsiteY42" fmla="*/ 231934 h 923925"/>
                <a:gd name="connsiteX43" fmla="*/ 353854 w 466725"/>
                <a:gd name="connsiteY43" fmla="*/ 235744 h 923925"/>
                <a:gd name="connsiteX44" fmla="*/ 372904 w 466725"/>
                <a:gd name="connsiteY44" fmla="*/ 239554 h 923925"/>
                <a:gd name="connsiteX45" fmla="*/ 399574 w 466725"/>
                <a:gd name="connsiteY45" fmla="*/ 247174 h 923925"/>
                <a:gd name="connsiteX46" fmla="*/ 403384 w 466725"/>
                <a:gd name="connsiteY46" fmla="*/ 220504 h 923925"/>
                <a:gd name="connsiteX47" fmla="*/ 414814 w 466725"/>
                <a:gd name="connsiteY47" fmla="*/ 140494 h 923925"/>
                <a:gd name="connsiteX48" fmla="*/ 418624 w 466725"/>
                <a:gd name="connsiteY48" fmla="*/ 121444 h 923925"/>
                <a:gd name="connsiteX49" fmla="*/ 399574 w 466725"/>
                <a:gd name="connsiteY49" fmla="*/ 113824 h 923925"/>
                <a:gd name="connsiteX50" fmla="*/ 380524 w 466725"/>
                <a:gd name="connsiteY50" fmla="*/ 110014 h 923925"/>
                <a:gd name="connsiteX51" fmla="*/ 361474 w 466725"/>
                <a:gd name="connsiteY51" fmla="*/ 106204 h 923925"/>
                <a:gd name="connsiteX52" fmla="*/ 338614 w 466725"/>
                <a:gd name="connsiteY52" fmla="*/ 102394 h 923925"/>
                <a:gd name="connsiteX53" fmla="*/ 315754 w 466725"/>
                <a:gd name="connsiteY53" fmla="*/ 98584 h 923925"/>
                <a:gd name="connsiteX54" fmla="*/ 308134 w 466725"/>
                <a:gd name="connsiteY54" fmla="*/ 98584 h 923925"/>
                <a:gd name="connsiteX55" fmla="*/ 308134 w 466725"/>
                <a:gd name="connsiteY55" fmla="*/ 30004 h 923925"/>
                <a:gd name="connsiteX56" fmla="*/ 308134 w 466725"/>
                <a:gd name="connsiteY56" fmla="*/ 7144 h 923925"/>
                <a:gd name="connsiteX57" fmla="*/ 277654 w 466725"/>
                <a:gd name="connsiteY57" fmla="*/ 7144 h 923925"/>
                <a:gd name="connsiteX58" fmla="*/ 209074 w 466725"/>
                <a:gd name="connsiteY58" fmla="*/ 7144 h 923925"/>
                <a:gd name="connsiteX59" fmla="*/ 186214 w 466725"/>
                <a:gd name="connsiteY59" fmla="*/ 7144 h 923925"/>
                <a:gd name="connsiteX60" fmla="*/ 186214 w 466725"/>
                <a:gd name="connsiteY60" fmla="*/ 30004 h 923925"/>
                <a:gd name="connsiteX61" fmla="*/ 186214 w 466725"/>
                <a:gd name="connsiteY61" fmla="*/ 106204 h 923925"/>
                <a:gd name="connsiteX62" fmla="*/ 178594 w 466725"/>
                <a:gd name="connsiteY62" fmla="*/ 106204 h 923925"/>
                <a:gd name="connsiteX63" fmla="*/ 136684 w 466725"/>
                <a:gd name="connsiteY63" fmla="*/ 125254 h 923925"/>
                <a:gd name="connsiteX64" fmla="*/ 98584 w 466725"/>
                <a:gd name="connsiteY64" fmla="*/ 151924 h 923925"/>
                <a:gd name="connsiteX65" fmla="*/ 68104 w 466725"/>
                <a:gd name="connsiteY65" fmla="*/ 186214 h 923925"/>
                <a:gd name="connsiteX66" fmla="*/ 45244 w 466725"/>
                <a:gd name="connsiteY66" fmla="*/ 224314 h 923925"/>
                <a:gd name="connsiteX67" fmla="*/ 30004 w 466725"/>
                <a:gd name="connsiteY67" fmla="*/ 270034 h 923925"/>
                <a:gd name="connsiteX68" fmla="*/ 26194 w 466725"/>
                <a:gd name="connsiteY68" fmla="*/ 319564 h 923925"/>
                <a:gd name="connsiteX69" fmla="*/ 30004 w 466725"/>
                <a:gd name="connsiteY69" fmla="*/ 357664 h 923925"/>
                <a:gd name="connsiteX70" fmla="*/ 41434 w 466725"/>
                <a:gd name="connsiteY70" fmla="*/ 395764 h 923925"/>
                <a:gd name="connsiteX71" fmla="*/ 60484 w 466725"/>
                <a:gd name="connsiteY71" fmla="*/ 426244 h 923925"/>
                <a:gd name="connsiteX72" fmla="*/ 87154 w 466725"/>
                <a:gd name="connsiteY72" fmla="*/ 452914 h 923925"/>
                <a:gd name="connsiteX73" fmla="*/ 117634 w 466725"/>
                <a:gd name="connsiteY73" fmla="*/ 475774 h 923925"/>
                <a:gd name="connsiteX74" fmla="*/ 155734 w 466725"/>
                <a:gd name="connsiteY74" fmla="*/ 498634 h 923925"/>
                <a:gd name="connsiteX75" fmla="*/ 197644 w 466725"/>
                <a:gd name="connsiteY75" fmla="*/ 517684 h 923925"/>
                <a:gd name="connsiteX76" fmla="*/ 239554 w 466725"/>
                <a:gd name="connsiteY76" fmla="*/ 532924 h 923925"/>
                <a:gd name="connsiteX77" fmla="*/ 258604 w 466725"/>
                <a:gd name="connsiteY77" fmla="*/ 540544 h 923925"/>
                <a:gd name="connsiteX78" fmla="*/ 277654 w 466725"/>
                <a:gd name="connsiteY78" fmla="*/ 551974 h 923925"/>
                <a:gd name="connsiteX79" fmla="*/ 292894 w 466725"/>
                <a:gd name="connsiteY79" fmla="*/ 563404 h 923925"/>
                <a:gd name="connsiteX80" fmla="*/ 304324 w 466725"/>
                <a:gd name="connsiteY80" fmla="*/ 578644 h 923925"/>
                <a:gd name="connsiteX81" fmla="*/ 311944 w 466725"/>
                <a:gd name="connsiteY81" fmla="*/ 597694 h 923925"/>
                <a:gd name="connsiteX82" fmla="*/ 315754 w 466725"/>
                <a:gd name="connsiteY82" fmla="*/ 620554 h 923925"/>
                <a:gd name="connsiteX83" fmla="*/ 315754 w 466725"/>
                <a:gd name="connsiteY83" fmla="*/ 643414 h 923925"/>
                <a:gd name="connsiteX84" fmla="*/ 308134 w 466725"/>
                <a:gd name="connsiteY84" fmla="*/ 662464 h 923925"/>
                <a:gd name="connsiteX85" fmla="*/ 292894 w 466725"/>
                <a:gd name="connsiteY85" fmla="*/ 677704 h 923925"/>
                <a:gd name="connsiteX86" fmla="*/ 273844 w 466725"/>
                <a:gd name="connsiteY86" fmla="*/ 689134 h 923925"/>
                <a:gd name="connsiteX87" fmla="*/ 254794 w 466725"/>
                <a:gd name="connsiteY87" fmla="*/ 696754 h 923925"/>
                <a:gd name="connsiteX88" fmla="*/ 231934 w 466725"/>
                <a:gd name="connsiteY88" fmla="*/ 700564 h 923925"/>
                <a:gd name="connsiteX89" fmla="*/ 212884 w 466725"/>
                <a:gd name="connsiteY89" fmla="*/ 700564 h 923925"/>
                <a:gd name="connsiteX90" fmla="*/ 193834 w 466725"/>
                <a:gd name="connsiteY90" fmla="*/ 700564 h 923925"/>
                <a:gd name="connsiteX91" fmla="*/ 167164 w 466725"/>
                <a:gd name="connsiteY91" fmla="*/ 696754 h 923925"/>
                <a:gd name="connsiteX92" fmla="*/ 140494 w 466725"/>
                <a:gd name="connsiteY92" fmla="*/ 692944 h 923925"/>
                <a:gd name="connsiteX93" fmla="*/ 110014 w 466725"/>
                <a:gd name="connsiteY93" fmla="*/ 685324 h 923925"/>
                <a:gd name="connsiteX94" fmla="*/ 79534 w 466725"/>
                <a:gd name="connsiteY94" fmla="*/ 673894 h 923925"/>
                <a:gd name="connsiteX95" fmla="*/ 68104 w 466725"/>
                <a:gd name="connsiteY95" fmla="*/ 670084 h 923925"/>
                <a:gd name="connsiteX96" fmla="*/ 56674 w 466725"/>
                <a:gd name="connsiteY96" fmla="*/ 662464 h 923925"/>
                <a:gd name="connsiteX97" fmla="*/ 26194 w 466725"/>
                <a:gd name="connsiteY97" fmla="*/ 647224 h 923925"/>
                <a:gd name="connsiteX98" fmla="*/ 22384 w 466725"/>
                <a:gd name="connsiteY98" fmla="*/ 677704 h 923925"/>
                <a:gd name="connsiteX99" fmla="*/ 10954 w 466725"/>
                <a:gd name="connsiteY99" fmla="*/ 765334 h 923925"/>
                <a:gd name="connsiteX100" fmla="*/ 7144 w 466725"/>
                <a:gd name="connsiteY100" fmla="*/ 780574 h 923925"/>
                <a:gd name="connsiteX101" fmla="*/ 22384 w 466725"/>
                <a:gd name="connsiteY101" fmla="*/ 788194 h 923925"/>
                <a:gd name="connsiteX102" fmla="*/ 68104 w 466725"/>
                <a:gd name="connsiteY102" fmla="*/ 803434 h 923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466725" h="923925">
                  <a:moveTo>
                    <a:pt x="68104" y="803434"/>
                  </a:moveTo>
                  <a:cubicBezTo>
                    <a:pt x="79534" y="807244"/>
                    <a:pt x="90964" y="811054"/>
                    <a:pt x="102394" y="814864"/>
                  </a:cubicBezTo>
                  <a:cubicBezTo>
                    <a:pt x="113824" y="818674"/>
                    <a:pt x="125254" y="822484"/>
                    <a:pt x="140494" y="822484"/>
                  </a:cubicBezTo>
                  <a:cubicBezTo>
                    <a:pt x="151924" y="826294"/>
                    <a:pt x="167164" y="826294"/>
                    <a:pt x="178594" y="830104"/>
                  </a:cubicBezTo>
                  <a:lnTo>
                    <a:pt x="186214" y="830104"/>
                  </a:lnTo>
                  <a:lnTo>
                    <a:pt x="186214" y="902494"/>
                  </a:lnTo>
                  <a:lnTo>
                    <a:pt x="186214" y="925354"/>
                  </a:lnTo>
                  <a:lnTo>
                    <a:pt x="209074" y="925354"/>
                  </a:lnTo>
                  <a:lnTo>
                    <a:pt x="277654" y="925354"/>
                  </a:lnTo>
                  <a:lnTo>
                    <a:pt x="300514" y="925354"/>
                  </a:lnTo>
                  <a:lnTo>
                    <a:pt x="300514" y="902494"/>
                  </a:lnTo>
                  <a:lnTo>
                    <a:pt x="300514" y="826294"/>
                  </a:lnTo>
                  <a:lnTo>
                    <a:pt x="308134" y="826294"/>
                  </a:lnTo>
                  <a:cubicBezTo>
                    <a:pt x="323374" y="822484"/>
                    <a:pt x="338614" y="814864"/>
                    <a:pt x="353854" y="807244"/>
                  </a:cubicBezTo>
                  <a:cubicBezTo>
                    <a:pt x="369094" y="799624"/>
                    <a:pt x="380524" y="792004"/>
                    <a:pt x="391954" y="780574"/>
                  </a:cubicBezTo>
                  <a:cubicBezTo>
                    <a:pt x="403384" y="769144"/>
                    <a:pt x="414814" y="757714"/>
                    <a:pt x="422434" y="746284"/>
                  </a:cubicBezTo>
                  <a:cubicBezTo>
                    <a:pt x="430054" y="734854"/>
                    <a:pt x="437674" y="719614"/>
                    <a:pt x="445294" y="708184"/>
                  </a:cubicBezTo>
                  <a:cubicBezTo>
                    <a:pt x="452914" y="692944"/>
                    <a:pt x="456724" y="677704"/>
                    <a:pt x="460534" y="662464"/>
                  </a:cubicBezTo>
                  <a:cubicBezTo>
                    <a:pt x="464344" y="647224"/>
                    <a:pt x="464344" y="631984"/>
                    <a:pt x="464344" y="616744"/>
                  </a:cubicBezTo>
                  <a:cubicBezTo>
                    <a:pt x="464344" y="605314"/>
                    <a:pt x="464344" y="590074"/>
                    <a:pt x="460534" y="578644"/>
                  </a:cubicBezTo>
                  <a:cubicBezTo>
                    <a:pt x="456724" y="567214"/>
                    <a:pt x="452914" y="551974"/>
                    <a:pt x="449104" y="540544"/>
                  </a:cubicBezTo>
                  <a:cubicBezTo>
                    <a:pt x="445294" y="529114"/>
                    <a:pt x="437674" y="517684"/>
                    <a:pt x="430054" y="510064"/>
                  </a:cubicBezTo>
                  <a:cubicBezTo>
                    <a:pt x="422434" y="498634"/>
                    <a:pt x="414814" y="491014"/>
                    <a:pt x="403384" y="483394"/>
                  </a:cubicBezTo>
                  <a:cubicBezTo>
                    <a:pt x="391954" y="475774"/>
                    <a:pt x="384334" y="464344"/>
                    <a:pt x="372904" y="456724"/>
                  </a:cubicBezTo>
                  <a:cubicBezTo>
                    <a:pt x="361474" y="449104"/>
                    <a:pt x="350044" y="441484"/>
                    <a:pt x="338614" y="433864"/>
                  </a:cubicBezTo>
                  <a:cubicBezTo>
                    <a:pt x="327184" y="426244"/>
                    <a:pt x="311944" y="418624"/>
                    <a:pt x="300514" y="414814"/>
                  </a:cubicBezTo>
                  <a:cubicBezTo>
                    <a:pt x="285274" y="407194"/>
                    <a:pt x="273844" y="403384"/>
                    <a:pt x="258604" y="399574"/>
                  </a:cubicBezTo>
                  <a:cubicBezTo>
                    <a:pt x="250984" y="395764"/>
                    <a:pt x="243364" y="395764"/>
                    <a:pt x="235744" y="391954"/>
                  </a:cubicBezTo>
                  <a:cubicBezTo>
                    <a:pt x="228124" y="388144"/>
                    <a:pt x="220504" y="384334"/>
                    <a:pt x="216694" y="384334"/>
                  </a:cubicBezTo>
                  <a:cubicBezTo>
                    <a:pt x="209074" y="380524"/>
                    <a:pt x="205264" y="376714"/>
                    <a:pt x="197644" y="372904"/>
                  </a:cubicBezTo>
                  <a:cubicBezTo>
                    <a:pt x="193834" y="369094"/>
                    <a:pt x="186214" y="365284"/>
                    <a:pt x="182404" y="357664"/>
                  </a:cubicBezTo>
                  <a:cubicBezTo>
                    <a:pt x="178594" y="353854"/>
                    <a:pt x="174784" y="346234"/>
                    <a:pt x="170974" y="338614"/>
                  </a:cubicBezTo>
                  <a:cubicBezTo>
                    <a:pt x="167164" y="330994"/>
                    <a:pt x="167164" y="323374"/>
                    <a:pt x="167164" y="315754"/>
                  </a:cubicBezTo>
                  <a:cubicBezTo>
                    <a:pt x="167164" y="308134"/>
                    <a:pt x="167164" y="300514"/>
                    <a:pt x="167164" y="292894"/>
                  </a:cubicBezTo>
                  <a:cubicBezTo>
                    <a:pt x="167164" y="285274"/>
                    <a:pt x="170974" y="277654"/>
                    <a:pt x="174784" y="273844"/>
                  </a:cubicBezTo>
                  <a:cubicBezTo>
                    <a:pt x="178594" y="266224"/>
                    <a:pt x="182404" y="262414"/>
                    <a:pt x="186214" y="254794"/>
                  </a:cubicBezTo>
                  <a:cubicBezTo>
                    <a:pt x="190024" y="247174"/>
                    <a:pt x="197644" y="243364"/>
                    <a:pt x="201454" y="239554"/>
                  </a:cubicBezTo>
                  <a:cubicBezTo>
                    <a:pt x="209074" y="235744"/>
                    <a:pt x="216694" y="231934"/>
                    <a:pt x="224314" y="228124"/>
                  </a:cubicBezTo>
                  <a:cubicBezTo>
                    <a:pt x="231934" y="224314"/>
                    <a:pt x="239554" y="224314"/>
                    <a:pt x="250984" y="224314"/>
                  </a:cubicBezTo>
                  <a:cubicBezTo>
                    <a:pt x="254794" y="224314"/>
                    <a:pt x="262414" y="224314"/>
                    <a:pt x="266224" y="224314"/>
                  </a:cubicBezTo>
                  <a:cubicBezTo>
                    <a:pt x="270034" y="224314"/>
                    <a:pt x="277654" y="224314"/>
                    <a:pt x="281464" y="224314"/>
                  </a:cubicBezTo>
                  <a:cubicBezTo>
                    <a:pt x="289084" y="224314"/>
                    <a:pt x="296704" y="224314"/>
                    <a:pt x="308134" y="228124"/>
                  </a:cubicBezTo>
                  <a:cubicBezTo>
                    <a:pt x="315754" y="228124"/>
                    <a:pt x="327184" y="231934"/>
                    <a:pt x="334804" y="231934"/>
                  </a:cubicBezTo>
                  <a:cubicBezTo>
                    <a:pt x="342424" y="231934"/>
                    <a:pt x="346234" y="235744"/>
                    <a:pt x="353854" y="235744"/>
                  </a:cubicBezTo>
                  <a:cubicBezTo>
                    <a:pt x="361474" y="239554"/>
                    <a:pt x="369094" y="239554"/>
                    <a:pt x="372904" y="239554"/>
                  </a:cubicBezTo>
                  <a:lnTo>
                    <a:pt x="399574" y="247174"/>
                  </a:lnTo>
                  <a:lnTo>
                    <a:pt x="403384" y="220504"/>
                  </a:lnTo>
                  <a:lnTo>
                    <a:pt x="414814" y="140494"/>
                  </a:lnTo>
                  <a:lnTo>
                    <a:pt x="418624" y="121444"/>
                  </a:lnTo>
                  <a:lnTo>
                    <a:pt x="399574" y="113824"/>
                  </a:lnTo>
                  <a:cubicBezTo>
                    <a:pt x="391954" y="110014"/>
                    <a:pt x="388144" y="110014"/>
                    <a:pt x="380524" y="110014"/>
                  </a:cubicBezTo>
                  <a:cubicBezTo>
                    <a:pt x="376714" y="110014"/>
                    <a:pt x="369094" y="106204"/>
                    <a:pt x="361474" y="106204"/>
                  </a:cubicBezTo>
                  <a:cubicBezTo>
                    <a:pt x="353854" y="106204"/>
                    <a:pt x="346234" y="102394"/>
                    <a:pt x="338614" y="102394"/>
                  </a:cubicBezTo>
                  <a:cubicBezTo>
                    <a:pt x="330994" y="102394"/>
                    <a:pt x="323374" y="98584"/>
                    <a:pt x="315754" y="98584"/>
                  </a:cubicBezTo>
                  <a:lnTo>
                    <a:pt x="308134" y="98584"/>
                  </a:lnTo>
                  <a:lnTo>
                    <a:pt x="308134" y="30004"/>
                  </a:lnTo>
                  <a:lnTo>
                    <a:pt x="308134" y="7144"/>
                  </a:lnTo>
                  <a:lnTo>
                    <a:pt x="277654" y="7144"/>
                  </a:lnTo>
                  <a:lnTo>
                    <a:pt x="209074" y="7144"/>
                  </a:lnTo>
                  <a:lnTo>
                    <a:pt x="186214" y="7144"/>
                  </a:lnTo>
                  <a:lnTo>
                    <a:pt x="186214" y="30004"/>
                  </a:lnTo>
                  <a:lnTo>
                    <a:pt x="186214" y="106204"/>
                  </a:lnTo>
                  <a:lnTo>
                    <a:pt x="178594" y="106204"/>
                  </a:lnTo>
                  <a:cubicBezTo>
                    <a:pt x="163354" y="110014"/>
                    <a:pt x="148114" y="117634"/>
                    <a:pt x="136684" y="125254"/>
                  </a:cubicBezTo>
                  <a:cubicBezTo>
                    <a:pt x="125254" y="132874"/>
                    <a:pt x="110014" y="140494"/>
                    <a:pt x="98584" y="151924"/>
                  </a:cubicBezTo>
                  <a:cubicBezTo>
                    <a:pt x="87154" y="163354"/>
                    <a:pt x="75724" y="174784"/>
                    <a:pt x="68104" y="186214"/>
                  </a:cubicBezTo>
                  <a:cubicBezTo>
                    <a:pt x="60484" y="197644"/>
                    <a:pt x="52864" y="212884"/>
                    <a:pt x="45244" y="224314"/>
                  </a:cubicBezTo>
                  <a:cubicBezTo>
                    <a:pt x="37624" y="239554"/>
                    <a:pt x="33814" y="254794"/>
                    <a:pt x="30004" y="270034"/>
                  </a:cubicBezTo>
                  <a:cubicBezTo>
                    <a:pt x="26194" y="285274"/>
                    <a:pt x="26194" y="300514"/>
                    <a:pt x="26194" y="319564"/>
                  </a:cubicBezTo>
                  <a:cubicBezTo>
                    <a:pt x="26194" y="330994"/>
                    <a:pt x="26194" y="346234"/>
                    <a:pt x="30004" y="357664"/>
                  </a:cubicBezTo>
                  <a:cubicBezTo>
                    <a:pt x="33814" y="369094"/>
                    <a:pt x="37624" y="384334"/>
                    <a:pt x="41434" y="395764"/>
                  </a:cubicBezTo>
                  <a:cubicBezTo>
                    <a:pt x="45244" y="407194"/>
                    <a:pt x="52864" y="418624"/>
                    <a:pt x="60484" y="426244"/>
                  </a:cubicBezTo>
                  <a:cubicBezTo>
                    <a:pt x="68104" y="437674"/>
                    <a:pt x="75724" y="445294"/>
                    <a:pt x="87154" y="452914"/>
                  </a:cubicBezTo>
                  <a:cubicBezTo>
                    <a:pt x="98584" y="460534"/>
                    <a:pt x="110014" y="468154"/>
                    <a:pt x="117634" y="475774"/>
                  </a:cubicBezTo>
                  <a:cubicBezTo>
                    <a:pt x="129064" y="483394"/>
                    <a:pt x="140494" y="491014"/>
                    <a:pt x="155734" y="498634"/>
                  </a:cubicBezTo>
                  <a:cubicBezTo>
                    <a:pt x="170974" y="506254"/>
                    <a:pt x="182404" y="510064"/>
                    <a:pt x="197644" y="517684"/>
                  </a:cubicBezTo>
                  <a:cubicBezTo>
                    <a:pt x="212884" y="525304"/>
                    <a:pt x="224314" y="529114"/>
                    <a:pt x="239554" y="532924"/>
                  </a:cubicBezTo>
                  <a:cubicBezTo>
                    <a:pt x="247174" y="536734"/>
                    <a:pt x="254794" y="536734"/>
                    <a:pt x="258604" y="540544"/>
                  </a:cubicBezTo>
                  <a:cubicBezTo>
                    <a:pt x="266224" y="544354"/>
                    <a:pt x="270034" y="548164"/>
                    <a:pt x="277654" y="551974"/>
                  </a:cubicBezTo>
                  <a:cubicBezTo>
                    <a:pt x="285274" y="555784"/>
                    <a:pt x="289084" y="559594"/>
                    <a:pt x="292894" y="563404"/>
                  </a:cubicBezTo>
                  <a:cubicBezTo>
                    <a:pt x="296704" y="567214"/>
                    <a:pt x="300514" y="571024"/>
                    <a:pt x="304324" y="578644"/>
                  </a:cubicBezTo>
                  <a:cubicBezTo>
                    <a:pt x="308134" y="582454"/>
                    <a:pt x="311944" y="590074"/>
                    <a:pt x="311944" y="597694"/>
                  </a:cubicBezTo>
                  <a:cubicBezTo>
                    <a:pt x="315754" y="605314"/>
                    <a:pt x="315754" y="612934"/>
                    <a:pt x="315754" y="620554"/>
                  </a:cubicBezTo>
                  <a:cubicBezTo>
                    <a:pt x="315754" y="628174"/>
                    <a:pt x="315754" y="635794"/>
                    <a:pt x="315754" y="643414"/>
                  </a:cubicBezTo>
                  <a:cubicBezTo>
                    <a:pt x="315754" y="651034"/>
                    <a:pt x="311944" y="658654"/>
                    <a:pt x="308134" y="662464"/>
                  </a:cubicBezTo>
                  <a:cubicBezTo>
                    <a:pt x="304324" y="670084"/>
                    <a:pt x="300514" y="673894"/>
                    <a:pt x="292894" y="677704"/>
                  </a:cubicBezTo>
                  <a:cubicBezTo>
                    <a:pt x="289084" y="681514"/>
                    <a:pt x="281464" y="685324"/>
                    <a:pt x="273844" y="689134"/>
                  </a:cubicBezTo>
                  <a:cubicBezTo>
                    <a:pt x="266224" y="692944"/>
                    <a:pt x="262414" y="696754"/>
                    <a:pt x="254794" y="696754"/>
                  </a:cubicBezTo>
                  <a:cubicBezTo>
                    <a:pt x="247174" y="700564"/>
                    <a:pt x="239554" y="700564"/>
                    <a:pt x="231934" y="700564"/>
                  </a:cubicBezTo>
                  <a:cubicBezTo>
                    <a:pt x="224314" y="700564"/>
                    <a:pt x="220504" y="700564"/>
                    <a:pt x="212884" y="700564"/>
                  </a:cubicBezTo>
                  <a:cubicBezTo>
                    <a:pt x="205264" y="700564"/>
                    <a:pt x="201454" y="700564"/>
                    <a:pt x="193834" y="700564"/>
                  </a:cubicBezTo>
                  <a:cubicBezTo>
                    <a:pt x="186214" y="700564"/>
                    <a:pt x="174784" y="700564"/>
                    <a:pt x="167164" y="696754"/>
                  </a:cubicBezTo>
                  <a:cubicBezTo>
                    <a:pt x="159544" y="696754"/>
                    <a:pt x="148114" y="692944"/>
                    <a:pt x="140494" y="692944"/>
                  </a:cubicBezTo>
                  <a:cubicBezTo>
                    <a:pt x="129064" y="689134"/>
                    <a:pt x="117634" y="689134"/>
                    <a:pt x="110014" y="685324"/>
                  </a:cubicBezTo>
                  <a:cubicBezTo>
                    <a:pt x="98584" y="681514"/>
                    <a:pt x="87154" y="677704"/>
                    <a:pt x="79534" y="673894"/>
                  </a:cubicBezTo>
                  <a:cubicBezTo>
                    <a:pt x="75724" y="673894"/>
                    <a:pt x="71914" y="670084"/>
                    <a:pt x="68104" y="670084"/>
                  </a:cubicBezTo>
                  <a:cubicBezTo>
                    <a:pt x="64294" y="666274"/>
                    <a:pt x="60484" y="666274"/>
                    <a:pt x="56674" y="662464"/>
                  </a:cubicBezTo>
                  <a:lnTo>
                    <a:pt x="26194" y="647224"/>
                  </a:lnTo>
                  <a:lnTo>
                    <a:pt x="22384" y="677704"/>
                  </a:lnTo>
                  <a:lnTo>
                    <a:pt x="10954" y="765334"/>
                  </a:lnTo>
                  <a:lnTo>
                    <a:pt x="7144" y="780574"/>
                  </a:lnTo>
                  <a:lnTo>
                    <a:pt x="22384" y="788194"/>
                  </a:lnTo>
                  <a:cubicBezTo>
                    <a:pt x="45244" y="792004"/>
                    <a:pt x="56674" y="799624"/>
                    <a:pt x="68104" y="8034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23" name="Graphic 5">
            <a:extLst>
              <a:ext uri="{FF2B5EF4-FFF2-40B4-BE49-F238E27FC236}">
                <a16:creationId xmlns:a16="http://schemas.microsoft.com/office/drawing/2014/main" id="{984CE20A-FAEB-43EF-97C5-C8BA0BA1B663}"/>
              </a:ext>
            </a:extLst>
          </p:cNvPr>
          <p:cNvGrpSpPr>
            <a:grpSpLocks noChangeAspect="1"/>
          </p:cNvGrpSpPr>
          <p:nvPr/>
        </p:nvGrpSpPr>
        <p:grpSpPr>
          <a:xfrm>
            <a:off x="8537340" y="2252571"/>
            <a:ext cx="605153" cy="502920"/>
            <a:chOff x="4805363" y="2433638"/>
            <a:chExt cx="3495675" cy="29051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3E99CA18-4ABF-42B0-A573-4644C311A4D9}"/>
                </a:ext>
              </a:extLst>
            </p:cNvPr>
            <p:cNvSpPr/>
            <p:nvPr/>
          </p:nvSpPr>
          <p:spPr>
            <a:xfrm>
              <a:off x="4798219" y="2426494"/>
              <a:ext cx="3286125" cy="2914650"/>
            </a:xfrm>
            <a:custGeom>
              <a:avLst/>
              <a:gdLst>
                <a:gd name="connsiteX0" fmla="*/ 3218974 w 3286125"/>
                <a:gd name="connsiteY0" fmla="*/ 2788444 h 2914650"/>
                <a:gd name="connsiteX1" fmla="*/ 129064 w 3286125"/>
                <a:gd name="connsiteY1" fmla="*/ 2788444 h 2914650"/>
                <a:gd name="connsiteX2" fmla="*/ 129064 w 3286125"/>
                <a:gd name="connsiteY2" fmla="*/ 68104 h 2914650"/>
                <a:gd name="connsiteX3" fmla="*/ 68104 w 3286125"/>
                <a:gd name="connsiteY3" fmla="*/ 7144 h 2914650"/>
                <a:gd name="connsiteX4" fmla="*/ 7144 w 3286125"/>
                <a:gd name="connsiteY4" fmla="*/ 68104 h 2914650"/>
                <a:gd name="connsiteX5" fmla="*/ 7144 w 3286125"/>
                <a:gd name="connsiteY5" fmla="*/ 2849404 h 2914650"/>
                <a:gd name="connsiteX6" fmla="*/ 68104 w 3286125"/>
                <a:gd name="connsiteY6" fmla="*/ 2910364 h 2914650"/>
                <a:gd name="connsiteX7" fmla="*/ 3218974 w 3286125"/>
                <a:gd name="connsiteY7" fmla="*/ 2910364 h 2914650"/>
                <a:gd name="connsiteX8" fmla="*/ 3279934 w 3286125"/>
                <a:gd name="connsiteY8" fmla="*/ 2849404 h 2914650"/>
                <a:gd name="connsiteX9" fmla="*/ 3218974 w 3286125"/>
                <a:gd name="connsiteY9" fmla="*/ 2788444 h 2914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6125" h="2914650">
                  <a:moveTo>
                    <a:pt x="3218974" y="2788444"/>
                  </a:moveTo>
                  <a:lnTo>
                    <a:pt x="129064" y="2788444"/>
                  </a:lnTo>
                  <a:lnTo>
                    <a:pt x="129064" y="68104"/>
                  </a:lnTo>
                  <a:cubicBezTo>
                    <a:pt x="129064" y="33814"/>
                    <a:pt x="102394" y="7144"/>
                    <a:pt x="68104" y="7144"/>
                  </a:cubicBezTo>
                  <a:cubicBezTo>
                    <a:pt x="33814" y="7144"/>
                    <a:pt x="7144" y="33814"/>
                    <a:pt x="7144" y="68104"/>
                  </a:cubicBezTo>
                  <a:lnTo>
                    <a:pt x="7144" y="2849404"/>
                  </a:lnTo>
                  <a:cubicBezTo>
                    <a:pt x="7144" y="2883694"/>
                    <a:pt x="33814" y="2910364"/>
                    <a:pt x="68104" y="2910364"/>
                  </a:cubicBezTo>
                  <a:lnTo>
                    <a:pt x="3218974" y="2910364"/>
                  </a:lnTo>
                  <a:cubicBezTo>
                    <a:pt x="3253264" y="2910364"/>
                    <a:pt x="3279934" y="2883694"/>
                    <a:pt x="3279934" y="2849404"/>
                  </a:cubicBezTo>
                  <a:cubicBezTo>
                    <a:pt x="3279934" y="2815114"/>
                    <a:pt x="3253264" y="2788444"/>
                    <a:pt x="3218974" y="27884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9D1E1356-3BD7-4E9C-AEE7-754FB7477E45}"/>
                </a:ext>
              </a:extLst>
            </p:cNvPr>
            <p:cNvSpPr/>
            <p:nvPr/>
          </p:nvSpPr>
          <p:spPr>
            <a:xfrm>
              <a:off x="5059653" y="3550674"/>
              <a:ext cx="3248025" cy="1495425"/>
            </a:xfrm>
            <a:custGeom>
              <a:avLst/>
              <a:gdLst>
                <a:gd name="connsiteX0" fmla="*/ 3224240 w 3248025"/>
                <a:gd name="connsiteY0" fmla="*/ 22154 h 1495425"/>
                <a:gd name="connsiteX1" fmla="*/ 3136610 w 3248025"/>
                <a:gd name="connsiteY1" fmla="*/ 29774 h 1495425"/>
                <a:gd name="connsiteX2" fmla="*/ 2744180 w 3248025"/>
                <a:gd name="connsiteY2" fmla="*/ 475544 h 1495425"/>
                <a:gd name="connsiteX3" fmla="*/ 2477480 w 3248025"/>
                <a:gd name="connsiteY3" fmla="*/ 239324 h 1495425"/>
                <a:gd name="connsiteX4" fmla="*/ 2427950 w 3248025"/>
                <a:gd name="connsiteY4" fmla="*/ 224084 h 1495425"/>
                <a:gd name="connsiteX5" fmla="*/ 2386040 w 3248025"/>
                <a:gd name="connsiteY5" fmla="*/ 254564 h 1495425"/>
                <a:gd name="connsiteX6" fmla="*/ 2058380 w 3248025"/>
                <a:gd name="connsiteY6" fmla="*/ 803204 h 1495425"/>
                <a:gd name="connsiteX7" fmla="*/ 1776440 w 3248025"/>
                <a:gd name="connsiteY7" fmla="*/ 707954 h 1495425"/>
                <a:gd name="connsiteX8" fmla="*/ 1707860 w 3248025"/>
                <a:gd name="connsiteY8" fmla="*/ 727004 h 1495425"/>
                <a:gd name="connsiteX9" fmla="*/ 1441160 w 3248025"/>
                <a:gd name="connsiteY9" fmla="*/ 1077524 h 1495425"/>
                <a:gd name="connsiteX10" fmla="*/ 1147790 w 3248025"/>
                <a:gd name="connsiteY10" fmla="*/ 894644 h 1495425"/>
                <a:gd name="connsiteX11" fmla="*/ 1075400 w 3248025"/>
                <a:gd name="connsiteY11" fmla="*/ 902264 h 1495425"/>
                <a:gd name="connsiteX12" fmla="*/ 690590 w 3248025"/>
                <a:gd name="connsiteY12" fmla="*/ 1248974 h 1495425"/>
                <a:gd name="connsiteX13" fmla="*/ 298160 w 3248025"/>
                <a:gd name="connsiteY13" fmla="*/ 1146104 h 1495425"/>
                <a:gd name="connsiteX14" fmla="*/ 237200 w 3248025"/>
                <a:gd name="connsiteY14" fmla="*/ 1161344 h 1495425"/>
                <a:gd name="connsiteX15" fmla="*/ 23840 w 3248025"/>
                <a:gd name="connsiteY15" fmla="*/ 1386134 h 1495425"/>
                <a:gd name="connsiteX16" fmla="*/ 27650 w 3248025"/>
                <a:gd name="connsiteY16" fmla="*/ 1473764 h 1495425"/>
                <a:gd name="connsiteX17" fmla="*/ 69560 w 3248025"/>
                <a:gd name="connsiteY17" fmla="*/ 1489004 h 1495425"/>
                <a:gd name="connsiteX18" fmla="*/ 115280 w 3248025"/>
                <a:gd name="connsiteY18" fmla="*/ 1469954 h 1495425"/>
                <a:gd name="connsiteX19" fmla="*/ 301970 w 3248025"/>
                <a:gd name="connsiteY19" fmla="*/ 1271834 h 1495425"/>
                <a:gd name="connsiteX20" fmla="*/ 690590 w 3248025"/>
                <a:gd name="connsiteY20" fmla="*/ 1374704 h 1495425"/>
                <a:gd name="connsiteX21" fmla="*/ 747740 w 3248025"/>
                <a:gd name="connsiteY21" fmla="*/ 1359464 h 1495425"/>
                <a:gd name="connsiteX22" fmla="*/ 1121120 w 3248025"/>
                <a:gd name="connsiteY22" fmla="*/ 1020374 h 1495425"/>
                <a:gd name="connsiteX23" fmla="*/ 1422110 w 3248025"/>
                <a:gd name="connsiteY23" fmla="*/ 1207064 h 1495425"/>
                <a:gd name="connsiteX24" fmla="*/ 1502120 w 3248025"/>
                <a:gd name="connsiteY24" fmla="*/ 1191824 h 1495425"/>
                <a:gd name="connsiteX25" fmla="*/ 1776440 w 3248025"/>
                <a:gd name="connsiteY25" fmla="*/ 833684 h 1495425"/>
                <a:gd name="connsiteX26" fmla="*/ 2066000 w 3248025"/>
                <a:gd name="connsiteY26" fmla="*/ 928934 h 1495425"/>
                <a:gd name="connsiteX27" fmla="*/ 2138390 w 3248025"/>
                <a:gd name="connsiteY27" fmla="*/ 902264 h 1495425"/>
                <a:gd name="connsiteX28" fmla="*/ 2450810 w 3248025"/>
                <a:gd name="connsiteY28" fmla="*/ 372674 h 1495425"/>
                <a:gd name="connsiteX29" fmla="*/ 2709890 w 3248025"/>
                <a:gd name="connsiteY29" fmla="*/ 601274 h 1495425"/>
                <a:gd name="connsiteX30" fmla="*/ 2755610 w 3248025"/>
                <a:gd name="connsiteY30" fmla="*/ 616514 h 1495425"/>
                <a:gd name="connsiteX31" fmla="*/ 2797520 w 3248025"/>
                <a:gd name="connsiteY31" fmla="*/ 597464 h 1495425"/>
                <a:gd name="connsiteX32" fmla="*/ 3228050 w 3248025"/>
                <a:gd name="connsiteY32" fmla="*/ 102164 h 1495425"/>
                <a:gd name="connsiteX33" fmla="*/ 3224240 w 3248025"/>
                <a:gd name="connsiteY33" fmla="*/ 22154 h 149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248025" h="1495425">
                  <a:moveTo>
                    <a:pt x="3224240" y="22154"/>
                  </a:moveTo>
                  <a:cubicBezTo>
                    <a:pt x="3197570" y="-706"/>
                    <a:pt x="3159470" y="3104"/>
                    <a:pt x="3136610" y="29774"/>
                  </a:cubicBezTo>
                  <a:lnTo>
                    <a:pt x="2744180" y="475544"/>
                  </a:lnTo>
                  <a:lnTo>
                    <a:pt x="2477480" y="239324"/>
                  </a:lnTo>
                  <a:cubicBezTo>
                    <a:pt x="2462240" y="227894"/>
                    <a:pt x="2447000" y="220274"/>
                    <a:pt x="2427950" y="224084"/>
                  </a:cubicBezTo>
                  <a:cubicBezTo>
                    <a:pt x="2408900" y="227894"/>
                    <a:pt x="2393660" y="239324"/>
                    <a:pt x="2386040" y="254564"/>
                  </a:cubicBezTo>
                  <a:lnTo>
                    <a:pt x="2058380" y="803204"/>
                  </a:lnTo>
                  <a:lnTo>
                    <a:pt x="1776440" y="707954"/>
                  </a:lnTo>
                  <a:cubicBezTo>
                    <a:pt x="1753580" y="700334"/>
                    <a:pt x="1723100" y="707954"/>
                    <a:pt x="1707860" y="727004"/>
                  </a:cubicBezTo>
                  <a:lnTo>
                    <a:pt x="1441160" y="1077524"/>
                  </a:lnTo>
                  <a:lnTo>
                    <a:pt x="1147790" y="894644"/>
                  </a:lnTo>
                  <a:cubicBezTo>
                    <a:pt x="1124930" y="879404"/>
                    <a:pt x="1094450" y="883214"/>
                    <a:pt x="1075400" y="902264"/>
                  </a:cubicBezTo>
                  <a:lnTo>
                    <a:pt x="690590" y="1248974"/>
                  </a:lnTo>
                  <a:lnTo>
                    <a:pt x="298160" y="1146104"/>
                  </a:lnTo>
                  <a:cubicBezTo>
                    <a:pt x="275300" y="1142294"/>
                    <a:pt x="252440" y="1146104"/>
                    <a:pt x="237200" y="1161344"/>
                  </a:cubicBezTo>
                  <a:lnTo>
                    <a:pt x="23840" y="1386134"/>
                  </a:lnTo>
                  <a:cubicBezTo>
                    <a:pt x="980" y="1408994"/>
                    <a:pt x="980" y="1450904"/>
                    <a:pt x="27650" y="1473764"/>
                  </a:cubicBezTo>
                  <a:cubicBezTo>
                    <a:pt x="39080" y="1485194"/>
                    <a:pt x="54320" y="1489004"/>
                    <a:pt x="69560" y="1489004"/>
                  </a:cubicBezTo>
                  <a:cubicBezTo>
                    <a:pt x="84800" y="1489004"/>
                    <a:pt x="100040" y="1481384"/>
                    <a:pt x="115280" y="1469954"/>
                  </a:cubicBezTo>
                  <a:lnTo>
                    <a:pt x="301970" y="1271834"/>
                  </a:lnTo>
                  <a:lnTo>
                    <a:pt x="690590" y="1374704"/>
                  </a:lnTo>
                  <a:cubicBezTo>
                    <a:pt x="709640" y="1378514"/>
                    <a:pt x="732500" y="1374704"/>
                    <a:pt x="747740" y="1359464"/>
                  </a:cubicBezTo>
                  <a:lnTo>
                    <a:pt x="1121120" y="1020374"/>
                  </a:lnTo>
                  <a:lnTo>
                    <a:pt x="1422110" y="1207064"/>
                  </a:lnTo>
                  <a:cubicBezTo>
                    <a:pt x="1448780" y="1222304"/>
                    <a:pt x="1483070" y="1218494"/>
                    <a:pt x="1502120" y="1191824"/>
                  </a:cubicBezTo>
                  <a:lnTo>
                    <a:pt x="1776440" y="833684"/>
                  </a:lnTo>
                  <a:lnTo>
                    <a:pt x="2066000" y="928934"/>
                  </a:lnTo>
                  <a:cubicBezTo>
                    <a:pt x="2092670" y="936554"/>
                    <a:pt x="2123150" y="925124"/>
                    <a:pt x="2138390" y="902264"/>
                  </a:cubicBezTo>
                  <a:lnTo>
                    <a:pt x="2450810" y="372674"/>
                  </a:lnTo>
                  <a:lnTo>
                    <a:pt x="2709890" y="601274"/>
                  </a:lnTo>
                  <a:cubicBezTo>
                    <a:pt x="2721320" y="612704"/>
                    <a:pt x="2740370" y="616514"/>
                    <a:pt x="2755610" y="616514"/>
                  </a:cubicBezTo>
                  <a:cubicBezTo>
                    <a:pt x="2770850" y="616514"/>
                    <a:pt x="2786090" y="608894"/>
                    <a:pt x="2797520" y="597464"/>
                  </a:cubicBezTo>
                  <a:lnTo>
                    <a:pt x="3228050" y="102164"/>
                  </a:lnTo>
                  <a:cubicBezTo>
                    <a:pt x="3250910" y="83114"/>
                    <a:pt x="3250910" y="45014"/>
                    <a:pt x="3224240" y="221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3DD49E41-A2BD-46D7-BF9E-C45EC47A79A1}"/>
                </a:ext>
              </a:extLst>
            </p:cNvPr>
            <p:cNvSpPr/>
            <p:nvPr/>
          </p:nvSpPr>
          <p:spPr>
            <a:xfrm>
              <a:off x="5101326" y="2630066"/>
              <a:ext cx="3162300" cy="1847850"/>
            </a:xfrm>
            <a:custGeom>
              <a:avLst/>
              <a:gdLst>
                <a:gd name="connsiteX0" fmla="*/ 69797 w 3162300"/>
                <a:gd name="connsiteY0" fmla="*/ 1841923 h 1847850"/>
                <a:gd name="connsiteX1" fmla="*/ 100277 w 3162300"/>
                <a:gd name="connsiteY1" fmla="*/ 1834303 h 1847850"/>
                <a:gd name="connsiteX2" fmla="*/ 652727 w 3162300"/>
                <a:gd name="connsiteY2" fmla="*/ 1525693 h 1847850"/>
                <a:gd name="connsiteX3" fmla="*/ 930857 w 3162300"/>
                <a:gd name="connsiteY3" fmla="*/ 1636182 h 1847850"/>
                <a:gd name="connsiteX4" fmla="*/ 999437 w 3162300"/>
                <a:gd name="connsiteY4" fmla="*/ 1620943 h 1847850"/>
                <a:gd name="connsiteX5" fmla="*/ 1574747 w 3162300"/>
                <a:gd name="connsiteY5" fmla="*/ 977052 h 1847850"/>
                <a:gd name="connsiteX6" fmla="*/ 2005277 w 3162300"/>
                <a:gd name="connsiteY6" fmla="*/ 1163743 h 1847850"/>
                <a:gd name="connsiteX7" fmla="*/ 2073857 w 3162300"/>
                <a:gd name="connsiteY7" fmla="*/ 1148503 h 1847850"/>
                <a:gd name="connsiteX8" fmla="*/ 2561537 w 3162300"/>
                <a:gd name="connsiteY8" fmla="*/ 637962 h 1847850"/>
                <a:gd name="connsiteX9" fmla="*/ 2790137 w 3162300"/>
                <a:gd name="connsiteY9" fmla="*/ 737023 h 1847850"/>
                <a:gd name="connsiteX10" fmla="*/ 2870147 w 3162300"/>
                <a:gd name="connsiteY10" fmla="*/ 706543 h 1847850"/>
                <a:gd name="connsiteX11" fmla="*/ 3152087 w 3162300"/>
                <a:gd name="connsiteY11" fmla="*/ 93132 h 1847850"/>
                <a:gd name="connsiteX12" fmla="*/ 3121607 w 3162300"/>
                <a:gd name="connsiteY12" fmla="*/ 13122 h 1847850"/>
                <a:gd name="connsiteX13" fmla="*/ 3041597 w 3162300"/>
                <a:gd name="connsiteY13" fmla="*/ 43602 h 1847850"/>
                <a:gd name="connsiteX14" fmla="*/ 2786327 w 3162300"/>
                <a:gd name="connsiteY14" fmla="*/ 603673 h 1847850"/>
                <a:gd name="connsiteX15" fmla="*/ 2572967 w 3162300"/>
                <a:gd name="connsiteY15" fmla="*/ 508422 h 1847850"/>
                <a:gd name="connsiteX16" fmla="*/ 2504387 w 3162300"/>
                <a:gd name="connsiteY16" fmla="*/ 523662 h 1847850"/>
                <a:gd name="connsiteX17" fmla="*/ 2012897 w 3162300"/>
                <a:gd name="connsiteY17" fmla="*/ 1034202 h 1847850"/>
                <a:gd name="connsiteX18" fmla="*/ 1582367 w 3162300"/>
                <a:gd name="connsiteY18" fmla="*/ 847512 h 1847850"/>
                <a:gd name="connsiteX19" fmla="*/ 1513787 w 3162300"/>
                <a:gd name="connsiteY19" fmla="*/ 862752 h 1847850"/>
                <a:gd name="connsiteX20" fmla="*/ 938477 w 3162300"/>
                <a:gd name="connsiteY20" fmla="*/ 1506643 h 1847850"/>
                <a:gd name="connsiteX21" fmla="*/ 671777 w 3162300"/>
                <a:gd name="connsiteY21" fmla="*/ 1403773 h 1847850"/>
                <a:gd name="connsiteX22" fmla="*/ 618437 w 3162300"/>
                <a:gd name="connsiteY22" fmla="*/ 1407582 h 1847850"/>
                <a:gd name="connsiteX23" fmla="*/ 39317 w 3162300"/>
                <a:gd name="connsiteY23" fmla="*/ 1731432 h 1847850"/>
                <a:gd name="connsiteX24" fmla="*/ 16457 w 3162300"/>
                <a:gd name="connsiteY24" fmla="*/ 1815253 h 1847850"/>
                <a:gd name="connsiteX25" fmla="*/ 69797 w 3162300"/>
                <a:gd name="connsiteY25" fmla="*/ 1841923 h 1847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62300" h="1847850">
                  <a:moveTo>
                    <a:pt x="69797" y="1841923"/>
                  </a:moveTo>
                  <a:cubicBezTo>
                    <a:pt x="81227" y="1841923"/>
                    <a:pt x="88847" y="1838113"/>
                    <a:pt x="100277" y="1834303"/>
                  </a:cubicBezTo>
                  <a:lnTo>
                    <a:pt x="652727" y="1525693"/>
                  </a:lnTo>
                  <a:lnTo>
                    <a:pt x="930857" y="1636182"/>
                  </a:lnTo>
                  <a:cubicBezTo>
                    <a:pt x="953717" y="1643803"/>
                    <a:pt x="980387" y="1639993"/>
                    <a:pt x="999437" y="1620943"/>
                  </a:cubicBezTo>
                  <a:lnTo>
                    <a:pt x="1574747" y="977052"/>
                  </a:lnTo>
                  <a:lnTo>
                    <a:pt x="2005277" y="1163743"/>
                  </a:lnTo>
                  <a:cubicBezTo>
                    <a:pt x="2028137" y="1175173"/>
                    <a:pt x="2054807" y="1167553"/>
                    <a:pt x="2073857" y="1148503"/>
                  </a:cubicBezTo>
                  <a:lnTo>
                    <a:pt x="2561537" y="637962"/>
                  </a:lnTo>
                  <a:lnTo>
                    <a:pt x="2790137" y="737023"/>
                  </a:lnTo>
                  <a:cubicBezTo>
                    <a:pt x="2820617" y="752262"/>
                    <a:pt x="2854907" y="737023"/>
                    <a:pt x="2870147" y="706543"/>
                  </a:cubicBezTo>
                  <a:lnTo>
                    <a:pt x="3152087" y="93132"/>
                  </a:lnTo>
                  <a:cubicBezTo>
                    <a:pt x="3167327" y="62652"/>
                    <a:pt x="3152087" y="24552"/>
                    <a:pt x="3121607" y="13122"/>
                  </a:cubicBezTo>
                  <a:cubicBezTo>
                    <a:pt x="3091127" y="-2118"/>
                    <a:pt x="3053027" y="13122"/>
                    <a:pt x="3041597" y="43602"/>
                  </a:cubicBezTo>
                  <a:lnTo>
                    <a:pt x="2786327" y="603673"/>
                  </a:lnTo>
                  <a:lnTo>
                    <a:pt x="2572967" y="508422"/>
                  </a:lnTo>
                  <a:cubicBezTo>
                    <a:pt x="2550107" y="496993"/>
                    <a:pt x="2523437" y="504612"/>
                    <a:pt x="2504387" y="523662"/>
                  </a:cubicBezTo>
                  <a:lnTo>
                    <a:pt x="2012897" y="1034202"/>
                  </a:lnTo>
                  <a:lnTo>
                    <a:pt x="1582367" y="847512"/>
                  </a:lnTo>
                  <a:cubicBezTo>
                    <a:pt x="1559507" y="836083"/>
                    <a:pt x="1529027" y="843702"/>
                    <a:pt x="1513787" y="862752"/>
                  </a:cubicBezTo>
                  <a:lnTo>
                    <a:pt x="938477" y="1506643"/>
                  </a:lnTo>
                  <a:lnTo>
                    <a:pt x="671777" y="1403773"/>
                  </a:lnTo>
                  <a:cubicBezTo>
                    <a:pt x="656537" y="1396153"/>
                    <a:pt x="637487" y="1399963"/>
                    <a:pt x="618437" y="1407582"/>
                  </a:cubicBezTo>
                  <a:lnTo>
                    <a:pt x="39317" y="1731432"/>
                  </a:lnTo>
                  <a:cubicBezTo>
                    <a:pt x="8837" y="1746673"/>
                    <a:pt x="-2593" y="1784773"/>
                    <a:pt x="16457" y="1815253"/>
                  </a:cubicBezTo>
                  <a:cubicBezTo>
                    <a:pt x="27887" y="1830493"/>
                    <a:pt x="46937" y="1841923"/>
                    <a:pt x="69797" y="18419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BEA99120-D6D6-43A6-8A30-3C460C6ADB14}"/>
                </a:ext>
              </a:extLst>
            </p:cNvPr>
            <p:cNvSpPr/>
            <p:nvPr/>
          </p:nvSpPr>
          <p:spPr>
            <a:xfrm>
              <a:off x="5221129" y="2495074"/>
              <a:ext cx="981075" cy="981075"/>
            </a:xfrm>
            <a:custGeom>
              <a:avLst/>
              <a:gdLst>
                <a:gd name="connsiteX0" fmla="*/ 494824 w 981075"/>
                <a:gd name="connsiteY0" fmla="*/ 982504 h 981075"/>
                <a:gd name="connsiteX1" fmla="*/ 982504 w 981075"/>
                <a:gd name="connsiteY1" fmla="*/ 494824 h 981075"/>
                <a:gd name="connsiteX2" fmla="*/ 494824 w 981075"/>
                <a:gd name="connsiteY2" fmla="*/ 7144 h 981075"/>
                <a:gd name="connsiteX3" fmla="*/ 7144 w 981075"/>
                <a:gd name="connsiteY3" fmla="*/ 494824 h 981075"/>
                <a:gd name="connsiteX4" fmla="*/ 494824 w 981075"/>
                <a:gd name="connsiteY4" fmla="*/ 982504 h 981075"/>
                <a:gd name="connsiteX5" fmla="*/ 494824 w 981075"/>
                <a:gd name="connsiteY5" fmla="*/ 129064 h 981075"/>
                <a:gd name="connsiteX6" fmla="*/ 860584 w 981075"/>
                <a:gd name="connsiteY6" fmla="*/ 494824 h 981075"/>
                <a:gd name="connsiteX7" fmla="*/ 494824 w 981075"/>
                <a:gd name="connsiteY7" fmla="*/ 860584 h 981075"/>
                <a:gd name="connsiteX8" fmla="*/ 129064 w 981075"/>
                <a:gd name="connsiteY8" fmla="*/ 494824 h 981075"/>
                <a:gd name="connsiteX9" fmla="*/ 494824 w 981075"/>
                <a:gd name="connsiteY9" fmla="*/ 129064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1075" h="981075">
                  <a:moveTo>
                    <a:pt x="494824" y="982504"/>
                  </a:moveTo>
                  <a:cubicBezTo>
                    <a:pt x="761524" y="982504"/>
                    <a:pt x="982504" y="765334"/>
                    <a:pt x="982504" y="494824"/>
                  </a:cubicBezTo>
                  <a:cubicBezTo>
                    <a:pt x="982504" y="228124"/>
                    <a:pt x="765334" y="7144"/>
                    <a:pt x="494824" y="7144"/>
                  </a:cubicBezTo>
                  <a:cubicBezTo>
                    <a:pt x="224314" y="7144"/>
                    <a:pt x="7144" y="224314"/>
                    <a:pt x="7144" y="494824"/>
                  </a:cubicBezTo>
                  <a:cubicBezTo>
                    <a:pt x="7144" y="761524"/>
                    <a:pt x="228124" y="982504"/>
                    <a:pt x="494824" y="982504"/>
                  </a:cubicBezTo>
                  <a:close/>
                  <a:moveTo>
                    <a:pt x="494824" y="129064"/>
                  </a:moveTo>
                  <a:cubicBezTo>
                    <a:pt x="696754" y="129064"/>
                    <a:pt x="860584" y="292894"/>
                    <a:pt x="860584" y="494824"/>
                  </a:cubicBezTo>
                  <a:cubicBezTo>
                    <a:pt x="860584" y="696754"/>
                    <a:pt x="696754" y="860584"/>
                    <a:pt x="494824" y="860584"/>
                  </a:cubicBezTo>
                  <a:cubicBezTo>
                    <a:pt x="292894" y="860584"/>
                    <a:pt x="129064" y="696754"/>
                    <a:pt x="129064" y="494824"/>
                  </a:cubicBezTo>
                  <a:cubicBezTo>
                    <a:pt x="129064" y="292894"/>
                    <a:pt x="292894" y="129064"/>
                    <a:pt x="494824" y="1290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E6BFD283-A18E-457C-9D15-EFF261ACCBAE}"/>
                </a:ext>
              </a:extLst>
            </p:cNvPr>
            <p:cNvSpPr/>
            <p:nvPr/>
          </p:nvSpPr>
          <p:spPr>
            <a:xfrm>
              <a:off x="5560219" y="2674144"/>
              <a:ext cx="304800" cy="628650"/>
            </a:xfrm>
            <a:custGeom>
              <a:avLst/>
              <a:gdLst>
                <a:gd name="connsiteX0" fmla="*/ 37624 w 304800"/>
                <a:gd name="connsiteY0" fmla="*/ 544354 h 628650"/>
                <a:gd name="connsiteX1" fmla="*/ 60484 w 304800"/>
                <a:gd name="connsiteY1" fmla="*/ 551974 h 628650"/>
                <a:gd name="connsiteX2" fmla="*/ 87154 w 304800"/>
                <a:gd name="connsiteY2" fmla="*/ 559594 h 628650"/>
                <a:gd name="connsiteX3" fmla="*/ 113824 w 304800"/>
                <a:gd name="connsiteY3" fmla="*/ 563404 h 628650"/>
                <a:gd name="connsiteX4" fmla="*/ 117634 w 304800"/>
                <a:gd name="connsiteY4" fmla="*/ 563404 h 628650"/>
                <a:gd name="connsiteX5" fmla="*/ 117634 w 304800"/>
                <a:gd name="connsiteY5" fmla="*/ 612934 h 628650"/>
                <a:gd name="connsiteX6" fmla="*/ 117634 w 304800"/>
                <a:gd name="connsiteY6" fmla="*/ 628174 h 628650"/>
                <a:gd name="connsiteX7" fmla="*/ 132874 w 304800"/>
                <a:gd name="connsiteY7" fmla="*/ 628174 h 628650"/>
                <a:gd name="connsiteX8" fmla="*/ 178594 w 304800"/>
                <a:gd name="connsiteY8" fmla="*/ 628174 h 628650"/>
                <a:gd name="connsiteX9" fmla="*/ 193834 w 304800"/>
                <a:gd name="connsiteY9" fmla="*/ 628174 h 628650"/>
                <a:gd name="connsiteX10" fmla="*/ 193834 w 304800"/>
                <a:gd name="connsiteY10" fmla="*/ 612934 h 628650"/>
                <a:gd name="connsiteX11" fmla="*/ 193834 w 304800"/>
                <a:gd name="connsiteY11" fmla="*/ 563404 h 628650"/>
                <a:gd name="connsiteX12" fmla="*/ 197644 w 304800"/>
                <a:gd name="connsiteY12" fmla="*/ 563404 h 628650"/>
                <a:gd name="connsiteX13" fmla="*/ 228124 w 304800"/>
                <a:gd name="connsiteY13" fmla="*/ 551974 h 628650"/>
                <a:gd name="connsiteX14" fmla="*/ 254794 w 304800"/>
                <a:gd name="connsiteY14" fmla="*/ 532924 h 628650"/>
                <a:gd name="connsiteX15" fmla="*/ 273844 w 304800"/>
                <a:gd name="connsiteY15" fmla="*/ 510064 h 628650"/>
                <a:gd name="connsiteX16" fmla="*/ 289084 w 304800"/>
                <a:gd name="connsiteY16" fmla="*/ 483394 h 628650"/>
                <a:gd name="connsiteX17" fmla="*/ 300514 w 304800"/>
                <a:gd name="connsiteY17" fmla="*/ 452914 h 628650"/>
                <a:gd name="connsiteX18" fmla="*/ 304324 w 304800"/>
                <a:gd name="connsiteY18" fmla="*/ 422434 h 628650"/>
                <a:gd name="connsiteX19" fmla="*/ 300514 w 304800"/>
                <a:gd name="connsiteY19" fmla="*/ 395764 h 628650"/>
                <a:gd name="connsiteX20" fmla="*/ 292894 w 304800"/>
                <a:gd name="connsiteY20" fmla="*/ 369094 h 628650"/>
                <a:gd name="connsiteX21" fmla="*/ 281464 w 304800"/>
                <a:gd name="connsiteY21" fmla="*/ 346234 h 628650"/>
                <a:gd name="connsiteX22" fmla="*/ 262414 w 304800"/>
                <a:gd name="connsiteY22" fmla="*/ 327184 h 628650"/>
                <a:gd name="connsiteX23" fmla="*/ 239554 w 304800"/>
                <a:gd name="connsiteY23" fmla="*/ 308134 h 628650"/>
                <a:gd name="connsiteX24" fmla="*/ 216694 w 304800"/>
                <a:gd name="connsiteY24" fmla="*/ 292894 h 628650"/>
                <a:gd name="connsiteX25" fmla="*/ 190024 w 304800"/>
                <a:gd name="connsiteY25" fmla="*/ 281464 h 628650"/>
                <a:gd name="connsiteX26" fmla="*/ 163354 w 304800"/>
                <a:gd name="connsiteY26" fmla="*/ 270034 h 628650"/>
                <a:gd name="connsiteX27" fmla="*/ 148114 w 304800"/>
                <a:gd name="connsiteY27" fmla="*/ 266224 h 628650"/>
                <a:gd name="connsiteX28" fmla="*/ 132874 w 304800"/>
                <a:gd name="connsiteY28" fmla="*/ 258604 h 628650"/>
                <a:gd name="connsiteX29" fmla="*/ 121444 w 304800"/>
                <a:gd name="connsiteY29" fmla="*/ 250984 h 628650"/>
                <a:gd name="connsiteX30" fmla="*/ 110014 w 304800"/>
                <a:gd name="connsiteY30" fmla="*/ 243364 h 628650"/>
                <a:gd name="connsiteX31" fmla="*/ 102394 w 304800"/>
                <a:gd name="connsiteY31" fmla="*/ 231934 h 628650"/>
                <a:gd name="connsiteX32" fmla="*/ 98584 w 304800"/>
                <a:gd name="connsiteY32" fmla="*/ 216694 h 628650"/>
                <a:gd name="connsiteX33" fmla="*/ 98584 w 304800"/>
                <a:gd name="connsiteY33" fmla="*/ 201454 h 628650"/>
                <a:gd name="connsiteX34" fmla="*/ 102394 w 304800"/>
                <a:gd name="connsiteY34" fmla="*/ 186214 h 628650"/>
                <a:gd name="connsiteX35" fmla="*/ 110014 w 304800"/>
                <a:gd name="connsiteY35" fmla="*/ 174784 h 628650"/>
                <a:gd name="connsiteX36" fmla="*/ 121444 w 304800"/>
                <a:gd name="connsiteY36" fmla="*/ 163354 h 628650"/>
                <a:gd name="connsiteX37" fmla="*/ 136684 w 304800"/>
                <a:gd name="connsiteY37" fmla="*/ 155734 h 628650"/>
                <a:gd name="connsiteX38" fmla="*/ 155734 w 304800"/>
                <a:gd name="connsiteY38" fmla="*/ 151924 h 628650"/>
                <a:gd name="connsiteX39" fmla="*/ 167164 w 304800"/>
                <a:gd name="connsiteY39" fmla="*/ 151924 h 628650"/>
                <a:gd name="connsiteX40" fmla="*/ 178594 w 304800"/>
                <a:gd name="connsiteY40" fmla="*/ 151924 h 628650"/>
                <a:gd name="connsiteX41" fmla="*/ 193834 w 304800"/>
                <a:gd name="connsiteY41" fmla="*/ 151924 h 628650"/>
                <a:gd name="connsiteX42" fmla="*/ 212884 w 304800"/>
                <a:gd name="connsiteY42" fmla="*/ 155734 h 628650"/>
                <a:gd name="connsiteX43" fmla="*/ 224314 w 304800"/>
                <a:gd name="connsiteY43" fmla="*/ 159544 h 628650"/>
                <a:gd name="connsiteX44" fmla="*/ 235744 w 304800"/>
                <a:gd name="connsiteY44" fmla="*/ 163354 h 628650"/>
                <a:gd name="connsiteX45" fmla="*/ 254794 w 304800"/>
                <a:gd name="connsiteY45" fmla="*/ 170974 h 628650"/>
                <a:gd name="connsiteX46" fmla="*/ 258604 w 304800"/>
                <a:gd name="connsiteY46" fmla="*/ 151924 h 628650"/>
                <a:gd name="connsiteX47" fmla="*/ 266224 w 304800"/>
                <a:gd name="connsiteY47" fmla="*/ 98584 h 628650"/>
                <a:gd name="connsiteX48" fmla="*/ 266224 w 304800"/>
                <a:gd name="connsiteY48" fmla="*/ 87154 h 628650"/>
                <a:gd name="connsiteX49" fmla="*/ 254794 w 304800"/>
                <a:gd name="connsiteY49" fmla="*/ 83344 h 628650"/>
                <a:gd name="connsiteX50" fmla="*/ 243364 w 304800"/>
                <a:gd name="connsiteY50" fmla="*/ 79534 h 628650"/>
                <a:gd name="connsiteX51" fmla="*/ 231934 w 304800"/>
                <a:gd name="connsiteY51" fmla="*/ 75724 h 628650"/>
                <a:gd name="connsiteX52" fmla="*/ 216694 w 304800"/>
                <a:gd name="connsiteY52" fmla="*/ 71914 h 628650"/>
                <a:gd name="connsiteX53" fmla="*/ 201454 w 304800"/>
                <a:gd name="connsiteY53" fmla="*/ 68104 h 628650"/>
                <a:gd name="connsiteX54" fmla="*/ 193834 w 304800"/>
                <a:gd name="connsiteY54" fmla="*/ 68104 h 628650"/>
                <a:gd name="connsiteX55" fmla="*/ 193834 w 304800"/>
                <a:gd name="connsiteY55" fmla="*/ 22384 h 628650"/>
                <a:gd name="connsiteX56" fmla="*/ 193834 w 304800"/>
                <a:gd name="connsiteY56" fmla="*/ 7144 h 628650"/>
                <a:gd name="connsiteX57" fmla="*/ 178594 w 304800"/>
                <a:gd name="connsiteY57" fmla="*/ 7144 h 628650"/>
                <a:gd name="connsiteX58" fmla="*/ 132874 w 304800"/>
                <a:gd name="connsiteY58" fmla="*/ 7144 h 628650"/>
                <a:gd name="connsiteX59" fmla="*/ 117634 w 304800"/>
                <a:gd name="connsiteY59" fmla="*/ 7144 h 628650"/>
                <a:gd name="connsiteX60" fmla="*/ 117634 w 304800"/>
                <a:gd name="connsiteY60" fmla="*/ 22384 h 628650"/>
                <a:gd name="connsiteX61" fmla="*/ 117634 w 304800"/>
                <a:gd name="connsiteY61" fmla="*/ 71914 h 628650"/>
                <a:gd name="connsiteX62" fmla="*/ 113824 w 304800"/>
                <a:gd name="connsiteY62" fmla="*/ 71914 h 628650"/>
                <a:gd name="connsiteX63" fmla="*/ 87154 w 304800"/>
                <a:gd name="connsiteY63" fmla="*/ 83344 h 628650"/>
                <a:gd name="connsiteX64" fmla="*/ 64294 w 304800"/>
                <a:gd name="connsiteY64" fmla="*/ 102394 h 628650"/>
                <a:gd name="connsiteX65" fmla="*/ 45244 w 304800"/>
                <a:gd name="connsiteY65" fmla="*/ 125254 h 628650"/>
                <a:gd name="connsiteX66" fmla="*/ 30004 w 304800"/>
                <a:gd name="connsiteY66" fmla="*/ 151924 h 628650"/>
                <a:gd name="connsiteX67" fmla="*/ 22384 w 304800"/>
                <a:gd name="connsiteY67" fmla="*/ 182404 h 628650"/>
                <a:gd name="connsiteX68" fmla="*/ 18574 w 304800"/>
                <a:gd name="connsiteY68" fmla="*/ 216694 h 628650"/>
                <a:gd name="connsiteX69" fmla="*/ 22384 w 304800"/>
                <a:gd name="connsiteY69" fmla="*/ 243364 h 628650"/>
                <a:gd name="connsiteX70" fmla="*/ 30004 w 304800"/>
                <a:gd name="connsiteY70" fmla="*/ 270034 h 628650"/>
                <a:gd name="connsiteX71" fmla="*/ 45244 w 304800"/>
                <a:gd name="connsiteY71" fmla="*/ 292894 h 628650"/>
                <a:gd name="connsiteX72" fmla="*/ 64294 w 304800"/>
                <a:gd name="connsiteY72" fmla="*/ 311944 h 628650"/>
                <a:gd name="connsiteX73" fmla="*/ 87154 w 304800"/>
                <a:gd name="connsiteY73" fmla="*/ 327184 h 628650"/>
                <a:gd name="connsiteX74" fmla="*/ 110014 w 304800"/>
                <a:gd name="connsiteY74" fmla="*/ 342424 h 628650"/>
                <a:gd name="connsiteX75" fmla="*/ 136684 w 304800"/>
                <a:gd name="connsiteY75" fmla="*/ 353854 h 628650"/>
                <a:gd name="connsiteX76" fmla="*/ 163354 w 304800"/>
                <a:gd name="connsiteY76" fmla="*/ 365284 h 628650"/>
                <a:gd name="connsiteX77" fmla="*/ 178594 w 304800"/>
                <a:gd name="connsiteY77" fmla="*/ 369094 h 628650"/>
                <a:gd name="connsiteX78" fmla="*/ 190024 w 304800"/>
                <a:gd name="connsiteY78" fmla="*/ 376714 h 628650"/>
                <a:gd name="connsiteX79" fmla="*/ 201454 w 304800"/>
                <a:gd name="connsiteY79" fmla="*/ 384334 h 628650"/>
                <a:gd name="connsiteX80" fmla="*/ 209074 w 304800"/>
                <a:gd name="connsiteY80" fmla="*/ 395764 h 628650"/>
                <a:gd name="connsiteX81" fmla="*/ 216694 w 304800"/>
                <a:gd name="connsiteY81" fmla="*/ 407194 h 628650"/>
                <a:gd name="connsiteX82" fmla="*/ 220504 w 304800"/>
                <a:gd name="connsiteY82" fmla="*/ 422434 h 628650"/>
                <a:gd name="connsiteX83" fmla="*/ 220504 w 304800"/>
                <a:gd name="connsiteY83" fmla="*/ 437674 h 628650"/>
                <a:gd name="connsiteX84" fmla="*/ 216694 w 304800"/>
                <a:gd name="connsiteY84" fmla="*/ 449104 h 628650"/>
                <a:gd name="connsiteX85" fmla="*/ 209074 w 304800"/>
                <a:gd name="connsiteY85" fmla="*/ 460534 h 628650"/>
                <a:gd name="connsiteX86" fmla="*/ 197644 w 304800"/>
                <a:gd name="connsiteY86" fmla="*/ 468154 h 628650"/>
                <a:gd name="connsiteX87" fmla="*/ 182404 w 304800"/>
                <a:gd name="connsiteY87" fmla="*/ 475774 h 628650"/>
                <a:gd name="connsiteX88" fmla="*/ 167164 w 304800"/>
                <a:gd name="connsiteY88" fmla="*/ 479584 h 628650"/>
                <a:gd name="connsiteX89" fmla="*/ 155734 w 304800"/>
                <a:gd name="connsiteY89" fmla="*/ 479584 h 628650"/>
                <a:gd name="connsiteX90" fmla="*/ 144304 w 304800"/>
                <a:gd name="connsiteY90" fmla="*/ 479584 h 628650"/>
                <a:gd name="connsiteX91" fmla="*/ 125254 w 304800"/>
                <a:gd name="connsiteY91" fmla="*/ 479584 h 628650"/>
                <a:gd name="connsiteX92" fmla="*/ 106204 w 304800"/>
                <a:gd name="connsiteY92" fmla="*/ 475774 h 628650"/>
                <a:gd name="connsiteX93" fmla="*/ 83344 w 304800"/>
                <a:gd name="connsiteY93" fmla="*/ 471964 h 628650"/>
                <a:gd name="connsiteX94" fmla="*/ 64294 w 304800"/>
                <a:gd name="connsiteY94" fmla="*/ 464344 h 628650"/>
                <a:gd name="connsiteX95" fmla="*/ 56674 w 304800"/>
                <a:gd name="connsiteY95" fmla="*/ 460534 h 628650"/>
                <a:gd name="connsiteX96" fmla="*/ 37624 w 304800"/>
                <a:gd name="connsiteY96" fmla="*/ 449104 h 628650"/>
                <a:gd name="connsiteX97" fmla="*/ 18574 w 304800"/>
                <a:gd name="connsiteY97" fmla="*/ 437674 h 628650"/>
                <a:gd name="connsiteX98" fmla="*/ 14764 w 304800"/>
                <a:gd name="connsiteY98" fmla="*/ 460534 h 628650"/>
                <a:gd name="connsiteX99" fmla="*/ 7144 w 304800"/>
                <a:gd name="connsiteY99" fmla="*/ 517684 h 628650"/>
                <a:gd name="connsiteX100" fmla="*/ 7144 w 304800"/>
                <a:gd name="connsiteY100" fmla="*/ 529114 h 628650"/>
                <a:gd name="connsiteX101" fmla="*/ 18574 w 304800"/>
                <a:gd name="connsiteY101" fmla="*/ 532924 h 628650"/>
                <a:gd name="connsiteX102" fmla="*/ 37624 w 304800"/>
                <a:gd name="connsiteY102" fmla="*/ 544354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304800" h="628650">
                  <a:moveTo>
                    <a:pt x="37624" y="544354"/>
                  </a:moveTo>
                  <a:cubicBezTo>
                    <a:pt x="45244" y="548164"/>
                    <a:pt x="52864" y="548164"/>
                    <a:pt x="60484" y="551974"/>
                  </a:cubicBezTo>
                  <a:cubicBezTo>
                    <a:pt x="68104" y="555784"/>
                    <a:pt x="75724" y="555784"/>
                    <a:pt x="87154" y="559594"/>
                  </a:cubicBezTo>
                  <a:cubicBezTo>
                    <a:pt x="94774" y="559594"/>
                    <a:pt x="106204" y="563404"/>
                    <a:pt x="113824" y="563404"/>
                  </a:cubicBezTo>
                  <a:lnTo>
                    <a:pt x="117634" y="563404"/>
                  </a:lnTo>
                  <a:lnTo>
                    <a:pt x="117634" y="612934"/>
                  </a:lnTo>
                  <a:lnTo>
                    <a:pt x="117634" y="628174"/>
                  </a:lnTo>
                  <a:lnTo>
                    <a:pt x="132874" y="628174"/>
                  </a:lnTo>
                  <a:lnTo>
                    <a:pt x="178594" y="628174"/>
                  </a:lnTo>
                  <a:lnTo>
                    <a:pt x="193834" y="628174"/>
                  </a:lnTo>
                  <a:lnTo>
                    <a:pt x="193834" y="612934"/>
                  </a:lnTo>
                  <a:lnTo>
                    <a:pt x="193834" y="563404"/>
                  </a:lnTo>
                  <a:lnTo>
                    <a:pt x="197644" y="563404"/>
                  </a:lnTo>
                  <a:cubicBezTo>
                    <a:pt x="209074" y="559594"/>
                    <a:pt x="216694" y="555784"/>
                    <a:pt x="228124" y="551974"/>
                  </a:cubicBezTo>
                  <a:cubicBezTo>
                    <a:pt x="235744" y="548164"/>
                    <a:pt x="247174" y="540544"/>
                    <a:pt x="254794" y="532924"/>
                  </a:cubicBezTo>
                  <a:cubicBezTo>
                    <a:pt x="262414" y="525304"/>
                    <a:pt x="270034" y="517684"/>
                    <a:pt x="273844" y="510064"/>
                  </a:cubicBezTo>
                  <a:cubicBezTo>
                    <a:pt x="281464" y="502444"/>
                    <a:pt x="285274" y="494824"/>
                    <a:pt x="289084" y="483394"/>
                  </a:cubicBezTo>
                  <a:cubicBezTo>
                    <a:pt x="292894" y="471964"/>
                    <a:pt x="296704" y="464344"/>
                    <a:pt x="300514" y="452914"/>
                  </a:cubicBezTo>
                  <a:cubicBezTo>
                    <a:pt x="304324" y="441484"/>
                    <a:pt x="304324" y="433864"/>
                    <a:pt x="304324" y="422434"/>
                  </a:cubicBezTo>
                  <a:cubicBezTo>
                    <a:pt x="304324" y="414814"/>
                    <a:pt x="304324" y="403384"/>
                    <a:pt x="300514" y="395764"/>
                  </a:cubicBezTo>
                  <a:cubicBezTo>
                    <a:pt x="300514" y="388144"/>
                    <a:pt x="296704" y="380524"/>
                    <a:pt x="292894" y="369094"/>
                  </a:cubicBezTo>
                  <a:cubicBezTo>
                    <a:pt x="289084" y="361474"/>
                    <a:pt x="285274" y="353854"/>
                    <a:pt x="281464" y="346234"/>
                  </a:cubicBezTo>
                  <a:cubicBezTo>
                    <a:pt x="277654" y="338614"/>
                    <a:pt x="270034" y="334804"/>
                    <a:pt x="262414" y="327184"/>
                  </a:cubicBezTo>
                  <a:cubicBezTo>
                    <a:pt x="254794" y="319564"/>
                    <a:pt x="247174" y="315754"/>
                    <a:pt x="239554" y="308134"/>
                  </a:cubicBezTo>
                  <a:cubicBezTo>
                    <a:pt x="231934" y="304324"/>
                    <a:pt x="224314" y="296704"/>
                    <a:pt x="216694" y="292894"/>
                  </a:cubicBezTo>
                  <a:cubicBezTo>
                    <a:pt x="209074" y="289084"/>
                    <a:pt x="197644" y="285274"/>
                    <a:pt x="190024" y="281464"/>
                  </a:cubicBezTo>
                  <a:cubicBezTo>
                    <a:pt x="182404" y="277654"/>
                    <a:pt x="170974" y="273844"/>
                    <a:pt x="163354" y="270034"/>
                  </a:cubicBezTo>
                  <a:cubicBezTo>
                    <a:pt x="159544" y="270034"/>
                    <a:pt x="155734" y="266224"/>
                    <a:pt x="148114" y="266224"/>
                  </a:cubicBezTo>
                  <a:cubicBezTo>
                    <a:pt x="144304" y="262414"/>
                    <a:pt x="140494" y="262414"/>
                    <a:pt x="132874" y="258604"/>
                  </a:cubicBezTo>
                  <a:cubicBezTo>
                    <a:pt x="129064" y="254794"/>
                    <a:pt x="125254" y="254794"/>
                    <a:pt x="121444" y="250984"/>
                  </a:cubicBezTo>
                  <a:cubicBezTo>
                    <a:pt x="117634" y="247174"/>
                    <a:pt x="113824" y="243364"/>
                    <a:pt x="110014" y="243364"/>
                  </a:cubicBezTo>
                  <a:cubicBezTo>
                    <a:pt x="106204" y="239554"/>
                    <a:pt x="106204" y="235744"/>
                    <a:pt x="102394" y="231934"/>
                  </a:cubicBezTo>
                  <a:cubicBezTo>
                    <a:pt x="102394" y="228124"/>
                    <a:pt x="98584" y="224314"/>
                    <a:pt x="98584" y="216694"/>
                  </a:cubicBezTo>
                  <a:cubicBezTo>
                    <a:pt x="98584" y="212884"/>
                    <a:pt x="98584" y="205264"/>
                    <a:pt x="98584" y="201454"/>
                  </a:cubicBezTo>
                  <a:cubicBezTo>
                    <a:pt x="98584" y="197644"/>
                    <a:pt x="102394" y="190024"/>
                    <a:pt x="102394" y="186214"/>
                  </a:cubicBezTo>
                  <a:cubicBezTo>
                    <a:pt x="102394" y="182404"/>
                    <a:pt x="106204" y="178594"/>
                    <a:pt x="110014" y="174784"/>
                  </a:cubicBezTo>
                  <a:cubicBezTo>
                    <a:pt x="113824" y="170974"/>
                    <a:pt x="117634" y="167164"/>
                    <a:pt x="121444" y="163354"/>
                  </a:cubicBezTo>
                  <a:cubicBezTo>
                    <a:pt x="125254" y="159544"/>
                    <a:pt x="129064" y="159544"/>
                    <a:pt x="136684" y="155734"/>
                  </a:cubicBezTo>
                  <a:cubicBezTo>
                    <a:pt x="140494" y="155734"/>
                    <a:pt x="148114" y="151924"/>
                    <a:pt x="155734" y="151924"/>
                  </a:cubicBezTo>
                  <a:cubicBezTo>
                    <a:pt x="159544" y="151924"/>
                    <a:pt x="163354" y="151924"/>
                    <a:pt x="167164" y="151924"/>
                  </a:cubicBezTo>
                  <a:cubicBezTo>
                    <a:pt x="170974" y="151924"/>
                    <a:pt x="174784" y="151924"/>
                    <a:pt x="178594" y="151924"/>
                  </a:cubicBezTo>
                  <a:cubicBezTo>
                    <a:pt x="182404" y="151924"/>
                    <a:pt x="190024" y="151924"/>
                    <a:pt x="193834" y="151924"/>
                  </a:cubicBezTo>
                  <a:cubicBezTo>
                    <a:pt x="201454" y="151924"/>
                    <a:pt x="205264" y="155734"/>
                    <a:pt x="212884" y="155734"/>
                  </a:cubicBezTo>
                  <a:cubicBezTo>
                    <a:pt x="216694" y="155734"/>
                    <a:pt x="220504" y="159544"/>
                    <a:pt x="224314" y="159544"/>
                  </a:cubicBezTo>
                  <a:cubicBezTo>
                    <a:pt x="228124" y="159544"/>
                    <a:pt x="231934" y="163354"/>
                    <a:pt x="235744" y="163354"/>
                  </a:cubicBezTo>
                  <a:lnTo>
                    <a:pt x="254794" y="170974"/>
                  </a:lnTo>
                  <a:lnTo>
                    <a:pt x="258604" y="151924"/>
                  </a:lnTo>
                  <a:lnTo>
                    <a:pt x="266224" y="98584"/>
                  </a:lnTo>
                  <a:lnTo>
                    <a:pt x="266224" y="87154"/>
                  </a:lnTo>
                  <a:lnTo>
                    <a:pt x="254794" y="83344"/>
                  </a:lnTo>
                  <a:cubicBezTo>
                    <a:pt x="250984" y="83344"/>
                    <a:pt x="247174" y="79534"/>
                    <a:pt x="243364" y="79534"/>
                  </a:cubicBezTo>
                  <a:cubicBezTo>
                    <a:pt x="239554" y="79534"/>
                    <a:pt x="235744" y="75724"/>
                    <a:pt x="231934" y="75724"/>
                  </a:cubicBezTo>
                  <a:cubicBezTo>
                    <a:pt x="228124" y="75724"/>
                    <a:pt x="220504" y="71914"/>
                    <a:pt x="216694" y="71914"/>
                  </a:cubicBezTo>
                  <a:cubicBezTo>
                    <a:pt x="209074" y="71914"/>
                    <a:pt x="205264" y="68104"/>
                    <a:pt x="201454" y="68104"/>
                  </a:cubicBezTo>
                  <a:lnTo>
                    <a:pt x="193834" y="68104"/>
                  </a:lnTo>
                  <a:lnTo>
                    <a:pt x="193834" y="22384"/>
                  </a:lnTo>
                  <a:lnTo>
                    <a:pt x="193834" y="7144"/>
                  </a:lnTo>
                  <a:lnTo>
                    <a:pt x="178594" y="7144"/>
                  </a:lnTo>
                  <a:lnTo>
                    <a:pt x="132874" y="7144"/>
                  </a:lnTo>
                  <a:lnTo>
                    <a:pt x="117634" y="7144"/>
                  </a:lnTo>
                  <a:lnTo>
                    <a:pt x="117634" y="22384"/>
                  </a:lnTo>
                  <a:lnTo>
                    <a:pt x="117634" y="71914"/>
                  </a:lnTo>
                  <a:lnTo>
                    <a:pt x="113824" y="71914"/>
                  </a:lnTo>
                  <a:cubicBezTo>
                    <a:pt x="102394" y="75724"/>
                    <a:pt x="94774" y="79534"/>
                    <a:pt x="87154" y="83344"/>
                  </a:cubicBezTo>
                  <a:cubicBezTo>
                    <a:pt x="79534" y="87154"/>
                    <a:pt x="71914" y="94774"/>
                    <a:pt x="64294" y="102394"/>
                  </a:cubicBezTo>
                  <a:cubicBezTo>
                    <a:pt x="56674" y="110014"/>
                    <a:pt x="49054" y="117634"/>
                    <a:pt x="45244" y="125254"/>
                  </a:cubicBezTo>
                  <a:cubicBezTo>
                    <a:pt x="41434" y="132874"/>
                    <a:pt x="33814" y="140494"/>
                    <a:pt x="30004" y="151924"/>
                  </a:cubicBezTo>
                  <a:cubicBezTo>
                    <a:pt x="26194" y="163354"/>
                    <a:pt x="22384" y="170974"/>
                    <a:pt x="22384" y="182404"/>
                  </a:cubicBezTo>
                  <a:cubicBezTo>
                    <a:pt x="18574" y="193834"/>
                    <a:pt x="18574" y="205264"/>
                    <a:pt x="18574" y="216694"/>
                  </a:cubicBezTo>
                  <a:cubicBezTo>
                    <a:pt x="18574" y="224314"/>
                    <a:pt x="18574" y="235744"/>
                    <a:pt x="22384" y="243364"/>
                  </a:cubicBezTo>
                  <a:cubicBezTo>
                    <a:pt x="22384" y="250984"/>
                    <a:pt x="26194" y="262414"/>
                    <a:pt x="30004" y="270034"/>
                  </a:cubicBezTo>
                  <a:cubicBezTo>
                    <a:pt x="33814" y="277654"/>
                    <a:pt x="37624" y="285274"/>
                    <a:pt x="45244" y="292894"/>
                  </a:cubicBezTo>
                  <a:cubicBezTo>
                    <a:pt x="49054" y="300514"/>
                    <a:pt x="56674" y="304324"/>
                    <a:pt x="64294" y="311944"/>
                  </a:cubicBezTo>
                  <a:cubicBezTo>
                    <a:pt x="71914" y="319564"/>
                    <a:pt x="79534" y="323374"/>
                    <a:pt x="87154" y="327184"/>
                  </a:cubicBezTo>
                  <a:cubicBezTo>
                    <a:pt x="94774" y="330994"/>
                    <a:pt x="102394" y="338614"/>
                    <a:pt x="110014" y="342424"/>
                  </a:cubicBezTo>
                  <a:cubicBezTo>
                    <a:pt x="117634" y="346234"/>
                    <a:pt x="129064" y="350044"/>
                    <a:pt x="136684" y="353854"/>
                  </a:cubicBezTo>
                  <a:cubicBezTo>
                    <a:pt x="144304" y="357664"/>
                    <a:pt x="155734" y="361474"/>
                    <a:pt x="163354" y="365284"/>
                  </a:cubicBezTo>
                  <a:cubicBezTo>
                    <a:pt x="167164" y="365284"/>
                    <a:pt x="170974" y="369094"/>
                    <a:pt x="178594" y="369094"/>
                  </a:cubicBezTo>
                  <a:cubicBezTo>
                    <a:pt x="182404" y="372904"/>
                    <a:pt x="186214" y="372904"/>
                    <a:pt x="190024" y="376714"/>
                  </a:cubicBezTo>
                  <a:cubicBezTo>
                    <a:pt x="193834" y="380524"/>
                    <a:pt x="197644" y="380524"/>
                    <a:pt x="201454" y="384334"/>
                  </a:cubicBezTo>
                  <a:cubicBezTo>
                    <a:pt x="205264" y="388144"/>
                    <a:pt x="209074" y="391954"/>
                    <a:pt x="209074" y="395764"/>
                  </a:cubicBezTo>
                  <a:cubicBezTo>
                    <a:pt x="212884" y="399574"/>
                    <a:pt x="212884" y="403384"/>
                    <a:pt x="216694" y="407194"/>
                  </a:cubicBezTo>
                  <a:cubicBezTo>
                    <a:pt x="216694" y="411004"/>
                    <a:pt x="220504" y="418624"/>
                    <a:pt x="220504" y="422434"/>
                  </a:cubicBezTo>
                  <a:cubicBezTo>
                    <a:pt x="220504" y="426244"/>
                    <a:pt x="220504" y="433864"/>
                    <a:pt x="220504" y="437674"/>
                  </a:cubicBezTo>
                  <a:cubicBezTo>
                    <a:pt x="220504" y="441484"/>
                    <a:pt x="216694" y="445294"/>
                    <a:pt x="216694" y="449104"/>
                  </a:cubicBezTo>
                  <a:cubicBezTo>
                    <a:pt x="212884" y="452914"/>
                    <a:pt x="212884" y="456724"/>
                    <a:pt x="209074" y="460534"/>
                  </a:cubicBezTo>
                  <a:cubicBezTo>
                    <a:pt x="205264" y="464344"/>
                    <a:pt x="201454" y="468154"/>
                    <a:pt x="197644" y="468154"/>
                  </a:cubicBezTo>
                  <a:cubicBezTo>
                    <a:pt x="193834" y="471964"/>
                    <a:pt x="190024" y="471964"/>
                    <a:pt x="182404" y="475774"/>
                  </a:cubicBezTo>
                  <a:cubicBezTo>
                    <a:pt x="178594" y="475774"/>
                    <a:pt x="170974" y="479584"/>
                    <a:pt x="167164" y="479584"/>
                  </a:cubicBezTo>
                  <a:cubicBezTo>
                    <a:pt x="163354" y="479584"/>
                    <a:pt x="159544" y="479584"/>
                    <a:pt x="155734" y="479584"/>
                  </a:cubicBezTo>
                  <a:cubicBezTo>
                    <a:pt x="151924" y="479584"/>
                    <a:pt x="148114" y="479584"/>
                    <a:pt x="144304" y="479584"/>
                  </a:cubicBezTo>
                  <a:cubicBezTo>
                    <a:pt x="136684" y="479584"/>
                    <a:pt x="132874" y="479584"/>
                    <a:pt x="125254" y="479584"/>
                  </a:cubicBezTo>
                  <a:cubicBezTo>
                    <a:pt x="117634" y="479584"/>
                    <a:pt x="113824" y="479584"/>
                    <a:pt x="106204" y="475774"/>
                  </a:cubicBezTo>
                  <a:cubicBezTo>
                    <a:pt x="98584" y="475774"/>
                    <a:pt x="90964" y="471964"/>
                    <a:pt x="83344" y="471964"/>
                  </a:cubicBezTo>
                  <a:cubicBezTo>
                    <a:pt x="75724" y="468154"/>
                    <a:pt x="68104" y="468154"/>
                    <a:pt x="64294" y="464344"/>
                  </a:cubicBezTo>
                  <a:cubicBezTo>
                    <a:pt x="60484" y="464344"/>
                    <a:pt x="56674" y="460534"/>
                    <a:pt x="56674" y="460534"/>
                  </a:cubicBezTo>
                  <a:cubicBezTo>
                    <a:pt x="41434" y="452914"/>
                    <a:pt x="41434" y="449104"/>
                    <a:pt x="37624" y="449104"/>
                  </a:cubicBezTo>
                  <a:lnTo>
                    <a:pt x="18574" y="437674"/>
                  </a:lnTo>
                  <a:lnTo>
                    <a:pt x="14764" y="460534"/>
                  </a:lnTo>
                  <a:lnTo>
                    <a:pt x="7144" y="517684"/>
                  </a:lnTo>
                  <a:lnTo>
                    <a:pt x="7144" y="529114"/>
                  </a:lnTo>
                  <a:lnTo>
                    <a:pt x="18574" y="532924"/>
                  </a:lnTo>
                  <a:cubicBezTo>
                    <a:pt x="26194" y="536734"/>
                    <a:pt x="30004" y="540544"/>
                    <a:pt x="37624" y="5443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29" name="Graphic 21">
            <a:extLst>
              <a:ext uri="{FF2B5EF4-FFF2-40B4-BE49-F238E27FC236}">
                <a16:creationId xmlns:a16="http://schemas.microsoft.com/office/drawing/2014/main" id="{C09036DA-6B71-4F9A-97C2-92529D3A6117}"/>
              </a:ext>
            </a:extLst>
          </p:cNvPr>
          <p:cNvSpPr>
            <a:spLocks noChangeAspect="1"/>
          </p:cNvSpPr>
          <p:nvPr/>
        </p:nvSpPr>
        <p:spPr>
          <a:xfrm>
            <a:off x="9781397" y="2252571"/>
            <a:ext cx="571918" cy="502920"/>
          </a:xfrm>
          <a:custGeom>
            <a:avLst/>
            <a:gdLst>
              <a:gd name="connsiteX0" fmla="*/ 3055144 w 3552825"/>
              <a:gd name="connsiteY0" fmla="*/ 531019 h 3124200"/>
              <a:gd name="connsiteX1" fmla="*/ 2417921 w 3552825"/>
              <a:gd name="connsiteY1" fmla="*/ 531019 h 3124200"/>
              <a:gd name="connsiteX2" fmla="*/ 2417921 w 3552825"/>
              <a:gd name="connsiteY2" fmla="*/ 159544 h 3124200"/>
              <a:gd name="connsiteX3" fmla="*/ 2265521 w 3552825"/>
              <a:gd name="connsiteY3" fmla="*/ 7144 h 3124200"/>
              <a:gd name="connsiteX4" fmla="*/ 1291114 w 3552825"/>
              <a:gd name="connsiteY4" fmla="*/ 7144 h 3124200"/>
              <a:gd name="connsiteX5" fmla="*/ 1138714 w 3552825"/>
              <a:gd name="connsiteY5" fmla="*/ 159544 h 3124200"/>
              <a:gd name="connsiteX6" fmla="*/ 1138714 w 3552825"/>
              <a:gd name="connsiteY6" fmla="*/ 531019 h 3124200"/>
              <a:gd name="connsiteX7" fmla="*/ 502444 w 3552825"/>
              <a:gd name="connsiteY7" fmla="*/ 531019 h 3124200"/>
              <a:gd name="connsiteX8" fmla="*/ 7144 w 3552825"/>
              <a:gd name="connsiteY8" fmla="*/ 1007269 h 3124200"/>
              <a:gd name="connsiteX9" fmla="*/ 7144 w 3552825"/>
              <a:gd name="connsiteY9" fmla="*/ 2643664 h 3124200"/>
              <a:gd name="connsiteX10" fmla="*/ 502444 w 3552825"/>
              <a:gd name="connsiteY10" fmla="*/ 3120866 h 3124200"/>
              <a:gd name="connsiteX11" fmla="*/ 3055144 w 3552825"/>
              <a:gd name="connsiteY11" fmla="*/ 3120866 h 3124200"/>
              <a:gd name="connsiteX12" fmla="*/ 3550444 w 3552825"/>
              <a:gd name="connsiteY12" fmla="*/ 2643664 h 3124200"/>
              <a:gd name="connsiteX13" fmla="*/ 3550444 w 3552825"/>
              <a:gd name="connsiteY13" fmla="*/ 1008221 h 3124200"/>
              <a:gd name="connsiteX14" fmla="*/ 3055144 w 3552825"/>
              <a:gd name="connsiteY14" fmla="*/ 531019 h 3124200"/>
              <a:gd name="connsiteX15" fmla="*/ 1292066 w 3552825"/>
              <a:gd name="connsiteY15" fmla="*/ 160496 h 3124200"/>
              <a:gd name="connsiteX16" fmla="*/ 2265521 w 3552825"/>
              <a:gd name="connsiteY16" fmla="*/ 159544 h 3124200"/>
              <a:gd name="connsiteX17" fmla="*/ 2265521 w 3552825"/>
              <a:gd name="connsiteY17" fmla="*/ 531019 h 3124200"/>
              <a:gd name="connsiteX18" fmla="*/ 1292066 w 3552825"/>
              <a:gd name="connsiteY18" fmla="*/ 531019 h 3124200"/>
              <a:gd name="connsiteX19" fmla="*/ 1292066 w 3552825"/>
              <a:gd name="connsiteY19" fmla="*/ 160496 h 3124200"/>
              <a:gd name="connsiteX20" fmla="*/ 3055144 w 3552825"/>
              <a:gd name="connsiteY20" fmla="*/ 2968466 h 3124200"/>
              <a:gd name="connsiteX21" fmla="*/ 502444 w 3552825"/>
              <a:gd name="connsiteY21" fmla="*/ 2968466 h 3124200"/>
              <a:gd name="connsiteX22" fmla="*/ 159544 w 3552825"/>
              <a:gd name="connsiteY22" fmla="*/ 2643664 h 3124200"/>
              <a:gd name="connsiteX23" fmla="*/ 159544 w 3552825"/>
              <a:gd name="connsiteY23" fmla="*/ 2105501 h 3124200"/>
              <a:gd name="connsiteX24" fmla="*/ 1302544 w 3552825"/>
              <a:gd name="connsiteY24" fmla="*/ 2105501 h 3124200"/>
              <a:gd name="connsiteX25" fmla="*/ 1302544 w 3552825"/>
              <a:gd name="connsiteY25" fmla="*/ 2122646 h 3124200"/>
              <a:gd name="connsiteX26" fmla="*/ 1302544 w 3552825"/>
              <a:gd name="connsiteY26" fmla="*/ 2357914 h 3124200"/>
              <a:gd name="connsiteX27" fmla="*/ 1472089 w 3552825"/>
              <a:gd name="connsiteY27" fmla="*/ 2527459 h 3124200"/>
              <a:gd name="connsiteX28" fmla="*/ 1473994 w 3552825"/>
              <a:gd name="connsiteY28" fmla="*/ 2527459 h 3124200"/>
              <a:gd name="connsiteX29" fmla="*/ 1702594 w 3552825"/>
              <a:gd name="connsiteY29" fmla="*/ 2527459 h 3124200"/>
              <a:gd name="connsiteX30" fmla="*/ 1702594 w 3552825"/>
              <a:gd name="connsiteY30" fmla="*/ 2679859 h 3124200"/>
              <a:gd name="connsiteX31" fmla="*/ 1778794 w 3552825"/>
              <a:gd name="connsiteY31" fmla="*/ 2756059 h 3124200"/>
              <a:gd name="connsiteX32" fmla="*/ 1854994 w 3552825"/>
              <a:gd name="connsiteY32" fmla="*/ 2679859 h 3124200"/>
              <a:gd name="connsiteX33" fmla="*/ 1854994 w 3552825"/>
              <a:gd name="connsiteY33" fmla="*/ 2527459 h 3124200"/>
              <a:gd name="connsiteX34" fmla="*/ 2083594 w 3552825"/>
              <a:gd name="connsiteY34" fmla="*/ 2527459 h 3124200"/>
              <a:gd name="connsiteX35" fmla="*/ 2253139 w 3552825"/>
              <a:gd name="connsiteY35" fmla="*/ 2357914 h 3124200"/>
              <a:gd name="connsiteX36" fmla="*/ 2253139 w 3552825"/>
              <a:gd name="connsiteY36" fmla="*/ 2357914 h 3124200"/>
              <a:gd name="connsiteX37" fmla="*/ 2253139 w 3552825"/>
              <a:gd name="connsiteY37" fmla="*/ 2122646 h 3124200"/>
              <a:gd name="connsiteX38" fmla="*/ 2253139 w 3552825"/>
              <a:gd name="connsiteY38" fmla="*/ 2105501 h 3124200"/>
              <a:gd name="connsiteX39" fmla="*/ 3396139 w 3552825"/>
              <a:gd name="connsiteY39" fmla="*/ 2105501 h 3124200"/>
              <a:gd name="connsiteX40" fmla="*/ 3398044 w 3552825"/>
              <a:gd name="connsiteY40" fmla="*/ 2643664 h 3124200"/>
              <a:gd name="connsiteX41" fmla="*/ 3055144 w 3552825"/>
              <a:gd name="connsiteY41" fmla="*/ 2968466 h 3124200"/>
              <a:gd name="connsiteX42" fmla="*/ 1778794 w 3552825"/>
              <a:gd name="connsiteY42" fmla="*/ 2164556 h 3124200"/>
              <a:gd name="connsiteX43" fmla="*/ 1702594 w 3552825"/>
              <a:gd name="connsiteY43" fmla="*/ 2240756 h 3124200"/>
              <a:gd name="connsiteX44" fmla="*/ 1702594 w 3552825"/>
              <a:gd name="connsiteY44" fmla="*/ 2375059 h 3124200"/>
              <a:gd name="connsiteX45" fmla="*/ 1473994 w 3552825"/>
              <a:gd name="connsiteY45" fmla="*/ 2375059 h 3124200"/>
              <a:gd name="connsiteX46" fmla="*/ 1456849 w 3552825"/>
              <a:gd name="connsiteY46" fmla="*/ 2357914 h 3124200"/>
              <a:gd name="connsiteX47" fmla="*/ 1456849 w 3552825"/>
              <a:gd name="connsiteY47" fmla="*/ 2122646 h 3124200"/>
              <a:gd name="connsiteX48" fmla="*/ 1473994 w 3552825"/>
              <a:gd name="connsiteY48" fmla="*/ 2105501 h 3124200"/>
              <a:gd name="connsiteX49" fmla="*/ 2083594 w 3552825"/>
              <a:gd name="connsiteY49" fmla="*/ 2105501 h 3124200"/>
              <a:gd name="connsiteX50" fmla="*/ 2100739 w 3552825"/>
              <a:gd name="connsiteY50" fmla="*/ 2122646 h 3124200"/>
              <a:gd name="connsiteX51" fmla="*/ 2100739 w 3552825"/>
              <a:gd name="connsiteY51" fmla="*/ 2122646 h 3124200"/>
              <a:gd name="connsiteX52" fmla="*/ 2100739 w 3552825"/>
              <a:gd name="connsiteY52" fmla="*/ 2357914 h 3124200"/>
              <a:gd name="connsiteX53" fmla="*/ 2083594 w 3552825"/>
              <a:gd name="connsiteY53" fmla="*/ 2375059 h 3124200"/>
              <a:gd name="connsiteX54" fmla="*/ 2083594 w 3552825"/>
              <a:gd name="connsiteY54" fmla="*/ 2375059 h 3124200"/>
              <a:gd name="connsiteX55" fmla="*/ 1854994 w 3552825"/>
              <a:gd name="connsiteY55" fmla="*/ 2375059 h 3124200"/>
              <a:gd name="connsiteX56" fmla="*/ 1854994 w 3552825"/>
              <a:gd name="connsiteY56" fmla="*/ 2240756 h 3124200"/>
              <a:gd name="connsiteX57" fmla="*/ 1778794 w 3552825"/>
              <a:gd name="connsiteY57" fmla="*/ 2164556 h 3124200"/>
              <a:gd name="connsiteX58" fmla="*/ 3398044 w 3552825"/>
              <a:gd name="connsiteY58" fmla="*/ 1953101 h 3124200"/>
              <a:gd name="connsiteX59" fmla="*/ 159544 w 3552825"/>
              <a:gd name="connsiteY59" fmla="*/ 1953101 h 3124200"/>
              <a:gd name="connsiteX60" fmla="*/ 159544 w 3552825"/>
              <a:gd name="connsiteY60" fmla="*/ 1008221 h 3124200"/>
              <a:gd name="connsiteX61" fmla="*/ 502444 w 3552825"/>
              <a:gd name="connsiteY61" fmla="*/ 683419 h 3124200"/>
              <a:gd name="connsiteX62" fmla="*/ 3055144 w 3552825"/>
              <a:gd name="connsiteY62" fmla="*/ 683419 h 3124200"/>
              <a:gd name="connsiteX63" fmla="*/ 3398044 w 3552825"/>
              <a:gd name="connsiteY63" fmla="*/ 1008221 h 3124200"/>
              <a:gd name="connsiteX64" fmla="*/ 3398044 w 3552825"/>
              <a:gd name="connsiteY64" fmla="*/ 1953101 h 312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552825" h="3124200">
                <a:moveTo>
                  <a:pt x="3055144" y="531019"/>
                </a:moveTo>
                <a:lnTo>
                  <a:pt x="2417921" y="531019"/>
                </a:lnTo>
                <a:lnTo>
                  <a:pt x="2417921" y="159544"/>
                </a:lnTo>
                <a:cubicBezTo>
                  <a:pt x="2417921" y="75724"/>
                  <a:pt x="2349341" y="7144"/>
                  <a:pt x="2265521" y="7144"/>
                </a:cubicBezTo>
                <a:lnTo>
                  <a:pt x="1291114" y="7144"/>
                </a:lnTo>
                <a:cubicBezTo>
                  <a:pt x="1207294" y="7144"/>
                  <a:pt x="1138714" y="75724"/>
                  <a:pt x="1138714" y="159544"/>
                </a:cubicBezTo>
                <a:lnTo>
                  <a:pt x="1138714" y="531019"/>
                </a:lnTo>
                <a:lnTo>
                  <a:pt x="502444" y="531019"/>
                </a:lnTo>
                <a:cubicBezTo>
                  <a:pt x="273844" y="531019"/>
                  <a:pt x="7144" y="655796"/>
                  <a:pt x="7144" y="1007269"/>
                </a:cubicBezTo>
                <a:lnTo>
                  <a:pt x="7144" y="2643664"/>
                </a:lnTo>
                <a:cubicBezTo>
                  <a:pt x="7144" y="2996089"/>
                  <a:pt x="273844" y="3120866"/>
                  <a:pt x="502444" y="3120866"/>
                </a:cubicBezTo>
                <a:lnTo>
                  <a:pt x="3055144" y="3120866"/>
                </a:lnTo>
                <a:cubicBezTo>
                  <a:pt x="3420904" y="3120866"/>
                  <a:pt x="3550444" y="2863691"/>
                  <a:pt x="3550444" y="2643664"/>
                </a:cubicBezTo>
                <a:lnTo>
                  <a:pt x="3550444" y="1008221"/>
                </a:lnTo>
                <a:cubicBezTo>
                  <a:pt x="3550444" y="655796"/>
                  <a:pt x="3283744" y="531019"/>
                  <a:pt x="3055144" y="531019"/>
                </a:cubicBezTo>
                <a:close/>
                <a:moveTo>
                  <a:pt x="1292066" y="160496"/>
                </a:moveTo>
                <a:lnTo>
                  <a:pt x="2265521" y="159544"/>
                </a:lnTo>
                <a:lnTo>
                  <a:pt x="2265521" y="531019"/>
                </a:lnTo>
                <a:lnTo>
                  <a:pt x="1292066" y="531019"/>
                </a:lnTo>
                <a:lnTo>
                  <a:pt x="1292066" y="160496"/>
                </a:lnTo>
                <a:close/>
                <a:moveTo>
                  <a:pt x="3055144" y="2968466"/>
                </a:moveTo>
                <a:lnTo>
                  <a:pt x="502444" y="2968466"/>
                </a:lnTo>
                <a:cubicBezTo>
                  <a:pt x="399574" y="2968466"/>
                  <a:pt x="159544" y="2936081"/>
                  <a:pt x="159544" y="2643664"/>
                </a:cubicBezTo>
                <a:lnTo>
                  <a:pt x="159544" y="2105501"/>
                </a:lnTo>
                <a:lnTo>
                  <a:pt x="1302544" y="2105501"/>
                </a:lnTo>
                <a:cubicBezTo>
                  <a:pt x="1302544" y="2111216"/>
                  <a:pt x="1302544" y="2116931"/>
                  <a:pt x="1302544" y="2122646"/>
                </a:cubicBezTo>
                <a:lnTo>
                  <a:pt x="1302544" y="2357914"/>
                </a:lnTo>
                <a:cubicBezTo>
                  <a:pt x="1302544" y="2451259"/>
                  <a:pt x="1377791" y="2527459"/>
                  <a:pt x="1472089" y="2527459"/>
                </a:cubicBezTo>
                <a:cubicBezTo>
                  <a:pt x="1473041" y="2527459"/>
                  <a:pt x="1473994" y="2527459"/>
                  <a:pt x="1473994" y="2527459"/>
                </a:cubicBezTo>
                <a:lnTo>
                  <a:pt x="1702594" y="2527459"/>
                </a:lnTo>
                <a:lnTo>
                  <a:pt x="1702594" y="2679859"/>
                </a:lnTo>
                <a:cubicBezTo>
                  <a:pt x="1702594" y="2721769"/>
                  <a:pt x="1736884" y="2756059"/>
                  <a:pt x="1778794" y="2756059"/>
                </a:cubicBezTo>
                <a:cubicBezTo>
                  <a:pt x="1820704" y="2756059"/>
                  <a:pt x="1854994" y="2721769"/>
                  <a:pt x="1854994" y="2679859"/>
                </a:cubicBezTo>
                <a:lnTo>
                  <a:pt x="1854994" y="2527459"/>
                </a:lnTo>
                <a:lnTo>
                  <a:pt x="2083594" y="2527459"/>
                </a:lnTo>
                <a:cubicBezTo>
                  <a:pt x="2176939" y="2527459"/>
                  <a:pt x="2253139" y="2451259"/>
                  <a:pt x="2253139" y="2357914"/>
                </a:cubicBezTo>
                <a:lnTo>
                  <a:pt x="2253139" y="2357914"/>
                </a:lnTo>
                <a:lnTo>
                  <a:pt x="2253139" y="2122646"/>
                </a:lnTo>
                <a:cubicBezTo>
                  <a:pt x="2253139" y="2116931"/>
                  <a:pt x="2253139" y="2111216"/>
                  <a:pt x="2253139" y="2105501"/>
                </a:cubicBezTo>
                <a:lnTo>
                  <a:pt x="3396139" y="2105501"/>
                </a:lnTo>
                <a:lnTo>
                  <a:pt x="3398044" y="2643664"/>
                </a:lnTo>
                <a:cubicBezTo>
                  <a:pt x="3398044" y="2740819"/>
                  <a:pt x="3364706" y="2968466"/>
                  <a:pt x="3055144" y="2968466"/>
                </a:cubicBezTo>
                <a:close/>
                <a:moveTo>
                  <a:pt x="1778794" y="2164556"/>
                </a:moveTo>
                <a:cubicBezTo>
                  <a:pt x="1736884" y="2164556"/>
                  <a:pt x="1702594" y="2198846"/>
                  <a:pt x="1702594" y="2240756"/>
                </a:cubicBezTo>
                <a:lnTo>
                  <a:pt x="1702594" y="2375059"/>
                </a:lnTo>
                <a:lnTo>
                  <a:pt x="1473994" y="2375059"/>
                </a:lnTo>
                <a:cubicBezTo>
                  <a:pt x="1464469" y="2375059"/>
                  <a:pt x="1456849" y="2367439"/>
                  <a:pt x="1456849" y="2357914"/>
                </a:cubicBezTo>
                <a:lnTo>
                  <a:pt x="1456849" y="2122646"/>
                </a:lnTo>
                <a:cubicBezTo>
                  <a:pt x="1456849" y="2113121"/>
                  <a:pt x="1464469" y="2105501"/>
                  <a:pt x="1473994" y="2105501"/>
                </a:cubicBezTo>
                <a:lnTo>
                  <a:pt x="2083594" y="2105501"/>
                </a:lnTo>
                <a:cubicBezTo>
                  <a:pt x="2093119" y="2105501"/>
                  <a:pt x="2100739" y="2113121"/>
                  <a:pt x="2100739" y="2122646"/>
                </a:cubicBezTo>
                <a:lnTo>
                  <a:pt x="2100739" y="2122646"/>
                </a:lnTo>
                <a:lnTo>
                  <a:pt x="2100739" y="2357914"/>
                </a:lnTo>
                <a:cubicBezTo>
                  <a:pt x="2100739" y="2367439"/>
                  <a:pt x="2093119" y="2375059"/>
                  <a:pt x="2083594" y="2375059"/>
                </a:cubicBezTo>
                <a:lnTo>
                  <a:pt x="2083594" y="2375059"/>
                </a:lnTo>
                <a:lnTo>
                  <a:pt x="1854994" y="2375059"/>
                </a:lnTo>
                <a:lnTo>
                  <a:pt x="1854994" y="2240756"/>
                </a:lnTo>
                <a:cubicBezTo>
                  <a:pt x="1854994" y="2198846"/>
                  <a:pt x="1820704" y="2164556"/>
                  <a:pt x="1778794" y="2164556"/>
                </a:cubicBezTo>
                <a:close/>
                <a:moveTo>
                  <a:pt x="3398044" y="1953101"/>
                </a:moveTo>
                <a:lnTo>
                  <a:pt x="159544" y="1953101"/>
                </a:lnTo>
                <a:lnTo>
                  <a:pt x="159544" y="1008221"/>
                </a:lnTo>
                <a:cubicBezTo>
                  <a:pt x="159544" y="714851"/>
                  <a:pt x="399574" y="683419"/>
                  <a:pt x="502444" y="683419"/>
                </a:cubicBezTo>
                <a:lnTo>
                  <a:pt x="3055144" y="683419"/>
                </a:lnTo>
                <a:cubicBezTo>
                  <a:pt x="3158014" y="683419"/>
                  <a:pt x="3398044" y="714851"/>
                  <a:pt x="3398044" y="1008221"/>
                </a:cubicBezTo>
                <a:lnTo>
                  <a:pt x="3398044" y="1953101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30" name="Graphic 37">
            <a:extLst>
              <a:ext uri="{FF2B5EF4-FFF2-40B4-BE49-F238E27FC236}">
                <a16:creationId xmlns:a16="http://schemas.microsoft.com/office/drawing/2014/main" id="{C545D9D2-FB0C-4B76-8F37-82A6B4C6808B}"/>
              </a:ext>
            </a:extLst>
          </p:cNvPr>
          <p:cNvGrpSpPr>
            <a:grpSpLocks noChangeAspect="1"/>
          </p:cNvGrpSpPr>
          <p:nvPr/>
        </p:nvGrpSpPr>
        <p:grpSpPr>
          <a:xfrm>
            <a:off x="7412230" y="2252571"/>
            <a:ext cx="685800" cy="502920"/>
            <a:chOff x="6267450" y="3676650"/>
            <a:chExt cx="571500" cy="4191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82377F85-BA99-471E-AAD3-546B0369DC4E}"/>
                </a:ext>
              </a:extLst>
            </p:cNvPr>
            <p:cNvSpPr/>
            <p:nvPr/>
          </p:nvSpPr>
          <p:spPr>
            <a:xfrm>
              <a:off x="6260306" y="3669506"/>
              <a:ext cx="581025" cy="428625"/>
            </a:xfrm>
            <a:custGeom>
              <a:avLst/>
              <a:gdLst>
                <a:gd name="connsiteX0" fmla="*/ 538639 w 581025"/>
                <a:gd name="connsiteY0" fmla="*/ 7144 h 428625"/>
                <a:gd name="connsiteX1" fmla="*/ 47149 w 581025"/>
                <a:gd name="connsiteY1" fmla="*/ 7144 h 428625"/>
                <a:gd name="connsiteX2" fmla="*/ 7144 w 581025"/>
                <a:gd name="connsiteY2" fmla="*/ 47149 h 428625"/>
                <a:gd name="connsiteX3" fmla="*/ 7144 w 581025"/>
                <a:gd name="connsiteY3" fmla="*/ 386239 h 428625"/>
                <a:gd name="connsiteX4" fmla="*/ 47149 w 581025"/>
                <a:gd name="connsiteY4" fmla="*/ 426244 h 428625"/>
                <a:gd name="connsiteX5" fmla="*/ 538639 w 581025"/>
                <a:gd name="connsiteY5" fmla="*/ 426244 h 428625"/>
                <a:gd name="connsiteX6" fmla="*/ 578644 w 581025"/>
                <a:gd name="connsiteY6" fmla="*/ 386239 h 428625"/>
                <a:gd name="connsiteX7" fmla="*/ 578644 w 581025"/>
                <a:gd name="connsiteY7" fmla="*/ 47149 h 428625"/>
                <a:gd name="connsiteX8" fmla="*/ 538639 w 581025"/>
                <a:gd name="connsiteY8" fmla="*/ 7144 h 428625"/>
                <a:gd name="connsiteX9" fmla="*/ 559594 w 581025"/>
                <a:gd name="connsiteY9" fmla="*/ 386239 h 428625"/>
                <a:gd name="connsiteX10" fmla="*/ 538639 w 581025"/>
                <a:gd name="connsiteY10" fmla="*/ 407194 h 428625"/>
                <a:gd name="connsiteX11" fmla="*/ 47149 w 581025"/>
                <a:gd name="connsiteY11" fmla="*/ 407194 h 428625"/>
                <a:gd name="connsiteX12" fmla="*/ 26194 w 581025"/>
                <a:gd name="connsiteY12" fmla="*/ 386239 h 428625"/>
                <a:gd name="connsiteX13" fmla="*/ 26194 w 581025"/>
                <a:gd name="connsiteY13" fmla="*/ 47149 h 428625"/>
                <a:gd name="connsiteX14" fmla="*/ 47149 w 581025"/>
                <a:gd name="connsiteY14" fmla="*/ 26194 h 428625"/>
                <a:gd name="connsiteX15" fmla="*/ 538639 w 581025"/>
                <a:gd name="connsiteY15" fmla="*/ 26194 h 428625"/>
                <a:gd name="connsiteX16" fmla="*/ 559594 w 581025"/>
                <a:gd name="connsiteY16" fmla="*/ 47149 h 428625"/>
                <a:gd name="connsiteX17" fmla="*/ 559594 w 581025"/>
                <a:gd name="connsiteY17" fmla="*/ 386239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1025" h="428625">
                  <a:moveTo>
                    <a:pt x="538639" y="7144"/>
                  </a:moveTo>
                  <a:lnTo>
                    <a:pt x="47149" y="7144"/>
                  </a:lnTo>
                  <a:cubicBezTo>
                    <a:pt x="25241" y="7144"/>
                    <a:pt x="7144" y="25241"/>
                    <a:pt x="7144" y="47149"/>
                  </a:cubicBezTo>
                  <a:lnTo>
                    <a:pt x="7144" y="386239"/>
                  </a:lnTo>
                  <a:cubicBezTo>
                    <a:pt x="7144" y="408146"/>
                    <a:pt x="25241" y="426244"/>
                    <a:pt x="47149" y="426244"/>
                  </a:cubicBezTo>
                  <a:lnTo>
                    <a:pt x="538639" y="426244"/>
                  </a:lnTo>
                  <a:cubicBezTo>
                    <a:pt x="560546" y="426244"/>
                    <a:pt x="578644" y="408146"/>
                    <a:pt x="578644" y="386239"/>
                  </a:cubicBezTo>
                  <a:lnTo>
                    <a:pt x="578644" y="47149"/>
                  </a:lnTo>
                  <a:cubicBezTo>
                    <a:pt x="578644" y="25241"/>
                    <a:pt x="560546" y="7144"/>
                    <a:pt x="538639" y="7144"/>
                  </a:cubicBezTo>
                  <a:close/>
                  <a:moveTo>
                    <a:pt x="559594" y="386239"/>
                  </a:moveTo>
                  <a:cubicBezTo>
                    <a:pt x="559594" y="397669"/>
                    <a:pt x="550069" y="407194"/>
                    <a:pt x="538639" y="407194"/>
                  </a:cubicBezTo>
                  <a:lnTo>
                    <a:pt x="47149" y="407194"/>
                  </a:lnTo>
                  <a:cubicBezTo>
                    <a:pt x="35719" y="407194"/>
                    <a:pt x="26194" y="397669"/>
                    <a:pt x="26194" y="386239"/>
                  </a:cubicBezTo>
                  <a:lnTo>
                    <a:pt x="26194" y="47149"/>
                  </a:lnTo>
                  <a:cubicBezTo>
                    <a:pt x="26194" y="35719"/>
                    <a:pt x="35719" y="26194"/>
                    <a:pt x="47149" y="26194"/>
                  </a:cubicBezTo>
                  <a:lnTo>
                    <a:pt x="538639" y="26194"/>
                  </a:lnTo>
                  <a:cubicBezTo>
                    <a:pt x="550069" y="26194"/>
                    <a:pt x="559594" y="35719"/>
                    <a:pt x="559594" y="47149"/>
                  </a:cubicBezTo>
                  <a:lnTo>
                    <a:pt x="559594" y="38623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4F36AA55-A387-4296-ABDC-0A0AE59FC8D5}"/>
                </a:ext>
              </a:extLst>
            </p:cNvPr>
            <p:cNvSpPr/>
            <p:nvPr/>
          </p:nvSpPr>
          <p:spPr>
            <a:xfrm>
              <a:off x="6307931" y="3745739"/>
              <a:ext cx="200025" cy="276225"/>
            </a:xfrm>
            <a:custGeom>
              <a:avLst/>
              <a:gdLst>
                <a:gd name="connsiteX0" fmla="*/ 174784 w 200025"/>
                <a:gd name="connsiteY0" fmla="*/ 199516 h 276225"/>
                <a:gd name="connsiteX1" fmla="*/ 140494 w 200025"/>
                <a:gd name="connsiteY1" fmla="*/ 182371 h 276225"/>
                <a:gd name="connsiteX2" fmla="*/ 140494 w 200025"/>
                <a:gd name="connsiteY2" fmla="*/ 178561 h 276225"/>
                <a:gd name="connsiteX3" fmla="*/ 172879 w 200025"/>
                <a:gd name="connsiteY3" fmla="*/ 136651 h 276225"/>
                <a:gd name="connsiteX4" fmla="*/ 188119 w 200025"/>
                <a:gd name="connsiteY4" fmla="*/ 111886 h 276225"/>
                <a:gd name="connsiteX5" fmla="*/ 188119 w 200025"/>
                <a:gd name="connsiteY5" fmla="*/ 102361 h 276225"/>
                <a:gd name="connsiteX6" fmla="*/ 176689 w 200025"/>
                <a:gd name="connsiteY6" fmla="*/ 80454 h 276225"/>
                <a:gd name="connsiteX7" fmla="*/ 102394 w 200025"/>
                <a:gd name="connsiteY7" fmla="*/ 26161 h 276225"/>
                <a:gd name="connsiteX8" fmla="*/ 96679 w 200025"/>
                <a:gd name="connsiteY8" fmla="*/ 26161 h 276225"/>
                <a:gd name="connsiteX9" fmla="*/ 66199 w 200025"/>
                <a:gd name="connsiteY9" fmla="*/ 19494 h 276225"/>
                <a:gd name="connsiteX10" fmla="*/ 57626 w 200025"/>
                <a:gd name="connsiteY10" fmla="*/ 11874 h 276225"/>
                <a:gd name="connsiteX11" fmla="*/ 43339 w 200025"/>
                <a:gd name="connsiteY11" fmla="*/ 8064 h 276225"/>
                <a:gd name="connsiteX12" fmla="*/ 36671 w 200025"/>
                <a:gd name="connsiteY12" fmla="*/ 19494 h 276225"/>
                <a:gd name="connsiteX13" fmla="*/ 38576 w 200025"/>
                <a:gd name="connsiteY13" fmla="*/ 31876 h 276225"/>
                <a:gd name="connsiteX14" fmla="*/ 37624 w 200025"/>
                <a:gd name="connsiteY14" fmla="*/ 47116 h 276225"/>
                <a:gd name="connsiteX15" fmla="*/ 33814 w 200025"/>
                <a:gd name="connsiteY15" fmla="*/ 54736 h 276225"/>
                <a:gd name="connsiteX16" fmla="*/ 27146 w 200025"/>
                <a:gd name="connsiteY16" fmla="*/ 79501 h 276225"/>
                <a:gd name="connsiteX17" fmla="*/ 16669 w 200025"/>
                <a:gd name="connsiteY17" fmla="*/ 102361 h 276225"/>
                <a:gd name="connsiteX18" fmla="*/ 16669 w 200025"/>
                <a:gd name="connsiteY18" fmla="*/ 111886 h 276225"/>
                <a:gd name="connsiteX19" fmla="*/ 31909 w 200025"/>
                <a:gd name="connsiteY19" fmla="*/ 136651 h 276225"/>
                <a:gd name="connsiteX20" fmla="*/ 64294 w 200025"/>
                <a:gd name="connsiteY20" fmla="*/ 178561 h 276225"/>
                <a:gd name="connsiteX21" fmla="*/ 64294 w 200025"/>
                <a:gd name="connsiteY21" fmla="*/ 182371 h 276225"/>
                <a:gd name="connsiteX22" fmla="*/ 28099 w 200025"/>
                <a:gd name="connsiteY22" fmla="*/ 200469 h 276225"/>
                <a:gd name="connsiteX23" fmla="*/ 7144 w 200025"/>
                <a:gd name="connsiteY23" fmla="*/ 235711 h 276225"/>
                <a:gd name="connsiteX24" fmla="*/ 7144 w 200025"/>
                <a:gd name="connsiteY24" fmla="*/ 248094 h 276225"/>
                <a:gd name="connsiteX25" fmla="*/ 102394 w 200025"/>
                <a:gd name="connsiteY25" fmla="*/ 273811 h 276225"/>
                <a:gd name="connsiteX26" fmla="*/ 197644 w 200025"/>
                <a:gd name="connsiteY26" fmla="*/ 248094 h 276225"/>
                <a:gd name="connsiteX27" fmla="*/ 197644 w 200025"/>
                <a:gd name="connsiteY27" fmla="*/ 236664 h 276225"/>
                <a:gd name="connsiteX28" fmla="*/ 174784 w 200025"/>
                <a:gd name="connsiteY28" fmla="*/ 199516 h 276225"/>
                <a:gd name="connsiteX29" fmla="*/ 178594 w 200025"/>
                <a:gd name="connsiteY29" fmla="*/ 246189 h 276225"/>
                <a:gd name="connsiteX30" fmla="*/ 102394 w 200025"/>
                <a:gd name="connsiteY30" fmla="*/ 254761 h 276225"/>
                <a:gd name="connsiteX31" fmla="*/ 26194 w 200025"/>
                <a:gd name="connsiteY31" fmla="*/ 246189 h 276225"/>
                <a:gd name="connsiteX32" fmla="*/ 26194 w 200025"/>
                <a:gd name="connsiteY32" fmla="*/ 235711 h 276225"/>
                <a:gd name="connsiteX33" fmla="*/ 37624 w 200025"/>
                <a:gd name="connsiteY33" fmla="*/ 216661 h 276225"/>
                <a:gd name="connsiteX34" fmla="*/ 74771 w 200025"/>
                <a:gd name="connsiteY34" fmla="*/ 198564 h 276225"/>
                <a:gd name="connsiteX35" fmla="*/ 84296 w 200025"/>
                <a:gd name="connsiteY35" fmla="*/ 183324 h 276225"/>
                <a:gd name="connsiteX36" fmla="*/ 84296 w 200025"/>
                <a:gd name="connsiteY36" fmla="*/ 166179 h 276225"/>
                <a:gd name="connsiteX37" fmla="*/ 78581 w 200025"/>
                <a:gd name="connsiteY37" fmla="*/ 163321 h 276225"/>
                <a:gd name="connsiteX38" fmla="*/ 50006 w 200025"/>
                <a:gd name="connsiteY38" fmla="*/ 127126 h 276225"/>
                <a:gd name="connsiteX39" fmla="*/ 49054 w 200025"/>
                <a:gd name="connsiteY39" fmla="*/ 122364 h 276225"/>
                <a:gd name="connsiteX40" fmla="*/ 44291 w 200025"/>
                <a:gd name="connsiteY40" fmla="*/ 120459 h 276225"/>
                <a:gd name="connsiteX41" fmla="*/ 35719 w 200025"/>
                <a:gd name="connsiteY41" fmla="*/ 111886 h 276225"/>
                <a:gd name="connsiteX42" fmla="*/ 35719 w 200025"/>
                <a:gd name="connsiteY42" fmla="*/ 102361 h 276225"/>
                <a:gd name="connsiteX43" fmla="*/ 40481 w 200025"/>
                <a:gd name="connsiteY43" fmla="*/ 93789 h 276225"/>
                <a:gd name="connsiteX44" fmla="*/ 45244 w 200025"/>
                <a:gd name="connsiteY44" fmla="*/ 91884 h 276225"/>
                <a:gd name="connsiteX45" fmla="*/ 46196 w 200025"/>
                <a:gd name="connsiteY45" fmla="*/ 87121 h 276225"/>
                <a:gd name="connsiteX46" fmla="*/ 51911 w 200025"/>
                <a:gd name="connsiteY46" fmla="*/ 62356 h 276225"/>
                <a:gd name="connsiteX47" fmla="*/ 54769 w 200025"/>
                <a:gd name="connsiteY47" fmla="*/ 54736 h 276225"/>
                <a:gd name="connsiteX48" fmla="*/ 58579 w 200025"/>
                <a:gd name="connsiteY48" fmla="*/ 36639 h 276225"/>
                <a:gd name="connsiteX49" fmla="*/ 97631 w 200025"/>
                <a:gd name="connsiteY49" fmla="*/ 44259 h 276225"/>
                <a:gd name="connsiteX50" fmla="*/ 102394 w 200025"/>
                <a:gd name="connsiteY50" fmla="*/ 44259 h 276225"/>
                <a:gd name="connsiteX51" fmla="*/ 158591 w 200025"/>
                <a:gd name="connsiteY51" fmla="*/ 86169 h 276225"/>
                <a:gd name="connsiteX52" fmla="*/ 159544 w 200025"/>
                <a:gd name="connsiteY52" fmla="*/ 90931 h 276225"/>
                <a:gd name="connsiteX53" fmla="*/ 164306 w 200025"/>
                <a:gd name="connsiteY53" fmla="*/ 92836 h 276225"/>
                <a:gd name="connsiteX54" fmla="*/ 169069 w 200025"/>
                <a:gd name="connsiteY54" fmla="*/ 101409 h 276225"/>
                <a:gd name="connsiteX55" fmla="*/ 169069 w 200025"/>
                <a:gd name="connsiteY55" fmla="*/ 110934 h 276225"/>
                <a:gd name="connsiteX56" fmla="*/ 162401 w 200025"/>
                <a:gd name="connsiteY56" fmla="*/ 119506 h 276225"/>
                <a:gd name="connsiteX57" fmla="*/ 157639 w 200025"/>
                <a:gd name="connsiteY57" fmla="*/ 121411 h 276225"/>
                <a:gd name="connsiteX58" fmla="*/ 156686 w 200025"/>
                <a:gd name="connsiteY58" fmla="*/ 126174 h 276225"/>
                <a:gd name="connsiteX59" fmla="*/ 128111 w 200025"/>
                <a:gd name="connsiteY59" fmla="*/ 162369 h 276225"/>
                <a:gd name="connsiteX60" fmla="*/ 121444 w 200025"/>
                <a:gd name="connsiteY60" fmla="*/ 166179 h 276225"/>
                <a:gd name="connsiteX61" fmla="*/ 121444 w 200025"/>
                <a:gd name="connsiteY61" fmla="*/ 183324 h 276225"/>
                <a:gd name="connsiteX62" fmla="*/ 130969 w 200025"/>
                <a:gd name="connsiteY62" fmla="*/ 198564 h 276225"/>
                <a:gd name="connsiteX63" fmla="*/ 167164 w 200025"/>
                <a:gd name="connsiteY63" fmla="*/ 216661 h 276225"/>
                <a:gd name="connsiteX64" fmla="*/ 179546 w 200025"/>
                <a:gd name="connsiteY64" fmla="*/ 235711 h 276225"/>
                <a:gd name="connsiteX65" fmla="*/ 179546 w 200025"/>
                <a:gd name="connsiteY65" fmla="*/ 246189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200025" h="276225">
                  <a:moveTo>
                    <a:pt x="174784" y="199516"/>
                  </a:moveTo>
                  <a:lnTo>
                    <a:pt x="140494" y="182371"/>
                  </a:lnTo>
                  <a:lnTo>
                    <a:pt x="140494" y="178561"/>
                  </a:lnTo>
                  <a:cubicBezTo>
                    <a:pt x="155734" y="169989"/>
                    <a:pt x="167164" y="155701"/>
                    <a:pt x="172879" y="136651"/>
                  </a:cubicBezTo>
                  <a:cubicBezTo>
                    <a:pt x="182404" y="131889"/>
                    <a:pt x="188119" y="122364"/>
                    <a:pt x="188119" y="111886"/>
                  </a:cubicBezTo>
                  <a:lnTo>
                    <a:pt x="188119" y="102361"/>
                  </a:lnTo>
                  <a:cubicBezTo>
                    <a:pt x="188119" y="93789"/>
                    <a:pt x="184309" y="85216"/>
                    <a:pt x="176689" y="80454"/>
                  </a:cubicBezTo>
                  <a:cubicBezTo>
                    <a:pt x="170974" y="44259"/>
                    <a:pt x="146209" y="26161"/>
                    <a:pt x="102394" y="26161"/>
                  </a:cubicBezTo>
                  <a:cubicBezTo>
                    <a:pt x="100489" y="26161"/>
                    <a:pt x="98584" y="26161"/>
                    <a:pt x="96679" y="26161"/>
                  </a:cubicBezTo>
                  <a:cubicBezTo>
                    <a:pt x="88106" y="27114"/>
                    <a:pt x="76676" y="26161"/>
                    <a:pt x="66199" y="19494"/>
                  </a:cubicBezTo>
                  <a:cubicBezTo>
                    <a:pt x="62389" y="16636"/>
                    <a:pt x="59531" y="14731"/>
                    <a:pt x="57626" y="11874"/>
                  </a:cubicBezTo>
                  <a:cubicBezTo>
                    <a:pt x="53816" y="7111"/>
                    <a:pt x="48101" y="6159"/>
                    <a:pt x="43339" y="8064"/>
                  </a:cubicBezTo>
                  <a:cubicBezTo>
                    <a:pt x="38576" y="9969"/>
                    <a:pt x="35719" y="14731"/>
                    <a:pt x="36671" y="19494"/>
                  </a:cubicBezTo>
                  <a:cubicBezTo>
                    <a:pt x="36671" y="23304"/>
                    <a:pt x="37624" y="27114"/>
                    <a:pt x="38576" y="31876"/>
                  </a:cubicBezTo>
                  <a:cubicBezTo>
                    <a:pt x="40481" y="41401"/>
                    <a:pt x="40481" y="41401"/>
                    <a:pt x="37624" y="47116"/>
                  </a:cubicBezTo>
                  <a:cubicBezTo>
                    <a:pt x="36671" y="49021"/>
                    <a:pt x="35719" y="51879"/>
                    <a:pt x="33814" y="54736"/>
                  </a:cubicBezTo>
                  <a:cubicBezTo>
                    <a:pt x="30956" y="62356"/>
                    <a:pt x="28099" y="70929"/>
                    <a:pt x="27146" y="79501"/>
                  </a:cubicBezTo>
                  <a:cubicBezTo>
                    <a:pt x="20479" y="85216"/>
                    <a:pt x="16669" y="93789"/>
                    <a:pt x="16669" y="102361"/>
                  </a:cubicBezTo>
                  <a:lnTo>
                    <a:pt x="16669" y="111886"/>
                  </a:lnTo>
                  <a:cubicBezTo>
                    <a:pt x="16669" y="122364"/>
                    <a:pt x="22384" y="131889"/>
                    <a:pt x="31909" y="136651"/>
                  </a:cubicBezTo>
                  <a:cubicBezTo>
                    <a:pt x="37624" y="155701"/>
                    <a:pt x="49054" y="169989"/>
                    <a:pt x="64294" y="178561"/>
                  </a:cubicBezTo>
                  <a:lnTo>
                    <a:pt x="64294" y="182371"/>
                  </a:lnTo>
                  <a:lnTo>
                    <a:pt x="28099" y="200469"/>
                  </a:lnTo>
                  <a:cubicBezTo>
                    <a:pt x="15716" y="207136"/>
                    <a:pt x="7144" y="220471"/>
                    <a:pt x="7144" y="235711"/>
                  </a:cubicBezTo>
                  <a:lnTo>
                    <a:pt x="7144" y="248094"/>
                  </a:lnTo>
                  <a:cubicBezTo>
                    <a:pt x="7144" y="255714"/>
                    <a:pt x="7144" y="273811"/>
                    <a:pt x="102394" y="273811"/>
                  </a:cubicBezTo>
                  <a:cubicBezTo>
                    <a:pt x="197644" y="273811"/>
                    <a:pt x="197644" y="255714"/>
                    <a:pt x="197644" y="248094"/>
                  </a:cubicBezTo>
                  <a:lnTo>
                    <a:pt x="197644" y="236664"/>
                  </a:lnTo>
                  <a:cubicBezTo>
                    <a:pt x="197644" y="220471"/>
                    <a:pt x="189071" y="207136"/>
                    <a:pt x="174784" y="199516"/>
                  </a:cubicBezTo>
                  <a:close/>
                  <a:moveTo>
                    <a:pt x="178594" y="246189"/>
                  </a:moveTo>
                  <a:cubicBezTo>
                    <a:pt x="172879" y="249999"/>
                    <a:pt x="148114" y="254761"/>
                    <a:pt x="102394" y="254761"/>
                  </a:cubicBezTo>
                  <a:cubicBezTo>
                    <a:pt x="56674" y="254761"/>
                    <a:pt x="31909" y="249999"/>
                    <a:pt x="26194" y="246189"/>
                  </a:cubicBezTo>
                  <a:lnTo>
                    <a:pt x="26194" y="235711"/>
                  </a:lnTo>
                  <a:cubicBezTo>
                    <a:pt x="26194" y="228091"/>
                    <a:pt x="30956" y="220471"/>
                    <a:pt x="37624" y="216661"/>
                  </a:cubicBezTo>
                  <a:lnTo>
                    <a:pt x="74771" y="198564"/>
                  </a:lnTo>
                  <a:cubicBezTo>
                    <a:pt x="80486" y="195706"/>
                    <a:pt x="84296" y="189991"/>
                    <a:pt x="84296" y="183324"/>
                  </a:cubicBezTo>
                  <a:lnTo>
                    <a:pt x="84296" y="166179"/>
                  </a:lnTo>
                  <a:lnTo>
                    <a:pt x="78581" y="163321"/>
                  </a:lnTo>
                  <a:cubicBezTo>
                    <a:pt x="64294" y="156654"/>
                    <a:pt x="54769" y="145224"/>
                    <a:pt x="50006" y="127126"/>
                  </a:cubicBezTo>
                  <a:lnTo>
                    <a:pt x="49054" y="122364"/>
                  </a:lnTo>
                  <a:lnTo>
                    <a:pt x="44291" y="120459"/>
                  </a:lnTo>
                  <a:cubicBezTo>
                    <a:pt x="38576" y="119506"/>
                    <a:pt x="35719" y="115696"/>
                    <a:pt x="35719" y="111886"/>
                  </a:cubicBezTo>
                  <a:lnTo>
                    <a:pt x="35719" y="102361"/>
                  </a:lnTo>
                  <a:cubicBezTo>
                    <a:pt x="35719" y="98551"/>
                    <a:pt x="37624" y="95694"/>
                    <a:pt x="40481" y="93789"/>
                  </a:cubicBezTo>
                  <a:lnTo>
                    <a:pt x="45244" y="91884"/>
                  </a:lnTo>
                  <a:lnTo>
                    <a:pt x="46196" y="87121"/>
                  </a:lnTo>
                  <a:cubicBezTo>
                    <a:pt x="47149" y="78549"/>
                    <a:pt x="49054" y="69976"/>
                    <a:pt x="51911" y="62356"/>
                  </a:cubicBezTo>
                  <a:cubicBezTo>
                    <a:pt x="52864" y="59499"/>
                    <a:pt x="53816" y="56641"/>
                    <a:pt x="54769" y="54736"/>
                  </a:cubicBezTo>
                  <a:cubicBezTo>
                    <a:pt x="57626" y="48069"/>
                    <a:pt x="59531" y="44259"/>
                    <a:pt x="58579" y="36639"/>
                  </a:cubicBezTo>
                  <a:cubicBezTo>
                    <a:pt x="70009" y="43306"/>
                    <a:pt x="83344" y="46164"/>
                    <a:pt x="97631" y="44259"/>
                  </a:cubicBezTo>
                  <a:cubicBezTo>
                    <a:pt x="99536" y="44259"/>
                    <a:pt x="100489" y="44259"/>
                    <a:pt x="102394" y="44259"/>
                  </a:cubicBezTo>
                  <a:cubicBezTo>
                    <a:pt x="137636" y="44259"/>
                    <a:pt x="155734" y="57594"/>
                    <a:pt x="158591" y="86169"/>
                  </a:cubicBezTo>
                  <a:lnTo>
                    <a:pt x="159544" y="90931"/>
                  </a:lnTo>
                  <a:lnTo>
                    <a:pt x="164306" y="92836"/>
                  </a:lnTo>
                  <a:cubicBezTo>
                    <a:pt x="167164" y="94741"/>
                    <a:pt x="169069" y="97599"/>
                    <a:pt x="169069" y="101409"/>
                  </a:cubicBezTo>
                  <a:lnTo>
                    <a:pt x="169069" y="110934"/>
                  </a:lnTo>
                  <a:cubicBezTo>
                    <a:pt x="169069" y="114744"/>
                    <a:pt x="166211" y="118554"/>
                    <a:pt x="162401" y="119506"/>
                  </a:cubicBezTo>
                  <a:lnTo>
                    <a:pt x="157639" y="121411"/>
                  </a:lnTo>
                  <a:lnTo>
                    <a:pt x="156686" y="126174"/>
                  </a:lnTo>
                  <a:cubicBezTo>
                    <a:pt x="151924" y="144271"/>
                    <a:pt x="142399" y="156654"/>
                    <a:pt x="128111" y="162369"/>
                  </a:cubicBezTo>
                  <a:lnTo>
                    <a:pt x="121444" y="166179"/>
                  </a:lnTo>
                  <a:lnTo>
                    <a:pt x="121444" y="183324"/>
                  </a:lnTo>
                  <a:cubicBezTo>
                    <a:pt x="121444" y="189991"/>
                    <a:pt x="125254" y="195706"/>
                    <a:pt x="130969" y="198564"/>
                  </a:cubicBezTo>
                  <a:lnTo>
                    <a:pt x="167164" y="216661"/>
                  </a:lnTo>
                  <a:cubicBezTo>
                    <a:pt x="174784" y="220471"/>
                    <a:pt x="179546" y="228091"/>
                    <a:pt x="179546" y="235711"/>
                  </a:cubicBezTo>
                  <a:lnTo>
                    <a:pt x="179546" y="2461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EE67459E-947B-4BBC-A5E6-F64BD1A1F977}"/>
                </a:ext>
              </a:extLst>
            </p:cNvPr>
            <p:cNvSpPr/>
            <p:nvPr/>
          </p:nvSpPr>
          <p:spPr>
            <a:xfrm>
              <a:off x="6536531" y="3793331"/>
              <a:ext cx="123825" cy="28575"/>
            </a:xfrm>
            <a:custGeom>
              <a:avLst/>
              <a:gdLst>
                <a:gd name="connsiteX0" fmla="*/ 16669 w 123825"/>
                <a:gd name="connsiteY0" fmla="*/ 26194 h 28575"/>
                <a:gd name="connsiteX1" fmla="*/ 111919 w 123825"/>
                <a:gd name="connsiteY1" fmla="*/ 26194 h 28575"/>
                <a:gd name="connsiteX2" fmla="*/ 121444 w 123825"/>
                <a:gd name="connsiteY2" fmla="*/ 16669 h 28575"/>
                <a:gd name="connsiteX3" fmla="*/ 111919 w 123825"/>
                <a:gd name="connsiteY3" fmla="*/ 7144 h 28575"/>
                <a:gd name="connsiteX4" fmla="*/ 16669 w 123825"/>
                <a:gd name="connsiteY4" fmla="*/ 7144 h 28575"/>
                <a:gd name="connsiteX5" fmla="*/ 7144 w 123825"/>
                <a:gd name="connsiteY5" fmla="*/ 16669 h 28575"/>
                <a:gd name="connsiteX6" fmla="*/ 16669 w 123825"/>
                <a:gd name="connsiteY6" fmla="*/ 2619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" h="28575">
                  <a:moveTo>
                    <a:pt x="16669" y="26194"/>
                  </a:moveTo>
                  <a:lnTo>
                    <a:pt x="111919" y="26194"/>
                  </a:lnTo>
                  <a:cubicBezTo>
                    <a:pt x="117634" y="26194"/>
                    <a:pt x="121444" y="22384"/>
                    <a:pt x="121444" y="16669"/>
                  </a:cubicBezTo>
                  <a:cubicBezTo>
                    <a:pt x="121444" y="10954"/>
                    <a:pt x="117634" y="7144"/>
                    <a:pt x="111919" y="7144"/>
                  </a:cubicBezTo>
                  <a:lnTo>
                    <a:pt x="16669" y="7144"/>
                  </a:lnTo>
                  <a:cubicBezTo>
                    <a:pt x="10954" y="7144"/>
                    <a:pt x="7144" y="10954"/>
                    <a:pt x="7144" y="16669"/>
                  </a:cubicBezTo>
                  <a:cubicBezTo>
                    <a:pt x="7144" y="22384"/>
                    <a:pt x="10954" y="26194"/>
                    <a:pt x="16669" y="261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A8C35FEB-B095-426A-A47A-9657F87D7C54}"/>
                </a:ext>
              </a:extLst>
            </p:cNvPr>
            <p:cNvSpPr/>
            <p:nvPr/>
          </p:nvSpPr>
          <p:spPr>
            <a:xfrm>
              <a:off x="6669881" y="3793331"/>
              <a:ext cx="38100" cy="28575"/>
            </a:xfrm>
            <a:custGeom>
              <a:avLst/>
              <a:gdLst>
                <a:gd name="connsiteX0" fmla="*/ 16669 w 38100"/>
                <a:gd name="connsiteY0" fmla="*/ 26194 h 28575"/>
                <a:gd name="connsiteX1" fmla="*/ 26194 w 38100"/>
                <a:gd name="connsiteY1" fmla="*/ 26194 h 28575"/>
                <a:gd name="connsiteX2" fmla="*/ 35719 w 38100"/>
                <a:gd name="connsiteY2" fmla="*/ 16669 h 28575"/>
                <a:gd name="connsiteX3" fmla="*/ 26194 w 38100"/>
                <a:gd name="connsiteY3" fmla="*/ 7144 h 28575"/>
                <a:gd name="connsiteX4" fmla="*/ 16669 w 38100"/>
                <a:gd name="connsiteY4" fmla="*/ 7144 h 28575"/>
                <a:gd name="connsiteX5" fmla="*/ 7144 w 38100"/>
                <a:gd name="connsiteY5" fmla="*/ 16669 h 28575"/>
                <a:gd name="connsiteX6" fmla="*/ 16669 w 38100"/>
                <a:gd name="connsiteY6" fmla="*/ 2619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8575">
                  <a:moveTo>
                    <a:pt x="16669" y="26194"/>
                  </a:moveTo>
                  <a:lnTo>
                    <a:pt x="26194" y="26194"/>
                  </a:lnTo>
                  <a:cubicBezTo>
                    <a:pt x="31909" y="26194"/>
                    <a:pt x="35719" y="22384"/>
                    <a:pt x="35719" y="16669"/>
                  </a:cubicBezTo>
                  <a:cubicBezTo>
                    <a:pt x="35719" y="10954"/>
                    <a:pt x="31909" y="7144"/>
                    <a:pt x="26194" y="7144"/>
                  </a:cubicBezTo>
                  <a:lnTo>
                    <a:pt x="16669" y="7144"/>
                  </a:lnTo>
                  <a:cubicBezTo>
                    <a:pt x="10954" y="7144"/>
                    <a:pt x="7144" y="10954"/>
                    <a:pt x="7144" y="16669"/>
                  </a:cubicBezTo>
                  <a:cubicBezTo>
                    <a:pt x="7144" y="22384"/>
                    <a:pt x="10954" y="26194"/>
                    <a:pt x="16669" y="261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D26013ED-9C7A-4E5B-A478-BC2E847C5FF1}"/>
                </a:ext>
              </a:extLst>
            </p:cNvPr>
            <p:cNvSpPr/>
            <p:nvPr/>
          </p:nvSpPr>
          <p:spPr>
            <a:xfrm>
              <a:off x="6536531" y="3955256"/>
              <a:ext cx="38100" cy="28575"/>
            </a:xfrm>
            <a:custGeom>
              <a:avLst/>
              <a:gdLst>
                <a:gd name="connsiteX0" fmla="*/ 26194 w 38100"/>
                <a:gd name="connsiteY0" fmla="*/ 7144 h 28575"/>
                <a:gd name="connsiteX1" fmla="*/ 16669 w 38100"/>
                <a:gd name="connsiteY1" fmla="*/ 7144 h 28575"/>
                <a:gd name="connsiteX2" fmla="*/ 7144 w 38100"/>
                <a:gd name="connsiteY2" fmla="*/ 16669 h 28575"/>
                <a:gd name="connsiteX3" fmla="*/ 16669 w 38100"/>
                <a:gd name="connsiteY3" fmla="*/ 26194 h 28575"/>
                <a:gd name="connsiteX4" fmla="*/ 26194 w 38100"/>
                <a:gd name="connsiteY4" fmla="*/ 26194 h 28575"/>
                <a:gd name="connsiteX5" fmla="*/ 35719 w 38100"/>
                <a:gd name="connsiteY5" fmla="*/ 16669 h 28575"/>
                <a:gd name="connsiteX6" fmla="*/ 26194 w 381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8575">
                  <a:moveTo>
                    <a:pt x="26194" y="7144"/>
                  </a:moveTo>
                  <a:lnTo>
                    <a:pt x="16669" y="7144"/>
                  </a:lnTo>
                  <a:cubicBezTo>
                    <a:pt x="10954" y="7144"/>
                    <a:pt x="7144" y="10954"/>
                    <a:pt x="7144" y="16669"/>
                  </a:cubicBezTo>
                  <a:cubicBezTo>
                    <a:pt x="7144" y="22384"/>
                    <a:pt x="10954" y="26194"/>
                    <a:pt x="16669" y="26194"/>
                  </a:cubicBezTo>
                  <a:lnTo>
                    <a:pt x="26194" y="26194"/>
                  </a:lnTo>
                  <a:cubicBezTo>
                    <a:pt x="31909" y="26194"/>
                    <a:pt x="35719" y="22384"/>
                    <a:pt x="35719" y="16669"/>
                  </a:cubicBezTo>
                  <a:cubicBezTo>
                    <a:pt x="35719" y="10954"/>
                    <a:pt x="31909" y="7144"/>
                    <a:pt x="261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6CFF3FA5-CB31-4801-AD1D-53D0B7E1B137}"/>
                </a:ext>
              </a:extLst>
            </p:cNvPr>
            <p:cNvSpPr/>
            <p:nvPr/>
          </p:nvSpPr>
          <p:spPr>
            <a:xfrm>
              <a:off x="6584156" y="3955256"/>
              <a:ext cx="47625" cy="28575"/>
            </a:xfrm>
            <a:custGeom>
              <a:avLst/>
              <a:gdLst>
                <a:gd name="connsiteX0" fmla="*/ 35719 w 47625"/>
                <a:gd name="connsiteY0" fmla="*/ 7144 h 28575"/>
                <a:gd name="connsiteX1" fmla="*/ 16669 w 47625"/>
                <a:gd name="connsiteY1" fmla="*/ 7144 h 28575"/>
                <a:gd name="connsiteX2" fmla="*/ 7144 w 47625"/>
                <a:gd name="connsiteY2" fmla="*/ 16669 h 28575"/>
                <a:gd name="connsiteX3" fmla="*/ 16669 w 47625"/>
                <a:gd name="connsiteY3" fmla="*/ 26194 h 28575"/>
                <a:gd name="connsiteX4" fmla="*/ 35719 w 47625"/>
                <a:gd name="connsiteY4" fmla="*/ 26194 h 28575"/>
                <a:gd name="connsiteX5" fmla="*/ 45244 w 47625"/>
                <a:gd name="connsiteY5" fmla="*/ 16669 h 28575"/>
                <a:gd name="connsiteX6" fmla="*/ 35719 w 476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28575">
                  <a:moveTo>
                    <a:pt x="35719" y="7144"/>
                  </a:moveTo>
                  <a:lnTo>
                    <a:pt x="16669" y="7144"/>
                  </a:lnTo>
                  <a:cubicBezTo>
                    <a:pt x="10954" y="7144"/>
                    <a:pt x="7144" y="10954"/>
                    <a:pt x="7144" y="16669"/>
                  </a:cubicBezTo>
                  <a:cubicBezTo>
                    <a:pt x="7144" y="22384"/>
                    <a:pt x="10954" y="26194"/>
                    <a:pt x="16669" y="26194"/>
                  </a:cubicBezTo>
                  <a:lnTo>
                    <a:pt x="35719" y="26194"/>
                  </a:lnTo>
                  <a:cubicBezTo>
                    <a:pt x="41434" y="26194"/>
                    <a:pt x="45244" y="22384"/>
                    <a:pt x="45244" y="16669"/>
                  </a:cubicBezTo>
                  <a:cubicBezTo>
                    <a:pt x="45244" y="10954"/>
                    <a:pt x="41434" y="7144"/>
                    <a:pt x="3571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4888D40F-160D-4E85-858C-A3AA46229312}"/>
                </a:ext>
              </a:extLst>
            </p:cNvPr>
            <p:cNvSpPr/>
            <p:nvPr/>
          </p:nvSpPr>
          <p:spPr>
            <a:xfrm>
              <a:off x="6641306" y="3955256"/>
              <a:ext cx="38100" cy="28575"/>
            </a:xfrm>
            <a:custGeom>
              <a:avLst/>
              <a:gdLst>
                <a:gd name="connsiteX0" fmla="*/ 26194 w 38100"/>
                <a:gd name="connsiteY0" fmla="*/ 7144 h 28575"/>
                <a:gd name="connsiteX1" fmla="*/ 16669 w 38100"/>
                <a:gd name="connsiteY1" fmla="*/ 7144 h 28575"/>
                <a:gd name="connsiteX2" fmla="*/ 7144 w 38100"/>
                <a:gd name="connsiteY2" fmla="*/ 16669 h 28575"/>
                <a:gd name="connsiteX3" fmla="*/ 16669 w 38100"/>
                <a:gd name="connsiteY3" fmla="*/ 26194 h 28575"/>
                <a:gd name="connsiteX4" fmla="*/ 26194 w 38100"/>
                <a:gd name="connsiteY4" fmla="*/ 26194 h 28575"/>
                <a:gd name="connsiteX5" fmla="*/ 35719 w 38100"/>
                <a:gd name="connsiteY5" fmla="*/ 16669 h 28575"/>
                <a:gd name="connsiteX6" fmla="*/ 26194 w 381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8575">
                  <a:moveTo>
                    <a:pt x="26194" y="7144"/>
                  </a:moveTo>
                  <a:lnTo>
                    <a:pt x="16669" y="7144"/>
                  </a:lnTo>
                  <a:cubicBezTo>
                    <a:pt x="10954" y="7144"/>
                    <a:pt x="7144" y="10954"/>
                    <a:pt x="7144" y="16669"/>
                  </a:cubicBezTo>
                  <a:cubicBezTo>
                    <a:pt x="7144" y="22384"/>
                    <a:pt x="10954" y="26194"/>
                    <a:pt x="16669" y="26194"/>
                  </a:cubicBezTo>
                  <a:lnTo>
                    <a:pt x="26194" y="26194"/>
                  </a:lnTo>
                  <a:cubicBezTo>
                    <a:pt x="31909" y="26194"/>
                    <a:pt x="35719" y="22384"/>
                    <a:pt x="35719" y="16669"/>
                  </a:cubicBezTo>
                  <a:cubicBezTo>
                    <a:pt x="35719" y="10954"/>
                    <a:pt x="31909" y="7144"/>
                    <a:pt x="261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598FD3CA-9195-4EFF-87BB-0F334BBE86CC}"/>
                </a:ext>
              </a:extLst>
            </p:cNvPr>
            <p:cNvSpPr/>
            <p:nvPr/>
          </p:nvSpPr>
          <p:spPr>
            <a:xfrm>
              <a:off x="6688931" y="3955256"/>
              <a:ext cx="47625" cy="28575"/>
            </a:xfrm>
            <a:custGeom>
              <a:avLst/>
              <a:gdLst>
                <a:gd name="connsiteX0" fmla="*/ 35719 w 47625"/>
                <a:gd name="connsiteY0" fmla="*/ 7144 h 28575"/>
                <a:gd name="connsiteX1" fmla="*/ 16669 w 47625"/>
                <a:gd name="connsiteY1" fmla="*/ 7144 h 28575"/>
                <a:gd name="connsiteX2" fmla="*/ 7144 w 47625"/>
                <a:gd name="connsiteY2" fmla="*/ 16669 h 28575"/>
                <a:gd name="connsiteX3" fmla="*/ 16669 w 47625"/>
                <a:gd name="connsiteY3" fmla="*/ 26194 h 28575"/>
                <a:gd name="connsiteX4" fmla="*/ 35719 w 47625"/>
                <a:gd name="connsiteY4" fmla="*/ 26194 h 28575"/>
                <a:gd name="connsiteX5" fmla="*/ 45244 w 47625"/>
                <a:gd name="connsiteY5" fmla="*/ 16669 h 28575"/>
                <a:gd name="connsiteX6" fmla="*/ 35719 w 476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28575">
                  <a:moveTo>
                    <a:pt x="35719" y="7144"/>
                  </a:moveTo>
                  <a:lnTo>
                    <a:pt x="16669" y="7144"/>
                  </a:lnTo>
                  <a:cubicBezTo>
                    <a:pt x="10954" y="7144"/>
                    <a:pt x="7144" y="10954"/>
                    <a:pt x="7144" y="16669"/>
                  </a:cubicBezTo>
                  <a:cubicBezTo>
                    <a:pt x="7144" y="22384"/>
                    <a:pt x="10954" y="26194"/>
                    <a:pt x="16669" y="26194"/>
                  </a:cubicBezTo>
                  <a:lnTo>
                    <a:pt x="35719" y="26194"/>
                  </a:lnTo>
                  <a:cubicBezTo>
                    <a:pt x="41434" y="26194"/>
                    <a:pt x="45244" y="22384"/>
                    <a:pt x="45244" y="16669"/>
                  </a:cubicBezTo>
                  <a:cubicBezTo>
                    <a:pt x="45244" y="10954"/>
                    <a:pt x="41434" y="7144"/>
                    <a:pt x="3571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6E7F619B-B175-4842-A917-0E6CC22DCA13}"/>
                </a:ext>
              </a:extLst>
            </p:cNvPr>
            <p:cNvSpPr/>
            <p:nvPr/>
          </p:nvSpPr>
          <p:spPr>
            <a:xfrm>
              <a:off x="6746081" y="3955256"/>
              <a:ext cx="28575" cy="28575"/>
            </a:xfrm>
            <a:custGeom>
              <a:avLst/>
              <a:gdLst>
                <a:gd name="connsiteX0" fmla="*/ 10001 w 28575"/>
                <a:gd name="connsiteY0" fmla="*/ 10001 h 28575"/>
                <a:gd name="connsiteX1" fmla="*/ 7144 w 28575"/>
                <a:gd name="connsiteY1" fmla="*/ 16669 h 28575"/>
                <a:gd name="connsiteX2" fmla="*/ 10001 w 28575"/>
                <a:gd name="connsiteY2" fmla="*/ 23336 h 28575"/>
                <a:gd name="connsiteX3" fmla="*/ 16669 w 28575"/>
                <a:gd name="connsiteY3" fmla="*/ 26194 h 28575"/>
                <a:gd name="connsiteX4" fmla="*/ 23336 w 28575"/>
                <a:gd name="connsiteY4" fmla="*/ 23336 h 28575"/>
                <a:gd name="connsiteX5" fmla="*/ 26194 w 28575"/>
                <a:gd name="connsiteY5" fmla="*/ 16669 h 28575"/>
                <a:gd name="connsiteX6" fmla="*/ 23336 w 28575"/>
                <a:gd name="connsiteY6" fmla="*/ 10001 h 28575"/>
                <a:gd name="connsiteX7" fmla="*/ 10001 w 28575"/>
                <a:gd name="connsiteY7" fmla="*/ 1000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" h="28575">
                  <a:moveTo>
                    <a:pt x="10001" y="10001"/>
                  </a:moveTo>
                  <a:cubicBezTo>
                    <a:pt x="8096" y="11906"/>
                    <a:pt x="7144" y="13811"/>
                    <a:pt x="7144" y="16669"/>
                  </a:cubicBezTo>
                  <a:cubicBezTo>
                    <a:pt x="7144" y="19526"/>
                    <a:pt x="8096" y="21431"/>
                    <a:pt x="10001" y="23336"/>
                  </a:cubicBezTo>
                  <a:cubicBezTo>
                    <a:pt x="11906" y="25241"/>
                    <a:pt x="14764" y="26194"/>
                    <a:pt x="16669" y="26194"/>
                  </a:cubicBezTo>
                  <a:cubicBezTo>
                    <a:pt x="18574" y="26194"/>
                    <a:pt x="21431" y="25241"/>
                    <a:pt x="23336" y="23336"/>
                  </a:cubicBezTo>
                  <a:cubicBezTo>
                    <a:pt x="25241" y="21431"/>
                    <a:pt x="26194" y="18574"/>
                    <a:pt x="26194" y="16669"/>
                  </a:cubicBezTo>
                  <a:cubicBezTo>
                    <a:pt x="26194" y="14764"/>
                    <a:pt x="25241" y="11906"/>
                    <a:pt x="23336" y="10001"/>
                  </a:cubicBezTo>
                  <a:cubicBezTo>
                    <a:pt x="19526" y="6191"/>
                    <a:pt x="13811" y="6191"/>
                    <a:pt x="10001" y="10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C5F95277-0E4B-46DB-9DC3-6501A4E791CB}"/>
                </a:ext>
              </a:extLst>
            </p:cNvPr>
            <p:cNvSpPr/>
            <p:nvPr/>
          </p:nvSpPr>
          <p:spPr>
            <a:xfrm>
              <a:off x="6536531" y="3850481"/>
              <a:ext cx="238125" cy="28575"/>
            </a:xfrm>
            <a:custGeom>
              <a:avLst/>
              <a:gdLst>
                <a:gd name="connsiteX0" fmla="*/ 226219 w 238125"/>
                <a:gd name="connsiteY0" fmla="*/ 7144 h 28575"/>
                <a:gd name="connsiteX1" fmla="*/ 16669 w 238125"/>
                <a:gd name="connsiteY1" fmla="*/ 7144 h 28575"/>
                <a:gd name="connsiteX2" fmla="*/ 7144 w 238125"/>
                <a:gd name="connsiteY2" fmla="*/ 16669 h 28575"/>
                <a:gd name="connsiteX3" fmla="*/ 16669 w 238125"/>
                <a:gd name="connsiteY3" fmla="*/ 26194 h 28575"/>
                <a:gd name="connsiteX4" fmla="*/ 226219 w 238125"/>
                <a:gd name="connsiteY4" fmla="*/ 26194 h 28575"/>
                <a:gd name="connsiteX5" fmla="*/ 235744 w 238125"/>
                <a:gd name="connsiteY5" fmla="*/ 16669 h 28575"/>
                <a:gd name="connsiteX6" fmla="*/ 226219 w 2381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25" h="28575">
                  <a:moveTo>
                    <a:pt x="226219" y="7144"/>
                  </a:moveTo>
                  <a:lnTo>
                    <a:pt x="16669" y="7144"/>
                  </a:lnTo>
                  <a:cubicBezTo>
                    <a:pt x="10954" y="7144"/>
                    <a:pt x="7144" y="10954"/>
                    <a:pt x="7144" y="16669"/>
                  </a:cubicBezTo>
                  <a:cubicBezTo>
                    <a:pt x="7144" y="22384"/>
                    <a:pt x="10954" y="26194"/>
                    <a:pt x="16669" y="26194"/>
                  </a:cubicBezTo>
                  <a:lnTo>
                    <a:pt x="226219" y="26194"/>
                  </a:lnTo>
                  <a:cubicBezTo>
                    <a:pt x="231934" y="26194"/>
                    <a:pt x="235744" y="22384"/>
                    <a:pt x="235744" y="16669"/>
                  </a:cubicBezTo>
                  <a:cubicBezTo>
                    <a:pt x="235744" y="10954"/>
                    <a:pt x="231934" y="7144"/>
                    <a:pt x="22621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90C830C3-2EC5-4E15-923F-81937F760001}"/>
                </a:ext>
              </a:extLst>
            </p:cNvPr>
            <p:cNvSpPr/>
            <p:nvPr/>
          </p:nvSpPr>
          <p:spPr>
            <a:xfrm>
              <a:off x="6536531" y="3907631"/>
              <a:ext cx="238125" cy="28575"/>
            </a:xfrm>
            <a:custGeom>
              <a:avLst/>
              <a:gdLst>
                <a:gd name="connsiteX0" fmla="*/ 226219 w 238125"/>
                <a:gd name="connsiteY0" fmla="*/ 7144 h 28575"/>
                <a:gd name="connsiteX1" fmla="*/ 16669 w 238125"/>
                <a:gd name="connsiteY1" fmla="*/ 7144 h 28575"/>
                <a:gd name="connsiteX2" fmla="*/ 7144 w 238125"/>
                <a:gd name="connsiteY2" fmla="*/ 16669 h 28575"/>
                <a:gd name="connsiteX3" fmla="*/ 16669 w 238125"/>
                <a:gd name="connsiteY3" fmla="*/ 26194 h 28575"/>
                <a:gd name="connsiteX4" fmla="*/ 226219 w 238125"/>
                <a:gd name="connsiteY4" fmla="*/ 26194 h 28575"/>
                <a:gd name="connsiteX5" fmla="*/ 235744 w 238125"/>
                <a:gd name="connsiteY5" fmla="*/ 16669 h 28575"/>
                <a:gd name="connsiteX6" fmla="*/ 226219 w 2381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25" h="28575">
                  <a:moveTo>
                    <a:pt x="226219" y="7144"/>
                  </a:moveTo>
                  <a:lnTo>
                    <a:pt x="16669" y="7144"/>
                  </a:lnTo>
                  <a:cubicBezTo>
                    <a:pt x="10954" y="7144"/>
                    <a:pt x="7144" y="10954"/>
                    <a:pt x="7144" y="16669"/>
                  </a:cubicBezTo>
                  <a:cubicBezTo>
                    <a:pt x="7144" y="22384"/>
                    <a:pt x="10954" y="26194"/>
                    <a:pt x="16669" y="26194"/>
                  </a:cubicBezTo>
                  <a:lnTo>
                    <a:pt x="226219" y="26194"/>
                  </a:lnTo>
                  <a:cubicBezTo>
                    <a:pt x="231934" y="26194"/>
                    <a:pt x="235744" y="22384"/>
                    <a:pt x="235744" y="16669"/>
                  </a:cubicBezTo>
                  <a:cubicBezTo>
                    <a:pt x="235744" y="10954"/>
                    <a:pt x="231934" y="7144"/>
                    <a:pt x="22621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43" name="Graphic 441">
            <a:extLst>
              <a:ext uri="{FF2B5EF4-FFF2-40B4-BE49-F238E27FC236}">
                <a16:creationId xmlns:a16="http://schemas.microsoft.com/office/drawing/2014/main" id="{BFF95AE3-FD4D-4EFA-A28C-B5FB4F80C84B}"/>
              </a:ext>
            </a:extLst>
          </p:cNvPr>
          <p:cNvSpPr>
            <a:spLocks noChangeAspect="1"/>
          </p:cNvSpPr>
          <p:nvPr/>
        </p:nvSpPr>
        <p:spPr>
          <a:xfrm>
            <a:off x="7503670" y="3948985"/>
            <a:ext cx="502920" cy="502920"/>
          </a:xfrm>
          <a:custGeom>
            <a:avLst/>
            <a:gdLst>
              <a:gd name="connsiteX0" fmla="*/ 3101816 w 3638550"/>
              <a:gd name="connsiteY0" fmla="*/ 537690 h 3638550"/>
              <a:gd name="connsiteX1" fmla="*/ 1819751 w 3638550"/>
              <a:gd name="connsiteY1" fmla="*/ 7147 h 3638550"/>
              <a:gd name="connsiteX2" fmla="*/ 7144 w 3638550"/>
              <a:gd name="connsiteY2" fmla="*/ 1820707 h 3638550"/>
              <a:gd name="connsiteX3" fmla="*/ 1820704 w 3638550"/>
              <a:gd name="connsiteY3" fmla="*/ 3633315 h 3638550"/>
              <a:gd name="connsiteX4" fmla="*/ 3633311 w 3638550"/>
              <a:gd name="connsiteY4" fmla="*/ 1819755 h 3638550"/>
              <a:gd name="connsiteX5" fmla="*/ 3101816 w 3638550"/>
              <a:gd name="connsiteY5" fmla="*/ 537690 h 3638550"/>
              <a:gd name="connsiteX6" fmla="*/ 2990374 w 3638550"/>
              <a:gd name="connsiteY6" fmla="*/ 1217775 h 3638550"/>
              <a:gd name="connsiteX7" fmla="*/ 3038951 w 3638550"/>
              <a:gd name="connsiteY7" fmla="*/ 1241587 h 3638550"/>
              <a:gd name="connsiteX8" fmla="*/ 3523774 w 3638550"/>
              <a:gd name="connsiteY8" fmla="*/ 1819755 h 3638550"/>
              <a:gd name="connsiteX9" fmla="*/ 3038951 w 3638550"/>
              <a:gd name="connsiteY9" fmla="*/ 2397922 h 3638550"/>
              <a:gd name="connsiteX10" fmla="*/ 2990374 w 3638550"/>
              <a:gd name="connsiteY10" fmla="*/ 2421735 h 3638550"/>
              <a:gd name="connsiteX11" fmla="*/ 2990374 w 3638550"/>
              <a:gd name="connsiteY11" fmla="*/ 1217775 h 3638550"/>
              <a:gd name="connsiteX12" fmla="*/ 3479006 w 3638550"/>
              <a:gd name="connsiteY12" fmla="*/ 1435897 h 3638550"/>
              <a:gd name="connsiteX13" fmla="*/ 3087529 w 3638550"/>
              <a:gd name="connsiteY13" fmla="*/ 1143480 h 3638550"/>
              <a:gd name="connsiteX14" fmla="*/ 3088481 w 3638550"/>
              <a:gd name="connsiteY14" fmla="*/ 1143480 h 3638550"/>
              <a:gd name="connsiteX15" fmla="*/ 2953226 w 3638550"/>
              <a:gd name="connsiteY15" fmla="*/ 1081567 h 3638550"/>
              <a:gd name="connsiteX16" fmla="*/ 2703671 w 3638550"/>
              <a:gd name="connsiteY16" fmla="*/ 546262 h 3638550"/>
              <a:gd name="connsiteX17" fmla="*/ 2405539 w 3638550"/>
              <a:gd name="connsiteY17" fmla="*/ 219555 h 3638550"/>
              <a:gd name="connsiteX18" fmla="*/ 3479006 w 3638550"/>
              <a:gd name="connsiteY18" fmla="*/ 1435897 h 3638550"/>
              <a:gd name="connsiteX19" fmla="*/ 2398871 w 3638550"/>
              <a:gd name="connsiteY19" fmla="*/ 1037752 h 3638550"/>
              <a:gd name="connsiteX20" fmla="*/ 2861786 w 3638550"/>
              <a:gd name="connsiteY20" fmla="*/ 1163482 h 3638550"/>
              <a:gd name="connsiteX21" fmla="*/ 2861786 w 3638550"/>
              <a:gd name="connsiteY21" fmla="*/ 2475075 h 3638550"/>
              <a:gd name="connsiteX22" fmla="*/ 2398871 w 3638550"/>
              <a:gd name="connsiteY22" fmla="*/ 2601757 h 3638550"/>
              <a:gd name="connsiteX23" fmla="*/ 2458879 w 3638550"/>
              <a:gd name="connsiteY23" fmla="*/ 1819755 h 3638550"/>
              <a:gd name="connsiteX24" fmla="*/ 2398871 w 3638550"/>
              <a:gd name="connsiteY24" fmla="*/ 1037752 h 3638550"/>
              <a:gd name="connsiteX25" fmla="*/ 2611279 w 3638550"/>
              <a:gd name="connsiteY25" fmla="*/ 607222 h 3638550"/>
              <a:gd name="connsiteX26" fmla="*/ 2819876 w 3638550"/>
              <a:gd name="connsiteY26" fmla="*/ 1032037 h 3638550"/>
              <a:gd name="connsiteX27" fmla="*/ 2377916 w 3638550"/>
              <a:gd name="connsiteY27" fmla="*/ 922500 h 3638550"/>
              <a:gd name="connsiteX28" fmla="*/ 2377916 w 3638550"/>
              <a:gd name="connsiteY28" fmla="*/ 923452 h 3638550"/>
              <a:gd name="connsiteX29" fmla="*/ 2284571 w 3638550"/>
              <a:gd name="connsiteY29" fmla="*/ 560550 h 3638550"/>
              <a:gd name="connsiteX30" fmla="*/ 2088356 w 3638550"/>
              <a:gd name="connsiteY30" fmla="*/ 166215 h 3638550"/>
              <a:gd name="connsiteX31" fmla="*/ 2611279 w 3638550"/>
              <a:gd name="connsiteY31" fmla="*/ 607222 h 3638550"/>
              <a:gd name="connsiteX32" fmla="*/ 2349341 w 3638550"/>
              <a:gd name="connsiteY32" fmla="*/ 1819755 h 3638550"/>
              <a:gd name="connsiteX33" fmla="*/ 2284571 w 3638550"/>
              <a:gd name="connsiteY33" fmla="*/ 2619855 h 3638550"/>
              <a:gd name="connsiteX34" fmla="*/ 1819751 w 3638550"/>
              <a:gd name="connsiteY34" fmla="*/ 2652240 h 3638550"/>
              <a:gd name="connsiteX35" fmla="*/ 1354931 w 3638550"/>
              <a:gd name="connsiteY35" fmla="*/ 2619855 h 3638550"/>
              <a:gd name="connsiteX36" fmla="*/ 1290161 w 3638550"/>
              <a:gd name="connsiteY36" fmla="*/ 1819755 h 3638550"/>
              <a:gd name="connsiteX37" fmla="*/ 1354931 w 3638550"/>
              <a:gd name="connsiteY37" fmla="*/ 1019655 h 3638550"/>
              <a:gd name="connsiteX38" fmla="*/ 2284571 w 3638550"/>
              <a:gd name="connsiteY38" fmla="*/ 1019655 h 3638550"/>
              <a:gd name="connsiteX39" fmla="*/ 2349341 w 3638550"/>
              <a:gd name="connsiteY39" fmla="*/ 1819755 h 3638550"/>
              <a:gd name="connsiteX40" fmla="*/ 1819751 w 3638550"/>
              <a:gd name="connsiteY40" fmla="*/ 117637 h 3638550"/>
              <a:gd name="connsiteX41" fmla="*/ 2180749 w 3638550"/>
              <a:gd name="connsiteY41" fmla="*/ 594840 h 3638550"/>
              <a:gd name="connsiteX42" fmla="*/ 2262664 w 3638550"/>
              <a:gd name="connsiteY42" fmla="*/ 906307 h 3638550"/>
              <a:gd name="connsiteX43" fmla="*/ 1376839 w 3638550"/>
              <a:gd name="connsiteY43" fmla="*/ 906307 h 3638550"/>
              <a:gd name="connsiteX44" fmla="*/ 1458754 w 3638550"/>
              <a:gd name="connsiteY44" fmla="*/ 594840 h 3638550"/>
              <a:gd name="connsiteX45" fmla="*/ 1819751 w 3638550"/>
              <a:gd name="connsiteY45" fmla="*/ 117637 h 3638550"/>
              <a:gd name="connsiteX46" fmla="*/ 1354931 w 3638550"/>
              <a:gd name="connsiteY46" fmla="*/ 559597 h 3638550"/>
              <a:gd name="connsiteX47" fmla="*/ 1261586 w 3638550"/>
              <a:gd name="connsiteY47" fmla="*/ 922500 h 3638550"/>
              <a:gd name="connsiteX48" fmla="*/ 819626 w 3638550"/>
              <a:gd name="connsiteY48" fmla="*/ 1032037 h 3638550"/>
              <a:gd name="connsiteX49" fmla="*/ 1028224 w 3638550"/>
              <a:gd name="connsiteY49" fmla="*/ 607222 h 3638550"/>
              <a:gd name="connsiteX50" fmla="*/ 1550194 w 3638550"/>
              <a:gd name="connsiteY50" fmla="*/ 166215 h 3638550"/>
              <a:gd name="connsiteX51" fmla="*/ 1354931 w 3638550"/>
              <a:gd name="connsiteY51" fmla="*/ 559597 h 3638550"/>
              <a:gd name="connsiteX52" fmla="*/ 1240631 w 3638550"/>
              <a:gd name="connsiteY52" fmla="*/ 2601757 h 3638550"/>
              <a:gd name="connsiteX53" fmla="*/ 1240631 w 3638550"/>
              <a:gd name="connsiteY53" fmla="*/ 2601757 h 3638550"/>
              <a:gd name="connsiteX54" fmla="*/ 777716 w 3638550"/>
              <a:gd name="connsiteY54" fmla="*/ 2475075 h 3638550"/>
              <a:gd name="connsiteX55" fmla="*/ 777716 w 3638550"/>
              <a:gd name="connsiteY55" fmla="*/ 1163482 h 3638550"/>
              <a:gd name="connsiteX56" fmla="*/ 1240631 w 3638550"/>
              <a:gd name="connsiteY56" fmla="*/ 1037752 h 3638550"/>
              <a:gd name="connsiteX57" fmla="*/ 1180624 w 3638550"/>
              <a:gd name="connsiteY57" fmla="*/ 1819755 h 3638550"/>
              <a:gd name="connsiteX58" fmla="*/ 1240631 w 3638550"/>
              <a:gd name="connsiteY58" fmla="*/ 2601757 h 3638550"/>
              <a:gd name="connsiteX59" fmla="*/ 615791 w 3638550"/>
              <a:gd name="connsiteY59" fmla="*/ 615795 h 3638550"/>
              <a:gd name="connsiteX60" fmla="*/ 1233964 w 3638550"/>
              <a:gd name="connsiteY60" fmla="*/ 219555 h 3638550"/>
              <a:gd name="connsiteX61" fmla="*/ 936784 w 3638550"/>
              <a:gd name="connsiteY61" fmla="*/ 545310 h 3638550"/>
              <a:gd name="connsiteX62" fmla="*/ 687229 w 3638550"/>
              <a:gd name="connsiteY62" fmla="*/ 1080615 h 3638550"/>
              <a:gd name="connsiteX63" fmla="*/ 551974 w 3638550"/>
              <a:gd name="connsiteY63" fmla="*/ 1142527 h 3638550"/>
              <a:gd name="connsiteX64" fmla="*/ 160496 w 3638550"/>
              <a:gd name="connsiteY64" fmla="*/ 1435897 h 3638550"/>
              <a:gd name="connsiteX65" fmla="*/ 615791 w 3638550"/>
              <a:gd name="connsiteY65" fmla="*/ 615795 h 3638550"/>
              <a:gd name="connsiteX66" fmla="*/ 600551 w 3638550"/>
              <a:gd name="connsiteY66" fmla="*/ 1241587 h 3638550"/>
              <a:gd name="connsiteX67" fmla="*/ 649129 w 3638550"/>
              <a:gd name="connsiteY67" fmla="*/ 1217775 h 3638550"/>
              <a:gd name="connsiteX68" fmla="*/ 649129 w 3638550"/>
              <a:gd name="connsiteY68" fmla="*/ 2421735 h 3638550"/>
              <a:gd name="connsiteX69" fmla="*/ 600551 w 3638550"/>
              <a:gd name="connsiteY69" fmla="*/ 2397922 h 3638550"/>
              <a:gd name="connsiteX70" fmla="*/ 115729 w 3638550"/>
              <a:gd name="connsiteY70" fmla="*/ 1819755 h 3638550"/>
              <a:gd name="connsiteX71" fmla="*/ 600551 w 3638550"/>
              <a:gd name="connsiteY71" fmla="*/ 1241587 h 3638550"/>
              <a:gd name="connsiteX72" fmla="*/ 615791 w 3638550"/>
              <a:gd name="connsiteY72" fmla="*/ 3023715 h 3638550"/>
              <a:gd name="connsiteX73" fmla="*/ 160496 w 3638550"/>
              <a:gd name="connsiteY73" fmla="*/ 2203612 h 3638550"/>
              <a:gd name="connsiteX74" fmla="*/ 551974 w 3638550"/>
              <a:gd name="connsiteY74" fmla="*/ 2496982 h 3638550"/>
              <a:gd name="connsiteX75" fmla="*/ 687229 w 3638550"/>
              <a:gd name="connsiteY75" fmla="*/ 2558895 h 3638550"/>
              <a:gd name="connsiteX76" fmla="*/ 936784 w 3638550"/>
              <a:gd name="connsiteY76" fmla="*/ 3094200 h 3638550"/>
              <a:gd name="connsiteX77" fmla="*/ 1233964 w 3638550"/>
              <a:gd name="connsiteY77" fmla="*/ 3420907 h 3638550"/>
              <a:gd name="connsiteX78" fmla="*/ 615791 w 3638550"/>
              <a:gd name="connsiteY78" fmla="*/ 3023715 h 3638550"/>
              <a:gd name="connsiteX79" fmla="*/ 1028224 w 3638550"/>
              <a:gd name="connsiteY79" fmla="*/ 3032287 h 3638550"/>
              <a:gd name="connsiteX80" fmla="*/ 1028224 w 3638550"/>
              <a:gd name="connsiteY80" fmla="*/ 3032287 h 3638550"/>
              <a:gd name="connsiteX81" fmla="*/ 819626 w 3638550"/>
              <a:gd name="connsiteY81" fmla="*/ 2607472 h 3638550"/>
              <a:gd name="connsiteX82" fmla="*/ 1261586 w 3638550"/>
              <a:gd name="connsiteY82" fmla="*/ 2717010 h 3638550"/>
              <a:gd name="connsiteX83" fmla="*/ 1354931 w 3638550"/>
              <a:gd name="connsiteY83" fmla="*/ 3079912 h 3638550"/>
              <a:gd name="connsiteX84" fmla="*/ 1551146 w 3638550"/>
              <a:gd name="connsiteY84" fmla="*/ 3473295 h 3638550"/>
              <a:gd name="connsiteX85" fmla="*/ 1028224 w 3638550"/>
              <a:gd name="connsiteY85" fmla="*/ 3032287 h 3638550"/>
              <a:gd name="connsiteX86" fmla="*/ 1819751 w 3638550"/>
              <a:gd name="connsiteY86" fmla="*/ 3522825 h 3638550"/>
              <a:gd name="connsiteX87" fmla="*/ 1458754 w 3638550"/>
              <a:gd name="connsiteY87" fmla="*/ 3045622 h 3638550"/>
              <a:gd name="connsiteX88" fmla="*/ 1376839 w 3638550"/>
              <a:gd name="connsiteY88" fmla="*/ 2734155 h 3638550"/>
              <a:gd name="connsiteX89" fmla="*/ 1819751 w 3638550"/>
              <a:gd name="connsiteY89" fmla="*/ 2762730 h 3638550"/>
              <a:gd name="connsiteX90" fmla="*/ 2262664 w 3638550"/>
              <a:gd name="connsiteY90" fmla="*/ 2734155 h 3638550"/>
              <a:gd name="connsiteX91" fmla="*/ 2180749 w 3638550"/>
              <a:gd name="connsiteY91" fmla="*/ 3045622 h 3638550"/>
              <a:gd name="connsiteX92" fmla="*/ 1819751 w 3638550"/>
              <a:gd name="connsiteY92" fmla="*/ 3522825 h 3638550"/>
              <a:gd name="connsiteX93" fmla="*/ 2285524 w 3638550"/>
              <a:gd name="connsiteY93" fmla="*/ 3079912 h 3638550"/>
              <a:gd name="connsiteX94" fmla="*/ 2378869 w 3638550"/>
              <a:gd name="connsiteY94" fmla="*/ 2717010 h 3638550"/>
              <a:gd name="connsiteX95" fmla="*/ 2820829 w 3638550"/>
              <a:gd name="connsiteY95" fmla="*/ 2607472 h 3638550"/>
              <a:gd name="connsiteX96" fmla="*/ 2612231 w 3638550"/>
              <a:gd name="connsiteY96" fmla="*/ 3032287 h 3638550"/>
              <a:gd name="connsiteX97" fmla="*/ 2090261 w 3638550"/>
              <a:gd name="connsiteY97" fmla="*/ 3473295 h 3638550"/>
              <a:gd name="connsiteX98" fmla="*/ 2285524 w 3638550"/>
              <a:gd name="connsiteY98" fmla="*/ 3079912 h 3638550"/>
              <a:gd name="connsiteX99" fmla="*/ 3023711 w 3638550"/>
              <a:gd name="connsiteY99" fmla="*/ 3023715 h 3638550"/>
              <a:gd name="connsiteX100" fmla="*/ 2405539 w 3638550"/>
              <a:gd name="connsiteY100" fmla="*/ 3419955 h 3638550"/>
              <a:gd name="connsiteX101" fmla="*/ 2702719 w 3638550"/>
              <a:gd name="connsiteY101" fmla="*/ 3094200 h 3638550"/>
              <a:gd name="connsiteX102" fmla="*/ 2952274 w 3638550"/>
              <a:gd name="connsiteY102" fmla="*/ 2558895 h 3638550"/>
              <a:gd name="connsiteX103" fmla="*/ 3087529 w 3638550"/>
              <a:gd name="connsiteY103" fmla="*/ 2496982 h 3638550"/>
              <a:gd name="connsiteX104" fmla="*/ 3479006 w 3638550"/>
              <a:gd name="connsiteY104" fmla="*/ 2203612 h 3638550"/>
              <a:gd name="connsiteX105" fmla="*/ 3023711 w 3638550"/>
              <a:gd name="connsiteY105" fmla="*/ 3023715 h 3638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638550" h="3638550">
                <a:moveTo>
                  <a:pt x="3101816" y="537690"/>
                </a:moveTo>
                <a:cubicBezTo>
                  <a:pt x="2762726" y="197647"/>
                  <a:pt x="2300764" y="6195"/>
                  <a:pt x="1819751" y="7147"/>
                </a:cubicBezTo>
                <a:cubicBezTo>
                  <a:pt x="818674" y="7147"/>
                  <a:pt x="7144" y="819630"/>
                  <a:pt x="7144" y="1820707"/>
                </a:cubicBezTo>
                <a:cubicBezTo>
                  <a:pt x="7144" y="2821785"/>
                  <a:pt x="819626" y="3633315"/>
                  <a:pt x="1820704" y="3633315"/>
                </a:cubicBezTo>
                <a:cubicBezTo>
                  <a:pt x="2821781" y="3633315"/>
                  <a:pt x="3633311" y="2820832"/>
                  <a:pt x="3633311" y="1819755"/>
                </a:cubicBezTo>
                <a:cubicBezTo>
                  <a:pt x="3633311" y="1338742"/>
                  <a:pt x="3441859" y="877732"/>
                  <a:pt x="3101816" y="537690"/>
                </a:cubicBezTo>
                <a:close/>
                <a:moveTo>
                  <a:pt x="2990374" y="1217775"/>
                </a:moveTo>
                <a:lnTo>
                  <a:pt x="3038951" y="1241587"/>
                </a:lnTo>
                <a:cubicBezTo>
                  <a:pt x="3338036" y="1393987"/>
                  <a:pt x="3523774" y="1597822"/>
                  <a:pt x="3523774" y="1819755"/>
                </a:cubicBezTo>
                <a:cubicBezTo>
                  <a:pt x="3523774" y="2041687"/>
                  <a:pt x="3337084" y="2246475"/>
                  <a:pt x="3038951" y="2397922"/>
                </a:cubicBezTo>
                <a:lnTo>
                  <a:pt x="2990374" y="2421735"/>
                </a:lnTo>
                <a:cubicBezTo>
                  <a:pt x="3083719" y="2026447"/>
                  <a:pt x="3083719" y="1614015"/>
                  <a:pt x="2990374" y="1217775"/>
                </a:cubicBezTo>
                <a:close/>
                <a:moveTo>
                  <a:pt x="3479006" y="1435897"/>
                </a:moveTo>
                <a:cubicBezTo>
                  <a:pt x="3369469" y="1313977"/>
                  <a:pt x="3236119" y="1213965"/>
                  <a:pt x="3087529" y="1143480"/>
                </a:cubicBezTo>
                <a:lnTo>
                  <a:pt x="3088481" y="1143480"/>
                </a:lnTo>
                <a:cubicBezTo>
                  <a:pt x="3045619" y="1121572"/>
                  <a:pt x="3000851" y="1101570"/>
                  <a:pt x="2953226" y="1081567"/>
                </a:cubicBezTo>
                <a:cubicBezTo>
                  <a:pt x="2897029" y="892020"/>
                  <a:pt x="2813209" y="711045"/>
                  <a:pt x="2703671" y="546262"/>
                </a:cubicBezTo>
                <a:cubicBezTo>
                  <a:pt x="2621756" y="422437"/>
                  <a:pt x="2521744" y="311947"/>
                  <a:pt x="2405539" y="219555"/>
                </a:cubicBezTo>
                <a:cubicBezTo>
                  <a:pt x="2945606" y="417675"/>
                  <a:pt x="3349466" y="874875"/>
                  <a:pt x="3479006" y="1435897"/>
                </a:cubicBezTo>
                <a:close/>
                <a:moveTo>
                  <a:pt x="2398871" y="1037752"/>
                </a:moveTo>
                <a:cubicBezTo>
                  <a:pt x="2556986" y="1065375"/>
                  <a:pt x="2711291" y="1107285"/>
                  <a:pt x="2861786" y="1163482"/>
                </a:cubicBezTo>
                <a:cubicBezTo>
                  <a:pt x="2977991" y="1593060"/>
                  <a:pt x="2977991" y="2045497"/>
                  <a:pt x="2861786" y="2475075"/>
                </a:cubicBezTo>
                <a:cubicBezTo>
                  <a:pt x="2712244" y="2531272"/>
                  <a:pt x="2556986" y="2574135"/>
                  <a:pt x="2398871" y="2601757"/>
                </a:cubicBezTo>
                <a:cubicBezTo>
                  <a:pt x="2439829" y="2342677"/>
                  <a:pt x="2459831" y="2081692"/>
                  <a:pt x="2458879" y="1819755"/>
                </a:cubicBezTo>
                <a:cubicBezTo>
                  <a:pt x="2459831" y="1557817"/>
                  <a:pt x="2439829" y="1296832"/>
                  <a:pt x="2398871" y="1037752"/>
                </a:cubicBezTo>
                <a:close/>
                <a:moveTo>
                  <a:pt x="2611279" y="607222"/>
                </a:moveTo>
                <a:cubicBezTo>
                  <a:pt x="2698909" y="739620"/>
                  <a:pt x="2769394" y="881542"/>
                  <a:pt x="2819876" y="1032037"/>
                </a:cubicBezTo>
                <a:cubicBezTo>
                  <a:pt x="2676049" y="983460"/>
                  <a:pt x="2528411" y="947265"/>
                  <a:pt x="2377916" y="922500"/>
                </a:cubicBezTo>
                <a:lnTo>
                  <a:pt x="2377916" y="923452"/>
                </a:lnTo>
                <a:cubicBezTo>
                  <a:pt x="2354104" y="800580"/>
                  <a:pt x="2323624" y="679612"/>
                  <a:pt x="2284571" y="560550"/>
                </a:cubicBezTo>
                <a:cubicBezTo>
                  <a:pt x="2241709" y="418627"/>
                  <a:pt x="2175986" y="285277"/>
                  <a:pt x="2088356" y="166215"/>
                </a:cubicBezTo>
                <a:cubicBezTo>
                  <a:pt x="2289334" y="242415"/>
                  <a:pt x="2470309" y="394815"/>
                  <a:pt x="2611279" y="607222"/>
                </a:cubicBezTo>
                <a:close/>
                <a:moveTo>
                  <a:pt x="2349341" y="1819755"/>
                </a:moveTo>
                <a:cubicBezTo>
                  <a:pt x="2350294" y="2087407"/>
                  <a:pt x="2329339" y="2355060"/>
                  <a:pt x="2284571" y="2619855"/>
                </a:cubicBezTo>
                <a:cubicBezTo>
                  <a:pt x="2130266" y="2641762"/>
                  <a:pt x="1975009" y="2652240"/>
                  <a:pt x="1819751" y="2652240"/>
                </a:cubicBezTo>
                <a:cubicBezTo>
                  <a:pt x="1664494" y="2652240"/>
                  <a:pt x="1509236" y="2641762"/>
                  <a:pt x="1354931" y="2619855"/>
                </a:cubicBezTo>
                <a:cubicBezTo>
                  <a:pt x="1311116" y="2355060"/>
                  <a:pt x="1289209" y="2087407"/>
                  <a:pt x="1290161" y="1819755"/>
                </a:cubicBezTo>
                <a:cubicBezTo>
                  <a:pt x="1289209" y="1552102"/>
                  <a:pt x="1310164" y="1284450"/>
                  <a:pt x="1354931" y="1019655"/>
                </a:cubicBezTo>
                <a:cubicBezTo>
                  <a:pt x="1663541" y="976792"/>
                  <a:pt x="1975961" y="976792"/>
                  <a:pt x="2284571" y="1019655"/>
                </a:cubicBezTo>
                <a:cubicBezTo>
                  <a:pt x="2328386" y="1284450"/>
                  <a:pt x="2350294" y="1552102"/>
                  <a:pt x="2349341" y="1819755"/>
                </a:cubicBezTo>
                <a:close/>
                <a:moveTo>
                  <a:pt x="1819751" y="117637"/>
                </a:moveTo>
                <a:cubicBezTo>
                  <a:pt x="1955006" y="117637"/>
                  <a:pt x="2082641" y="299565"/>
                  <a:pt x="2180749" y="594840"/>
                </a:cubicBezTo>
                <a:cubicBezTo>
                  <a:pt x="2214086" y="696757"/>
                  <a:pt x="2241709" y="800580"/>
                  <a:pt x="2262664" y="906307"/>
                </a:cubicBezTo>
                <a:cubicBezTo>
                  <a:pt x="1968341" y="869160"/>
                  <a:pt x="1670209" y="869160"/>
                  <a:pt x="1376839" y="906307"/>
                </a:cubicBezTo>
                <a:cubicBezTo>
                  <a:pt x="1397794" y="800580"/>
                  <a:pt x="1425416" y="696757"/>
                  <a:pt x="1458754" y="594840"/>
                </a:cubicBezTo>
                <a:cubicBezTo>
                  <a:pt x="1556861" y="299565"/>
                  <a:pt x="1685449" y="117637"/>
                  <a:pt x="1819751" y="117637"/>
                </a:cubicBezTo>
                <a:close/>
                <a:moveTo>
                  <a:pt x="1354931" y="559597"/>
                </a:moveTo>
                <a:cubicBezTo>
                  <a:pt x="1315879" y="678660"/>
                  <a:pt x="1285399" y="799627"/>
                  <a:pt x="1261586" y="922500"/>
                </a:cubicBezTo>
                <a:cubicBezTo>
                  <a:pt x="1111091" y="947265"/>
                  <a:pt x="963454" y="983460"/>
                  <a:pt x="819626" y="1032037"/>
                </a:cubicBezTo>
                <a:cubicBezTo>
                  <a:pt x="871061" y="882495"/>
                  <a:pt x="940594" y="739620"/>
                  <a:pt x="1028224" y="607222"/>
                </a:cubicBezTo>
                <a:cubicBezTo>
                  <a:pt x="1171099" y="395767"/>
                  <a:pt x="1350169" y="240510"/>
                  <a:pt x="1550194" y="166215"/>
                </a:cubicBezTo>
                <a:cubicBezTo>
                  <a:pt x="1463516" y="285277"/>
                  <a:pt x="1397794" y="418627"/>
                  <a:pt x="1354931" y="559597"/>
                </a:cubicBezTo>
                <a:close/>
                <a:moveTo>
                  <a:pt x="1240631" y="2601757"/>
                </a:moveTo>
                <a:lnTo>
                  <a:pt x="1240631" y="2601757"/>
                </a:lnTo>
                <a:cubicBezTo>
                  <a:pt x="1082516" y="2574135"/>
                  <a:pt x="927259" y="2531272"/>
                  <a:pt x="777716" y="2475075"/>
                </a:cubicBezTo>
                <a:cubicBezTo>
                  <a:pt x="661511" y="2045497"/>
                  <a:pt x="661511" y="1593060"/>
                  <a:pt x="777716" y="1163482"/>
                </a:cubicBezTo>
                <a:cubicBezTo>
                  <a:pt x="928211" y="1107285"/>
                  <a:pt x="1082516" y="1064422"/>
                  <a:pt x="1240631" y="1037752"/>
                </a:cubicBezTo>
                <a:cubicBezTo>
                  <a:pt x="1199674" y="1296832"/>
                  <a:pt x="1179671" y="1557817"/>
                  <a:pt x="1180624" y="1819755"/>
                </a:cubicBezTo>
                <a:cubicBezTo>
                  <a:pt x="1179671" y="2081692"/>
                  <a:pt x="1199674" y="2343630"/>
                  <a:pt x="1240631" y="2601757"/>
                </a:cubicBezTo>
                <a:close/>
                <a:moveTo>
                  <a:pt x="615791" y="615795"/>
                </a:moveTo>
                <a:cubicBezTo>
                  <a:pt x="791051" y="440535"/>
                  <a:pt x="1001554" y="305280"/>
                  <a:pt x="1233964" y="219555"/>
                </a:cubicBezTo>
                <a:cubicBezTo>
                  <a:pt x="1118711" y="311947"/>
                  <a:pt x="1017746" y="421485"/>
                  <a:pt x="936784" y="545310"/>
                </a:cubicBezTo>
                <a:cubicBezTo>
                  <a:pt x="827246" y="710092"/>
                  <a:pt x="743426" y="891067"/>
                  <a:pt x="687229" y="1080615"/>
                </a:cubicBezTo>
                <a:cubicBezTo>
                  <a:pt x="640556" y="1099665"/>
                  <a:pt x="594836" y="1120620"/>
                  <a:pt x="551974" y="1142527"/>
                </a:cubicBezTo>
                <a:cubicBezTo>
                  <a:pt x="403384" y="1213012"/>
                  <a:pt x="270034" y="1313025"/>
                  <a:pt x="160496" y="1435897"/>
                </a:cubicBezTo>
                <a:cubicBezTo>
                  <a:pt x="232886" y="1125382"/>
                  <a:pt x="390049" y="840585"/>
                  <a:pt x="615791" y="615795"/>
                </a:cubicBezTo>
                <a:close/>
                <a:moveTo>
                  <a:pt x="600551" y="1241587"/>
                </a:moveTo>
                <a:lnTo>
                  <a:pt x="649129" y="1217775"/>
                </a:lnTo>
                <a:cubicBezTo>
                  <a:pt x="555784" y="1614015"/>
                  <a:pt x="555784" y="2025495"/>
                  <a:pt x="649129" y="2421735"/>
                </a:cubicBezTo>
                <a:lnTo>
                  <a:pt x="600551" y="2397922"/>
                </a:lnTo>
                <a:cubicBezTo>
                  <a:pt x="301466" y="2245522"/>
                  <a:pt x="115729" y="2041687"/>
                  <a:pt x="115729" y="1819755"/>
                </a:cubicBezTo>
                <a:cubicBezTo>
                  <a:pt x="115729" y="1597822"/>
                  <a:pt x="302419" y="1393035"/>
                  <a:pt x="600551" y="1241587"/>
                </a:cubicBezTo>
                <a:close/>
                <a:moveTo>
                  <a:pt x="615791" y="3023715"/>
                </a:moveTo>
                <a:cubicBezTo>
                  <a:pt x="390049" y="2797972"/>
                  <a:pt x="231934" y="2514128"/>
                  <a:pt x="160496" y="2203612"/>
                </a:cubicBezTo>
                <a:cubicBezTo>
                  <a:pt x="270034" y="2326485"/>
                  <a:pt x="403384" y="2425545"/>
                  <a:pt x="551974" y="2496982"/>
                </a:cubicBezTo>
                <a:cubicBezTo>
                  <a:pt x="594836" y="2518890"/>
                  <a:pt x="639604" y="2538892"/>
                  <a:pt x="687229" y="2558895"/>
                </a:cubicBezTo>
                <a:cubicBezTo>
                  <a:pt x="743426" y="2748442"/>
                  <a:pt x="827246" y="2929417"/>
                  <a:pt x="936784" y="3094200"/>
                </a:cubicBezTo>
                <a:cubicBezTo>
                  <a:pt x="1017746" y="3218025"/>
                  <a:pt x="1118711" y="3328515"/>
                  <a:pt x="1233964" y="3420907"/>
                </a:cubicBezTo>
                <a:cubicBezTo>
                  <a:pt x="1001554" y="3334230"/>
                  <a:pt x="791051" y="3198975"/>
                  <a:pt x="615791" y="3023715"/>
                </a:cubicBezTo>
                <a:close/>
                <a:moveTo>
                  <a:pt x="1028224" y="3032287"/>
                </a:moveTo>
                <a:lnTo>
                  <a:pt x="1028224" y="3032287"/>
                </a:lnTo>
                <a:cubicBezTo>
                  <a:pt x="940594" y="2899890"/>
                  <a:pt x="871061" y="2757015"/>
                  <a:pt x="819626" y="2607472"/>
                </a:cubicBezTo>
                <a:cubicBezTo>
                  <a:pt x="963454" y="2656050"/>
                  <a:pt x="1111091" y="2692245"/>
                  <a:pt x="1261586" y="2717010"/>
                </a:cubicBezTo>
                <a:cubicBezTo>
                  <a:pt x="1285399" y="2839882"/>
                  <a:pt x="1315879" y="2960850"/>
                  <a:pt x="1354931" y="3079912"/>
                </a:cubicBezTo>
                <a:cubicBezTo>
                  <a:pt x="1397794" y="3220882"/>
                  <a:pt x="1463516" y="3354232"/>
                  <a:pt x="1551146" y="3473295"/>
                </a:cubicBezTo>
                <a:cubicBezTo>
                  <a:pt x="1351121" y="3399000"/>
                  <a:pt x="1172051" y="3243742"/>
                  <a:pt x="1028224" y="3032287"/>
                </a:cubicBezTo>
                <a:close/>
                <a:moveTo>
                  <a:pt x="1819751" y="3522825"/>
                </a:moveTo>
                <a:cubicBezTo>
                  <a:pt x="1684496" y="3522825"/>
                  <a:pt x="1556861" y="3340897"/>
                  <a:pt x="1458754" y="3045622"/>
                </a:cubicBezTo>
                <a:cubicBezTo>
                  <a:pt x="1425416" y="2943705"/>
                  <a:pt x="1397794" y="2839882"/>
                  <a:pt x="1376839" y="2734155"/>
                </a:cubicBezTo>
                <a:cubicBezTo>
                  <a:pt x="1523524" y="2753205"/>
                  <a:pt x="1672114" y="2762730"/>
                  <a:pt x="1819751" y="2762730"/>
                </a:cubicBezTo>
                <a:cubicBezTo>
                  <a:pt x="1968341" y="2762730"/>
                  <a:pt x="2115979" y="2753205"/>
                  <a:pt x="2262664" y="2734155"/>
                </a:cubicBezTo>
                <a:cubicBezTo>
                  <a:pt x="2241709" y="2839882"/>
                  <a:pt x="2214086" y="2943705"/>
                  <a:pt x="2180749" y="3045622"/>
                </a:cubicBezTo>
                <a:cubicBezTo>
                  <a:pt x="2083594" y="3340897"/>
                  <a:pt x="1955006" y="3522825"/>
                  <a:pt x="1819751" y="3522825"/>
                </a:cubicBezTo>
                <a:close/>
                <a:moveTo>
                  <a:pt x="2285524" y="3079912"/>
                </a:moveTo>
                <a:cubicBezTo>
                  <a:pt x="2324576" y="2960850"/>
                  <a:pt x="2355056" y="2839882"/>
                  <a:pt x="2378869" y="2717010"/>
                </a:cubicBezTo>
                <a:cubicBezTo>
                  <a:pt x="2529364" y="2692245"/>
                  <a:pt x="2677001" y="2656050"/>
                  <a:pt x="2820829" y="2607472"/>
                </a:cubicBezTo>
                <a:cubicBezTo>
                  <a:pt x="2769394" y="2757015"/>
                  <a:pt x="2699861" y="2899890"/>
                  <a:pt x="2612231" y="3032287"/>
                </a:cubicBezTo>
                <a:cubicBezTo>
                  <a:pt x="2469356" y="3243742"/>
                  <a:pt x="2290286" y="3399000"/>
                  <a:pt x="2090261" y="3473295"/>
                </a:cubicBezTo>
                <a:cubicBezTo>
                  <a:pt x="2176939" y="3354232"/>
                  <a:pt x="2242661" y="3221835"/>
                  <a:pt x="2285524" y="3079912"/>
                </a:cubicBezTo>
                <a:close/>
                <a:moveTo>
                  <a:pt x="3023711" y="3023715"/>
                </a:moveTo>
                <a:cubicBezTo>
                  <a:pt x="2848451" y="3198975"/>
                  <a:pt x="2637949" y="3334230"/>
                  <a:pt x="2405539" y="3419955"/>
                </a:cubicBezTo>
                <a:cubicBezTo>
                  <a:pt x="2520791" y="3327562"/>
                  <a:pt x="2621756" y="3218025"/>
                  <a:pt x="2702719" y="3094200"/>
                </a:cubicBezTo>
                <a:cubicBezTo>
                  <a:pt x="2812256" y="2929417"/>
                  <a:pt x="2896076" y="2748442"/>
                  <a:pt x="2952274" y="2558895"/>
                </a:cubicBezTo>
                <a:cubicBezTo>
                  <a:pt x="2998946" y="2539845"/>
                  <a:pt x="3044666" y="2518890"/>
                  <a:pt x="3087529" y="2496982"/>
                </a:cubicBezTo>
                <a:cubicBezTo>
                  <a:pt x="3236119" y="2426497"/>
                  <a:pt x="3369469" y="2326485"/>
                  <a:pt x="3479006" y="2203612"/>
                </a:cubicBezTo>
                <a:cubicBezTo>
                  <a:pt x="3407569" y="2515080"/>
                  <a:pt x="3249454" y="2798925"/>
                  <a:pt x="3023711" y="3023715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45" name="Graphic 443">
            <a:extLst>
              <a:ext uri="{FF2B5EF4-FFF2-40B4-BE49-F238E27FC236}">
                <a16:creationId xmlns:a16="http://schemas.microsoft.com/office/drawing/2014/main" id="{C74BE465-5DD1-4A35-8D5C-F9B7A831C202}"/>
              </a:ext>
            </a:extLst>
          </p:cNvPr>
          <p:cNvGrpSpPr>
            <a:grpSpLocks noChangeAspect="1"/>
          </p:cNvGrpSpPr>
          <p:nvPr/>
        </p:nvGrpSpPr>
        <p:grpSpPr>
          <a:xfrm>
            <a:off x="7500326" y="4797192"/>
            <a:ext cx="509608" cy="502920"/>
            <a:chOff x="4281487" y="1638300"/>
            <a:chExt cx="3629025" cy="35814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F25E621-5C6C-4ACE-B6B1-456CAF79B9DF}"/>
                </a:ext>
              </a:extLst>
            </p:cNvPr>
            <p:cNvSpPr/>
            <p:nvPr/>
          </p:nvSpPr>
          <p:spPr>
            <a:xfrm>
              <a:off x="5932262" y="2232439"/>
              <a:ext cx="1409700" cy="1304925"/>
            </a:xfrm>
            <a:custGeom>
              <a:avLst/>
              <a:gdLst>
                <a:gd name="connsiteX0" fmla="*/ 540928 w 1409700"/>
                <a:gd name="connsiteY0" fmla="*/ 24986 h 1304925"/>
                <a:gd name="connsiteX1" fmla="*/ 46580 w 1409700"/>
                <a:gd name="connsiteY1" fmla="*/ 50703 h 1304925"/>
                <a:gd name="connsiteX2" fmla="*/ 9432 w 1409700"/>
                <a:gd name="connsiteY2" fmla="*/ 119283 h 1304925"/>
                <a:gd name="connsiteX3" fmla="*/ 78012 w 1409700"/>
                <a:gd name="connsiteY3" fmla="*/ 156431 h 1304925"/>
                <a:gd name="connsiteX4" fmla="*/ 1259112 w 1409700"/>
                <a:gd name="connsiteY4" fmla="*/ 796511 h 1304925"/>
                <a:gd name="connsiteX5" fmla="*/ 1281972 w 1409700"/>
                <a:gd name="connsiteY5" fmla="*/ 1240376 h 1304925"/>
                <a:gd name="connsiteX6" fmla="*/ 1325787 w 1409700"/>
                <a:gd name="connsiteY6" fmla="*/ 1304193 h 1304925"/>
                <a:gd name="connsiteX7" fmla="*/ 1389605 w 1409700"/>
                <a:gd name="connsiteY7" fmla="*/ 1260378 h 1304925"/>
                <a:gd name="connsiteX8" fmla="*/ 1389605 w 1409700"/>
                <a:gd name="connsiteY8" fmla="*/ 1260378 h 1304925"/>
                <a:gd name="connsiteX9" fmla="*/ 540928 w 1409700"/>
                <a:gd name="connsiteY9" fmla="*/ 24986 h 130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09700" h="1304925">
                  <a:moveTo>
                    <a:pt x="540928" y="24986"/>
                  </a:moveTo>
                  <a:cubicBezTo>
                    <a:pt x="376145" y="-5494"/>
                    <a:pt x="206600" y="3078"/>
                    <a:pt x="46580" y="50703"/>
                  </a:cubicBezTo>
                  <a:cubicBezTo>
                    <a:pt x="17052" y="59276"/>
                    <a:pt x="860" y="89756"/>
                    <a:pt x="9432" y="119283"/>
                  </a:cubicBezTo>
                  <a:cubicBezTo>
                    <a:pt x="18005" y="148811"/>
                    <a:pt x="48485" y="165003"/>
                    <a:pt x="78012" y="156431"/>
                  </a:cubicBezTo>
                  <a:cubicBezTo>
                    <a:pt x="580932" y="6888"/>
                    <a:pt x="1109570" y="293591"/>
                    <a:pt x="1259112" y="796511"/>
                  </a:cubicBezTo>
                  <a:cubicBezTo>
                    <a:pt x="1301975" y="940338"/>
                    <a:pt x="1309595" y="1092738"/>
                    <a:pt x="1281972" y="1240376"/>
                  </a:cubicBezTo>
                  <a:cubicBezTo>
                    <a:pt x="1276257" y="1269903"/>
                    <a:pt x="1296260" y="1298478"/>
                    <a:pt x="1325787" y="1304193"/>
                  </a:cubicBezTo>
                  <a:cubicBezTo>
                    <a:pt x="1355315" y="1309908"/>
                    <a:pt x="1383890" y="1289906"/>
                    <a:pt x="1389605" y="1260378"/>
                  </a:cubicBezTo>
                  <a:cubicBezTo>
                    <a:pt x="1389605" y="1260378"/>
                    <a:pt x="1389605" y="1260378"/>
                    <a:pt x="1389605" y="1260378"/>
                  </a:cubicBezTo>
                  <a:cubicBezTo>
                    <a:pt x="1495332" y="685068"/>
                    <a:pt x="1116237" y="131666"/>
                    <a:pt x="540928" y="249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989646F4-A6EC-4262-B7C3-B4BC027B6359}"/>
                </a:ext>
              </a:extLst>
            </p:cNvPr>
            <p:cNvSpPr/>
            <p:nvPr/>
          </p:nvSpPr>
          <p:spPr>
            <a:xfrm>
              <a:off x="4274343" y="1631156"/>
              <a:ext cx="3638550" cy="3590925"/>
            </a:xfrm>
            <a:custGeom>
              <a:avLst/>
              <a:gdLst>
                <a:gd name="connsiteX0" fmla="*/ 3542824 w 3638550"/>
                <a:gd name="connsiteY0" fmla="*/ 2689384 h 3590925"/>
                <a:gd name="connsiteX1" fmla="*/ 3390424 w 3638550"/>
                <a:gd name="connsiteY1" fmla="*/ 2552224 h 3590925"/>
                <a:gd name="connsiteX2" fmla="*/ 3340894 w 3638550"/>
                <a:gd name="connsiteY2" fmla="*/ 2514124 h 3590925"/>
                <a:gd name="connsiteX3" fmla="*/ 3238976 w 3638550"/>
                <a:gd name="connsiteY3" fmla="*/ 2437924 h 3590925"/>
                <a:gd name="connsiteX4" fmla="*/ 3076099 w 3638550"/>
                <a:gd name="connsiteY4" fmla="*/ 2325529 h 3590925"/>
                <a:gd name="connsiteX5" fmla="*/ 3061811 w 3638550"/>
                <a:gd name="connsiteY5" fmla="*/ 2316004 h 3590925"/>
                <a:gd name="connsiteX6" fmla="*/ 2391251 w 3638550"/>
                <a:gd name="connsiteY6" fmla="*/ 2261711 h 3590925"/>
                <a:gd name="connsiteX7" fmla="*/ 2276951 w 3638550"/>
                <a:gd name="connsiteY7" fmla="*/ 2379821 h 3590925"/>
                <a:gd name="connsiteX8" fmla="*/ 1802606 w 3638550"/>
                <a:gd name="connsiteY8" fmla="*/ 2327434 h 3590925"/>
                <a:gd name="connsiteX9" fmla="*/ 1668304 w 3638550"/>
                <a:gd name="connsiteY9" fmla="*/ 2241709 h 3590925"/>
                <a:gd name="connsiteX10" fmla="*/ 1565434 w 3638550"/>
                <a:gd name="connsiteY10" fmla="*/ 2161699 h 3590925"/>
                <a:gd name="connsiteX11" fmla="*/ 1554004 w 3638550"/>
                <a:gd name="connsiteY11" fmla="*/ 2150269 h 3590925"/>
                <a:gd name="connsiteX12" fmla="*/ 1523524 w 3638550"/>
                <a:gd name="connsiteY12" fmla="*/ 2122646 h 3590925"/>
                <a:gd name="connsiteX13" fmla="*/ 1401604 w 3638550"/>
                <a:gd name="connsiteY13" fmla="*/ 1996916 h 3590925"/>
                <a:gd name="connsiteX14" fmla="*/ 1188244 w 3638550"/>
                <a:gd name="connsiteY14" fmla="*/ 1648301 h 3590925"/>
                <a:gd name="connsiteX15" fmla="*/ 1144429 w 3638550"/>
                <a:gd name="connsiteY15" fmla="*/ 1396841 h 3590925"/>
                <a:gd name="connsiteX16" fmla="*/ 1161574 w 3638550"/>
                <a:gd name="connsiteY16" fmla="*/ 1360646 h 3590925"/>
                <a:gd name="connsiteX17" fmla="*/ 1193959 w 3638550"/>
                <a:gd name="connsiteY17" fmla="*/ 1319689 h 3590925"/>
                <a:gd name="connsiteX18" fmla="*/ 1258729 w 3638550"/>
                <a:gd name="connsiteY18" fmla="*/ 1270159 h 3590925"/>
                <a:gd name="connsiteX19" fmla="*/ 1396841 w 3638550"/>
                <a:gd name="connsiteY19" fmla="*/ 727234 h 3590925"/>
                <a:gd name="connsiteX20" fmla="*/ 1142524 w 3638550"/>
                <a:gd name="connsiteY20" fmla="*/ 358616 h 3590925"/>
                <a:gd name="connsiteX21" fmla="*/ 1112996 w 3638550"/>
                <a:gd name="connsiteY21" fmla="*/ 320516 h 3590925"/>
                <a:gd name="connsiteX22" fmla="*/ 953929 w 3638550"/>
                <a:gd name="connsiteY22" fmla="*/ 147161 h 3590925"/>
                <a:gd name="connsiteX23" fmla="*/ 946309 w 3638550"/>
                <a:gd name="connsiteY23" fmla="*/ 139541 h 3590925"/>
                <a:gd name="connsiteX24" fmla="*/ 943451 w 3638550"/>
                <a:gd name="connsiteY24" fmla="*/ 137636 h 3590925"/>
                <a:gd name="connsiteX25" fmla="*/ 940594 w 3638550"/>
                <a:gd name="connsiteY25" fmla="*/ 134779 h 3590925"/>
                <a:gd name="connsiteX26" fmla="*/ 673894 w 3638550"/>
                <a:gd name="connsiteY26" fmla="*/ 7144 h 3590925"/>
                <a:gd name="connsiteX27" fmla="*/ 211931 w 3638550"/>
                <a:gd name="connsiteY27" fmla="*/ 213836 h 3590925"/>
                <a:gd name="connsiteX28" fmla="*/ 7144 w 3638550"/>
                <a:gd name="connsiteY28" fmla="*/ 675799 h 3590925"/>
                <a:gd name="connsiteX29" fmla="*/ 50006 w 3638550"/>
                <a:gd name="connsiteY29" fmla="*/ 917734 h 3590925"/>
                <a:gd name="connsiteX30" fmla="*/ 131921 w 3638550"/>
                <a:gd name="connsiteY30" fmla="*/ 1114901 h 3590925"/>
                <a:gd name="connsiteX31" fmla="*/ 1004411 w 3638550"/>
                <a:gd name="connsiteY31" fmla="*/ 2396966 h 3590925"/>
                <a:gd name="connsiteX32" fmla="*/ 2097881 w 3638550"/>
                <a:gd name="connsiteY32" fmla="*/ 3242786 h 3590925"/>
                <a:gd name="connsiteX33" fmla="*/ 2133124 w 3638550"/>
                <a:gd name="connsiteY33" fmla="*/ 3261836 h 3590925"/>
                <a:gd name="connsiteX34" fmla="*/ 2181701 w 3638550"/>
                <a:gd name="connsiteY34" fmla="*/ 3288506 h 3590925"/>
                <a:gd name="connsiteX35" fmla="*/ 2262664 w 3638550"/>
                <a:gd name="connsiteY35" fmla="*/ 3328511 h 3590925"/>
                <a:gd name="connsiteX36" fmla="*/ 2273141 w 3638550"/>
                <a:gd name="connsiteY36" fmla="*/ 3334226 h 3590925"/>
                <a:gd name="connsiteX37" fmla="*/ 2643664 w 3638550"/>
                <a:gd name="connsiteY37" fmla="*/ 3503771 h 3590925"/>
                <a:gd name="connsiteX38" fmla="*/ 2711291 w 3638550"/>
                <a:gd name="connsiteY38" fmla="*/ 3534251 h 3590925"/>
                <a:gd name="connsiteX39" fmla="*/ 3092291 w 3638550"/>
                <a:gd name="connsiteY39" fmla="*/ 3542824 h 3590925"/>
                <a:gd name="connsiteX40" fmla="*/ 3477101 w 3638550"/>
                <a:gd name="connsiteY40" fmla="*/ 3265646 h 3590925"/>
                <a:gd name="connsiteX41" fmla="*/ 3632359 w 3638550"/>
                <a:gd name="connsiteY41" fmla="*/ 2917031 h 3590925"/>
                <a:gd name="connsiteX42" fmla="*/ 3542824 w 3638550"/>
                <a:gd name="connsiteY42" fmla="*/ 2689384 h 3590925"/>
                <a:gd name="connsiteX43" fmla="*/ 3393281 w 3638550"/>
                <a:gd name="connsiteY43" fmla="*/ 3195161 h 3590925"/>
                <a:gd name="connsiteX44" fmla="*/ 3050381 w 3638550"/>
                <a:gd name="connsiteY44" fmla="*/ 3442811 h 3590925"/>
                <a:gd name="connsiteX45" fmla="*/ 2757011 w 3638550"/>
                <a:gd name="connsiteY45" fmla="*/ 3436144 h 3590925"/>
                <a:gd name="connsiteX46" fmla="*/ 2686526 w 3638550"/>
                <a:gd name="connsiteY46" fmla="*/ 3404711 h 3590925"/>
                <a:gd name="connsiteX47" fmla="*/ 2317909 w 3638550"/>
                <a:gd name="connsiteY47" fmla="*/ 3236119 h 3590925"/>
                <a:gd name="connsiteX48" fmla="*/ 2309336 w 3638550"/>
                <a:gd name="connsiteY48" fmla="*/ 3231356 h 3590925"/>
                <a:gd name="connsiteX49" fmla="*/ 2227421 w 3638550"/>
                <a:gd name="connsiteY49" fmla="*/ 3190399 h 3590925"/>
                <a:gd name="connsiteX50" fmla="*/ 2186464 w 3638550"/>
                <a:gd name="connsiteY50" fmla="*/ 3167539 h 3590925"/>
                <a:gd name="connsiteX51" fmla="*/ 2146459 w 3638550"/>
                <a:gd name="connsiteY51" fmla="*/ 3144679 h 3590925"/>
                <a:gd name="connsiteX52" fmla="*/ 1085374 w 3638550"/>
                <a:gd name="connsiteY52" fmla="*/ 2321719 h 3590925"/>
                <a:gd name="connsiteX53" fmla="*/ 230029 w 3638550"/>
                <a:gd name="connsiteY53" fmla="*/ 1062514 h 3590925"/>
                <a:gd name="connsiteX54" fmla="*/ 153829 w 3638550"/>
                <a:gd name="connsiteY54" fmla="*/ 882491 h 3590925"/>
                <a:gd name="connsiteX55" fmla="*/ 115729 w 3638550"/>
                <a:gd name="connsiteY55" fmla="*/ 674846 h 3590925"/>
                <a:gd name="connsiteX56" fmla="*/ 290036 w 3638550"/>
                <a:gd name="connsiteY56" fmla="*/ 290989 h 3590925"/>
                <a:gd name="connsiteX57" fmla="*/ 290036 w 3638550"/>
                <a:gd name="connsiteY57" fmla="*/ 292894 h 3590925"/>
                <a:gd name="connsiteX58" fmla="*/ 676751 w 3638550"/>
                <a:gd name="connsiteY58" fmla="*/ 116681 h 3590925"/>
                <a:gd name="connsiteX59" fmla="*/ 863441 w 3638550"/>
                <a:gd name="connsiteY59" fmla="*/ 211931 h 3590925"/>
                <a:gd name="connsiteX60" fmla="*/ 866299 w 3638550"/>
                <a:gd name="connsiteY60" fmla="*/ 214789 h 3590925"/>
                <a:gd name="connsiteX61" fmla="*/ 868204 w 3638550"/>
                <a:gd name="connsiteY61" fmla="*/ 216694 h 3590925"/>
                <a:gd name="connsiteX62" fmla="*/ 875824 w 3638550"/>
                <a:gd name="connsiteY62" fmla="*/ 224314 h 3590925"/>
                <a:gd name="connsiteX63" fmla="*/ 1025366 w 3638550"/>
                <a:gd name="connsiteY63" fmla="*/ 389096 h 3590925"/>
                <a:gd name="connsiteX64" fmla="*/ 1054894 w 3638550"/>
                <a:gd name="connsiteY64" fmla="*/ 427196 h 3590925"/>
                <a:gd name="connsiteX65" fmla="*/ 1297781 w 3638550"/>
                <a:gd name="connsiteY65" fmla="*/ 782479 h 3590925"/>
                <a:gd name="connsiteX66" fmla="*/ 1193006 w 3638550"/>
                <a:gd name="connsiteY66" fmla="*/ 1181576 h 3590925"/>
                <a:gd name="connsiteX67" fmla="*/ 1113949 w 3638550"/>
                <a:gd name="connsiteY67" fmla="*/ 1243489 h 3590925"/>
                <a:gd name="connsiteX68" fmla="*/ 1065371 w 3638550"/>
                <a:gd name="connsiteY68" fmla="*/ 1303496 h 3590925"/>
                <a:gd name="connsiteX69" fmla="*/ 1034891 w 3638550"/>
                <a:gd name="connsiteY69" fmla="*/ 1369219 h 3590925"/>
                <a:gd name="connsiteX70" fmla="*/ 1083469 w 3638550"/>
                <a:gd name="connsiteY70" fmla="*/ 1692116 h 3590925"/>
                <a:gd name="connsiteX71" fmla="*/ 1317784 w 3638550"/>
                <a:gd name="connsiteY71" fmla="*/ 2071211 h 3590925"/>
                <a:gd name="connsiteX72" fmla="*/ 1444466 w 3638550"/>
                <a:gd name="connsiteY72" fmla="*/ 2200751 h 3590925"/>
                <a:gd name="connsiteX73" fmla="*/ 1450181 w 3638550"/>
                <a:gd name="connsiteY73" fmla="*/ 2206466 h 3590925"/>
                <a:gd name="connsiteX74" fmla="*/ 1472089 w 3638550"/>
                <a:gd name="connsiteY74" fmla="*/ 2226469 h 3590925"/>
                <a:gd name="connsiteX75" fmla="*/ 1488281 w 3638550"/>
                <a:gd name="connsiteY75" fmla="*/ 2242661 h 3590925"/>
                <a:gd name="connsiteX76" fmla="*/ 1602581 w 3638550"/>
                <a:gd name="connsiteY76" fmla="*/ 2332196 h 3590925"/>
                <a:gd name="connsiteX77" fmla="*/ 1746409 w 3638550"/>
                <a:gd name="connsiteY77" fmla="*/ 2423636 h 3590925"/>
                <a:gd name="connsiteX78" fmla="*/ 2361724 w 3638550"/>
                <a:gd name="connsiteY78" fmla="*/ 2447449 h 3590925"/>
                <a:gd name="connsiteX79" fmla="*/ 2454116 w 3638550"/>
                <a:gd name="connsiteY79" fmla="*/ 2348389 h 3590925"/>
                <a:gd name="connsiteX80" fmla="*/ 2996089 w 3638550"/>
                <a:gd name="connsiteY80" fmla="*/ 2407444 h 3590925"/>
                <a:gd name="connsiteX81" fmla="*/ 3010376 w 3638550"/>
                <a:gd name="connsiteY81" fmla="*/ 2416969 h 3590925"/>
                <a:gd name="connsiteX82" fmla="*/ 3170396 w 3638550"/>
                <a:gd name="connsiteY82" fmla="*/ 2526506 h 3590925"/>
                <a:gd name="connsiteX83" fmla="*/ 3269456 w 3638550"/>
                <a:gd name="connsiteY83" fmla="*/ 2602706 h 3590925"/>
                <a:gd name="connsiteX84" fmla="*/ 3319939 w 3638550"/>
                <a:gd name="connsiteY84" fmla="*/ 2640806 h 3590925"/>
                <a:gd name="connsiteX85" fmla="*/ 3456146 w 3638550"/>
                <a:gd name="connsiteY85" fmla="*/ 2761774 h 3590925"/>
                <a:gd name="connsiteX86" fmla="*/ 3519011 w 3638550"/>
                <a:gd name="connsiteY86" fmla="*/ 2917984 h 3590925"/>
                <a:gd name="connsiteX87" fmla="*/ 3393281 w 3638550"/>
                <a:gd name="connsiteY87" fmla="*/ 3195161 h 3590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3638550" h="3590925">
                  <a:moveTo>
                    <a:pt x="3542824" y="2689384"/>
                  </a:moveTo>
                  <a:cubicBezTo>
                    <a:pt x="3497104" y="2637949"/>
                    <a:pt x="3446621" y="2591276"/>
                    <a:pt x="3390424" y="2552224"/>
                  </a:cubicBezTo>
                  <a:lnTo>
                    <a:pt x="3340894" y="2514124"/>
                  </a:lnTo>
                  <a:cubicBezTo>
                    <a:pt x="3308509" y="2488406"/>
                    <a:pt x="3276124" y="2462689"/>
                    <a:pt x="3238976" y="2437924"/>
                  </a:cubicBezTo>
                  <a:cubicBezTo>
                    <a:pt x="3180874" y="2396014"/>
                    <a:pt x="3133249" y="2364581"/>
                    <a:pt x="3076099" y="2325529"/>
                  </a:cubicBezTo>
                  <a:lnTo>
                    <a:pt x="3061811" y="2316004"/>
                  </a:lnTo>
                  <a:cubicBezTo>
                    <a:pt x="2828449" y="2159794"/>
                    <a:pt x="2665571" y="2049304"/>
                    <a:pt x="2391251" y="2261711"/>
                  </a:cubicBezTo>
                  <a:cubicBezTo>
                    <a:pt x="2348389" y="2296001"/>
                    <a:pt x="2309336" y="2336006"/>
                    <a:pt x="2276951" y="2379821"/>
                  </a:cubicBezTo>
                  <a:cubicBezTo>
                    <a:pt x="2207419" y="2469356"/>
                    <a:pt x="2162651" y="2527459"/>
                    <a:pt x="1802606" y="2327434"/>
                  </a:cubicBezTo>
                  <a:cubicBezTo>
                    <a:pt x="1767364" y="2307431"/>
                    <a:pt x="1715929" y="2275046"/>
                    <a:pt x="1668304" y="2241709"/>
                  </a:cubicBezTo>
                  <a:cubicBezTo>
                    <a:pt x="1632109" y="2216944"/>
                    <a:pt x="1597819" y="2191226"/>
                    <a:pt x="1565434" y="2161699"/>
                  </a:cubicBezTo>
                  <a:lnTo>
                    <a:pt x="1554004" y="2150269"/>
                  </a:lnTo>
                  <a:cubicBezTo>
                    <a:pt x="1544479" y="2140744"/>
                    <a:pt x="1534954" y="2131219"/>
                    <a:pt x="1523524" y="2122646"/>
                  </a:cubicBezTo>
                  <a:lnTo>
                    <a:pt x="1401604" y="1996916"/>
                  </a:lnTo>
                  <a:cubicBezTo>
                    <a:pt x="1313021" y="1892141"/>
                    <a:pt x="1240631" y="1774031"/>
                    <a:pt x="1188244" y="1648301"/>
                  </a:cubicBezTo>
                  <a:cubicBezTo>
                    <a:pt x="1150144" y="1553051"/>
                    <a:pt x="1126331" y="1459706"/>
                    <a:pt x="1144429" y="1396841"/>
                  </a:cubicBezTo>
                  <a:cubicBezTo>
                    <a:pt x="1148239" y="1384459"/>
                    <a:pt x="1153954" y="1372076"/>
                    <a:pt x="1161574" y="1360646"/>
                  </a:cubicBezTo>
                  <a:cubicBezTo>
                    <a:pt x="1171099" y="1346359"/>
                    <a:pt x="1181576" y="1332071"/>
                    <a:pt x="1193959" y="1319689"/>
                  </a:cubicBezTo>
                  <a:cubicBezTo>
                    <a:pt x="1213961" y="1301591"/>
                    <a:pt x="1235869" y="1285399"/>
                    <a:pt x="1258729" y="1270159"/>
                  </a:cubicBezTo>
                  <a:cubicBezTo>
                    <a:pt x="1392079" y="1176814"/>
                    <a:pt x="1576864" y="1047274"/>
                    <a:pt x="1396841" y="727234"/>
                  </a:cubicBezTo>
                  <a:cubicBezTo>
                    <a:pt x="1322546" y="597694"/>
                    <a:pt x="1237774" y="473869"/>
                    <a:pt x="1142524" y="358616"/>
                  </a:cubicBezTo>
                  <a:lnTo>
                    <a:pt x="1112996" y="320516"/>
                  </a:lnTo>
                  <a:cubicBezTo>
                    <a:pt x="1063466" y="259556"/>
                    <a:pt x="1011079" y="201454"/>
                    <a:pt x="953929" y="147161"/>
                  </a:cubicBezTo>
                  <a:lnTo>
                    <a:pt x="946309" y="139541"/>
                  </a:lnTo>
                  <a:lnTo>
                    <a:pt x="943451" y="137636"/>
                  </a:lnTo>
                  <a:lnTo>
                    <a:pt x="940594" y="134779"/>
                  </a:lnTo>
                  <a:cubicBezTo>
                    <a:pt x="874871" y="69056"/>
                    <a:pt x="811054" y="7144"/>
                    <a:pt x="673894" y="7144"/>
                  </a:cubicBezTo>
                  <a:cubicBezTo>
                    <a:pt x="498634" y="13811"/>
                    <a:pt x="332899" y="87154"/>
                    <a:pt x="211931" y="213836"/>
                  </a:cubicBezTo>
                  <a:cubicBezTo>
                    <a:pt x="86201" y="334804"/>
                    <a:pt x="11906" y="501491"/>
                    <a:pt x="7144" y="675799"/>
                  </a:cubicBezTo>
                  <a:cubicBezTo>
                    <a:pt x="9049" y="757714"/>
                    <a:pt x="23336" y="839629"/>
                    <a:pt x="50006" y="917734"/>
                  </a:cubicBezTo>
                  <a:cubicBezTo>
                    <a:pt x="72866" y="985361"/>
                    <a:pt x="99536" y="1051084"/>
                    <a:pt x="131921" y="1114901"/>
                  </a:cubicBezTo>
                  <a:cubicBezTo>
                    <a:pt x="362426" y="1580674"/>
                    <a:pt x="655796" y="2012156"/>
                    <a:pt x="1004411" y="2396966"/>
                  </a:cubicBezTo>
                  <a:cubicBezTo>
                    <a:pt x="1316831" y="2740819"/>
                    <a:pt x="1686401" y="3027521"/>
                    <a:pt x="2097881" y="3242786"/>
                  </a:cubicBezTo>
                  <a:cubicBezTo>
                    <a:pt x="2111216" y="3249454"/>
                    <a:pt x="2122646" y="3256121"/>
                    <a:pt x="2133124" y="3261836"/>
                  </a:cubicBezTo>
                  <a:cubicBezTo>
                    <a:pt x="2143601" y="3267551"/>
                    <a:pt x="2163604" y="3279934"/>
                    <a:pt x="2181701" y="3288506"/>
                  </a:cubicBezTo>
                  <a:lnTo>
                    <a:pt x="2262664" y="3328511"/>
                  </a:lnTo>
                  <a:lnTo>
                    <a:pt x="2273141" y="3334226"/>
                  </a:lnTo>
                  <a:lnTo>
                    <a:pt x="2643664" y="3503771"/>
                  </a:lnTo>
                  <a:cubicBezTo>
                    <a:pt x="2671286" y="3515201"/>
                    <a:pt x="2692241" y="3524726"/>
                    <a:pt x="2711291" y="3534251"/>
                  </a:cubicBezTo>
                  <a:cubicBezTo>
                    <a:pt x="2846546" y="3596164"/>
                    <a:pt x="2898934" y="3619976"/>
                    <a:pt x="3092291" y="3542824"/>
                  </a:cubicBezTo>
                  <a:cubicBezTo>
                    <a:pt x="3238976" y="3479959"/>
                    <a:pt x="3370421" y="3384709"/>
                    <a:pt x="3477101" y="3265646"/>
                  </a:cubicBezTo>
                  <a:cubicBezTo>
                    <a:pt x="3568541" y="3161824"/>
                    <a:pt x="3632359" y="3040856"/>
                    <a:pt x="3632359" y="2917031"/>
                  </a:cubicBezTo>
                  <a:cubicBezTo>
                    <a:pt x="3630454" y="2833211"/>
                    <a:pt x="3599021" y="2752249"/>
                    <a:pt x="3542824" y="2689384"/>
                  </a:cubicBezTo>
                  <a:close/>
                  <a:moveTo>
                    <a:pt x="3393281" y="3195161"/>
                  </a:moveTo>
                  <a:cubicBezTo>
                    <a:pt x="3298031" y="3301841"/>
                    <a:pt x="3180874" y="3386614"/>
                    <a:pt x="3050381" y="3442811"/>
                  </a:cubicBezTo>
                  <a:cubicBezTo>
                    <a:pt x="2901791" y="3502819"/>
                    <a:pt x="2859881" y="3483769"/>
                    <a:pt x="2757011" y="3436144"/>
                  </a:cubicBezTo>
                  <a:cubicBezTo>
                    <a:pt x="2735104" y="3426619"/>
                    <a:pt x="2710339" y="3415189"/>
                    <a:pt x="2686526" y="3404711"/>
                  </a:cubicBezTo>
                  <a:lnTo>
                    <a:pt x="2317909" y="3236119"/>
                  </a:lnTo>
                  <a:lnTo>
                    <a:pt x="2309336" y="3231356"/>
                  </a:lnTo>
                  <a:lnTo>
                    <a:pt x="2227421" y="3190399"/>
                  </a:lnTo>
                  <a:cubicBezTo>
                    <a:pt x="2212181" y="3182779"/>
                    <a:pt x="2198846" y="3175159"/>
                    <a:pt x="2186464" y="3167539"/>
                  </a:cubicBezTo>
                  <a:cubicBezTo>
                    <a:pt x="2174081" y="3159919"/>
                    <a:pt x="2159794" y="3152299"/>
                    <a:pt x="2146459" y="3144679"/>
                  </a:cubicBezTo>
                  <a:cubicBezTo>
                    <a:pt x="1747361" y="2935129"/>
                    <a:pt x="1388269" y="2656046"/>
                    <a:pt x="1085374" y="2321719"/>
                  </a:cubicBezTo>
                  <a:cubicBezTo>
                    <a:pt x="743426" y="1943576"/>
                    <a:pt x="455771" y="1519714"/>
                    <a:pt x="230029" y="1062514"/>
                  </a:cubicBezTo>
                  <a:cubicBezTo>
                    <a:pt x="200501" y="1004411"/>
                    <a:pt x="174784" y="944404"/>
                    <a:pt x="153829" y="882491"/>
                  </a:cubicBezTo>
                  <a:cubicBezTo>
                    <a:pt x="130016" y="815816"/>
                    <a:pt x="117634" y="745331"/>
                    <a:pt x="115729" y="674846"/>
                  </a:cubicBezTo>
                  <a:cubicBezTo>
                    <a:pt x="121444" y="529114"/>
                    <a:pt x="183356" y="391001"/>
                    <a:pt x="290036" y="290989"/>
                  </a:cubicBezTo>
                  <a:lnTo>
                    <a:pt x="290036" y="292894"/>
                  </a:lnTo>
                  <a:cubicBezTo>
                    <a:pt x="391001" y="186214"/>
                    <a:pt x="530066" y="122396"/>
                    <a:pt x="676751" y="116681"/>
                  </a:cubicBezTo>
                  <a:cubicBezTo>
                    <a:pt x="767239" y="116681"/>
                    <a:pt x="814864" y="162401"/>
                    <a:pt x="863441" y="211931"/>
                  </a:cubicBezTo>
                  <a:lnTo>
                    <a:pt x="866299" y="214789"/>
                  </a:lnTo>
                  <a:lnTo>
                    <a:pt x="868204" y="216694"/>
                  </a:lnTo>
                  <a:lnTo>
                    <a:pt x="875824" y="224314"/>
                  </a:lnTo>
                  <a:cubicBezTo>
                    <a:pt x="929164" y="275749"/>
                    <a:pt x="978694" y="330994"/>
                    <a:pt x="1025366" y="389096"/>
                  </a:cubicBezTo>
                  <a:lnTo>
                    <a:pt x="1054894" y="427196"/>
                  </a:lnTo>
                  <a:cubicBezTo>
                    <a:pt x="1146334" y="537686"/>
                    <a:pt x="1227296" y="656749"/>
                    <a:pt x="1297781" y="782479"/>
                  </a:cubicBezTo>
                  <a:cubicBezTo>
                    <a:pt x="1429226" y="1016794"/>
                    <a:pt x="1292066" y="1112044"/>
                    <a:pt x="1193006" y="1181576"/>
                  </a:cubicBezTo>
                  <a:cubicBezTo>
                    <a:pt x="1165384" y="1199674"/>
                    <a:pt x="1138714" y="1220629"/>
                    <a:pt x="1113949" y="1243489"/>
                  </a:cubicBezTo>
                  <a:cubicBezTo>
                    <a:pt x="1095851" y="1261586"/>
                    <a:pt x="1079659" y="1281589"/>
                    <a:pt x="1065371" y="1303496"/>
                  </a:cubicBezTo>
                  <a:cubicBezTo>
                    <a:pt x="1052036" y="1323499"/>
                    <a:pt x="1042511" y="1345406"/>
                    <a:pt x="1034891" y="1369219"/>
                  </a:cubicBezTo>
                  <a:cubicBezTo>
                    <a:pt x="1010126" y="1458754"/>
                    <a:pt x="1034891" y="1575911"/>
                    <a:pt x="1083469" y="1692116"/>
                  </a:cubicBezTo>
                  <a:cubicBezTo>
                    <a:pt x="1141571" y="1829276"/>
                    <a:pt x="1220629" y="1956911"/>
                    <a:pt x="1317784" y="2071211"/>
                  </a:cubicBezTo>
                  <a:lnTo>
                    <a:pt x="1444466" y="2200751"/>
                  </a:lnTo>
                  <a:lnTo>
                    <a:pt x="1450181" y="2206466"/>
                  </a:lnTo>
                  <a:cubicBezTo>
                    <a:pt x="1457801" y="2212181"/>
                    <a:pt x="1465421" y="2219801"/>
                    <a:pt x="1472089" y="2226469"/>
                  </a:cubicBezTo>
                  <a:lnTo>
                    <a:pt x="1488281" y="2242661"/>
                  </a:lnTo>
                  <a:cubicBezTo>
                    <a:pt x="1524476" y="2275046"/>
                    <a:pt x="1562576" y="2304574"/>
                    <a:pt x="1602581" y="2332196"/>
                  </a:cubicBezTo>
                  <a:cubicBezTo>
                    <a:pt x="1654016" y="2368391"/>
                    <a:pt x="1708309" y="2402681"/>
                    <a:pt x="1746409" y="2423636"/>
                  </a:cubicBezTo>
                  <a:cubicBezTo>
                    <a:pt x="2188369" y="2670334"/>
                    <a:pt x="2256949" y="2581751"/>
                    <a:pt x="2361724" y="2447449"/>
                  </a:cubicBezTo>
                  <a:cubicBezTo>
                    <a:pt x="2388394" y="2410301"/>
                    <a:pt x="2418874" y="2376964"/>
                    <a:pt x="2454116" y="2348389"/>
                  </a:cubicBezTo>
                  <a:cubicBezTo>
                    <a:pt x="2665571" y="2185511"/>
                    <a:pt x="2801779" y="2275999"/>
                    <a:pt x="2996089" y="2407444"/>
                  </a:cubicBezTo>
                  <a:lnTo>
                    <a:pt x="3010376" y="2416969"/>
                  </a:lnTo>
                  <a:cubicBezTo>
                    <a:pt x="3067526" y="2455069"/>
                    <a:pt x="3115151" y="2487454"/>
                    <a:pt x="3170396" y="2526506"/>
                  </a:cubicBezTo>
                  <a:cubicBezTo>
                    <a:pt x="3205639" y="2551271"/>
                    <a:pt x="3237071" y="2576036"/>
                    <a:pt x="3269456" y="2602706"/>
                  </a:cubicBezTo>
                  <a:lnTo>
                    <a:pt x="3319939" y="2640806"/>
                  </a:lnTo>
                  <a:cubicBezTo>
                    <a:pt x="3369469" y="2676049"/>
                    <a:pt x="3415189" y="2716054"/>
                    <a:pt x="3456146" y="2761774"/>
                  </a:cubicBezTo>
                  <a:cubicBezTo>
                    <a:pt x="3495199" y="2804636"/>
                    <a:pt x="3517106" y="2859881"/>
                    <a:pt x="3519011" y="2917984"/>
                  </a:cubicBezTo>
                  <a:cubicBezTo>
                    <a:pt x="3521869" y="3013234"/>
                    <a:pt x="3468529" y="3110389"/>
                    <a:pt x="3393281" y="31951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7F2970D9-DD88-444B-9CF0-4D1F013BBB75}"/>
                </a:ext>
              </a:extLst>
            </p:cNvPr>
            <p:cNvSpPr/>
            <p:nvPr/>
          </p:nvSpPr>
          <p:spPr>
            <a:xfrm>
              <a:off x="6085615" y="2769564"/>
              <a:ext cx="714375" cy="676275"/>
            </a:xfrm>
            <a:custGeom>
              <a:avLst/>
              <a:gdLst>
                <a:gd name="connsiteX0" fmla="*/ 287563 w 714375"/>
                <a:gd name="connsiteY0" fmla="*/ 15546 h 676275"/>
                <a:gd name="connsiteX1" fmla="*/ 46580 w 714375"/>
                <a:gd name="connsiteY1" fmla="*/ 27928 h 676275"/>
                <a:gd name="connsiteX2" fmla="*/ 9432 w 714375"/>
                <a:gd name="connsiteY2" fmla="*/ 96508 h 676275"/>
                <a:gd name="connsiteX3" fmla="*/ 78013 w 714375"/>
                <a:gd name="connsiteY3" fmla="*/ 133656 h 676275"/>
                <a:gd name="connsiteX4" fmla="*/ 589505 w 714375"/>
                <a:gd name="connsiteY4" fmla="*/ 413691 h 676275"/>
                <a:gd name="connsiteX5" fmla="*/ 599030 w 714375"/>
                <a:gd name="connsiteY5" fmla="*/ 605143 h 676275"/>
                <a:gd name="connsiteX6" fmla="*/ 642845 w 714375"/>
                <a:gd name="connsiteY6" fmla="*/ 668961 h 676275"/>
                <a:gd name="connsiteX7" fmla="*/ 642845 w 714375"/>
                <a:gd name="connsiteY7" fmla="*/ 668961 h 676275"/>
                <a:gd name="connsiteX8" fmla="*/ 706663 w 714375"/>
                <a:gd name="connsiteY8" fmla="*/ 625146 h 676275"/>
                <a:gd name="connsiteX9" fmla="*/ 706663 w 714375"/>
                <a:gd name="connsiteY9" fmla="*/ 624193 h 676275"/>
                <a:gd name="connsiteX10" fmla="*/ 287563 w 714375"/>
                <a:gd name="connsiteY10" fmla="*/ 15546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4375" h="676275">
                  <a:moveTo>
                    <a:pt x="287563" y="15546"/>
                  </a:moveTo>
                  <a:cubicBezTo>
                    <a:pt x="207552" y="1258"/>
                    <a:pt x="124685" y="5068"/>
                    <a:pt x="46580" y="27928"/>
                  </a:cubicBezTo>
                  <a:cubicBezTo>
                    <a:pt x="17052" y="36501"/>
                    <a:pt x="860" y="66981"/>
                    <a:pt x="9432" y="96508"/>
                  </a:cubicBezTo>
                  <a:cubicBezTo>
                    <a:pt x="18005" y="126036"/>
                    <a:pt x="48485" y="142228"/>
                    <a:pt x="78013" y="133656"/>
                  </a:cubicBezTo>
                  <a:cubicBezTo>
                    <a:pt x="297088" y="69838"/>
                    <a:pt x="525688" y="194616"/>
                    <a:pt x="589505" y="413691"/>
                  </a:cubicBezTo>
                  <a:cubicBezTo>
                    <a:pt x="607602" y="475603"/>
                    <a:pt x="611413" y="541326"/>
                    <a:pt x="599030" y="605143"/>
                  </a:cubicBezTo>
                  <a:cubicBezTo>
                    <a:pt x="593315" y="634671"/>
                    <a:pt x="613318" y="663246"/>
                    <a:pt x="642845" y="668961"/>
                  </a:cubicBezTo>
                  <a:cubicBezTo>
                    <a:pt x="642845" y="668961"/>
                    <a:pt x="642845" y="668961"/>
                    <a:pt x="642845" y="668961"/>
                  </a:cubicBezTo>
                  <a:cubicBezTo>
                    <a:pt x="672372" y="674676"/>
                    <a:pt x="700947" y="654673"/>
                    <a:pt x="706663" y="625146"/>
                  </a:cubicBezTo>
                  <a:cubicBezTo>
                    <a:pt x="706663" y="625146"/>
                    <a:pt x="706663" y="624193"/>
                    <a:pt x="706663" y="624193"/>
                  </a:cubicBezTo>
                  <a:cubicBezTo>
                    <a:pt x="759050" y="340348"/>
                    <a:pt x="571407" y="67933"/>
                    <a:pt x="287563" y="1554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CEA6427-F8BF-4569-95C4-0C3558450CF1}"/>
                </a:ext>
              </a:extLst>
            </p:cNvPr>
            <p:cNvSpPr/>
            <p:nvPr/>
          </p:nvSpPr>
          <p:spPr>
            <a:xfrm>
              <a:off x="5769385" y="1663513"/>
              <a:ext cx="2143125" cy="1981200"/>
            </a:xfrm>
            <a:custGeom>
              <a:avLst/>
              <a:gdLst>
                <a:gd name="connsiteX0" fmla="*/ 1599155 w 2143125"/>
                <a:gd name="connsiteY0" fmla="*/ 425320 h 1981200"/>
                <a:gd name="connsiteX1" fmla="*/ 46580 w 2143125"/>
                <a:gd name="connsiteY1" fmla="*/ 74800 h 1981200"/>
                <a:gd name="connsiteX2" fmla="*/ 9432 w 2143125"/>
                <a:gd name="connsiteY2" fmla="*/ 143380 h 1981200"/>
                <a:gd name="connsiteX3" fmla="*/ 78012 w 2143125"/>
                <a:gd name="connsiteY3" fmla="*/ 180527 h 1981200"/>
                <a:gd name="connsiteX4" fmla="*/ 1964915 w 2143125"/>
                <a:gd name="connsiteY4" fmla="*/ 1204465 h 1981200"/>
                <a:gd name="connsiteX5" fmla="*/ 2002062 w 2143125"/>
                <a:gd name="connsiteY5" fmla="*/ 1914078 h 1981200"/>
                <a:gd name="connsiteX6" fmla="*/ 2045877 w 2143125"/>
                <a:gd name="connsiteY6" fmla="*/ 1977895 h 1981200"/>
                <a:gd name="connsiteX7" fmla="*/ 2109695 w 2143125"/>
                <a:gd name="connsiteY7" fmla="*/ 1934080 h 1981200"/>
                <a:gd name="connsiteX8" fmla="*/ 1599155 w 2143125"/>
                <a:gd name="connsiteY8" fmla="*/ 425320 h 198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3125" h="1981200">
                  <a:moveTo>
                    <a:pt x="1599155" y="425320"/>
                  </a:moveTo>
                  <a:cubicBezTo>
                    <a:pt x="1178150" y="46225"/>
                    <a:pt x="589505" y="-87125"/>
                    <a:pt x="46580" y="74800"/>
                  </a:cubicBezTo>
                  <a:cubicBezTo>
                    <a:pt x="17052" y="83372"/>
                    <a:pt x="860" y="113852"/>
                    <a:pt x="9432" y="143380"/>
                  </a:cubicBezTo>
                  <a:cubicBezTo>
                    <a:pt x="18005" y="172907"/>
                    <a:pt x="48485" y="189100"/>
                    <a:pt x="78012" y="180527"/>
                  </a:cubicBezTo>
                  <a:cubicBezTo>
                    <a:pt x="881922" y="-57598"/>
                    <a:pt x="1726790" y="400555"/>
                    <a:pt x="1964915" y="1204465"/>
                  </a:cubicBezTo>
                  <a:cubicBezTo>
                    <a:pt x="2033495" y="1434970"/>
                    <a:pt x="2045877" y="1677857"/>
                    <a:pt x="2002062" y="1914078"/>
                  </a:cubicBezTo>
                  <a:cubicBezTo>
                    <a:pt x="1996347" y="1943605"/>
                    <a:pt x="2016350" y="1972180"/>
                    <a:pt x="2045877" y="1977895"/>
                  </a:cubicBezTo>
                  <a:cubicBezTo>
                    <a:pt x="2075405" y="1983610"/>
                    <a:pt x="2103980" y="1963607"/>
                    <a:pt x="2109695" y="1934080"/>
                  </a:cubicBezTo>
                  <a:cubicBezTo>
                    <a:pt x="2213518" y="1375915"/>
                    <a:pt x="2020160" y="805367"/>
                    <a:pt x="1599155" y="4253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1" name="Graphic 449">
            <a:extLst>
              <a:ext uri="{FF2B5EF4-FFF2-40B4-BE49-F238E27FC236}">
                <a16:creationId xmlns:a16="http://schemas.microsoft.com/office/drawing/2014/main" id="{0330F4E2-49E6-4031-8320-1D0144651906}"/>
              </a:ext>
            </a:extLst>
          </p:cNvPr>
          <p:cNvSpPr>
            <a:spLocks noChangeAspect="1"/>
          </p:cNvSpPr>
          <p:nvPr/>
        </p:nvSpPr>
        <p:spPr>
          <a:xfrm>
            <a:off x="8620712" y="3100778"/>
            <a:ext cx="438409" cy="502920"/>
          </a:xfrm>
          <a:custGeom>
            <a:avLst/>
            <a:gdLst>
              <a:gd name="connsiteX0" fmla="*/ 685827 w 1369597"/>
              <a:gd name="connsiteY0" fmla="*/ 3085 h 1571129"/>
              <a:gd name="connsiteX1" fmla="*/ 685827 w 1369597"/>
              <a:gd name="connsiteY1" fmla="*/ 3085 h 1571129"/>
              <a:gd name="connsiteX2" fmla="*/ 3085 w 1369597"/>
              <a:gd name="connsiteY2" fmla="*/ 685827 h 1571129"/>
              <a:gd name="connsiteX3" fmla="*/ 3085 w 1369597"/>
              <a:gd name="connsiteY3" fmla="*/ 945763 h 1571129"/>
              <a:gd name="connsiteX4" fmla="*/ 28585 w 1369597"/>
              <a:gd name="connsiteY4" fmla="*/ 1007456 h 1571129"/>
              <a:gd name="connsiteX5" fmla="*/ 140456 w 1369597"/>
              <a:gd name="connsiteY5" fmla="*/ 1016916 h 1571129"/>
              <a:gd name="connsiteX6" fmla="*/ 362141 w 1369597"/>
              <a:gd name="connsiteY6" fmla="*/ 1178964 h 1571129"/>
              <a:gd name="connsiteX7" fmla="*/ 385996 w 1369597"/>
              <a:gd name="connsiteY7" fmla="*/ 1155110 h 1571129"/>
              <a:gd name="connsiteX8" fmla="*/ 385996 w 1369597"/>
              <a:gd name="connsiteY8" fmla="*/ 946174 h 1571129"/>
              <a:gd name="connsiteX9" fmla="*/ 385996 w 1369597"/>
              <a:gd name="connsiteY9" fmla="*/ 739295 h 1571129"/>
              <a:gd name="connsiteX10" fmla="*/ 385996 w 1369597"/>
              <a:gd name="connsiteY10" fmla="*/ 737238 h 1571129"/>
              <a:gd name="connsiteX11" fmla="*/ 362141 w 1369597"/>
              <a:gd name="connsiteY11" fmla="*/ 713383 h 1571129"/>
              <a:gd name="connsiteX12" fmla="*/ 197625 w 1369597"/>
              <a:gd name="connsiteY12" fmla="*/ 781658 h 1571129"/>
              <a:gd name="connsiteX13" fmla="*/ 177061 w 1369597"/>
              <a:gd name="connsiteY13" fmla="*/ 805101 h 1571129"/>
              <a:gd name="connsiteX14" fmla="*/ 177061 w 1369597"/>
              <a:gd name="connsiteY14" fmla="*/ 685827 h 1571129"/>
              <a:gd name="connsiteX15" fmla="*/ 676779 w 1369597"/>
              <a:gd name="connsiteY15" fmla="*/ 168012 h 1571129"/>
              <a:gd name="connsiteX16" fmla="*/ 1194594 w 1369597"/>
              <a:gd name="connsiteY16" fmla="*/ 667319 h 1571129"/>
              <a:gd name="connsiteX17" fmla="*/ 1194594 w 1369597"/>
              <a:gd name="connsiteY17" fmla="*/ 685416 h 1571129"/>
              <a:gd name="connsiteX18" fmla="*/ 1194594 w 1369597"/>
              <a:gd name="connsiteY18" fmla="*/ 804690 h 1571129"/>
              <a:gd name="connsiteX19" fmla="*/ 1009513 w 1369597"/>
              <a:gd name="connsiteY19" fmla="*/ 712972 h 1571129"/>
              <a:gd name="connsiteX20" fmla="*/ 985658 w 1369597"/>
              <a:gd name="connsiteY20" fmla="*/ 736004 h 1571129"/>
              <a:gd name="connsiteX21" fmla="*/ 985658 w 1369597"/>
              <a:gd name="connsiteY21" fmla="*/ 738061 h 1571129"/>
              <a:gd name="connsiteX22" fmla="*/ 985658 w 1369597"/>
              <a:gd name="connsiteY22" fmla="*/ 1153876 h 1571129"/>
              <a:gd name="connsiteX23" fmla="*/ 1009513 w 1369597"/>
              <a:gd name="connsiteY23" fmla="*/ 1177731 h 1571129"/>
              <a:gd name="connsiteX24" fmla="*/ 1164158 w 1369597"/>
              <a:gd name="connsiteY24" fmla="*/ 1118916 h 1571129"/>
              <a:gd name="connsiteX25" fmla="*/ 814150 w 1369597"/>
              <a:gd name="connsiteY25" fmla="*/ 1437255 h 1571129"/>
              <a:gd name="connsiteX26" fmla="*/ 733126 w 1369597"/>
              <a:gd name="connsiteY26" fmla="*/ 1387077 h 1571129"/>
              <a:gd name="connsiteX27" fmla="*/ 638529 w 1369597"/>
              <a:gd name="connsiteY27" fmla="*/ 1387077 h 1571129"/>
              <a:gd name="connsiteX28" fmla="*/ 576013 w 1369597"/>
              <a:gd name="connsiteY28" fmla="*/ 1412166 h 1571129"/>
              <a:gd name="connsiteX29" fmla="*/ 574367 w 1369597"/>
              <a:gd name="connsiteY29" fmla="*/ 1413400 h 1571129"/>
              <a:gd name="connsiteX30" fmla="*/ 548045 w 1369597"/>
              <a:gd name="connsiteY30" fmla="*/ 1477150 h 1571129"/>
              <a:gd name="connsiteX31" fmla="*/ 574367 w 1369597"/>
              <a:gd name="connsiteY31" fmla="*/ 1541723 h 1571129"/>
              <a:gd name="connsiteX32" fmla="*/ 638117 w 1369597"/>
              <a:gd name="connsiteY32" fmla="*/ 1568045 h 1571129"/>
              <a:gd name="connsiteX33" fmla="*/ 732303 w 1369597"/>
              <a:gd name="connsiteY33" fmla="*/ 1568045 h 1571129"/>
              <a:gd name="connsiteX34" fmla="*/ 822376 w 1369597"/>
              <a:gd name="connsiteY34" fmla="*/ 1484142 h 1571129"/>
              <a:gd name="connsiteX35" fmla="*/ 1236545 w 1369597"/>
              <a:gd name="connsiteY35" fmla="*/ 1019384 h 1571129"/>
              <a:gd name="connsiteX36" fmla="*/ 1355820 w 1369597"/>
              <a:gd name="connsiteY36" fmla="*/ 989359 h 1571129"/>
              <a:gd name="connsiteX37" fmla="*/ 1368158 w 1369597"/>
              <a:gd name="connsiteY37" fmla="*/ 944529 h 1571129"/>
              <a:gd name="connsiteX38" fmla="*/ 1368158 w 1369597"/>
              <a:gd name="connsiteY38" fmla="*/ 685827 h 1571129"/>
              <a:gd name="connsiteX39" fmla="*/ 685827 w 1369597"/>
              <a:gd name="connsiteY39" fmla="*/ 3085 h 1571129"/>
              <a:gd name="connsiteX40" fmla="*/ 177472 w 1369597"/>
              <a:gd name="connsiteY40" fmla="*/ 944529 h 1571129"/>
              <a:gd name="connsiteX41" fmla="*/ 231762 w 1369597"/>
              <a:gd name="connsiteY41" fmla="*/ 814972 h 1571129"/>
              <a:gd name="connsiteX42" fmla="*/ 339109 w 1369597"/>
              <a:gd name="connsiteY42" fmla="*/ 762327 h 1571129"/>
              <a:gd name="connsiteX43" fmla="*/ 339109 w 1369597"/>
              <a:gd name="connsiteY43" fmla="*/ 945763 h 1571129"/>
              <a:gd name="connsiteX44" fmla="*/ 339109 w 1369597"/>
              <a:gd name="connsiteY44" fmla="*/ 1129198 h 1571129"/>
              <a:gd name="connsiteX45" fmla="*/ 177883 w 1369597"/>
              <a:gd name="connsiteY45" fmla="*/ 946174 h 1571129"/>
              <a:gd name="connsiteX46" fmla="*/ 177883 w 1369597"/>
              <a:gd name="connsiteY46" fmla="*/ 944529 h 1571129"/>
              <a:gd name="connsiteX47" fmla="*/ 732714 w 1369597"/>
              <a:gd name="connsiteY47" fmla="*/ 1521158 h 1571129"/>
              <a:gd name="connsiteX48" fmla="*/ 638529 w 1369597"/>
              <a:gd name="connsiteY48" fmla="*/ 1521158 h 1571129"/>
              <a:gd name="connsiteX49" fmla="*/ 608093 w 1369597"/>
              <a:gd name="connsiteY49" fmla="*/ 1508819 h 1571129"/>
              <a:gd name="connsiteX50" fmla="*/ 595755 w 1369597"/>
              <a:gd name="connsiteY50" fmla="*/ 1478795 h 1571129"/>
              <a:gd name="connsiteX51" fmla="*/ 608093 w 1369597"/>
              <a:gd name="connsiteY51" fmla="*/ 1448771 h 1571129"/>
              <a:gd name="connsiteX52" fmla="*/ 608916 w 1369597"/>
              <a:gd name="connsiteY52" fmla="*/ 1447948 h 1571129"/>
              <a:gd name="connsiteX53" fmla="*/ 638117 w 1369597"/>
              <a:gd name="connsiteY53" fmla="*/ 1436432 h 1571129"/>
              <a:gd name="connsiteX54" fmla="*/ 732303 w 1369597"/>
              <a:gd name="connsiteY54" fmla="*/ 1436432 h 1571129"/>
              <a:gd name="connsiteX55" fmla="*/ 775077 w 1369597"/>
              <a:gd name="connsiteY55" fmla="*/ 1479207 h 1571129"/>
              <a:gd name="connsiteX56" fmla="*/ 732714 w 1369597"/>
              <a:gd name="connsiteY56" fmla="*/ 1521158 h 1571129"/>
              <a:gd name="connsiteX57" fmla="*/ 1140303 w 1369597"/>
              <a:gd name="connsiteY57" fmla="*/ 1076964 h 1571129"/>
              <a:gd name="connsiteX58" fmla="*/ 1033368 w 1369597"/>
              <a:gd name="connsiteY58" fmla="*/ 1129610 h 1571129"/>
              <a:gd name="connsiteX59" fmla="*/ 1033368 w 1369597"/>
              <a:gd name="connsiteY59" fmla="*/ 762327 h 1571129"/>
              <a:gd name="connsiteX60" fmla="*/ 1194594 w 1369597"/>
              <a:gd name="connsiteY60" fmla="*/ 945351 h 1571129"/>
              <a:gd name="connsiteX61" fmla="*/ 1140303 w 1369597"/>
              <a:gd name="connsiteY61" fmla="*/ 1076964 h 1571129"/>
              <a:gd name="connsiteX62" fmla="*/ 1321271 w 1369597"/>
              <a:gd name="connsiteY62" fmla="*/ 685827 h 1571129"/>
              <a:gd name="connsiteX63" fmla="*/ 1321271 w 1369597"/>
              <a:gd name="connsiteY63" fmla="*/ 945351 h 1571129"/>
              <a:gd name="connsiteX64" fmla="*/ 1279320 w 1369597"/>
              <a:gd name="connsiteY64" fmla="*/ 982368 h 1571129"/>
              <a:gd name="connsiteX65" fmla="*/ 1242303 w 1369597"/>
              <a:gd name="connsiteY65" fmla="*/ 945351 h 1571129"/>
              <a:gd name="connsiteX66" fmla="*/ 1242303 w 1369597"/>
              <a:gd name="connsiteY66" fmla="*/ 685827 h 1571129"/>
              <a:gd name="connsiteX67" fmla="*/ 685827 w 1369597"/>
              <a:gd name="connsiteY67" fmla="*/ 129762 h 1571129"/>
              <a:gd name="connsiteX68" fmla="*/ 129762 w 1369597"/>
              <a:gd name="connsiteY68" fmla="*/ 685827 h 1571129"/>
              <a:gd name="connsiteX69" fmla="*/ 129762 w 1369597"/>
              <a:gd name="connsiteY69" fmla="*/ 946585 h 1571129"/>
              <a:gd name="connsiteX70" fmla="*/ 118246 w 1369597"/>
              <a:gd name="connsiteY70" fmla="*/ 973730 h 1571129"/>
              <a:gd name="connsiteX71" fmla="*/ 62311 w 1369597"/>
              <a:gd name="connsiteY71" fmla="*/ 973730 h 1571129"/>
              <a:gd name="connsiteX72" fmla="*/ 50794 w 1369597"/>
              <a:gd name="connsiteY72" fmla="*/ 945763 h 1571129"/>
              <a:gd name="connsiteX73" fmla="*/ 50794 w 1369597"/>
              <a:gd name="connsiteY73" fmla="*/ 685827 h 1571129"/>
              <a:gd name="connsiteX74" fmla="*/ 675956 w 1369597"/>
              <a:gd name="connsiteY74" fmla="*/ 40512 h 1571129"/>
              <a:gd name="connsiteX75" fmla="*/ 1321271 w 1369597"/>
              <a:gd name="connsiteY75" fmla="*/ 665262 h 1571129"/>
              <a:gd name="connsiteX76" fmla="*/ 1321271 w 1369597"/>
              <a:gd name="connsiteY76" fmla="*/ 685827 h 1571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1369597" h="1571129">
                <a:moveTo>
                  <a:pt x="685827" y="3085"/>
                </a:moveTo>
                <a:cubicBezTo>
                  <a:pt x="685827" y="3085"/>
                  <a:pt x="685827" y="3085"/>
                  <a:pt x="685827" y="3085"/>
                </a:cubicBezTo>
                <a:cubicBezTo>
                  <a:pt x="308674" y="3085"/>
                  <a:pt x="3085" y="308674"/>
                  <a:pt x="3085" y="685827"/>
                </a:cubicBezTo>
                <a:lnTo>
                  <a:pt x="3085" y="945763"/>
                </a:lnTo>
                <a:cubicBezTo>
                  <a:pt x="3085" y="968795"/>
                  <a:pt x="12133" y="991005"/>
                  <a:pt x="28585" y="1007456"/>
                </a:cubicBezTo>
                <a:cubicBezTo>
                  <a:pt x="58609" y="1037480"/>
                  <a:pt x="105907" y="1041593"/>
                  <a:pt x="140456" y="1016916"/>
                </a:cubicBezTo>
                <a:cubicBezTo>
                  <a:pt x="171303" y="1113158"/>
                  <a:pt x="260964" y="1178964"/>
                  <a:pt x="362141" y="1178964"/>
                </a:cubicBezTo>
                <a:cubicBezTo>
                  <a:pt x="375303" y="1178964"/>
                  <a:pt x="385996" y="1168271"/>
                  <a:pt x="385996" y="1155110"/>
                </a:cubicBezTo>
                <a:lnTo>
                  <a:pt x="385996" y="946174"/>
                </a:lnTo>
                <a:lnTo>
                  <a:pt x="385996" y="739295"/>
                </a:lnTo>
                <a:cubicBezTo>
                  <a:pt x="385996" y="739295"/>
                  <a:pt x="385996" y="737650"/>
                  <a:pt x="385996" y="737238"/>
                </a:cubicBezTo>
                <a:cubicBezTo>
                  <a:pt x="385996" y="724077"/>
                  <a:pt x="375303" y="713383"/>
                  <a:pt x="362141" y="713383"/>
                </a:cubicBezTo>
                <a:cubicBezTo>
                  <a:pt x="300448" y="713383"/>
                  <a:pt x="241222" y="737650"/>
                  <a:pt x="197625" y="781658"/>
                </a:cubicBezTo>
                <a:cubicBezTo>
                  <a:pt x="190222" y="789061"/>
                  <a:pt x="183230" y="796875"/>
                  <a:pt x="177061" y="805101"/>
                </a:cubicBezTo>
                <a:lnTo>
                  <a:pt x="177061" y="685827"/>
                </a:lnTo>
                <a:cubicBezTo>
                  <a:pt x="172125" y="404916"/>
                  <a:pt x="395867" y="172948"/>
                  <a:pt x="676779" y="168012"/>
                </a:cubicBezTo>
                <a:cubicBezTo>
                  <a:pt x="957690" y="163077"/>
                  <a:pt x="1189658" y="386407"/>
                  <a:pt x="1194594" y="667319"/>
                </a:cubicBezTo>
                <a:cubicBezTo>
                  <a:pt x="1194594" y="673488"/>
                  <a:pt x="1194594" y="679658"/>
                  <a:pt x="1194594" y="685416"/>
                </a:cubicBezTo>
                <a:lnTo>
                  <a:pt x="1194594" y="804690"/>
                </a:lnTo>
                <a:cubicBezTo>
                  <a:pt x="1150586" y="747109"/>
                  <a:pt x="1081900" y="712972"/>
                  <a:pt x="1009513" y="712972"/>
                </a:cubicBezTo>
                <a:cubicBezTo>
                  <a:pt x="996763" y="712972"/>
                  <a:pt x="986069" y="723254"/>
                  <a:pt x="985658" y="736004"/>
                </a:cubicBezTo>
                <a:cubicBezTo>
                  <a:pt x="985658" y="736004"/>
                  <a:pt x="985658" y="737650"/>
                  <a:pt x="985658" y="738061"/>
                </a:cubicBezTo>
                <a:cubicBezTo>
                  <a:pt x="985658" y="876666"/>
                  <a:pt x="985658" y="1015271"/>
                  <a:pt x="985658" y="1153876"/>
                </a:cubicBezTo>
                <a:cubicBezTo>
                  <a:pt x="985658" y="1167037"/>
                  <a:pt x="996352" y="1177731"/>
                  <a:pt x="1009513" y="1177731"/>
                </a:cubicBezTo>
                <a:cubicBezTo>
                  <a:pt x="1066682" y="1177731"/>
                  <a:pt x="1121384" y="1156755"/>
                  <a:pt x="1164158" y="1118916"/>
                </a:cubicBezTo>
                <a:cubicBezTo>
                  <a:pt x="1106578" y="1276029"/>
                  <a:pt x="976198" y="1394892"/>
                  <a:pt x="814150" y="1437255"/>
                </a:cubicBezTo>
                <a:cubicBezTo>
                  <a:pt x="798932" y="1406408"/>
                  <a:pt x="767674" y="1387077"/>
                  <a:pt x="733126" y="1387077"/>
                </a:cubicBezTo>
                <a:lnTo>
                  <a:pt x="638529" y="1387077"/>
                </a:lnTo>
                <a:cubicBezTo>
                  <a:pt x="615085" y="1387077"/>
                  <a:pt x="592875" y="1396126"/>
                  <a:pt x="576013" y="1412166"/>
                </a:cubicBezTo>
                <a:lnTo>
                  <a:pt x="574367" y="1413400"/>
                </a:lnTo>
                <a:cubicBezTo>
                  <a:pt x="557505" y="1430263"/>
                  <a:pt x="548045" y="1453295"/>
                  <a:pt x="548045" y="1477150"/>
                </a:cubicBezTo>
                <a:cubicBezTo>
                  <a:pt x="547634" y="1501416"/>
                  <a:pt x="557505" y="1524860"/>
                  <a:pt x="574367" y="1541723"/>
                </a:cubicBezTo>
                <a:cubicBezTo>
                  <a:pt x="591230" y="1558586"/>
                  <a:pt x="614263" y="1568045"/>
                  <a:pt x="638117" y="1568045"/>
                </a:cubicBezTo>
                <a:lnTo>
                  <a:pt x="732303" y="1568045"/>
                </a:lnTo>
                <a:cubicBezTo>
                  <a:pt x="779601" y="1568045"/>
                  <a:pt x="818674" y="1531440"/>
                  <a:pt x="822376" y="1484142"/>
                </a:cubicBezTo>
                <a:cubicBezTo>
                  <a:pt x="1042005" y="1428207"/>
                  <a:pt x="1206110" y="1244360"/>
                  <a:pt x="1236545" y="1019384"/>
                </a:cubicBezTo>
                <a:cubicBezTo>
                  <a:pt x="1277674" y="1044061"/>
                  <a:pt x="1331142" y="1030489"/>
                  <a:pt x="1355820" y="989359"/>
                </a:cubicBezTo>
                <a:cubicBezTo>
                  <a:pt x="1364046" y="975787"/>
                  <a:pt x="1368158" y="960569"/>
                  <a:pt x="1368158" y="944529"/>
                </a:cubicBezTo>
                <a:lnTo>
                  <a:pt x="1368158" y="685827"/>
                </a:lnTo>
                <a:cubicBezTo>
                  <a:pt x="1368570" y="308674"/>
                  <a:pt x="1062981" y="3085"/>
                  <a:pt x="685827" y="3085"/>
                </a:cubicBezTo>
                <a:close/>
                <a:moveTo>
                  <a:pt x="177472" y="944529"/>
                </a:moveTo>
                <a:cubicBezTo>
                  <a:pt x="177883" y="895997"/>
                  <a:pt x="197214" y="849109"/>
                  <a:pt x="231762" y="814972"/>
                </a:cubicBezTo>
                <a:cubicBezTo>
                  <a:pt x="260553" y="786182"/>
                  <a:pt x="298391" y="767674"/>
                  <a:pt x="339109" y="762327"/>
                </a:cubicBezTo>
                <a:lnTo>
                  <a:pt x="339109" y="945763"/>
                </a:lnTo>
                <a:lnTo>
                  <a:pt x="339109" y="1129198"/>
                </a:lnTo>
                <a:cubicBezTo>
                  <a:pt x="246980" y="1117271"/>
                  <a:pt x="177883" y="1039126"/>
                  <a:pt x="177883" y="946174"/>
                </a:cubicBezTo>
                <a:lnTo>
                  <a:pt x="177883" y="944529"/>
                </a:lnTo>
                <a:close/>
                <a:moveTo>
                  <a:pt x="732714" y="1521158"/>
                </a:moveTo>
                <a:lnTo>
                  <a:pt x="638529" y="1521158"/>
                </a:lnTo>
                <a:cubicBezTo>
                  <a:pt x="627013" y="1521158"/>
                  <a:pt x="616319" y="1516634"/>
                  <a:pt x="608093" y="1508819"/>
                </a:cubicBezTo>
                <a:cubicBezTo>
                  <a:pt x="600279" y="1501005"/>
                  <a:pt x="595755" y="1489900"/>
                  <a:pt x="595755" y="1478795"/>
                </a:cubicBezTo>
                <a:cubicBezTo>
                  <a:pt x="595755" y="1467690"/>
                  <a:pt x="600279" y="1456586"/>
                  <a:pt x="608093" y="1448771"/>
                </a:cubicBezTo>
                <a:lnTo>
                  <a:pt x="608916" y="1447948"/>
                </a:lnTo>
                <a:cubicBezTo>
                  <a:pt x="616730" y="1440545"/>
                  <a:pt x="627424" y="1436432"/>
                  <a:pt x="638117" y="1436432"/>
                </a:cubicBezTo>
                <a:lnTo>
                  <a:pt x="732303" y="1436432"/>
                </a:lnTo>
                <a:cubicBezTo>
                  <a:pt x="755747" y="1436432"/>
                  <a:pt x="775077" y="1455352"/>
                  <a:pt x="775077" y="1479207"/>
                </a:cubicBezTo>
                <a:cubicBezTo>
                  <a:pt x="775489" y="1502239"/>
                  <a:pt x="756569" y="1521158"/>
                  <a:pt x="732714" y="1521158"/>
                </a:cubicBezTo>
                <a:close/>
                <a:moveTo>
                  <a:pt x="1140303" y="1076964"/>
                </a:moveTo>
                <a:cubicBezTo>
                  <a:pt x="1111513" y="1105755"/>
                  <a:pt x="1073674" y="1124263"/>
                  <a:pt x="1033368" y="1129610"/>
                </a:cubicBezTo>
                <a:cubicBezTo>
                  <a:pt x="1033368" y="1007045"/>
                  <a:pt x="1033368" y="884480"/>
                  <a:pt x="1033368" y="762327"/>
                </a:cubicBezTo>
                <a:cubicBezTo>
                  <a:pt x="1125497" y="774254"/>
                  <a:pt x="1194594" y="852400"/>
                  <a:pt x="1194594" y="945351"/>
                </a:cubicBezTo>
                <a:cubicBezTo>
                  <a:pt x="1194594" y="994706"/>
                  <a:pt x="1175263" y="1042005"/>
                  <a:pt x="1140303" y="1076964"/>
                </a:cubicBezTo>
                <a:close/>
                <a:moveTo>
                  <a:pt x="1321271" y="685827"/>
                </a:moveTo>
                <a:lnTo>
                  <a:pt x="1321271" y="945351"/>
                </a:lnTo>
                <a:cubicBezTo>
                  <a:pt x="1320037" y="967150"/>
                  <a:pt x="1301118" y="983601"/>
                  <a:pt x="1279320" y="982368"/>
                </a:cubicBezTo>
                <a:cubicBezTo>
                  <a:pt x="1259578" y="981134"/>
                  <a:pt x="1243949" y="965505"/>
                  <a:pt x="1242303" y="945351"/>
                </a:cubicBezTo>
                <a:lnTo>
                  <a:pt x="1242303" y="685827"/>
                </a:lnTo>
                <a:cubicBezTo>
                  <a:pt x="1242303" y="378593"/>
                  <a:pt x="993061" y="129762"/>
                  <a:pt x="685827" y="129762"/>
                </a:cubicBezTo>
                <a:cubicBezTo>
                  <a:pt x="379004" y="129762"/>
                  <a:pt x="129762" y="378593"/>
                  <a:pt x="129762" y="685827"/>
                </a:cubicBezTo>
                <a:lnTo>
                  <a:pt x="129762" y="946585"/>
                </a:lnTo>
                <a:cubicBezTo>
                  <a:pt x="129762" y="956867"/>
                  <a:pt x="125649" y="966738"/>
                  <a:pt x="118246" y="973730"/>
                </a:cubicBezTo>
                <a:cubicBezTo>
                  <a:pt x="102617" y="988948"/>
                  <a:pt x="77940" y="988948"/>
                  <a:pt x="62311" y="973730"/>
                </a:cubicBezTo>
                <a:cubicBezTo>
                  <a:pt x="54907" y="966327"/>
                  <a:pt x="50794" y="956045"/>
                  <a:pt x="50794" y="945763"/>
                </a:cubicBezTo>
                <a:lnTo>
                  <a:pt x="50794" y="685827"/>
                </a:lnTo>
                <a:cubicBezTo>
                  <a:pt x="45448" y="334996"/>
                  <a:pt x="325125" y="46270"/>
                  <a:pt x="675956" y="40512"/>
                </a:cubicBezTo>
                <a:cubicBezTo>
                  <a:pt x="1026787" y="34754"/>
                  <a:pt x="1315513" y="314432"/>
                  <a:pt x="1321271" y="665262"/>
                </a:cubicBezTo>
                <a:cubicBezTo>
                  <a:pt x="1321271" y="672254"/>
                  <a:pt x="1321271" y="678835"/>
                  <a:pt x="1321271" y="685827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53" name="Graphic 451">
            <a:extLst>
              <a:ext uri="{FF2B5EF4-FFF2-40B4-BE49-F238E27FC236}">
                <a16:creationId xmlns:a16="http://schemas.microsoft.com/office/drawing/2014/main" id="{B5A6336E-A42D-4501-B98D-D440669F90F4}"/>
              </a:ext>
            </a:extLst>
          </p:cNvPr>
          <p:cNvGrpSpPr>
            <a:grpSpLocks noChangeAspect="1"/>
          </p:cNvGrpSpPr>
          <p:nvPr/>
        </p:nvGrpSpPr>
        <p:grpSpPr>
          <a:xfrm>
            <a:off x="8512932" y="3948985"/>
            <a:ext cx="653968" cy="502920"/>
            <a:chOff x="4281487" y="2033587"/>
            <a:chExt cx="3629025" cy="27908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709F18D5-567B-4D10-9DDF-5B82243067EC}"/>
                </a:ext>
              </a:extLst>
            </p:cNvPr>
            <p:cNvSpPr/>
            <p:nvPr/>
          </p:nvSpPr>
          <p:spPr>
            <a:xfrm>
              <a:off x="4274343" y="2026302"/>
              <a:ext cx="3638550" cy="2800350"/>
            </a:xfrm>
            <a:custGeom>
              <a:avLst/>
              <a:gdLst>
                <a:gd name="connsiteX0" fmla="*/ 3360896 w 3638550"/>
                <a:gd name="connsiteY0" fmla="*/ 1017887 h 2800350"/>
                <a:gd name="connsiteX1" fmla="*/ 2701766 w 3638550"/>
                <a:gd name="connsiteY1" fmla="*/ 683560 h 2800350"/>
                <a:gd name="connsiteX2" fmla="*/ 2406491 w 3638550"/>
                <a:gd name="connsiteY2" fmla="*/ 336850 h 2800350"/>
                <a:gd name="connsiteX3" fmla="*/ 1414939 w 3638550"/>
                <a:gd name="connsiteY3" fmla="*/ 7285 h 2800350"/>
                <a:gd name="connsiteX4" fmla="*/ 424339 w 3638550"/>
                <a:gd name="connsiteY4" fmla="*/ 336850 h 2800350"/>
                <a:gd name="connsiteX5" fmla="*/ 7144 w 3638550"/>
                <a:gd name="connsiteY5" fmla="*/ 1146475 h 2800350"/>
                <a:gd name="connsiteX6" fmla="*/ 125254 w 3638550"/>
                <a:gd name="connsiteY6" fmla="*/ 1603675 h 2800350"/>
                <a:gd name="connsiteX7" fmla="*/ 431959 w 3638550"/>
                <a:gd name="connsiteY7" fmla="*/ 1961815 h 2800350"/>
                <a:gd name="connsiteX8" fmla="*/ 360521 w 3638550"/>
                <a:gd name="connsiteY8" fmla="*/ 2432350 h 2800350"/>
                <a:gd name="connsiteX9" fmla="*/ 406241 w 3638550"/>
                <a:gd name="connsiteY9" fmla="*/ 2495215 h 2800350"/>
                <a:gd name="connsiteX10" fmla="*/ 442436 w 3638550"/>
                <a:gd name="connsiteY10" fmla="*/ 2488547 h 2800350"/>
                <a:gd name="connsiteX11" fmla="*/ 915829 w 3638550"/>
                <a:gd name="connsiteY11" fmla="*/ 2211370 h 2800350"/>
                <a:gd name="connsiteX12" fmla="*/ 1148239 w 3638550"/>
                <a:gd name="connsiteY12" fmla="*/ 2264710 h 2800350"/>
                <a:gd name="connsiteX13" fmla="*/ 1414939 w 3638550"/>
                <a:gd name="connsiteY13" fmla="*/ 2284712 h 2800350"/>
                <a:gd name="connsiteX14" fmla="*/ 1505426 w 3638550"/>
                <a:gd name="connsiteY14" fmla="*/ 2282807 h 2800350"/>
                <a:gd name="connsiteX15" fmla="*/ 1907381 w 3638550"/>
                <a:gd name="connsiteY15" fmla="*/ 2527600 h 2800350"/>
                <a:gd name="connsiteX16" fmla="*/ 2420779 w 3638550"/>
                <a:gd name="connsiteY16" fmla="*/ 2619992 h 2800350"/>
                <a:gd name="connsiteX17" fmla="*/ 2649379 w 3638550"/>
                <a:gd name="connsiteY17" fmla="*/ 2602847 h 2800350"/>
                <a:gd name="connsiteX18" fmla="*/ 2845594 w 3638550"/>
                <a:gd name="connsiteY18" fmla="*/ 2558080 h 2800350"/>
                <a:gd name="connsiteX19" fmla="*/ 3247549 w 3638550"/>
                <a:gd name="connsiteY19" fmla="*/ 2792395 h 2800350"/>
                <a:gd name="connsiteX20" fmla="*/ 3322796 w 3638550"/>
                <a:gd name="connsiteY20" fmla="*/ 2772392 h 2800350"/>
                <a:gd name="connsiteX21" fmla="*/ 3329464 w 3638550"/>
                <a:gd name="connsiteY21" fmla="*/ 2736197 h 2800350"/>
                <a:gd name="connsiteX22" fmla="*/ 3269456 w 3638550"/>
                <a:gd name="connsiteY22" fmla="*/ 2339005 h 2800350"/>
                <a:gd name="connsiteX23" fmla="*/ 3530441 w 3638550"/>
                <a:gd name="connsiteY23" fmla="*/ 2034205 h 2800350"/>
                <a:gd name="connsiteX24" fmla="*/ 3632359 w 3638550"/>
                <a:gd name="connsiteY24" fmla="*/ 1639870 h 2800350"/>
                <a:gd name="connsiteX25" fmla="*/ 3360896 w 3638550"/>
                <a:gd name="connsiteY25" fmla="*/ 1017887 h 2800350"/>
                <a:gd name="connsiteX26" fmla="*/ 1414939 w 3638550"/>
                <a:gd name="connsiteY26" fmla="*/ 2173270 h 2800350"/>
                <a:gd name="connsiteX27" fmla="*/ 1165384 w 3638550"/>
                <a:gd name="connsiteY27" fmla="*/ 2154220 h 2800350"/>
                <a:gd name="connsiteX28" fmla="*/ 926306 w 3638550"/>
                <a:gd name="connsiteY28" fmla="*/ 2098022 h 2800350"/>
                <a:gd name="connsiteX29" fmla="*/ 882491 w 3638550"/>
                <a:gd name="connsiteY29" fmla="*/ 2102785 h 2800350"/>
                <a:gd name="connsiteX30" fmla="*/ 486251 w 3638550"/>
                <a:gd name="connsiteY30" fmla="*/ 2333290 h 2800350"/>
                <a:gd name="connsiteX31" fmla="*/ 545306 w 3638550"/>
                <a:gd name="connsiteY31" fmla="*/ 1945622 h 2800350"/>
                <a:gd name="connsiteX32" fmla="*/ 524351 w 3638550"/>
                <a:gd name="connsiteY32" fmla="*/ 1892282 h 2800350"/>
                <a:gd name="connsiteX33" fmla="*/ 222409 w 3638550"/>
                <a:gd name="connsiteY33" fmla="*/ 1549382 h 2800350"/>
                <a:gd name="connsiteX34" fmla="*/ 117634 w 3638550"/>
                <a:gd name="connsiteY34" fmla="*/ 1144570 h 2800350"/>
                <a:gd name="connsiteX35" fmla="*/ 492919 w 3638550"/>
                <a:gd name="connsiteY35" fmla="*/ 420670 h 2800350"/>
                <a:gd name="connsiteX36" fmla="*/ 1414939 w 3638550"/>
                <a:gd name="connsiteY36" fmla="*/ 115870 h 2800350"/>
                <a:gd name="connsiteX37" fmla="*/ 2336959 w 3638550"/>
                <a:gd name="connsiteY37" fmla="*/ 420670 h 2800350"/>
                <a:gd name="connsiteX38" fmla="*/ 2712244 w 3638550"/>
                <a:gd name="connsiteY38" fmla="*/ 1130282 h 2800350"/>
                <a:gd name="connsiteX39" fmla="*/ 2374106 w 3638550"/>
                <a:gd name="connsiteY39" fmla="*/ 1835132 h 2800350"/>
                <a:gd name="connsiteX40" fmla="*/ 1812131 w 3638550"/>
                <a:gd name="connsiteY40" fmla="*/ 2121835 h 2800350"/>
                <a:gd name="connsiteX41" fmla="*/ 1414939 w 3638550"/>
                <a:gd name="connsiteY41" fmla="*/ 2173270 h 2800350"/>
                <a:gd name="connsiteX42" fmla="*/ 3434239 w 3638550"/>
                <a:gd name="connsiteY42" fmla="*/ 1979912 h 2800350"/>
                <a:gd name="connsiteX43" fmla="*/ 3434239 w 3638550"/>
                <a:gd name="connsiteY43" fmla="*/ 1979912 h 2800350"/>
                <a:gd name="connsiteX44" fmla="*/ 3178969 w 3638550"/>
                <a:gd name="connsiteY44" fmla="*/ 2269472 h 2800350"/>
                <a:gd name="connsiteX45" fmla="*/ 3156109 w 3638550"/>
                <a:gd name="connsiteY45" fmla="*/ 2322812 h 2800350"/>
                <a:gd name="connsiteX46" fmla="*/ 3203734 w 3638550"/>
                <a:gd name="connsiteY46" fmla="*/ 2638090 h 2800350"/>
                <a:gd name="connsiteX47" fmla="*/ 2879884 w 3638550"/>
                <a:gd name="connsiteY47" fmla="*/ 2447590 h 2800350"/>
                <a:gd name="connsiteX48" fmla="*/ 2836069 w 3638550"/>
                <a:gd name="connsiteY48" fmla="*/ 2442827 h 2800350"/>
                <a:gd name="connsiteX49" fmla="*/ 2633186 w 3638550"/>
                <a:gd name="connsiteY49" fmla="*/ 2490452 h 2800350"/>
                <a:gd name="connsiteX50" fmla="*/ 2421731 w 3638550"/>
                <a:gd name="connsiteY50" fmla="*/ 2506645 h 2800350"/>
                <a:gd name="connsiteX51" fmla="*/ 1947386 w 3638550"/>
                <a:gd name="connsiteY51" fmla="*/ 2421872 h 2800350"/>
                <a:gd name="connsiteX52" fmla="*/ 1660684 w 3638550"/>
                <a:gd name="connsiteY52" fmla="*/ 2265662 h 2800350"/>
                <a:gd name="connsiteX53" fmla="*/ 2129314 w 3638550"/>
                <a:gd name="connsiteY53" fmla="*/ 2127550 h 2800350"/>
                <a:gd name="connsiteX54" fmla="*/ 2448401 w 3638550"/>
                <a:gd name="connsiteY54" fmla="*/ 1920857 h 2800350"/>
                <a:gd name="connsiteX55" fmla="*/ 2824639 w 3638550"/>
                <a:gd name="connsiteY55" fmla="*/ 1132187 h 2800350"/>
                <a:gd name="connsiteX56" fmla="*/ 2761774 w 3638550"/>
                <a:gd name="connsiteY56" fmla="*/ 809290 h 2800350"/>
                <a:gd name="connsiteX57" fmla="*/ 3284696 w 3638550"/>
                <a:gd name="connsiteY57" fmla="*/ 1095992 h 2800350"/>
                <a:gd name="connsiteX58" fmla="*/ 3524726 w 3638550"/>
                <a:gd name="connsiteY58" fmla="*/ 1637965 h 2800350"/>
                <a:gd name="connsiteX59" fmla="*/ 3434239 w 3638550"/>
                <a:gd name="connsiteY59" fmla="*/ 1979912 h 280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638550" h="2800350">
                  <a:moveTo>
                    <a:pt x="3360896" y="1017887"/>
                  </a:moveTo>
                  <a:cubicBezTo>
                    <a:pt x="3178969" y="843580"/>
                    <a:pt x="2949416" y="727375"/>
                    <a:pt x="2701766" y="683560"/>
                  </a:cubicBezTo>
                  <a:cubicBezTo>
                    <a:pt x="2626519" y="549257"/>
                    <a:pt x="2526506" y="432100"/>
                    <a:pt x="2406491" y="336850"/>
                  </a:cubicBezTo>
                  <a:cubicBezTo>
                    <a:pt x="2122646" y="118727"/>
                    <a:pt x="1773079" y="2522"/>
                    <a:pt x="1414939" y="7285"/>
                  </a:cubicBezTo>
                  <a:cubicBezTo>
                    <a:pt x="1056799" y="2522"/>
                    <a:pt x="708184" y="118727"/>
                    <a:pt x="424339" y="336850"/>
                  </a:cubicBezTo>
                  <a:cubicBezTo>
                    <a:pt x="166211" y="544495"/>
                    <a:pt x="7144" y="830245"/>
                    <a:pt x="7144" y="1146475"/>
                  </a:cubicBezTo>
                  <a:cubicBezTo>
                    <a:pt x="8096" y="1306495"/>
                    <a:pt x="48101" y="1463657"/>
                    <a:pt x="125254" y="1603675"/>
                  </a:cubicBezTo>
                  <a:cubicBezTo>
                    <a:pt x="202406" y="1742740"/>
                    <a:pt x="307181" y="1864660"/>
                    <a:pt x="431959" y="1961815"/>
                  </a:cubicBezTo>
                  <a:lnTo>
                    <a:pt x="360521" y="2432350"/>
                  </a:lnTo>
                  <a:cubicBezTo>
                    <a:pt x="355759" y="2461877"/>
                    <a:pt x="376714" y="2490452"/>
                    <a:pt x="406241" y="2495215"/>
                  </a:cubicBezTo>
                  <a:cubicBezTo>
                    <a:pt x="418624" y="2497120"/>
                    <a:pt x="431006" y="2494262"/>
                    <a:pt x="442436" y="2488547"/>
                  </a:cubicBezTo>
                  <a:lnTo>
                    <a:pt x="915829" y="2211370"/>
                  </a:lnTo>
                  <a:cubicBezTo>
                    <a:pt x="992029" y="2234230"/>
                    <a:pt x="1069181" y="2252327"/>
                    <a:pt x="1148239" y="2264710"/>
                  </a:cubicBezTo>
                  <a:cubicBezTo>
                    <a:pt x="1236821" y="2278045"/>
                    <a:pt x="1325404" y="2284712"/>
                    <a:pt x="1414939" y="2284712"/>
                  </a:cubicBezTo>
                  <a:cubicBezTo>
                    <a:pt x="1445419" y="2284712"/>
                    <a:pt x="1475899" y="2283760"/>
                    <a:pt x="1505426" y="2282807"/>
                  </a:cubicBezTo>
                  <a:cubicBezTo>
                    <a:pt x="1622584" y="2389487"/>
                    <a:pt x="1758791" y="2472355"/>
                    <a:pt x="1907381" y="2527600"/>
                  </a:cubicBezTo>
                  <a:cubicBezTo>
                    <a:pt x="2071211" y="2589512"/>
                    <a:pt x="2245519" y="2619992"/>
                    <a:pt x="2420779" y="2619992"/>
                  </a:cubicBezTo>
                  <a:cubicBezTo>
                    <a:pt x="2496979" y="2619992"/>
                    <a:pt x="2574131" y="2614277"/>
                    <a:pt x="2649379" y="2602847"/>
                  </a:cubicBezTo>
                  <a:cubicBezTo>
                    <a:pt x="2716054" y="2592370"/>
                    <a:pt x="2781776" y="2578082"/>
                    <a:pt x="2845594" y="2558080"/>
                  </a:cubicBezTo>
                  <a:lnTo>
                    <a:pt x="3247549" y="2792395"/>
                  </a:lnTo>
                  <a:cubicBezTo>
                    <a:pt x="3273266" y="2807635"/>
                    <a:pt x="3307556" y="2799062"/>
                    <a:pt x="3322796" y="2772392"/>
                  </a:cubicBezTo>
                  <a:cubicBezTo>
                    <a:pt x="3329464" y="2761915"/>
                    <a:pt x="3331369" y="2748580"/>
                    <a:pt x="3329464" y="2736197"/>
                  </a:cubicBezTo>
                  <a:lnTo>
                    <a:pt x="3269456" y="2339005"/>
                  </a:lnTo>
                  <a:cubicBezTo>
                    <a:pt x="3376136" y="2256137"/>
                    <a:pt x="3464719" y="2152315"/>
                    <a:pt x="3530441" y="2034205"/>
                  </a:cubicBezTo>
                  <a:cubicBezTo>
                    <a:pt x="3597116" y="1913237"/>
                    <a:pt x="3632359" y="1777982"/>
                    <a:pt x="3632359" y="1639870"/>
                  </a:cubicBezTo>
                  <a:cubicBezTo>
                    <a:pt x="3630454" y="1403650"/>
                    <a:pt x="3531394" y="1179812"/>
                    <a:pt x="3360896" y="1017887"/>
                  </a:cubicBezTo>
                  <a:close/>
                  <a:moveTo>
                    <a:pt x="1414939" y="2173270"/>
                  </a:moveTo>
                  <a:cubicBezTo>
                    <a:pt x="1331119" y="2173270"/>
                    <a:pt x="1248251" y="2166602"/>
                    <a:pt x="1165384" y="2154220"/>
                  </a:cubicBezTo>
                  <a:cubicBezTo>
                    <a:pt x="1084421" y="2141837"/>
                    <a:pt x="1004411" y="2122787"/>
                    <a:pt x="926306" y="2098022"/>
                  </a:cubicBezTo>
                  <a:cubicBezTo>
                    <a:pt x="911066" y="2093260"/>
                    <a:pt x="895826" y="2095165"/>
                    <a:pt x="882491" y="2102785"/>
                  </a:cubicBezTo>
                  <a:lnTo>
                    <a:pt x="486251" y="2333290"/>
                  </a:lnTo>
                  <a:lnTo>
                    <a:pt x="545306" y="1945622"/>
                  </a:lnTo>
                  <a:cubicBezTo>
                    <a:pt x="549116" y="1925620"/>
                    <a:pt x="540544" y="1904665"/>
                    <a:pt x="524351" y="1892282"/>
                  </a:cubicBezTo>
                  <a:cubicBezTo>
                    <a:pt x="400526" y="1800842"/>
                    <a:pt x="297656" y="1683685"/>
                    <a:pt x="222409" y="1549382"/>
                  </a:cubicBezTo>
                  <a:cubicBezTo>
                    <a:pt x="153829" y="1425557"/>
                    <a:pt x="118586" y="1286492"/>
                    <a:pt x="117634" y="1144570"/>
                  </a:cubicBezTo>
                  <a:cubicBezTo>
                    <a:pt x="117634" y="862630"/>
                    <a:pt x="260509" y="607360"/>
                    <a:pt x="492919" y="420670"/>
                  </a:cubicBezTo>
                  <a:cubicBezTo>
                    <a:pt x="757714" y="217787"/>
                    <a:pt x="1082516" y="111107"/>
                    <a:pt x="1414939" y="115870"/>
                  </a:cubicBezTo>
                  <a:cubicBezTo>
                    <a:pt x="1748314" y="111107"/>
                    <a:pt x="2073116" y="217787"/>
                    <a:pt x="2336959" y="420670"/>
                  </a:cubicBezTo>
                  <a:cubicBezTo>
                    <a:pt x="2455069" y="514967"/>
                    <a:pt x="2712244" y="763570"/>
                    <a:pt x="2712244" y="1130282"/>
                  </a:cubicBezTo>
                  <a:cubicBezTo>
                    <a:pt x="2712244" y="1457942"/>
                    <a:pt x="2534126" y="1695115"/>
                    <a:pt x="2374106" y="1835132"/>
                  </a:cubicBezTo>
                  <a:cubicBezTo>
                    <a:pt x="2211229" y="1972292"/>
                    <a:pt x="2018824" y="2070400"/>
                    <a:pt x="1812131" y="2121835"/>
                  </a:cubicBezTo>
                  <a:cubicBezTo>
                    <a:pt x="1682591" y="2152315"/>
                    <a:pt x="1549241" y="2170412"/>
                    <a:pt x="1414939" y="2173270"/>
                  </a:cubicBezTo>
                  <a:close/>
                  <a:moveTo>
                    <a:pt x="3434239" y="1979912"/>
                  </a:moveTo>
                  <a:lnTo>
                    <a:pt x="3434239" y="1979912"/>
                  </a:lnTo>
                  <a:cubicBezTo>
                    <a:pt x="3370421" y="2094212"/>
                    <a:pt x="3283744" y="2193272"/>
                    <a:pt x="3178969" y="2269472"/>
                  </a:cubicBezTo>
                  <a:cubicBezTo>
                    <a:pt x="3161824" y="2281855"/>
                    <a:pt x="3153251" y="2301857"/>
                    <a:pt x="3156109" y="2322812"/>
                  </a:cubicBezTo>
                  <a:lnTo>
                    <a:pt x="3203734" y="2638090"/>
                  </a:lnTo>
                  <a:lnTo>
                    <a:pt x="2879884" y="2447590"/>
                  </a:lnTo>
                  <a:cubicBezTo>
                    <a:pt x="2866549" y="2439970"/>
                    <a:pt x="2850356" y="2438065"/>
                    <a:pt x="2836069" y="2442827"/>
                  </a:cubicBezTo>
                  <a:cubicBezTo>
                    <a:pt x="2769394" y="2463782"/>
                    <a:pt x="2701766" y="2479975"/>
                    <a:pt x="2633186" y="2490452"/>
                  </a:cubicBezTo>
                  <a:cubicBezTo>
                    <a:pt x="2562701" y="2500930"/>
                    <a:pt x="2492216" y="2506645"/>
                    <a:pt x="2421731" y="2506645"/>
                  </a:cubicBezTo>
                  <a:cubicBezTo>
                    <a:pt x="2259806" y="2507597"/>
                    <a:pt x="2098834" y="2479022"/>
                    <a:pt x="1947386" y="2421872"/>
                  </a:cubicBezTo>
                  <a:cubicBezTo>
                    <a:pt x="1844516" y="2383772"/>
                    <a:pt x="1748314" y="2330432"/>
                    <a:pt x="1660684" y="2265662"/>
                  </a:cubicBezTo>
                  <a:cubicBezTo>
                    <a:pt x="1821656" y="2238992"/>
                    <a:pt x="1978819" y="2192320"/>
                    <a:pt x="2129314" y="2127550"/>
                  </a:cubicBezTo>
                  <a:cubicBezTo>
                    <a:pt x="2245519" y="2074210"/>
                    <a:pt x="2352199" y="2004677"/>
                    <a:pt x="2448401" y="1920857"/>
                  </a:cubicBezTo>
                  <a:cubicBezTo>
                    <a:pt x="2577941" y="1806557"/>
                    <a:pt x="2824639" y="1544620"/>
                    <a:pt x="2824639" y="1132187"/>
                  </a:cubicBezTo>
                  <a:cubicBezTo>
                    <a:pt x="2819876" y="1021697"/>
                    <a:pt x="2798921" y="913112"/>
                    <a:pt x="2761774" y="809290"/>
                  </a:cubicBezTo>
                  <a:cubicBezTo>
                    <a:pt x="2957989" y="856915"/>
                    <a:pt x="3138964" y="955975"/>
                    <a:pt x="3284696" y="1095992"/>
                  </a:cubicBezTo>
                  <a:cubicBezTo>
                    <a:pt x="3434239" y="1236962"/>
                    <a:pt x="3520916" y="1432225"/>
                    <a:pt x="3524726" y="1637965"/>
                  </a:cubicBezTo>
                  <a:cubicBezTo>
                    <a:pt x="3521869" y="1757980"/>
                    <a:pt x="3491389" y="1875137"/>
                    <a:pt x="3434239" y="1979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63AA0517-23C7-4BEE-BFBD-A8DDD1322981}"/>
                </a:ext>
              </a:extLst>
            </p:cNvPr>
            <p:cNvSpPr/>
            <p:nvPr/>
          </p:nvSpPr>
          <p:spPr>
            <a:xfrm>
              <a:off x="4958238" y="3105626"/>
              <a:ext cx="200025" cy="200025"/>
            </a:xfrm>
            <a:custGeom>
              <a:avLst/>
              <a:gdLst>
                <a:gd name="connsiteX0" fmla="*/ 201454 w 200025"/>
                <a:gd name="connsiteY0" fmla="*/ 104299 h 200025"/>
                <a:gd name="connsiteX1" fmla="*/ 104299 w 200025"/>
                <a:gd name="connsiteY1" fmla="*/ 201454 h 200025"/>
                <a:gd name="connsiteX2" fmla="*/ 7144 w 200025"/>
                <a:gd name="connsiteY2" fmla="*/ 104299 h 200025"/>
                <a:gd name="connsiteX3" fmla="*/ 104299 w 200025"/>
                <a:gd name="connsiteY3" fmla="*/ 7144 h 200025"/>
                <a:gd name="connsiteX4" fmla="*/ 201454 w 200025"/>
                <a:gd name="connsiteY4" fmla="*/ 104299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00025">
                  <a:moveTo>
                    <a:pt x="201454" y="104299"/>
                  </a:moveTo>
                  <a:cubicBezTo>
                    <a:pt x="201454" y="157956"/>
                    <a:pt x="157956" y="201454"/>
                    <a:pt x="104299" y="201454"/>
                  </a:cubicBezTo>
                  <a:cubicBezTo>
                    <a:pt x="50642" y="201454"/>
                    <a:pt x="7144" y="157956"/>
                    <a:pt x="7144" y="104299"/>
                  </a:cubicBezTo>
                  <a:cubicBezTo>
                    <a:pt x="7144" y="50642"/>
                    <a:pt x="50642" y="7144"/>
                    <a:pt x="104299" y="7144"/>
                  </a:cubicBezTo>
                  <a:cubicBezTo>
                    <a:pt x="157956" y="7144"/>
                    <a:pt x="201454" y="50642"/>
                    <a:pt x="201454" y="1042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99731227-34F8-4D2E-9031-A60675A2B729}"/>
                </a:ext>
              </a:extLst>
            </p:cNvPr>
            <p:cNvSpPr/>
            <p:nvPr/>
          </p:nvSpPr>
          <p:spPr>
            <a:xfrm>
              <a:off x="6211728" y="3105626"/>
              <a:ext cx="200025" cy="200025"/>
            </a:xfrm>
            <a:custGeom>
              <a:avLst/>
              <a:gdLst>
                <a:gd name="connsiteX0" fmla="*/ 201454 w 200025"/>
                <a:gd name="connsiteY0" fmla="*/ 104299 h 200025"/>
                <a:gd name="connsiteX1" fmla="*/ 104299 w 200025"/>
                <a:gd name="connsiteY1" fmla="*/ 201454 h 200025"/>
                <a:gd name="connsiteX2" fmla="*/ 7144 w 200025"/>
                <a:gd name="connsiteY2" fmla="*/ 104299 h 200025"/>
                <a:gd name="connsiteX3" fmla="*/ 104299 w 200025"/>
                <a:gd name="connsiteY3" fmla="*/ 7144 h 200025"/>
                <a:gd name="connsiteX4" fmla="*/ 201454 w 200025"/>
                <a:gd name="connsiteY4" fmla="*/ 104299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00025">
                  <a:moveTo>
                    <a:pt x="201454" y="104299"/>
                  </a:moveTo>
                  <a:cubicBezTo>
                    <a:pt x="201454" y="157956"/>
                    <a:pt x="157956" y="201454"/>
                    <a:pt x="104299" y="201454"/>
                  </a:cubicBezTo>
                  <a:cubicBezTo>
                    <a:pt x="50642" y="201454"/>
                    <a:pt x="7144" y="157956"/>
                    <a:pt x="7144" y="104299"/>
                  </a:cubicBezTo>
                  <a:cubicBezTo>
                    <a:pt x="7144" y="50642"/>
                    <a:pt x="50642" y="7144"/>
                    <a:pt x="104299" y="7144"/>
                  </a:cubicBezTo>
                  <a:cubicBezTo>
                    <a:pt x="157956" y="7144"/>
                    <a:pt x="201454" y="50642"/>
                    <a:pt x="201454" y="1042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F911294A-1E89-4D0F-A125-B1206139AD22}"/>
                </a:ext>
              </a:extLst>
            </p:cNvPr>
            <p:cNvSpPr/>
            <p:nvPr/>
          </p:nvSpPr>
          <p:spPr>
            <a:xfrm>
              <a:off x="5584983" y="3105626"/>
              <a:ext cx="200025" cy="200025"/>
            </a:xfrm>
            <a:custGeom>
              <a:avLst/>
              <a:gdLst>
                <a:gd name="connsiteX0" fmla="*/ 201454 w 200025"/>
                <a:gd name="connsiteY0" fmla="*/ 104299 h 200025"/>
                <a:gd name="connsiteX1" fmla="*/ 104299 w 200025"/>
                <a:gd name="connsiteY1" fmla="*/ 201454 h 200025"/>
                <a:gd name="connsiteX2" fmla="*/ 7144 w 200025"/>
                <a:gd name="connsiteY2" fmla="*/ 104299 h 200025"/>
                <a:gd name="connsiteX3" fmla="*/ 104299 w 200025"/>
                <a:gd name="connsiteY3" fmla="*/ 7144 h 200025"/>
                <a:gd name="connsiteX4" fmla="*/ 201454 w 200025"/>
                <a:gd name="connsiteY4" fmla="*/ 104299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00025">
                  <a:moveTo>
                    <a:pt x="201454" y="104299"/>
                  </a:moveTo>
                  <a:cubicBezTo>
                    <a:pt x="201454" y="157956"/>
                    <a:pt x="157956" y="201454"/>
                    <a:pt x="104299" y="201454"/>
                  </a:cubicBezTo>
                  <a:cubicBezTo>
                    <a:pt x="50642" y="201454"/>
                    <a:pt x="7144" y="157956"/>
                    <a:pt x="7144" y="104299"/>
                  </a:cubicBezTo>
                  <a:cubicBezTo>
                    <a:pt x="7144" y="50642"/>
                    <a:pt x="50642" y="7144"/>
                    <a:pt x="104299" y="7144"/>
                  </a:cubicBezTo>
                  <a:cubicBezTo>
                    <a:pt x="157956" y="7144"/>
                    <a:pt x="201454" y="50642"/>
                    <a:pt x="201454" y="1042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59" name="Graphic 457">
            <a:extLst>
              <a:ext uri="{FF2B5EF4-FFF2-40B4-BE49-F238E27FC236}">
                <a16:creationId xmlns:a16="http://schemas.microsoft.com/office/drawing/2014/main" id="{FD01E1DD-02A3-446D-AFC3-3102D105E646}"/>
              </a:ext>
            </a:extLst>
          </p:cNvPr>
          <p:cNvGrpSpPr>
            <a:grpSpLocks noChangeAspect="1"/>
          </p:cNvGrpSpPr>
          <p:nvPr/>
        </p:nvGrpSpPr>
        <p:grpSpPr>
          <a:xfrm>
            <a:off x="8461211" y="4797192"/>
            <a:ext cx="757410" cy="502920"/>
            <a:chOff x="4310062" y="2243137"/>
            <a:chExt cx="3571875" cy="23717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3FA8AFA4-EF7A-4E41-9576-FF423EEE9E01}"/>
                </a:ext>
              </a:extLst>
            </p:cNvPr>
            <p:cNvSpPr/>
            <p:nvPr/>
          </p:nvSpPr>
          <p:spPr>
            <a:xfrm>
              <a:off x="5688806" y="3165062"/>
              <a:ext cx="2190750" cy="1447800"/>
            </a:xfrm>
            <a:custGeom>
              <a:avLst/>
              <a:gdLst>
                <a:gd name="connsiteX0" fmla="*/ 2162651 w 2190750"/>
                <a:gd name="connsiteY0" fmla="*/ 620172 h 1447800"/>
                <a:gd name="connsiteX1" fmla="*/ 2081689 w 2190750"/>
                <a:gd name="connsiteY1" fmla="*/ 539210 h 1447800"/>
                <a:gd name="connsiteX2" fmla="*/ 1653064 w 2190750"/>
                <a:gd name="connsiteY2" fmla="*/ 291560 h 1447800"/>
                <a:gd name="connsiteX3" fmla="*/ 1649254 w 2190750"/>
                <a:gd name="connsiteY3" fmla="*/ 288702 h 1447800"/>
                <a:gd name="connsiteX4" fmla="*/ 1212056 w 2190750"/>
                <a:gd name="connsiteY4" fmla="*/ 38195 h 1447800"/>
                <a:gd name="connsiteX5" fmla="*/ 1205389 w 2190750"/>
                <a:gd name="connsiteY5" fmla="*/ 34385 h 1447800"/>
                <a:gd name="connsiteX6" fmla="*/ 915829 w 2190750"/>
                <a:gd name="connsiteY6" fmla="*/ 110585 h 1447800"/>
                <a:gd name="connsiteX7" fmla="*/ 911066 w 2190750"/>
                <a:gd name="connsiteY7" fmla="*/ 118205 h 1447800"/>
                <a:gd name="connsiteX8" fmla="*/ 891064 w 2190750"/>
                <a:gd name="connsiteY8" fmla="*/ 166782 h 1447800"/>
                <a:gd name="connsiteX9" fmla="*/ 884396 w 2190750"/>
                <a:gd name="connsiteY9" fmla="*/ 213455 h 1447800"/>
                <a:gd name="connsiteX10" fmla="*/ 884396 w 2190750"/>
                <a:gd name="connsiteY10" fmla="*/ 222980 h 1447800"/>
                <a:gd name="connsiteX11" fmla="*/ 884396 w 2190750"/>
                <a:gd name="connsiteY11" fmla="*/ 328707 h 1447800"/>
                <a:gd name="connsiteX12" fmla="*/ 115729 w 2190750"/>
                <a:gd name="connsiteY12" fmla="*/ 328707 h 1447800"/>
                <a:gd name="connsiteX13" fmla="*/ 39529 w 2190750"/>
                <a:gd name="connsiteY13" fmla="*/ 361092 h 1447800"/>
                <a:gd name="connsiteX14" fmla="*/ 35719 w 2190750"/>
                <a:gd name="connsiteY14" fmla="*/ 364902 h 1447800"/>
                <a:gd name="connsiteX15" fmla="*/ 7144 w 2190750"/>
                <a:gd name="connsiteY15" fmla="*/ 437292 h 1447800"/>
                <a:gd name="connsiteX16" fmla="*/ 7144 w 2190750"/>
                <a:gd name="connsiteY16" fmla="*/ 1058322 h 1447800"/>
                <a:gd name="connsiteX17" fmla="*/ 39529 w 2190750"/>
                <a:gd name="connsiteY17" fmla="*/ 1134522 h 1447800"/>
                <a:gd name="connsiteX18" fmla="*/ 115729 w 2190750"/>
                <a:gd name="connsiteY18" fmla="*/ 1166907 h 1447800"/>
                <a:gd name="connsiteX19" fmla="*/ 884396 w 2190750"/>
                <a:gd name="connsiteY19" fmla="*/ 1166907 h 1447800"/>
                <a:gd name="connsiteX20" fmla="*/ 884396 w 2190750"/>
                <a:gd name="connsiteY20" fmla="*/ 1231677 h 1447800"/>
                <a:gd name="connsiteX21" fmla="*/ 948214 w 2190750"/>
                <a:gd name="connsiteY21" fmla="*/ 1384077 h 1447800"/>
                <a:gd name="connsiteX22" fmla="*/ 1221581 w 2190750"/>
                <a:gd name="connsiteY22" fmla="*/ 1410747 h 1447800"/>
                <a:gd name="connsiteX23" fmla="*/ 1646396 w 2190750"/>
                <a:gd name="connsiteY23" fmla="*/ 1165002 h 1447800"/>
                <a:gd name="connsiteX24" fmla="*/ 1649254 w 2190750"/>
                <a:gd name="connsiteY24" fmla="*/ 1163097 h 1447800"/>
                <a:gd name="connsiteX25" fmla="*/ 1651159 w 2190750"/>
                <a:gd name="connsiteY25" fmla="*/ 1163097 h 1447800"/>
                <a:gd name="connsiteX26" fmla="*/ 1654969 w 2190750"/>
                <a:gd name="connsiteY26" fmla="*/ 1160240 h 1447800"/>
                <a:gd name="connsiteX27" fmla="*/ 2081689 w 2190750"/>
                <a:gd name="connsiteY27" fmla="*/ 914495 h 1447800"/>
                <a:gd name="connsiteX28" fmla="*/ 2162651 w 2190750"/>
                <a:gd name="connsiteY28" fmla="*/ 620172 h 1447800"/>
                <a:gd name="connsiteX29" fmla="*/ 2076926 w 2190750"/>
                <a:gd name="connsiteY29" fmla="*/ 754475 h 1447800"/>
                <a:gd name="connsiteX30" fmla="*/ 2027396 w 2190750"/>
                <a:gd name="connsiteY30" fmla="*/ 818292 h 1447800"/>
                <a:gd name="connsiteX31" fmla="*/ 1602581 w 2190750"/>
                <a:gd name="connsiteY31" fmla="*/ 1064037 h 1447800"/>
                <a:gd name="connsiteX32" fmla="*/ 1596866 w 2190750"/>
                <a:gd name="connsiteY32" fmla="*/ 1066895 h 1447800"/>
                <a:gd name="connsiteX33" fmla="*/ 1593056 w 2190750"/>
                <a:gd name="connsiteY33" fmla="*/ 1069752 h 1447800"/>
                <a:gd name="connsiteX34" fmla="*/ 1591151 w 2190750"/>
                <a:gd name="connsiteY34" fmla="*/ 1069752 h 1447800"/>
                <a:gd name="connsiteX35" fmla="*/ 1167289 w 2190750"/>
                <a:gd name="connsiteY35" fmla="*/ 1317402 h 1447800"/>
                <a:gd name="connsiteX36" fmla="*/ 1161574 w 2190750"/>
                <a:gd name="connsiteY36" fmla="*/ 1321212 h 1447800"/>
                <a:gd name="connsiteX37" fmla="*/ 1132999 w 2190750"/>
                <a:gd name="connsiteY37" fmla="*/ 1334547 h 1447800"/>
                <a:gd name="connsiteX38" fmla="*/ 1101566 w 2190750"/>
                <a:gd name="connsiteY38" fmla="*/ 1339310 h 1447800"/>
                <a:gd name="connsiteX39" fmla="*/ 994886 w 2190750"/>
                <a:gd name="connsiteY39" fmla="*/ 1233582 h 1447800"/>
                <a:gd name="connsiteX40" fmla="*/ 994886 w 2190750"/>
                <a:gd name="connsiteY40" fmla="*/ 1232630 h 1447800"/>
                <a:gd name="connsiteX41" fmla="*/ 994886 w 2190750"/>
                <a:gd name="connsiteY41" fmla="*/ 1112615 h 1447800"/>
                <a:gd name="connsiteX42" fmla="*/ 939641 w 2190750"/>
                <a:gd name="connsiteY42" fmla="*/ 1057370 h 1447800"/>
                <a:gd name="connsiteX43" fmla="*/ 937736 w 2190750"/>
                <a:gd name="connsiteY43" fmla="*/ 1057370 h 1447800"/>
                <a:gd name="connsiteX44" fmla="*/ 116681 w 2190750"/>
                <a:gd name="connsiteY44" fmla="*/ 1057370 h 1447800"/>
                <a:gd name="connsiteX45" fmla="*/ 116681 w 2190750"/>
                <a:gd name="connsiteY45" fmla="*/ 440150 h 1447800"/>
                <a:gd name="connsiteX46" fmla="*/ 937736 w 2190750"/>
                <a:gd name="connsiteY46" fmla="*/ 440150 h 1447800"/>
                <a:gd name="connsiteX47" fmla="*/ 992981 w 2190750"/>
                <a:gd name="connsiteY47" fmla="*/ 384905 h 1447800"/>
                <a:gd name="connsiteX48" fmla="*/ 992981 w 2190750"/>
                <a:gd name="connsiteY48" fmla="*/ 227742 h 1447800"/>
                <a:gd name="connsiteX49" fmla="*/ 992981 w 2190750"/>
                <a:gd name="connsiteY49" fmla="*/ 223932 h 1447800"/>
                <a:gd name="connsiteX50" fmla="*/ 1007269 w 2190750"/>
                <a:gd name="connsiteY50" fmla="*/ 170592 h 1447800"/>
                <a:gd name="connsiteX51" fmla="*/ 1152049 w 2190750"/>
                <a:gd name="connsiteY51" fmla="*/ 132492 h 1447800"/>
                <a:gd name="connsiteX52" fmla="*/ 1584484 w 2190750"/>
                <a:gd name="connsiteY52" fmla="*/ 381095 h 1447800"/>
                <a:gd name="connsiteX53" fmla="*/ 1589246 w 2190750"/>
                <a:gd name="connsiteY53" fmla="*/ 383952 h 1447800"/>
                <a:gd name="connsiteX54" fmla="*/ 2022634 w 2190750"/>
                <a:gd name="connsiteY54" fmla="*/ 634460 h 1447800"/>
                <a:gd name="connsiteX55" fmla="*/ 2025491 w 2190750"/>
                <a:gd name="connsiteY55" fmla="*/ 634460 h 1447800"/>
                <a:gd name="connsiteX56" fmla="*/ 2048351 w 2190750"/>
                <a:gd name="connsiteY56" fmla="*/ 651605 h 1447800"/>
                <a:gd name="connsiteX57" fmla="*/ 2076926 w 2190750"/>
                <a:gd name="connsiteY57" fmla="*/ 754475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190750" h="1447800">
                  <a:moveTo>
                    <a:pt x="2162651" y="620172"/>
                  </a:moveTo>
                  <a:cubicBezTo>
                    <a:pt x="2143601" y="586835"/>
                    <a:pt x="2115979" y="559212"/>
                    <a:pt x="2081689" y="539210"/>
                  </a:cubicBezTo>
                  <a:lnTo>
                    <a:pt x="1653064" y="291560"/>
                  </a:lnTo>
                  <a:lnTo>
                    <a:pt x="1649254" y="288702"/>
                  </a:lnTo>
                  <a:lnTo>
                    <a:pt x="1212056" y="38195"/>
                  </a:lnTo>
                  <a:lnTo>
                    <a:pt x="1205389" y="34385"/>
                  </a:lnTo>
                  <a:cubicBezTo>
                    <a:pt x="1104424" y="-21813"/>
                    <a:pt x="976789" y="11525"/>
                    <a:pt x="915829" y="110585"/>
                  </a:cubicBezTo>
                  <a:cubicBezTo>
                    <a:pt x="913924" y="113442"/>
                    <a:pt x="912971" y="115347"/>
                    <a:pt x="911066" y="118205"/>
                  </a:cubicBezTo>
                  <a:cubicBezTo>
                    <a:pt x="902494" y="133445"/>
                    <a:pt x="895826" y="149637"/>
                    <a:pt x="891064" y="166782"/>
                  </a:cubicBezTo>
                  <a:cubicBezTo>
                    <a:pt x="887254" y="182022"/>
                    <a:pt x="884396" y="198215"/>
                    <a:pt x="884396" y="213455"/>
                  </a:cubicBezTo>
                  <a:cubicBezTo>
                    <a:pt x="884396" y="216312"/>
                    <a:pt x="884396" y="219170"/>
                    <a:pt x="884396" y="222980"/>
                  </a:cubicBezTo>
                  <a:lnTo>
                    <a:pt x="884396" y="328707"/>
                  </a:lnTo>
                  <a:lnTo>
                    <a:pt x="115729" y="328707"/>
                  </a:lnTo>
                  <a:cubicBezTo>
                    <a:pt x="87154" y="328707"/>
                    <a:pt x="59531" y="340137"/>
                    <a:pt x="39529" y="361092"/>
                  </a:cubicBezTo>
                  <a:lnTo>
                    <a:pt x="35719" y="364902"/>
                  </a:lnTo>
                  <a:cubicBezTo>
                    <a:pt x="17621" y="384905"/>
                    <a:pt x="7144" y="410622"/>
                    <a:pt x="7144" y="437292"/>
                  </a:cubicBezTo>
                  <a:lnTo>
                    <a:pt x="7144" y="1058322"/>
                  </a:lnTo>
                  <a:cubicBezTo>
                    <a:pt x="7144" y="1086897"/>
                    <a:pt x="18574" y="1114520"/>
                    <a:pt x="39529" y="1134522"/>
                  </a:cubicBezTo>
                  <a:cubicBezTo>
                    <a:pt x="59531" y="1154525"/>
                    <a:pt x="87154" y="1165955"/>
                    <a:pt x="115729" y="1166907"/>
                  </a:cubicBezTo>
                  <a:lnTo>
                    <a:pt x="884396" y="1166907"/>
                  </a:lnTo>
                  <a:lnTo>
                    <a:pt x="884396" y="1231677"/>
                  </a:lnTo>
                  <a:cubicBezTo>
                    <a:pt x="884396" y="1288827"/>
                    <a:pt x="907256" y="1344072"/>
                    <a:pt x="948214" y="1384077"/>
                  </a:cubicBezTo>
                  <a:cubicBezTo>
                    <a:pt x="1021556" y="1456467"/>
                    <a:pt x="1135856" y="1467897"/>
                    <a:pt x="1221581" y="1410747"/>
                  </a:cubicBezTo>
                  <a:lnTo>
                    <a:pt x="1646396" y="1165002"/>
                  </a:lnTo>
                  <a:lnTo>
                    <a:pt x="1649254" y="1163097"/>
                  </a:lnTo>
                  <a:lnTo>
                    <a:pt x="1651159" y="1163097"/>
                  </a:lnTo>
                  <a:lnTo>
                    <a:pt x="1654969" y="1160240"/>
                  </a:lnTo>
                  <a:lnTo>
                    <a:pt x="2081689" y="914495"/>
                  </a:lnTo>
                  <a:cubicBezTo>
                    <a:pt x="2185511" y="856392"/>
                    <a:pt x="2221706" y="723995"/>
                    <a:pt x="2162651" y="620172"/>
                  </a:cubicBezTo>
                  <a:close/>
                  <a:moveTo>
                    <a:pt x="2076926" y="754475"/>
                  </a:moveTo>
                  <a:cubicBezTo>
                    <a:pt x="2069306" y="781145"/>
                    <a:pt x="2052161" y="804957"/>
                    <a:pt x="2027396" y="818292"/>
                  </a:cubicBezTo>
                  <a:lnTo>
                    <a:pt x="1602581" y="1064037"/>
                  </a:lnTo>
                  <a:lnTo>
                    <a:pt x="1596866" y="1066895"/>
                  </a:lnTo>
                  <a:lnTo>
                    <a:pt x="1593056" y="1069752"/>
                  </a:lnTo>
                  <a:lnTo>
                    <a:pt x="1591151" y="1069752"/>
                  </a:lnTo>
                  <a:lnTo>
                    <a:pt x="1167289" y="1317402"/>
                  </a:lnTo>
                  <a:lnTo>
                    <a:pt x="1161574" y="1321212"/>
                  </a:lnTo>
                  <a:cubicBezTo>
                    <a:pt x="1153001" y="1326927"/>
                    <a:pt x="1143476" y="1331690"/>
                    <a:pt x="1132999" y="1334547"/>
                  </a:cubicBezTo>
                  <a:cubicBezTo>
                    <a:pt x="1122521" y="1337405"/>
                    <a:pt x="1112044" y="1339310"/>
                    <a:pt x="1101566" y="1339310"/>
                  </a:cubicBezTo>
                  <a:cubicBezTo>
                    <a:pt x="1042511" y="1339310"/>
                    <a:pt x="994886" y="1291685"/>
                    <a:pt x="994886" y="1233582"/>
                  </a:cubicBezTo>
                  <a:cubicBezTo>
                    <a:pt x="994886" y="1233582"/>
                    <a:pt x="994886" y="1232630"/>
                    <a:pt x="994886" y="1232630"/>
                  </a:cubicBezTo>
                  <a:lnTo>
                    <a:pt x="994886" y="1112615"/>
                  </a:lnTo>
                  <a:cubicBezTo>
                    <a:pt x="994886" y="1082135"/>
                    <a:pt x="970121" y="1057370"/>
                    <a:pt x="939641" y="1057370"/>
                  </a:cubicBezTo>
                  <a:cubicBezTo>
                    <a:pt x="938689" y="1057370"/>
                    <a:pt x="938689" y="1057370"/>
                    <a:pt x="937736" y="1057370"/>
                  </a:cubicBezTo>
                  <a:lnTo>
                    <a:pt x="116681" y="1057370"/>
                  </a:lnTo>
                  <a:lnTo>
                    <a:pt x="116681" y="440150"/>
                  </a:lnTo>
                  <a:lnTo>
                    <a:pt x="937736" y="440150"/>
                  </a:lnTo>
                  <a:cubicBezTo>
                    <a:pt x="968216" y="440150"/>
                    <a:pt x="992981" y="415385"/>
                    <a:pt x="992981" y="384905"/>
                  </a:cubicBezTo>
                  <a:lnTo>
                    <a:pt x="992981" y="227742"/>
                  </a:lnTo>
                  <a:cubicBezTo>
                    <a:pt x="992981" y="227742"/>
                    <a:pt x="992981" y="224885"/>
                    <a:pt x="992981" y="223932"/>
                  </a:cubicBezTo>
                  <a:cubicBezTo>
                    <a:pt x="992981" y="204882"/>
                    <a:pt x="997744" y="186785"/>
                    <a:pt x="1007269" y="170592"/>
                  </a:cubicBezTo>
                  <a:cubicBezTo>
                    <a:pt x="1036796" y="120110"/>
                    <a:pt x="1101566" y="102965"/>
                    <a:pt x="1152049" y="132492"/>
                  </a:cubicBezTo>
                  <a:lnTo>
                    <a:pt x="1584484" y="381095"/>
                  </a:lnTo>
                  <a:lnTo>
                    <a:pt x="1589246" y="383952"/>
                  </a:lnTo>
                  <a:lnTo>
                    <a:pt x="2022634" y="634460"/>
                  </a:lnTo>
                  <a:lnTo>
                    <a:pt x="2025491" y="634460"/>
                  </a:lnTo>
                  <a:cubicBezTo>
                    <a:pt x="2034064" y="639222"/>
                    <a:pt x="2041684" y="644937"/>
                    <a:pt x="2048351" y="651605"/>
                  </a:cubicBezTo>
                  <a:cubicBezTo>
                    <a:pt x="2076926" y="678275"/>
                    <a:pt x="2087404" y="717327"/>
                    <a:pt x="2076926" y="7544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7CF4C101-C89F-423B-82C5-F17EA6842B0C}"/>
                </a:ext>
              </a:extLst>
            </p:cNvPr>
            <p:cNvSpPr/>
            <p:nvPr/>
          </p:nvSpPr>
          <p:spPr>
            <a:xfrm>
              <a:off x="4303149" y="2236375"/>
              <a:ext cx="2190750" cy="1447800"/>
            </a:xfrm>
            <a:custGeom>
              <a:avLst/>
              <a:gdLst>
                <a:gd name="connsiteX0" fmla="*/ 2160516 w 2190750"/>
                <a:gd name="connsiteY0" fmla="*/ 364902 h 1447800"/>
                <a:gd name="connsiteX1" fmla="*/ 2156706 w 2190750"/>
                <a:gd name="connsiteY1" fmla="*/ 361092 h 1447800"/>
                <a:gd name="connsiteX2" fmla="*/ 2080506 w 2190750"/>
                <a:gd name="connsiteY2" fmla="*/ 328707 h 1447800"/>
                <a:gd name="connsiteX3" fmla="*/ 1312791 w 2190750"/>
                <a:gd name="connsiteY3" fmla="*/ 328707 h 1447800"/>
                <a:gd name="connsiteX4" fmla="*/ 1312791 w 2190750"/>
                <a:gd name="connsiteY4" fmla="*/ 222980 h 1447800"/>
                <a:gd name="connsiteX5" fmla="*/ 1312791 w 2190750"/>
                <a:gd name="connsiteY5" fmla="*/ 213455 h 1447800"/>
                <a:gd name="connsiteX6" fmla="*/ 1306123 w 2190750"/>
                <a:gd name="connsiteY6" fmla="*/ 166782 h 1447800"/>
                <a:gd name="connsiteX7" fmla="*/ 1286121 w 2190750"/>
                <a:gd name="connsiteY7" fmla="*/ 118205 h 1447800"/>
                <a:gd name="connsiteX8" fmla="*/ 1281358 w 2190750"/>
                <a:gd name="connsiteY8" fmla="*/ 110585 h 1447800"/>
                <a:gd name="connsiteX9" fmla="*/ 991798 w 2190750"/>
                <a:gd name="connsiteY9" fmla="*/ 34385 h 1447800"/>
                <a:gd name="connsiteX10" fmla="*/ 985131 w 2190750"/>
                <a:gd name="connsiteY10" fmla="*/ 38195 h 1447800"/>
                <a:gd name="connsiteX11" fmla="*/ 549838 w 2190750"/>
                <a:gd name="connsiteY11" fmla="*/ 287750 h 1447800"/>
                <a:gd name="connsiteX12" fmla="*/ 545076 w 2190750"/>
                <a:gd name="connsiteY12" fmla="*/ 290607 h 1447800"/>
                <a:gd name="connsiteX13" fmla="*/ 119308 w 2190750"/>
                <a:gd name="connsiteY13" fmla="*/ 537305 h 1447800"/>
                <a:gd name="connsiteX14" fmla="*/ 116451 w 2190750"/>
                <a:gd name="connsiteY14" fmla="*/ 537305 h 1447800"/>
                <a:gd name="connsiteX15" fmla="*/ 35488 w 2190750"/>
                <a:gd name="connsiteY15" fmla="*/ 831627 h 1447800"/>
                <a:gd name="connsiteX16" fmla="*/ 116451 w 2190750"/>
                <a:gd name="connsiteY16" fmla="*/ 912590 h 1447800"/>
                <a:gd name="connsiteX17" fmla="*/ 115498 w 2190750"/>
                <a:gd name="connsiteY17" fmla="*/ 914495 h 1447800"/>
                <a:gd name="connsiteX18" fmla="*/ 540313 w 2190750"/>
                <a:gd name="connsiteY18" fmla="*/ 1160240 h 1447800"/>
                <a:gd name="connsiteX19" fmla="*/ 544123 w 2190750"/>
                <a:gd name="connsiteY19" fmla="*/ 1163097 h 1447800"/>
                <a:gd name="connsiteX20" fmla="*/ 549838 w 2190750"/>
                <a:gd name="connsiteY20" fmla="*/ 1166907 h 1447800"/>
                <a:gd name="connsiteX21" fmla="*/ 974653 w 2190750"/>
                <a:gd name="connsiteY21" fmla="*/ 1412652 h 1447800"/>
                <a:gd name="connsiteX22" fmla="*/ 1248021 w 2190750"/>
                <a:gd name="connsiteY22" fmla="*/ 1385982 h 1447800"/>
                <a:gd name="connsiteX23" fmla="*/ 1311838 w 2190750"/>
                <a:gd name="connsiteY23" fmla="*/ 1233582 h 1447800"/>
                <a:gd name="connsiteX24" fmla="*/ 1311838 w 2190750"/>
                <a:gd name="connsiteY24" fmla="*/ 1167860 h 1447800"/>
                <a:gd name="connsiteX25" fmla="*/ 2081458 w 2190750"/>
                <a:gd name="connsiteY25" fmla="*/ 1167860 h 1447800"/>
                <a:gd name="connsiteX26" fmla="*/ 2157658 w 2190750"/>
                <a:gd name="connsiteY26" fmla="*/ 1135475 h 1447800"/>
                <a:gd name="connsiteX27" fmla="*/ 2190043 w 2190750"/>
                <a:gd name="connsiteY27" fmla="*/ 1059275 h 1447800"/>
                <a:gd name="connsiteX28" fmla="*/ 2190043 w 2190750"/>
                <a:gd name="connsiteY28" fmla="*/ 437292 h 1447800"/>
                <a:gd name="connsiteX29" fmla="*/ 2160516 w 2190750"/>
                <a:gd name="connsiteY29" fmla="*/ 364902 h 1447800"/>
                <a:gd name="connsiteX30" fmla="*/ 2078601 w 2190750"/>
                <a:gd name="connsiteY30" fmla="*/ 1056417 h 1447800"/>
                <a:gd name="connsiteX31" fmla="*/ 1257546 w 2190750"/>
                <a:gd name="connsiteY31" fmla="*/ 1056417 h 1447800"/>
                <a:gd name="connsiteX32" fmla="*/ 1202301 w 2190750"/>
                <a:gd name="connsiteY32" fmla="*/ 1111662 h 1447800"/>
                <a:gd name="connsiteX33" fmla="*/ 1202301 w 2190750"/>
                <a:gd name="connsiteY33" fmla="*/ 1230725 h 1447800"/>
                <a:gd name="connsiteX34" fmla="*/ 1097526 w 2190750"/>
                <a:gd name="connsiteY34" fmla="*/ 1337405 h 1447800"/>
                <a:gd name="connsiteX35" fmla="*/ 1095621 w 2190750"/>
                <a:gd name="connsiteY35" fmla="*/ 1337405 h 1447800"/>
                <a:gd name="connsiteX36" fmla="*/ 1035613 w 2190750"/>
                <a:gd name="connsiteY36" fmla="*/ 1319307 h 1447800"/>
                <a:gd name="connsiteX37" fmla="*/ 1028946 w 2190750"/>
                <a:gd name="connsiteY37" fmla="*/ 1317402 h 1447800"/>
                <a:gd name="connsiteX38" fmla="*/ 605083 w 2190750"/>
                <a:gd name="connsiteY38" fmla="*/ 1071657 h 1447800"/>
                <a:gd name="connsiteX39" fmla="*/ 603178 w 2190750"/>
                <a:gd name="connsiteY39" fmla="*/ 1071657 h 1447800"/>
                <a:gd name="connsiteX40" fmla="*/ 599368 w 2190750"/>
                <a:gd name="connsiteY40" fmla="*/ 1068800 h 1447800"/>
                <a:gd name="connsiteX41" fmla="*/ 593653 w 2190750"/>
                <a:gd name="connsiteY41" fmla="*/ 1065942 h 1447800"/>
                <a:gd name="connsiteX42" fmla="*/ 168838 w 2190750"/>
                <a:gd name="connsiteY42" fmla="*/ 819245 h 1447800"/>
                <a:gd name="connsiteX43" fmla="*/ 130738 w 2190750"/>
                <a:gd name="connsiteY43" fmla="*/ 674465 h 1447800"/>
                <a:gd name="connsiteX44" fmla="*/ 130738 w 2190750"/>
                <a:gd name="connsiteY44" fmla="*/ 674465 h 1447800"/>
                <a:gd name="connsiteX45" fmla="*/ 147883 w 2190750"/>
                <a:gd name="connsiteY45" fmla="*/ 651605 h 1447800"/>
                <a:gd name="connsiteX46" fmla="*/ 170743 w 2190750"/>
                <a:gd name="connsiteY46" fmla="*/ 634460 h 1447800"/>
                <a:gd name="connsiteX47" fmla="*/ 174553 w 2190750"/>
                <a:gd name="connsiteY47" fmla="*/ 631602 h 1447800"/>
                <a:gd name="connsiteX48" fmla="*/ 606036 w 2190750"/>
                <a:gd name="connsiteY48" fmla="*/ 382047 h 1447800"/>
                <a:gd name="connsiteX49" fmla="*/ 609846 w 2190750"/>
                <a:gd name="connsiteY49" fmla="*/ 379190 h 1447800"/>
                <a:gd name="connsiteX50" fmla="*/ 1043233 w 2190750"/>
                <a:gd name="connsiteY50" fmla="*/ 130587 h 1447800"/>
                <a:gd name="connsiteX51" fmla="*/ 1188013 w 2190750"/>
                <a:gd name="connsiteY51" fmla="*/ 168687 h 1447800"/>
                <a:gd name="connsiteX52" fmla="*/ 1202301 w 2190750"/>
                <a:gd name="connsiteY52" fmla="*/ 222027 h 1447800"/>
                <a:gd name="connsiteX53" fmla="*/ 1202301 w 2190750"/>
                <a:gd name="connsiteY53" fmla="*/ 225837 h 1447800"/>
                <a:gd name="connsiteX54" fmla="*/ 1202301 w 2190750"/>
                <a:gd name="connsiteY54" fmla="*/ 383000 h 1447800"/>
                <a:gd name="connsiteX55" fmla="*/ 1256593 w 2190750"/>
                <a:gd name="connsiteY55" fmla="*/ 439197 h 1447800"/>
                <a:gd name="connsiteX56" fmla="*/ 1257546 w 2190750"/>
                <a:gd name="connsiteY56" fmla="*/ 439197 h 1447800"/>
                <a:gd name="connsiteX57" fmla="*/ 2078601 w 2190750"/>
                <a:gd name="connsiteY57" fmla="*/ 439197 h 1447800"/>
                <a:gd name="connsiteX58" fmla="*/ 2078601 w 2190750"/>
                <a:gd name="connsiteY58" fmla="*/ 1056417 h 1447800"/>
                <a:gd name="connsiteX59" fmla="*/ 2078601 w 2190750"/>
                <a:gd name="connsiteY59" fmla="*/ 1056417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190750" h="1447800">
                  <a:moveTo>
                    <a:pt x="2160516" y="364902"/>
                  </a:moveTo>
                  <a:lnTo>
                    <a:pt x="2156706" y="361092"/>
                  </a:lnTo>
                  <a:cubicBezTo>
                    <a:pt x="2136703" y="341090"/>
                    <a:pt x="2109081" y="329660"/>
                    <a:pt x="2080506" y="328707"/>
                  </a:cubicBezTo>
                  <a:lnTo>
                    <a:pt x="1312791" y="328707"/>
                  </a:lnTo>
                  <a:lnTo>
                    <a:pt x="1312791" y="222980"/>
                  </a:lnTo>
                  <a:cubicBezTo>
                    <a:pt x="1312791" y="220122"/>
                    <a:pt x="1312791" y="217265"/>
                    <a:pt x="1312791" y="213455"/>
                  </a:cubicBezTo>
                  <a:cubicBezTo>
                    <a:pt x="1311838" y="197262"/>
                    <a:pt x="1309933" y="182022"/>
                    <a:pt x="1306123" y="166782"/>
                  </a:cubicBezTo>
                  <a:cubicBezTo>
                    <a:pt x="1301361" y="149637"/>
                    <a:pt x="1294693" y="133445"/>
                    <a:pt x="1286121" y="118205"/>
                  </a:cubicBezTo>
                  <a:cubicBezTo>
                    <a:pt x="1285168" y="115347"/>
                    <a:pt x="1283263" y="113442"/>
                    <a:pt x="1281358" y="110585"/>
                  </a:cubicBezTo>
                  <a:cubicBezTo>
                    <a:pt x="1221351" y="11525"/>
                    <a:pt x="1092763" y="-21813"/>
                    <a:pt x="991798" y="34385"/>
                  </a:cubicBezTo>
                  <a:lnTo>
                    <a:pt x="985131" y="38195"/>
                  </a:lnTo>
                  <a:lnTo>
                    <a:pt x="549838" y="287750"/>
                  </a:lnTo>
                  <a:lnTo>
                    <a:pt x="545076" y="290607"/>
                  </a:lnTo>
                  <a:lnTo>
                    <a:pt x="119308" y="537305"/>
                  </a:lnTo>
                  <a:lnTo>
                    <a:pt x="116451" y="537305"/>
                  </a:lnTo>
                  <a:cubicBezTo>
                    <a:pt x="12628" y="596360"/>
                    <a:pt x="-23567" y="728757"/>
                    <a:pt x="35488" y="831627"/>
                  </a:cubicBezTo>
                  <a:cubicBezTo>
                    <a:pt x="54538" y="864965"/>
                    <a:pt x="82161" y="892587"/>
                    <a:pt x="116451" y="912590"/>
                  </a:cubicBezTo>
                  <a:lnTo>
                    <a:pt x="115498" y="914495"/>
                  </a:lnTo>
                  <a:lnTo>
                    <a:pt x="540313" y="1160240"/>
                  </a:lnTo>
                  <a:lnTo>
                    <a:pt x="544123" y="1163097"/>
                  </a:lnTo>
                  <a:lnTo>
                    <a:pt x="549838" y="1166907"/>
                  </a:lnTo>
                  <a:lnTo>
                    <a:pt x="974653" y="1412652"/>
                  </a:lnTo>
                  <a:cubicBezTo>
                    <a:pt x="1060378" y="1469802"/>
                    <a:pt x="1175631" y="1458372"/>
                    <a:pt x="1248021" y="1385982"/>
                  </a:cubicBezTo>
                  <a:cubicBezTo>
                    <a:pt x="1288978" y="1345977"/>
                    <a:pt x="1311838" y="1290732"/>
                    <a:pt x="1311838" y="1233582"/>
                  </a:cubicBezTo>
                  <a:lnTo>
                    <a:pt x="1311838" y="1167860"/>
                  </a:lnTo>
                  <a:lnTo>
                    <a:pt x="2081458" y="1167860"/>
                  </a:lnTo>
                  <a:cubicBezTo>
                    <a:pt x="2110033" y="1167860"/>
                    <a:pt x="2137656" y="1156430"/>
                    <a:pt x="2157658" y="1135475"/>
                  </a:cubicBezTo>
                  <a:cubicBezTo>
                    <a:pt x="2177661" y="1115472"/>
                    <a:pt x="2189091" y="1087850"/>
                    <a:pt x="2190043" y="1059275"/>
                  </a:cubicBezTo>
                  <a:lnTo>
                    <a:pt x="2190043" y="437292"/>
                  </a:lnTo>
                  <a:cubicBezTo>
                    <a:pt x="2189091" y="410622"/>
                    <a:pt x="2178613" y="384905"/>
                    <a:pt x="2160516" y="364902"/>
                  </a:cubicBezTo>
                  <a:close/>
                  <a:moveTo>
                    <a:pt x="2078601" y="1056417"/>
                  </a:moveTo>
                  <a:lnTo>
                    <a:pt x="1257546" y="1056417"/>
                  </a:lnTo>
                  <a:cubicBezTo>
                    <a:pt x="1227066" y="1056417"/>
                    <a:pt x="1202301" y="1081182"/>
                    <a:pt x="1202301" y="1111662"/>
                  </a:cubicBezTo>
                  <a:lnTo>
                    <a:pt x="1202301" y="1230725"/>
                  </a:lnTo>
                  <a:cubicBezTo>
                    <a:pt x="1202301" y="1288827"/>
                    <a:pt x="1155628" y="1337405"/>
                    <a:pt x="1097526" y="1337405"/>
                  </a:cubicBezTo>
                  <a:cubicBezTo>
                    <a:pt x="1096573" y="1337405"/>
                    <a:pt x="1096573" y="1337405"/>
                    <a:pt x="1095621" y="1337405"/>
                  </a:cubicBezTo>
                  <a:cubicBezTo>
                    <a:pt x="1074666" y="1337405"/>
                    <a:pt x="1053711" y="1331690"/>
                    <a:pt x="1035613" y="1319307"/>
                  </a:cubicBezTo>
                  <a:lnTo>
                    <a:pt x="1028946" y="1317402"/>
                  </a:lnTo>
                  <a:lnTo>
                    <a:pt x="605083" y="1071657"/>
                  </a:lnTo>
                  <a:lnTo>
                    <a:pt x="603178" y="1071657"/>
                  </a:lnTo>
                  <a:lnTo>
                    <a:pt x="599368" y="1068800"/>
                  </a:lnTo>
                  <a:lnTo>
                    <a:pt x="593653" y="1065942"/>
                  </a:lnTo>
                  <a:lnTo>
                    <a:pt x="168838" y="819245"/>
                  </a:lnTo>
                  <a:cubicBezTo>
                    <a:pt x="118356" y="789717"/>
                    <a:pt x="101211" y="724947"/>
                    <a:pt x="130738" y="674465"/>
                  </a:cubicBezTo>
                  <a:lnTo>
                    <a:pt x="130738" y="674465"/>
                  </a:lnTo>
                  <a:cubicBezTo>
                    <a:pt x="135501" y="665892"/>
                    <a:pt x="141216" y="658272"/>
                    <a:pt x="147883" y="651605"/>
                  </a:cubicBezTo>
                  <a:cubicBezTo>
                    <a:pt x="154551" y="644937"/>
                    <a:pt x="162171" y="639222"/>
                    <a:pt x="170743" y="634460"/>
                  </a:cubicBezTo>
                  <a:lnTo>
                    <a:pt x="174553" y="631602"/>
                  </a:lnTo>
                  <a:lnTo>
                    <a:pt x="606036" y="382047"/>
                  </a:lnTo>
                  <a:lnTo>
                    <a:pt x="609846" y="379190"/>
                  </a:lnTo>
                  <a:lnTo>
                    <a:pt x="1043233" y="130587"/>
                  </a:lnTo>
                  <a:cubicBezTo>
                    <a:pt x="1093716" y="101060"/>
                    <a:pt x="1158486" y="118205"/>
                    <a:pt x="1188013" y="168687"/>
                  </a:cubicBezTo>
                  <a:cubicBezTo>
                    <a:pt x="1197538" y="184880"/>
                    <a:pt x="1202301" y="202977"/>
                    <a:pt x="1202301" y="222027"/>
                  </a:cubicBezTo>
                  <a:cubicBezTo>
                    <a:pt x="1202301" y="222027"/>
                    <a:pt x="1202301" y="224885"/>
                    <a:pt x="1202301" y="225837"/>
                  </a:cubicBezTo>
                  <a:lnTo>
                    <a:pt x="1202301" y="383000"/>
                  </a:lnTo>
                  <a:cubicBezTo>
                    <a:pt x="1202301" y="413480"/>
                    <a:pt x="1226113" y="438245"/>
                    <a:pt x="1256593" y="439197"/>
                  </a:cubicBezTo>
                  <a:cubicBezTo>
                    <a:pt x="1256593" y="439197"/>
                    <a:pt x="1257546" y="439197"/>
                    <a:pt x="1257546" y="439197"/>
                  </a:cubicBezTo>
                  <a:lnTo>
                    <a:pt x="2078601" y="439197"/>
                  </a:lnTo>
                  <a:lnTo>
                    <a:pt x="2078601" y="1056417"/>
                  </a:lnTo>
                  <a:lnTo>
                    <a:pt x="2078601" y="105641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63" name="Graphic 461">
            <a:extLst>
              <a:ext uri="{FF2B5EF4-FFF2-40B4-BE49-F238E27FC236}">
                <a16:creationId xmlns:a16="http://schemas.microsoft.com/office/drawing/2014/main" id="{A292A172-E696-401A-B29F-2EAB67CAE900}"/>
              </a:ext>
            </a:extLst>
          </p:cNvPr>
          <p:cNvGrpSpPr>
            <a:grpSpLocks noChangeAspect="1"/>
          </p:cNvGrpSpPr>
          <p:nvPr/>
        </p:nvGrpSpPr>
        <p:grpSpPr>
          <a:xfrm>
            <a:off x="9768894" y="3100778"/>
            <a:ext cx="596924" cy="502920"/>
            <a:chOff x="4281487" y="1900237"/>
            <a:chExt cx="3629025" cy="30575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2EFDD0B0-8666-450B-BF5D-4357E6533D10}"/>
                </a:ext>
              </a:extLst>
            </p:cNvPr>
            <p:cNvSpPr/>
            <p:nvPr/>
          </p:nvSpPr>
          <p:spPr>
            <a:xfrm>
              <a:off x="6075521" y="2662713"/>
              <a:ext cx="152400" cy="152400"/>
            </a:xfrm>
            <a:custGeom>
              <a:avLst/>
              <a:gdLst>
                <a:gd name="connsiteX0" fmla="*/ 150019 w 152400"/>
                <a:gd name="connsiteY0" fmla="*/ 78581 h 152400"/>
                <a:gd name="connsiteX1" fmla="*/ 78581 w 152400"/>
                <a:gd name="connsiteY1" fmla="*/ 150019 h 152400"/>
                <a:gd name="connsiteX2" fmla="*/ 7144 w 152400"/>
                <a:gd name="connsiteY2" fmla="*/ 78581 h 152400"/>
                <a:gd name="connsiteX3" fmla="*/ 78581 w 152400"/>
                <a:gd name="connsiteY3" fmla="*/ 7144 h 152400"/>
                <a:gd name="connsiteX4" fmla="*/ 150019 w 152400"/>
                <a:gd name="connsiteY4" fmla="*/ 785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0019" y="78581"/>
                  </a:moveTo>
                  <a:cubicBezTo>
                    <a:pt x="150019" y="118035"/>
                    <a:pt x="118035" y="150019"/>
                    <a:pt x="78581" y="150019"/>
                  </a:cubicBezTo>
                  <a:cubicBezTo>
                    <a:pt x="39127" y="150019"/>
                    <a:pt x="7144" y="118035"/>
                    <a:pt x="7144" y="78581"/>
                  </a:cubicBezTo>
                  <a:cubicBezTo>
                    <a:pt x="7144" y="39127"/>
                    <a:pt x="39127" y="7144"/>
                    <a:pt x="78581" y="7144"/>
                  </a:cubicBezTo>
                  <a:cubicBezTo>
                    <a:pt x="118035" y="7144"/>
                    <a:pt x="150019" y="39127"/>
                    <a:pt x="150019" y="785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1AF33AEF-CDC7-4D27-876C-8EC271069986}"/>
                </a:ext>
              </a:extLst>
            </p:cNvPr>
            <p:cNvSpPr/>
            <p:nvPr/>
          </p:nvSpPr>
          <p:spPr>
            <a:xfrm>
              <a:off x="6538436" y="2662713"/>
              <a:ext cx="152400" cy="152400"/>
            </a:xfrm>
            <a:custGeom>
              <a:avLst/>
              <a:gdLst>
                <a:gd name="connsiteX0" fmla="*/ 150019 w 152400"/>
                <a:gd name="connsiteY0" fmla="*/ 78581 h 152400"/>
                <a:gd name="connsiteX1" fmla="*/ 78581 w 152400"/>
                <a:gd name="connsiteY1" fmla="*/ 150019 h 152400"/>
                <a:gd name="connsiteX2" fmla="*/ 7144 w 152400"/>
                <a:gd name="connsiteY2" fmla="*/ 78581 h 152400"/>
                <a:gd name="connsiteX3" fmla="*/ 78581 w 152400"/>
                <a:gd name="connsiteY3" fmla="*/ 7144 h 152400"/>
                <a:gd name="connsiteX4" fmla="*/ 150019 w 152400"/>
                <a:gd name="connsiteY4" fmla="*/ 785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0019" y="78581"/>
                  </a:moveTo>
                  <a:cubicBezTo>
                    <a:pt x="150019" y="118035"/>
                    <a:pt x="118035" y="150019"/>
                    <a:pt x="78581" y="150019"/>
                  </a:cubicBezTo>
                  <a:cubicBezTo>
                    <a:pt x="39127" y="150019"/>
                    <a:pt x="7144" y="118035"/>
                    <a:pt x="7144" y="78581"/>
                  </a:cubicBezTo>
                  <a:cubicBezTo>
                    <a:pt x="7144" y="39127"/>
                    <a:pt x="39127" y="7144"/>
                    <a:pt x="78581" y="7144"/>
                  </a:cubicBezTo>
                  <a:cubicBezTo>
                    <a:pt x="118035" y="7144"/>
                    <a:pt x="150019" y="39127"/>
                    <a:pt x="150019" y="785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F9D5D962-7DD2-4BB1-B160-FCCE888400D9}"/>
                </a:ext>
              </a:extLst>
            </p:cNvPr>
            <p:cNvSpPr/>
            <p:nvPr/>
          </p:nvSpPr>
          <p:spPr>
            <a:xfrm>
              <a:off x="7000398" y="2662713"/>
              <a:ext cx="152400" cy="152400"/>
            </a:xfrm>
            <a:custGeom>
              <a:avLst/>
              <a:gdLst>
                <a:gd name="connsiteX0" fmla="*/ 150019 w 152400"/>
                <a:gd name="connsiteY0" fmla="*/ 78581 h 152400"/>
                <a:gd name="connsiteX1" fmla="*/ 78581 w 152400"/>
                <a:gd name="connsiteY1" fmla="*/ 150019 h 152400"/>
                <a:gd name="connsiteX2" fmla="*/ 7144 w 152400"/>
                <a:gd name="connsiteY2" fmla="*/ 78581 h 152400"/>
                <a:gd name="connsiteX3" fmla="*/ 78581 w 152400"/>
                <a:gd name="connsiteY3" fmla="*/ 7144 h 152400"/>
                <a:gd name="connsiteX4" fmla="*/ 150019 w 152400"/>
                <a:gd name="connsiteY4" fmla="*/ 785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0019" y="78581"/>
                  </a:moveTo>
                  <a:cubicBezTo>
                    <a:pt x="150019" y="118035"/>
                    <a:pt x="118035" y="150019"/>
                    <a:pt x="78581" y="150019"/>
                  </a:cubicBezTo>
                  <a:cubicBezTo>
                    <a:pt x="39127" y="150019"/>
                    <a:pt x="7144" y="118035"/>
                    <a:pt x="7144" y="78581"/>
                  </a:cubicBezTo>
                  <a:cubicBezTo>
                    <a:pt x="7144" y="39127"/>
                    <a:pt x="39127" y="7144"/>
                    <a:pt x="78581" y="7144"/>
                  </a:cubicBezTo>
                  <a:cubicBezTo>
                    <a:pt x="118035" y="7144"/>
                    <a:pt x="150019" y="39127"/>
                    <a:pt x="150019" y="785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F784CECE-2C3E-4686-93FD-9F393FA2B083}"/>
                </a:ext>
              </a:extLst>
            </p:cNvPr>
            <p:cNvSpPr/>
            <p:nvPr/>
          </p:nvSpPr>
          <p:spPr>
            <a:xfrm>
              <a:off x="5890736" y="4665821"/>
              <a:ext cx="400050" cy="123825"/>
            </a:xfrm>
            <a:custGeom>
              <a:avLst/>
              <a:gdLst>
                <a:gd name="connsiteX0" fmla="*/ 345281 w 400050"/>
                <a:gd name="connsiteY0" fmla="*/ 7144 h 123825"/>
                <a:gd name="connsiteX1" fmla="*/ 62389 w 400050"/>
                <a:gd name="connsiteY1" fmla="*/ 7144 h 123825"/>
                <a:gd name="connsiteX2" fmla="*/ 7144 w 400050"/>
                <a:gd name="connsiteY2" fmla="*/ 62389 h 123825"/>
                <a:gd name="connsiteX3" fmla="*/ 62389 w 400050"/>
                <a:gd name="connsiteY3" fmla="*/ 117634 h 123825"/>
                <a:gd name="connsiteX4" fmla="*/ 345281 w 400050"/>
                <a:gd name="connsiteY4" fmla="*/ 117634 h 123825"/>
                <a:gd name="connsiteX5" fmla="*/ 400526 w 400050"/>
                <a:gd name="connsiteY5" fmla="*/ 62389 h 123825"/>
                <a:gd name="connsiteX6" fmla="*/ 345281 w 400050"/>
                <a:gd name="connsiteY6" fmla="*/ 7144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0050" h="123825">
                  <a:moveTo>
                    <a:pt x="345281" y="7144"/>
                  </a:moveTo>
                  <a:lnTo>
                    <a:pt x="62389" y="7144"/>
                  </a:lnTo>
                  <a:cubicBezTo>
                    <a:pt x="31909" y="7144"/>
                    <a:pt x="7144" y="31909"/>
                    <a:pt x="7144" y="62389"/>
                  </a:cubicBezTo>
                  <a:cubicBezTo>
                    <a:pt x="7144" y="92869"/>
                    <a:pt x="31909" y="117634"/>
                    <a:pt x="62389" y="117634"/>
                  </a:cubicBezTo>
                  <a:lnTo>
                    <a:pt x="345281" y="117634"/>
                  </a:lnTo>
                  <a:cubicBezTo>
                    <a:pt x="375761" y="117634"/>
                    <a:pt x="400526" y="92869"/>
                    <a:pt x="400526" y="62389"/>
                  </a:cubicBezTo>
                  <a:cubicBezTo>
                    <a:pt x="400526" y="31909"/>
                    <a:pt x="375761" y="7144"/>
                    <a:pt x="345281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DF0F1427-7D79-41AA-A2E7-FB0C11564E02}"/>
                </a:ext>
              </a:extLst>
            </p:cNvPr>
            <p:cNvSpPr/>
            <p:nvPr/>
          </p:nvSpPr>
          <p:spPr>
            <a:xfrm>
              <a:off x="4273391" y="1892973"/>
              <a:ext cx="3638550" cy="3067050"/>
            </a:xfrm>
            <a:custGeom>
              <a:avLst/>
              <a:gdLst>
                <a:gd name="connsiteX0" fmla="*/ 3615214 w 3638550"/>
                <a:gd name="connsiteY0" fmla="*/ 2620924 h 3067050"/>
                <a:gd name="connsiteX1" fmla="*/ 3615214 w 3638550"/>
                <a:gd name="connsiteY1" fmla="*/ 2619019 h 3067050"/>
                <a:gd name="connsiteX2" fmla="*/ 3570446 w 3638550"/>
                <a:gd name="connsiteY2" fmla="*/ 2599969 h 3067050"/>
                <a:gd name="connsiteX3" fmla="*/ 3497104 w 3638550"/>
                <a:gd name="connsiteY3" fmla="*/ 2599969 h 3067050"/>
                <a:gd name="connsiteX4" fmla="*/ 3497104 w 3638550"/>
                <a:gd name="connsiteY4" fmla="*/ 958812 h 3067050"/>
                <a:gd name="connsiteX5" fmla="*/ 3459004 w 3638550"/>
                <a:gd name="connsiteY5" fmla="*/ 819747 h 3067050"/>
                <a:gd name="connsiteX6" fmla="*/ 3382804 w 3638550"/>
                <a:gd name="connsiteY6" fmla="*/ 731164 h 3067050"/>
                <a:gd name="connsiteX7" fmla="*/ 3081814 w 3638550"/>
                <a:gd name="connsiteY7" fmla="*/ 253009 h 3067050"/>
                <a:gd name="connsiteX8" fmla="*/ 2341721 w 3638550"/>
                <a:gd name="connsiteY8" fmla="*/ 7264 h 3067050"/>
                <a:gd name="connsiteX9" fmla="*/ 1601629 w 3638550"/>
                <a:gd name="connsiteY9" fmla="*/ 253009 h 3067050"/>
                <a:gd name="connsiteX10" fmla="*/ 1313021 w 3638550"/>
                <a:gd name="connsiteY10" fmla="*/ 675919 h 3067050"/>
                <a:gd name="connsiteX11" fmla="*/ 427196 w 3638550"/>
                <a:gd name="connsiteY11" fmla="*/ 675919 h 3067050"/>
                <a:gd name="connsiteX12" fmla="*/ 145256 w 3638550"/>
                <a:gd name="connsiteY12" fmla="*/ 957859 h 3067050"/>
                <a:gd name="connsiteX13" fmla="*/ 145256 w 3638550"/>
                <a:gd name="connsiteY13" fmla="*/ 2600922 h 3067050"/>
                <a:gd name="connsiteX14" fmla="*/ 70961 w 3638550"/>
                <a:gd name="connsiteY14" fmla="*/ 2600922 h 3067050"/>
                <a:gd name="connsiteX15" fmla="*/ 26194 w 3638550"/>
                <a:gd name="connsiteY15" fmla="*/ 2619972 h 3067050"/>
                <a:gd name="connsiteX16" fmla="*/ 7144 w 3638550"/>
                <a:gd name="connsiteY16" fmla="*/ 2664739 h 3067050"/>
                <a:gd name="connsiteX17" fmla="*/ 407194 w 3638550"/>
                <a:gd name="connsiteY17" fmla="*/ 3064789 h 3067050"/>
                <a:gd name="connsiteX18" fmla="*/ 3233261 w 3638550"/>
                <a:gd name="connsiteY18" fmla="*/ 3064789 h 3067050"/>
                <a:gd name="connsiteX19" fmla="*/ 3633311 w 3638550"/>
                <a:gd name="connsiteY19" fmla="*/ 2664739 h 3067050"/>
                <a:gd name="connsiteX20" fmla="*/ 3615214 w 3638550"/>
                <a:gd name="connsiteY20" fmla="*/ 2620924 h 3067050"/>
                <a:gd name="connsiteX21" fmla="*/ 3387566 w 3638550"/>
                <a:gd name="connsiteY21" fmla="*/ 957859 h 3067050"/>
                <a:gd name="connsiteX22" fmla="*/ 3387566 w 3638550"/>
                <a:gd name="connsiteY22" fmla="*/ 2601874 h 3067050"/>
                <a:gd name="connsiteX23" fmla="*/ 3264694 w 3638550"/>
                <a:gd name="connsiteY23" fmla="*/ 2601874 h 3067050"/>
                <a:gd name="connsiteX24" fmla="*/ 3264694 w 3638550"/>
                <a:gd name="connsiteY24" fmla="*/ 1271232 h 3067050"/>
                <a:gd name="connsiteX25" fmla="*/ 3337084 w 3638550"/>
                <a:gd name="connsiteY25" fmla="*/ 1137882 h 3067050"/>
                <a:gd name="connsiteX26" fmla="*/ 3387566 w 3638550"/>
                <a:gd name="connsiteY26" fmla="*/ 957859 h 3067050"/>
                <a:gd name="connsiteX27" fmla="*/ 1407319 w 3638550"/>
                <a:gd name="connsiteY27" fmla="*/ 745452 h 3067050"/>
                <a:gd name="connsiteX28" fmla="*/ 1408271 w 3638550"/>
                <a:gd name="connsiteY28" fmla="*/ 745452 h 3067050"/>
                <a:gd name="connsiteX29" fmla="*/ 1408271 w 3638550"/>
                <a:gd name="connsiteY29" fmla="*/ 740689 h 3067050"/>
                <a:gd name="connsiteX30" fmla="*/ 1668304 w 3638550"/>
                <a:gd name="connsiteY30" fmla="*/ 339687 h 3067050"/>
                <a:gd name="connsiteX31" fmla="*/ 2339816 w 3638550"/>
                <a:gd name="connsiteY31" fmla="*/ 117754 h 3067050"/>
                <a:gd name="connsiteX32" fmla="*/ 3011329 w 3638550"/>
                <a:gd name="connsiteY32" fmla="*/ 339687 h 3067050"/>
                <a:gd name="connsiteX33" fmla="*/ 3277076 w 3638550"/>
                <a:gd name="connsiteY33" fmla="*/ 773074 h 3067050"/>
                <a:gd name="connsiteX34" fmla="*/ 3277076 w 3638550"/>
                <a:gd name="connsiteY34" fmla="*/ 785457 h 3067050"/>
                <a:gd name="connsiteX35" fmla="*/ 3277076 w 3638550"/>
                <a:gd name="connsiteY35" fmla="*/ 787362 h 3067050"/>
                <a:gd name="connsiteX36" fmla="*/ 3281839 w 3638550"/>
                <a:gd name="connsiteY36" fmla="*/ 852132 h 3067050"/>
                <a:gd name="connsiteX37" fmla="*/ 3281839 w 3638550"/>
                <a:gd name="connsiteY37" fmla="*/ 861657 h 3067050"/>
                <a:gd name="connsiteX38" fmla="*/ 3163729 w 3638550"/>
                <a:gd name="connsiteY38" fmla="*/ 1221702 h 3067050"/>
                <a:gd name="connsiteX39" fmla="*/ 2449354 w 3638550"/>
                <a:gd name="connsiteY39" fmla="*/ 1598892 h 3067050"/>
                <a:gd name="connsiteX40" fmla="*/ 2157889 w 3638550"/>
                <a:gd name="connsiteY40" fmla="*/ 1590319 h 3067050"/>
                <a:gd name="connsiteX41" fmla="*/ 1985486 w 3638550"/>
                <a:gd name="connsiteY41" fmla="*/ 1550314 h 3067050"/>
                <a:gd name="connsiteX42" fmla="*/ 1960721 w 3638550"/>
                <a:gd name="connsiteY42" fmla="*/ 1547457 h 3067050"/>
                <a:gd name="connsiteX43" fmla="*/ 1938814 w 3638550"/>
                <a:gd name="connsiteY43" fmla="*/ 1555077 h 3067050"/>
                <a:gd name="connsiteX44" fmla="*/ 1672114 w 3638550"/>
                <a:gd name="connsiteY44" fmla="*/ 1709382 h 3067050"/>
                <a:gd name="connsiteX45" fmla="*/ 1710214 w 3638550"/>
                <a:gd name="connsiteY45" fmla="*/ 1453159 h 3067050"/>
                <a:gd name="connsiteX46" fmla="*/ 1707356 w 3638550"/>
                <a:gd name="connsiteY46" fmla="*/ 1424584 h 3067050"/>
                <a:gd name="connsiteX47" fmla="*/ 1694021 w 3638550"/>
                <a:gd name="connsiteY47" fmla="*/ 1404582 h 3067050"/>
                <a:gd name="connsiteX48" fmla="*/ 1528286 w 3638550"/>
                <a:gd name="connsiteY48" fmla="*/ 1242657 h 3067050"/>
                <a:gd name="connsiteX49" fmla="*/ 1493044 w 3638550"/>
                <a:gd name="connsiteY49" fmla="*/ 1192174 h 3067050"/>
                <a:gd name="connsiteX50" fmla="*/ 1414939 w 3638550"/>
                <a:gd name="connsiteY50" fmla="*/ 1013104 h 3067050"/>
                <a:gd name="connsiteX51" fmla="*/ 1414939 w 3638550"/>
                <a:gd name="connsiteY51" fmla="*/ 1007389 h 3067050"/>
                <a:gd name="connsiteX52" fmla="*/ 1401604 w 3638550"/>
                <a:gd name="connsiteY52" fmla="*/ 947382 h 3067050"/>
                <a:gd name="connsiteX53" fmla="*/ 1401604 w 3638550"/>
                <a:gd name="connsiteY53" fmla="*/ 942619 h 3067050"/>
                <a:gd name="connsiteX54" fmla="*/ 1407319 w 3638550"/>
                <a:gd name="connsiteY54" fmla="*/ 745452 h 3067050"/>
                <a:gd name="connsiteX55" fmla="*/ 1401604 w 3638550"/>
                <a:gd name="connsiteY55" fmla="*/ 1250277 h 3067050"/>
                <a:gd name="connsiteX56" fmla="*/ 1598771 w 3638550"/>
                <a:gd name="connsiteY56" fmla="*/ 1469352 h 3067050"/>
                <a:gd name="connsiteX57" fmla="*/ 1547336 w 3638550"/>
                <a:gd name="connsiteY57" fmla="*/ 1807489 h 3067050"/>
                <a:gd name="connsiteX58" fmla="*/ 1594009 w 3638550"/>
                <a:gd name="connsiteY58" fmla="*/ 1870354 h 3067050"/>
                <a:gd name="connsiteX59" fmla="*/ 1632109 w 3638550"/>
                <a:gd name="connsiteY59" fmla="*/ 1861782 h 3067050"/>
                <a:gd name="connsiteX60" fmla="*/ 1975009 w 3638550"/>
                <a:gd name="connsiteY60" fmla="*/ 1662709 h 3067050"/>
                <a:gd name="connsiteX61" fmla="*/ 2142649 w 3638550"/>
                <a:gd name="connsiteY61" fmla="*/ 1700809 h 3067050"/>
                <a:gd name="connsiteX62" fmla="*/ 2490311 w 3638550"/>
                <a:gd name="connsiteY62" fmla="*/ 1707477 h 3067050"/>
                <a:gd name="connsiteX63" fmla="*/ 3155156 w 3638550"/>
                <a:gd name="connsiteY63" fmla="*/ 1402677 h 3067050"/>
                <a:gd name="connsiteX64" fmla="*/ 3155156 w 3638550"/>
                <a:gd name="connsiteY64" fmla="*/ 2602827 h 3067050"/>
                <a:gd name="connsiteX65" fmla="*/ 487204 w 3638550"/>
                <a:gd name="connsiteY65" fmla="*/ 2602827 h 3067050"/>
                <a:gd name="connsiteX66" fmla="*/ 487204 w 3638550"/>
                <a:gd name="connsiteY66" fmla="*/ 1155027 h 3067050"/>
                <a:gd name="connsiteX67" fmla="*/ 632936 w 3638550"/>
                <a:gd name="connsiteY67" fmla="*/ 1009294 h 3067050"/>
                <a:gd name="connsiteX68" fmla="*/ 1302544 w 3638550"/>
                <a:gd name="connsiteY68" fmla="*/ 1009294 h 3067050"/>
                <a:gd name="connsiteX69" fmla="*/ 1401604 w 3638550"/>
                <a:gd name="connsiteY69" fmla="*/ 1250277 h 3067050"/>
                <a:gd name="connsiteX70" fmla="*/ 254794 w 3638550"/>
                <a:gd name="connsiteY70" fmla="*/ 958812 h 3067050"/>
                <a:gd name="connsiteX71" fmla="*/ 426244 w 3638550"/>
                <a:gd name="connsiteY71" fmla="*/ 787362 h 3067050"/>
                <a:gd name="connsiteX72" fmla="*/ 1291114 w 3638550"/>
                <a:gd name="connsiteY72" fmla="*/ 787362 h 3067050"/>
                <a:gd name="connsiteX73" fmla="*/ 1287304 w 3638550"/>
                <a:gd name="connsiteY73" fmla="*/ 846417 h 3067050"/>
                <a:gd name="connsiteX74" fmla="*/ 1287304 w 3638550"/>
                <a:gd name="connsiteY74" fmla="*/ 861657 h 3067050"/>
                <a:gd name="connsiteX75" fmla="*/ 1287304 w 3638550"/>
                <a:gd name="connsiteY75" fmla="*/ 899757 h 3067050"/>
                <a:gd name="connsiteX76" fmla="*/ 632936 w 3638550"/>
                <a:gd name="connsiteY76" fmla="*/ 899757 h 3067050"/>
                <a:gd name="connsiteX77" fmla="*/ 376714 w 3638550"/>
                <a:gd name="connsiteY77" fmla="*/ 1155027 h 3067050"/>
                <a:gd name="connsiteX78" fmla="*/ 376714 w 3638550"/>
                <a:gd name="connsiteY78" fmla="*/ 2602827 h 3067050"/>
                <a:gd name="connsiteX79" fmla="*/ 254794 w 3638550"/>
                <a:gd name="connsiteY79" fmla="*/ 2602827 h 3067050"/>
                <a:gd name="connsiteX80" fmla="*/ 254794 w 3638550"/>
                <a:gd name="connsiteY80" fmla="*/ 958812 h 3067050"/>
                <a:gd name="connsiteX81" fmla="*/ 3439001 w 3638550"/>
                <a:gd name="connsiteY81" fmla="*/ 2868574 h 3067050"/>
                <a:gd name="connsiteX82" fmla="*/ 3235166 w 3638550"/>
                <a:gd name="connsiteY82" fmla="*/ 2953347 h 3067050"/>
                <a:gd name="connsiteX83" fmla="*/ 408146 w 3638550"/>
                <a:gd name="connsiteY83" fmla="*/ 2953347 h 3067050"/>
                <a:gd name="connsiteX84" fmla="*/ 122396 w 3638550"/>
                <a:gd name="connsiteY84" fmla="*/ 2711412 h 3067050"/>
                <a:gd name="connsiteX85" fmla="*/ 3519964 w 3638550"/>
                <a:gd name="connsiteY85" fmla="*/ 2711412 h 3067050"/>
                <a:gd name="connsiteX86" fmla="*/ 3439001 w 3638550"/>
                <a:gd name="connsiteY86" fmla="*/ 2868574 h 306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638550" h="3067050">
                  <a:moveTo>
                    <a:pt x="3615214" y="2620924"/>
                  </a:moveTo>
                  <a:lnTo>
                    <a:pt x="3615214" y="2619019"/>
                  </a:lnTo>
                  <a:cubicBezTo>
                    <a:pt x="3603784" y="2607589"/>
                    <a:pt x="3587591" y="2599969"/>
                    <a:pt x="3570446" y="2599969"/>
                  </a:cubicBezTo>
                  <a:lnTo>
                    <a:pt x="3497104" y="2599969"/>
                  </a:lnTo>
                  <a:lnTo>
                    <a:pt x="3497104" y="958812"/>
                  </a:lnTo>
                  <a:cubicBezTo>
                    <a:pt x="3497104" y="910234"/>
                    <a:pt x="3483769" y="862609"/>
                    <a:pt x="3459004" y="819747"/>
                  </a:cubicBezTo>
                  <a:cubicBezTo>
                    <a:pt x="3439954" y="785457"/>
                    <a:pt x="3414236" y="754977"/>
                    <a:pt x="3382804" y="731164"/>
                  </a:cubicBezTo>
                  <a:cubicBezTo>
                    <a:pt x="3342799" y="540664"/>
                    <a:pt x="3236119" y="371119"/>
                    <a:pt x="3081814" y="253009"/>
                  </a:cubicBezTo>
                  <a:cubicBezTo>
                    <a:pt x="2869406" y="90132"/>
                    <a:pt x="2608421" y="3454"/>
                    <a:pt x="2341721" y="7264"/>
                  </a:cubicBezTo>
                  <a:cubicBezTo>
                    <a:pt x="2074069" y="3454"/>
                    <a:pt x="1813084" y="90132"/>
                    <a:pt x="1601629" y="253009"/>
                  </a:cubicBezTo>
                  <a:cubicBezTo>
                    <a:pt x="1462564" y="359689"/>
                    <a:pt x="1361599" y="508279"/>
                    <a:pt x="1313021" y="675919"/>
                  </a:cubicBezTo>
                  <a:lnTo>
                    <a:pt x="427196" y="675919"/>
                  </a:lnTo>
                  <a:cubicBezTo>
                    <a:pt x="271939" y="676872"/>
                    <a:pt x="146209" y="802602"/>
                    <a:pt x="145256" y="957859"/>
                  </a:cubicBezTo>
                  <a:lnTo>
                    <a:pt x="145256" y="2600922"/>
                  </a:lnTo>
                  <a:lnTo>
                    <a:pt x="70961" y="2600922"/>
                  </a:lnTo>
                  <a:cubicBezTo>
                    <a:pt x="53816" y="2600922"/>
                    <a:pt x="38576" y="2607589"/>
                    <a:pt x="26194" y="2619972"/>
                  </a:cubicBezTo>
                  <a:cubicBezTo>
                    <a:pt x="14764" y="2631402"/>
                    <a:pt x="7144" y="2647594"/>
                    <a:pt x="7144" y="2664739"/>
                  </a:cubicBezTo>
                  <a:cubicBezTo>
                    <a:pt x="8096" y="2884767"/>
                    <a:pt x="186214" y="3063837"/>
                    <a:pt x="407194" y="3064789"/>
                  </a:cubicBezTo>
                  <a:lnTo>
                    <a:pt x="3233261" y="3064789"/>
                  </a:lnTo>
                  <a:cubicBezTo>
                    <a:pt x="3453289" y="3063837"/>
                    <a:pt x="3632359" y="2885719"/>
                    <a:pt x="3633311" y="2664739"/>
                  </a:cubicBezTo>
                  <a:cubicBezTo>
                    <a:pt x="3633311" y="2648547"/>
                    <a:pt x="3626644" y="2632354"/>
                    <a:pt x="3615214" y="2620924"/>
                  </a:cubicBezTo>
                  <a:close/>
                  <a:moveTo>
                    <a:pt x="3387566" y="957859"/>
                  </a:moveTo>
                  <a:lnTo>
                    <a:pt x="3387566" y="2601874"/>
                  </a:lnTo>
                  <a:lnTo>
                    <a:pt x="3264694" y="2601874"/>
                  </a:lnTo>
                  <a:lnTo>
                    <a:pt x="3264694" y="1271232"/>
                  </a:lnTo>
                  <a:cubicBezTo>
                    <a:pt x="3264694" y="1271232"/>
                    <a:pt x="3308509" y="1196937"/>
                    <a:pt x="3337084" y="1137882"/>
                  </a:cubicBezTo>
                  <a:cubicBezTo>
                    <a:pt x="3361849" y="1079779"/>
                    <a:pt x="3378994" y="1019772"/>
                    <a:pt x="3387566" y="957859"/>
                  </a:cubicBezTo>
                  <a:close/>
                  <a:moveTo>
                    <a:pt x="1407319" y="745452"/>
                  </a:moveTo>
                  <a:lnTo>
                    <a:pt x="1408271" y="745452"/>
                  </a:lnTo>
                  <a:cubicBezTo>
                    <a:pt x="1408271" y="745452"/>
                    <a:pt x="1408271" y="741642"/>
                    <a:pt x="1408271" y="740689"/>
                  </a:cubicBezTo>
                  <a:cubicBezTo>
                    <a:pt x="1445419" y="580669"/>
                    <a:pt x="1537811" y="438747"/>
                    <a:pt x="1668304" y="339687"/>
                  </a:cubicBezTo>
                  <a:cubicBezTo>
                    <a:pt x="1860709" y="192049"/>
                    <a:pt x="2097881" y="113944"/>
                    <a:pt x="2339816" y="117754"/>
                  </a:cubicBezTo>
                  <a:cubicBezTo>
                    <a:pt x="2582704" y="113944"/>
                    <a:pt x="2818924" y="192049"/>
                    <a:pt x="3011329" y="339687"/>
                  </a:cubicBezTo>
                  <a:cubicBezTo>
                    <a:pt x="3152299" y="445414"/>
                    <a:pt x="3246596" y="599719"/>
                    <a:pt x="3277076" y="773074"/>
                  </a:cubicBezTo>
                  <a:lnTo>
                    <a:pt x="3277076" y="785457"/>
                  </a:lnTo>
                  <a:lnTo>
                    <a:pt x="3277076" y="787362"/>
                  </a:lnTo>
                  <a:cubicBezTo>
                    <a:pt x="3279934" y="809269"/>
                    <a:pt x="3280886" y="830224"/>
                    <a:pt x="3281839" y="852132"/>
                  </a:cubicBezTo>
                  <a:cubicBezTo>
                    <a:pt x="3281839" y="854989"/>
                    <a:pt x="3281839" y="857847"/>
                    <a:pt x="3281839" y="861657"/>
                  </a:cubicBezTo>
                  <a:cubicBezTo>
                    <a:pt x="3280886" y="991197"/>
                    <a:pt x="3239929" y="1116927"/>
                    <a:pt x="3163729" y="1221702"/>
                  </a:cubicBezTo>
                  <a:cubicBezTo>
                    <a:pt x="3081814" y="1336002"/>
                    <a:pt x="2886551" y="1552219"/>
                    <a:pt x="2449354" y="1598892"/>
                  </a:cubicBezTo>
                  <a:cubicBezTo>
                    <a:pt x="2352199" y="1604607"/>
                    <a:pt x="2255044" y="1601749"/>
                    <a:pt x="2157889" y="1590319"/>
                  </a:cubicBezTo>
                  <a:cubicBezTo>
                    <a:pt x="2157889" y="1590319"/>
                    <a:pt x="2028349" y="1561744"/>
                    <a:pt x="1985486" y="1550314"/>
                  </a:cubicBezTo>
                  <a:cubicBezTo>
                    <a:pt x="1977866" y="1547457"/>
                    <a:pt x="1969294" y="1546504"/>
                    <a:pt x="1960721" y="1547457"/>
                  </a:cubicBezTo>
                  <a:cubicBezTo>
                    <a:pt x="1953101" y="1548409"/>
                    <a:pt x="1945481" y="1550314"/>
                    <a:pt x="1938814" y="1555077"/>
                  </a:cubicBezTo>
                  <a:lnTo>
                    <a:pt x="1672114" y="1709382"/>
                  </a:lnTo>
                  <a:lnTo>
                    <a:pt x="1710214" y="1453159"/>
                  </a:lnTo>
                  <a:cubicBezTo>
                    <a:pt x="1711166" y="1443634"/>
                    <a:pt x="1710214" y="1434109"/>
                    <a:pt x="1707356" y="1424584"/>
                  </a:cubicBezTo>
                  <a:cubicBezTo>
                    <a:pt x="1703546" y="1416964"/>
                    <a:pt x="1698784" y="1410297"/>
                    <a:pt x="1694021" y="1404582"/>
                  </a:cubicBezTo>
                  <a:cubicBezTo>
                    <a:pt x="1635919" y="1353147"/>
                    <a:pt x="1580674" y="1298854"/>
                    <a:pt x="1528286" y="1242657"/>
                  </a:cubicBezTo>
                  <a:cubicBezTo>
                    <a:pt x="1518761" y="1230274"/>
                    <a:pt x="1503521" y="1209319"/>
                    <a:pt x="1493044" y="1192174"/>
                  </a:cubicBezTo>
                  <a:cubicBezTo>
                    <a:pt x="1457801" y="1136929"/>
                    <a:pt x="1431131" y="1076922"/>
                    <a:pt x="1414939" y="1013104"/>
                  </a:cubicBezTo>
                  <a:lnTo>
                    <a:pt x="1414939" y="1007389"/>
                  </a:lnTo>
                  <a:cubicBezTo>
                    <a:pt x="1409224" y="987387"/>
                    <a:pt x="1405414" y="967384"/>
                    <a:pt x="1401604" y="947382"/>
                  </a:cubicBezTo>
                  <a:cubicBezTo>
                    <a:pt x="1401604" y="947382"/>
                    <a:pt x="1401604" y="944524"/>
                    <a:pt x="1401604" y="942619"/>
                  </a:cubicBezTo>
                  <a:cubicBezTo>
                    <a:pt x="1393031" y="876897"/>
                    <a:pt x="1394936" y="810222"/>
                    <a:pt x="1407319" y="745452"/>
                  </a:cubicBezTo>
                  <a:close/>
                  <a:moveTo>
                    <a:pt x="1401604" y="1250277"/>
                  </a:moveTo>
                  <a:cubicBezTo>
                    <a:pt x="1457801" y="1331239"/>
                    <a:pt x="1523524" y="1405534"/>
                    <a:pt x="1598771" y="1469352"/>
                  </a:cubicBezTo>
                  <a:lnTo>
                    <a:pt x="1547336" y="1807489"/>
                  </a:lnTo>
                  <a:cubicBezTo>
                    <a:pt x="1542574" y="1837969"/>
                    <a:pt x="1563529" y="1865592"/>
                    <a:pt x="1594009" y="1870354"/>
                  </a:cubicBezTo>
                  <a:cubicBezTo>
                    <a:pt x="1607344" y="1872259"/>
                    <a:pt x="1620679" y="1869402"/>
                    <a:pt x="1632109" y="1861782"/>
                  </a:cubicBezTo>
                  <a:lnTo>
                    <a:pt x="1975009" y="1662709"/>
                  </a:lnTo>
                  <a:cubicBezTo>
                    <a:pt x="2030254" y="1678902"/>
                    <a:pt x="2085499" y="1692237"/>
                    <a:pt x="2142649" y="1700809"/>
                  </a:cubicBezTo>
                  <a:cubicBezTo>
                    <a:pt x="2257901" y="1714144"/>
                    <a:pt x="2375059" y="1716049"/>
                    <a:pt x="2490311" y="1707477"/>
                  </a:cubicBezTo>
                  <a:cubicBezTo>
                    <a:pt x="2905601" y="1654137"/>
                    <a:pt x="3086576" y="1471257"/>
                    <a:pt x="3155156" y="1402677"/>
                  </a:cubicBezTo>
                  <a:lnTo>
                    <a:pt x="3155156" y="2602827"/>
                  </a:lnTo>
                  <a:lnTo>
                    <a:pt x="487204" y="2602827"/>
                  </a:lnTo>
                  <a:lnTo>
                    <a:pt x="487204" y="1155027"/>
                  </a:lnTo>
                  <a:cubicBezTo>
                    <a:pt x="487204" y="1074064"/>
                    <a:pt x="552926" y="1009294"/>
                    <a:pt x="632936" y="1009294"/>
                  </a:cubicBezTo>
                  <a:lnTo>
                    <a:pt x="1302544" y="1009294"/>
                  </a:lnTo>
                  <a:cubicBezTo>
                    <a:pt x="1324451" y="1093114"/>
                    <a:pt x="1357789" y="1174077"/>
                    <a:pt x="1401604" y="1250277"/>
                  </a:cubicBezTo>
                  <a:close/>
                  <a:moveTo>
                    <a:pt x="254794" y="958812"/>
                  </a:moveTo>
                  <a:cubicBezTo>
                    <a:pt x="254794" y="864514"/>
                    <a:pt x="331946" y="787362"/>
                    <a:pt x="426244" y="787362"/>
                  </a:cubicBezTo>
                  <a:lnTo>
                    <a:pt x="1291114" y="787362"/>
                  </a:lnTo>
                  <a:cubicBezTo>
                    <a:pt x="1289209" y="807364"/>
                    <a:pt x="1288256" y="826414"/>
                    <a:pt x="1287304" y="846417"/>
                  </a:cubicBezTo>
                  <a:lnTo>
                    <a:pt x="1287304" y="861657"/>
                  </a:lnTo>
                  <a:cubicBezTo>
                    <a:pt x="1287304" y="874039"/>
                    <a:pt x="1287304" y="886422"/>
                    <a:pt x="1287304" y="899757"/>
                  </a:cubicBezTo>
                  <a:lnTo>
                    <a:pt x="632936" y="899757"/>
                  </a:lnTo>
                  <a:cubicBezTo>
                    <a:pt x="491966" y="899757"/>
                    <a:pt x="377666" y="1014057"/>
                    <a:pt x="376714" y="1155027"/>
                  </a:cubicBezTo>
                  <a:lnTo>
                    <a:pt x="376714" y="2602827"/>
                  </a:lnTo>
                  <a:lnTo>
                    <a:pt x="254794" y="2602827"/>
                  </a:lnTo>
                  <a:lnTo>
                    <a:pt x="254794" y="958812"/>
                  </a:lnTo>
                  <a:close/>
                  <a:moveTo>
                    <a:pt x="3439001" y="2868574"/>
                  </a:moveTo>
                  <a:cubicBezTo>
                    <a:pt x="3384709" y="2922867"/>
                    <a:pt x="3311366" y="2953347"/>
                    <a:pt x="3235166" y="2953347"/>
                  </a:cubicBezTo>
                  <a:lnTo>
                    <a:pt x="408146" y="2953347"/>
                  </a:lnTo>
                  <a:cubicBezTo>
                    <a:pt x="266224" y="2953347"/>
                    <a:pt x="146209" y="2850477"/>
                    <a:pt x="122396" y="2711412"/>
                  </a:cubicBezTo>
                  <a:lnTo>
                    <a:pt x="3519964" y="2711412"/>
                  </a:lnTo>
                  <a:cubicBezTo>
                    <a:pt x="3509486" y="2771419"/>
                    <a:pt x="3481864" y="2825712"/>
                    <a:pt x="3439001" y="28685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70" name="Graphic 468">
            <a:extLst>
              <a:ext uri="{FF2B5EF4-FFF2-40B4-BE49-F238E27FC236}">
                <a16:creationId xmlns:a16="http://schemas.microsoft.com/office/drawing/2014/main" id="{86AEF558-B201-4017-BA9E-4427CEB6B006}"/>
              </a:ext>
            </a:extLst>
          </p:cNvPr>
          <p:cNvGrpSpPr>
            <a:grpSpLocks noChangeAspect="1"/>
          </p:cNvGrpSpPr>
          <p:nvPr/>
        </p:nvGrpSpPr>
        <p:grpSpPr>
          <a:xfrm>
            <a:off x="9838336" y="3948985"/>
            <a:ext cx="458040" cy="502920"/>
            <a:chOff x="4443412" y="1614487"/>
            <a:chExt cx="3305175" cy="36290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B2741DB6-C950-43C7-8EE4-0E954DA9B884}"/>
                </a:ext>
              </a:extLst>
            </p:cNvPr>
            <p:cNvSpPr/>
            <p:nvPr/>
          </p:nvSpPr>
          <p:spPr>
            <a:xfrm>
              <a:off x="5781198" y="2324576"/>
              <a:ext cx="923925" cy="923925"/>
            </a:xfrm>
            <a:custGeom>
              <a:avLst/>
              <a:gdLst>
                <a:gd name="connsiteX0" fmla="*/ 464344 w 923925"/>
                <a:gd name="connsiteY0" fmla="*/ 7144 h 923925"/>
                <a:gd name="connsiteX1" fmla="*/ 7144 w 923925"/>
                <a:gd name="connsiteY1" fmla="*/ 464344 h 923925"/>
                <a:gd name="connsiteX2" fmla="*/ 140494 w 923925"/>
                <a:gd name="connsiteY2" fmla="*/ 787241 h 923925"/>
                <a:gd name="connsiteX3" fmla="*/ 464344 w 923925"/>
                <a:gd name="connsiteY3" fmla="*/ 921544 h 923925"/>
                <a:gd name="connsiteX4" fmla="*/ 921544 w 923925"/>
                <a:gd name="connsiteY4" fmla="*/ 464344 h 923925"/>
                <a:gd name="connsiteX5" fmla="*/ 464344 w 923925"/>
                <a:gd name="connsiteY5" fmla="*/ 7144 h 923925"/>
                <a:gd name="connsiteX6" fmla="*/ 711041 w 923925"/>
                <a:gd name="connsiteY6" fmla="*/ 709136 h 923925"/>
                <a:gd name="connsiteX7" fmla="*/ 219551 w 923925"/>
                <a:gd name="connsiteY7" fmla="*/ 709136 h 923925"/>
                <a:gd name="connsiteX8" fmla="*/ 117634 w 923925"/>
                <a:gd name="connsiteY8" fmla="*/ 463391 h 923925"/>
                <a:gd name="connsiteX9" fmla="*/ 219551 w 923925"/>
                <a:gd name="connsiteY9" fmla="*/ 217646 h 923925"/>
                <a:gd name="connsiteX10" fmla="*/ 711041 w 923925"/>
                <a:gd name="connsiteY10" fmla="*/ 217646 h 923925"/>
                <a:gd name="connsiteX11" fmla="*/ 711041 w 923925"/>
                <a:gd name="connsiteY11" fmla="*/ 709136 h 923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3925" h="923925">
                  <a:moveTo>
                    <a:pt x="464344" y="7144"/>
                  </a:moveTo>
                  <a:cubicBezTo>
                    <a:pt x="211931" y="7144"/>
                    <a:pt x="7144" y="211931"/>
                    <a:pt x="7144" y="464344"/>
                  </a:cubicBezTo>
                  <a:cubicBezTo>
                    <a:pt x="7144" y="585311"/>
                    <a:pt x="55721" y="701516"/>
                    <a:pt x="140494" y="787241"/>
                  </a:cubicBezTo>
                  <a:cubicBezTo>
                    <a:pt x="226219" y="872966"/>
                    <a:pt x="342424" y="921544"/>
                    <a:pt x="464344" y="921544"/>
                  </a:cubicBezTo>
                  <a:cubicBezTo>
                    <a:pt x="716756" y="921544"/>
                    <a:pt x="921544" y="716756"/>
                    <a:pt x="921544" y="464344"/>
                  </a:cubicBezTo>
                  <a:cubicBezTo>
                    <a:pt x="921544" y="211931"/>
                    <a:pt x="716756" y="7144"/>
                    <a:pt x="464344" y="7144"/>
                  </a:cubicBezTo>
                  <a:close/>
                  <a:moveTo>
                    <a:pt x="711041" y="709136"/>
                  </a:moveTo>
                  <a:cubicBezTo>
                    <a:pt x="574834" y="845344"/>
                    <a:pt x="354806" y="845344"/>
                    <a:pt x="219551" y="709136"/>
                  </a:cubicBezTo>
                  <a:cubicBezTo>
                    <a:pt x="153829" y="643414"/>
                    <a:pt x="117634" y="554831"/>
                    <a:pt x="117634" y="463391"/>
                  </a:cubicBezTo>
                  <a:cubicBezTo>
                    <a:pt x="117634" y="370999"/>
                    <a:pt x="153829" y="282416"/>
                    <a:pt x="219551" y="217646"/>
                  </a:cubicBezTo>
                  <a:cubicBezTo>
                    <a:pt x="355759" y="81439"/>
                    <a:pt x="575786" y="81439"/>
                    <a:pt x="711041" y="217646"/>
                  </a:cubicBezTo>
                  <a:cubicBezTo>
                    <a:pt x="847249" y="352901"/>
                    <a:pt x="847249" y="572929"/>
                    <a:pt x="711041" y="7091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A28896E6-CBC6-4267-8110-8478A8F33724}"/>
                </a:ext>
              </a:extLst>
            </p:cNvPr>
            <p:cNvSpPr/>
            <p:nvPr/>
          </p:nvSpPr>
          <p:spPr>
            <a:xfrm>
              <a:off x="5371623" y="3375183"/>
              <a:ext cx="1743075" cy="1028700"/>
            </a:xfrm>
            <a:custGeom>
              <a:avLst/>
              <a:gdLst>
                <a:gd name="connsiteX0" fmla="*/ 1132999 w 1743075"/>
                <a:gd name="connsiteY0" fmla="*/ 7144 h 1028700"/>
                <a:gd name="connsiteX1" fmla="*/ 616744 w 1743075"/>
                <a:gd name="connsiteY1" fmla="*/ 7144 h 1028700"/>
                <a:gd name="connsiteX2" fmla="*/ 7144 w 1743075"/>
                <a:gd name="connsiteY2" fmla="*/ 616744 h 1028700"/>
                <a:gd name="connsiteX3" fmla="*/ 7144 w 1743075"/>
                <a:gd name="connsiteY3" fmla="*/ 966311 h 1028700"/>
                <a:gd name="connsiteX4" fmla="*/ 62389 w 1743075"/>
                <a:gd name="connsiteY4" fmla="*/ 1021556 h 1028700"/>
                <a:gd name="connsiteX5" fmla="*/ 1687354 w 1743075"/>
                <a:gd name="connsiteY5" fmla="*/ 1021556 h 1028700"/>
                <a:gd name="connsiteX6" fmla="*/ 1742599 w 1743075"/>
                <a:gd name="connsiteY6" fmla="*/ 966311 h 1028700"/>
                <a:gd name="connsiteX7" fmla="*/ 1742599 w 1743075"/>
                <a:gd name="connsiteY7" fmla="*/ 616744 h 1028700"/>
                <a:gd name="connsiteX8" fmla="*/ 1132999 w 1743075"/>
                <a:gd name="connsiteY8" fmla="*/ 7144 h 1028700"/>
                <a:gd name="connsiteX9" fmla="*/ 1632109 w 1743075"/>
                <a:gd name="connsiteY9" fmla="*/ 912019 h 1028700"/>
                <a:gd name="connsiteX10" fmla="*/ 117634 w 1743075"/>
                <a:gd name="connsiteY10" fmla="*/ 912019 h 1028700"/>
                <a:gd name="connsiteX11" fmla="*/ 117634 w 1743075"/>
                <a:gd name="connsiteY11" fmla="*/ 617696 h 1028700"/>
                <a:gd name="connsiteX12" fmla="*/ 616744 w 1743075"/>
                <a:gd name="connsiteY12" fmla="*/ 118586 h 1028700"/>
                <a:gd name="connsiteX13" fmla="*/ 1132046 w 1743075"/>
                <a:gd name="connsiteY13" fmla="*/ 118586 h 1028700"/>
                <a:gd name="connsiteX14" fmla="*/ 1631156 w 1743075"/>
                <a:gd name="connsiteY14" fmla="*/ 617696 h 1028700"/>
                <a:gd name="connsiteX15" fmla="*/ 1631156 w 1743075"/>
                <a:gd name="connsiteY15" fmla="*/ 912019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3075" h="1028700">
                  <a:moveTo>
                    <a:pt x="1132999" y="7144"/>
                  </a:moveTo>
                  <a:lnTo>
                    <a:pt x="616744" y="7144"/>
                  </a:lnTo>
                  <a:cubicBezTo>
                    <a:pt x="280511" y="7144"/>
                    <a:pt x="7144" y="280511"/>
                    <a:pt x="7144" y="616744"/>
                  </a:cubicBezTo>
                  <a:lnTo>
                    <a:pt x="7144" y="966311"/>
                  </a:lnTo>
                  <a:cubicBezTo>
                    <a:pt x="7144" y="996791"/>
                    <a:pt x="31909" y="1021556"/>
                    <a:pt x="62389" y="1021556"/>
                  </a:cubicBezTo>
                  <a:lnTo>
                    <a:pt x="1687354" y="1021556"/>
                  </a:lnTo>
                  <a:cubicBezTo>
                    <a:pt x="1717834" y="1021556"/>
                    <a:pt x="1742599" y="996791"/>
                    <a:pt x="1742599" y="966311"/>
                  </a:cubicBezTo>
                  <a:lnTo>
                    <a:pt x="1742599" y="616744"/>
                  </a:lnTo>
                  <a:cubicBezTo>
                    <a:pt x="1742599" y="280511"/>
                    <a:pt x="1469231" y="7144"/>
                    <a:pt x="1132999" y="7144"/>
                  </a:cubicBezTo>
                  <a:close/>
                  <a:moveTo>
                    <a:pt x="1632109" y="912019"/>
                  </a:moveTo>
                  <a:lnTo>
                    <a:pt x="117634" y="912019"/>
                  </a:lnTo>
                  <a:lnTo>
                    <a:pt x="117634" y="617696"/>
                  </a:lnTo>
                  <a:cubicBezTo>
                    <a:pt x="118586" y="342424"/>
                    <a:pt x="341471" y="119539"/>
                    <a:pt x="616744" y="118586"/>
                  </a:cubicBezTo>
                  <a:lnTo>
                    <a:pt x="1132046" y="118586"/>
                  </a:lnTo>
                  <a:cubicBezTo>
                    <a:pt x="1407319" y="119539"/>
                    <a:pt x="1630204" y="342424"/>
                    <a:pt x="1631156" y="617696"/>
                  </a:cubicBezTo>
                  <a:lnTo>
                    <a:pt x="1631156" y="9120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0907E52A-CA3B-4AB7-A4F5-18628C30180A}"/>
                </a:ext>
              </a:extLst>
            </p:cNvPr>
            <p:cNvSpPr/>
            <p:nvPr/>
          </p:nvSpPr>
          <p:spPr>
            <a:xfrm>
              <a:off x="4436268" y="1607343"/>
              <a:ext cx="3314700" cy="3638550"/>
            </a:xfrm>
            <a:custGeom>
              <a:avLst/>
              <a:gdLst>
                <a:gd name="connsiteX0" fmla="*/ 3239929 w 3314700"/>
                <a:gd name="connsiteY0" fmla="*/ 78581 h 3638550"/>
                <a:gd name="connsiteX1" fmla="*/ 3068479 w 3314700"/>
                <a:gd name="connsiteY1" fmla="*/ 7144 h 3638550"/>
                <a:gd name="connsiteX2" fmla="*/ 551021 w 3314700"/>
                <a:gd name="connsiteY2" fmla="*/ 7144 h 3638550"/>
                <a:gd name="connsiteX3" fmla="*/ 308134 w 3314700"/>
                <a:gd name="connsiteY3" fmla="*/ 250031 h 3638550"/>
                <a:gd name="connsiteX4" fmla="*/ 308134 w 3314700"/>
                <a:gd name="connsiteY4" fmla="*/ 558641 h 3638550"/>
                <a:gd name="connsiteX5" fmla="*/ 214789 w 3314700"/>
                <a:gd name="connsiteY5" fmla="*/ 558641 h 3638550"/>
                <a:gd name="connsiteX6" fmla="*/ 7144 w 3314700"/>
                <a:gd name="connsiteY6" fmla="*/ 766286 h 3638550"/>
                <a:gd name="connsiteX7" fmla="*/ 7144 w 3314700"/>
                <a:gd name="connsiteY7" fmla="*/ 779621 h 3638550"/>
                <a:gd name="connsiteX8" fmla="*/ 214789 w 3314700"/>
                <a:gd name="connsiteY8" fmla="*/ 988219 h 3638550"/>
                <a:gd name="connsiteX9" fmla="*/ 307181 w 3314700"/>
                <a:gd name="connsiteY9" fmla="*/ 988219 h 3638550"/>
                <a:gd name="connsiteX10" fmla="*/ 307181 w 3314700"/>
                <a:gd name="connsiteY10" fmla="*/ 1606391 h 3638550"/>
                <a:gd name="connsiteX11" fmla="*/ 214789 w 3314700"/>
                <a:gd name="connsiteY11" fmla="*/ 1606391 h 3638550"/>
                <a:gd name="connsiteX12" fmla="*/ 7144 w 3314700"/>
                <a:gd name="connsiteY12" fmla="*/ 1814989 h 3638550"/>
                <a:gd name="connsiteX13" fmla="*/ 7144 w 3314700"/>
                <a:gd name="connsiteY13" fmla="*/ 1828324 h 3638550"/>
                <a:gd name="connsiteX14" fmla="*/ 214789 w 3314700"/>
                <a:gd name="connsiteY14" fmla="*/ 2035969 h 3638550"/>
                <a:gd name="connsiteX15" fmla="*/ 307181 w 3314700"/>
                <a:gd name="connsiteY15" fmla="*/ 2035969 h 3638550"/>
                <a:gd name="connsiteX16" fmla="*/ 307181 w 3314700"/>
                <a:gd name="connsiteY16" fmla="*/ 2655094 h 3638550"/>
                <a:gd name="connsiteX17" fmla="*/ 214789 w 3314700"/>
                <a:gd name="connsiteY17" fmla="*/ 2655094 h 3638550"/>
                <a:gd name="connsiteX18" fmla="*/ 7144 w 3314700"/>
                <a:gd name="connsiteY18" fmla="*/ 2862739 h 3638550"/>
                <a:gd name="connsiteX19" fmla="*/ 7144 w 3314700"/>
                <a:gd name="connsiteY19" fmla="*/ 2876074 h 3638550"/>
                <a:gd name="connsiteX20" fmla="*/ 214789 w 3314700"/>
                <a:gd name="connsiteY20" fmla="*/ 3084671 h 3638550"/>
                <a:gd name="connsiteX21" fmla="*/ 307181 w 3314700"/>
                <a:gd name="connsiteY21" fmla="*/ 3084671 h 3638550"/>
                <a:gd name="connsiteX22" fmla="*/ 307181 w 3314700"/>
                <a:gd name="connsiteY22" fmla="*/ 3389471 h 3638550"/>
                <a:gd name="connsiteX23" fmla="*/ 378619 w 3314700"/>
                <a:gd name="connsiteY23" fmla="*/ 3560921 h 3638550"/>
                <a:gd name="connsiteX24" fmla="*/ 550069 w 3314700"/>
                <a:gd name="connsiteY24" fmla="*/ 3632359 h 3638550"/>
                <a:gd name="connsiteX25" fmla="*/ 3068479 w 3314700"/>
                <a:gd name="connsiteY25" fmla="*/ 3632359 h 3638550"/>
                <a:gd name="connsiteX26" fmla="*/ 3311366 w 3314700"/>
                <a:gd name="connsiteY26" fmla="*/ 3389471 h 3638550"/>
                <a:gd name="connsiteX27" fmla="*/ 3311366 w 3314700"/>
                <a:gd name="connsiteY27" fmla="*/ 249079 h 3638550"/>
                <a:gd name="connsiteX28" fmla="*/ 3239929 w 3314700"/>
                <a:gd name="connsiteY28" fmla="*/ 78581 h 3638550"/>
                <a:gd name="connsiteX29" fmla="*/ 214789 w 3314700"/>
                <a:gd name="connsiteY29" fmla="*/ 873919 h 3638550"/>
                <a:gd name="connsiteX30" fmla="*/ 121444 w 3314700"/>
                <a:gd name="connsiteY30" fmla="*/ 780574 h 3638550"/>
                <a:gd name="connsiteX31" fmla="*/ 121444 w 3314700"/>
                <a:gd name="connsiteY31" fmla="*/ 767239 h 3638550"/>
                <a:gd name="connsiteX32" fmla="*/ 214789 w 3314700"/>
                <a:gd name="connsiteY32" fmla="*/ 672941 h 3638550"/>
                <a:gd name="connsiteX33" fmla="*/ 214789 w 3314700"/>
                <a:gd name="connsiteY33" fmla="*/ 672941 h 3638550"/>
                <a:gd name="connsiteX34" fmla="*/ 504349 w 3314700"/>
                <a:gd name="connsiteY34" fmla="*/ 672941 h 3638550"/>
                <a:gd name="connsiteX35" fmla="*/ 597694 w 3314700"/>
                <a:gd name="connsiteY35" fmla="*/ 766286 h 3638550"/>
                <a:gd name="connsiteX36" fmla="*/ 597694 w 3314700"/>
                <a:gd name="connsiteY36" fmla="*/ 779621 h 3638550"/>
                <a:gd name="connsiteX37" fmla="*/ 504349 w 3314700"/>
                <a:gd name="connsiteY37" fmla="*/ 872966 h 3638550"/>
                <a:gd name="connsiteX38" fmla="*/ 214789 w 3314700"/>
                <a:gd name="connsiteY38" fmla="*/ 873919 h 3638550"/>
                <a:gd name="connsiteX39" fmla="*/ 214789 w 3314700"/>
                <a:gd name="connsiteY39" fmla="*/ 1922621 h 3638550"/>
                <a:gd name="connsiteX40" fmla="*/ 121444 w 3314700"/>
                <a:gd name="connsiteY40" fmla="*/ 1829276 h 3638550"/>
                <a:gd name="connsiteX41" fmla="*/ 121444 w 3314700"/>
                <a:gd name="connsiteY41" fmla="*/ 1815941 h 3638550"/>
                <a:gd name="connsiteX42" fmla="*/ 214789 w 3314700"/>
                <a:gd name="connsiteY42" fmla="*/ 1721644 h 3638550"/>
                <a:gd name="connsiteX43" fmla="*/ 214789 w 3314700"/>
                <a:gd name="connsiteY43" fmla="*/ 1721644 h 3638550"/>
                <a:gd name="connsiteX44" fmla="*/ 504349 w 3314700"/>
                <a:gd name="connsiteY44" fmla="*/ 1721644 h 3638550"/>
                <a:gd name="connsiteX45" fmla="*/ 597694 w 3314700"/>
                <a:gd name="connsiteY45" fmla="*/ 1814989 h 3638550"/>
                <a:gd name="connsiteX46" fmla="*/ 597694 w 3314700"/>
                <a:gd name="connsiteY46" fmla="*/ 1828324 h 3638550"/>
                <a:gd name="connsiteX47" fmla="*/ 504349 w 3314700"/>
                <a:gd name="connsiteY47" fmla="*/ 1921669 h 3638550"/>
                <a:gd name="connsiteX48" fmla="*/ 214789 w 3314700"/>
                <a:gd name="connsiteY48" fmla="*/ 1922621 h 3638550"/>
                <a:gd name="connsiteX49" fmla="*/ 214789 w 3314700"/>
                <a:gd name="connsiteY49" fmla="*/ 2970371 h 3638550"/>
                <a:gd name="connsiteX50" fmla="*/ 121444 w 3314700"/>
                <a:gd name="connsiteY50" fmla="*/ 2877026 h 3638550"/>
                <a:gd name="connsiteX51" fmla="*/ 121444 w 3314700"/>
                <a:gd name="connsiteY51" fmla="*/ 2863691 h 3638550"/>
                <a:gd name="connsiteX52" fmla="*/ 214789 w 3314700"/>
                <a:gd name="connsiteY52" fmla="*/ 2769394 h 3638550"/>
                <a:gd name="connsiteX53" fmla="*/ 214789 w 3314700"/>
                <a:gd name="connsiteY53" fmla="*/ 2769394 h 3638550"/>
                <a:gd name="connsiteX54" fmla="*/ 504349 w 3314700"/>
                <a:gd name="connsiteY54" fmla="*/ 2769394 h 3638550"/>
                <a:gd name="connsiteX55" fmla="*/ 597694 w 3314700"/>
                <a:gd name="connsiteY55" fmla="*/ 2862739 h 3638550"/>
                <a:gd name="connsiteX56" fmla="*/ 597694 w 3314700"/>
                <a:gd name="connsiteY56" fmla="*/ 2876074 h 3638550"/>
                <a:gd name="connsiteX57" fmla="*/ 504349 w 3314700"/>
                <a:gd name="connsiteY57" fmla="*/ 2969419 h 3638550"/>
                <a:gd name="connsiteX58" fmla="*/ 214789 w 3314700"/>
                <a:gd name="connsiteY58" fmla="*/ 2970371 h 3638550"/>
                <a:gd name="connsiteX59" fmla="*/ 3199924 w 3314700"/>
                <a:gd name="connsiteY59" fmla="*/ 3389471 h 3638550"/>
                <a:gd name="connsiteX60" fmla="*/ 3067526 w 3314700"/>
                <a:gd name="connsiteY60" fmla="*/ 3521869 h 3638550"/>
                <a:gd name="connsiteX61" fmla="*/ 551021 w 3314700"/>
                <a:gd name="connsiteY61" fmla="*/ 3521869 h 3638550"/>
                <a:gd name="connsiteX62" fmla="*/ 457676 w 3314700"/>
                <a:gd name="connsiteY62" fmla="*/ 3483769 h 3638550"/>
                <a:gd name="connsiteX63" fmla="*/ 419576 w 3314700"/>
                <a:gd name="connsiteY63" fmla="*/ 3390424 h 3638550"/>
                <a:gd name="connsiteX64" fmla="*/ 419576 w 3314700"/>
                <a:gd name="connsiteY64" fmla="*/ 3085624 h 3638550"/>
                <a:gd name="connsiteX65" fmla="*/ 507206 w 3314700"/>
                <a:gd name="connsiteY65" fmla="*/ 3085624 h 3638550"/>
                <a:gd name="connsiteX66" fmla="*/ 714851 w 3314700"/>
                <a:gd name="connsiteY66" fmla="*/ 2877979 h 3638550"/>
                <a:gd name="connsiteX67" fmla="*/ 714851 w 3314700"/>
                <a:gd name="connsiteY67" fmla="*/ 2864644 h 3638550"/>
                <a:gd name="connsiteX68" fmla="*/ 507206 w 3314700"/>
                <a:gd name="connsiteY68" fmla="*/ 2656999 h 3638550"/>
                <a:gd name="connsiteX69" fmla="*/ 418624 w 3314700"/>
                <a:gd name="connsiteY69" fmla="*/ 2656999 h 3638550"/>
                <a:gd name="connsiteX70" fmla="*/ 418624 w 3314700"/>
                <a:gd name="connsiteY70" fmla="*/ 2037874 h 3638550"/>
                <a:gd name="connsiteX71" fmla="*/ 506254 w 3314700"/>
                <a:gd name="connsiteY71" fmla="*/ 2037874 h 3638550"/>
                <a:gd name="connsiteX72" fmla="*/ 713899 w 3314700"/>
                <a:gd name="connsiteY72" fmla="*/ 1830229 h 3638550"/>
                <a:gd name="connsiteX73" fmla="*/ 713899 w 3314700"/>
                <a:gd name="connsiteY73" fmla="*/ 1816894 h 3638550"/>
                <a:gd name="connsiteX74" fmla="*/ 506254 w 3314700"/>
                <a:gd name="connsiteY74" fmla="*/ 1609249 h 3638550"/>
                <a:gd name="connsiteX75" fmla="*/ 418624 w 3314700"/>
                <a:gd name="connsiteY75" fmla="*/ 1609249 h 3638550"/>
                <a:gd name="connsiteX76" fmla="*/ 418624 w 3314700"/>
                <a:gd name="connsiteY76" fmla="*/ 988219 h 3638550"/>
                <a:gd name="connsiteX77" fmla="*/ 506254 w 3314700"/>
                <a:gd name="connsiteY77" fmla="*/ 988219 h 3638550"/>
                <a:gd name="connsiteX78" fmla="*/ 713899 w 3314700"/>
                <a:gd name="connsiteY78" fmla="*/ 780574 h 3638550"/>
                <a:gd name="connsiteX79" fmla="*/ 713899 w 3314700"/>
                <a:gd name="connsiteY79" fmla="*/ 767239 h 3638550"/>
                <a:gd name="connsiteX80" fmla="*/ 506254 w 3314700"/>
                <a:gd name="connsiteY80" fmla="*/ 559594 h 3638550"/>
                <a:gd name="connsiteX81" fmla="*/ 418624 w 3314700"/>
                <a:gd name="connsiteY81" fmla="*/ 559594 h 3638550"/>
                <a:gd name="connsiteX82" fmla="*/ 418624 w 3314700"/>
                <a:gd name="connsiteY82" fmla="*/ 250031 h 3638550"/>
                <a:gd name="connsiteX83" fmla="*/ 551021 w 3314700"/>
                <a:gd name="connsiteY83" fmla="*/ 117634 h 3638550"/>
                <a:gd name="connsiteX84" fmla="*/ 3069431 w 3314700"/>
                <a:gd name="connsiteY84" fmla="*/ 117634 h 3638550"/>
                <a:gd name="connsiteX85" fmla="*/ 3201829 w 3314700"/>
                <a:gd name="connsiteY85" fmla="*/ 250031 h 3638550"/>
                <a:gd name="connsiteX86" fmla="*/ 3199924 w 3314700"/>
                <a:gd name="connsiteY86" fmla="*/ 3389471 h 363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314700" h="3638550">
                  <a:moveTo>
                    <a:pt x="3239929" y="78581"/>
                  </a:moveTo>
                  <a:cubicBezTo>
                    <a:pt x="3194209" y="32861"/>
                    <a:pt x="3133249" y="7144"/>
                    <a:pt x="3068479" y="7144"/>
                  </a:cubicBezTo>
                  <a:lnTo>
                    <a:pt x="551021" y="7144"/>
                  </a:lnTo>
                  <a:cubicBezTo>
                    <a:pt x="417671" y="7144"/>
                    <a:pt x="309086" y="115729"/>
                    <a:pt x="308134" y="250031"/>
                  </a:cubicBezTo>
                  <a:lnTo>
                    <a:pt x="308134" y="558641"/>
                  </a:lnTo>
                  <a:lnTo>
                    <a:pt x="214789" y="558641"/>
                  </a:lnTo>
                  <a:cubicBezTo>
                    <a:pt x="100489" y="558641"/>
                    <a:pt x="7144" y="651986"/>
                    <a:pt x="7144" y="766286"/>
                  </a:cubicBezTo>
                  <a:lnTo>
                    <a:pt x="7144" y="779621"/>
                  </a:lnTo>
                  <a:cubicBezTo>
                    <a:pt x="7144" y="894874"/>
                    <a:pt x="100489" y="988219"/>
                    <a:pt x="214789" y="988219"/>
                  </a:cubicBezTo>
                  <a:lnTo>
                    <a:pt x="307181" y="988219"/>
                  </a:lnTo>
                  <a:lnTo>
                    <a:pt x="307181" y="1606391"/>
                  </a:lnTo>
                  <a:lnTo>
                    <a:pt x="214789" y="1606391"/>
                  </a:lnTo>
                  <a:cubicBezTo>
                    <a:pt x="100489" y="1606391"/>
                    <a:pt x="7144" y="1699736"/>
                    <a:pt x="7144" y="1814989"/>
                  </a:cubicBezTo>
                  <a:lnTo>
                    <a:pt x="7144" y="1828324"/>
                  </a:lnTo>
                  <a:cubicBezTo>
                    <a:pt x="7144" y="1943576"/>
                    <a:pt x="100489" y="2035969"/>
                    <a:pt x="214789" y="2035969"/>
                  </a:cubicBezTo>
                  <a:lnTo>
                    <a:pt x="307181" y="2035969"/>
                  </a:lnTo>
                  <a:lnTo>
                    <a:pt x="307181" y="2655094"/>
                  </a:lnTo>
                  <a:lnTo>
                    <a:pt x="214789" y="2655094"/>
                  </a:lnTo>
                  <a:cubicBezTo>
                    <a:pt x="100489" y="2655094"/>
                    <a:pt x="7144" y="2747486"/>
                    <a:pt x="7144" y="2862739"/>
                  </a:cubicBezTo>
                  <a:lnTo>
                    <a:pt x="7144" y="2876074"/>
                  </a:lnTo>
                  <a:cubicBezTo>
                    <a:pt x="7144" y="2991326"/>
                    <a:pt x="100489" y="3084671"/>
                    <a:pt x="214789" y="3084671"/>
                  </a:cubicBezTo>
                  <a:lnTo>
                    <a:pt x="307181" y="3084671"/>
                  </a:lnTo>
                  <a:lnTo>
                    <a:pt x="307181" y="3389471"/>
                  </a:lnTo>
                  <a:cubicBezTo>
                    <a:pt x="307181" y="3453289"/>
                    <a:pt x="332899" y="3515201"/>
                    <a:pt x="378619" y="3560921"/>
                  </a:cubicBezTo>
                  <a:cubicBezTo>
                    <a:pt x="424339" y="3606641"/>
                    <a:pt x="485299" y="3632359"/>
                    <a:pt x="550069" y="3632359"/>
                  </a:cubicBezTo>
                  <a:lnTo>
                    <a:pt x="3068479" y="3632359"/>
                  </a:lnTo>
                  <a:cubicBezTo>
                    <a:pt x="3202781" y="3632359"/>
                    <a:pt x="3311366" y="3523774"/>
                    <a:pt x="3311366" y="3389471"/>
                  </a:cubicBezTo>
                  <a:lnTo>
                    <a:pt x="3311366" y="249079"/>
                  </a:lnTo>
                  <a:cubicBezTo>
                    <a:pt x="3311366" y="185261"/>
                    <a:pt x="3285649" y="123349"/>
                    <a:pt x="3239929" y="78581"/>
                  </a:cubicBezTo>
                  <a:close/>
                  <a:moveTo>
                    <a:pt x="214789" y="873919"/>
                  </a:moveTo>
                  <a:cubicBezTo>
                    <a:pt x="163354" y="873919"/>
                    <a:pt x="121444" y="832009"/>
                    <a:pt x="121444" y="780574"/>
                  </a:cubicBezTo>
                  <a:lnTo>
                    <a:pt x="121444" y="767239"/>
                  </a:lnTo>
                  <a:cubicBezTo>
                    <a:pt x="121444" y="715804"/>
                    <a:pt x="163354" y="672941"/>
                    <a:pt x="214789" y="672941"/>
                  </a:cubicBezTo>
                  <a:cubicBezTo>
                    <a:pt x="214789" y="672941"/>
                    <a:pt x="214789" y="672941"/>
                    <a:pt x="214789" y="672941"/>
                  </a:cubicBezTo>
                  <a:lnTo>
                    <a:pt x="504349" y="672941"/>
                  </a:lnTo>
                  <a:cubicBezTo>
                    <a:pt x="555784" y="672941"/>
                    <a:pt x="597694" y="714851"/>
                    <a:pt x="597694" y="766286"/>
                  </a:cubicBezTo>
                  <a:lnTo>
                    <a:pt x="597694" y="779621"/>
                  </a:lnTo>
                  <a:cubicBezTo>
                    <a:pt x="597694" y="831056"/>
                    <a:pt x="555784" y="872966"/>
                    <a:pt x="504349" y="872966"/>
                  </a:cubicBezTo>
                  <a:lnTo>
                    <a:pt x="214789" y="873919"/>
                  </a:lnTo>
                  <a:close/>
                  <a:moveTo>
                    <a:pt x="214789" y="1922621"/>
                  </a:moveTo>
                  <a:cubicBezTo>
                    <a:pt x="163354" y="1922621"/>
                    <a:pt x="121444" y="1880711"/>
                    <a:pt x="121444" y="1829276"/>
                  </a:cubicBezTo>
                  <a:lnTo>
                    <a:pt x="121444" y="1815941"/>
                  </a:lnTo>
                  <a:cubicBezTo>
                    <a:pt x="121444" y="1764506"/>
                    <a:pt x="163354" y="1721644"/>
                    <a:pt x="214789" y="1721644"/>
                  </a:cubicBezTo>
                  <a:cubicBezTo>
                    <a:pt x="214789" y="1721644"/>
                    <a:pt x="214789" y="1721644"/>
                    <a:pt x="214789" y="1721644"/>
                  </a:cubicBezTo>
                  <a:lnTo>
                    <a:pt x="504349" y="1721644"/>
                  </a:lnTo>
                  <a:cubicBezTo>
                    <a:pt x="555784" y="1721644"/>
                    <a:pt x="597694" y="1763554"/>
                    <a:pt x="597694" y="1814989"/>
                  </a:cubicBezTo>
                  <a:lnTo>
                    <a:pt x="597694" y="1828324"/>
                  </a:lnTo>
                  <a:cubicBezTo>
                    <a:pt x="597694" y="1879759"/>
                    <a:pt x="555784" y="1921669"/>
                    <a:pt x="504349" y="1921669"/>
                  </a:cubicBezTo>
                  <a:lnTo>
                    <a:pt x="214789" y="1922621"/>
                  </a:lnTo>
                  <a:close/>
                  <a:moveTo>
                    <a:pt x="214789" y="2970371"/>
                  </a:moveTo>
                  <a:cubicBezTo>
                    <a:pt x="163354" y="2970371"/>
                    <a:pt x="121444" y="2928461"/>
                    <a:pt x="121444" y="2877026"/>
                  </a:cubicBezTo>
                  <a:lnTo>
                    <a:pt x="121444" y="2863691"/>
                  </a:lnTo>
                  <a:cubicBezTo>
                    <a:pt x="121444" y="2812256"/>
                    <a:pt x="163354" y="2769394"/>
                    <a:pt x="214789" y="2769394"/>
                  </a:cubicBezTo>
                  <a:cubicBezTo>
                    <a:pt x="214789" y="2769394"/>
                    <a:pt x="214789" y="2769394"/>
                    <a:pt x="214789" y="2769394"/>
                  </a:cubicBezTo>
                  <a:lnTo>
                    <a:pt x="504349" y="2769394"/>
                  </a:lnTo>
                  <a:cubicBezTo>
                    <a:pt x="555784" y="2769394"/>
                    <a:pt x="597694" y="2811304"/>
                    <a:pt x="597694" y="2862739"/>
                  </a:cubicBezTo>
                  <a:lnTo>
                    <a:pt x="597694" y="2876074"/>
                  </a:lnTo>
                  <a:cubicBezTo>
                    <a:pt x="597694" y="2927509"/>
                    <a:pt x="555784" y="2969419"/>
                    <a:pt x="504349" y="2969419"/>
                  </a:cubicBezTo>
                  <a:lnTo>
                    <a:pt x="214789" y="2970371"/>
                  </a:lnTo>
                  <a:close/>
                  <a:moveTo>
                    <a:pt x="3199924" y="3389471"/>
                  </a:moveTo>
                  <a:cubicBezTo>
                    <a:pt x="3199924" y="3461861"/>
                    <a:pt x="3140869" y="3520916"/>
                    <a:pt x="3067526" y="3521869"/>
                  </a:cubicBezTo>
                  <a:lnTo>
                    <a:pt x="551021" y="3521869"/>
                  </a:lnTo>
                  <a:cubicBezTo>
                    <a:pt x="515779" y="3521869"/>
                    <a:pt x="482441" y="3508534"/>
                    <a:pt x="457676" y="3483769"/>
                  </a:cubicBezTo>
                  <a:cubicBezTo>
                    <a:pt x="432911" y="3459004"/>
                    <a:pt x="419576" y="3425666"/>
                    <a:pt x="419576" y="3390424"/>
                  </a:cubicBezTo>
                  <a:lnTo>
                    <a:pt x="419576" y="3085624"/>
                  </a:lnTo>
                  <a:lnTo>
                    <a:pt x="507206" y="3085624"/>
                  </a:lnTo>
                  <a:cubicBezTo>
                    <a:pt x="622459" y="3085624"/>
                    <a:pt x="714851" y="2992279"/>
                    <a:pt x="714851" y="2877979"/>
                  </a:cubicBezTo>
                  <a:lnTo>
                    <a:pt x="714851" y="2864644"/>
                  </a:lnTo>
                  <a:cubicBezTo>
                    <a:pt x="714851" y="2749391"/>
                    <a:pt x="621506" y="2656999"/>
                    <a:pt x="507206" y="2656999"/>
                  </a:cubicBezTo>
                  <a:lnTo>
                    <a:pt x="418624" y="2656999"/>
                  </a:lnTo>
                  <a:lnTo>
                    <a:pt x="418624" y="2037874"/>
                  </a:lnTo>
                  <a:lnTo>
                    <a:pt x="506254" y="2037874"/>
                  </a:lnTo>
                  <a:cubicBezTo>
                    <a:pt x="621506" y="2037874"/>
                    <a:pt x="713899" y="1944529"/>
                    <a:pt x="713899" y="1830229"/>
                  </a:cubicBezTo>
                  <a:lnTo>
                    <a:pt x="713899" y="1816894"/>
                  </a:lnTo>
                  <a:cubicBezTo>
                    <a:pt x="713899" y="1701641"/>
                    <a:pt x="620554" y="1609249"/>
                    <a:pt x="506254" y="1609249"/>
                  </a:cubicBezTo>
                  <a:lnTo>
                    <a:pt x="418624" y="1609249"/>
                  </a:lnTo>
                  <a:lnTo>
                    <a:pt x="418624" y="988219"/>
                  </a:lnTo>
                  <a:lnTo>
                    <a:pt x="506254" y="988219"/>
                  </a:lnTo>
                  <a:cubicBezTo>
                    <a:pt x="621506" y="988219"/>
                    <a:pt x="713899" y="894874"/>
                    <a:pt x="713899" y="780574"/>
                  </a:cubicBezTo>
                  <a:lnTo>
                    <a:pt x="713899" y="767239"/>
                  </a:lnTo>
                  <a:cubicBezTo>
                    <a:pt x="713899" y="651986"/>
                    <a:pt x="620554" y="559594"/>
                    <a:pt x="506254" y="559594"/>
                  </a:cubicBezTo>
                  <a:lnTo>
                    <a:pt x="418624" y="559594"/>
                  </a:lnTo>
                  <a:lnTo>
                    <a:pt x="418624" y="250031"/>
                  </a:lnTo>
                  <a:cubicBezTo>
                    <a:pt x="418624" y="177641"/>
                    <a:pt x="477679" y="118586"/>
                    <a:pt x="551021" y="117634"/>
                  </a:cubicBezTo>
                  <a:lnTo>
                    <a:pt x="3069431" y="117634"/>
                  </a:lnTo>
                  <a:cubicBezTo>
                    <a:pt x="3142774" y="117634"/>
                    <a:pt x="3201829" y="176689"/>
                    <a:pt x="3201829" y="250031"/>
                  </a:cubicBezTo>
                  <a:lnTo>
                    <a:pt x="3199924" y="33894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75" name="Graphic 473">
            <a:extLst>
              <a:ext uri="{FF2B5EF4-FFF2-40B4-BE49-F238E27FC236}">
                <a16:creationId xmlns:a16="http://schemas.microsoft.com/office/drawing/2014/main" id="{733AACBA-9E82-4F84-BF84-CD2BEB50D091}"/>
              </a:ext>
            </a:extLst>
          </p:cNvPr>
          <p:cNvGrpSpPr>
            <a:grpSpLocks noChangeAspect="1"/>
          </p:cNvGrpSpPr>
          <p:nvPr/>
        </p:nvGrpSpPr>
        <p:grpSpPr>
          <a:xfrm>
            <a:off x="9759298" y="4797192"/>
            <a:ext cx="616117" cy="502920"/>
            <a:chOff x="4281487" y="1947862"/>
            <a:chExt cx="3629025" cy="29622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B9825EB8-8702-4973-AC13-8E88A3B72717}"/>
                </a:ext>
              </a:extLst>
            </p:cNvPr>
            <p:cNvSpPr/>
            <p:nvPr/>
          </p:nvSpPr>
          <p:spPr>
            <a:xfrm>
              <a:off x="4507706" y="2839878"/>
              <a:ext cx="2524125" cy="1838325"/>
            </a:xfrm>
            <a:custGeom>
              <a:avLst/>
              <a:gdLst>
                <a:gd name="connsiteX0" fmla="*/ 2293144 w 2524125"/>
                <a:gd name="connsiteY0" fmla="*/ 7144 h 1838325"/>
                <a:gd name="connsiteX1" fmla="*/ 235744 w 2524125"/>
                <a:gd name="connsiteY1" fmla="*/ 7144 h 1838325"/>
                <a:gd name="connsiteX2" fmla="*/ 7144 w 2524125"/>
                <a:gd name="connsiteY2" fmla="*/ 235744 h 1838325"/>
                <a:gd name="connsiteX3" fmla="*/ 7144 w 2524125"/>
                <a:gd name="connsiteY3" fmla="*/ 1607344 h 1838325"/>
                <a:gd name="connsiteX4" fmla="*/ 235744 w 2524125"/>
                <a:gd name="connsiteY4" fmla="*/ 1835944 h 1838325"/>
                <a:gd name="connsiteX5" fmla="*/ 2293144 w 2524125"/>
                <a:gd name="connsiteY5" fmla="*/ 1835944 h 1838325"/>
                <a:gd name="connsiteX6" fmla="*/ 2521744 w 2524125"/>
                <a:gd name="connsiteY6" fmla="*/ 1607344 h 1838325"/>
                <a:gd name="connsiteX7" fmla="*/ 2521744 w 2524125"/>
                <a:gd name="connsiteY7" fmla="*/ 235744 h 1838325"/>
                <a:gd name="connsiteX8" fmla="*/ 2293144 w 2524125"/>
                <a:gd name="connsiteY8" fmla="*/ 7144 h 1838325"/>
                <a:gd name="connsiteX9" fmla="*/ 2410301 w 2524125"/>
                <a:gd name="connsiteY9" fmla="*/ 1607344 h 1838325"/>
                <a:gd name="connsiteX10" fmla="*/ 2293144 w 2524125"/>
                <a:gd name="connsiteY10" fmla="*/ 1724501 h 1838325"/>
                <a:gd name="connsiteX11" fmla="*/ 235744 w 2524125"/>
                <a:gd name="connsiteY11" fmla="*/ 1724501 h 1838325"/>
                <a:gd name="connsiteX12" fmla="*/ 118586 w 2524125"/>
                <a:gd name="connsiteY12" fmla="*/ 1607344 h 1838325"/>
                <a:gd name="connsiteX13" fmla="*/ 118586 w 2524125"/>
                <a:gd name="connsiteY13" fmla="*/ 235744 h 1838325"/>
                <a:gd name="connsiteX14" fmla="*/ 235744 w 2524125"/>
                <a:gd name="connsiteY14" fmla="*/ 118586 h 1838325"/>
                <a:gd name="connsiteX15" fmla="*/ 2293144 w 2524125"/>
                <a:gd name="connsiteY15" fmla="*/ 118586 h 1838325"/>
                <a:gd name="connsiteX16" fmla="*/ 2410301 w 2524125"/>
                <a:gd name="connsiteY16" fmla="*/ 235744 h 1838325"/>
                <a:gd name="connsiteX17" fmla="*/ 2410301 w 2524125"/>
                <a:gd name="connsiteY17" fmla="*/ 1607344 h 183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24125" h="1838325">
                  <a:moveTo>
                    <a:pt x="2293144" y="7144"/>
                  </a:moveTo>
                  <a:lnTo>
                    <a:pt x="235744" y="7144"/>
                  </a:lnTo>
                  <a:cubicBezTo>
                    <a:pt x="109061" y="7144"/>
                    <a:pt x="7144" y="109061"/>
                    <a:pt x="7144" y="235744"/>
                  </a:cubicBezTo>
                  <a:lnTo>
                    <a:pt x="7144" y="1607344"/>
                  </a:lnTo>
                  <a:cubicBezTo>
                    <a:pt x="7144" y="1734026"/>
                    <a:pt x="109061" y="1835944"/>
                    <a:pt x="235744" y="1835944"/>
                  </a:cubicBezTo>
                  <a:lnTo>
                    <a:pt x="2293144" y="1835944"/>
                  </a:lnTo>
                  <a:cubicBezTo>
                    <a:pt x="2419826" y="1835944"/>
                    <a:pt x="2521744" y="1734026"/>
                    <a:pt x="2521744" y="1607344"/>
                  </a:cubicBezTo>
                  <a:lnTo>
                    <a:pt x="2521744" y="235744"/>
                  </a:lnTo>
                  <a:cubicBezTo>
                    <a:pt x="2521744" y="110014"/>
                    <a:pt x="2418874" y="7144"/>
                    <a:pt x="2293144" y="7144"/>
                  </a:cubicBezTo>
                  <a:close/>
                  <a:moveTo>
                    <a:pt x="2410301" y="1607344"/>
                  </a:moveTo>
                  <a:cubicBezTo>
                    <a:pt x="2410301" y="1672114"/>
                    <a:pt x="2357914" y="1724501"/>
                    <a:pt x="2293144" y="1724501"/>
                  </a:cubicBezTo>
                  <a:lnTo>
                    <a:pt x="235744" y="1724501"/>
                  </a:lnTo>
                  <a:cubicBezTo>
                    <a:pt x="170974" y="1724501"/>
                    <a:pt x="118586" y="1672114"/>
                    <a:pt x="118586" y="1607344"/>
                  </a:cubicBezTo>
                  <a:lnTo>
                    <a:pt x="118586" y="235744"/>
                  </a:lnTo>
                  <a:cubicBezTo>
                    <a:pt x="118586" y="170974"/>
                    <a:pt x="170974" y="118586"/>
                    <a:pt x="235744" y="118586"/>
                  </a:cubicBezTo>
                  <a:lnTo>
                    <a:pt x="2293144" y="118586"/>
                  </a:lnTo>
                  <a:cubicBezTo>
                    <a:pt x="2357914" y="118586"/>
                    <a:pt x="2410301" y="170974"/>
                    <a:pt x="2410301" y="235744"/>
                  </a:cubicBezTo>
                  <a:lnTo>
                    <a:pt x="2410301" y="1607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D5C67C47-A0E5-4295-B435-E801E5EE6341}"/>
                </a:ext>
              </a:extLst>
            </p:cNvPr>
            <p:cNvSpPr/>
            <p:nvPr/>
          </p:nvSpPr>
          <p:spPr>
            <a:xfrm>
              <a:off x="4274343" y="1940699"/>
              <a:ext cx="3638550" cy="2971800"/>
            </a:xfrm>
            <a:custGeom>
              <a:avLst/>
              <a:gdLst>
                <a:gd name="connsiteX0" fmla="*/ 3358991 w 3638550"/>
                <a:gd name="connsiteY0" fmla="*/ 675818 h 2971800"/>
                <a:gd name="connsiteX1" fmla="*/ 3358991 w 3638550"/>
                <a:gd name="connsiteY1" fmla="*/ 675818 h 2971800"/>
                <a:gd name="connsiteX2" fmla="*/ 1865471 w 3638550"/>
                <a:gd name="connsiteY2" fmla="*/ 675818 h 2971800"/>
                <a:gd name="connsiteX3" fmla="*/ 2261711 w 3638550"/>
                <a:gd name="connsiteY3" fmla="*/ 92888 h 2971800"/>
                <a:gd name="connsiteX4" fmla="*/ 2247424 w 3638550"/>
                <a:gd name="connsiteY4" fmla="*/ 16688 h 2971800"/>
                <a:gd name="connsiteX5" fmla="*/ 2171224 w 3638550"/>
                <a:gd name="connsiteY5" fmla="*/ 30975 h 2971800"/>
                <a:gd name="connsiteX6" fmla="*/ 1752124 w 3638550"/>
                <a:gd name="connsiteY6" fmla="*/ 647243 h 2971800"/>
                <a:gd name="connsiteX7" fmla="*/ 1312069 w 3638550"/>
                <a:gd name="connsiteY7" fmla="*/ 251955 h 2971800"/>
                <a:gd name="connsiteX8" fmla="*/ 1234916 w 3638550"/>
                <a:gd name="connsiteY8" fmla="*/ 262433 h 2971800"/>
                <a:gd name="connsiteX9" fmla="*/ 1238726 w 3638550"/>
                <a:gd name="connsiteY9" fmla="*/ 333870 h 2971800"/>
                <a:gd name="connsiteX10" fmla="*/ 1619726 w 3638550"/>
                <a:gd name="connsiteY10" fmla="*/ 676770 h 2971800"/>
                <a:gd name="connsiteX11" fmla="*/ 281464 w 3638550"/>
                <a:gd name="connsiteY11" fmla="*/ 676770 h 2971800"/>
                <a:gd name="connsiteX12" fmla="*/ 7144 w 3638550"/>
                <a:gd name="connsiteY12" fmla="*/ 951090 h 2971800"/>
                <a:gd name="connsiteX13" fmla="*/ 7144 w 3638550"/>
                <a:gd name="connsiteY13" fmla="*/ 2690355 h 2971800"/>
                <a:gd name="connsiteX14" fmla="*/ 281464 w 3638550"/>
                <a:gd name="connsiteY14" fmla="*/ 2964675 h 2971800"/>
                <a:gd name="connsiteX15" fmla="*/ 3359944 w 3638550"/>
                <a:gd name="connsiteY15" fmla="*/ 2964675 h 2971800"/>
                <a:gd name="connsiteX16" fmla="*/ 3634264 w 3638550"/>
                <a:gd name="connsiteY16" fmla="*/ 2690355 h 2971800"/>
                <a:gd name="connsiteX17" fmla="*/ 3634264 w 3638550"/>
                <a:gd name="connsiteY17" fmla="*/ 950138 h 2971800"/>
                <a:gd name="connsiteX18" fmla="*/ 3358991 w 3638550"/>
                <a:gd name="connsiteY18" fmla="*/ 675818 h 2971800"/>
                <a:gd name="connsiteX19" fmla="*/ 3522821 w 3638550"/>
                <a:gd name="connsiteY19" fmla="*/ 2690355 h 2971800"/>
                <a:gd name="connsiteX20" fmla="*/ 3358991 w 3638550"/>
                <a:gd name="connsiteY20" fmla="*/ 2854185 h 2971800"/>
                <a:gd name="connsiteX21" fmla="*/ 281464 w 3638550"/>
                <a:gd name="connsiteY21" fmla="*/ 2854185 h 2971800"/>
                <a:gd name="connsiteX22" fmla="*/ 117634 w 3638550"/>
                <a:gd name="connsiteY22" fmla="*/ 2690355 h 2971800"/>
                <a:gd name="connsiteX23" fmla="*/ 117634 w 3638550"/>
                <a:gd name="connsiteY23" fmla="*/ 950138 h 2971800"/>
                <a:gd name="connsiteX24" fmla="*/ 281464 w 3638550"/>
                <a:gd name="connsiteY24" fmla="*/ 786308 h 2971800"/>
                <a:gd name="connsiteX25" fmla="*/ 3359944 w 3638550"/>
                <a:gd name="connsiteY25" fmla="*/ 786308 h 2971800"/>
                <a:gd name="connsiteX26" fmla="*/ 3523774 w 3638550"/>
                <a:gd name="connsiteY26" fmla="*/ 950138 h 2971800"/>
                <a:gd name="connsiteX27" fmla="*/ 3522821 w 3638550"/>
                <a:gd name="connsiteY27" fmla="*/ 2690355 h 297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638550" h="2971800">
                  <a:moveTo>
                    <a:pt x="3358991" y="675818"/>
                  </a:moveTo>
                  <a:lnTo>
                    <a:pt x="3358991" y="675818"/>
                  </a:lnTo>
                  <a:lnTo>
                    <a:pt x="1865471" y="675818"/>
                  </a:lnTo>
                  <a:lnTo>
                    <a:pt x="2261711" y="92888"/>
                  </a:lnTo>
                  <a:cubicBezTo>
                    <a:pt x="2278856" y="68123"/>
                    <a:pt x="2272189" y="33833"/>
                    <a:pt x="2247424" y="16688"/>
                  </a:cubicBezTo>
                  <a:cubicBezTo>
                    <a:pt x="2222659" y="-457"/>
                    <a:pt x="2188369" y="6210"/>
                    <a:pt x="2171224" y="30975"/>
                  </a:cubicBezTo>
                  <a:lnTo>
                    <a:pt x="1752124" y="647243"/>
                  </a:lnTo>
                  <a:lnTo>
                    <a:pt x="1312069" y="251955"/>
                  </a:lnTo>
                  <a:cubicBezTo>
                    <a:pt x="1287304" y="233858"/>
                    <a:pt x="1253014" y="238620"/>
                    <a:pt x="1234916" y="262433"/>
                  </a:cubicBezTo>
                  <a:cubicBezTo>
                    <a:pt x="1218724" y="284340"/>
                    <a:pt x="1220629" y="313868"/>
                    <a:pt x="1238726" y="333870"/>
                  </a:cubicBezTo>
                  <a:lnTo>
                    <a:pt x="1619726" y="676770"/>
                  </a:lnTo>
                  <a:lnTo>
                    <a:pt x="281464" y="676770"/>
                  </a:lnTo>
                  <a:cubicBezTo>
                    <a:pt x="130016" y="677723"/>
                    <a:pt x="7144" y="799643"/>
                    <a:pt x="7144" y="951090"/>
                  </a:cubicBezTo>
                  <a:lnTo>
                    <a:pt x="7144" y="2690355"/>
                  </a:lnTo>
                  <a:cubicBezTo>
                    <a:pt x="7144" y="2841803"/>
                    <a:pt x="130016" y="2963723"/>
                    <a:pt x="281464" y="2964675"/>
                  </a:cubicBezTo>
                  <a:lnTo>
                    <a:pt x="3359944" y="2964675"/>
                  </a:lnTo>
                  <a:cubicBezTo>
                    <a:pt x="3511391" y="2964675"/>
                    <a:pt x="3633311" y="2841803"/>
                    <a:pt x="3634264" y="2690355"/>
                  </a:cubicBezTo>
                  <a:lnTo>
                    <a:pt x="3634264" y="950138"/>
                  </a:lnTo>
                  <a:cubicBezTo>
                    <a:pt x="3632359" y="798690"/>
                    <a:pt x="3510439" y="676770"/>
                    <a:pt x="3358991" y="675818"/>
                  </a:cubicBezTo>
                  <a:close/>
                  <a:moveTo>
                    <a:pt x="3522821" y="2690355"/>
                  </a:moveTo>
                  <a:cubicBezTo>
                    <a:pt x="3522821" y="2780843"/>
                    <a:pt x="3449479" y="2854185"/>
                    <a:pt x="3358991" y="2854185"/>
                  </a:cubicBezTo>
                  <a:lnTo>
                    <a:pt x="281464" y="2854185"/>
                  </a:lnTo>
                  <a:cubicBezTo>
                    <a:pt x="190976" y="2854185"/>
                    <a:pt x="117634" y="2780843"/>
                    <a:pt x="117634" y="2690355"/>
                  </a:cubicBezTo>
                  <a:lnTo>
                    <a:pt x="117634" y="950138"/>
                  </a:lnTo>
                  <a:cubicBezTo>
                    <a:pt x="117634" y="859650"/>
                    <a:pt x="190976" y="786308"/>
                    <a:pt x="281464" y="786308"/>
                  </a:cubicBezTo>
                  <a:lnTo>
                    <a:pt x="3359944" y="786308"/>
                  </a:lnTo>
                  <a:cubicBezTo>
                    <a:pt x="3450431" y="786308"/>
                    <a:pt x="3523774" y="859650"/>
                    <a:pt x="3523774" y="950138"/>
                  </a:cubicBezTo>
                  <a:lnTo>
                    <a:pt x="3522821" y="26903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F1ED1B7D-4216-4305-9072-E545944BD356}"/>
                </a:ext>
              </a:extLst>
            </p:cNvPr>
            <p:cNvSpPr/>
            <p:nvPr/>
          </p:nvSpPr>
          <p:spPr>
            <a:xfrm>
              <a:off x="7174230" y="2992754"/>
              <a:ext cx="447675" cy="447675"/>
            </a:xfrm>
            <a:custGeom>
              <a:avLst/>
              <a:gdLst>
                <a:gd name="connsiteX0" fmla="*/ 385763 w 447675"/>
                <a:gd name="connsiteY0" fmla="*/ 74295 h 447675"/>
                <a:gd name="connsiteX1" fmla="*/ 382905 w 447675"/>
                <a:gd name="connsiteY1" fmla="*/ 71438 h 447675"/>
                <a:gd name="connsiteX2" fmla="*/ 71438 w 447675"/>
                <a:gd name="connsiteY2" fmla="*/ 71438 h 447675"/>
                <a:gd name="connsiteX3" fmla="*/ 71438 w 447675"/>
                <a:gd name="connsiteY3" fmla="*/ 71438 h 447675"/>
                <a:gd name="connsiteX4" fmla="*/ 71438 w 447675"/>
                <a:gd name="connsiteY4" fmla="*/ 382905 h 447675"/>
                <a:gd name="connsiteX5" fmla="*/ 71438 w 447675"/>
                <a:gd name="connsiteY5" fmla="*/ 382905 h 447675"/>
                <a:gd name="connsiteX6" fmla="*/ 382905 w 447675"/>
                <a:gd name="connsiteY6" fmla="*/ 372428 h 447675"/>
                <a:gd name="connsiteX7" fmla="*/ 385763 w 447675"/>
                <a:gd name="connsiteY7" fmla="*/ 74295 h 447675"/>
                <a:gd name="connsiteX8" fmla="*/ 305752 w 447675"/>
                <a:gd name="connsiteY8" fmla="*/ 304800 h 447675"/>
                <a:gd name="connsiteX9" fmla="*/ 149542 w 447675"/>
                <a:gd name="connsiteY9" fmla="*/ 304800 h 447675"/>
                <a:gd name="connsiteX10" fmla="*/ 160972 w 447675"/>
                <a:gd name="connsiteY10" fmla="*/ 148590 h 447675"/>
                <a:gd name="connsiteX11" fmla="*/ 304800 w 447675"/>
                <a:gd name="connsiteY11" fmla="*/ 148590 h 447675"/>
                <a:gd name="connsiteX12" fmla="*/ 306705 w 447675"/>
                <a:gd name="connsiteY12" fmla="*/ 150495 h 447675"/>
                <a:gd name="connsiteX13" fmla="*/ 304800 w 447675"/>
                <a:gd name="connsiteY13" fmla="*/ 302895 h 447675"/>
                <a:gd name="connsiteX14" fmla="*/ 305752 w 447675"/>
                <a:gd name="connsiteY14" fmla="*/ 304800 h 447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7675" h="447675">
                  <a:moveTo>
                    <a:pt x="385763" y="74295"/>
                  </a:moveTo>
                  <a:lnTo>
                    <a:pt x="382905" y="71438"/>
                  </a:lnTo>
                  <a:cubicBezTo>
                    <a:pt x="297180" y="-14288"/>
                    <a:pt x="157163" y="-14288"/>
                    <a:pt x="71438" y="71438"/>
                  </a:cubicBezTo>
                  <a:cubicBezTo>
                    <a:pt x="71438" y="71438"/>
                    <a:pt x="71438" y="71438"/>
                    <a:pt x="71438" y="71438"/>
                  </a:cubicBezTo>
                  <a:cubicBezTo>
                    <a:pt x="-14288" y="157163"/>
                    <a:pt x="-14288" y="297180"/>
                    <a:pt x="71438" y="382905"/>
                  </a:cubicBezTo>
                  <a:cubicBezTo>
                    <a:pt x="71438" y="382905"/>
                    <a:pt x="71438" y="382905"/>
                    <a:pt x="71438" y="382905"/>
                  </a:cubicBezTo>
                  <a:cubicBezTo>
                    <a:pt x="160020" y="465773"/>
                    <a:pt x="300038" y="461010"/>
                    <a:pt x="382905" y="372428"/>
                  </a:cubicBezTo>
                  <a:cubicBezTo>
                    <a:pt x="460057" y="288608"/>
                    <a:pt x="461963" y="159068"/>
                    <a:pt x="385763" y="74295"/>
                  </a:cubicBezTo>
                  <a:close/>
                  <a:moveTo>
                    <a:pt x="305752" y="304800"/>
                  </a:moveTo>
                  <a:cubicBezTo>
                    <a:pt x="262890" y="347663"/>
                    <a:pt x="192405" y="347663"/>
                    <a:pt x="149542" y="304800"/>
                  </a:cubicBezTo>
                  <a:cubicBezTo>
                    <a:pt x="109538" y="258128"/>
                    <a:pt x="115252" y="188595"/>
                    <a:pt x="160972" y="148590"/>
                  </a:cubicBezTo>
                  <a:cubicBezTo>
                    <a:pt x="202882" y="112395"/>
                    <a:pt x="263842" y="112395"/>
                    <a:pt x="304800" y="148590"/>
                  </a:cubicBezTo>
                  <a:lnTo>
                    <a:pt x="306705" y="150495"/>
                  </a:lnTo>
                  <a:cubicBezTo>
                    <a:pt x="346710" y="193358"/>
                    <a:pt x="345757" y="260985"/>
                    <a:pt x="304800" y="302895"/>
                  </a:cubicBezTo>
                  <a:lnTo>
                    <a:pt x="305752" y="3048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C4964381-7C0F-4804-8CB9-3CC6333BE492}"/>
                </a:ext>
              </a:extLst>
            </p:cNvPr>
            <p:cNvSpPr/>
            <p:nvPr/>
          </p:nvSpPr>
          <p:spPr>
            <a:xfrm>
              <a:off x="7228046" y="3563778"/>
              <a:ext cx="342900" cy="342900"/>
            </a:xfrm>
            <a:custGeom>
              <a:avLst/>
              <a:gdLst>
                <a:gd name="connsiteX0" fmla="*/ 290036 w 342900"/>
                <a:gd name="connsiteY0" fmla="*/ 55721 h 342900"/>
                <a:gd name="connsiteX1" fmla="*/ 172879 w 342900"/>
                <a:gd name="connsiteY1" fmla="*/ 7144 h 342900"/>
                <a:gd name="connsiteX2" fmla="*/ 7144 w 342900"/>
                <a:gd name="connsiteY2" fmla="*/ 172879 h 342900"/>
                <a:gd name="connsiteX3" fmla="*/ 172879 w 342900"/>
                <a:gd name="connsiteY3" fmla="*/ 338614 h 342900"/>
                <a:gd name="connsiteX4" fmla="*/ 338614 w 342900"/>
                <a:gd name="connsiteY4" fmla="*/ 172879 h 342900"/>
                <a:gd name="connsiteX5" fmla="*/ 290036 w 342900"/>
                <a:gd name="connsiteY5" fmla="*/ 55721 h 342900"/>
                <a:gd name="connsiteX6" fmla="*/ 211931 w 342900"/>
                <a:gd name="connsiteY6" fmla="*/ 211931 h 342900"/>
                <a:gd name="connsiteX7" fmla="*/ 211931 w 342900"/>
                <a:gd name="connsiteY7" fmla="*/ 211931 h 342900"/>
                <a:gd name="connsiteX8" fmla="*/ 132874 w 342900"/>
                <a:gd name="connsiteY8" fmla="*/ 212884 h 342900"/>
                <a:gd name="connsiteX9" fmla="*/ 132874 w 342900"/>
                <a:gd name="connsiteY9" fmla="*/ 134779 h 342900"/>
                <a:gd name="connsiteX10" fmla="*/ 210979 w 342900"/>
                <a:gd name="connsiteY10" fmla="*/ 134779 h 342900"/>
                <a:gd name="connsiteX11" fmla="*/ 227171 w 342900"/>
                <a:gd name="connsiteY11" fmla="*/ 174784 h 342900"/>
                <a:gd name="connsiteX12" fmla="*/ 211931 w 342900"/>
                <a:gd name="connsiteY12" fmla="*/ 211931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2900" h="342900">
                  <a:moveTo>
                    <a:pt x="290036" y="55721"/>
                  </a:moveTo>
                  <a:cubicBezTo>
                    <a:pt x="258604" y="24289"/>
                    <a:pt x="216694" y="7144"/>
                    <a:pt x="172879" y="7144"/>
                  </a:cubicBezTo>
                  <a:cubicBezTo>
                    <a:pt x="81439" y="7144"/>
                    <a:pt x="7144" y="81439"/>
                    <a:pt x="7144" y="172879"/>
                  </a:cubicBezTo>
                  <a:cubicBezTo>
                    <a:pt x="7144" y="264319"/>
                    <a:pt x="81439" y="338614"/>
                    <a:pt x="172879" y="338614"/>
                  </a:cubicBezTo>
                  <a:cubicBezTo>
                    <a:pt x="264319" y="338614"/>
                    <a:pt x="338614" y="264319"/>
                    <a:pt x="338614" y="172879"/>
                  </a:cubicBezTo>
                  <a:cubicBezTo>
                    <a:pt x="337661" y="129064"/>
                    <a:pt x="320516" y="87154"/>
                    <a:pt x="290036" y="55721"/>
                  </a:cubicBezTo>
                  <a:close/>
                  <a:moveTo>
                    <a:pt x="211931" y="211931"/>
                  </a:moveTo>
                  <a:lnTo>
                    <a:pt x="211931" y="211931"/>
                  </a:lnTo>
                  <a:cubicBezTo>
                    <a:pt x="190024" y="233839"/>
                    <a:pt x="154781" y="233839"/>
                    <a:pt x="132874" y="212884"/>
                  </a:cubicBezTo>
                  <a:cubicBezTo>
                    <a:pt x="110966" y="191929"/>
                    <a:pt x="110966" y="156686"/>
                    <a:pt x="132874" y="134779"/>
                  </a:cubicBezTo>
                  <a:cubicBezTo>
                    <a:pt x="154781" y="112871"/>
                    <a:pt x="189071" y="112871"/>
                    <a:pt x="210979" y="134779"/>
                  </a:cubicBezTo>
                  <a:cubicBezTo>
                    <a:pt x="221456" y="145256"/>
                    <a:pt x="227171" y="159544"/>
                    <a:pt x="227171" y="174784"/>
                  </a:cubicBezTo>
                  <a:cubicBezTo>
                    <a:pt x="227171" y="188119"/>
                    <a:pt x="221456" y="201454"/>
                    <a:pt x="211931" y="21193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80" name="Google Shape;1557;p71">
            <a:extLst>
              <a:ext uri="{FF2B5EF4-FFF2-40B4-BE49-F238E27FC236}">
                <a16:creationId xmlns:a16="http://schemas.microsoft.com/office/drawing/2014/main" id="{09453E08-E199-423A-AF54-3282485723FF}"/>
              </a:ext>
            </a:extLst>
          </p:cNvPr>
          <p:cNvSpPr txBox="1"/>
          <p:nvPr/>
        </p:nvSpPr>
        <p:spPr>
          <a:xfrm>
            <a:off x="456370" y="392646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roxima Nova Semibold"/>
              </a:rPr>
              <a:t>Business outline Icon</a:t>
            </a:r>
            <a:endParaRPr sz="20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Proxima Nova Semibold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BFE288B1-8909-4046-99A5-CBA659C7B1B8}"/>
              </a:ext>
            </a:extLst>
          </p:cNvPr>
          <p:cNvSpPr txBox="1"/>
          <p:nvPr/>
        </p:nvSpPr>
        <p:spPr>
          <a:xfrm>
            <a:off x="456370" y="782236"/>
            <a:ext cx="70473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1600"/>
              </a:spcAft>
            </a:pPr>
            <a:r>
              <a:rPr lang="en-US" sz="1050" dirty="0">
                <a:solidFill>
                  <a:schemeClr val="tx2"/>
                </a:solidFill>
                <a:ea typeface="Proxima Nova"/>
                <a:cs typeface="Proxima Nova"/>
                <a:sym typeface="Proxima Nova"/>
              </a:rPr>
              <a:t>You can easily resize these resources keeping the quality.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BD189F-1ABA-D54F-B8B0-6854AF804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BA69586-E6B3-B646-96E5-E7A8350A3CC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185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aphic 1">
            <a:extLst>
              <a:ext uri="{FF2B5EF4-FFF2-40B4-BE49-F238E27FC236}">
                <a16:creationId xmlns:a16="http://schemas.microsoft.com/office/drawing/2014/main" id="{17BF7E84-68A9-4387-98ED-A0D0205E8715}"/>
              </a:ext>
            </a:extLst>
          </p:cNvPr>
          <p:cNvGrpSpPr>
            <a:grpSpLocks noChangeAspect="1"/>
          </p:cNvGrpSpPr>
          <p:nvPr/>
        </p:nvGrpSpPr>
        <p:grpSpPr>
          <a:xfrm>
            <a:off x="7515570" y="4944961"/>
            <a:ext cx="502920" cy="502920"/>
            <a:chOff x="3810000" y="1143000"/>
            <a:chExt cx="487680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A248F88-9684-47F4-A942-EBB15B8D9228}"/>
                </a:ext>
              </a:extLst>
            </p:cNvPr>
            <p:cNvSpPr/>
            <p:nvPr/>
          </p:nvSpPr>
          <p:spPr>
            <a:xfrm>
              <a:off x="3802856" y="2111216"/>
              <a:ext cx="4886325" cy="3914775"/>
            </a:xfrm>
            <a:custGeom>
              <a:avLst/>
              <a:gdLst>
                <a:gd name="connsiteX0" fmla="*/ 4802981 w 4886325"/>
                <a:gd name="connsiteY0" fmla="*/ 3745706 h 3914775"/>
                <a:gd name="connsiteX1" fmla="*/ 4559141 w 4886325"/>
                <a:gd name="connsiteY1" fmla="*/ 3745706 h 3914775"/>
                <a:gd name="connsiteX2" fmla="*/ 4559141 w 4886325"/>
                <a:gd name="connsiteY2" fmla="*/ 88106 h 3914775"/>
                <a:gd name="connsiteX3" fmla="*/ 4478179 w 4886325"/>
                <a:gd name="connsiteY3" fmla="*/ 7144 h 3914775"/>
                <a:gd name="connsiteX4" fmla="*/ 3827621 w 4886325"/>
                <a:gd name="connsiteY4" fmla="*/ 7144 h 3914775"/>
                <a:gd name="connsiteX5" fmla="*/ 3746659 w 4886325"/>
                <a:gd name="connsiteY5" fmla="*/ 88106 h 3914775"/>
                <a:gd name="connsiteX6" fmla="*/ 3746659 w 4886325"/>
                <a:gd name="connsiteY6" fmla="*/ 3745706 h 3914775"/>
                <a:gd name="connsiteX7" fmla="*/ 3421856 w 4886325"/>
                <a:gd name="connsiteY7" fmla="*/ 3745706 h 3914775"/>
                <a:gd name="connsiteX8" fmla="*/ 3421856 w 4886325"/>
                <a:gd name="connsiteY8" fmla="*/ 1714024 h 3914775"/>
                <a:gd name="connsiteX9" fmla="*/ 3340894 w 4886325"/>
                <a:gd name="connsiteY9" fmla="*/ 1633061 h 3914775"/>
                <a:gd name="connsiteX10" fmla="*/ 2690336 w 4886325"/>
                <a:gd name="connsiteY10" fmla="*/ 1633061 h 3914775"/>
                <a:gd name="connsiteX11" fmla="*/ 2609374 w 4886325"/>
                <a:gd name="connsiteY11" fmla="*/ 1714024 h 3914775"/>
                <a:gd name="connsiteX12" fmla="*/ 2609374 w 4886325"/>
                <a:gd name="connsiteY12" fmla="*/ 3745706 h 3914775"/>
                <a:gd name="connsiteX13" fmla="*/ 2284571 w 4886325"/>
                <a:gd name="connsiteY13" fmla="*/ 3745706 h 3914775"/>
                <a:gd name="connsiteX14" fmla="*/ 2284571 w 4886325"/>
                <a:gd name="connsiteY14" fmla="*/ 657701 h 3914775"/>
                <a:gd name="connsiteX15" fmla="*/ 2203609 w 4886325"/>
                <a:gd name="connsiteY15" fmla="*/ 576739 h 3914775"/>
                <a:gd name="connsiteX16" fmla="*/ 1553051 w 4886325"/>
                <a:gd name="connsiteY16" fmla="*/ 576739 h 3914775"/>
                <a:gd name="connsiteX17" fmla="*/ 1472089 w 4886325"/>
                <a:gd name="connsiteY17" fmla="*/ 657701 h 3914775"/>
                <a:gd name="connsiteX18" fmla="*/ 1472089 w 4886325"/>
                <a:gd name="connsiteY18" fmla="*/ 3746659 h 3914775"/>
                <a:gd name="connsiteX19" fmla="*/ 1147286 w 4886325"/>
                <a:gd name="connsiteY19" fmla="*/ 3746659 h 3914775"/>
                <a:gd name="connsiteX20" fmla="*/ 1147286 w 4886325"/>
                <a:gd name="connsiteY20" fmla="*/ 3015139 h 3914775"/>
                <a:gd name="connsiteX21" fmla="*/ 1066324 w 4886325"/>
                <a:gd name="connsiteY21" fmla="*/ 2934176 h 3914775"/>
                <a:gd name="connsiteX22" fmla="*/ 413861 w 4886325"/>
                <a:gd name="connsiteY22" fmla="*/ 2934176 h 3914775"/>
                <a:gd name="connsiteX23" fmla="*/ 332899 w 4886325"/>
                <a:gd name="connsiteY23" fmla="*/ 3015139 h 3914775"/>
                <a:gd name="connsiteX24" fmla="*/ 332899 w 4886325"/>
                <a:gd name="connsiteY24" fmla="*/ 3746659 h 3914775"/>
                <a:gd name="connsiteX25" fmla="*/ 88106 w 4886325"/>
                <a:gd name="connsiteY25" fmla="*/ 3746659 h 3914775"/>
                <a:gd name="connsiteX26" fmla="*/ 7144 w 4886325"/>
                <a:gd name="connsiteY26" fmla="*/ 3827621 h 3914775"/>
                <a:gd name="connsiteX27" fmla="*/ 88106 w 4886325"/>
                <a:gd name="connsiteY27" fmla="*/ 3908584 h 3914775"/>
                <a:gd name="connsiteX28" fmla="*/ 4802029 w 4886325"/>
                <a:gd name="connsiteY28" fmla="*/ 3908584 h 3914775"/>
                <a:gd name="connsiteX29" fmla="*/ 4882991 w 4886325"/>
                <a:gd name="connsiteY29" fmla="*/ 3827621 h 3914775"/>
                <a:gd name="connsiteX30" fmla="*/ 4802981 w 4886325"/>
                <a:gd name="connsiteY30" fmla="*/ 3745706 h 391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886325" h="3914775">
                  <a:moveTo>
                    <a:pt x="4802981" y="3745706"/>
                  </a:moveTo>
                  <a:lnTo>
                    <a:pt x="4559141" y="3745706"/>
                  </a:lnTo>
                  <a:lnTo>
                    <a:pt x="4559141" y="88106"/>
                  </a:lnTo>
                  <a:cubicBezTo>
                    <a:pt x="4559141" y="43339"/>
                    <a:pt x="4522947" y="7144"/>
                    <a:pt x="4478179" y="7144"/>
                  </a:cubicBezTo>
                  <a:lnTo>
                    <a:pt x="3827621" y="7144"/>
                  </a:lnTo>
                  <a:cubicBezTo>
                    <a:pt x="3782854" y="7144"/>
                    <a:pt x="3746659" y="43339"/>
                    <a:pt x="3746659" y="88106"/>
                  </a:cubicBezTo>
                  <a:lnTo>
                    <a:pt x="3746659" y="3745706"/>
                  </a:lnTo>
                  <a:lnTo>
                    <a:pt x="3421856" y="3745706"/>
                  </a:lnTo>
                  <a:lnTo>
                    <a:pt x="3421856" y="1714024"/>
                  </a:lnTo>
                  <a:cubicBezTo>
                    <a:pt x="3421856" y="1669256"/>
                    <a:pt x="3385661" y="1633061"/>
                    <a:pt x="3340894" y="1633061"/>
                  </a:cubicBezTo>
                  <a:lnTo>
                    <a:pt x="2690336" y="1633061"/>
                  </a:lnTo>
                  <a:cubicBezTo>
                    <a:pt x="2645569" y="1633061"/>
                    <a:pt x="2609374" y="1669256"/>
                    <a:pt x="2609374" y="1714024"/>
                  </a:cubicBezTo>
                  <a:lnTo>
                    <a:pt x="2609374" y="3745706"/>
                  </a:lnTo>
                  <a:lnTo>
                    <a:pt x="2284571" y="3745706"/>
                  </a:lnTo>
                  <a:lnTo>
                    <a:pt x="2284571" y="657701"/>
                  </a:lnTo>
                  <a:cubicBezTo>
                    <a:pt x="2284571" y="612934"/>
                    <a:pt x="2248376" y="576739"/>
                    <a:pt x="2203609" y="576739"/>
                  </a:cubicBezTo>
                  <a:lnTo>
                    <a:pt x="1553051" y="576739"/>
                  </a:lnTo>
                  <a:cubicBezTo>
                    <a:pt x="1508284" y="576739"/>
                    <a:pt x="1472089" y="612934"/>
                    <a:pt x="1472089" y="657701"/>
                  </a:cubicBezTo>
                  <a:lnTo>
                    <a:pt x="1472089" y="3746659"/>
                  </a:lnTo>
                  <a:lnTo>
                    <a:pt x="1147286" y="3746659"/>
                  </a:lnTo>
                  <a:lnTo>
                    <a:pt x="1147286" y="3015139"/>
                  </a:lnTo>
                  <a:cubicBezTo>
                    <a:pt x="1147286" y="2970371"/>
                    <a:pt x="1111091" y="2934176"/>
                    <a:pt x="1066324" y="2934176"/>
                  </a:cubicBezTo>
                  <a:lnTo>
                    <a:pt x="413861" y="2934176"/>
                  </a:lnTo>
                  <a:cubicBezTo>
                    <a:pt x="369094" y="2934176"/>
                    <a:pt x="332899" y="2970371"/>
                    <a:pt x="332899" y="3015139"/>
                  </a:cubicBezTo>
                  <a:lnTo>
                    <a:pt x="332899" y="3746659"/>
                  </a:lnTo>
                  <a:lnTo>
                    <a:pt x="88106" y="3746659"/>
                  </a:lnTo>
                  <a:cubicBezTo>
                    <a:pt x="43339" y="3746659"/>
                    <a:pt x="7144" y="3782854"/>
                    <a:pt x="7144" y="3827621"/>
                  </a:cubicBezTo>
                  <a:cubicBezTo>
                    <a:pt x="7144" y="3872389"/>
                    <a:pt x="43339" y="3908584"/>
                    <a:pt x="88106" y="3908584"/>
                  </a:cubicBezTo>
                  <a:lnTo>
                    <a:pt x="4802029" y="3908584"/>
                  </a:lnTo>
                  <a:cubicBezTo>
                    <a:pt x="4846797" y="3908584"/>
                    <a:pt x="4882991" y="3872389"/>
                    <a:pt x="4882991" y="3827621"/>
                  </a:cubicBezTo>
                  <a:cubicBezTo>
                    <a:pt x="4883944" y="3782854"/>
                    <a:pt x="4847749" y="3745706"/>
                    <a:pt x="4802981" y="37457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5DFBCB2-83E5-47AD-8DA3-6E2E310C88FC}"/>
                </a:ext>
              </a:extLst>
            </p:cNvPr>
            <p:cNvSpPr/>
            <p:nvPr/>
          </p:nvSpPr>
          <p:spPr>
            <a:xfrm>
              <a:off x="4778216" y="1135856"/>
              <a:ext cx="1800225" cy="1390650"/>
            </a:xfrm>
            <a:custGeom>
              <a:avLst/>
              <a:gdLst>
                <a:gd name="connsiteX0" fmla="*/ 88106 w 1800225"/>
                <a:gd name="connsiteY0" fmla="*/ 1145381 h 1390650"/>
                <a:gd name="connsiteX1" fmla="*/ 623411 w 1800225"/>
                <a:gd name="connsiteY1" fmla="*/ 1145381 h 1390650"/>
                <a:gd name="connsiteX2" fmla="*/ 843439 w 1800225"/>
                <a:gd name="connsiteY2" fmla="*/ 1365409 h 1390650"/>
                <a:gd name="connsiteX3" fmla="*/ 900589 w 1800225"/>
                <a:gd name="connsiteY3" fmla="*/ 1389221 h 1390650"/>
                <a:gd name="connsiteX4" fmla="*/ 957739 w 1800225"/>
                <a:gd name="connsiteY4" fmla="*/ 1365409 h 1390650"/>
                <a:gd name="connsiteX5" fmla="*/ 1177766 w 1800225"/>
                <a:gd name="connsiteY5" fmla="*/ 1145381 h 1390650"/>
                <a:gd name="connsiteX6" fmla="*/ 1713071 w 1800225"/>
                <a:gd name="connsiteY6" fmla="*/ 1145381 h 1390650"/>
                <a:gd name="connsiteX7" fmla="*/ 1794034 w 1800225"/>
                <a:gd name="connsiteY7" fmla="*/ 1064419 h 1390650"/>
                <a:gd name="connsiteX8" fmla="*/ 1794034 w 1800225"/>
                <a:gd name="connsiteY8" fmla="*/ 88106 h 1390650"/>
                <a:gd name="connsiteX9" fmla="*/ 1713071 w 1800225"/>
                <a:gd name="connsiteY9" fmla="*/ 7144 h 1390650"/>
                <a:gd name="connsiteX10" fmla="*/ 88106 w 1800225"/>
                <a:gd name="connsiteY10" fmla="*/ 7144 h 1390650"/>
                <a:gd name="connsiteX11" fmla="*/ 7144 w 1800225"/>
                <a:gd name="connsiteY11" fmla="*/ 88106 h 1390650"/>
                <a:gd name="connsiteX12" fmla="*/ 7144 w 1800225"/>
                <a:gd name="connsiteY12" fmla="*/ 1063466 h 1390650"/>
                <a:gd name="connsiteX13" fmla="*/ 88106 w 1800225"/>
                <a:gd name="connsiteY13" fmla="*/ 1145381 h 1390650"/>
                <a:gd name="connsiteX14" fmla="*/ 1389221 w 1800225"/>
                <a:gd name="connsiteY14" fmla="*/ 819626 h 1390650"/>
                <a:gd name="connsiteX15" fmla="*/ 901541 w 1800225"/>
                <a:gd name="connsiteY15" fmla="*/ 819626 h 1390650"/>
                <a:gd name="connsiteX16" fmla="*/ 820579 w 1800225"/>
                <a:gd name="connsiteY16" fmla="*/ 738664 h 1390650"/>
                <a:gd name="connsiteX17" fmla="*/ 901541 w 1800225"/>
                <a:gd name="connsiteY17" fmla="*/ 657701 h 1390650"/>
                <a:gd name="connsiteX18" fmla="*/ 1389221 w 1800225"/>
                <a:gd name="connsiteY18" fmla="*/ 657701 h 1390650"/>
                <a:gd name="connsiteX19" fmla="*/ 1470184 w 1800225"/>
                <a:gd name="connsiteY19" fmla="*/ 738664 h 1390650"/>
                <a:gd name="connsiteX20" fmla="*/ 1389221 w 1800225"/>
                <a:gd name="connsiteY20" fmla="*/ 819626 h 1390650"/>
                <a:gd name="connsiteX21" fmla="*/ 1226344 w 1800225"/>
                <a:gd name="connsiteY21" fmla="*/ 331946 h 1390650"/>
                <a:gd name="connsiteX22" fmla="*/ 1389221 w 1800225"/>
                <a:gd name="connsiteY22" fmla="*/ 331946 h 1390650"/>
                <a:gd name="connsiteX23" fmla="*/ 1470184 w 1800225"/>
                <a:gd name="connsiteY23" fmla="*/ 412909 h 1390650"/>
                <a:gd name="connsiteX24" fmla="*/ 1389221 w 1800225"/>
                <a:gd name="connsiteY24" fmla="*/ 493871 h 1390650"/>
                <a:gd name="connsiteX25" fmla="*/ 1226344 w 1800225"/>
                <a:gd name="connsiteY25" fmla="*/ 493871 h 1390650"/>
                <a:gd name="connsiteX26" fmla="*/ 1145381 w 1800225"/>
                <a:gd name="connsiteY26" fmla="*/ 412909 h 1390650"/>
                <a:gd name="connsiteX27" fmla="*/ 1226344 w 1800225"/>
                <a:gd name="connsiteY27" fmla="*/ 331946 h 1390650"/>
                <a:gd name="connsiteX28" fmla="*/ 413861 w 1800225"/>
                <a:gd name="connsiteY28" fmla="*/ 331946 h 1390650"/>
                <a:gd name="connsiteX29" fmla="*/ 901541 w 1800225"/>
                <a:gd name="connsiteY29" fmla="*/ 331946 h 1390650"/>
                <a:gd name="connsiteX30" fmla="*/ 982504 w 1800225"/>
                <a:gd name="connsiteY30" fmla="*/ 412909 h 1390650"/>
                <a:gd name="connsiteX31" fmla="*/ 901541 w 1800225"/>
                <a:gd name="connsiteY31" fmla="*/ 493871 h 1390650"/>
                <a:gd name="connsiteX32" fmla="*/ 413861 w 1800225"/>
                <a:gd name="connsiteY32" fmla="*/ 493871 h 1390650"/>
                <a:gd name="connsiteX33" fmla="*/ 332899 w 1800225"/>
                <a:gd name="connsiteY33" fmla="*/ 412909 h 1390650"/>
                <a:gd name="connsiteX34" fmla="*/ 413861 w 1800225"/>
                <a:gd name="connsiteY34" fmla="*/ 331946 h 1390650"/>
                <a:gd name="connsiteX35" fmla="*/ 413861 w 1800225"/>
                <a:gd name="connsiteY35" fmla="*/ 657701 h 1390650"/>
                <a:gd name="connsiteX36" fmla="*/ 576739 w 1800225"/>
                <a:gd name="connsiteY36" fmla="*/ 657701 h 1390650"/>
                <a:gd name="connsiteX37" fmla="*/ 657701 w 1800225"/>
                <a:gd name="connsiteY37" fmla="*/ 738664 h 1390650"/>
                <a:gd name="connsiteX38" fmla="*/ 576739 w 1800225"/>
                <a:gd name="connsiteY38" fmla="*/ 819626 h 1390650"/>
                <a:gd name="connsiteX39" fmla="*/ 413861 w 1800225"/>
                <a:gd name="connsiteY39" fmla="*/ 819626 h 1390650"/>
                <a:gd name="connsiteX40" fmla="*/ 332899 w 1800225"/>
                <a:gd name="connsiteY40" fmla="*/ 738664 h 1390650"/>
                <a:gd name="connsiteX41" fmla="*/ 413861 w 1800225"/>
                <a:gd name="connsiteY41" fmla="*/ 657701 h 13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800225" h="1390650">
                  <a:moveTo>
                    <a:pt x="88106" y="1145381"/>
                  </a:moveTo>
                  <a:lnTo>
                    <a:pt x="623411" y="1145381"/>
                  </a:lnTo>
                  <a:lnTo>
                    <a:pt x="843439" y="1365409"/>
                  </a:lnTo>
                  <a:cubicBezTo>
                    <a:pt x="859631" y="1381601"/>
                    <a:pt x="879634" y="1389221"/>
                    <a:pt x="900589" y="1389221"/>
                  </a:cubicBezTo>
                  <a:cubicBezTo>
                    <a:pt x="921544" y="1389221"/>
                    <a:pt x="942499" y="1381601"/>
                    <a:pt x="957739" y="1365409"/>
                  </a:cubicBezTo>
                  <a:lnTo>
                    <a:pt x="1177766" y="1145381"/>
                  </a:lnTo>
                  <a:lnTo>
                    <a:pt x="1713071" y="1145381"/>
                  </a:lnTo>
                  <a:cubicBezTo>
                    <a:pt x="1757839" y="1145381"/>
                    <a:pt x="1794034" y="1109186"/>
                    <a:pt x="1794034" y="1064419"/>
                  </a:cubicBezTo>
                  <a:lnTo>
                    <a:pt x="1794034" y="88106"/>
                  </a:lnTo>
                  <a:cubicBezTo>
                    <a:pt x="1794034" y="43339"/>
                    <a:pt x="1757839" y="7144"/>
                    <a:pt x="1713071" y="7144"/>
                  </a:cubicBezTo>
                  <a:lnTo>
                    <a:pt x="88106" y="7144"/>
                  </a:lnTo>
                  <a:cubicBezTo>
                    <a:pt x="43339" y="7144"/>
                    <a:pt x="7144" y="43339"/>
                    <a:pt x="7144" y="88106"/>
                  </a:cubicBezTo>
                  <a:lnTo>
                    <a:pt x="7144" y="1063466"/>
                  </a:lnTo>
                  <a:cubicBezTo>
                    <a:pt x="7144" y="1108234"/>
                    <a:pt x="43339" y="1145381"/>
                    <a:pt x="88106" y="1145381"/>
                  </a:cubicBezTo>
                  <a:close/>
                  <a:moveTo>
                    <a:pt x="1389221" y="819626"/>
                  </a:moveTo>
                  <a:lnTo>
                    <a:pt x="901541" y="819626"/>
                  </a:lnTo>
                  <a:cubicBezTo>
                    <a:pt x="856774" y="819626"/>
                    <a:pt x="820579" y="783431"/>
                    <a:pt x="820579" y="738664"/>
                  </a:cubicBezTo>
                  <a:cubicBezTo>
                    <a:pt x="820579" y="693896"/>
                    <a:pt x="856774" y="657701"/>
                    <a:pt x="901541" y="657701"/>
                  </a:cubicBezTo>
                  <a:lnTo>
                    <a:pt x="1389221" y="657701"/>
                  </a:lnTo>
                  <a:cubicBezTo>
                    <a:pt x="1433989" y="657701"/>
                    <a:pt x="1470184" y="693896"/>
                    <a:pt x="1470184" y="738664"/>
                  </a:cubicBezTo>
                  <a:cubicBezTo>
                    <a:pt x="1470184" y="783431"/>
                    <a:pt x="1433989" y="819626"/>
                    <a:pt x="1389221" y="819626"/>
                  </a:cubicBezTo>
                  <a:close/>
                  <a:moveTo>
                    <a:pt x="1226344" y="331946"/>
                  </a:moveTo>
                  <a:lnTo>
                    <a:pt x="1389221" y="331946"/>
                  </a:lnTo>
                  <a:cubicBezTo>
                    <a:pt x="1433989" y="331946"/>
                    <a:pt x="1470184" y="368141"/>
                    <a:pt x="1470184" y="412909"/>
                  </a:cubicBezTo>
                  <a:cubicBezTo>
                    <a:pt x="1470184" y="457676"/>
                    <a:pt x="1433989" y="493871"/>
                    <a:pt x="1389221" y="493871"/>
                  </a:cubicBezTo>
                  <a:lnTo>
                    <a:pt x="1226344" y="493871"/>
                  </a:lnTo>
                  <a:cubicBezTo>
                    <a:pt x="1181576" y="493871"/>
                    <a:pt x="1145381" y="457676"/>
                    <a:pt x="1145381" y="412909"/>
                  </a:cubicBezTo>
                  <a:cubicBezTo>
                    <a:pt x="1145381" y="368141"/>
                    <a:pt x="1181576" y="331946"/>
                    <a:pt x="1226344" y="331946"/>
                  </a:cubicBezTo>
                  <a:close/>
                  <a:moveTo>
                    <a:pt x="413861" y="331946"/>
                  </a:moveTo>
                  <a:lnTo>
                    <a:pt x="901541" y="331946"/>
                  </a:lnTo>
                  <a:cubicBezTo>
                    <a:pt x="946309" y="331946"/>
                    <a:pt x="982504" y="368141"/>
                    <a:pt x="982504" y="412909"/>
                  </a:cubicBezTo>
                  <a:cubicBezTo>
                    <a:pt x="982504" y="457676"/>
                    <a:pt x="946309" y="493871"/>
                    <a:pt x="901541" y="493871"/>
                  </a:cubicBezTo>
                  <a:lnTo>
                    <a:pt x="413861" y="493871"/>
                  </a:lnTo>
                  <a:cubicBezTo>
                    <a:pt x="369094" y="493871"/>
                    <a:pt x="332899" y="457676"/>
                    <a:pt x="332899" y="412909"/>
                  </a:cubicBezTo>
                  <a:cubicBezTo>
                    <a:pt x="332899" y="368141"/>
                    <a:pt x="369094" y="331946"/>
                    <a:pt x="413861" y="331946"/>
                  </a:cubicBezTo>
                  <a:close/>
                  <a:moveTo>
                    <a:pt x="413861" y="657701"/>
                  </a:moveTo>
                  <a:lnTo>
                    <a:pt x="576739" y="657701"/>
                  </a:lnTo>
                  <a:cubicBezTo>
                    <a:pt x="621506" y="657701"/>
                    <a:pt x="657701" y="693896"/>
                    <a:pt x="657701" y="738664"/>
                  </a:cubicBezTo>
                  <a:cubicBezTo>
                    <a:pt x="657701" y="783431"/>
                    <a:pt x="621506" y="819626"/>
                    <a:pt x="576739" y="819626"/>
                  </a:cubicBezTo>
                  <a:lnTo>
                    <a:pt x="413861" y="819626"/>
                  </a:lnTo>
                  <a:cubicBezTo>
                    <a:pt x="369094" y="819626"/>
                    <a:pt x="332899" y="783431"/>
                    <a:pt x="332899" y="738664"/>
                  </a:cubicBezTo>
                  <a:cubicBezTo>
                    <a:pt x="332899" y="693896"/>
                    <a:pt x="369094" y="657701"/>
                    <a:pt x="413861" y="657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7" name="Graphic 2">
            <a:extLst>
              <a:ext uri="{FF2B5EF4-FFF2-40B4-BE49-F238E27FC236}">
                <a16:creationId xmlns:a16="http://schemas.microsoft.com/office/drawing/2014/main" id="{8309855E-7553-48B6-9B60-C12115F610C2}"/>
              </a:ext>
            </a:extLst>
          </p:cNvPr>
          <p:cNvGrpSpPr>
            <a:grpSpLocks noChangeAspect="1"/>
          </p:cNvGrpSpPr>
          <p:nvPr/>
        </p:nvGrpSpPr>
        <p:grpSpPr>
          <a:xfrm>
            <a:off x="8567161" y="4944961"/>
            <a:ext cx="497099" cy="502920"/>
            <a:chOff x="4214813" y="1524000"/>
            <a:chExt cx="4067175" cy="4114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F366CA8-D9FA-414A-9F53-5908BCF24861}"/>
                </a:ext>
              </a:extLst>
            </p:cNvPr>
            <p:cNvSpPr/>
            <p:nvPr/>
          </p:nvSpPr>
          <p:spPr>
            <a:xfrm>
              <a:off x="4207669" y="3814286"/>
              <a:ext cx="1085850" cy="962025"/>
            </a:xfrm>
            <a:custGeom>
              <a:avLst/>
              <a:gdLst>
                <a:gd name="connsiteX0" fmla="*/ 974884 w 1085850"/>
                <a:gd name="connsiteY0" fmla="*/ 7144 h 962025"/>
                <a:gd name="connsiteX1" fmla="*/ 7144 w 1085850"/>
                <a:gd name="connsiteY1" fmla="*/ 7144 h 962025"/>
                <a:gd name="connsiteX2" fmla="*/ 398621 w 1085850"/>
                <a:gd name="connsiteY2" fmla="*/ 954881 h 962025"/>
                <a:gd name="connsiteX3" fmla="*/ 1083469 w 1085850"/>
                <a:gd name="connsiteY3" fmla="*/ 270034 h 962025"/>
                <a:gd name="connsiteX4" fmla="*/ 974884 w 1085850"/>
                <a:gd name="connsiteY4" fmla="*/ 7144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50" h="962025">
                  <a:moveTo>
                    <a:pt x="974884" y="7144"/>
                  </a:moveTo>
                  <a:lnTo>
                    <a:pt x="7144" y="7144"/>
                  </a:lnTo>
                  <a:cubicBezTo>
                    <a:pt x="54769" y="351949"/>
                    <a:pt x="189071" y="677704"/>
                    <a:pt x="398621" y="954881"/>
                  </a:cubicBezTo>
                  <a:lnTo>
                    <a:pt x="1083469" y="270034"/>
                  </a:lnTo>
                  <a:cubicBezTo>
                    <a:pt x="1035844" y="188119"/>
                    <a:pt x="998696" y="99536"/>
                    <a:pt x="97488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A8A5E6B-E8E4-4135-95C3-FF60929EEF75}"/>
                </a:ext>
              </a:extLst>
            </p:cNvPr>
            <p:cNvSpPr/>
            <p:nvPr/>
          </p:nvSpPr>
          <p:spPr>
            <a:xfrm>
              <a:off x="4999197" y="4477226"/>
              <a:ext cx="962025" cy="1085850"/>
            </a:xfrm>
            <a:custGeom>
              <a:avLst/>
              <a:gdLst>
                <a:gd name="connsiteX0" fmla="*/ 691039 w 962025"/>
                <a:gd name="connsiteY0" fmla="*/ 7144 h 1085850"/>
                <a:gd name="connsiteX1" fmla="*/ 7144 w 962025"/>
                <a:gd name="connsiteY1" fmla="*/ 691992 h 1085850"/>
                <a:gd name="connsiteX2" fmla="*/ 959644 w 962025"/>
                <a:gd name="connsiteY2" fmla="*/ 1084421 h 1085850"/>
                <a:gd name="connsiteX3" fmla="*/ 959644 w 962025"/>
                <a:gd name="connsiteY3" fmla="*/ 116681 h 1085850"/>
                <a:gd name="connsiteX4" fmla="*/ 691039 w 962025"/>
                <a:gd name="connsiteY4" fmla="*/ 7144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2025" h="1085850">
                  <a:moveTo>
                    <a:pt x="691039" y="7144"/>
                  </a:moveTo>
                  <a:lnTo>
                    <a:pt x="7144" y="691992"/>
                  </a:lnTo>
                  <a:cubicBezTo>
                    <a:pt x="285274" y="902494"/>
                    <a:pt x="612934" y="1037749"/>
                    <a:pt x="959644" y="1084421"/>
                  </a:cubicBezTo>
                  <a:lnTo>
                    <a:pt x="959644" y="116681"/>
                  </a:lnTo>
                  <a:cubicBezTo>
                    <a:pt x="865346" y="91916"/>
                    <a:pt x="775811" y="55721"/>
                    <a:pt x="69103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042FD89-D506-4ACD-B90A-DEA57589DC8E}"/>
                </a:ext>
              </a:extLst>
            </p:cNvPr>
            <p:cNvSpPr/>
            <p:nvPr/>
          </p:nvSpPr>
          <p:spPr>
            <a:xfrm>
              <a:off x="6512719" y="1519714"/>
              <a:ext cx="1743075" cy="1743075"/>
            </a:xfrm>
            <a:custGeom>
              <a:avLst/>
              <a:gdLst>
                <a:gd name="connsiteX0" fmla="*/ 13811 w 1743075"/>
                <a:gd name="connsiteY0" fmla="*/ 7144 h 1743075"/>
                <a:gd name="connsiteX1" fmla="*/ 7144 w 1743075"/>
                <a:gd name="connsiteY1" fmla="*/ 976789 h 1743075"/>
                <a:gd name="connsiteX2" fmla="*/ 770096 w 1743075"/>
                <a:gd name="connsiteY2" fmla="*/ 1741646 h 1743075"/>
                <a:gd name="connsiteX3" fmla="*/ 1740694 w 1743075"/>
                <a:gd name="connsiteY3" fmla="*/ 1739741 h 1743075"/>
                <a:gd name="connsiteX4" fmla="*/ 13811 w 1743075"/>
                <a:gd name="connsiteY4" fmla="*/ 7144 h 174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3075" h="1743075">
                  <a:moveTo>
                    <a:pt x="13811" y="7144"/>
                  </a:moveTo>
                  <a:cubicBezTo>
                    <a:pt x="10954" y="361474"/>
                    <a:pt x="8096" y="817721"/>
                    <a:pt x="7144" y="976789"/>
                  </a:cubicBezTo>
                  <a:cubicBezTo>
                    <a:pt x="379571" y="1077754"/>
                    <a:pt x="670084" y="1369219"/>
                    <a:pt x="770096" y="1741646"/>
                  </a:cubicBezTo>
                  <a:lnTo>
                    <a:pt x="1740694" y="1739741"/>
                  </a:lnTo>
                  <a:cubicBezTo>
                    <a:pt x="1613059" y="843439"/>
                    <a:pt x="910114" y="137636"/>
                    <a:pt x="13811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DB9D6ECC-5DD5-4F8A-99FB-4AAA573B9D52}"/>
                </a:ext>
              </a:extLst>
            </p:cNvPr>
            <p:cNvSpPr/>
            <p:nvPr/>
          </p:nvSpPr>
          <p:spPr>
            <a:xfrm>
              <a:off x="5316379" y="1614964"/>
              <a:ext cx="638175" cy="733425"/>
            </a:xfrm>
            <a:custGeom>
              <a:avLst/>
              <a:gdLst>
                <a:gd name="connsiteX0" fmla="*/ 233839 w 638175"/>
                <a:gd name="connsiteY0" fmla="*/ 7144 h 733425"/>
                <a:gd name="connsiteX1" fmla="*/ 7144 w 638175"/>
                <a:gd name="connsiteY1" fmla="*/ 104299 h 733425"/>
                <a:gd name="connsiteX2" fmla="*/ 633889 w 638175"/>
                <a:gd name="connsiteY2" fmla="*/ 731044 h 733425"/>
                <a:gd name="connsiteX3" fmla="*/ 635794 w 638175"/>
                <a:gd name="connsiteY3" fmla="*/ 409099 h 733425"/>
                <a:gd name="connsiteX4" fmla="*/ 233839 w 638175"/>
                <a:gd name="connsiteY4" fmla="*/ 7144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175" h="733425">
                  <a:moveTo>
                    <a:pt x="233839" y="7144"/>
                  </a:moveTo>
                  <a:cubicBezTo>
                    <a:pt x="156686" y="34766"/>
                    <a:pt x="80486" y="67151"/>
                    <a:pt x="7144" y="104299"/>
                  </a:cubicBezTo>
                  <a:lnTo>
                    <a:pt x="633889" y="731044"/>
                  </a:lnTo>
                  <a:lnTo>
                    <a:pt x="635794" y="409099"/>
                  </a:lnTo>
                  <a:lnTo>
                    <a:pt x="2338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E43CC79E-E199-4827-A095-544845766D16}"/>
                </a:ext>
              </a:extLst>
            </p:cNvPr>
            <p:cNvSpPr/>
            <p:nvPr/>
          </p:nvSpPr>
          <p:spPr>
            <a:xfrm>
              <a:off x="4984909" y="1788319"/>
              <a:ext cx="914400" cy="828675"/>
            </a:xfrm>
            <a:custGeom>
              <a:avLst/>
              <a:gdLst>
                <a:gd name="connsiteX0" fmla="*/ 199549 w 914400"/>
                <a:gd name="connsiteY0" fmla="*/ 7144 h 828675"/>
                <a:gd name="connsiteX1" fmla="*/ 7144 w 914400"/>
                <a:gd name="connsiteY1" fmla="*/ 138589 h 828675"/>
                <a:gd name="connsiteX2" fmla="*/ 690086 w 914400"/>
                <a:gd name="connsiteY2" fmla="*/ 821531 h 828675"/>
                <a:gd name="connsiteX3" fmla="*/ 912019 w 914400"/>
                <a:gd name="connsiteY3" fmla="*/ 719614 h 828675"/>
                <a:gd name="connsiteX4" fmla="*/ 199549 w 914400"/>
                <a:gd name="connsiteY4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828675">
                  <a:moveTo>
                    <a:pt x="199549" y="7144"/>
                  </a:moveTo>
                  <a:cubicBezTo>
                    <a:pt x="132874" y="47149"/>
                    <a:pt x="69056" y="90964"/>
                    <a:pt x="7144" y="138589"/>
                  </a:cubicBezTo>
                  <a:lnTo>
                    <a:pt x="690086" y="821531"/>
                  </a:lnTo>
                  <a:cubicBezTo>
                    <a:pt x="760571" y="779621"/>
                    <a:pt x="834866" y="745331"/>
                    <a:pt x="912019" y="719614"/>
                  </a:cubicBezTo>
                  <a:lnTo>
                    <a:pt x="19954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0BAEBEC-9570-43B5-8DCB-5141869B21FA}"/>
                </a:ext>
              </a:extLst>
            </p:cNvPr>
            <p:cNvSpPr/>
            <p:nvPr/>
          </p:nvSpPr>
          <p:spPr>
            <a:xfrm>
              <a:off x="5707857" y="1516856"/>
              <a:ext cx="247650" cy="295275"/>
            </a:xfrm>
            <a:custGeom>
              <a:avLst/>
              <a:gdLst>
                <a:gd name="connsiteX0" fmla="*/ 7144 w 247650"/>
                <a:gd name="connsiteY0" fmla="*/ 54769 h 295275"/>
                <a:gd name="connsiteX1" fmla="*/ 245269 w 247650"/>
                <a:gd name="connsiteY1" fmla="*/ 292894 h 295275"/>
                <a:gd name="connsiteX2" fmla="*/ 246221 w 247650"/>
                <a:gd name="connsiteY2" fmla="*/ 7144 h 295275"/>
                <a:gd name="connsiteX3" fmla="*/ 7144 w 247650"/>
                <a:gd name="connsiteY3" fmla="*/ 54769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650" h="295275">
                  <a:moveTo>
                    <a:pt x="7144" y="54769"/>
                  </a:moveTo>
                  <a:lnTo>
                    <a:pt x="245269" y="292894"/>
                  </a:lnTo>
                  <a:lnTo>
                    <a:pt x="246221" y="7144"/>
                  </a:lnTo>
                  <a:cubicBezTo>
                    <a:pt x="165259" y="18574"/>
                    <a:pt x="86201" y="33814"/>
                    <a:pt x="7144" y="547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341617B-BDEC-4FA8-A2A1-D43F7AA1505D}"/>
                </a:ext>
              </a:extLst>
            </p:cNvPr>
            <p:cNvSpPr/>
            <p:nvPr/>
          </p:nvSpPr>
          <p:spPr>
            <a:xfrm>
              <a:off x="4706779" y="2017871"/>
              <a:ext cx="847725" cy="847725"/>
            </a:xfrm>
            <a:custGeom>
              <a:avLst/>
              <a:gdLst>
                <a:gd name="connsiteX0" fmla="*/ 169069 w 847725"/>
                <a:gd name="connsiteY0" fmla="*/ 7144 h 847725"/>
                <a:gd name="connsiteX1" fmla="*/ 87154 w 847725"/>
                <a:gd name="connsiteY1" fmla="*/ 84296 h 847725"/>
                <a:gd name="connsiteX2" fmla="*/ 7144 w 847725"/>
                <a:gd name="connsiteY2" fmla="*/ 169069 h 847725"/>
                <a:gd name="connsiteX3" fmla="*/ 681514 w 847725"/>
                <a:gd name="connsiteY3" fmla="*/ 843439 h 847725"/>
                <a:gd name="connsiteX4" fmla="*/ 843439 w 847725"/>
                <a:gd name="connsiteY4" fmla="*/ 681514 h 847725"/>
                <a:gd name="connsiteX5" fmla="*/ 169069 w 847725"/>
                <a:gd name="connsiteY5" fmla="*/ 7144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7725" h="847725">
                  <a:moveTo>
                    <a:pt x="169069" y="7144"/>
                  </a:moveTo>
                  <a:cubicBezTo>
                    <a:pt x="141446" y="31909"/>
                    <a:pt x="113824" y="57626"/>
                    <a:pt x="87154" y="84296"/>
                  </a:cubicBezTo>
                  <a:cubicBezTo>
                    <a:pt x="59531" y="111919"/>
                    <a:pt x="32861" y="140494"/>
                    <a:pt x="7144" y="169069"/>
                  </a:cubicBezTo>
                  <a:lnTo>
                    <a:pt x="681514" y="843439"/>
                  </a:lnTo>
                  <a:cubicBezTo>
                    <a:pt x="730091" y="784384"/>
                    <a:pt x="783431" y="730091"/>
                    <a:pt x="843439" y="681514"/>
                  </a:cubicBezTo>
                  <a:lnTo>
                    <a:pt x="16906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994593-A15B-4162-B2B4-E6CA685299E9}"/>
                </a:ext>
              </a:extLst>
            </p:cNvPr>
            <p:cNvSpPr/>
            <p:nvPr/>
          </p:nvSpPr>
          <p:spPr>
            <a:xfrm>
              <a:off x="4208622" y="3018949"/>
              <a:ext cx="276225" cy="238125"/>
            </a:xfrm>
            <a:custGeom>
              <a:avLst/>
              <a:gdLst>
                <a:gd name="connsiteX0" fmla="*/ 52864 w 276225"/>
                <a:gd name="connsiteY0" fmla="*/ 7144 h 238125"/>
                <a:gd name="connsiteX1" fmla="*/ 7144 w 276225"/>
                <a:gd name="connsiteY1" fmla="*/ 230981 h 238125"/>
                <a:gd name="connsiteX2" fmla="*/ 276701 w 276225"/>
                <a:gd name="connsiteY2" fmla="*/ 230981 h 238125"/>
                <a:gd name="connsiteX3" fmla="*/ 52864 w 276225"/>
                <a:gd name="connsiteY3" fmla="*/ 7144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225" h="238125">
                  <a:moveTo>
                    <a:pt x="52864" y="7144"/>
                  </a:moveTo>
                  <a:cubicBezTo>
                    <a:pt x="33814" y="80486"/>
                    <a:pt x="18574" y="155734"/>
                    <a:pt x="7144" y="230981"/>
                  </a:cubicBezTo>
                  <a:lnTo>
                    <a:pt x="276701" y="230981"/>
                  </a:lnTo>
                  <a:lnTo>
                    <a:pt x="5286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207CB40-7FF5-4701-BB48-9AFA4BFE3B14}"/>
                </a:ext>
              </a:extLst>
            </p:cNvPr>
            <p:cNvSpPr/>
            <p:nvPr/>
          </p:nvSpPr>
          <p:spPr>
            <a:xfrm>
              <a:off x="4305777" y="2628424"/>
              <a:ext cx="723900" cy="628650"/>
            </a:xfrm>
            <a:custGeom>
              <a:avLst/>
              <a:gdLst>
                <a:gd name="connsiteX0" fmla="*/ 103346 w 723900"/>
                <a:gd name="connsiteY0" fmla="*/ 7144 h 628650"/>
                <a:gd name="connsiteX1" fmla="*/ 7144 w 723900"/>
                <a:gd name="connsiteY1" fmla="*/ 232886 h 628650"/>
                <a:gd name="connsiteX2" fmla="*/ 395764 w 723900"/>
                <a:gd name="connsiteY2" fmla="*/ 621506 h 628650"/>
                <a:gd name="connsiteX3" fmla="*/ 718661 w 723900"/>
                <a:gd name="connsiteY3" fmla="*/ 621506 h 628650"/>
                <a:gd name="connsiteX4" fmla="*/ 103346 w 723900"/>
                <a:gd name="connsiteY4" fmla="*/ 7144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900" h="628650">
                  <a:moveTo>
                    <a:pt x="103346" y="7144"/>
                  </a:moveTo>
                  <a:cubicBezTo>
                    <a:pt x="66199" y="80486"/>
                    <a:pt x="34766" y="155734"/>
                    <a:pt x="7144" y="232886"/>
                  </a:cubicBezTo>
                  <a:lnTo>
                    <a:pt x="395764" y="621506"/>
                  </a:lnTo>
                  <a:lnTo>
                    <a:pt x="718661" y="621506"/>
                  </a:lnTo>
                  <a:lnTo>
                    <a:pt x="103346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30F8AB31-A1B3-4A66-84E6-8B2E1E6FF835}"/>
                </a:ext>
              </a:extLst>
            </p:cNvPr>
            <p:cNvSpPr/>
            <p:nvPr/>
          </p:nvSpPr>
          <p:spPr>
            <a:xfrm>
              <a:off x="4479132" y="2297906"/>
              <a:ext cx="819150" cy="914400"/>
            </a:xfrm>
            <a:custGeom>
              <a:avLst/>
              <a:gdLst>
                <a:gd name="connsiteX0" fmla="*/ 137636 w 819150"/>
                <a:gd name="connsiteY0" fmla="*/ 7144 h 914400"/>
                <a:gd name="connsiteX1" fmla="*/ 7144 w 819150"/>
                <a:gd name="connsiteY1" fmla="*/ 199549 h 914400"/>
                <a:gd name="connsiteX2" fmla="*/ 719614 w 819150"/>
                <a:gd name="connsiteY2" fmla="*/ 912019 h 914400"/>
                <a:gd name="connsiteX3" fmla="*/ 820579 w 819150"/>
                <a:gd name="connsiteY3" fmla="*/ 690086 h 914400"/>
                <a:gd name="connsiteX4" fmla="*/ 137636 w 819150"/>
                <a:gd name="connsiteY4" fmla="*/ 7144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9150" h="914400">
                  <a:moveTo>
                    <a:pt x="137636" y="7144"/>
                  </a:moveTo>
                  <a:cubicBezTo>
                    <a:pt x="90011" y="69056"/>
                    <a:pt x="47149" y="132874"/>
                    <a:pt x="7144" y="199549"/>
                  </a:cubicBezTo>
                  <a:lnTo>
                    <a:pt x="719614" y="912019"/>
                  </a:lnTo>
                  <a:cubicBezTo>
                    <a:pt x="744379" y="833914"/>
                    <a:pt x="778669" y="759619"/>
                    <a:pt x="820579" y="690086"/>
                  </a:cubicBezTo>
                  <a:lnTo>
                    <a:pt x="137636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19BECDA1-D7A8-40C0-BE2B-C384822A53BB}"/>
                </a:ext>
              </a:extLst>
            </p:cNvPr>
            <p:cNvSpPr/>
            <p:nvPr/>
          </p:nvSpPr>
          <p:spPr>
            <a:xfrm>
              <a:off x="6961347" y="4128611"/>
              <a:ext cx="1066800" cy="152400"/>
            </a:xfrm>
            <a:custGeom>
              <a:avLst/>
              <a:gdLst>
                <a:gd name="connsiteX0" fmla="*/ 7144 w 1066800"/>
                <a:gd name="connsiteY0" fmla="*/ 7144 h 152400"/>
                <a:gd name="connsiteX1" fmla="*/ 1064419 w 1066800"/>
                <a:gd name="connsiteY1" fmla="*/ 7144 h 152400"/>
                <a:gd name="connsiteX2" fmla="*/ 1064419 w 1066800"/>
                <a:gd name="connsiteY2" fmla="*/ 150019 h 152400"/>
                <a:gd name="connsiteX3" fmla="*/ 7144 w 1066800"/>
                <a:gd name="connsiteY3" fmla="*/ 150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6800" h="152400">
                  <a:moveTo>
                    <a:pt x="7144" y="7144"/>
                  </a:moveTo>
                  <a:lnTo>
                    <a:pt x="1064419" y="7144"/>
                  </a:lnTo>
                  <a:lnTo>
                    <a:pt x="1064419" y="150019"/>
                  </a:lnTo>
                  <a:lnTo>
                    <a:pt x="7144" y="1500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4052AFA-4A79-45DD-A6A5-6F5FB2910A73}"/>
                </a:ext>
              </a:extLst>
            </p:cNvPr>
            <p:cNvSpPr/>
            <p:nvPr/>
          </p:nvSpPr>
          <p:spPr>
            <a:xfrm>
              <a:off x="6694647" y="3871436"/>
              <a:ext cx="1590675" cy="1771650"/>
            </a:xfrm>
            <a:custGeom>
              <a:avLst/>
              <a:gdLst>
                <a:gd name="connsiteX0" fmla="*/ 1378744 w 1590675"/>
                <a:gd name="connsiteY0" fmla="*/ 7144 h 1771650"/>
                <a:gd name="connsiteX1" fmla="*/ 216694 w 1590675"/>
                <a:gd name="connsiteY1" fmla="*/ 7144 h 1771650"/>
                <a:gd name="connsiteX2" fmla="*/ 7144 w 1590675"/>
                <a:gd name="connsiteY2" fmla="*/ 216694 h 1771650"/>
                <a:gd name="connsiteX3" fmla="*/ 7144 w 1590675"/>
                <a:gd name="connsiteY3" fmla="*/ 1559719 h 1771650"/>
                <a:gd name="connsiteX4" fmla="*/ 216694 w 1590675"/>
                <a:gd name="connsiteY4" fmla="*/ 1769269 h 1771650"/>
                <a:gd name="connsiteX5" fmla="*/ 1378744 w 1590675"/>
                <a:gd name="connsiteY5" fmla="*/ 1769269 h 1771650"/>
                <a:gd name="connsiteX6" fmla="*/ 1588294 w 1590675"/>
                <a:gd name="connsiteY6" fmla="*/ 1559719 h 1771650"/>
                <a:gd name="connsiteX7" fmla="*/ 1588294 w 1590675"/>
                <a:gd name="connsiteY7" fmla="*/ 216694 h 1771650"/>
                <a:gd name="connsiteX8" fmla="*/ 1378744 w 1590675"/>
                <a:gd name="connsiteY8" fmla="*/ 7144 h 1771650"/>
                <a:gd name="connsiteX9" fmla="*/ 416719 w 1590675"/>
                <a:gd name="connsiteY9" fmla="*/ 1626394 h 1771650"/>
                <a:gd name="connsiteX10" fmla="*/ 192881 w 1590675"/>
                <a:gd name="connsiteY10" fmla="*/ 1626394 h 1771650"/>
                <a:gd name="connsiteX11" fmla="*/ 116681 w 1590675"/>
                <a:gd name="connsiteY11" fmla="*/ 1550194 h 1771650"/>
                <a:gd name="connsiteX12" fmla="*/ 192881 w 1590675"/>
                <a:gd name="connsiteY12" fmla="*/ 1473994 h 1771650"/>
                <a:gd name="connsiteX13" fmla="*/ 416719 w 1590675"/>
                <a:gd name="connsiteY13" fmla="*/ 1473994 h 1771650"/>
                <a:gd name="connsiteX14" fmla="*/ 492919 w 1590675"/>
                <a:gd name="connsiteY14" fmla="*/ 1550194 h 1771650"/>
                <a:gd name="connsiteX15" fmla="*/ 416719 w 1590675"/>
                <a:gd name="connsiteY15" fmla="*/ 1626394 h 1771650"/>
                <a:gd name="connsiteX16" fmla="*/ 416719 w 1590675"/>
                <a:gd name="connsiteY16" fmla="*/ 1245394 h 1771650"/>
                <a:gd name="connsiteX17" fmla="*/ 192881 w 1590675"/>
                <a:gd name="connsiteY17" fmla="*/ 1245394 h 1771650"/>
                <a:gd name="connsiteX18" fmla="*/ 116681 w 1590675"/>
                <a:gd name="connsiteY18" fmla="*/ 1169194 h 1771650"/>
                <a:gd name="connsiteX19" fmla="*/ 192881 w 1590675"/>
                <a:gd name="connsiteY19" fmla="*/ 1092994 h 1771650"/>
                <a:gd name="connsiteX20" fmla="*/ 416719 w 1590675"/>
                <a:gd name="connsiteY20" fmla="*/ 1092994 h 1771650"/>
                <a:gd name="connsiteX21" fmla="*/ 492919 w 1590675"/>
                <a:gd name="connsiteY21" fmla="*/ 1169194 h 1771650"/>
                <a:gd name="connsiteX22" fmla="*/ 416719 w 1590675"/>
                <a:gd name="connsiteY22" fmla="*/ 1245394 h 1771650"/>
                <a:gd name="connsiteX23" fmla="*/ 416719 w 1590675"/>
                <a:gd name="connsiteY23" fmla="*/ 854869 h 1771650"/>
                <a:gd name="connsiteX24" fmla="*/ 192881 w 1590675"/>
                <a:gd name="connsiteY24" fmla="*/ 854869 h 1771650"/>
                <a:gd name="connsiteX25" fmla="*/ 116681 w 1590675"/>
                <a:gd name="connsiteY25" fmla="*/ 778669 h 1771650"/>
                <a:gd name="connsiteX26" fmla="*/ 192881 w 1590675"/>
                <a:gd name="connsiteY26" fmla="*/ 702469 h 1771650"/>
                <a:gd name="connsiteX27" fmla="*/ 416719 w 1590675"/>
                <a:gd name="connsiteY27" fmla="*/ 702469 h 1771650"/>
                <a:gd name="connsiteX28" fmla="*/ 492919 w 1590675"/>
                <a:gd name="connsiteY28" fmla="*/ 778669 h 1771650"/>
                <a:gd name="connsiteX29" fmla="*/ 416719 w 1590675"/>
                <a:gd name="connsiteY29" fmla="*/ 854869 h 1771650"/>
                <a:gd name="connsiteX30" fmla="*/ 908209 w 1590675"/>
                <a:gd name="connsiteY30" fmla="*/ 1626394 h 1771650"/>
                <a:gd name="connsiteX31" fmla="*/ 684371 w 1590675"/>
                <a:gd name="connsiteY31" fmla="*/ 1626394 h 1771650"/>
                <a:gd name="connsiteX32" fmla="*/ 608171 w 1590675"/>
                <a:gd name="connsiteY32" fmla="*/ 1550194 h 1771650"/>
                <a:gd name="connsiteX33" fmla="*/ 684371 w 1590675"/>
                <a:gd name="connsiteY33" fmla="*/ 1473994 h 1771650"/>
                <a:gd name="connsiteX34" fmla="*/ 908209 w 1590675"/>
                <a:gd name="connsiteY34" fmla="*/ 1473994 h 1771650"/>
                <a:gd name="connsiteX35" fmla="*/ 984409 w 1590675"/>
                <a:gd name="connsiteY35" fmla="*/ 1550194 h 1771650"/>
                <a:gd name="connsiteX36" fmla="*/ 908209 w 1590675"/>
                <a:gd name="connsiteY36" fmla="*/ 1626394 h 1771650"/>
                <a:gd name="connsiteX37" fmla="*/ 908209 w 1590675"/>
                <a:gd name="connsiteY37" fmla="*/ 1245394 h 1771650"/>
                <a:gd name="connsiteX38" fmla="*/ 684371 w 1590675"/>
                <a:gd name="connsiteY38" fmla="*/ 1245394 h 1771650"/>
                <a:gd name="connsiteX39" fmla="*/ 608171 w 1590675"/>
                <a:gd name="connsiteY39" fmla="*/ 1169194 h 1771650"/>
                <a:gd name="connsiteX40" fmla="*/ 684371 w 1590675"/>
                <a:gd name="connsiteY40" fmla="*/ 1092994 h 1771650"/>
                <a:gd name="connsiteX41" fmla="*/ 908209 w 1590675"/>
                <a:gd name="connsiteY41" fmla="*/ 1092994 h 1771650"/>
                <a:gd name="connsiteX42" fmla="*/ 984409 w 1590675"/>
                <a:gd name="connsiteY42" fmla="*/ 1169194 h 1771650"/>
                <a:gd name="connsiteX43" fmla="*/ 908209 w 1590675"/>
                <a:gd name="connsiteY43" fmla="*/ 1245394 h 1771650"/>
                <a:gd name="connsiteX44" fmla="*/ 908209 w 1590675"/>
                <a:gd name="connsiteY44" fmla="*/ 854869 h 1771650"/>
                <a:gd name="connsiteX45" fmla="*/ 684371 w 1590675"/>
                <a:gd name="connsiteY45" fmla="*/ 854869 h 1771650"/>
                <a:gd name="connsiteX46" fmla="*/ 608171 w 1590675"/>
                <a:gd name="connsiteY46" fmla="*/ 778669 h 1771650"/>
                <a:gd name="connsiteX47" fmla="*/ 684371 w 1590675"/>
                <a:gd name="connsiteY47" fmla="*/ 702469 h 1771650"/>
                <a:gd name="connsiteX48" fmla="*/ 908209 w 1590675"/>
                <a:gd name="connsiteY48" fmla="*/ 702469 h 1771650"/>
                <a:gd name="connsiteX49" fmla="*/ 984409 w 1590675"/>
                <a:gd name="connsiteY49" fmla="*/ 778669 h 1771650"/>
                <a:gd name="connsiteX50" fmla="*/ 908209 w 1590675"/>
                <a:gd name="connsiteY50" fmla="*/ 854869 h 1771650"/>
                <a:gd name="connsiteX51" fmla="*/ 1400651 w 1590675"/>
                <a:gd name="connsiteY51" fmla="*/ 1626394 h 1771650"/>
                <a:gd name="connsiteX52" fmla="*/ 1176814 w 1590675"/>
                <a:gd name="connsiteY52" fmla="*/ 1626394 h 1771650"/>
                <a:gd name="connsiteX53" fmla="*/ 1100614 w 1590675"/>
                <a:gd name="connsiteY53" fmla="*/ 1550194 h 1771650"/>
                <a:gd name="connsiteX54" fmla="*/ 1176814 w 1590675"/>
                <a:gd name="connsiteY54" fmla="*/ 1473994 h 1771650"/>
                <a:gd name="connsiteX55" fmla="*/ 1400651 w 1590675"/>
                <a:gd name="connsiteY55" fmla="*/ 1473994 h 1771650"/>
                <a:gd name="connsiteX56" fmla="*/ 1476851 w 1590675"/>
                <a:gd name="connsiteY56" fmla="*/ 1550194 h 1771650"/>
                <a:gd name="connsiteX57" fmla="*/ 1400651 w 1590675"/>
                <a:gd name="connsiteY57" fmla="*/ 1626394 h 1771650"/>
                <a:gd name="connsiteX58" fmla="*/ 1400651 w 1590675"/>
                <a:gd name="connsiteY58" fmla="*/ 1245394 h 1771650"/>
                <a:gd name="connsiteX59" fmla="*/ 1176814 w 1590675"/>
                <a:gd name="connsiteY59" fmla="*/ 1245394 h 1771650"/>
                <a:gd name="connsiteX60" fmla="*/ 1100614 w 1590675"/>
                <a:gd name="connsiteY60" fmla="*/ 1169194 h 1771650"/>
                <a:gd name="connsiteX61" fmla="*/ 1176814 w 1590675"/>
                <a:gd name="connsiteY61" fmla="*/ 1092994 h 1771650"/>
                <a:gd name="connsiteX62" fmla="*/ 1400651 w 1590675"/>
                <a:gd name="connsiteY62" fmla="*/ 1092994 h 1771650"/>
                <a:gd name="connsiteX63" fmla="*/ 1476851 w 1590675"/>
                <a:gd name="connsiteY63" fmla="*/ 1169194 h 1771650"/>
                <a:gd name="connsiteX64" fmla="*/ 1400651 w 1590675"/>
                <a:gd name="connsiteY64" fmla="*/ 1245394 h 1771650"/>
                <a:gd name="connsiteX65" fmla="*/ 1400651 w 1590675"/>
                <a:gd name="connsiteY65" fmla="*/ 854869 h 1771650"/>
                <a:gd name="connsiteX66" fmla="*/ 1176814 w 1590675"/>
                <a:gd name="connsiteY66" fmla="*/ 854869 h 1771650"/>
                <a:gd name="connsiteX67" fmla="*/ 1100614 w 1590675"/>
                <a:gd name="connsiteY67" fmla="*/ 778669 h 1771650"/>
                <a:gd name="connsiteX68" fmla="*/ 1176814 w 1590675"/>
                <a:gd name="connsiteY68" fmla="*/ 702469 h 1771650"/>
                <a:gd name="connsiteX69" fmla="*/ 1400651 w 1590675"/>
                <a:gd name="connsiteY69" fmla="*/ 702469 h 1771650"/>
                <a:gd name="connsiteX70" fmla="*/ 1476851 w 1590675"/>
                <a:gd name="connsiteY70" fmla="*/ 778669 h 1771650"/>
                <a:gd name="connsiteX71" fmla="*/ 1400651 w 1590675"/>
                <a:gd name="connsiteY71" fmla="*/ 854869 h 1771650"/>
                <a:gd name="connsiteX72" fmla="*/ 1483519 w 1590675"/>
                <a:gd name="connsiteY72" fmla="*/ 483394 h 1771650"/>
                <a:gd name="connsiteX73" fmla="*/ 1407319 w 1590675"/>
                <a:gd name="connsiteY73" fmla="*/ 559594 h 1771650"/>
                <a:gd name="connsiteX74" fmla="*/ 197644 w 1590675"/>
                <a:gd name="connsiteY74" fmla="*/ 559594 h 1771650"/>
                <a:gd name="connsiteX75" fmla="*/ 121444 w 1590675"/>
                <a:gd name="connsiteY75" fmla="*/ 483394 h 1771650"/>
                <a:gd name="connsiteX76" fmla="*/ 121444 w 1590675"/>
                <a:gd name="connsiteY76" fmla="*/ 188119 h 1771650"/>
                <a:gd name="connsiteX77" fmla="*/ 197644 w 1590675"/>
                <a:gd name="connsiteY77" fmla="*/ 111919 h 1771650"/>
                <a:gd name="connsiteX78" fmla="*/ 1407319 w 1590675"/>
                <a:gd name="connsiteY78" fmla="*/ 111919 h 1771650"/>
                <a:gd name="connsiteX79" fmla="*/ 1483519 w 1590675"/>
                <a:gd name="connsiteY79" fmla="*/ 188119 h 1771650"/>
                <a:gd name="connsiteX80" fmla="*/ 1483519 w 1590675"/>
                <a:gd name="connsiteY80" fmla="*/ 483394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590675" h="1771650">
                  <a:moveTo>
                    <a:pt x="1378744" y="7144"/>
                  </a:moveTo>
                  <a:lnTo>
                    <a:pt x="216694" y="7144"/>
                  </a:lnTo>
                  <a:cubicBezTo>
                    <a:pt x="100489" y="7144"/>
                    <a:pt x="7144" y="100489"/>
                    <a:pt x="7144" y="216694"/>
                  </a:cubicBezTo>
                  <a:lnTo>
                    <a:pt x="7144" y="1559719"/>
                  </a:lnTo>
                  <a:cubicBezTo>
                    <a:pt x="7144" y="1675924"/>
                    <a:pt x="100489" y="1769269"/>
                    <a:pt x="216694" y="1769269"/>
                  </a:cubicBezTo>
                  <a:lnTo>
                    <a:pt x="1378744" y="1769269"/>
                  </a:lnTo>
                  <a:cubicBezTo>
                    <a:pt x="1494949" y="1769269"/>
                    <a:pt x="1588294" y="1675924"/>
                    <a:pt x="1588294" y="1559719"/>
                  </a:cubicBezTo>
                  <a:lnTo>
                    <a:pt x="1588294" y="216694"/>
                  </a:lnTo>
                  <a:cubicBezTo>
                    <a:pt x="1588294" y="100489"/>
                    <a:pt x="1494949" y="7144"/>
                    <a:pt x="1378744" y="7144"/>
                  </a:cubicBezTo>
                  <a:close/>
                  <a:moveTo>
                    <a:pt x="416719" y="1626394"/>
                  </a:moveTo>
                  <a:lnTo>
                    <a:pt x="192881" y="1626394"/>
                  </a:lnTo>
                  <a:cubicBezTo>
                    <a:pt x="150971" y="1626394"/>
                    <a:pt x="116681" y="1592104"/>
                    <a:pt x="116681" y="1550194"/>
                  </a:cubicBezTo>
                  <a:cubicBezTo>
                    <a:pt x="116681" y="1508284"/>
                    <a:pt x="150971" y="1473994"/>
                    <a:pt x="192881" y="1473994"/>
                  </a:cubicBezTo>
                  <a:lnTo>
                    <a:pt x="416719" y="1473994"/>
                  </a:lnTo>
                  <a:cubicBezTo>
                    <a:pt x="458629" y="1473994"/>
                    <a:pt x="492919" y="1508284"/>
                    <a:pt x="492919" y="1550194"/>
                  </a:cubicBezTo>
                  <a:cubicBezTo>
                    <a:pt x="492919" y="1592104"/>
                    <a:pt x="459581" y="1626394"/>
                    <a:pt x="416719" y="1626394"/>
                  </a:cubicBezTo>
                  <a:close/>
                  <a:moveTo>
                    <a:pt x="416719" y="1245394"/>
                  </a:moveTo>
                  <a:lnTo>
                    <a:pt x="192881" y="1245394"/>
                  </a:lnTo>
                  <a:cubicBezTo>
                    <a:pt x="150971" y="1245394"/>
                    <a:pt x="116681" y="1211104"/>
                    <a:pt x="116681" y="1169194"/>
                  </a:cubicBezTo>
                  <a:cubicBezTo>
                    <a:pt x="116681" y="1127284"/>
                    <a:pt x="150971" y="1092994"/>
                    <a:pt x="192881" y="1092994"/>
                  </a:cubicBezTo>
                  <a:lnTo>
                    <a:pt x="416719" y="1092994"/>
                  </a:lnTo>
                  <a:cubicBezTo>
                    <a:pt x="458629" y="1092994"/>
                    <a:pt x="492919" y="1127284"/>
                    <a:pt x="492919" y="1169194"/>
                  </a:cubicBezTo>
                  <a:cubicBezTo>
                    <a:pt x="492919" y="1211104"/>
                    <a:pt x="459581" y="1245394"/>
                    <a:pt x="416719" y="1245394"/>
                  </a:cubicBezTo>
                  <a:close/>
                  <a:moveTo>
                    <a:pt x="416719" y="854869"/>
                  </a:moveTo>
                  <a:lnTo>
                    <a:pt x="192881" y="854869"/>
                  </a:lnTo>
                  <a:cubicBezTo>
                    <a:pt x="150971" y="854869"/>
                    <a:pt x="116681" y="820579"/>
                    <a:pt x="116681" y="778669"/>
                  </a:cubicBezTo>
                  <a:cubicBezTo>
                    <a:pt x="116681" y="736759"/>
                    <a:pt x="150971" y="702469"/>
                    <a:pt x="192881" y="702469"/>
                  </a:cubicBezTo>
                  <a:lnTo>
                    <a:pt x="416719" y="702469"/>
                  </a:lnTo>
                  <a:cubicBezTo>
                    <a:pt x="458629" y="702469"/>
                    <a:pt x="492919" y="736759"/>
                    <a:pt x="492919" y="778669"/>
                  </a:cubicBezTo>
                  <a:cubicBezTo>
                    <a:pt x="492919" y="820579"/>
                    <a:pt x="459581" y="854869"/>
                    <a:pt x="416719" y="854869"/>
                  </a:cubicBezTo>
                  <a:close/>
                  <a:moveTo>
                    <a:pt x="908209" y="1626394"/>
                  </a:moveTo>
                  <a:lnTo>
                    <a:pt x="684371" y="1626394"/>
                  </a:lnTo>
                  <a:cubicBezTo>
                    <a:pt x="642461" y="1626394"/>
                    <a:pt x="608171" y="1592104"/>
                    <a:pt x="608171" y="1550194"/>
                  </a:cubicBezTo>
                  <a:cubicBezTo>
                    <a:pt x="608171" y="1508284"/>
                    <a:pt x="642461" y="1473994"/>
                    <a:pt x="684371" y="1473994"/>
                  </a:cubicBezTo>
                  <a:lnTo>
                    <a:pt x="908209" y="1473994"/>
                  </a:lnTo>
                  <a:cubicBezTo>
                    <a:pt x="950119" y="1473994"/>
                    <a:pt x="984409" y="1508284"/>
                    <a:pt x="984409" y="1550194"/>
                  </a:cubicBezTo>
                  <a:cubicBezTo>
                    <a:pt x="984409" y="1592104"/>
                    <a:pt x="950119" y="1626394"/>
                    <a:pt x="908209" y="1626394"/>
                  </a:cubicBezTo>
                  <a:close/>
                  <a:moveTo>
                    <a:pt x="908209" y="1245394"/>
                  </a:moveTo>
                  <a:lnTo>
                    <a:pt x="684371" y="1245394"/>
                  </a:lnTo>
                  <a:cubicBezTo>
                    <a:pt x="642461" y="1245394"/>
                    <a:pt x="608171" y="1211104"/>
                    <a:pt x="608171" y="1169194"/>
                  </a:cubicBezTo>
                  <a:cubicBezTo>
                    <a:pt x="608171" y="1127284"/>
                    <a:pt x="642461" y="1092994"/>
                    <a:pt x="684371" y="1092994"/>
                  </a:cubicBezTo>
                  <a:lnTo>
                    <a:pt x="908209" y="1092994"/>
                  </a:lnTo>
                  <a:cubicBezTo>
                    <a:pt x="950119" y="1092994"/>
                    <a:pt x="984409" y="1127284"/>
                    <a:pt x="984409" y="1169194"/>
                  </a:cubicBezTo>
                  <a:cubicBezTo>
                    <a:pt x="984409" y="1211104"/>
                    <a:pt x="950119" y="1245394"/>
                    <a:pt x="908209" y="1245394"/>
                  </a:cubicBezTo>
                  <a:close/>
                  <a:moveTo>
                    <a:pt x="908209" y="854869"/>
                  </a:moveTo>
                  <a:lnTo>
                    <a:pt x="684371" y="854869"/>
                  </a:lnTo>
                  <a:cubicBezTo>
                    <a:pt x="642461" y="854869"/>
                    <a:pt x="608171" y="820579"/>
                    <a:pt x="608171" y="778669"/>
                  </a:cubicBezTo>
                  <a:cubicBezTo>
                    <a:pt x="608171" y="736759"/>
                    <a:pt x="642461" y="702469"/>
                    <a:pt x="684371" y="702469"/>
                  </a:cubicBezTo>
                  <a:lnTo>
                    <a:pt x="908209" y="702469"/>
                  </a:lnTo>
                  <a:cubicBezTo>
                    <a:pt x="950119" y="702469"/>
                    <a:pt x="984409" y="736759"/>
                    <a:pt x="984409" y="778669"/>
                  </a:cubicBezTo>
                  <a:cubicBezTo>
                    <a:pt x="984409" y="820579"/>
                    <a:pt x="950119" y="854869"/>
                    <a:pt x="908209" y="854869"/>
                  </a:cubicBezTo>
                  <a:close/>
                  <a:moveTo>
                    <a:pt x="1400651" y="1626394"/>
                  </a:moveTo>
                  <a:lnTo>
                    <a:pt x="1176814" y="1626394"/>
                  </a:lnTo>
                  <a:cubicBezTo>
                    <a:pt x="1134904" y="1626394"/>
                    <a:pt x="1100614" y="1592104"/>
                    <a:pt x="1100614" y="1550194"/>
                  </a:cubicBezTo>
                  <a:cubicBezTo>
                    <a:pt x="1100614" y="1508284"/>
                    <a:pt x="1134904" y="1473994"/>
                    <a:pt x="1176814" y="1473994"/>
                  </a:cubicBezTo>
                  <a:lnTo>
                    <a:pt x="1400651" y="1473994"/>
                  </a:lnTo>
                  <a:cubicBezTo>
                    <a:pt x="1442561" y="1473994"/>
                    <a:pt x="1476851" y="1508284"/>
                    <a:pt x="1476851" y="1550194"/>
                  </a:cubicBezTo>
                  <a:cubicBezTo>
                    <a:pt x="1476851" y="1592104"/>
                    <a:pt x="1442561" y="1626394"/>
                    <a:pt x="1400651" y="1626394"/>
                  </a:cubicBezTo>
                  <a:close/>
                  <a:moveTo>
                    <a:pt x="1400651" y="1245394"/>
                  </a:moveTo>
                  <a:lnTo>
                    <a:pt x="1176814" y="1245394"/>
                  </a:lnTo>
                  <a:cubicBezTo>
                    <a:pt x="1134904" y="1245394"/>
                    <a:pt x="1100614" y="1211104"/>
                    <a:pt x="1100614" y="1169194"/>
                  </a:cubicBezTo>
                  <a:cubicBezTo>
                    <a:pt x="1100614" y="1127284"/>
                    <a:pt x="1134904" y="1092994"/>
                    <a:pt x="1176814" y="1092994"/>
                  </a:cubicBezTo>
                  <a:lnTo>
                    <a:pt x="1400651" y="1092994"/>
                  </a:lnTo>
                  <a:cubicBezTo>
                    <a:pt x="1442561" y="1092994"/>
                    <a:pt x="1476851" y="1127284"/>
                    <a:pt x="1476851" y="1169194"/>
                  </a:cubicBezTo>
                  <a:cubicBezTo>
                    <a:pt x="1476851" y="1211104"/>
                    <a:pt x="1442561" y="1245394"/>
                    <a:pt x="1400651" y="1245394"/>
                  </a:cubicBezTo>
                  <a:close/>
                  <a:moveTo>
                    <a:pt x="1400651" y="854869"/>
                  </a:moveTo>
                  <a:lnTo>
                    <a:pt x="1176814" y="854869"/>
                  </a:lnTo>
                  <a:cubicBezTo>
                    <a:pt x="1134904" y="854869"/>
                    <a:pt x="1100614" y="820579"/>
                    <a:pt x="1100614" y="778669"/>
                  </a:cubicBezTo>
                  <a:cubicBezTo>
                    <a:pt x="1100614" y="736759"/>
                    <a:pt x="1134904" y="702469"/>
                    <a:pt x="1176814" y="702469"/>
                  </a:cubicBezTo>
                  <a:lnTo>
                    <a:pt x="1400651" y="702469"/>
                  </a:lnTo>
                  <a:cubicBezTo>
                    <a:pt x="1442561" y="702469"/>
                    <a:pt x="1476851" y="736759"/>
                    <a:pt x="1476851" y="778669"/>
                  </a:cubicBezTo>
                  <a:cubicBezTo>
                    <a:pt x="1476851" y="820579"/>
                    <a:pt x="1442561" y="854869"/>
                    <a:pt x="1400651" y="854869"/>
                  </a:cubicBezTo>
                  <a:close/>
                  <a:moveTo>
                    <a:pt x="1483519" y="483394"/>
                  </a:moveTo>
                  <a:cubicBezTo>
                    <a:pt x="1483519" y="525304"/>
                    <a:pt x="1449229" y="559594"/>
                    <a:pt x="1407319" y="559594"/>
                  </a:cubicBezTo>
                  <a:lnTo>
                    <a:pt x="197644" y="559594"/>
                  </a:lnTo>
                  <a:cubicBezTo>
                    <a:pt x="155734" y="559594"/>
                    <a:pt x="121444" y="525304"/>
                    <a:pt x="121444" y="483394"/>
                  </a:cubicBezTo>
                  <a:lnTo>
                    <a:pt x="121444" y="188119"/>
                  </a:lnTo>
                  <a:cubicBezTo>
                    <a:pt x="121444" y="146209"/>
                    <a:pt x="155734" y="111919"/>
                    <a:pt x="197644" y="111919"/>
                  </a:cubicBezTo>
                  <a:lnTo>
                    <a:pt x="1407319" y="111919"/>
                  </a:lnTo>
                  <a:cubicBezTo>
                    <a:pt x="1449229" y="111919"/>
                    <a:pt x="1483519" y="146209"/>
                    <a:pt x="1483519" y="188119"/>
                  </a:cubicBezTo>
                  <a:lnTo>
                    <a:pt x="1483519" y="48339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0" name="Graphic 3">
            <a:extLst>
              <a:ext uri="{FF2B5EF4-FFF2-40B4-BE49-F238E27FC236}">
                <a16:creationId xmlns:a16="http://schemas.microsoft.com/office/drawing/2014/main" id="{F9E16D93-840B-4EFE-B61B-66D599DB86E0}"/>
              </a:ext>
            </a:extLst>
          </p:cNvPr>
          <p:cNvGrpSpPr>
            <a:grpSpLocks noChangeAspect="1"/>
          </p:cNvGrpSpPr>
          <p:nvPr/>
        </p:nvGrpSpPr>
        <p:grpSpPr>
          <a:xfrm>
            <a:off x="8564250" y="4113443"/>
            <a:ext cx="502920" cy="502920"/>
            <a:chOff x="3581400" y="914400"/>
            <a:chExt cx="5334000" cy="53340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595A4C0-1C34-489A-9F96-B2DF59C67796}"/>
                </a:ext>
              </a:extLst>
            </p:cNvPr>
            <p:cNvSpPr/>
            <p:nvPr/>
          </p:nvSpPr>
          <p:spPr>
            <a:xfrm>
              <a:off x="4089559" y="1774961"/>
              <a:ext cx="571500" cy="704850"/>
            </a:xfrm>
            <a:custGeom>
              <a:avLst/>
              <a:gdLst>
                <a:gd name="connsiteX0" fmla="*/ 286226 w 571500"/>
                <a:gd name="connsiteY0" fmla="*/ 700587 h 704850"/>
                <a:gd name="connsiteX1" fmla="*/ 565309 w 571500"/>
                <a:gd name="connsiteY1" fmla="*/ 424362 h 704850"/>
                <a:gd name="connsiteX2" fmla="*/ 565309 w 571500"/>
                <a:gd name="connsiteY2" fmla="*/ 280534 h 704850"/>
                <a:gd name="connsiteX3" fmla="*/ 482441 w 571500"/>
                <a:gd name="connsiteY3" fmla="*/ 86224 h 704850"/>
                <a:gd name="connsiteX4" fmla="*/ 288131 w 571500"/>
                <a:gd name="connsiteY4" fmla="*/ 7167 h 704850"/>
                <a:gd name="connsiteX5" fmla="*/ 286226 w 571500"/>
                <a:gd name="connsiteY5" fmla="*/ 7167 h 704850"/>
                <a:gd name="connsiteX6" fmla="*/ 7144 w 571500"/>
                <a:gd name="connsiteY6" fmla="*/ 279582 h 704850"/>
                <a:gd name="connsiteX7" fmla="*/ 7144 w 571500"/>
                <a:gd name="connsiteY7" fmla="*/ 423409 h 704850"/>
                <a:gd name="connsiteX8" fmla="*/ 286226 w 571500"/>
                <a:gd name="connsiteY8" fmla="*/ 700587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0" h="704850">
                  <a:moveTo>
                    <a:pt x="286226" y="700587"/>
                  </a:moveTo>
                  <a:cubicBezTo>
                    <a:pt x="439579" y="700587"/>
                    <a:pt x="564356" y="577714"/>
                    <a:pt x="565309" y="424362"/>
                  </a:cubicBezTo>
                  <a:lnTo>
                    <a:pt x="565309" y="280534"/>
                  </a:lnTo>
                  <a:cubicBezTo>
                    <a:pt x="564356" y="207192"/>
                    <a:pt x="534829" y="137659"/>
                    <a:pt x="482441" y="86224"/>
                  </a:cubicBezTo>
                  <a:cubicBezTo>
                    <a:pt x="431006" y="34789"/>
                    <a:pt x="361474" y="6214"/>
                    <a:pt x="288131" y="7167"/>
                  </a:cubicBezTo>
                  <a:lnTo>
                    <a:pt x="286226" y="7167"/>
                  </a:lnTo>
                  <a:cubicBezTo>
                    <a:pt x="133826" y="7167"/>
                    <a:pt x="7144" y="127182"/>
                    <a:pt x="7144" y="279582"/>
                  </a:cubicBezTo>
                  <a:lnTo>
                    <a:pt x="7144" y="423409"/>
                  </a:lnTo>
                  <a:cubicBezTo>
                    <a:pt x="9049" y="576762"/>
                    <a:pt x="133826" y="700587"/>
                    <a:pt x="286226" y="700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F5BCBE8-8661-434C-A51C-B767A41405CD}"/>
                </a:ext>
              </a:extLst>
            </p:cNvPr>
            <p:cNvSpPr/>
            <p:nvPr/>
          </p:nvSpPr>
          <p:spPr>
            <a:xfrm>
              <a:off x="3574256" y="2795797"/>
              <a:ext cx="1628775" cy="1562100"/>
            </a:xfrm>
            <a:custGeom>
              <a:avLst/>
              <a:gdLst>
                <a:gd name="connsiteX0" fmla="*/ 10954 w 1628775"/>
                <a:gd name="connsiteY0" fmla="*/ 332213 h 1562100"/>
                <a:gd name="connsiteX1" fmla="*/ 10954 w 1628775"/>
                <a:gd name="connsiteY1" fmla="*/ 1438066 h 1562100"/>
                <a:gd name="connsiteX2" fmla="*/ 43339 w 1628775"/>
                <a:gd name="connsiteY2" fmla="*/ 1519981 h 1562100"/>
                <a:gd name="connsiteX3" fmla="*/ 123349 w 1628775"/>
                <a:gd name="connsiteY3" fmla="*/ 1554271 h 1562100"/>
                <a:gd name="connsiteX4" fmla="*/ 125254 w 1628775"/>
                <a:gd name="connsiteY4" fmla="*/ 1554271 h 1562100"/>
                <a:gd name="connsiteX5" fmla="*/ 237649 w 1628775"/>
                <a:gd name="connsiteY5" fmla="*/ 1432350 h 1562100"/>
                <a:gd name="connsiteX6" fmla="*/ 237649 w 1628775"/>
                <a:gd name="connsiteY6" fmla="*/ 697973 h 1562100"/>
                <a:gd name="connsiteX7" fmla="*/ 320516 w 1628775"/>
                <a:gd name="connsiteY7" fmla="*/ 615106 h 1562100"/>
                <a:gd name="connsiteX8" fmla="*/ 403384 w 1628775"/>
                <a:gd name="connsiteY8" fmla="*/ 697973 h 1562100"/>
                <a:gd name="connsiteX9" fmla="*/ 403384 w 1628775"/>
                <a:gd name="connsiteY9" fmla="*/ 1142791 h 1562100"/>
                <a:gd name="connsiteX10" fmla="*/ 405289 w 1628775"/>
                <a:gd name="connsiteY10" fmla="*/ 1151363 h 1562100"/>
                <a:gd name="connsiteX11" fmla="*/ 409099 w 1628775"/>
                <a:gd name="connsiteY11" fmla="*/ 1257091 h 1562100"/>
                <a:gd name="connsiteX12" fmla="*/ 1226344 w 1628775"/>
                <a:gd name="connsiteY12" fmla="*/ 1257091 h 1562100"/>
                <a:gd name="connsiteX13" fmla="*/ 1224439 w 1628775"/>
                <a:gd name="connsiteY13" fmla="*/ 1194225 h 1562100"/>
                <a:gd name="connsiteX14" fmla="*/ 1224439 w 1628775"/>
                <a:gd name="connsiteY14" fmla="*/ 697021 h 1562100"/>
                <a:gd name="connsiteX15" fmla="*/ 1307306 w 1628775"/>
                <a:gd name="connsiteY15" fmla="*/ 614153 h 1562100"/>
                <a:gd name="connsiteX16" fmla="*/ 1390174 w 1628775"/>
                <a:gd name="connsiteY16" fmla="*/ 697021 h 1562100"/>
                <a:gd name="connsiteX17" fmla="*/ 1390174 w 1628775"/>
                <a:gd name="connsiteY17" fmla="*/ 1141838 h 1562100"/>
                <a:gd name="connsiteX18" fmla="*/ 1391126 w 1628775"/>
                <a:gd name="connsiteY18" fmla="*/ 1158031 h 1562100"/>
                <a:gd name="connsiteX19" fmla="*/ 1390174 w 1628775"/>
                <a:gd name="connsiteY19" fmla="*/ 1196131 h 1562100"/>
                <a:gd name="connsiteX20" fmla="*/ 1390174 w 1628775"/>
                <a:gd name="connsiteY20" fmla="*/ 1437113 h 1562100"/>
                <a:gd name="connsiteX21" fmla="*/ 1509236 w 1628775"/>
                <a:gd name="connsiteY21" fmla="*/ 1556175 h 1562100"/>
                <a:gd name="connsiteX22" fmla="*/ 1628299 w 1628775"/>
                <a:gd name="connsiteY22" fmla="*/ 1437113 h 1562100"/>
                <a:gd name="connsiteX23" fmla="*/ 1628299 w 1628775"/>
                <a:gd name="connsiteY23" fmla="*/ 332213 h 1562100"/>
                <a:gd name="connsiteX24" fmla="*/ 1627346 w 1628775"/>
                <a:gd name="connsiteY24" fmla="*/ 323640 h 1562100"/>
                <a:gd name="connsiteX25" fmla="*/ 1562576 w 1628775"/>
                <a:gd name="connsiteY25" fmla="*/ 111233 h 1562100"/>
                <a:gd name="connsiteX26" fmla="*/ 1366361 w 1628775"/>
                <a:gd name="connsiteY26" fmla="*/ 7410 h 1562100"/>
                <a:gd name="connsiteX27" fmla="*/ 1336834 w 1628775"/>
                <a:gd name="connsiteY27" fmla="*/ 8363 h 1562100"/>
                <a:gd name="connsiteX28" fmla="*/ 1180624 w 1628775"/>
                <a:gd name="connsiteY28" fmla="*/ 8363 h 1562100"/>
                <a:gd name="connsiteX29" fmla="*/ 873919 w 1628775"/>
                <a:gd name="connsiteY29" fmla="*/ 294113 h 1562100"/>
                <a:gd name="connsiteX30" fmla="*/ 872014 w 1628775"/>
                <a:gd name="connsiteY30" fmla="*/ 293160 h 1562100"/>
                <a:gd name="connsiteX31" fmla="*/ 869156 w 1628775"/>
                <a:gd name="connsiteY31" fmla="*/ 296018 h 1562100"/>
                <a:gd name="connsiteX32" fmla="*/ 866299 w 1628775"/>
                <a:gd name="connsiteY32" fmla="*/ 298875 h 1562100"/>
                <a:gd name="connsiteX33" fmla="*/ 862489 w 1628775"/>
                <a:gd name="connsiteY33" fmla="*/ 300781 h 1562100"/>
                <a:gd name="connsiteX34" fmla="*/ 858679 w 1628775"/>
                <a:gd name="connsiteY34" fmla="*/ 302685 h 1562100"/>
                <a:gd name="connsiteX35" fmla="*/ 854869 w 1628775"/>
                <a:gd name="connsiteY35" fmla="*/ 304590 h 1562100"/>
                <a:gd name="connsiteX36" fmla="*/ 851059 w 1628775"/>
                <a:gd name="connsiteY36" fmla="*/ 306495 h 1562100"/>
                <a:gd name="connsiteX37" fmla="*/ 847249 w 1628775"/>
                <a:gd name="connsiteY37" fmla="*/ 308400 h 1562100"/>
                <a:gd name="connsiteX38" fmla="*/ 843439 w 1628775"/>
                <a:gd name="connsiteY38" fmla="*/ 310306 h 1562100"/>
                <a:gd name="connsiteX39" fmla="*/ 839629 w 1628775"/>
                <a:gd name="connsiteY39" fmla="*/ 311258 h 1562100"/>
                <a:gd name="connsiteX40" fmla="*/ 835819 w 1628775"/>
                <a:gd name="connsiteY40" fmla="*/ 312210 h 1562100"/>
                <a:gd name="connsiteX41" fmla="*/ 832009 w 1628775"/>
                <a:gd name="connsiteY41" fmla="*/ 313163 h 1562100"/>
                <a:gd name="connsiteX42" fmla="*/ 828199 w 1628775"/>
                <a:gd name="connsiteY42" fmla="*/ 314115 h 1562100"/>
                <a:gd name="connsiteX43" fmla="*/ 824389 w 1628775"/>
                <a:gd name="connsiteY43" fmla="*/ 314115 h 1562100"/>
                <a:gd name="connsiteX44" fmla="*/ 820579 w 1628775"/>
                <a:gd name="connsiteY44" fmla="*/ 314115 h 1562100"/>
                <a:gd name="connsiteX45" fmla="*/ 816769 w 1628775"/>
                <a:gd name="connsiteY45" fmla="*/ 314115 h 1562100"/>
                <a:gd name="connsiteX46" fmla="*/ 812959 w 1628775"/>
                <a:gd name="connsiteY46" fmla="*/ 314115 h 1562100"/>
                <a:gd name="connsiteX47" fmla="*/ 809149 w 1628775"/>
                <a:gd name="connsiteY47" fmla="*/ 314115 h 1562100"/>
                <a:gd name="connsiteX48" fmla="*/ 805339 w 1628775"/>
                <a:gd name="connsiteY48" fmla="*/ 313163 h 1562100"/>
                <a:gd name="connsiteX49" fmla="*/ 801529 w 1628775"/>
                <a:gd name="connsiteY49" fmla="*/ 312210 h 1562100"/>
                <a:gd name="connsiteX50" fmla="*/ 797719 w 1628775"/>
                <a:gd name="connsiteY50" fmla="*/ 311258 h 1562100"/>
                <a:gd name="connsiteX51" fmla="*/ 793909 w 1628775"/>
                <a:gd name="connsiteY51" fmla="*/ 310306 h 1562100"/>
                <a:gd name="connsiteX52" fmla="*/ 790099 w 1628775"/>
                <a:gd name="connsiteY52" fmla="*/ 309353 h 1562100"/>
                <a:gd name="connsiteX53" fmla="*/ 786289 w 1628775"/>
                <a:gd name="connsiteY53" fmla="*/ 307448 h 1562100"/>
                <a:gd name="connsiteX54" fmla="*/ 782479 w 1628775"/>
                <a:gd name="connsiteY54" fmla="*/ 305543 h 1562100"/>
                <a:gd name="connsiteX55" fmla="*/ 778669 w 1628775"/>
                <a:gd name="connsiteY55" fmla="*/ 303638 h 1562100"/>
                <a:gd name="connsiteX56" fmla="*/ 774859 w 1628775"/>
                <a:gd name="connsiteY56" fmla="*/ 301733 h 1562100"/>
                <a:gd name="connsiteX57" fmla="*/ 772001 w 1628775"/>
                <a:gd name="connsiteY57" fmla="*/ 299828 h 1562100"/>
                <a:gd name="connsiteX58" fmla="*/ 768191 w 1628775"/>
                <a:gd name="connsiteY58" fmla="*/ 296970 h 1562100"/>
                <a:gd name="connsiteX59" fmla="*/ 765334 w 1628775"/>
                <a:gd name="connsiteY59" fmla="*/ 295065 h 1562100"/>
                <a:gd name="connsiteX60" fmla="*/ 761524 w 1628775"/>
                <a:gd name="connsiteY60" fmla="*/ 293160 h 1562100"/>
                <a:gd name="connsiteX61" fmla="*/ 759619 w 1628775"/>
                <a:gd name="connsiteY61" fmla="*/ 293160 h 1562100"/>
                <a:gd name="connsiteX62" fmla="*/ 464344 w 1628775"/>
                <a:gd name="connsiteY62" fmla="*/ 9315 h 1562100"/>
                <a:gd name="connsiteX63" fmla="*/ 296704 w 1628775"/>
                <a:gd name="connsiteY63" fmla="*/ 9315 h 1562100"/>
                <a:gd name="connsiteX64" fmla="*/ 91916 w 1628775"/>
                <a:gd name="connsiteY64" fmla="*/ 93135 h 1562100"/>
                <a:gd name="connsiteX65" fmla="*/ 7144 w 1628775"/>
                <a:gd name="connsiteY65" fmla="*/ 296970 h 1562100"/>
                <a:gd name="connsiteX66" fmla="*/ 9049 w 1628775"/>
                <a:gd name="connsiteY66" fmla="*/ 323640 h 1562100"/>
                <a:gd name="connsiteX67" fmla="*/ 10954 w 1628775"/>
                <a:gd name="connsiteY67" fmla="*/ 332213 h 156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28775" h="1562100">
                  <a:moveTo>
                    <a:pt x="10954" y="332213"/>
                  </a:moveTo>
                  <a:lnTo>
                    <a:pt x="10954" y="1438066"/>
                  </a:lnTo>
                  <a:cubicBezTo>
                    <a:pt x="10001" y="1468546"/>
                    <a:pt x="21431" y="1498073"/>
                    <a:pt x="43339" y="1519981"/>
                  </a:cubicBezTo>
                  <a:cubicBezTo>
                    <a:pt x="64294" y="1541888"/>
                    <a:pt x="92869" y="1554271"/>
                    <a:pt x="123349" y="1554271"/>
                  </a:cubicBezTo>
                  <a:lnTo>
                    <a:pt x="125254" y="1554271"/>
                  </a:lnTo>
                  <a:cubicBezTo>
                    <a:pt x="188119" y="1554271"/>
                    <a:pt x="237649" y="1498073"/>
                    <a:pt x="237649" y="1432350"/>
                  </a:cubicBezTo>
                  <a:lnTo>
                    <a:pt x="237649" y="697973"/>
                  </a:lnTo>
                  <a:cubicBezTo>
                    <a:pt x="237649" y="652253"/>
                    <a:pt x="274796" y="615106"/>
                    <a:pt x="320516" y="615106"/>
                  </a:cubicBezTo>
                  <a:cubicBezTo>
                    <a:pt x="366236" y="615106"/>
                    <a:pt x="403384" y="652253"/>
                    <a:pt x="403384" y="697973"/>
                  </a:cubicBezTo>
                  <a:lnTo>
                    <a:pt x="403384" y="1142791"/>
                  </a:lnTo>
                  <a:cubicBezTo>
                    <a:pt x="403384" y="1146600"/>
                    <a:pt x="405289" y="1147553"/>
                    <a:pt x="405289" y="1151363"/>
                  </a:cubicBezTo>
                  <a:lnTo>
                    <a:pt x="409099" y="1257091"/>
                  </a:lnTo>
                  <a:lnTo>
                    <a:pt x="1226344" y="1257091"/>
                  </a:lnTo>
                  <a:lnTo>
                    <a:pt x="1224439" y="1194225"/>
                  </a:lnTo>
                  <a:lnTo>
                    <a:pt x="1224439" y="697021"/>
                  </a:lnTo>
                  <a:cubicBezTo>
                    <a:pt x="1224439" y="651300"/>
                    <a:pt x="1261586" y="614153"/>
                    <a:pt x="1307306" y="614153"/>
                  </a:cubicBezTo>
                  <a:cubicBezTo>
                    <a:pt x="1353026" y="614153"/>
                    <a:pt x="1390174" y="651300"/>
                    <a:pt x="1390174" y="697021"/>
                  </a:cubicBezTo>
                  <a:lnTo>
                    <a:pt x="1390174" y="1141838"/>
                  </a:lnTo>
                  <a:cubicBezTo>
                    <a:pt x="1390174" y="1147553"/>
                    <a:pt x="1391126" y="1152316"/>
                    <a:pt x="1391126" y="1158031"/>
                  </a:cubicBezTo>
                  <a:lnTo>
                    <a:pt x="1390174" y="1196131"/>
                  </a:lnTo>
                  <a:lnTo>
                    <a:pt x="1390174" y="1437113"/>
                  </a:lnTo>
                  <a:cubicBezTo>
                    <a:pt x="1390174" y="1502835"/>
                    <a:pt x="1443514" y="1556175"/>
                    <a:pt x="1509236" y="1556175"/>
                  </a:cubicBezTo>
                  <a:cubicBezTo>
                    <a:pt x="1574959" y="1556175"/>
                    <a:pt x="1628299" y="1502835"/>
                    <a:pt x="1628299" y="1437113"/>
                  </a:cubicBezTo>
                  <a:lnTo>
                    <a:pt x="1628299" y="332213"/>
                  </a:lnTo>
                  <a:cubicBezTo>
                    <a:pt x="1627346" y="329356"/>
                    <a:pt x="1627346" y="326498"/>
                    <a:pt x="1627346" y="323640"/>
                  </a:cubicBezTo>
                  <a:cubicBezTo>
                    <a:pt x="1634966" y="247440"/>
                    <a:pt x="1611154" y="170288"/>
                    <a:pt x="1562576" y="111233"/>
                  </a:cubicBezTo>
                  <a:cubicBezTo>
                    <a:pt x="1513999" y="52178"/>
                    <a:pt x="1442561" y="15031"/>
                    <a:pt x="1366361" y="7410"/>
                  </a:cubicBezTo>
                  <a:cubicBezTo>
                    <a:pt x="1356836" y="6458"/>
                    <a:pt x="1347311" y="8363"/>
                    <a:pt x="1336834" y="8363"/>
                  </a:cubicBezTo>
                  <a:lnTo>
                    <a:pt x="1180624" y="8363"/>
                  </a:lnTo>
                  <a:lnTo>
                    <a:pt x="873919" y="294113"/>
                  </a:lnTo>
                  <a:cubicBezTo>
                    <a:pt x="872966" y="295065"/>
                    <a:pt x="872966" y="292208"/>
                    <a:pt x="872014" y="293160"/>
                  </a:cubicBezTo>
                  <a:cubicBezTo>
                    <a:pt x="871061" y="294113"/>
                    <a:pt x="870109" y="295065"/>
                    <a:pt x="869156" y="296018"/>
                  </a:cubicBezTo>
                  <a:cubicBezTo>
                    <a:pt x="868204" y="296970"/>
                    <a:pt x="867251" y="297923"/>
                    <a:pt x="866299" y="298875"/>
                  </a:cubicBezTo>
                  <a:cubicBezTo>
                    <a:pt x="865346" y="299828"/>
                    <a:pt x="864394" y="300781"/>
                    <a:pt x="862489" y="300781"/>
                  </a:cubicBezTo>
                  <a:cubicBezTo>
                    <a:pt x="860584" y="300781"/>
                    <a:pt x="860584" y="301733"/>
                    <a:pt x="858679" y="302685"/>
                  </a:cubicBezTo>
                  <a:cubicBezTo>
                    <a:pt x="857726" y="303638"/>
                    <a:pt x="856774" y="303638"/>
                    <a:pt x="854869" y="304590"/>
                  </a:cubicBezTo>
                  <a:cubicBezTo>
                    <a:pt x="853916" y="305543"/>
                    <a:pt x="852011" y="305543"/>
                    <a:pt x="851059" y="306495"/>
                  </a:cubicBezTo>
                  <a:cubicBezTo>
                    <a:pt x="850106" y="307448"/>
                    <a:pt x="848201" y="307448"/>
                    <a:pt x="847249" y="308400"/>
                  </a:cubicBezTo>
                  <a:cubicBezTo>
                    <a:pt x="846296" y="309353"/>
                    <a:pt x="844391" y="309353"/>
                    <a:pt x="843439" y="310306"/>
                  </a:cubicBezTo>
                  <a:cubicBezTo>
                    <a:pt x="842486" y="310306"/>
                    <a:pt x="840581" y="311258"/>
                    <a:pt x="839629" y="311258"/>
                  </a:cubicBezTo>
                  <a:cubicBezTo>
                    <a:pt x="838676" y="311258"/>
                    <a:pt x="836771" y="312210"/>
                    <a:pt x="835819" y="312210"/>
                  </a:cubicBezTo>
                  <a:cubicBezTo>
                    <a:pt x="834866" y="312210"/>
                    <a:pt x="832961" y="313163"/>
                    <a:pt x="832009" y="313163"/>
                  </a:cubicBezTo>
                  <a:cubicBezTo>
                    <a:pt x="831056" y="313163"/>
                    <a:pt x="829151" y="314115"/>
                    <a:pt x="828199" y="314115"/>
                  </a:cubicBezTo>
                  <a:cubicBezTo>
                    <a:pt x="827246" y="314115"/>
                    <a:pt x="825341" y="314115"/>
                    <a:pt x="824389" y="314115"/>
                  </a:cubicBezTo>
                  <a:cubicBezTo>
                    <a:pt x="823436" y="314115"/>
                    <a:pt x="821531" y="314115"/>
                    <a:pt x="820579" y="314115"/>
                  </a:cubicBezTo>
                  <a:cubicBezTo>
                    <a:pt x="819626" y="314115"/>
                    <a:pt x="817721" y="314115"/>
                    <a:pt x="816769" y="314115"/>
                  </a:cubicBezTo>
                  <a:cubicBezTo>
                    <a:pt x="815816" y="314115"/>
                    <a:pt x="813911" y="314115"/>
                    <a:pt x="812959" y="314115"/>
                  </a:cubicBezTo>
                  <a:cubicBezTo>
                    <a:pt x="812006" y="314115"/>
                    <a:pt x="810101" y="314115"/>
                    <a:pt x="809149" y="314115"/>
                  </a:cubicBezTo>
                  <a:cubicBezTo>
                    <a:pt x="808196" y="314115"/>
                    <a:pt x="806291" y="314115"/>
                    <a:pt x="805339" y="313163"/>
                  </a:cubicBezTo>
                  <a:cubicBezTo>
                    <a:pt x="804386" y="313163"/>
                    <a:pt x="802481" y="313163"/>
                    <a:pt x="801529" y="312210"/>
                  </a:cubicBezTo>
                  <a:cubicBezTo>
                    <a:pt x="800576" y="312210"/>
                    <a:pt x="798671" y="311258"/>
                    <a:pt x="797719" y="311258"/>
                  </a:cubicBezTo>
                  <a:cubicBezTo>
                    <a:pt x="796766" y="311258"/>
                    <a:pt x="794861" y="310306"/>
                    <a:pt x="793909" y="310306"/>
                  </a:cubicBezTo>
                  <a:cubicBezTo>
                    <a:pt x="792956" y="310306"/>
                    <a:pt x="791051" y="309353"/>
                    <a:pt x="790099" y="309353"/>
                  </a:cubicBezTo>
                  <a:cubicBezTo>
                    <a:pt x="789146" y="309353"/>
                    <a:pt x="787241" y="308400"/>
                    <a:pt x="786289" y="307448"/>
                  </a:cubicBezTo>
                  <a:cubicBezTo>
                    <a:pt x="785336" y="306495"/>
                    <a:pt x="783431" y="306495"/>
                    <a:pt x="782479" y="305543"/>
                  </a:cubicBezTo>
                  <a:cubicBezTo>
                    <a:pt x="781526" y="304590"/>
                    <a:pt x="780574" y="304590"/>
                    <a:pt x="778669" y="303638"/>
                  </a:cubicBezTo>
                  <a:cubicBezTo>
                    <a:pt x="777716" y="302685"/>
                    <a:pt x="775811" y="302685"/>
                    <a:pt x="774859" y="301733"/>
                  </a:cubicBezTo>
                  <a:cubicBezTo>
                    <a:pt x="773906" y="300781"/>
                    <a:pt x="772954" y="300781"/>
                    <a:pt x="772001" y="299828"/>
                  </a:cubicBezTo>
                  <a:cubicBezTo>
                    <a:pt x="771049" y="298875"/>
                    <a:pt x="769144" y="297923"/>
                    <a:pt x="768191" y="296970"/>
                  </a:cubicBezTo>
                  <a:cubicBezTo>
                    <a:pt x="767239" y="296018"/>
                    <a:pt x="766286" y="296018"/>
                    <a:pt x="765334" y="295065"/>
                  </a:cubicBezTo>
                  <a:cubicBezTo>
                    <a:pt x="764381" y="294113"/>
                    <a:pt x="763429" y="294113"/>
                    <a:pt x="761524" y="293160"/>
                  </a:cubicBezTo>
                  <a:cubicBezTo>
                    <a:pt x="760571" y="292208"/>
                    <a:pt x="760571" y="293160"/>
                    <a:pt x="759619" y="293160"/>
                  </a:cubicBezTo>
                  <a:lnTo>
                    <a:pt x="464344" y="9315"/>
                  </a:lnTo>
                  <a:lnTo>
                    <a:pt x="296704" y="9315"/>
                  </a:lnTo>
                  <a:cubicBezTo>
                    <a:pt x="219551" y="9315"/>
                    <a:pt x="146209" y="38843"/>
                    <a:pt x="91916" y="93135"/>
                  </a:cubicBezTo>
                  <a:cubicBezTo>
                    <a:pt x="37624" y="146475"/>
                    <a:pt x="7144" y="219818"/>
                    <a:pt x="7144" y="296970"/>
                  </a:cubicBezTo>
                  <a:cubicBezTo>
                    <a:pt x="7144" y="305543"/>
                    <a:pt x="8096" y="315068"/>
                    <a:pt x="9049" y="323640"/>
                  </a:cubicBezTo>
                  <a:cubicBezTo>
                    <a:pt x="10001" y="326498"/>
                    <a:pt x="10954" y="329356"/>
                    <a:pt x="10954" y="3322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4C1E3D0-57CF-4BDB-BE6C-5E5B6411C765}"/>
                </a:ext>
              </a:extLst>
            </p:cNvPr>
            <p:cNvSpPr/>
            <p:nvPr/>
          </p:nvSpPr>
          <p:spPr>
            <a:xfrm>
              <a:off x="3981926" y="4212431"/>
              <a:ext cx="819150" cy="2038350"/>
            </a:xfrm>
            <a:custGeom>
              <a:avLst/>
              <a:gdLst>
                <a:gd name="connsiteX0" fmla="*/ 626269 w 819150"/>
                <a:gd name="connsiteY0" fmla="*/ 2033111 h 2038350"/>
                <a:gd name="connsiteX1" fmla="*/ 757714 w 819150"/>
                <a:gd name="connsiteY1" fmla="*/ 1903571 h 2038350"/>
                <a:gd name="connsiteX2" fmla="*/ 812959 w 819150"/>
                <a:gd name="connsiteY2" fmla="*/ 7144 h 2038350"/>
                <a:gd name="connsiteX3" fmla="*/ 7144 w 819150"/>
                <a:gd name="connsiteY3" fmla="*/ 7144 h 2038350"/>
                <a:gd name="connsiteX4" fmla="*/ 64294 w 819150"/>
                <a:gd name="connsiteY4" fmla="*/ 1903571 h 2038350"/>
                <a:gd name="connsiteX5" fmla="*/ 198596 w 819150"/>
                <a:gd name="connsiteY5" fmla="*/ 2033111 h 2038350"/>
                <a:gd name="connsiteX6" fmla="*/ 330041 w 819150"/>
                <a:gd name="connsiteY6" fmla="*/ 1901667 h 2038350"/>
                <a:gd name="connsiteX7" fmla="*/ 330041 w 819150"/>
                <a:gd name="connsiteY7" fmla="*/ 275749 h 2038350"/>
                <a:gd name="connsiteX8" fmla="*/ 412909 w 819150"/>
                <a:gd name="connsiteY8" fmla="*/ 192881 h 2038350"/>
                <a:gd name="connsiteX9" fmla="*/ 495776 w 819150"/>
                <a:gd name="connsiteY9" fmla="*/ 275749 h 2038350"/>
                <a:gd name="connsiteX10" fmla="*/ 495776 w 819150"/>
                <a:gd name="connsiteY10" fmla="*/ 1900714 h 2038350"/>
                <a:gd name="connsiteX11" fmla="*/ 533876 w 819150"/>
                <a:gd name="connsiteY11" fmla="*/ 1994059 h 2038350"/>
                <a:gd name="connsiteX12" fmla="*/ 626269 w 819150"/>
                <a:gd name="connsiteY12" fmla="*/ 2033111 h 203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038350">
                  <a:moveTo>
                    <a:pt x="626269" y="2033111"/>
                  </a:moveTo>
                  <a:cubicBezTo>
                    <a:pt x="697706" y="2032159"/>
                    <a:pt x="755809" y="1975009"/>
                    <a:pt x="757714" y="1903571"/>
                  </a:cubicBezTo>
                  <a:lnTo>
                    <a:pt x="812959" y="7144"/>
                  </a:lnTo>
                  <a:lnTo>
                    <a:pt x="7144" y="7144"/>
                  </a:lnTo>
                  <a:lnTo>
                    <a:pt x="64294" y="1903571"/>
                  </a:lnTo>
                  <a:cubicBezTo>
                    <a:pt x="66199" y="1975961"/>
                    <a:pt x="126206" y="2033111"/>
                    <a:pt x="198596" y="2033111"/>
                  </a:cubicBezTo>
                  <a:cubicBezTo>
                    <a:pt x="270986" y="2032159"/>
                    <a:pt x="329089" y="1974056"/>
                    <a:pt x="330041" y="1901667"/>
                  </a:cubicBezTo>
                  <a:lnTo>
                    <a:pt x="330041" y="275749"/>
                  </a:lnTo>
                  <a:cubicBezTo>
                    <a:pt x="330041" y="230029"/>
                    <a:pt x="367189" y="192881"/>
                    <a:pt x="412909" y="192881"/>
                  </a:cubicBezTo>
                  <a:cubicBezTo>
                    <a:pt x="458629" y="192881"/>
                    <a:pt x="495776" y="230029"/>
                    <a:pt x="495776" y="275749"/>
                  </a:cubicBezTo>
                  <a:lnTo>
                    <a:pt x="495776" y="1900714"/>
                  </a:lnTo>
                  <a:cubicBezTo>
                    <a:pt x="495776" y="1935956"/>
                    <a:pt x="509111" y="1969294"/>
                    <a:pt x="533876" y="1994059"/>
                  </a:cubicBezTo>
                  <a:cubicBezTo>
                    <a:pt x="557689" y="2018824"/>
                    <a:pt x="591026" y="2033111"/>
                    <a:pt x="626269" y="20331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433A81E-C1EC-4C4F-9309-1262440CC150}"/>
                </a:ext>
              </a:extLst>
            </p:cNvPr>
            <p:cNvSpPr/>
            <p:nvPr/>
          </p:nvSpPr>
          <p:spPr>
            <a:xfrm>
              <a:off x="6919436" y="3237071"/>
              <a:ext cx="752475" cy="1181100"/>
            </a:xfrm>
            <a:custGeom>
              <a:avLst/>
              <a:gdLst>
                <a:gd name="connsiteX0" fmla="*/ 291941 w 752475"/>
                <a:gd name="connsiteY0" fmla="*/ 7144 h 1181100"/>
                <a:gd name="connsiteX1" fmla="*/ 291941 w 752475"/>
                <a:gd name="connsiteY1" fmla="*/ 471011 h 1181100"/>
                <a:gd name="connsiteX2" fmla="*/ 7144 w 752475"/>
                <a:gd name="connsiteY2" fmla="*/ 818674 h 1181100"/>
                <a:gd name="connsiteX3" fmla="*/ 376714 w 752475"/>
                <a:gd name="connsiteY3" fmla="*/ 1175861 h 1181100"/>
                <a:gd name="connsiteX4" fmla="*/ 745331 w 752475"/>
                <a:gd name="connsiteY4" fmla="*/ 818674 h 1181100"/>
                <a:gd name="connsiteX5" fmla="*/ 458629 w 752475"/>
                <a:gd name="connsiteY5" fmla="*/ 471011 h 1181100"/>
                <a:gd name="connsiteX6" fmla="*/ 458629 w 752475"/>
                <a:gd name="connsiteY6" fmla="*/ 7144 h 1181100"/>
                <a:gd name="connsiteX7" fmla="*/ 291941 w 752475"/>
                <a:gd name="connsiteY7" fmla="*/ 7144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2475" h="1181100">
                  <a:moveTo>
                    <a:pt x="291941" y="7144"/>
                  </a:moveTo>
                  <a:lnTo>
                    <a:pt x="291941" y="471011"/>
                  </a:lnTo>
                  <a:cubicBezTo>
                    <a:pt x="126206" y="505301"/>
                    <a:pt x="8096" y="650081"/>
                    <a:pt x="7144" y="818674"/>
                  </a:cubicBezTo>
                  <a:cubicBezTo>
                    <a:pt x="7144" y="1015841"/>
                    <a:pt x="173831" y="1175861"/>
                    <a:pt x="376714" y="1175861"/>
                  </a:cubicBezTo>
                  <a:cubicBezTo>
                    <a:pt x="580549" y="1175861"/>
                    <a:pt x="745331" y="1015841"/>
                    <a:pt x="745331" y="818674"/>
                  </a:cubicBezTo>
                  <a:cubicBezTo>
                    <a:pt x="745331" y="649129"/>
                    <a:pt x="625316" y="507206"/>
                    <a:pt x="458629" y="471011"/>
                  </a:cubicBezTo>
                  <a:lnTo>
                    <a:pt x="458629" y="7144"/>
                  </a:lnTo>
                  <a:lnTo>
                    <a:pt x="291941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CB7D0EFD-5955-4052-B189-EECFE6B0D8BB}"/>
                </a:ext>
              </a:extLst>
            </p:cNvPr>
            <p:cNvSpPr/>
            <p:nvPr/>
          </p:nvSpPr>
          <p:spPr>
            <a:xfrm>
              <a:off x="7192804" y="2155984"/>
              <a:ext cx="209550" cy="666750"/>
            </a:xfrm>
            <a:custGeom>
              <a:avLst/>
              <a:gdLst>
                <a:gd name="connsiteX0" fmla="*/ 7144 w 209550"/>
                <a:gd name="connsiteY0" fmla="*/ 7144 h 666750"/>
                <a:gd name="connsiteX1" fmla="*/ 209074 w 209550"/>
                <a:gd name="connsiteY1" fmla="*/ 7144 h 666750"/>
                <a:gd name="connsiteX2" fmla="*/ 209074 w 209550"/>
                <a:gd name="connsiteY2" fmla="*/ 660559 h 666750"/>
                <a:gd name="connsiteX3" fmla="*/ 7144 w 209550"/>
                <a:gd name="connsiteY3" fmla="*/ 660559 h 666750"/>
                <a:gd name="connsiteX4" fmla="*/ 7144 w 209550"/>
                <a:gd name="connsiteY4" fmla="*/ 7144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666750">
                  <a:moveTo>
                    <a:pt x="7144" y="7144"/>
                  </a:moveTo>
                  <a:lnTo>
                    <a:pt x="209074" y="7144"/>
                  </a:lnTo>
                  <a:lnTo>
                    <a:pt x="209074" y="660559"/>
                  </a:lnTo>
                  <a:lnTo>
                    <a:pt x="7144" y="66055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A25D5E30-500F-4054-9B89-F66CBF31621C}"/>
                </a:ext>
              </a:extLst>
            </p:cNvPr>
            <p:cNvSpPr/>
            <p:nvPr/>
          </p:nvSpPr>
          <p:spPr>
            <a:xfrm>
              <a:off x="7906226" y="1798796"/>
              <a:ext cx="228600" cy="1019175"/>
            </a:xfrm>
            <a:custGeom>
              <a:avLst/>
              <a:gdLst>
                <a:gd name="connsiteX0" fmla="*/ 7144 w 228600"/>
                <a:gd name="connsiteY0" fmla="*/ 7144 h 1019175"/>
                <a:gd name="connsiteX1" fmla="*/ 221456 w 228600"/>
                <a:gd name="connsiteY1" fmla="*/ 7144 h 1019175"/>
                <a:gd name="connsiteX2" fmla="*/ 221456 w 228600"/>
                <a:gd name="connsiteY2" fmla="*/ 1017746 h 1019175"/>
                <a:gd name="connsiteX3" fmla="*/ 7144 w 228600"/>
                <a:gd name="connsiteY3" fmla="*/ 1017746 h 1019175"/>
                <a:gd name="connsiteX4" fmla="*/ 7144 w 228600"/>
                <a:gd name="connsiteY4" fmla="*/ 7144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" h="1019175">
                  <a:moveTo>
                    <a:pt x="7144" y="7144"/>
                  </a:moveTo>
                  <a:lnTo>
                    <a:pt x="221456" y="7144"/>
                  </a:lnTo>
                  <a:lnTo>
                    <a:pt x="221456" y="1017746"/>
                  </a:lnTo>
                  <a:lnTo>
                    <a:pt x="7144" y="1017746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B1E62F26-F008-4031-853F-9AEDA8960B28}"/>
                </a:ext>
              </a:extLst>
            </p:cNvPr>
            <p:cNvSpPr/>
            <p:nvPr/>
          </p:nvSpPr>
          <p:spPr>
            <a:xfrm>
              <a:off x="6466999" y="2547461"/>
              <a:ext cx="209550" cy="276225"/>
            </a:xfrm>
            <a:custGeom>
              <a:avLst/>
              <a:gdLst>
                <a:gd name="connsiteX0" fmla="*/ 7144 w 209550"/>
                <a:gd name="connsiteY0" fmla="*/ 7144 h 276225"/>
                <a:gd name="connsiteX1" fmla="*/ 210026 w 209550"/>
                <a:gd name="connsiteY1" fmla="*/ 7144 h 276225"/>
                <a:gd name="connsiteX2" fmla="*/ 210026 w 209550"/>
                <a:gd name="connsiteY2" fmla="*/ 269081 h 276225"/>
                <a:gd name="connsiteX3" fmla="*/ 8096 w 209550"/>
                <a:gd name="connsiteY3" fmla="*/ 269081 h 276225"/>
                <a:gd name="connsiteX4" fmla="*/ 8096 w 209550"/>
                <a:gd name="connsiteY4" fmla="*/ 7144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76225">
                  <a:moveTo>
                    <a:pt x="7144" y="7144"/>
                  </a:moveTo>
                  <a:lnTo>
                    <a:pt x="210026" y="7144"/>
                  </a:lnTo>
                  <a:lnTo>
                    <a:pt x="210026" y="269081"/>
                  </a:lnTo>
                  <a:lnTo>
                    <a:pt x="8096" y="269081"/>
                  </a:lnTo>
                  <a:lnTo>
                    <a:pt x="8096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AEA720B-FF35-494C-AA19-ED439884D7A7}"/>
                </a:ext>
              </a:extLst>
            </p:cNvPr>
            <p:cNvSpPr/>
            <p:nvPr/>
          </p:nvSpPr>
          <p:spPr>
            <a:xfrm>
              <a:off x="5885021" y="1430179"/>
              <a:ext cx="2819400" cy="1733550"/>
            </a:xfrm>
            <a:custGeom>
              <a:avLst/>
              <a:gdLst>
                <a:gd name="connsiteX0" fmla="*/ 2812256 w 2819400"/>
                <a:gd name="connsiteY0" fmla="*/ 7144 h 1733550"/>
                <a:gd name="connsiteX1" fmla="*/ 7144 w 2819400"/>
                <a:gd name="connsiteY1" fmla="*/ 7144 h 1733550"/>
                <a:gd name="connsiteX2" fmla="*/ 7144 w 2819400"/>
                <a:gd name="connsiteY2" fmla="*/ 1731169 h 1733550"/>
                <a:gd name="connsiteX3" fmla="*/ 2813209 w 2819400"/>
                <a:gd name="connsiteY3" fmla="*/ 1731169 h 1733550"/>
                <a:gd name="connsiteX4" fmla="*/ 2813209 w 2819400"/>
                <a:gd name="connsiteY4" fmla="*/ 7144 h 1733550"/>
                <a:gd name="connsiteX5" fmla="*/ 957739 w 2819400"/>
                <a:gd name="connsiteY5" fmla="*/ 1469231 h 1733550"/>
                <a:gd name="connsiteX6" fmla="*/ 874871 w 2819400"/>
                <a:gd name="connsiteY6" fmla="*/ 1552099 h 1733550"/>
                <a:gd name="connsiteX7" fmla="*/ 506254 w 2819400"/>
                <a:gd name="connsiteY7" fmla="*/ 1552099 h 1733550"/>
                <a:gd name="connsiteX8" fmla="*/ 423386 w 2819400"/>
                <a:gd name="connsiteY8" fmla="*/ 1469231 h 1733550"/>
                <a:gd name="connsiteX9" fmla="*/ 423386 w 2819400"/>
                <a:gd name="connsiteY9" fmla="*/ 1041559 h 1733550"/>
                <a:gd name="connsiteX10" fmla="*/ 506254 w 2819400"/>
                <a:gd name="connsiteY10" fmla="*/ 958691 h 1733550"/>
                <a:gd name="connsiteX11" fmla="*/ 874871 w 2819400"/>
                <a:gd name="connsiteY11" fmla="*/ 958691 h 1733550"/>
                <a:gd name="connsiteX12" fmla="*/ 957739 w 2819400"/>
                <a:gd name="connsiteY12" fmla="*/ 1041559 h 1733550"/>
                <a:gd name="connsiteX13" fmla="*/ 957739 w 2819400"/>
                <a:gd name="connsiteY13" fmla="*/ 1469231 h 1733550"/>
                <a:gd name="connsiteX14" fmla="*/ 1683544 w 2819400"/>
                <a:gd name="connsiteY14" fmla="*/ 1457801 h 1733550"/>
                <a:gd name="connsiteX15" fmla="*/ 1600676 w 2819400"/>
                <a:gd name="connsiteY15" fmla="*/ 1540669 h 1733550"/>
                <a:gd name="connsiteX16" fmla="*/ 1232059 w 2819400"/>
                <a:gd name="connsiteY16" fmla="*/ 1540669 h 1733550"/>
                <a:gd name="connsiteX17" fmla="*/ 1149191 w 2819400"/>
                <a:gd name="connsiteY17" fmla="*/ 1457801 h 1733550"/>
                <a:gd name="connsiteX18" fmla="*/ 1149191 w 2819400"/>
                <a:gd name="connsiteY18" fmla="*/ 649129 h 1733550"/>
                <a:gd name="connsiteX19" fmla="*/ 1232059 w 2819400"/>
                <a:gd name="connsiteY19" fmla="*/ 566261 h 1733550"/>
                <a:gd name="connsiteX20" fmla="*/ 1600676 w 2819400"/>
                <a:gd name="connsiteY20" fmla="*/ 566261 h 1733550"/>
                <a:gd name="connsiteX21" fmla="*/ 1683544 w 2819400"/>
                <a:gd name="connsiteY21" fmla="*/ 649129 h 1733550"/>
                <a:gd name="connsiteX22" fmla="*/ 1683544 w 2819400"/>
                <a:gd name="connsiteY22" fmla="*/ 1457801 h 1733550"/>
                <a:gd name="connsiteX23" fmla="*/ 2396966 w 2819400"/>
                <a:gd name="connsiteY23" fmla="*/ 1469231 h 1733550"/>
                <a:gd name="connsiteX24" fmla="*/ 2314099 w 2819400"/>
                <a:gd name="connsiteY24" fmla="*/ 1552099 h 1733550"/>
                <a:gd name="connsiteX25" fmla="*/ 1944529 w 2819400"/>
                <a:gd name="connsiteY25" fmla="*/ 1552099 h 1733550"/>
                <a:gd name="connsiteX26" fmla="*/ 1861661 w 2819400"/>
                <a:gd name="connsiteY26" fmla="*/ 1469231 h 1733550"/>
                <a:gd name="connsiteX27" fmla="*/ 1861661 w 2819400"/>
                <a:gd name="connsiteY27" fmla="*/ 292894 h 1733550"/>
                <a:gd name="connsiteX28" fmla="*/ 1944529 w 2819400"/>
                <a:gd name="connsiteY28" fmla="*/ 210026 h 1733550"/>
                <a:gd name="connsiteX29" fmla="*/ 2313146 w 2819400"/>
                <a:gd name="connsiteY29" fmla="*/ 210026 h 1733550"/>
                <a:gd name="connsiteX30" fmla="*/ 2396014 w 2819400"/>
                <a:gd name="connsiteY30" fmla="*/ 292894 h 1733550"/>
                <a:gd name="connsiteX31" fmla="*/ 2396014 w 2819400"/>
                <a:gd name="connsiteY31" fmla="*/ 1469231 h 173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819400" h="1733550">
                  <a:moveTo>
                    <a:pt x="2812256" y="7144"/>
                  </a:moveTo>
                  <a:lnTo>
                    <a:pt x="7144" y="7144"/>
                  </a:lnTo>
                  <a:lnTo>
                    <a:pt x="7144" y="1731169"/>
                  </a:lnTo>
                  <a:lnTo>
                    <a:pt x="2813209" y="1731169"/>
                  </a:lnTo>
                  <a:lnTo>
                    <a:pt x="2813209" y="7144"/>
                  </a:lnTo>
                  <a:close/>
                  <a:moveTo>
                    <a:pt x="957739" y="1469231"/>
                  </a:moveTo>
                  <a:cubicBezTo>
                    <a:pt x="957739" y="1514951"/>
                    <a:pt x="920591" y="1552099"/>
                    <a:pt x="874871" y="1552099"/>
                  </a:cubicBezTo>
                  <a:lnTo>
                    <a:pt x="506254" y="1552099"/>
                  </a:lnTo>
                  <a:cubicBezTo>
                    <a:pt x="460534" y="1552099"/>
                    <a:pt x="423386" y="1514951"/>
                    <a:pt x="423386" y="1469231"/>
                  </a:cubicBezTo>
                  <a:lnTo>
                    <a:pt x="423386" y="1041559"/>
                  </a:lnTo>
                  <a:cubicBezTo>
                    <a:pt x="423386" y="995839"/>
                    <a:pt x="460534" y="958691"/>
                    <a:pt x="506254" y="958691"/>
                  </a:cubicBezTo>
                  <a:lnTo>
                    <a:pt x="874871" y="958691"/>
                  </a:lnTo>
                  <a:cubicBezTo>
                    <a:pt x="920591" y="958691"/>
                    <a:pt x="957739" y="995839"/>
                    <a:pt x="957739" y="1041559"/>
                  </a:cubicBezTo>
                  <a:lnTo>
                    <a:pt x="957739" y="1469231"/>
                  </a:lnTo>
                  <a:close/>
                  <a:moveTo>
                    <a:pt x="1683544" y="1457801"/>
                  </a:moveTo>
                  <a:cubicBezTo>
                    <a:pt x="1683544" y="1503521"/>
                    <a:pt x="1646396" y="1540669"/>
                    <a:pt x="1600676" y="1540669"/>
                  </a:cubicBezTo>
                  <a:lnTo>
                    <a:pt x="1232059" y="1540669"/>
                  </a:lnTo>
                  <a:cubicBezTo>
                    <a:pt x="1186339" y="1540669"/>
                    <a:pt x="1149191" y="1503521"/>
                    <a:pt x="1149191" y="1457801"/>
                  </a:cubicBezTo>
                  <a:lnTo>
                    <a:pt x="1149191" y="649129"/>
                  </a:lnTo>
                  <a:cubicBezTo>
                    <a:pt x="1149191" y="603409"/>
                    <a:pt x="1186339" y="566261"/>
                    <a:pt x="1232059" y="566261"/>
                  </a:cubicBezTo>
                  <a:lnTo>
                    <a:pt x="1600676" y="566261"/>
                  </a:lnTo>
                  <a:cubicBezTo>
                    <a:pt x="1646396" y="566261"/>
                    <a:pt x="1683544" y="603409"/>
                    <a:pt x="1683544" y="649129"/>
                  </a:cubicBezTo>
                  <a:lnTo>
                    <a:pt x="1683544" y="1457801"/>
                  </a:lnTo>
                  <a:close/>
                  <a:moveTo>
                    <a:pt x="2396966" y="1469231"/>
                  </a:moveTo>
                  <a:cubicBezTo>
                    <a:pt x="2396966" y="1514951"/>
                    <a:pt x="2359819" y="1552099"/>
                    <a:pt x="2314099" y="1552099"/>
                  </a:cubicBezTo>
                  <a:lnTo>
                    <a:pt x="1944529" y="1552099"/>
                  </a:lnTo>
                  <a:cubicBezTo>
                    <a:pt x="1898809" y="1552099"/>
                    <a:pt x="1861661" y="1514951"/>
                    <a:pt x="1861661" y="1469231"/>
                  </a:cubicBezTo>
                  <a:lnTo>
                    <a:pt x="1861661" y="292894"/>
                  </a:lnTo>
                  <a:cubicBezTo>
                    <a:pt x="1861661" y="247174"/>
                    <a:pt x="1898809" y="210026"/>
                    <a:pt x="1944529" y="210026"/>
                  </a:cubicBezTo>
                  <a:lnTo>
                    <a:pt x="2313146" y="210026"/>
                  </a:lnTo>
                  <a:cubicBezTo>
                    <a:pt x="2358866" y="210026"/>
                    <a:pt x="2396014" y="247174"/>
                    <a:pt x="2396014" y="292894"/>
                  </a:cubicBezTo>
                  <a:lnTo>
                    <a:pt x="2396014" y="14692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E266A3E8-A630-4F0C-8441-D981FD8F4D9E}"/>
                </a:ext>
              </a:extLst>
            </p:cNvPr>
            <p:cNvSpPr/>
            <p:nvPr/>
          </p:nvSpPr>
          <p:spPr>
            <a:xfrm>
              <a:off x="5670709" y="907256"/>
              <a:ext cx="3238500" cy="361950"/>
            </a:xfrm>
            <a:custGeom>
              <a:avLst/>
              <a:gdLst>
                <a:gd name="connsiteX0" fmla="*/ 7144 w 3238500"/>
                <a:gd name="connsiteY0" fmla="*/ 7144 h 361950"/>
                <a:gd name="connsiteX1" fmla="*/ 3240881 w 3238500"/>
                <a:gd name="connsiteY1" fmla="*/ 7144 h 361950"/>
                <a:gd name="connsiteX2" fmla="*/ 3240881 w 3238500"/>
                <a:gd name="connsiteY2" fmla="*/ 363379 h 361950"/>
                <a:gd name="connsiteX3" fmla="*/ 7144 w 3238500"/>
                <a:gd name="connsiteY3" fmla="*/ 363379 h 361950"/>
                <a:gd name="connsiteX4" fmla="*/ 7144 w 3238500"/>
                <a:gd name="connsiteY4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500" h="361950">
                  <a:moveTo>
                    <a:pt x="7144" y="7144"/>
                  </a:moveTo>
                  <a:lnTo>
                    <a:pt x="3240881" y="7144"/>
                  </a:lnTo>
                  <a:lnTo>
                    <a:pt x="3240881" y="363379"/>
                  </a:lnTo>
                  <a:lnTo>
                    <a:pt x="7144" y="36337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0" name="Graphic 4">
            <a:extLst>
              <a:ext uri="{FF2B5EF4-FFF2-40B4-BE49-F238E27FC236}">
                <a16:creationId xmlns:a16="http://schemas.microsoft.com/office/drawing/2014/main" id="{90757F5D-1345-4750-B708-DE0A7A9C34B1}"/>
              </a:ext>
            </a:extLst>
          </p:cNvPr>
          <p:cNvGrpSpPr>
            <a:grpSpLocks noChangeAspect="1"/>
          </p:cNvGrpSpPr>
          <p:nvPr/>
        </p:nvGrpSpPr>
        <p:grpSpPr>
          <a:xfrm>
            <a:off x="7569595" y="3162925"/>
            <a:ext cx="394871" cy="502920"/>
            <a:chOff x="4333875" y="1143000"/>
            <a:chExt cx="382905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2A0F98-D0FA-438D-BF3A-704F904A2BE7}"/>
                </a:ext>
              </a:extLst>
            </p:cNvPr>
            <p:cNvSpPr/>
            <p:nvPr/>
          </p:nvSpPr>
          <p:spPr>
            <a:xfrm>
              <a:off x="5806916" y="3922871"/>
              <a:ext cx="361950" cy="361950"/>
            </a:xfrm>
            <a:custGeom>
              <a:avLst/>
              <a:gdLst>
                <a:gd name="connsiteX0" fmla="*/ 355759 w 361950"/>
                <a:gd name="connsiteY0" fmla="*/ 181451 h 361950"/>
                <a:gd name="connsiteX1" fmla="*/ 181451 w 361950"/>
                <a:gd name="connsiteY1" fmla="*/ 355759 h 361950"/>
                <a:gd name="connsiteX2" fmla="*/ 7144 w 361950"/>
                <a:gd name="connsiteY2" fmla="*/ 181451 h 361950"/>
                <a:gd name="connsiteX3" fmla="*/ 181451 w 361950"/>
                <a:gd name="connsiteY3" fmla="*/ 7144 h 361950"/>
                <a:gd name="connsiteX4" fmla="*/ 355759 w 361950"/>
                <a:gd name="connsiteY4" fmla="*/ 181451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950" h="361950">
                  <a:moveTo>
                    <a:pt x="355759" y="181451"/>
                  </a:moveTo>
                  <a:cubicBezTo>
                    <a:pt x="355759" y="277719"/>
                    <a:pt x="277719" y="355759"/>
                    <a:pt x="181451" y="355759"/>
                  </a:cubicBezTo>
                  <a:cubicBezTo>
                    <a:pt x="85184" y="355759"/>
                    <a:pt x="7144" y="277719"/>
                    <a:pt x="7144" y="181451"/>
                  </a:cubicBezTo>
                  <a:cubicBezTo>
                    <a:pt x="7144" y="85184"/>
                    <a:pt x="85184" y="7144"/>
                    <a:pt x="181451" y="7144"/>
                  </a:cubicBezTo>
                  <a:cubicBezTo>
                    <a:pt x="277719" y="7144"/>
                    <a:pt x="355759" y="85184"/>
                    <a:pt x="355759" y="1814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1B3543C-8E15-4C72-98BE-463F305D3B0B}"/>
                </a:ext>
              </a:extLst>
            </p:cNvPr>
            <p:cNvSpPr/>
            <p:nvPr/>
          </p:nvSpPr>
          <p:spPr>
            <a:xfrm>
              <a:off x="7026116" y="1244441"/>
              <a:ext cx="571500" cy="514350"/>
            </a:xfrm>
            <a:custGeom>
              <a:avLst/>
              <a:gdLst>
                <a:gd name="connsiteX0" fmla="*/ 7144 w 571500"/>
                <a:gd name="connsiteY0" fmla="*/ 7144 h 514350"/>
                <a:gd name="connsiteX1" fmla="*/ 7144 w 571500"/>
                <a:gd name="connsiteY1" fmla="*/ 508159 h 514350"/>
                <a:gd name="connsiteX2" fmla="*/ 564356 w 571500"/>
                <a:gd name="connsiteY2" fmla="*/ 508159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0" h="514350">
                  <a:moveTo>
                    <a:pt x="7144" y="7144"/>
                  </a:moveTo>
                  <a:lnTo>
                    <a:pt x="7144" y="508159"/>
                  </a:lnTo>
                  <a:lnTo>
                    <a:pt x="564356" y="5081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69DF975-CE9A-4B55-BFDC-488B5852A685}"/>
                </a:ext>
              </a:extLst>
            </p:cNvPr>
            <p:cNvSpPr/>
            <p:nvPr/>
          </p:nvSpPr>
          <p:spPr>
            <a:xfrm>
              <a:off x="6765131" y="3051334"/>
              <a:ext cx="361950" cy="361950"/>
            </a:xfrm>
            <a:custGeom>
              <a:avLst/>
              <a:gdLst>
                <a:gd name="connsiteX0" fmla="*/ 355759 w 361950"/>
                <a:gd name="connsiteY0" fmla="*/ 181451 h 361950"/>
                <a:gd name="connsiteX1" fmla="*/ 181451 w 361950"/>
                <a:gd name="connsiteY1" fmla="*/ 355759 h 361950"/>
                <a:gd name="connsiteX2" fmla="*/ 7144 w 361950"/>
                <a:gd name="connsiteY2" fmla="*/ 181451 h 361950"/>
                <a:gd name="connsiteX3" fmla="*/ 181451 w 361950"/>
                <a:gd name="connsiteY3" fmla="*/ 7144 h 361950"/>
                <a:gd name="connsiteX4" fmla="*/ 355759 w 361950"/>
                <a:gd name="connsiteY4" fmla="*/ 181451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950" h="361950">
                  <a:moveTo>
                    <a:pt x="355759" y="181451"/>
                  </a:moveTo>
                  <a:cubicBezTo>
                    <a:pt x="355759" y="277719"/>
                    <a:pt x="277719" y="355759"/>
                    <a:pt x="181451" y="355759"/>
                  </a:cubicBezTo>
                  <a:cubicBezTo>
                    <a:pt x="85184" y="355759"/>
                    <a:pt x="7144" y="277719"/>
                    <a:pt x="7144" y="181451"/>
                  </a:cubicBezTo>
                  <a:cubicBezTo>
                    <a:pt x="7144" y="85184"/>
                    <a:pt x="85184" y="7144"/>
                    <a:pt x="181451" y="7144"/>
                  </a:cubicBezTo>
                  <a:cubicBezTo>
                    <a:pt x="277719" y="7144"/>
                    <a:pt x="355759" y="85184"/>
                    <a:pt x="355759" y="1814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DDDF53C-A3FD-43D8-AA86-110ABE6A6BE5}"/>
                </a:ext>
              </a:extLst>
            </p:cNvPr>
            <p:cNvSpPr/>
            <p:nvPr/>
          </p:nvSpPr>
          <p:spPr>
            <a:xfrm>
              <a:off x="4848701" y="2790349"/>
              <a:ext cx="361950" cy="361950"/>
            </a:xfrm>
            <a:custGeom>
              <a:avLst/>
              <a:gdLst>
                <a:gd name="connsiteX0" fmla="*/ 355759 w 361950"/>
                <a:gd name="connsiteY0" fmla="*/ 181451 h 361950"/>
                <a:gd name="connsiteX1" fmla="*/ 181451 w 361950"/>
                <a:gd name="connsiteY1" fmla="*/ 355759 h 361950"/>
                <a:gd name="connsiteX2" fmla="*/ 7144 w 361950"/>
                <a:gd name="connsiteY2" fmla="*/ 181451 h 361950"/>
                <a:gd name="connsiteX3" fmla="*/ 181451 w 361950"/>
                <a:gd name="connsiteY3" fmla="*/ 7144 h 361950"/>
                <a:gd name="connsiteX4" fmla="*/ 355759 w 361950"/>
                <a:gd name="connsiteY4" fmla="*/ 181451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950" h="361950">
                  <a:moveTo>
                    <a:pt x="355759" y="181451"/>
                  </a:moveTo>
                  <a:cubicBezTo>
                    <a:pt x="355759" y="277719"/>
                    <a:pt x="277719" y="355759"/>
                    <a:pt x="181451" y="355759"/>
                  </a:cubicBezTo>
                  <a:cubicBezTo>
                    <a:pt x="85184" y="355759"/>
                    <a:pt x="7144" y="277719"/>
                    <a:pt x="7144" y="181451"/>
                  </a:cubicBezTo>
                  <a:cubicBezTo>
                    <a:pt x="7144" y="85184"/>
                    <a:pt x="85184" y="7144"/>
                    <a:pt x="181451" y="7144"/>
                  </a:cubicBezTo>
                  <a:cubicBezTo>
                    <a:pt x="277719" y="7144"/>
                    <a:pt x="355759" y="85184"/>
                    <a:pt x="355759" y="1814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A24544BE-7BA6-4770-BA5D-3F3DBA6E74DF}"/>
                </a:ext>
              </a:extLst>
            </p:cNvPr>
            <p:cNvSpPr/>
            <p:nvPr/>
          </p:nvSpPr>
          <p:spPr>
            <a:xfrm>
              <a:off x="4675346" y="4793456"/>
              <a:ext cx="2800350" cy="533400"/>
            </a:xfrm>
            <a:custGeom>
              <a:avLst/>
              <a:gdLst>
                <a:gd name="connsiteX0" fmla="*/ 2532222 w 2800350"/>
                <a:gd name="connsiteY0" fmla="*/ 181451 h 533400"/>
                <a:gd name="connsiteX1" fmla="*/ 2793206 w 2800350"/>
                <a:gd name="connsiteY1" fmla="*/ 181451 h 533400"/>
                <a:gd name="connsiteX2" fmla="*/ 2793206 w 2800350"/>
                <a:gd name="connsiteY2" fmla="*/ 7144 h 533400"/>
                <a:gd name="connsiteX3" fmla="*/ 7144 w 2800350"/>
                <a:gd name="connsiteY3" fmla="*/ 7144 h 533400"/>
                <a:gd name="connsiteX4" fmla="*/ 7144 w 2800350"/>
                <a:gd name="connsiteY4" fmla="*/ 181451 h 533400"/>
                <a:gd name="connsiteX5" fmla="*/ 2184559 w 2800350"/>
                <a:gd name="connsiteY5" fmla="*/ 181451 h 533400"/>
                <a:gd name="connsiteX6" fmla="*/ 2271236 w 2800350"/>
                <a:gd name="connsiteY6" fmla="*/ 268129 h 533400"/>
                <a:gd name="connsiteX7" fmla="*/ 2184559 w 2800350"/>
                <a:gd name="connsiteY7" fmla="*/ 354806 h 533400"/>
                <a:gd name="connsiteX8" fmla="*/ 7144 w 2800350"/>
                <a:gd name="connsiteY8" fmla="*/ 354806 h 533400"/>
                <a:gd name="connsiteX9" fmla="*/ 7144 w 2800350"/>
                <a:gd name="connsiteY9" fmla="*/ 529114 h 533400"/>
                <a:gd name="connsiteX10" fmla="*/ 2794159 w 2800350"/>
                <a:gd name="connsiteY10" fmla="*/ 529114 h 533400"/>
                <a:gd name="connsiteX11" fmla="*/ 2794159 w 2800350"/>
                <a:gd name="connsiteY11" fmla="*/ 354806 h 533400"/>
                <a:gd name="connsiteX12" fmla="*/ 2533174 w 2800350"/>
                <a:gd name="connsiteY12" fmla="*/ 354806 h 533400"/>
                <a:gd name="connsiteX13" fmla="*/ 2446497 w 2800350"/>
                <a:gd name="connsiteY13" fmla="*/ 268129 h 533400"/>
                <a:gd name="connsiteX14" fmla="*/ 2532222 w 2800350"/>
                <a:gd name="connsiteY14" fmla="*/ 18145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0350" h="533400">
                  <a:moveTo>
                    <a:pt x="2532222" y="181451"/>
                  </a:moveTo>
                  <a:lnTo>
                    <a:pt x="2793206" y="181451"/>
                  </a:lnTo>
                  <a:lnTo>
                    <a:pt x="2793206" y="7144"/>
                  </a:lnTo>
                  <a:lnTo>
                    <a:pt x="7144" y="7144"/>
                  </a:lnTo>
                  <a:lnTo>
                    <a:pt x="7144" y="181451"/>
                  </a:lnTo>
                  <a:lnTo>
                    <a:pt x="2184559" y="181451"/>
                  </a:lnTo>
                  <a:cubicBezTo>
                    <a:pt x="2232184" y="181451"/>
                    <a:pt x="2271236" y="220504"/>
                    <a:pt x="2271236" y="268129"/>
                  </a:cubicBezTo>
                  <a:cubicBezTo>
                    <a:pt x="2271236" y="315754"/>
                    <a:pt x="2232184" y="354806"/>
                    <a:pt x="2184559" y="354806"/>
                  </a:cubicBezTo>
                  <a:lnTo>
                    <a:pt x="7144" y="354806"/>
                  </a:lnTo>
                  <a:lnTo>
                    <a:pt x="7144" y="529114"/>
                  </a:lnTo>
                  <a:lnTo>
                    <a:pt x="2794159" y="529114"/>
                  </a:lnTo>
                  <a:lnTo>
                    <a:pt x="2794159" y="354806"/>
                  </a:lnTo>
                  <a:lnTo>
                    <a:pt x="2533174" y="354806"/>
                  </a:lnTo>
                  <a:cubicBezTo>
                    <a:pt x="2485549" y="354806"/>
                    <a:pt x="2446497" y="315754"/>
                    <a:pt x="2446497" y="268129"/>
                  </a:cubicBezTo>
                  <a:cubicBezTo>
                    <a:pt x="2446497" y="220504"/>
                    <a:pt x="2484597" y="181451"/>
                    <a:pt x="2532222" y="1814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AF07FD3-6A2C-4F3D-85E2-59095663D1EF}"/>
                </a:ext>
              </a:extLst>
            </p:cNvPr>
            <p:cNvSpPr/>
            <p:nvPr/>
          </p:nvSpPr>
          <p:spPr>
            <a:xfrm>
              <a:off x="4326731" y="3238976"/>
              <a:ext cx="3495675" cy="2438400"/>
            </a:xfrm>
            <a:custGeom>
              <a:avLst/>
              <a:gdLst>
                <a:gd name="connsiteX0" fmla="*/ 3343751 w 3495675"/>
                <a:gd name="connsiteY0" fmla="*/ 865346 h 2438400"/>
                <a:gd name="connsiteX1" fmla="*/ 3149441 w 3495675"/>
                <a:gd name="connsiteY1" fmla="*/ 815816 h 2438400"/>
                <a:gd name="connsiteX2" fmla="*/ 3078004 w 3495675"/>
                <a:gd name="connsiteY2" fmla="*/ 716756 h 2438400"/>
                <a:gd name="connsiteX3" fmla="*/ 2868454 w 3495675"/>
                <a:gd name="connsiteY3" fmla="*/ 422434 h 2438400"/>
                <a:gd name="connsiteX4" fmla="*/ 2781776 w 3495675"/>
                <a:gd name="connsiteY4" fmla="*/ 300514 h 2438400"/>
                <a:gd name="connsiteX5" fmla="*/ 2619851 w 3495675"/>
                <a:gd name="connsiteY5" fmla="*/ 342424 h 2438400"/>
                <a:gd name="connsiteX6" fmla="*/ 2439829 w 3495675"/>
                <a:gd name="connsiteY6" fmla="*/ 290989 h 2438400"/>
                <a:gd name="connsiteX7" fmla="*/ 1967389 w 3495675"/>
                <a:gd name="connsiteY7" fmla="*/ 700564 h 2438400"/>
                <a:gd name="connsiteX8" fmla="*/ 2011204 w 3495675"/>
                <a:gd name="connsiteY8" fmla="*/ 865346 h 2438400"/>
                <a:gd name="connsiteX9" fmla="*/ 1662589 w 3495675"/>
                <a:gd name="connsiteY9" fmla="*/ 1213961 h 2438400"/>
                <a:gd name="connsiteX10" fmla="*/ 1313974 w 3495675"/>
                <a:gd name="connsiteY10" fmla="*/ 865346 h 2438400"/>
                <a:gd name="connsiteX11" fmla="*/ 1361599 w 3495675"/>
                <a:gd name="connsiteY11" fmla="*/ 691991 h 2438400"/>
                <a:gd name="connsiteX12" fmla="*/ 884396 w 3495675"/>
                <a:gd name="connsiteY12" fmla="*/ 30004 h 2438400"/>
                <a:gd name="connsiteX13" fmla="*/ 704374 w 3495675"/>
                <a:gd name="connsiteY13" fmla="*/ 81439 h 2438400"/>
                <a:gd name="connsiteX14" fmla="*/ 491966 w 3495675"/>
                <a:gd name="connsiteY14" fmla="*/ 7144 h 2438400"/>
                <a:gd name="connsiteX15" fmla="*/ 7144 w 3495675"/>
                <a:gd name="connsiteY15" fmla="*/ 467201 h 2438400"/>
                <a:gd name="connsiteX16" fmla="*/ 7144 w 3495675"/>
                <a:gd name="connsiteY16" fmla="*/ 2433161 h 2438400"/>
                <a:gd name="connsiteX17" fmla="*/ 268129 w 3495675"/>
                <a:gd name="connsiteY17" fmla="*/ 2433161 h 2438400"/>
                <a:gd name="connsiteX18" fmla="*/ 3490436 w 3495675"/>
                <a:gd name="connsiteY18" fmla="*/ 2433161 h 2438400"/>
                <a:gd name="connsiteX19" fmla="*/ 3490436 w 3495675"/>
                <a:gd name="connsiteY19" fmla="*/ 865346 h 2438400"/>
                <a:gd name="connsiteX20" fmla="*/ 3343751 w 3495675"/>
                <a:gd name="connsiteY20" fmla="*/ 865346 h 2438400"/>
                <a:gd name="connsiteX21" fmla="*/ 3316129 w 3495675"/>
                <a:gd name="connsiteY21" fmla="*/ 2171224 h 2438400"/>
                <a:gd name="connsiteX22" fmla="*/ 3229451 w 3495675"/>
                <a:gd name="connsiteY22" fmla="*/ 2257901 h 2438400"/>
                <a:gd name="connsiteX23" fmla="*/ 268129 w 3495675"/>
                <a:gd name="connsiteY23" fmla="*/ 2257901 h 2438400"/>
                <a:gd name="connsiteX24" fmla="*/ 181451 w 3495675"/>
                <a:gd name="connsiteY24" fmla="*/ 2171224 h 2438400"/>
                <a:gd name="connsiteX25" fmla="*/ 181451 w 3495675"/>
                <a:gd name="connsiteY25" fmla="*/ 1474946 h 2438400"/>
                <a:gd name="connsiteX26" fmla="*/ 268129 w 3495675"/>
                <a:gd name="connsiteY26" fmla="*/ 1388269 h 2438400"/>
                <a:gd name="connsiteX27" fmla="*/ 3229451 w 3495675"/>
                <a:gd name="connsiteY27" fmla="*/ 1388269 h 2438400"/>
                <a:gd name="connsiteX28" fmla="*/ 3316129 w 3495675"/>
                <a:gd name="connsiteY28" fmla="*/ 1474946 h 2438400"/>
                <a:gd name="connsiteX29" fmla="*/ 3316129 w 3495675"/>
                <a:gd name="connsiteY29" fmla="*/ 2171224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495675" h="2438400">
                  <a:moveTo>
                    <a:pt x="3343751" y="865346"/>
                  </a:moveTo>
                  <a:cubicBezTo>
                    <a:pt x="3273266" y="865346"/>
                    <a:pt x="3196114" y="880586"/>
                    <a:pt x="3149441" y="815816"/>
                  </a:cubicBezTo>
                  <a:cubicBezTo>
                    <a:pt x="3125629" y="782479"/>
                    <a:pt x="3101816" y="750094"/>
                    <a:pt x="3078004" y="716756"/>
                  </a:cubicBezTo>
                  <a:cubicBezTo>
                    <a:pt x="3007519" y="618649"/>
                    <a:pt x="2937986" y="520541"/>
                    <a:pt x="2868454" y="422434"/>
                  </a:cubicBezTo>
                  <a:cubicBezTo>
                    <a:pt x="2839879" y="381476"/>
                    <a:pt x="2810351" y="341471"/>
                    <a:pt x="2781776" y="300514"/>
                  </a:cubicBezTo>
                  <a:cubicBezTo>
                    <a:pt x="2733199" y="326231"/>
                    <a:pt x="2678906" y="342424"/>
                    <a:pt x="2619851" y="342424"/>
                  </a:cubicBezTo>
                  <a:cubicBezTo>
                    <a:pt x="2553176" y="342424"/>
                    <a:pt x="2492216" y="322421"/>
                    <a:pt x="2439829" y="290989"/>
                  </a:cubicBezTo>
                  <a:lnTo>
                    <a:pt x="1967389" y="700564"/>
                  </a:lnTo>
                  <a:cubicBezTo>
                    <a:pt x="1994059" y="750094"/>
                    <a:pt x="2011204" y="805339"/>
                    <a:pt x="2011204" y="865346"/>
                  </a:cubicBezTo>
                  <a:cubicBezTo>
                    <a:pt x="2011204" y="1057751"/>
                    <a:pt x="1854994" y="1213961"/>
                    <a:pt x="1662589" y="1213961"/>
                  </a:cubicBezTo>
                  <a:cubicBezTo>
                    <a:pt x="1470184" y="1213961"/>
                    <a:pt x="1313974" y="1057751"/>
                    <a:pt x="1313974" y="865346"/>
                  </a:cubicBezTo>
                  <a:cubicBezTo>
                    <a:pt x="1313974" y="801529"/>
                    <a:pt x="1332071" y="743426"/>
                    <a:pt x="1361599" y="691991"/>
                  </a:cubicBezTo>
                  <a:lnTo>
                    <a:pt x="884396" y="30004"/>
                  </a:lnTo>
                  <a:cubicBezTo>
                    <a:pt x="832009" y="62389"/>
                    <a:pt x="770096" y="81439"/>
                    <a:pt x="704374" y="81439"/>
                  </a:cubicBezTo>
                  <a:cubicBezTo>
                    <a:pt x="624364" y="81439"/>
                    <a:pt x="551021" y="52864"/>
                    <a:pt x="491966" y="7144"/>
                  </a:cubicBezTo>
                  <a:lnTo>
                    <a:pt x="7144" y="467201"/>
                  </a:lnTo>
                  <a:lnTo>
                    <a:pt x="7144" y="2433161"/>
                  </a:lnTo>
                  <a:lnTo>
                    <a:pt x="268129" y="2433161"/>
                  </a:lnTo>
                  <a:lnTo>
                    <a:pt x="3490436" y="2433161"/>
                  </a:lnTo>
                  <a:lnTo>
                    <a:pt x="3490436" y="865346"/>
                  </a:lnTo>
                  <a:cubicBezTo>
                    <a:pt x="3441859" y="865346"/>
                    <a:pt x="3393281" y="865346"/>
                    <a:pt x="3343751" y="865346"/>
                  </a:cubicBezTo>
                  <a:close/>
                  <a:moveTo>
                    <a:pt x="3316129" y="2171224"/>
                  </a:moveTo>
                  <a:cubicBezTo>
                    <a:pt x="3316129" y="2218849"/>
                    <a:pt x="3277076" y="2257901"/>
                    <a:pt x="3229451" y="2257901"/>
                  </a:cubicBezTo>
                  <a:lnTo>
                    <a:pt x="268129" y="2257901"/>
                  </a:lnTo>
                  <a:cubicBezTo>
                    <a:pt x="220504" y="2257901"/>
                    <a:pt x="181451" y="2218849"/>
                    <a:pt x="181451" y="2171224"/>
                  </a:cubicBezTo>
                  <a:lnTo>
                    <a:pt x="181451" y="1474946"/>
                  </a:lnTo>
                  <a:cubicBezTo>
                    <a:pt x="181451" y="1427321"/>
                    <a:pt x="220504" y="1388269"/>
                    <a:pt x="268129" y="1388269"/>
                  </a:cubicBezTo>
                  <a:lnTo>
                    <a:pt x="3229451" y="1388269"/>
                  </a:lnTo>
                  <a:cubicBezTo>
                    <a:pt x="3277076" y="1388269"/>
                    <a:pt x="3316129" y="1427321"/>
                    <a:pt x="3316129" y="1474946"/>
                  </a:cubicBezTo>
                  <a:lnTo>
                    <a:pt x="3316129" y="21712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FCF5351-D3B8-4976-8165-870EC611FAF7}"/>
                </a:ext>
              </a:extLst>
            </p:cNvPr>
            <p:cNvSpPr/>
            <p:nvPr/>
          </p:nvSpPr>
          <p:spPr>
            <a:xfrm>
              <a:off x="4675346" y="1484471"/>
              <a:ext cx="3495675" cy="4533900"/>
            </a:xfrm>
            <a:custGeom>
              <a:avLst/>
              <a:gdLst>
                <a:gd name="connsiteX0" fmla="*/ 2940844 w 3495675"/>
                <a:gd name="connsiteY0" fmla="*/ 7144 h 4533900"/>
                <a:gd name="connsiteX1" fmla="*/ 3283744 w 3495675"/>
                <a:gd name="connsiteY1" fmla="*/ 288131 h 4533900"/>
                <a:gd name="connsiteX2" fmla="*/ 3316129 w 3495675"/>
                <a:gd name="connsiteY2" fmla="*/ 355759 h 4533900"/>
                <a:gd name="connsiteX3" fmla="*/ 3316129 w 3495675"/>
                <a:gd name="connsiteY3" fmla="*/ 4274344 h 4533900"/>
                <a:gd name="connsiteX4" fmla="*/ 3229451 w 3495675"/>
                <a:gd name="connsiteY4" fmla="*/ 4361022 h 4533900"/>
                <a:gd name="connsiteX5" fmla="*/ 7144 w 3495675"/>
                <a:gd name="connsiteY5" fmla="*/ 4361022 h 4533900"/>
                <a:gd name="connsiteX6" fmla="*/ 7144 w 3495675"/>
                <a:gd name="connsiteY6" fmla="*/ 4535329 h 4533900"/>
                <a:gd name="connsiteX7" fmla="*/ 3490436 w 3495675"/>
                <a:gd name="connsiteY7" fmla="*/ 4535329 h 4533900"/>
                <a:gd name="connsiteX8" fmla="*/ 3490436 w 3495675"/>
                <a:gd name="connsiteY8" fmla="*/ 7144 h 4533900"/>
                <a:gd name="connsiteX9" fmla="*/ 2940844 w 3495675"/>
                <a:gd name="connsiteY9" fmla="*/ 7144 h 453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95675" h="4533900">
                  <a:moveTo>
                    <a:pt x="2940844" y="7144"/>
                  </a:moveTo>
                  <a:lnTo>
                    <a:pt x="3283744" y="288131"/>
                  </a:lnTo>
                  <a:cubicBezTo>
                    <a:pt x="3303747" y="304324"/>
                    <a:pt x="3316129" y="329089"/>
                    <a:pt x="3316129" y="355759"/>
                  </a:cubicBezTo>
                  <a:lnTo>
                    <a:pt x="3316129" y="4274344"/>
                  </a:lnTo>
                  <a:cubicBezTo>
                    <a:pt x="3316129" y="4321969"/>
                    <a:pt x="3277076" y="4361022"/>
                    <a:pt x="3229451" y="4361022"/>
                  </a:cubicBezTo>
                  <a:lnTo>
                    <a:pt x="7144" y="4361022"/>
                  </a:lnTo>
                  <a:lnTo>
                    <a:pt x="7144" y="4535329"/>
                  </a:lnTo>
                  <a:lnTo>
                    <a:pt x="3490436" y="4535329"/>
                  </a:lnTo>
                  <a:lnTo>
                    <a:pt x="3490436" y="7144"/>
                  </a:lnTo>
                  <a:lnTo>
                    <a:pt x="29408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D52259FB-FAD0-4DF3-8B00-CC201B61E8B3}"/>
                </a:ext>
              </a:extLst>
            </p:cNvPr>
            <p:cNvSpPr/>
            <p:nvPr/>
          </p:nvSpPr>
          <p:spPr>
            <a:xfrm>
              <a:off x="4326731" y="1135856"/>
              <a:ext cx="3495675" cy="2800350"/>
            </a:xfrm>
            <a:custGeom>
              <a:avLst/>
              <a:gdLst>
                <a:gd name="connsiteX0" fmla="*/ 2619851 w 3495675"/>
                <a:gd name="connsiteY0" fmla="*/ 791051 h 2800350"/>
                <a:gd name="connsiteX1" fmla="*/ 2533174 w 3495675"/>
                <a:gd name="connsiteY1" fmla="*/ 704374 h 2800350"/>
                <a:gd name="connsiteX2" fmla="*/ 2533174 w 3495675"/>
                <a:gd name="connsiteY2" fmla="*/ 7144 h 2800350"/>
                <a:gd name="connsiteX3" fmla="*/ 7144 w 3495675"/>
                <a:gd name="connsiteY3" fmla="*/ 7144 h 2800350"/>
                <a:gd name="connsiteX4" fmla="*/ 7144 w 3495675"/>
                <a:gd name="connsiteY4" fmla="*/ 2329339 h 2800350"/>
                <a:gd name="connsiteX5" fmla="*/ 383381 w 3495675"/>
                <a:gd name="connsiteY5" fmla="*/ 1971199 h 2800350"/>
                <a:gd name="connsiteX6" fmla="*/ 355759 w 3495675"/>
                <a:gd name="connsiteY6" fmla="*/ 1834991 h 2800350"/>
                <a:gd name="connsiteX7" fmla="*/ 704374 w 3495675"/>
                <a:gd name="connsiteY7" fmla="*/ 1486376 h 2800350"/>
                <a:gd name="connsiteX8" fmla="*/ 1052989 w 3495675"/>
                <a:gd name="connsiteY8" fmla="*/ 1834991 h 2800350"/>
                <a:gd name="connsiteX9" fmla="*/ 1007269 w 3495675"/>
                <a:gd name="connsiteY9" fmla="*/ 2003584 h 2800350"/>
                <a:gd name="connsiteX10" fmla="*/ 1486376 w 3495675"/>
                <a:gd name="connsiteY10" fmla="*/ 2668429 h 2800350"/>
                <a:gd name="connsiteX11" fmla="*/ 1662589 w 3495675"/>
                <a:gd name="connsiteY11" fmla="*/ 2618899 h 2800350"/>
                <a:gd name="connsiteX12" fmla="*/ 1849279 w 3495675"/>
                <a:gd name="connsiteY12" fmla="*/ 2674144 h 2800350"/>
                <a:gd name="connsiteX13" fmla="*/ 2318861 w 3495675"/>
                <a:gd name="connsiteY13" fmla="*/ 2267426 h 2800350"/>
                <a:gd name="connsiteX14" fmla="*/ 2272189 w 3495675"/>
                <a:gd name="connsiteY14" fmla="*/ 2096929 h 2800350"/>
                <a:gd name="connsiteX15" fmla="*/ 2620804 w 3495675"/>
                <a:gd name="connsiteY15" fmla="*/ 1748314 h 2800350"/>
                <a:gd name="connsiteX16" fmla="*/ 2969419 w 3495675"/>
                <a:gd name="connsiteY16" fmla="*/ 2096929 h 2800350"/>
                <a:gd name="connsiteX17" fmla="*/ 2913221 w 3495675"/>
                <a:gd name="connsiteY17" fmla="*/ 2285524 h 2800350"/>
                <a:gd name="connsiteX18" fmla="*/ 3276124 w 3495675"/>
                <a:gd name="connsiteY18" fmla="*/ 2793206 h 2800350"/>
                <a:gd name="connsiteX19" fmla="*/ 3492341 w 3495675"/>
                <a:gd name="connsiteY19" fmla="*/ 2793206 h 2800350"/>
                <a:gd name="connsiteX20" fmla="*/ 3492341 w 3495675"/>
                <a:gd name="connsiteY20" fmla="*/ 791051 h 2800350"/>
                <a:gd name="connsiteX21" fmla="*/ 2619851 w 3495675"/>
                <a:gd name="connsiteY21" fmla="*/ 791051 h 2800350"/>
                <a:gd name="connsiteX22" fmla="*/ 965359 w 3495675"/>
                <a:gd name="connsiteY22" fmla="*/ 616744 h 2800350"/>
                <a:gd name="connsiteX23" fmla="*/ 2010251 w 3495675"/>
                <a:gd name="connsiteY23" fmla="*/ 616744 h 2800350"/>
                <a:gd name="connsiteX24" fmla="*/ 2096929 w 3495675"/>
                <a:gd name="connsiteY24" fmla="*/ 703421 h 2800350"/>
                <a:gd name="connsiteX25" fmla="*/ 2010251 w 3495675"/>
                <a:gd name="connsiteY25" fmla="*/ 790099 h 2800350"/>
                <a:gd name="connsiteX26" fmla="*/ 965359 w 3495675"/>
                <a:gd name="connsiteY26" fmla="*/ 790099 h 2800350"/>
                <a:gd name="connsiteX27" fmla="*/ 878681 w 3495675"/>
                <a:gd name="connsiteY27" fmla="*/ 703421 h 2800350"/>
                <a:gd name="connsiteX28" fmla="*/ 965359 w 3495675"/>
                <a:gd name="connsiteY28" fmla="*/ 616744 h 2800350"/>
                <a:gd name="connsiteX29" fmla="*/ 355759 w 3495675"/>
                <a:gd name="connsiteY29" fmla="*/ 616744 h 2800350"/>
                <a:gd name="connsiteX30" fmla="*/ 616744 w 3495675"/>
                <a:gd name="connsiteY30" fmla="*/ 616744 h 2800350"/>
                <a:gd name="connsiteX31" fmla="*/ 703421 w 3495675"/>
                <a:gd name="connsiteY31" fmla="*/ 703421 h 2800350"/>
                <a:gd name="connsiteX32" fmla="*/ 616744 w 3495675"/>
                <a:gd name="connsiteY32" fmla="*/ 791051 h 2800350"/>
                <a:gd name="connsiteX33" fmla="*/ 355759 w 3495675"/>
                <a:gd name="connsiteY33" fmla="*/ 791051 h 2800350"/>
                <a:gd name="connsiteX34" fmla="*/ 269081 w 3495675"/>
                <a:gd name="connsiteY34" fmla="*/ 704374 h 2800350"/>
                <a:gd name="connsiteX35" fmla="*/ 355759 w 3495675"/>
                <a:gd name="connsiteY35" fmla="*/ 616744 h 2800350"/>
                <a:gd name="connsiteX36" fmla="*/ 965359 w 3495675"/>
                <a:gd name="connsiteY36" fmla="*/ 1226344 h 2800350"/>
                <a:gd name="connsiteX37" fmla="*/ 355759 w 3495675"/>
                <a:gd name="connsiteY37" fmla="*/ 1226344 h 2800350"/>
                <a:gd name="connsiteX38" fmla="*/ 269081 w 3495675"/>
                <a:gd name="connsiteY38" fmla="*/ 1139666 h 2800350"/>
                <a:gd name="connsiteX39" fmla="*/ 355759 w 3495675"/>
                <a:gd name="connsiteY39" fmla="*/ 1052989 h 2800350"/>
                <a:gd name="connsiteX40" fmla="*/ 965359 w 3495675"/>
                <a:gd name="connsiteY40" fmla="*/ 1052989 h 2800350"/>
                <a:gd name="connsiteX41" fmla="*/ 1052036 w 3495675"/>
                <a:gd name="connsiteY41" fmla="*/ 1139666 h 2800350"/>
                <a:gd name="connsiteX42" fmla="*/ 965359 w 3495675"/>
                <a:gd name="connsiteY42" fmla="*/ 1226344 h 2800350"/>
                <a:gd name="connsiteX43" fmla="*/ 2271236 w 3495675"/>
                <a:gd name="connsiteY43" fmla="*/ 1226344 h 2800350"/>
                <a:gd name="connsiteX44" fmla="*/ 1313021 w 3495675"/>
                <a:gd name="connsiteY44" fmla="*/ 1226344 h 2800350"/>
                <a:gd name="connsiteX45" fmla="*/ 1226344 w 3495675"/>
                <a:gd name="connsiteY45" fmla="*/ 1139666 h 2800350"/>
                <a:gd name="connsiteX46" fmla="*/ 1313021 w 3495675"/>
                <a:gd name="connsiteY46" fmla="*/ 1052989 h 2800350"/>
                <a:gd name="connsiteX47" fmla="*/ 2271236 w 3495675"/>
                <a:gd name="connsiteY47" fmla="*/ 1052989 h 2800350"/>
                <a:gd name="connsiteX48" fmla="*/ 2357914 w 3495675"/>
                <a:gd name="connsiteY48" fmla="*/ 1139666 h 2800350"/>
                <a:gd name="connsiteX49" fmla="*/ 2271236 w 3495675"/>
                <a:gd name="connsiteY49" fmla="*/ 1226344 h 280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495675" h="2800350">
                  <a:moveTo>
                    <a:pt x="2619851" y="791051"/>
                  </a:moveTo>
                  <a:cubicBezTo>
                    <a:pt x="2572226" y="791051"/>
                    <a:pt x="2533174" y="751999"/>
                    <a:pt x="2533174" y="704374"/>
                  </a:cubicBezTo>
                  <a:lnTo>
                    <a:pt x="2533174" y="7144"/>
                  </a:lnTo>
                  <a:lnTo>
                    <a:pt x="7144" y="7144"/>
                  </a:lnTo>
                  <a:lnTo>
                    <a:pt x="7144" y="2329339"/>
                  </a:lnTo>
                  <a:lnTo>
                    <a:pt x="383381" y="1971199"/>
                  </a:lnTo>
                  <a:cubicBezTo>
                    <a:pt x="365284" y="1929289"/>
                    <a:pt x="355759" y="1883569"/>
                    <a:pt x="355759" y="1834991"/>
                  </a:cubicBezTo>
                  <a:cubicBezTo>
                    <a:pt x="355759" y="1642586"/>
                    <a:pt x="511969" y="1486376"/>
                    <a:pt x="704374" y="1486376"/>
                  </a:cubicBezTo>
                  <a:cubicBezTo>
                    <a:pt x="896779" y="1486376"/>
                    <a:pt x="1052989" y="1642586"/>
                    <a:pt x="1052989" y="1834991"/>
                  </a:cubicBezTo>
                  <a:cubicBezTo>
                    <a:pt x="1052989" y="1896904"/>
                    <a:pt x="1035844" y="1953101"/>
                    <a:pt x="1007269" y="2003584"/>
                  </a:cubicBezTo>
                  <a:lnTo>
                    <a:pt x="1486376" y="2668429"/>
                  </a:lnTo>
                  <a:cubicBezTo>
                    <a:pt x="1537811" y="2637949"/>
                    <a:pt x="1597819" y="2618899"/>
                    <a:pt x="1662589" y="2618899"/>
                  </a:cubicBezTo>
                  <a:cubicBezTo>
                    <a:pt x="1731169" y="2618899"/>
                    <a:pt x="1794986" y="2639854"/>
                    <a:pt x="1849279" y="2674144"/>
                  </a:cubicBezTo>
                  <a:lnTo>
                    <a:pt x="2318861" y="2267426"/>
                  </a:lnTo>
                  <a:cubicBezTo>
                    <a:pt x="2290286" y="2216944"/>
                    <a:pt x="2272189" y="2158841"/>
                    <a:pt x="2272189" y="2096929"/>
                  </a:cubicBezTo>
                  <a:cubicBezTo>
                    <a:pt x="2272189" y="1904524"/>
                    <a:pt x="2428399" y="1748314"/>
                    <a:pt x="2620804" y="1748314"/>
                  </a:cubicBezTo>
                  <a:cubicBezTo>
                    <a:pt x="2813209" y="1748314"/>
                    <a:pt x="2969419" y="1904524"/>
                    <a:pt x="2969419" y="2096929"/>
                  </a:cubicBezTo>
                  <a:cubicBezTo>
                    <a:pt x="2969419" y="2166461"/>
                    <a:pt x="2948464" y="2231231"/>
                    <a:pt x="2913221" y="2285524"/>
                  </a:cubicBezTo>
                  <a:lnTo>
                    <a:pt x="3276124" y="2793206"/>
                  </a:lnTo>
                  <a:lnTo>
                    <a:pt x="3492341" y="2793206"/>
                  </a:lnTo>
                  <a:lnTo>
                    <a:pt x="3492341" y="791051"/>
                  </a:lnTo>
                  <a:lnTo>
                    <a:pt x="2619851" y="791051"/>
                  </a:lnTo>
                  <a:close/>
                  <a:moveTo>
                    <a:pt x="965359" y="616744"/>
                  </a:moveTo>
                  <a:lnTo>
                    <a:pt x="2010251" y="616744"/>
                  </a:lnTo>
                  <a:cubicBezTo>
                    <a:pt x="2057876" y="616744"/>
                    <a:pt x="2096929" y="655796"/>
                    <a:pt x="2096929" y="703421"/>
                  </a:cubicBezTo>
                  <a:cubicBezTo>
                    <a:pt x="2096929" y="751046"/>
                    <a:pt x="2057876" y="790099"/>
                    <a:pt x="2010251" y="790099"/>
                  </a:cubicBezTo>
                  <a:lnTo>
                    <a:pt x="965359" y="790099"/>
                  </a:lnTo>
                  <a:cubicBezTo>
                    <a:pt x="917734" y="790099"/>
                    <a:pt x="878681" y="751046"/>
                    <a:pt x="878681" y="703421"/>
                  </a:cubicBezTo>
                  <a:cubicBezTo>
                    <a:pt x="878681" y="655796"/>
                    <a:pt x="916781" y="616744"/>
                    <a:pt x="965359" y="616744"/>
                  </a:cubicBezTo>
                  <a:close/>
                  <a:moveTo>
                    <a:pt x="355759" y="616744"/>
                  </a:moveTo>
                  <a:lnTo>
                    <a:pt x="616744" y="616744"/>
                  </a:lnTo>
                  <a:cubicBezTo>
                    <a:pt x="664369" y="616744"/>
                    <a:pt x="703421" y="655796"/>
                    <a:pt x="703421" y="703421"/>
                  </a:cubicBezTo>
                  <a:cubicBezTo>
                    <a:pt x="703421" y="751046"/>
                    <a:pt x="664369" y="791051"/>
                    <a:pt x="616744" y="791051"/>
                  </a:cubicBezTo>
                  <a:lnTo>
                    <a:pt x="355759" y="791051"/>
                  </a:lnTo>
                  <a:cubicBezTo>
                    <a:pt x="308134" y="791051"/>
                    <a:pt x="269081" y="751999"/>
                    <a:pt x="269081" y="704374"/>
                  </a:cubicBezTo>
                  <a:cubicBezTo>
                    <a:pt x="269081" y="656749"/>
                    <a:pt x="307181" y="616744"/>
                    <a:pt x="355759" y="616744"/>
                  </a:cubicBezTo>
                  <a:close/>
                  <a:moveTo>
                    <a:pt x="965359" y="1226344"/>
                  </a:moveTo>
                  <a:lnTo>
                    <a:pt x="355759" y="1226344"/>
                  </a:lnTo>
                  <a:cubicBezTo>
                    <a:pt x="308134" y="1226344"/>
                    <a:pt x="269081" y="1187291"/>
                    <a:pt x="269081" y="1139666"/>
                  </a:cubicBezTo>
                  <a:cubicBezTo>
                    <a:pt x="269081" y="1092041"/>
                    <a:pt x="308134" y="1052989"/>
                    <a:pt x="355759" y="1052989"/>
                  </a:cubicBezTo>
                  <a:lnTo>
                    <a:pt x="965359" y="1052989"/>
                  </a:lnTo>
                  <a:cubicBezTo>
                    <a:pt x="1012984" y="1052989"/>
                    <a:pt x="1052036" y="1092041"/>
                    <a:pt x="1052036" y="1139666"/>
                  </a:cubicBezTo>
                  <a:cubicBezTo>
                    <a:pt x="1052036" y="1187291"/>
                    <a:pt x="1012984" y="1226344"/>
                    <a:pt x="965359" y="1226344"/>
                  </a:cubicBezTo>
                  <a:close/>
                  <a:moveTo>
                    <a:pt x="2271236" y="1226344"/>
                  </a:moveTo>
                  <a:lnTo>
                    <a:pt x="1313021" y="1226344"/>
                  </a:lnTo>
                  <a:cubicBezTo>
                    <a:pt x="1265396" y="1226344"/>
                    <a:pt x="1226344" y="1187291"/>
                    <a:pt x="1226344" y="1139666"/>
                  </a:cubicBezTo>
                  <a:cubicBezTo>
                    <a:pt x="1226344" y="1092041"/>
                    <a:pt x="1265396" y="1052989"/>
                    <a:pt x="1313021" y="1052989"/>
                  </a:cubicBezTo>
                  <a:lnTo>
                    <a:pt x="2271236" y="1052989"/>
                  </a:lnTo>
                  <a:cubicBezTo>
                    <a:pt x="2318861" y="1052989"/>
                    <a:pt x="2357914" y="1092041"/>
                    <a:pt x="2357914" y="1139666"/>
                  </a:cubicBezTo>
                  <a:cubicBezTo>
                    <a:pt x="2357914" y="1187291"/>
                    <a:pt x="2319814" y="1226344"/>
                    <a:pt x="2271236" y="1226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9" name="Graphic 5">
            <a:extLst>
              <a:ext uri="{FF2B5EF4-FFF2-40B4-BE49-F238E27FC236}">
                <a16:creationId xmlns:a16="http://schemas.microsoft.com/office/drawing/2014/main" id="{2893AEA5-FE6E-4B12-B2D1-17B8D34FE257}"/>
              </a:ext>
            </a:extLst>
          </p:cNvPr>
          <p:cNvGrpSpPr>
            <a:grpSpLocks noChangeAspect="1"/>
          </p:cNvGrpSpPr>
          <p:nvPr/>
        </p:nvGrpSpPr>
        <p:grpSpPr>
          <a:xfrm>
            <a:off x="9652320" y="4158592"/>
            <a:ext cx="662148" cy="412622"/>
            <a:chOff x="3986213" y="2171700"/>
            <a:chExt cx="4524375" cy="28194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05C5300-2E35-431A-9016-BC65943DE229}"/>
                </a:ext>
              </a:extLst>
            </p:cNvPr>
            <p:cNvSpPr/>
            <p:nvPr/>
          </p:nvSpPr>
          <p:spPr>
            <a:xfrm>
              <a:off x="5737384" y="3539014"/>
              <a:ext cx="1019175" cy="200025"/>
            </a:xfrm>
            <a:custGeom>
              <a:avLst/>
              <a:gdLst>
                <a:gd name="connsiteX0" fmla="*/ 1014889 w 1019175"/>
                <a:gd name="connsiteY0" fmla="*/ 9049 h 200025"/>
                <a:gd name="connsiteX1" fmla="*/ 511969 w 1019175"/>
                <a:gd name="connsiteY1" fmla="*/ 70961 h 200025"/>
                <a:gd name="connsiteX2" fmla="*/ 7144 w 1019175"/>
                <a:gd name="connsiteY2" fmla="*/ 7144 h 200025"/>
                <a:gd name="connsiteX3" fmla="*/ 7144 w 1019175"/>
                <a:gd name="connsiteY3" fmla="*/ 159544 h 200025"/>
                <a:gd name="connsiteX4" fmla="*/ 408146 w 1019175"/>
                <a:gd name="connsiteY4" fmla="*/ 193834 h 200025"/>
                <a:gd name="connsiteX5" fmla="*/ 615791 w 1019175"/>
                <a:gd name="connsiteY5" fmla="*/ 193834 h 200025"/>
                <a:gd name="connsiteX6" fmla="*/ 1016794 w 1019175"/>
                <a:gd name="connsiteY6" fmla="*/ 159544 h 200025"/>
                <a:gd name="connsiteX7" fmla="*/ 1016794 w 1019175"/>
                <a:gd name="connsiteY7" fmla="*/ 9049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9175" h="200025">
                  <a:moveTo>
                    <a:pt x="1014889" y="9049"/>
                  </a:moveTo>
                  <a:cubicBezTo>
                    <a:pt x="872014" y="49054"/>
                    <a:pt x="697706" y="70961"/>
                    <a:pt x="511969" y="70961"/>
                  </a:cubicBezTo>
                  <a:cubicBezTo>
                    <a:pt x="331946" y="70961"/>
                    <a:pt x="149066" y="49054"/>
                    <a:pt x="7144" y="7144"/>
                  </a:cubicBezTo>
                  <a:lnTo>
                    <a:pt x="7144" y="159544"/>
                  </a:lnTo>
                  <a:lnTo>
                    <a:pt x="408146" y="193834"/>
                  </a:lnTo>
                  <a:cubicBezTo>
                    <a:pt x="478631" y="148114"/>
                    <a:pt x="544354" y="148114"/>
                    <a:pt x="615791" y="193834"/>
                  </a:cubicBezTo>
                  <a:lnTo>
                    <a:pt x="1016794" y="159544"/>
                  </a:lnTo>
                  <a:lnTo>
                    <a:pt x="1016794" y="904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C6D1533-F6FD-4366-A585-7F8F381F8B2A}"/>
                </a:ext>
              </a:extLst>
            </p:cNvPr>
            <p:cNvSpPr/>
            <p:nvPr/>
          </p:nvSpPr>
          <p:spPr>
            <a:xfrm>
              <a:off x="5944077" y="2745757"/>
              <a:ext cx="600075" cy="476250"/>
            </a:xfrm>
            <a:custGeom>
              <a:avLst/>
              <a:gdLst>
                <a:gd name="connsiteX0" fmla="*/ 545306 w 600075"/>
                <a:gd name="connsiteY0" fmla="*/ 430831 h 476250"/>
                <a:gd name="connsiteX1" fmla="*/ 598646 w 600075"/>
                <a:gd name="connsiteY1" fmla="*/ 413686 h 476250"/>
                <a:gd name="connsiteX2" fmla="*/ 567214 w 600075"/>
                <a:gd name="connsiteY2" fmla="*/ 233663 h 476250"/>
                <a:gd name="connsiteX3" fmla="*/ 567214 w 600075"/>
                <a:gd name="connsiteY3" fmla="*/ 232711 h 476250"/>
                <a:gd name="connsiteX4" fmla="*/ 409099 w 600075"/>
                <a:gd name="connsiteY4" fmla="*/ 28876 h 476250"/>
                <a:gd name="connsiteX5" fmla="*/ 173831 w 600075"/>
                <a:gd name="connsiteY5" fmla="*/ 40306 h 476250"/>
                <a:gd name="connsiteX6" fmla="*/ 38576 w 600075"/>
                <a:gd name="connsiteY6" fmla="*/ 233663 h 476250"/>
                <a:gd name="connsiteX7" fmla="*/ 7144 w 600075"/>
                <a:gd name="connsiteY7" fmla="*/ 414638 h 476250"/>
                <a:gd name="connsiteX8" fmla="*/ 60484 w 600075"/>
                <a:gd name="connsiteY8" fmla="*/ 430831 h 476250"/>
                <a:gd name="connsiteX9" fmla="*/ 545306 w 600075"/>
                <a:gd name="connsiteY9" fmla="*/ 430831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0075" h="476250">
                  <a:moveTo>
                    <a:pt x="545306" y="430831"/>
                  </a:moveTo>
                  <a:lnTo>
                    <a:pt x="598646" y="413686"/>
                  </a:lnTo>
                  <a:lnTo>
                    <a:pt x="567214" y="233663"/>
                  </a:lnTo>
                  <a:cubicBezTo>
                    <a:pt x="567214" y="233663"/>
                    <a:pt x="567214" y="232711"/>
                    <a:pt x="567214" y="232711"/>
                  </a:cubicBezTo>
                  <a:cubicBezTo>
                    <a:pt x="553879" y="141271"/>
                    <a:pt x="493871" y="64118"/>
                    <a:pt x="409099" y="28876"/>
                  </a:cubicBezTo>
                  <a:cubicBezTo>
                    <a:pt x="332899" y="-3509"/>
                    <a:pt x="246221" y="301"/>
                    <a:pt x="173831" y="40306"/>
                  </a:cubicBezTo>
                  <a:cubicBezTo>
                    <a:pt x="101441" y="80311"/>
                    <a:pt x="50959" y="151748"/>
                    <a:pt x="38576" y="233663"/>
                  </a:cubicBezTo>
                  <a:lnTo>
                    <a:pt x="7144" y="414638"/>
                  </a:lnTo>
                  <a:lnTo>
                    <a:pt x="60484" y="430831"/>
                  </a:lnTo>
                  <a:cubicBezTo>
                    <a:pt x="218599" y="482266"/>
                    <a:pt x="388144" y="482266"/>
                    <a:pt x="545306" y="43083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254FE34A-62E2-488D-8B95-AC62A39E7C6F}"/>
                </a:ext>
              </a:extLst>
            </p:cNvPr>
            <p:cNvSpPr/>
            <p:nvPr/>
          </p:nvSpPr>
          <p:spPr>
            <a:xfrm>
              <a:off x="5565934" y="3162776"/>
              <a:ext cx="1362075" cy="314325"/>
            </a:xfrm>
            <a:custGeom>
              <a:avLst/>
              <a:gdLst>
                <a:gd name="connsiteX0" fmla="*/ 249079 w 1362075"/>
                <a:gd name="connsiteY0" fmla="*/ 7144 h 314325"/>
                <a:gd name="connsiteX1" fmla="*/ 7144 w 1362075"/>
                <a:gd name="connsiteY1" fmla="*/ 136684 h 314325"/>
                <a:gd name="connsiteX2" fmla="*/ 683419 w 1362075"/>
                <a:gd name="connsiteY2" fmla="*/ 314801 h 314325"/>
                <a:gd name="connsiteX3" fmla="*/ 1357789 w 1362075"/>
                <a:gd name="connsiteY3" fmla="*/ 138589 h 314325"/>
                <a:gd name="connsiteX4" fmla="*/ 1114901 w 1362075"/>
                <a:gd name="connsiteY4" fmla="*/ 9049 h 314325"/>
                <a:gd name="connsiteX5" fmla="*/ 1118711 w 1362075"/>
                <a:gd name="connsiteY5" fmla="*/ 32861 h 314325"/>
                <a:gd name="connsiteX6" fmla="*/ 1072991 w 1362075"/>
                <a:gd name="connsiteY6" fmla="*/ 108109 h 314325"/>
                <a:gd name="connsiteX7" fmla="*/ 964406 w 1362075"/>
                <a:gd name="connsiteY7" fmla="*/ 142399 h 314325"/>
                <a:gd name="connsiteX8" fmla="*/ 681514 w 1362075"/>
                <a:gd name="connsiteY8" fmla="*/ 187166 h 314325"/>
                <a:gd name="connsiteX9" fmla="*/ 398621 w 1362075"/>
                <a:gd name="connsiteY9" fmla="*/ 142399 h 314325"/>
                <a:gd name="connsiteX10" fmla="*/ 290989 w 1362075"/>
                <a:gd name="connsiteY10" fmla="*/ 109061 h 314325"/>
                <a:gd name="connsiteX11" fmla="*/ 245269 w 1362075"/>
                <a:gd name="connsiteY11" fmla="*/ 33814 h 314325"/>
                <a:gd name="connsiteX12" fmla="*/ 249079 w 1362075"/>
                <a:gd name="connsiteY12" fmla="*/ 71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2075" h="314325">
                  <a:moveTo>
                    <a:pt x="249079" y="7144"/>
                  </a:moveTo>
                  <a:cubicBezTo>
                    <a:pt x="70009" y="51911"/>
                    <a:pt x="7144" y="112871"/>
                    <a:pt x="7144" y="136684"/>
                  </a:cubicBezTo>
                  <a:cubicBezTo>
                    <a:pt x="7144" y="190024"/>
                    <a:pt x="237649" y="314801"/>
                    <a:pt x="683419" y="314801"/>
                  </a:cubicBezTo>
                  <a:cubicBezTo>
                    <a:pt x="1128236" y="314801"/>
                    <a:pt x="1357789" y="190976"/>
                    <a:pt x="1357789" y="138589"/>
                  </a:cubicBezTo>
                  <a:cubicBezTo>
                    <a:pt x="1357789" y="113824"/>
                    <a:pt x="1296829" y="53816"/>
                    <a:pt x="1114901" y="9049"/>
                  </a:cubicBezTo>
                  <a:lnTo>
                    <a:pt x="1118711" y="32861"/>
                  </a:lnTo>
                  <a:cubicBezTo>
                    <a:pt x="1124426" y="66199"/>
                    <a:pt x="1104424" y="97631"/>
                    <a:pt x="1072991" y="108109"/>
                  </a:cubicBezTo>
                  <a:lnTo>
                    <a:pt x="964406" y="142399"/>
                  </a:lnTo>
                  <a:cubicBezTo>
                    <a:pt x="872966" y="171926"/>
                    <a:pt x="777716" y="187166"/>
                    <a:pt x="681514" y="187166"/>
                  </a:cubicBezTo>
                  <a:cubicBezTo>
                    <a:pt x="585311" y="187166"/>
                    <a:pt x="490061" y="171926"/>
                    <a:pt x="398621" y="142399"/>
                  </a:cubicBezTo>
                  <a:lnTo>
                    <a:pt x="290989" y="109061"/>
                  </a:lnTo>
                  <a:cubicBezTo>
                    <a:pt x="258604" y="99536"/>
                    <a:pt x="239554" y="67151"/>
                    <a:pt x="245269" y="33814"/>
                  </a:cubicBezTo>
                  <a:lnTo>
                    <a:pt x="24907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45EAAFD-7D27-4EB8-BDFC-C10BC5F33BAB}"/>
                </a:ext>
              </a:extLst>
            </p:cNvPr>
            <p:cNvSpPr/>
            <p:nvPr/>
          </p:nvSpPr>
          <p:spPr>
            <a:xfrm>
              <a:off x="5736432" y="3825002"/>
              <a:ext cx="1019175" cy="676275"/>
            </a:xfrm>
            <a:custGeom>
              <a:avLst/>
              <a:gdLst>
                <a:gd name="connsiteX0" fmla="*/ 1015841 w 1019175"/>
                <a:gd name="connsiteY0" fmla="*/ 335518 h 676275"/>
                <a:gd name="connsiteX1" fmla="*/ 1015841 w 1019175"/>
                <a:gd name="connsiteY1" fmla="*/ 205026 h 676275"/>
                <a:gd name="connsiteX2" fmla="*/ 939641 w 1019175"/>
                <a:gd name="connsiteY2" fmla="*/ 322183 h 676275"/>
                <a:gd name="connsiteX3" fmla="*/ 890111 w 1019175"/>
                <a:gd name="connsiteY3" fmla="*/ 351711 h 676275"/>
                <a:gd name="connsiteX4" fmla="*/ 884396 w 1019175"/>
                <a:gd name="connsiteY4" fmla="*/ 351711 h 676275"/>
                <a:gd name="connsiteX5" fmla="*/ 835819 w 1019175"/>
                <a:gd name="connsiteY5" fmla="*/ 330756 h 676275"/>
                <a:gd name="connsiteX6" fmla="*/ 547211 w 1019175"/>
                <a:gd name="connsiteY6" fmla="*/ 22146 h 676275"/>
                <a:gd name="connsiteX7" fmla="*/ 475774 w 1019175"/>
                <a:gd name="connsiteY7" fmla="*/ 22146 h 676275"/>
                <a:gd name="connsiteX8" fmla="*/ 187166 w 1019175"/>
                <a:gd name="connsiteY8" fmla="*/ 330756 h 676275"/>
                <a:gd name="connsiteX9" fmla="*/ 138589 w 1019175"/>
                <a:gd name="connsiteY9" fmla="*/ 351711 h 676275"/>
                <a:gd name="connsiteX10" fmla="*/ 132874 w 1019175"/>
                <a:gd name="connsiteY10" fmla="*/ 351711 h 676275"/>
                <a:gd name="connsiteX11" fmla="*/ 83344 w 1019175"/>
                <a:gd name="connsiteY11" fmla="*/ 322183 h 676275"/>
                <a:gd name="connsiteX12" fmla="*/ 7144 w 1019175"/>
                <a:gd name="connsiteY12" fmla="*/ 205026 h 676275"/>
                <a:gd name="connsiteX13" fmla="*/ 7144 w 1019175"/>
                <a:gd name="connsiteY13" fmla="*/ 335518 h 676275"/>
                <a:gd name="connsiteX14" fmla="*/ 31909 w 1019175"/>
                <a:gd name="connsiteY14" fmla="*/ 381238 h 676275"/>
                <a:gd name="connsiteX15" fmla="*/ 482441 w 1019175"/>
                <a:gd name="connsiteY15" fmla="*/ 666036 h 676275"/>
                <a:gd name="connsiteX16" fmla="*/ 539591 w 1019175"/>
                <a:gd name="connsiteY16" fmla="*/ 666036 h 676275"/>
                <a:gd name="connsiteX17" fmla="*/ 991076 w 1019175"/>
                <a:gd name="connsiteY17" fmla="*/ 381238 h 676275"/>
                <a:gd name="connsiteX18" fmla="*/ 1015841 w 1019175"/>
                <a:gd name="connsiteY18" fmla="*/ 335518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19175" h="676275">
                  <a:moveTo>
                    <a:pt x="1015841" y="335518"/>
                  </a:moveTo>
                  <a:lnTo>
                    <a:pt x="1015841" y="205026"/>
                  </a:lnTo>
                  <a:lnTo>
                    <a:pt x="939641" y="322183"/>
                  </a:lnTo>
                  <a:cubicBezTo>
                    <a:pt x="928211" y="339328"/>
                    <a:pt x="910114" y="349806"/>
                    <a:pt x="890111" y="351711"/>
                  </a:cubicBezTo>
                  <a:cubicBezTo>
                    <a:pt x="888206" y="351711"/>
                    <a:pt x="886301" y="351711"/>
                    <a:pt x="884396" y="351711"/>
                  </a:cubicBezTo>
                  <a:cubicBezTo>
                    <a:pt x="866299" y="351711"/>
                    <a:pt x="848201" y="344091"/>
                    <a:pt x="835819" y="330756"/>
                  </a:cubicBezTo>
                  <a:lnTo>
                    <a:pt x="547211" y="22146"/>
                  </a:lnTo>
                  <a:cubicBezTo>
                    <a:pt x="519589" y="2143"/>
                    <a:pt x="504349" y="2143"/>
                    <a:pt x="475774" y="22146"/>
                  </a:cubicBezTo>
                  <a:lnTo>
                    <a:pt x="187166" y="330756"/>
                  </a:lnTo>
                  <a:cubicBezTo>
                    <a:pt x="174784" y="344091"/>
                    <a:pt x="156686" y="351711"/>
                    <a:pt x="138589" y="351711"/>
                  </a:cubicBezTo>
                  <a:cubicBezTo>
                    <a:pt x="136684" y="351711"/>
                    <a:pt x="134779" y="351711"/>
                    <a:pt x="132874" y="351711"/>
                  </a:cubicBezTo>
                  <a:cubicBezTo>
                    <a:pt x="112871" y="349806"/>
                    <a:pt x="93821" y="339328"/>
                    <a:pt x="83344" y="322183"/>
                  </a:cubicBezTo>
                  <a:lnTo>
                    <a:pt x="7144" y="205026"/>
                  </a:lnTo>
                  <a:lnTo>
                    <a:pt x="7144" y="335518"/>
                  </a:lnTo>
                  <a:cubicBezTo>
                    <a:pt x="7144" y="353616"/>
                    <a:pt x="15716" y="370761"/>
                    <a:pt x="31909" y="381238"/>
                  </a:cubicBezTo>
                  <a:lnTo>
                    <a:pt x="482441" y="666036"/>
                  </a:lnTo>
                  <a:cubicBezTo>
                    <a:pt x="499586" y="677466"/>
                    <a:pt x="522446" y="677466"/>
                    <a:pt x="539591" y="666036"/>
                  </a:cubicBezTo>
                  <a:lnTo>
                    <a:pt x="991076" y="381238"/>
                  </a:lnTo>
                  <a:cubicBezTo>
                    <a:pt x="1007269" y="370761"/>
                    <a:pt x="1016794" y="353616"/>
                    <a:pt x="1015841" y="3355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002D8088-DF3F-45FD-8CE5-0041D9CBAB48}"/>
                </a:ext>
              </a:extLst>
            </p:cNvPr>
            <p:cNvSpPr/>
            <p:nvPr/>
          </p:nvSpPr>
          <p:spPr>
            <a:xfrm>
              <a:off x="6467952" y="3827621"/>
              <a:ext cx="257175" cy="180975"/>
            </a:xfrm>
            <a:custGeom>
              <a:avLst/>
              <a:gdLst>
                <a:gd name="connsiteX0" fmla="*/ 254794 w 257175"/>
                <a:gd name="connsiteY0" fmla="*/ 7144 h 180975"/>
                <a:gd name="connsiteX1" fmla="*/ 7144 w 257175"/>
                <a:gd name="connsiteY1" fmla="*/ 28099 h 180975"/>
                <a:gd name="connsiteX2" fmla="*/ 144304 w 257175"/>
                <a:gd name="connsiteY2" fmla="*/ 174784 h 180975"/>
                <a:gd name="connsiteX3" fmla="*/ 254794 w 257175"/>
                <a:gd name="connsiteY3" fmla="*/ 7144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175" h="180975">
                  <a:moveTo>
                    <a:pt x="254794" y="7144"/>
                  </a:moveTo>
                  <a:lnTo>
                    <a:pt x="7144" y="28099"/>
                  </a:lnTo>
                  <a:lnTo>
                    <a:pt x="144304" y="174784"/>
                  </a:lnTo>
                  <a:lnTo>
                    <a:pt x="25479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056C236-05B8-4D36-ACB5-BDA9B6D167DF}"/>
                </a:ext>
              </a:extLst>
            </p:cNvPr>
            <p:cNvSpPr/>
            <p:nvPr/>
          </p:nvSpPr>
          <p:spPr>
            <a:xfrm>
              <a:off x="3978593" y="2164556"/>
              <a:ext cx="4533900" cy="2828925"/>
            </a:xfrm>
            <a:custGeom>
              <a:avLst/>
              <a:gdLst>
                <a:gd name="connsiteX0" fmla="*/ 673418 w 4533900"/>
                <a:gd name="connsiteY0" fmla="*/ 2139791 h 2828925"/>
                <a:gd name="connsiteX1" fmla="*/ 1385888 w 4533900"/>
                <a:gd name="connsiteY1" fmla="*/ 2610326 h 2828925"/>
                <a:gd name="connsiteX2" fmla="*/ 2269808 w 4533900"/>
                <a:gd name="connsiteY2" fmla="*/ 2826544 h 2828925"/>
                <a:gd name="connsiteX3" fmla="*/ 3153728 w 4533900"/>
                <a:gd name="connsiteY3" fmla="*/ 2610326 h 2828925"/>
                <a:gd name="connsiteX4" fmla="*/ 3866198 w 4533900"/>
                <a:gd name="connsiteY4" fmla="*/ 2139791 h 2828925"/>
                <a:gd name="connsiteX5" fmla="*/ 4519613 w 4533900"/>
                <a:gd name="connsiteY5" fmla="*/ 1456849 h 2828925"/>
                <a:gd name="connsiteX6" fmla="*/ 4519613 w 4533900"/>
                <a:gd name="connsiteY6" fmla="*/ 1377791 h 2828925"/>
                <a:gd name="connsiteX7" fmla="*/ 3866198 w 4533900"/>
                <a:gd name="connsiteY7" fmla="*/ 694849 h 2828925"/>
                <a:gd name="connsiteX8" fmla="*/ 3153728 w 4533900"/>
                <a:gd name="connsiteY8" fmla="*/ 224314 h 2828925"/>
                <a:gd name="connsiteX9" fmla="*/ 2269808 w 4533900"/>
                <a:gd name="connsiteY9" fmla="*/ 7144 h 2828925"/>
                <a:gd name="connsiteX10" fmla="*/ 1385888 w 4533900"/>
                <a:gd name="connsiteY10" fmla="*/ 223361 h 2828925"/>
                <a:gd name="connsiteX11" fmla="*/ 673418 w 4533900"/>
                <a:gd name="connsiteY11" fmla="*/ 693896 h 2828925"/>
                <a:gd name="connsiteX12" fmla="*/ 20003 w 4533900"/>
                <a:gd name="connsiteY12" fmla="*/ 1376839 h 2828925"/>
                <a:gd name="connsiteX13" fmla="*/ 20003 w 4533900"/>
                <a:gd name="connsiteY13" fmla="*/ 1455896 h 2828925"/>
                <a:gd name="connsiteX14" fmla="*/ 673418 w 4533900"/>
                <a:gd name="connsiteY14" fmla="*/ 2139791 h 2828925"/>
                <a:gd name="connsiteX15" fmla="*/ 2269808 w 4533900"/>
                <a:gd name="connsiteY15" fmla="*/ 275749 h 2828925"/>
                <a:gd name="connsiteX16" fmla="*/ 3410903 w 4533900"/>
                <a:gd name="connsiteY16" fmla="*/ 1416844 h 2828925"/>
                <a:gd name="connsiteX17" fmla="*/ 2269808 w 4533900"/>
                <a:gd name="connsiteY17" fmla="*/ 2557939 h 2828925"/>
                <a:gd name="connsiteX18" fmla="*/ 1128713 w 4533900"/>
                <a:gd name="connsiteY18" fmla="*/ 1416844 h 2828925"/>
                <a:gd name="connsiteX19" fmla="*/ 2269808 w 4533900"/>
                <a:gd name="connsiteY19" fmla="*/ 275749 h 282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533900" h="2828925">
                  <a:moveTo>
                    <a:pt x="673418" y="2139791"/>
                  </a:moveTo>
                  <a:cubicBezTo>
                    <a:pt x="908685" y="2338864"/>
                    <a:pt x="1147763" y="2496979"/>
                    <a:pt x="1385888" y="2610326"/>
                  </a:cubicBezTo>
                  <a:cubicBezTo>
                    <a:pt x="1685925" y="2754154"/>
                    <a:pt x="1983105" y="2826544"/>
                    <a:pt x="2269808" y="2826544"/>
                  </a:cubicBezTo>
                  <a:cubicBezTo>
                    <a:pt x="2556510" y="2826544"/>
                    <a:pt x="2854643" y="2754154"/>
                    <a:pt x="3153728" y="2610326"/>
                  </a:cubicBezTo>
                  <a:cubicBezTo>
                    <a:pt x="3390900" y="2496026"/>
                    <a:pt x="3630930" y="2337911"/>
                    <a:pt x="3866198" y="2139791"/>
                  </a:cubicBezTo>
                  <a:cubicBezTo>
                    <a:pt x="4265295" y="1802606"/>
                    <a:pt x="4509135" y="1470184"/>
                    <a:pt x="4519613" y="1456849"/>
                  </a:cubicBezTo>
                  <a:cubicBezTo>
                    <a:pt x="4536758" y="1433036"/>
                    <a:pt x="4536758" y="1401604"/>
                    <a:pt x="4519613" y="1377791"/>
                  </a:cubicBezTo>
                  <a:cubicBezTo>
                    <a:pt x="4509135" y="1363504"/>
                    <a:pt x="4265295" y="1032034"/>
                    <a:pt x="3866198" y="694849"/>
                  </a:cubicBezTo>
                  <a:cubicBezTo>
                    <a:pt x="3630930" y="495776"/>
                    <a:pt x="3391853" y="337661"/>
                    <a:pt x="3153728" y="224314"/>
                  </a:cubicBezTo>
                  <a:cubicBezTo>
                    <a:pt x="2854643" y="79534"/>
                    <a:pt x="2556510" y="7144"/>
                    <a:pt x="2269808" y="7144"/>
                  </a:cubicBezTo>
                  <a:cubicBezTo>
                    <a:pt x="1983105" y="7144"/>
                    <a:pt x="1684973" y="79534"/>
                    <a:pt x="1385888" y="223361"/>
                  </a:cubicBezTo>
                  <a:cubicBezTo>
                    <a:pt x="1148715" y="337661"/>
                    <a:pt x="908685" y="495776"/>
                    <a:pt x="673418" y="693896"/>
                  </a:cubicBezTo>
                  <a:cubicBezTo>
                    <a:pt x="274320" y="1031081"/>
                    <a:pt x="30480" y="1363504"/>
                    <a:pt x="20003" y="1376839"/>
                  </a:cubicBezTo>
                  <a:cubicBezTo>
                    <a:pt x="2858" y="1400651"/>
                    <a:pt x="2858" y="1432084"/>
                    <a:pt x="20003" y="1455896"/>
                  </a:cubicBezTo>
                  <a:cubicBezTo>
                    <a:pt x="30480" y="1470184"/>
                    <a:pt x="275273" y="1802606"/>
                    <a:pt x="673418" y="2139791"/>
                  </a:cubicBezTo>
                  <a:close/>
                  <a:moveTo>
                    <a:pt x="2269808" y="275749"/>
                  </a:moveTo>
                  <a:cubicBezTo>
                    <a:pt x="2899410" y="275749"/>
                    <a:pt x="3410903" y="786289"/>
                    <a:pt x="3410903" y="1416844"/>
                  </a:cubicBezTo>
                  <a:cubicBezTo>
                    <a:pt x="3410903" y="2047399"/>
                    <a:pt x="2900363" y="2557939"/>
                    <a:pt x="2269808" y="2557939"/>
                  </a:cubicBezTo>
                  <a:cubicBezTo>
                    <a:pt x="1639253" y="2557939"/>
                    <a:pt x="1128713" y="2046446"/>
                    <a:pt x="1128713" y="1416844"/>
                  </a:cubicBezTo>
                  <a:cubicBezTo>
                    <a:pt x="1129665" y="787241"/>
                    <a:pt x="1640205" y="276701"/>
                    <a:pt x="2269808" y="2757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9111CD33-9378-413C-B11A-0D2FD35C9693}"/>
                </a:ext>
              </a:extLst>
            </p:cNvPr>
            <p:cNvSpPr/>
            <p:nvPr/>
          </p:nvSpPr>
          <p:spPr>
            <a:xfrm>
              <a:off x="5236457" y="2566511"/>
              <a:ext cx="2028825" cy="2019300"/>
            </a:xfrm>
            <a:custGeom>
              <a:avLst/>
              <a:gdLst>
                <a:gd name="connsiteX0" fmla="*/ 873831 w 2028825"/>
                <a:gd name="connsiteY0" fmla="*/ 2013109 h 2019300"/>
                <a:gd name="connsiteX1" fmla="*/ 461399 w 2028825"/>
                <a:gd name="connsiteY1" fmla="*/ 1752124 h 2019300"/>
                <a:gd name="connsiteX2" fmla="*/ 374721 w 2028825"/>
                <a:gd name="connsiteY2" fmla="*/ 1594009 h 2019300"/>
                <a:gd name="connsiteX3" fmla="*/ 374721 w 2028825"/>
                <a:gd name="connsiteY3" fmla="*/ 1261586 h 2019300"/>
                <a:gd name="connsiteX4" fmla="*/ 351861 w 2028825"/>
                <a:gd name="connsiteY4" fmla="*/ 1227296 h 2019300"/>
                <a:gd name="connsiteX5" fmla="*/ 349956 w 2028825"/>
                <a:gd name="connsiteY5" fmla="*/ 1156811 h 2019300"/>
                <a:gd name="connsiteX6" fmla="*/ 374721 w 2028825"/>
                <a:gd name="connsiteY6" fmla="*/ 1132999 h 2019300"/>
                <a:gd name="connsiteX7" fmla="*/ 374721 w 2028825"/>
                <a:gd name="connsiteY7" fmla="*/ 931069 h 2019300"/>
                <a:gd name="connsiteX8" fmla="*/ 204224 w 2028825"/>
                <a:gd name="connsiteY8" fmla="*/ 732949 h 2019300"/>
                <a:gd name="connsiteX9" fmla="*/ 598559 w 2028825"/>
                <a:gd name="connsiteY9" fmla="*/ 462439 h 2019300"/>
                <a:gd name="connsiteX10" fmla="*/ 603321 w 2028825"/>
                <a:gd name="connsiteY10" fmla="*/ 461486 h 2019300"/>
                <a:gd name="connsiteX11" fmla="*/ 615704 w 2028825"/>
                <a:gd name="connsiteY11" fmla="*/ 391001 h 2019300"/>
                <a:gd name="connsiteX12" fmla="*/ 852876 w 2028825"/>
                <a:gd name="connsiteY12" fmla="*/ 86201 h 2019300"/>
                <a:gd name="connsiteX13" fmla="*/ 1170059 w 2028825"/>
                <a:gd name="connsiteY13" fmla="*/ 86201 h 2019300"/>
                <a:gd name="connsiteX14" fmla="*/ 1408184 w 2028825"/>
                <a:gd name="connsiteY14" fmla="*/ 391954 h 2019300"/>
                <a:gd name="connsiteX15" fmla="*/ 1420566 w 2028825"/>
                <a:gd name="connsiteY15" fmla="*/ 463391 h 2019300"/>
                <a:gd name="connsiteX16" fmla="*/ 1821569 w 2028825"/>
                <a:gd name="connsiteY16" fmla="*/ 734854 h 2019300"/>
                <a:gd name="connsiteX17" fmla="*/ 1651071 w 2028825"/>
                <a:gd name="connsiteY17" fmla="*/ 932974 h 2019300"/>
                <a:gd name="connsiteX18" fmla="*/ 1651071 w 2028825"/>
                <a:gd name="connsiteY18" fmla="*/ 1132999 h 2019300"/>
                <a:gd name="connsiteX19" fmla="*/ 1675836 w 2028825"/>
                <a:gd name="connsiteY19" fmla="*/ 1156811 h 2019300"/>
                <a:gd name="connsiteX20" fmla="*/ 1674884 w 2028825"/>
                <a:gd name="connsiteY20" fmla="*/ 1227296 h 2019300"/>
                <a:gd name="connsiteX21" fmla="*/ 1652024 w 2028825"/>
                <a:gd name="connsiteY21" fmla="*/ 1261586 h 2019300"/>
                <a:gd name="connsiteX22" fmla="*/ 1652024 w 2028825"/>
                <a:gd name="connsiteY22" fmla="*/ 1594009 h 2019300"/>
                <a:gd name="connsiteX23" fmla="*/ 1565346 w 2028825"/>
                <a:gd name="connsiteY23" fmla="*/ 1752124 h 2019300"/>
                <a:gd name="connsiteX24" fmla="*/ 1152914 w 2028825"/>
                <a:gd name="connsiteY24" fmla="*/ 2013109 h 2019300"/>
                <a:gd name="connsiteX25" fmla="*/ 2019689 w 2028825"/>
                <a:gd name="connsiteY25" fmla="*/ 945356 h 2019300"/>
                <a:gd name="connsiteX26" fmla="*/ 1014801 w 2028825"/>
                <a:gd name="connsiteY26" fmla="*/ 7144 h 2019300"/>
                <a:gd name="connsiteX27" fmla="*/ 9914 w 2028825"/>
                <a:gd name="connsiteY27" fmla="*/ 945356 h 2019300"/>
                <a:gd name="connsiteX28" fmla="*/ 873831 w 2028825"/>
                <a:gd name="connsiteY28" fmla="*/ 2013109 h 2019300"/>
                <a:gd name="connsiteX29" fmla="*/ 873831 w 2028825"/>
                <a:gd name="connsiteY29" fmla="*/ 2013109 h 201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028825" h="2019300">
                  <a:moveTo>
                    <a:pt x="873831" y="2013109"/>
                  </a:moveTo>
                  <a:lnTo>
                    <a:pt x="461399" y="1752124"/>
                  </a:lnTo>
                  <a:cubicBezTo>
                    <a:pt x="407106" y="1717834"/>
                    <a:pt x="374721" y="1657826"/>
                    <a:pt x="374721" y="1594009"/>
                  </a:cubicBezTo>
                  <a:lnTo>
                    <a:pt x="374721" y="1261586"/>
                  </a:lnTo>
                  <a:lnTo>
                    <a:pt x="351861" y="1227296"/>
                  </a:lnTo>
                  <a:cubicBezTo>
                    <a:pt x="337574" y="1206341"/>
                    <a:pt x="336621" y="1178719"/>
                    <a:pt x="349956" y="1156811"/>
                  </a:cubicBezTo>
                  <a:cubicBezTo>
                    <a:pt x="355671" y="1147286"/>
                    <a:pt x="364244" y="1138714"/>
                    <a:pt x="374721" y="1132999"/>
                  </a:cubicBezTo>
                  <a:lnTo>
                    <a:pt x="374721" y="931069"/>
                  </a:lnTo>
                  <a:cubicBezTo>
                    <a:pt x="269946" y="881539"/>
                    <a:pt x="204224" y="814864"/>
                    <a:pt x="204224" y="732949"/>
                  </a:cubicBezTo>
                  <a:cubicBezTo>
                    <a:pt x="204224" y="611981"/>
                    <a:pt x="344241" y="515779"/>
                    <a:pt x="598559" y="462439"/>
                  </a:cubicBezTo>
                  <a:cubicBezTo>
                    <a:pt x="600464" y="462439"/>
                    <a:pt x="601416" y="461486"/>
                    <a:pt x="603321" y="461486"/>
                  </a:cubicBezTo>
                  <a:lnTo>
                    <a:pt x="615704" y="391001"/>
                  </a:lnTo>
                  <a:cubicBezTo>
                    <a:pt x="637611" y="255746"/>
                    <a:pt x="727146" y="140494"/>
                    <a:pt x="852876" y="86201"/>
                  </a:cubicBezTo>
                  <a:cubicBezTo>
                    <a:pt x="953841" y="43339"/>
                    <a:pt x="1069094" y="43339"/>
                    <a:pt x="1170059" y="86201"/>
                  </a:cubicBezTo>
                  <a:cubicBezTo>
                    <a:pt x="1296741" y="139541"/>
                    <a:pt x="1387229" y="255746"/>
                    <a:pt x="1408184" y="391954"/>
                  </a:cubicBezTo>
                  <a:lnTo>
                    <a:pt x="1420566" y="463391"/>
                  </a:lnTo>
                  <a:cubicBezTo>
                    <a:pt x="1679646" y="516731"/>
                    <a:pt x="1821569" y="612934"/>
                    <a:pt x="1821569" y="734854"/>
                  </a:cubicBezTo>
                  <a:cubicBezTo>
                    <a:pt x="1821569" y="792004"/>
                    <a:pt x="1793946" y="868204"/>
                    <a:pt x="1651071" y="932974"/>
                  </a:cubicBezTo>
                  <a:lnTo>
                    <a:pt x="1651071" y="1132999"/>
                  </a:lnTo>
                  <a:cubicBezTo>
                    <a:pt x="1660596" y="1138714"/>
                    <a:pt x="1669169" y="1147286"/>
                    <a:pt x="1675836" y="1156811"/>
                  </a:cubicBezTo>
                  <a:cubicBezTo>
                    <a:pt x="1689171" y="1178719"/>
                    <a:pt x="1688219" y="1206341"/>
                    <a:pt x="1674884" y="1227296"/>
                  </a:cubicBezTo>
                  <a:lnTo>
                    <a:pt x="1652024" y="1261586"/>
                  </a:lnTo>
                  <a:lnTo>
                    <a:pt x="1652024" y="1594009"/>
                  </a:lnTo>
                  <a:cubicBezTo>
                    <a:pt x="1652024" y="1657826"/>
                    <a:pt x="1619639" y="1717834"/>
                    <a:pt x="1565346" y="1752124"/>
                  </a:cubicBezTo>
                  <a:lnTo>
                    <a:pt x="1152914" y="2013109"/>
                  </a:lnTo>
                  <a:cubicBezTo>
                    <a:pt x="1677741" y="1940719"/>
                    <a:pt x="2055884" y="1473994"/>
                    <a:pt x="2019689" y="945356"/>
                  </a:cubicBezTo>
                  <a:cubicBezTo>
                    <a:pt x="1983494" y="416719"/>
                    <a:pt x="1544391" y="7144"/>
                    <a:pt x="1014801" y="7144"/>
                  </a:cubicBezTo>
                  <a:cubicBezTo>
                    <a:pt x="485211" y="7144"/>
                    <a:pt x="46109" y="416719"/>
                    <a:pt x="9914" y="945356"/>
                  </a:cubicBezTo>
                  <a:cubicBezTo>
                    <a:pt x="-29139" y="1473994"/>
                    <a:pt x="349004" y="1939766"/>
                    <a:pt x="873831" y="2013109"/>
                  </a:cubicBezTo>
                  <a:lnTo>
                    <a:pt x="873831" y="20131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EFC72230-3DDE-43DA-A59A-F41562F73AE7}"/>
                </a:ext>
              </a:extLst>
            </p:cNvPr>
            <p:cNvSpPr/>
            <p:nvPr/>
          </p:nvSpPr>
          <p:spPr>
            <a:xfrm>
              <a:off x="5766912" y="3827621"/>
              <a:ext cx="257175" cy="180975"/>
            </a:xfrm>
            <a:custGeom>
              <a:avLst/>
              <a:gdLst>
                <a:gd name="connsiteX0" fmla="*/ 254794 w 257175"/>
                <a:gd name="connsiteY0" fmla="*/ 28099 h 180975"/>
                <a:gd name="connsiteX1" fmla="*/ 7144 w 257175"/>
                <a:gd name="connsiteY1" fmla="*/ 7144 h 180975"/>
                <a:gd name="connsiteX2" fmla="*/ 117634 w 257175"/>
                <a:gd name="connsiteY2" fmla="*/ 174784 h 180975"/>
                <a:gd name="connsiteX3" fmla="*/ 254794 w 257175"/>
                <a:gd name="connsiteY3" fmla="*/ 28099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175" h="180975">
                  <a:moveTo>
                    <a:pt x="254794" y="28099"/>
                  </a:moveTo>
                  <a:lnTo>
                    <a:pt x="7144" y="7144"/>
                  </a:lnTo>
                  <a:lnTo>
                    <a:pt x="117634" y="174784"/>
                  </a:lnTo>
                  <a:lnTo>
                    <a:pt x="254794" y="2809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58" name="Graphic 6">
            <a:extLst>
              <a:ext uri="{FF2B5EF4-FFF2-40B4-BE49-F238E27FC236}">
                <a16:creationId xmlns:a16="http://schemas.microsoft.com/office/drawing/2014/main" id="{3425DA27-7781-46C0-9DAB-E03BEA1F91F0}"/>
              </a:ext>
            </a:extLst>
          </p:cNvPr>
          <p:cNvGrpSpPr>
            <a:grpSpLocks noChangeAspect="1"/>
          </p:cNvGrpSpPr>
          <p:nvPr/>
        </p:nvGrpSpPr>
        <p:grpSpPr>
          <a:xfrm>
            <a:off x="9684667" y="3162925"/>
            <a:ext cx="597454" cy="502920"/>
            <a:chOff x="3990975" y="1681163"/>
            <a:chExt cx="4514850" cy="38004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A09C56C-0033-439D-A2DE-2FBFE3A3DB84}"/>
                </a:ext>
              </a:extLst>
            </p:cNvPr>
            <p:cNvSpPr/>
            <p:nvPr/>
          </p:nvSpPr>
          <p:spPr>
            <a:xfrm>
              <a:off x="5963983" y="1674257"/>
              <a:ext cx="2419350" cy="1647825"/>
            </a:xfrm>
            <a:custGeom>
              <a:avLst/>
              <a:gdLst>
                <a:gd name="connsiteX0" fmla="*/ 73915 w 2419350"/>
                <a:gd name="connsiteY0" fmla="*/ 1649016 h 1647825"/>
                <a:gd name="connsiteX1" fmla="*/ 80582 w 2419350"/>
                <a:gd name="connsiteY1" fmla="*/ 1649016 h 1647825"/>
                <a:gd name="connsiteX2" fmla="*/ 917830 w 2419350"/>
                <a:gd name="connsiteY2" fmla="*/ 1397556 h 1647825"/>
                <a:gd name="connsiteX3" fmla="*/ 1635062 w 2419350"/>
                <a:gd name="connsiteY3" fmla="*/ 931783 h 1647825"/>
                <a:gd name="connsiteX4" fmla="*/ 2181798 w 2419350"/>
                <a:gd name="connsiteY4" fmla="*/ 254556 h 1647825"/>
                <a:gd name="connsiteX5" fmla="*/ 2288477 w 2419350"/>
                <a:gd name="connsiteY5" fmla="*/ 789861 h 1647825"/>
                <a:gd name="connsiteX6" fmla="*/ 2366582 w 2419350"/>
                <a:gd name="connsiteY6" fmla="*/ 841296 h 1647825"/>
                <a:gd name="connsiteX7" fmla="*/ 2418970 w 2419350"/>
                <a:gd name="connsiteY7" fmla="*/ 763191 h 1647825"/>
                <a:gd name="connsiteX8" fmla="*/ 2278952 w 2419350"/>
                <a:gd name="connsiteY8" fmla="*/ 60246 h 1647825"/>
                <a:gd name="connsiteX9" fmla="*/ 2236090 w 2419350"/>
                <a:gd name="connsiteY9" fmla="*/ 13573 h 1647825"/>
                <a:gd name="connsiteX10" fmla="*/ 2172273 w 2419350"/>
                <a:gd name="connsiteY10" fmla="*/ 13573 h 1647825"/>
                <a:gd name="connsiteX11" fmla="*/ 1496950 w 2419350"/>
                <a:gd name="connsiteY11" fmla="*/ 152638 h 1647825"/>
                <a:gd name="connsiteX12" fmla="*/ 1445515 w 2419350"/>
                <a:gd name="connsiteY12" fmla="*/ 230743 h 1647825"/>
                <a:gd name="connsiteX13" fmla="*/ 1523620 w 2419350"/>
                <a:gd name="connsiteY13" fmla="*/ 283131 h 1647825"/>
                <a:gd name="connsiteX14" fmla="*/ 2077022 w 2419350"/>
                <a:gd name="connsiteY14" fmla="*/ 169783 h 1647825"/>
                <a:gd name="connsiteX15" fmla="*/ 866395 w 2419350"/>
                <a:gd name="connsiteY15" fmla="*/ 1274683 h 1647825"/>
                <a:gd name="connsiteX16" fmla="*/ 67247 w 2419350"/>
                <a:gd name="connsiteY16" fmla="*/ 1516618 h 1647825"/>
                <a:gd name="connsiteX17" fmla="*/ 7240 w 2419350"/>
                <a:gd name="connsiteY17" fmla="*/ 1586151 h 1647825"/>
                <a:gd name="connsiteX18" fmla="*/ 73915 w 2419350"/>
                <a:gd name="connsiteY18" fmla="*/ 1649016 h 164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19350" h="1647825">
                  <a:moveTo>
                    <a:pt x="73915" y="1649016"/>
                  </a:moveTo>
                  <a:cubicBezTo>
                    <a:pt x="75820" y="1649016"/>
                    <a:pt x="78677" y="1649016"/>
                    <a:pt x="80582" y="1649016"/>
                  </a:cubicBezTo>
                  <a:cubicBezTo>
                    <a:pt x="95822" y="1647111"/>
                    <a:pt x="463487" y="1607106"/>
                    <a:pt x="917830" y="1397556"/>
                  </a:cubicBezTo>
                  <a:cubicBezTo>
                    <a:pt x="1178815" y="1278493"/>
                    <a:pt x="1419797" y="1121331"/>
                    <a:pt x="1635062" y="931783"/>
                  </a:cubicBezTo>
                  <a:cubicBezTo>
                    <a:pt x="1853185" y="737473"/>
                    <a:pt x="2037970" y="508873"/>
                    <a:pt x="2181798" y="254556"/>
                  </a:cubicBezTo>
                  <a:lnTo>
                    <a:pt x="2288477" y="789861"/>
                  </a:lnTo>
                  <a:cubicBezTo>
                    <a:pt x="2296098" y="826056"/>
                    <a:pt x="2331340" y="848916"/>
                    <a:pt x="2366582" y="841296"/>
                  </a:cubicBezTo>
                  <a:cubicBezTo>
                    <a:pt x="2402777" y="833676"/>
                    <a:pt x="2425637" y="799386"/>
                    <a:pt x="2418970" y="763191"/>
                  </a:cubicBezTo>
                  <a:lnTo>
                    <a:pt x="2278952" y="60246"/>
                  </a:lnTo>
                  <a:cubicBezTo>
                    <a:pt x="2272285" y="39291"/>
                    <a:pt x="2256092" y="22146"/>
                    <a:pt x="2236090" y="13573"/>
                  </a:cubicBezTo>
                  <a:cubicBezTo>
                    <a:pt x="2216087" y="5001"/>
                    <a:pt x="2192275" y="5001"/>
                    <a:pt x="2172273" y="13573"/>
                  </a:cubicBezTo>
                  <a:lnTo>
                    <a:pt x="1496950" y="152638"/>
                  </a:lnTo>
                  <a:cubicBezTo>
                    <a:pt x="1460755" y="160258"/>
                    <a:pt x="1437895" y="195501"/>
                    <a:pt x="1445515" y="230743"/>
                  </a:cubicBezTo>
                  <a:cubicBezTo>
                    <a:pt x="1453135" y="266938"/>
                    <a:pt x="1487425" y="289798"/>
                    <a:pt x="1523620" y="283131"/>
                  </a:cubicBezTo>
                  <a:lnTo>
                    <a:pt x="2077022" y="169783"/>
                  </a:lnTo>
                  <a:cubicBezTo>
                    <a:pt x="1741742" y="770811"/>
                    <a:pt x="1239775" y="1101328"/>
                    <a:pt x="866395" y="1274683"/>
                  </a:cubicBezTo>
                  <a:cubicBezTo>
                    <a:pt x="433007" y="1475661"/>
                    <a:pt x="72962" y="1515666"/>
                    <a:pt x="67247" y="1516618"/>
                  </a:cubicBezTo>
                  <a:cubicBezTo>
                    <a:pt x="32005" y="1520428"/>
                    <a:pt x="5335" y="1550908"/>
                    <a:pt x="7240" y="1586151"/>
                  </a:cubicBezTo>
                  <a:cubicBezTo>
                    <a:pt x="9145" y="1621393"/>
                    <a:pt x="37720" y="1649016"/>
                    <a:pt x="73915" y="16490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E06A0C9A-0541-41EC-BE7C-142F8D15CBB5}"/>
                </a:ext>
              </a:extLst>
            </p:cNvPr>
            <p:cNvSpPr/>
            <p:nvPr/>
          </p:nvSpPr>
          <p:spPr>
            <a:xfrm>
              <a:off x="4117181" y="3286602"/>
              <a:ext cx="1781175" cy="1781175"/>
            </a:xfrm>
            <a:custGeom>
              <a:avLst/>
              <a:gdLst>
                <a:gd name="connsiteX0" fmla="*/ 892969 w 1781175"/>
                <a:gd name="connsiteY0" fmla="*/ 1774984 h 1781175"/>
                <a:gd name="connsiteX1" fmla="*/ 1778794 w 1781175"/>
                <a:gd name="connsiteY1" fmla="*/ 891064 h 1781175"/>
                <a:gd name="connsiteX2" fmla="*/ 892969 w 1781175"/>
                <a:gd name="connsiteY2" fmla="*/ 7144 h 1781175"/>
                <a:gd name="connsiteX3" fmla="*/ 7144 w 1781175"/>
                <a:gd name="connsiteY3" fmla="*/ 891064 h 1781175"/>
                <a:gd name="connsiteX4" fmla="*/ 892969 w 1781175"/>
                <a:gd name="connsiteY4" fmla="*/ 1774984 h 1781175"/>
                <a:gd name="connsiteX5" fmla="*/ 892969 w 1781175"/>
                <a:gd name="connsiteY5" fmla="*/ 951071 h 1781175"/>
                <a:gd name="connsiteX6" fmla="*/ 555784 w 1781175"/>
                <a:gd name="connsiteY6" fmla="*/ 645319 h 1781175"/>
                <a:gd name="connsiteX7" fmla="*/ 826294 w 1781175"/>
                <a:gd name="connsiteY7" fmla="*/ 279559 h 1781175"/>
                <a:gd name="connsiteX8" fmla="*/ 826294 w 1781175"/>
                <a:gd name="connsiteY8" fmla="*/ 190024 h 1781175"/>
                <a:gd name="connsiteX9" fmla="*/ 892969 w 1781175"/>
                <a:gd name="connsiteY9" fmla="*/ 123349 h 1781175"/>
                <a:gd name="connsiteX10" fmla="*/ 959644 w 1781175"/>
                <a:gd name="connsiteY10" fmla="*/ 190024 h 1781175"/>
                <a:gd name="connsiteX11" fmla="*/ 959644 w 1781175"/>
                <a:gd name="connsiteY11" fmla="*/ 279559 h 1781175"/>
                <a:gd name="connsiteX12" fmla="*/ 1232059 w 1781175"/>
                <a:gd name="connsiteY12" fmla="*/ 611981 h 1781175"/>
                <a:gd name="connsiteX13" fmla="*/ 1165384 w 1781175"/>
                <a:gd name="connsiteY13" fmla="*/ 678656 h 1781175"/>
                <a:gd name="connsiteX14" fmla="*/ 1098709 w 1781175"/>
                <a:gd name="connsiteY14" fmla="*/ 611981 h 1781175"/>
                <a:gd name="connsiteX15" fmla="*/ 892969 w 1781175"/>
                <a:gd name="connsiteY15" fmla="*/ 406241 h 1781175"/>
                <a:gd name="connsiteX16" fmla="*/ 687229 w 1781175"/>
                <a:gd name="connsiteY16" fmla="*/ 611981 h 1781175"/>
                <a:gd name="connsiteX17" fmla="*/ 892969 w 1781175"/>
                <a:gd name="connsiteY17" fmla="*/ 817721 h 1781175"/>
                <a:gd name="connsiteX18" fmla="*/ 1230154 w 1781175"/>
                <a:gd name="connsiteY18" fmla="*/ 1123474 h 1781175"/>
                <a:gd name="connsiteX19" fmla="*/ 959644 w 1781175"/>
                <a:gd name="connsiteY19" fmla="*/ 1490186 h 1781175"/>
                <a:gd name="connsiteX20" fmla="*/ 959644 w 1781175"/>
                <a:gd name="connsiteY20" fmla="*/ 1592104 h 1781175"/>
                <a:gd name="connsiteX21" fmla="*/ 892969 w 1781175"/>
                <a:gd name="connsiteY21" fmla="*/ 1658779 h 1781175"/>
                <a:gd name="connsiteX22" fmla="*/ 826294 w 1781175"/>
                <a:gd name="connsiteY22" fmla="*/ 1592104 h 1781175"/>
                <a:gd name="connsiteX23" fmla="*/ 826294 w 1781175"/>
                <a:gd name="connsiteY23" fmla="*/ 1490186 h 1781175"/>
                <a:gd name="connsiteX24" fmla="*/ 553879 w 1781175"/>
                <a:gd name="connsiteY24" fmla="*/ 1157764 h 1781175"/>
                <a:gd name="connsiteX25" fmla="*/ 620554 w 1781175"/>
                <a:gd name="connsiteY25" fmla="*/ 1091089 h 1781175"/>
                <a:gd name="connsiteX26" fmla="*/ 687229 w 1781175"/>
                <a:gd name="connsiteY26" fmla="*/ 1157764 h 1781175"/>
                <a:gd name="connsiteX27" fmla="*/ 890111 w 1781175"/>
                <a:gd name="connsiteY27" fmla="*/ 1363504 h 1781175"/>
                <a:gd name="connsiteX28" fmla="*/ 892969 w 1781175"/>
                <a:gd name="connsiteY28" fmla="*/ 1363504 h 1781175"/>
                <a:gd name="connsiteX29" fmla="*/ 895826 w 1781175"/>
                <a:gd name="connsiteY29" fmla="*/ 1363504 h 1781175"/>
                <a:gd name="connsiteX30" fmla="*/ 1097756 w 1781175"/>
                <a:gd name="connsiteY30" fmla="*/ 1156811 h 1781175"/>
                <a:gd name="connsiteX31" fmla="*/ 892969 w 1781175"/>
                <a:gd name="connsiteY31" fmla="*/ 951071 h 178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81175" h="1781175">
                  <a:moveTo>
                    <a:pt x="892969" y="1774984"/>
                  </a:moveTo>
                  <a:cubicBezTo>
                    <a:pt x="1381601" y="1774984"/>
                    <a:pt x="1778794" y="1378744"/>
                    <a:pt x="1778794" y="891064"/>
                  </a:cubicBezTo>
                  <a:cubicBezTo>
                    <a:pt x="1778794" y="403384"/>
                    <a:pt x="1381601" y="7144"/>
                    <a:pt x="892969" y="7144"/>
                  </a:cubicBezTo>
                  <a:cubicBezTo>
                    <a:pt x="404336" y="7144"/>
                    <a:pt x="7144" y="404336"/>
                    <a:pt x="7144" y="891064"/>
                  </a:cubicBezTo>
                  <a:cubicBezTo>
                    <a:pt x="7144" y="1377791"/>
                    <a:pt x="404336" y="1774984"/>
                    <a:pt x="892969" y="1774984"/>
                  </a:cubicBezTo>
                  <a:close/>
                  <a:moveTo>
                    <a:pt x="892969" y="951071"/>
                  </a:moveTo>
                  <a:cubicBezTo>
                    <a:pt x="718661" y="951071"/>
                    <a:pt x="572929" y="818674"/>
                    <a:pt x="555784" y="645319"/>
                  </a:cubicBezTo>
                  <a:cubicBezTo>
                    <a:pt x="538639" y="471964"/>
                    <a:pt x="655796" y="313849"/>
                    <a:pt x="826294" y="279559"/>
                  </a:cubicBezTo>
                  <a:lnTo>
                    <a:pt x="826294" y="190024"/>
                  </a:lnTo>
                  <a:cubicBezTo>
                    <a:pt x="826294" y="152876"/>
                    <a:pt x="855821" y="123349"/>
                    <a:pt x="892969" y="123349"/>
                  </a:cubicBezTo>
                  <a:cubicBezTo>
                    <a:pt x="930116" y="123349"/>
                    <a:pt x="959644" y="152876"/>
                    <a:pt x="959644" y="190024"/>
                  </a:cubicBezTo>
                  <a:lnTo>
                    <a:pt x="959644" y="279559"/>
                  </a:lnTo>
                  <a:cubicBezTo>
                    <a:pt x="1117759" y="311944"/>
                    <a:pt x="1232059" y="451009"/>
                    <a:pt x="1232059" y="611981"/>
                  </a:cubicBezTo>
                  <a:cubicBezTo>
                    <a:pt x="1232059" y="649129"/>
                    <a:pt x="1202531" y="678656"/>
                    <a:pt x="1165384" y="678656"/>
                  </a:cubicBezTo>
                  <a:cubicBezTo>
                    <a:pt x="1128236" y="678656"/>
                    <a:pt x="1098709" y="649129"/>
                    <a:pt x="1098709" y="611981"/>
                  </a:cubicBezTo>
                  <a:cubicBezTo>
                    <a:pt x="1098709" y="498634"/>
                    <a:pt x="1006316" y="406241"/>
                    <a:pt x="892969" y="406241"/>
                  </a:cubicBezTo>
                  <a:cubicBezTo>
                    <a:pt x="779621" y="406241"/>
                    <a:pt x="687229" y="498634"/>
                    <a:pt x="687229" y="611981"/>
                  </a:cubicBezTo>
                  <a:cubicBezTo>
                    <a:pt x="687229" y="725329"/>
                    <a:pt x="779621" y="817721"/>
                    <a:pt x="892969" y="817721"/>
                  </a:cubicBezTo>
                  <a:cubicBezTo>
                    <a:pt x="1067276" y="817721"/>
                    <a:pt x="1213009" y="950119"/>
                    <a:pt x="1230154" y="1123474"/>
                  </a:cubicBezTo>
                  <a:cubicBezTo>
                    <a:pt x="1247299" y="1296829"/>
                    <a:pt x="1130141" y="1455896"/>
                    <a:pt x="959644" y="1490186"/>
                  </a:cubicBezTo>
                  <a:lnTo>
                    <a:pt x="959644" y="1592104"/>
                  </a:lnTo>
                  <a:cubicBezTo>
                    <a:pt x="959644" y="1629251"/>
                    <a:pt x="930116" y="1658779"/>
                    <a:pt x="892969" y="1658779"/>
                  </a:cubicBezTo>
                  <a:cubicBezTo>
                    <a:pt x="855821" y="1658779"/>
                    <a:pt x="826294" y="1629251"/>
                    <a:pt x="826294" y="1592104"/>
                  </a:cubicBezTo>
                  <a:lnTo>
                    <a:pt x="826294" y="1490186"/>
                  </a:lnTo>
                  <a:cubicBezTo>
                    <a:pt x="668179" y="1457801"/>
                    <a:pt x="553879" y="1318736"/>
                    <a:pt x="553879" y="1157764"/>
                  </a:cubicBezTo>
                  <a:cubicBezTo>
                    <a:pt x="553879" y="1120616"/>
                    <a:pt x="583406" y="1091089"/>
                    <a:pt x="620554" y="1091089"/>
                  </a:cubicBezTo>
                  <a:cubicBezTo>
                    <a:pt x="657701" y="1091089"/>
                    <a:pt x="687229" y="1120616"/>
                    <a:pt x="687229" y="1157764"/>
                  </a:cubicBezTo>
                  <a:cubicBezTo>
                    <a:pt x="687229" y="1270159"/>
                    <a:pt x="777716" y="1361599"/>
                    <a:pt x="890111" y="1363504"/>
                  </a:cubicBezTo>
                  <a:cubicBezTo>
                    <a:pt x="891064" y="1363504"/>
                    <a:pt x="892016" y="1363504"/>
                    <a:pt x="892969" y="1363504"/>
                  </a:cubicBezTo>
                  <a:cubicBezTo>
                    <a:pt x="893921" y="1363504"/>
                    <a:pt x="894874" y="1363504"/>
                    <a:pt x="895826" y="1363504"/>
                  </a:cubicBezTo>
                  <a:cubicBezTo>
                    <a:pt x="1008221" y="1361599"/>
                    <a:pt x="1097756" y="1269206"/>
                    <a:pt x="1097756" y="1156811"/>
                  </a:cubicBezTo>
                  <a:cubicBezTo>
                    <a:pt x="1096804" y="1043464"/>
                    <a:pt x="1005364" y="952024"/>
                    <a:pt x="892969" y="9510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DFFF2CAB-D94A-47DB-9FC2-0C444949A353}"/>
                </a:ext>
              </a:extLst>
            </p:cNvPr>
            <p:cNvSpPr/>
            <p:nvPr/>
          </p:nvSpPr>
          <p:spPr>
            <a:xfrm>
              <a:off x="3983831" y="2981802"/>
              <a:ext cx="4524375" cy="2495550"/>
            </a:xfrm>
            <a:custGeom>
              <a:avLst/>
              <a:gdLst>
                <a:gd name="connsiteX0" fmla="*/ 4455319 w 4524375"/>
                <a:gd name="connsiteY0" fmla="*/ 2365534 h 2495550"/>
                <a:gd name="connsiteX1" fmla="*/ 4267676 w 4524375"/>
                <a:gd name="connsiteY1" fmla="*/ 2365534 h 2495550"/>
                <a:gd name="connsiteX2" fmla="*/ 4267676 w 4524375"/>
                <a:gd name="connsiteY2" fmla="*/ 7144 h 2495550"/>
                <a:gd name="connsiteX3" fmla="*/ 3914299 w 4524375"/>
                <a:gd name="connsiteY3" fmla="*/ 7144 h 2495550"/>
                <a:gd name="connsiteX4" fmla="*/ 3914299 w 4524375"/>
                <a:gd name="connsiteY4" fmla="*/ 2365534 h 2495550"/>
                <a:gd name="connsiteX5" fmla="*/ 3461861 w 4524375"/>
                <a:gd name="connsiteY5" fmla="*/ 2365534 h 2495550"/>
                <a:gd name="connsiteX6" fmla="*/ 3461861 w 4524375"/>
                <a:gd name="connsiteY6" fmla="*/ 576739 h 2495550"/>
                <a:gd name="connsiteX7" fmla="*/ 3108484 w 4524375"/>
                <a:gd name="connsiteY7" fmla="*/ 576739 h 2495550"/>
                <a:gd name="connsiteX8" fmla="*/ 3108484 w 4524375"/>
                <a:gd name="connsiteY8" fmla="*/ 2364581 h 2495550"/>
                <a:gd name="connsiteX9" fmla="*/ 2656046 w 4524375"/>
                <a:gd name="connsiteY9" fmla="*/ 2364581 h 2495550"/>
                <a:gd name="connsiteX10" fmla="*/ 2656046 w 4524375"/>
                <a:gd name="connsiteY10" fmla="*/ 1223486 h 2495550"/>
                <a:gd name="connsiteX11" fmla="*/ 2302669 w 4524375"/>
                <a:gd name="connsiteY11" fmla="*/ 1223486 h 2495550"/>
                <a:gd name="connsiteX12" fmla="*/ 2302669 w 4524375"/>
                <a:gd name="connsiteY12" fmla="*/ 2364581 h 2495550"/>
                <a:gd name="connsiteX13" fmla="*/ 73819 w 4524375"/>
                <a:gd name="connsiteY13" fmla="*/ 2364581 h 2495550"/>
                <a:gd name="connsiteX14" fmla="*/ 7144 w 4524375"/>
                <a:gd name="connsiteY14" fmla="*/ 2431256 h 2495550"/>
                <a:gd name="connsiteX15" fmla="*/ 73819 w 4524375"/>
                <a:gd name="connsiteY15" fmla="*/ 2497931 h 2495550"/>
                <a:gd name="connsiteX16" fmla="*/ 4455319 w 4524375"/>
                <a:gd name="connsiteY16" fmla="*/ 2497931 h 2495550"/>
                <a:gd name="connsiteX17" fmla="*/ 4521994 w 4524375"/>
                <a:gd name="connsiteY17" fmla="*/ 2431256 h 2495550"/>
                <a:gd name="connsiteX18" fmla="*/ 4455319 w 4524375"/>
                <a:gd name="connsiteY18" fmla="*/ 2365534 h 2495550"/>
                <a:gd name="connsiteX19" fmla="*/ 4455319 w 4524375"/>
                <a:gd name="connsiteY19" fmla="*/ 2365534 h 249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524375" h="2495550">
                  <a:moveTo>
                    <a:pt x="4455319" y="2365534"/>
                  </a:moveTo>
                  <a:lnTo>
                    <a:pt x="4267676" y="2365534"/>
                  </a:lnTo>
                  <a:lnTo>
                    <a:pt x="4267676" y="7144"/>
                  </a:lnTo>
                  <a:lnTo>
                    <a:pt x="3914299" y="7144"/>
                  </a:lnTo>
                  <a:lnTo>
                    <a:pt x="3914299" y="2365534"/>
                  </a:lnTo>
                  <a:lnTo>
                    <a:pt x="3461861" y="2365534"/>
                  </a:lnTo>
                  <a:lnTo>
                    <a:pt x="3461861" y="576739"/>
                  </a:lnTo>
                  <a:lnTo>
                    <a:pt x="3108484" y="576739"/>
                  </a:lnTo>
                  <a:lnTo>
                    <a:pt x="3108484" y="2364581"/>
                  </a:lnTo>
                  <a:lnTo>
                    <a:pt x="2656046" y="2364581"/>
                  </a:lnTo>
                  <a:lnTo>
                    <a:pt x="2656046" y="1223486"/>
                  </a:lnTo>
                  <a:lnTo>
                    <a:pt x="2302669" y="1223486"/>
                  </a:lnTo>
                  <a:lnTo>
                    <a:pt x="2302669" y="2364581"/>
                  </a:lnTo>
                  <a:lnTo>
                    <a:pt x="73819" y="2364581"/>
                  </a:lnTo>
                  <a:cubicBezTo>
                    <a:pt x="36671" y="2364581"/>
                    <a:pt x="7144" y="2394109"/>
                    <a:pt x="7144" y="2431256"/>
                  </a:cubicBezTo>
                  <a:cubicBezTo>
                    <a:pt x="7144" y="2468404"/>
                    <a:pt x="36671" y="2497931"/>
                    <a:pt x="73819" y="2497931"/>
                  </a:cubicBezTo>
                  <a:lnTo>
                    <a:pt x="4455319" y="2497931"/>
                  </a:lnTo>
                  <a:cubicBezTo>
                    <a:pt x="4492466" y="2497931"/>
                    <a:pt x="4521994" y="2468404"/>
                    <a:pt x="4521994" y="2431256"/>
                  </a:cubicBezTo>
                  <a:cubicBezTo>
                    <a:pt x="4521994" y="2395061"/>
                    <a:pt x="4492466" y="2365534"/>
                    <a:pt x="4455319" y="2365534"/>
                  </a:cubicBezTo>
                  <a:lnTo>
                    <a:pt x="4455319" y="236553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2" name="Graphic 7">
            <a:extLst>
              <a:ext uri="{FF2B5EF4-FFF2-40B4-BE49-F238E27FC236}">
                <a16:creationId xmlns:a16="http://schemas.microsoft.com/office/drawing/2014/main" id="{121B1028-DA10-4268-A705-0BA2EC6E2A8C}"/>
              </a:ext>
            </a:extLst>
          </p:cNvPr>
          <p:cNvGrpSpPr>
            <a:grpSpLocks noChangeAspect="1"/>
          </p:cNvGrpSpPr>
          <p:nvPr/>
        </p:nvGrpSpPr>
        <p:grpSpPr>
          <a:xfrm>
            <a:off x="8572921" y="2306529"/>
            <a:ext cx="485578" cy="502920"/>
            <a:chOff x="4114800" y="1371600"/>
            <a:chExt cx="4267200" cy="44196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FEA5D68-2F2E-4296-8143-3C9293397593}"/>
                </a:ext>
              </a:extLst>
            </p:cNvPr>
            <p:cNvSpPr/>
            <p:nvPr/>
          </p:nvSpPr>
          <p:spPr>
            <a:xfrm>
              <a:off x="4657011" y="4564856"/>
              <a:ext cx="1323975" cy="1209675"/>
            </a:xfrm>
            <a:custGeom>
              <a:avLst/>
              <a:gdLst>
                <a:gd name="connsiteX0" fmla="*/ 29289 w 1323975"/>
                <a:gd name="connsiteY0" fmla="*/ 1080611 h 1209675"/>
                <a:gd name="connsiteX1" fmla="*/ 29289 w 1323975"/>
                <a:gd name="connsiteY1" fmla="*/ 1188244 h 1209675"/>
                <a:gd name="connsiteX2" fmla="*/ 136922 w 1323975"/>
                <a:gd name="connsiteY2" fmla="*/ 1188244 h 1209675"/>
                <a:gd name="connsiteX3" fmla="*/ 1318022 w 1323975"/>
                <a:gd name="connsiteY3" fmla="*/ 7144 h 1209675"/>
                <a:gd name="connsiteX4" fmla="*/ 1101804 w 1323975"/>
                <a:gd name="connsiteY4" fmla="*/ 7144 h 1209675"/>
                <a:gd name="connsiteX5" fmla="*/ 29289 w 1323975"/>
                <a:gd name="connsiteY5" fmla="*/ 1080611 h 1209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3975" h="1209675">
                  <a:moveTo>
                    <a:pt x="29289" y="1080611"/>
                  </a:moveTo>
                  <a:cubicBezTo>
                    <a:pt x="-238" y="1110139"/>
                    <a:pt x="-238" y="1158716"/>
                    <a:pt x="29289" y="1188244"/>
                  </a:cubicBezTo>
                  <a:cubicBezTo>
                    <a:pt x="58817" y="1217771"/>
                    <a:pt x="107394" y="1217771"/>
                    <a:pt x="136922" y="1188244"/>
                  </a:cubicBezTo>
                  <a:lnTo>
                    <a:pt x="1318022" y="7144"/>
                  </a:lnTo>
                  <a:lnTo>
                    <a:pt x="1101804" y="7144"/>
                  </a:lnTo>
                  <a:lnTo>
                    <a:pt x="29289" y="108061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525A2CE0-F9C5-4D36-80C1-C6A462DE9ED8}"/>
                </a:ext>
              </a:extLst>
            </p:cNvPr>
            <p:cNvSpPr/>
            <p:nvPr/>
          </p:nvSpPr>
          <p:spPr>
            <a:xfrm>
              <a:off x="6165056" y="1364456"/>
              <a:ext cx="161925" cy="161925"/>
            </a:xfrm>
            <a:custGeom>
              <a:avLst/>
              <a:gdLst>
                <a:gd name="connsiteX0" fmla="*/ 159544 w 161925"/>
                <a:gd name="connsiteY0" fmla="*/ 83344 h 161925"/>
                <a:gd name="connsiteX1" fmla="*/ 137636 w 161925"/>
                <a:gd name="connsiteY1" fmla="*/ 30004 h 161925"/>
                <a:gd name="connsiteX2" fmla="*/ 83344 w 161925"/>
                <a:gd name="connsiteY2" fmla="*/ 7144 h 161925"/>
                <a:gd name="connsiteX3" fmla="*/ 7144 w 161925"/>
                <a:gd name="connsiteY3" fmla="*/ 83344 h 161925"/>
                <a:gd name="connsiteX4" fmla="*/ 7144 w 161925"/>
                <a:gd name="connsiteY4" fmla="*/ 159544 h 161925"/>
                <a:gd name="connsiteX5" fmla="*/ 159544 w 161925"/>
                <a:gd name="connsiteY5" fmla="*/ 159544 h 161925"/>
                <a:gd name="connsiteX6" fmla="*/ 159544 w 161925"/>
                <a:gd name="connsiteY6" fmla="*/ 833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5" h="161925">
                  <a:moveTo>
                    <a:pt x="159544" y="83344"/>
                  </a:moveTo>
                  <a:cubicBezTo>
                    <a:pt x="159544" y="63341"/>
                    <a:pt x="151924" y="44291"/>
                    <a:pt x="137636" y="30004"/>
                  </a:cubicBezTo>
                  <a:cubicBezTo>
                    <a:pt x="123349" y="15716"/>
                    <a:pt x="104299" y="7144"/>
                    <a:pt x="83344" y="7144"/>
                  </a:cubicBezTo>
                  <a:cubicBezTo>
                    <a:pt x="41434" y="7144"/>
                    <a:pt x="7144" y="41434"/>
                    <a:pt x="7144" y="83344"/>
                  </a:cubicBezTo>
                  <a:lnTo>
                    <a:pt x="7144" y="159544"/>
                  </a:lnTo>
                  <a:lnTo>
                    <a:pt x="159544" y="159544"/>
                  </a:lnTo>
                  <a:lnTo>
                    <a:pt x="159544" y="83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9A6AC8B-4B42-470D-BC59-0F4DC600EE54}"/>
                </a:ext>
              </a:extLst>
            </p:cNvPr>
            <p:cNvSpPr/>
            <p:nvPr/>
          </p:nvSpPr>
          <p:spPr>
            <a:xfrm>
              <a:off x="6165056" y="4564856"/>
              <a:ext cx="161925" cy="1228725"/>
            </a:xfrm>
            <a:custGeom>
              <a:avLst/>
              <a:gdLst>
                <a:gd name="connsiteX0" fmla="*/ 26194 w 161925"/>
                <a:gd name="connsiteY0" fmla="*/ 7144 h 1228725"/>
                <a:gd name="connsiteX1" fmla="*/ 7144 w 161925"/>
                <a:gd name="connsiteY1" fmla="*/ 26194 h 1228725"/>
                <a:gd name="connsiteX2" fmla="*/ 7144 w 161925"/>
                <a:gd name="connsiteY2" fmla="*/ 1150144 h 1228725"/>
                <a:gd name="connsiteX3" fmla="*/ 83344 w 161925"/>
                <a:gd name="connsiteY3" fmla="*/ 1226344 h 1228725"/>
                <a:gd name="connsiteX4" fmla="*/ 159544 w 161925"/>
                <a:gd name="connsiteY4" fmla="*/ 1150144 h 1228725"/>
                <a:gd name="connsiteX5" fmla="*/ 159544 w 161925"/>
                <a:gd name="connsiteY5" fmla="*/ 26194 h 1228725"/>
                <a:gd name="connsiteX6" fmla="*/ 140494 w 161925"/>
                <a:gd name="connsiteY6" fmla="*/ 7144 h 1228725"/>
                <a:gd name="connsiteX7" fmla="*/ 26194 w 161925"/>
                <a:gd name="connsiteY7" fmla="*/ 7144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925" h="1228725">
                  <a:moveTo>
                    <a:pt x="26194" y="7144"/>
                  </a:moveTo>
                  <a:lnTo>
                    <a:pt x="7144" y="26194"/>
                  </a:lnTo>
                  <a:lnTo>
                    <a:pt x="7144" y="1150144"/>
                  </a:lnTo>
                  <a:cubicBezTo>
                    <a:pt x="7144" y="1192054"/>
                    <a:pt x="41434" y="1226344"/>
                    <a:pt x="83344" y="1226344"/>
                  </a:cubicBezTo>
                  <a:cubicBezTo>
                    <a:pt x="125254" y="1226344"/>
                    <a:pt x="159544" y="1192054"/>
                    <a:pt x="159544" y="1150144"/>
                  </a:cubicBezTo>
                  <a:lnTo>
                    <a:pt x="159544" y="26194"/>
                  </a:lnTo>
                  <a:lnTo>
                    <a:pt x="140494" y="7144"/>
                  </a:lnTo>
                  <a:lnTo>
                    <a:pt x="2619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31E60D7-094C-40D0-AF0D-02DBDC3C729D}"/>
                </a:ext>
              </a:extLst>
            </p:cNvPr>
            <p:cNvSpPr/>
            <p:nvPr/>
          </p:nvSpPr>
          <p:spPr>
            <a:xfrm>
              <a:off x="6513671" y="4564856"/>
              <a:ext cx="1323975" cy="1209675"/>
            </a:xfrm>
            <a:custGeom>
              <a:avLst/>
              <a:gdLst>
                <a:gd name="connsiteX0" fmla="*/ 223361 w 1323975"/>
                <a:gd name="connsiteY0" fmla="*/ 7144 h 1209675"/>
                <a:gd name="connsiteX1" fmla="*/ 7144 w 1323975"/>
                <a:gd name="connsiteY1" fmla="*/ 7144 h 1209675"/>
                <a:gd name="connsiteX2" fmla="*/ 1188244 w 1323975"/>
                <a:gd name="connsiteY2" fmla="*/ 1188244 h 1209675"/>
                <a:gd name="connsiteX3" fmla="*/ 1295876 w 1323975"/>
                <a:gd name="connsiteY3" fmla="*/ 1188244 h 1209675"/>
                <a:gd name="connsiteX4" fmla="*/ 1295876 w 1323975"/>
                <a:gd name="connsiteY4" fmla="*/ 1080611 h 1209675"/>
                <a:gd name="connsiteX5" fmla="*/ 223361 w 1323975"/>
                <a:gd name="connsiteY5" fmla="*/ 7144 h 1209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3975" h="1209675">
                  <a:moveTo>
                    <a:pt x="223361" y="7144"/>
                  </a:moveTo>
                  <a:lnTo>
                    <a:pt x="7144" y="7144"/>
                  </a:lnTo>
                  <a:lnTo>
                    <a:pt x="1188244" y="1188244"/>
                  </a:lnTo>
                  <a:cubicBezTo>
                    <a:pt x="1217771" y="1217771"/>
                    <a:pt x="1266349" y="1217771"/>
                    <a:pt x="1295876" y="1188244"/>
                  </a:cubicBezTo>
                  <a:cubicBezTo>
                    <a:pt x="1325404" y="1158716"/>
                    <a:pt x="1325404" y="1110139"/>
                    <a:pt x="1295876" y="1080611"/>
                  </a:cubicBezTo>
                  <a:lnTo>
                    <a:pt x="223361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58730890-E622-4BA2-8B44-021479C86C42}"/>
                </a:ext>
              </a:extLst>
            </p:cNvPr>
            <p:cNvSpPr/>
            <p:nvPr/>
          </p:nvSpPr>
          <p:spPr>
            <a:xfrm>
              <a:off x="4107656" y="1669256"/>
              <a:ext cx="4276725" cy="2752725"/>
            </a:xfrm>
            <a:custGeom>
              <a:avLst/>
              <a:gdLst>
                <a:gd name="connsiteX0" fmla="*/ 7144 w 4276725"/>
                <a:gd name="connsiteY0" fmla="*/ 7144 h 2752725"/>
                <a:gd name="connsiteX1" fmla="*/ 7144 w 4276725"/>
                <a:gd name="connsiteY1" fmla="*/ 2750344 h 2752725"/>
                <a:gd name="connsiteX2" fmla="*/ 4274344 w 4276725"/>
                <a:gd name="connsiteY2" fmla="*/ 2750344 h 2752725"/>
                <a:gd name="connsiteX3" fmla="*/ 4274344 w 4276725"/>
                <a:gd name="connsiteY3" fmla="*/ 7144 h 2752725"/>
                <a:gd name="connsiteX4" fmla="*/ 7144 w 4276725"/>
                <a:gd name="connsiteY4" fmla="*/ 7144 h 2752725"/>
                <a:gd name="connsiteX5" fmla="*/ 2445544 w 4276725"/>
                <a:gd name="connsiteY5" fmla="*/ 2293144 h 2752725"/>
                <a:gd name="connsiteX6" fmla="*/ 2216944 w 4276725"/>
                <a:gd name="connsiteY6" fmla="*/ 2521744 h 2752725"/>
                <a:gd name="connsiteX7" fmla="*/ 1912144 w 4276725"/>
                <a:gd name="connsiteY7" fmla="*/ 2521744 h 2752725"/>
                <a:gd name="connsiteX8" fmla="*/ 1683544 w 4276725"/>
                <a:gd name="connsiteY8" fmla="*/ 2293144 h 2752725"/>
                <a:gd name="connsiteX9" fmla="*/ 1683544 w 4276725"/>
                <a:gd name="connsiteY9" fmla="*/ 1683544 h 2752725"/>
                <a:gd name="connsiteX10" fmla="*/ 1912144 w 4276725"/>
                <a:gd name="connsiteY10" fmla="*/ 1454944 h 2752725"/>
                <a:gd name="connsiteX11" fmla="*/ 2216944 w 4276725"/>
                <a:gd name="connsiteY11" fmla="*/ 1454944 h 2752725"/>
                <a:gd name="connsiteX12" fmla="*/ 2445544 w 4276725"/>
                <a:gd name="connsiteY12" fmla="*/ 1683544 h 2752725"/>
                <a:gd name="connsiteX13" fmla="*/ 2445544 w 4276725"/>
                <a:gd name="connsiteY13" fmla="*/ 2293144 h 2752725"/>
                <a:gd name="connsiteX14" fmla="*/ 2216944 w 4276725"/>
                <a:gd name="connsiteY14" fmla="*/ 692944 h 2752725"/>
                <a:gd name="connsiteX15" fmla="*/ 2105501 w 4276725"/>
                <a:gd name="connsiteY15" fmla="*/ 662464 h 2752725"/>
                <a:gd name="connsiteX16" fmla="*/ 1818799 w 4276725"/>
                <a:gd name="connsiteY16" fmla="*/ 913924 h 2752725"/>
                <a:gd name="connsiteX17" fmla="*/ 1834991 w 4276725"/>
                <a:gd name="connsiteY17" fmla="*/ 997744 h 2752725"/>
                <a:gd name="connsiteX18" fmla="*/ 1606391 w 4276725"/>
                <a:gd name="connsiteY18" fmla="*/ 1226344 h 2752725"/>
                <a:gd name="connsiteX19" fmla="*/ 1377791 w 4276725"/>
                <a:gd name="connsiteY19" fmla="*/ 997744 h 2752725"/>
                <a:gd name="connsiteX20" fmla="*/ 1389221 w 4276725"/>
                <a:gd name="connsiteY20" fmla="*/ 930116 h 2752725"/>
                <a:gd name="connsiteX21" fmla="*/ 1124426 w 4276725"/>
                <a:gd name="connsiteY21" fmla="*/ 731044 h 2752725"/>
                <a:gd name="connsiteX22" fmla="*/ 912019 w 4276725"/>
                <a:gd name="connsiteY22" fmla="*/ 751999 h 2752725"/>
                <a:gd name="connsiteX23" fmla="*/ 587216 w 4276725"/>
                <a:gd name="connsiteY23" fmla="*/ 1116806 h 2752725"/>
                <a:gd name="connsiteX24" fmla="*/ 616744 w 4276725"/>
                <a:gd name="connsiteY24" fmla="*/ 1226344 h 2752725"/>
                <a:gd name="connsiteX25" fmla="*/ 388144 w 4276725"/>
                <a:gd name="connsiteY25" fmla="*/ 1454944 h 2752725"/>
                <a:gd name="connsiteX26" fmla="*/ 159544 w 4276725"/>
                <a:gd name="connsiteY26" fmla="*/ 1226344 h 2752725"/>
                <a:gd name="connsiteX27" fmla="*/ 388144 w 4276725"/>
                <a:gd name="connsiteY27" fmla="*/ 997744 h 2752725"/>
                <a:gd name="connsiteX28" fmla="*/ 473869 w 4276725"/>
                <a:gd name="connsiteY28" fmla="*/ 1014889 h 2752725"/>
                <a:gd name="connsiteX29" fmla="*/ 798671 w 4276725"/>
                <a:gd name="connsiteY29" fmla="*/ 650081 h 2752725"/>
                <a:gd name="connsiteX30" fmla="*/ 769144 w 4276725"/>
                <a:gd name="connsiteY30" fmla="*/ 540544 h 2752725"/>
                <a:gd name="connsiteX31" fmla="*/ 997744 w 4276725"/>
                <a:gd name="connsiteY31" fmla="*/ 311944 h 2752725"/>
                <a:gd name="connsiteX32" fmla="*/ 1226344 w 4276725"/>
                <a:gd name="connsiteY32" fmla="*/ 540544 h 2752725"/>
                <a:gd name="connsiteX33" fmla="*/ 1214914 w 4276725"/>
                <a:gd name="connsiteY33" fmla="*/ 608171 h 2752725"/>
                <a:gd name="connsiteX34" fmla="*/ 1480661 w 4276725"/>
                <a:gd name="connsiteY34" fmla="*/ 807244 h 2752725"/>
                <a:gd name="connsiteX35" fmla="*/ 1718786 w 4276725"/>
                <a:gd name="connsiteY35" fmla="*/ 799624 h 2752725"/>
                <a:gd name="connsiteX36" fmla="*/ 2005489 w 4276725"/>
                <a:gd name="connsiteY36" fmla="*/ 548164 h 2752725"/>
                <a:gd name="connsiteX37" fmla="*/ 1988344 w 4276725"/>
                <a:gd name="connsiteY37" fmla="*/ 464344 h 2752725"/>
                <a:gd name="connsiteX38" fmla="*/ 2216944 w 4276725"/>
                <a:gd name="connsiteY38" fmla="*/ 235744 h 2752725"/>
                <a:gd name="connsiteX39" fmla="*/ 2445544 w 4276725"/>
                <a:gd name="connsiteY39" fmla="*/ 464344 h 2752725"/>
                <a:gd name="connsiteX40" fmla="*/ 2216944 w 4276725"/>
                <a:gd name="connsiteY40" fmla="*/ 692944 h 2752725"/>
                <a:gd name="connsiteX41" fmla="*/ 3283744 w 4276725"/>
                <a:gd name="connsiteY41" fmla="*/ 2293144 h 2752725"/>
                <a:gd name="connsiteX42" fmla="*/ 3055144 w 4276725"/>
                <a:gd name="connsiteY42" fmla="*/ 2521744 h 2752725"/>
                <a:gd name="connsiteX43" fmla="*/ 2750344 w 4276725"/>
                <a:gd name="connsiteY43" fmla="*/ 2521744 h 2752725"/>
                <a:gd name="connsiteX44" fmla="*/ 2521744 w 4276725"/>
                <a:gd name="connsiteY44" fmla="*/ 2293144 h 2752725"/>
                <a:gd name="connsiteX45" fmla="*/ 2521744 w 4276725"/>
                <a:gd name="connsiteY45" fmla="*/ 1988344 h 2752725"/>
                <a:gd name="connsiteX46" fmla="*/ 2750344 w 4276725"/>
                <a:gd name="connsiteY46" fmla="*/ 1759744 h 2752725"/>
                <a:gd name="connsiteX47" fmla="*/ 3055144 w 4276725"/>
                <a:gd name="connsiteY47" fmla="*/ 1759744 h 2752725"/>
                <a:gd name="connsiteX48" fmla="*/ 3283744 w 4276725"/>
                <a:gd name="connsiteY48" fmla="*/ 1988344 h 2752725"/>
                <a:gd name="connsiteX49" fmla="*/ 3283744 w 4276725"/>
                <a:gd name="connsiteY49" fmla="*/ 2293144 h 2752725"/>
                <a:gd name="connsiteX50" fmla="*/ 4121944 w 4276725"/>
                <a:gd name="connsiteY50" fmla="*/ 2293144 h 2752725"/>
                <a:gd name="connsiteX51" fmla="*/ 3893344 w 4276725"/>
                <a:gd name="connsiteY51" fmla="*/ 2521744 h 2752725"/>
                <a:gd name="connsiteX52" fmla="*/ 3588544 w 4276725"/>
                <a:gd name="connsiteY52" fmla="*/ 2521744 h 2752725"/>
                <a:gd name="connsiteX53" fmla="*/ 3359944 w 4276725"/>
                <a:gd name="connsiteY53" fmla="*/ 2293144 h 2752725"/>
                <a:gd name="connsiteX54" fmla="*/ 3359944 w 4276725"/>
                <a:gd name="connsiteY54" fmla="*/ 1226344 h 2752725"/>
                <a:gd name="connsiteX55" fmla="*/ 3588544 w 4276725"/>
                <a:gd name="connsiteY55" fmla="*/ 997744 h 2752725"/>
                <a:gd name="connsiteX56" fmla="*/ 3893344 w 4276725"/>
                <a:gd name="connsiteY56" fmla="*/ 997744 h 2752725"/>
                <a:gd name="connsiteX57" fmla="*/ 4121944 w 4276725"/>
                <a:gd name="connsiteY57" fmla="*/ 1226344 h 2752725"/>
                <a:gd name="connsiteX58" fmla="*/ 4121944 w 4276725"/>
                <a:gd name="connsiteY58" fmla="*/ 2293144 h 275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276725" h="2752725">
                  <a:moveTo>
                    <a:pt x="7144" y="7144"/>
                  </a:moveTo>
                  <a:lnTo>
                    <a:pt x="7144" y="2750344"/>
                  </a:lnTo>
                  <a:lnTo>
                    <a:pt x="4274344" y="2750344"/>
                  </a:lnTo>
                  <a:lnTo>
                    <a:pt x="4274344" y="7144"/>
                  </a:lnTo>
                  <a:lnTo>
                    <a:pt x="7144" y="7144"/>
                  </a:lnTo>
                  <a:close/>
                  <a:moveTo>
                    <a:pt x="2445544" y="2293144"/>
                  </a:moveTo>
                  <a:cubicBezTo>
                    <a:pt x="2445544" y="2419826"/>
                    <a:pt x="2343626" y="2521744"/>
                    <a:pt x="2216944" y="2521744"/>
                  </a:cubicBezTo>
                  <a:lnTo>
                    <a:pt x="1912144" y="2521744"/>
                  </a:lnTo>
                  <a:cubicBezTo>
                    <a:pt x="1785461" y="2521744"/>
                    <a:pt x="1683544" y="2419826"/>
                    <a:pt x="1683544" y="2293144"/>
                  </a:cubicBezTo>
                  <a:lnTo>
                    <a:pt x="1683544" y="1683544"/>
                  </a:lnTo>
                  <a:cubicBezTo>
                    <a:pt x="1683544" y="1556861"/>
                    <a:pt x="1785461" y="1454944"/>
                    <a:pt x="1912144" y="1454944"/>
                  </a:cubicBezTo>
                  <a:lnTo>
                    <a:pt x="2216944" y="1454944"/>
                  </a:lnTo>
                  <a:cubicBezTo>
                    <a:pt x="2343626" y="1454944"/>
                    <a:pt x="2445544" y="1556861"/>
                    <a:pt x="2445544" y="1683544"/>
                  </a:cubicBezTo>
                  <a:lnTo>
                    <a:pt x="2445544" y="2293144"/>
                  </a:lnTo>
                  <a:close/>
                  <a:moveTo>
                    <a:pt x="2216944" y="692944"/>
                  </a:moveTo>
                  <a:cubicBezTo>
                    <a:pt x="2177891" y="692944"/>
                    <a:pt x="2139791" y="682466"/>
                    <a:pt x="2105501" y="662464"/>
                  </a:cubicBezTo>
                  <a:lnTo>
                    <a:pt x="1818799" y="913924"/>
                  </a:lnTo>
                  <a:cubicBezTo>
                    <a:pt x="1829276" y="940594"/>
                    <a:pt x="1834991" y="969169"/>
                    <a:pt x="1834991" y="997744"/>
                  </a:cubicBezTo>
                  <a:cubicBezTo>
                    <a:pt x="1834991" y="1124426"/>
                    <a:pt x="1733074" y="1226344"/>
                    <a:pt x="1606391" y="1226344"/>
                  </a:cubicBezTo>
                  <a:cubicBezTo>
                    <a:pt x="1479709" y="1226344"/>
                    <a:pt x="1377791" y="1124426"/>
                    <a:pt x="1377791" y="997744"/>
                  </a:cubicBezTo>
                  <a:cubicBezTo>
                    <a:pt x="1377791" y="974884"/>
                    <a:pt x="1381601" y="952024"/>
                    <a:pt x="1389221" y="930116"/>
                  </a:cubicBezTo>
                  <a:lnTo>
                    <a:pt x="1124426" y="731044"/>
                  </a:lnTo>
                  <a:cubicBezTo>
                    <a:pt x="1061561" y="772954"/>
                    <a:pt x="981551" y="781526"/>
                    <a:pt x="912019" y="751999"/>
                  </a:cubicBezTo>
                  <a:lnTo>
                    <a:pt x="587216" y="1116806"/>
                  </a:lnTo>
                  <a:cubicBezTo>
                    <a:pt x="606266" y="1150144"/>
                    <a:pt x="615791" y="1188244"/>
                    <a:pt x="616744" y="1226344"/>
                  </a:cubicBezTo>
                  <a:cubicBezTo>
                    <a:pt x="616744" y="1353026"/>
                    <a:pt x="514826" y="1454944"/>
                    <a:pt x="388144" y="1454944"/>
                  </a:cubicBezTo>
                  <a:cubicBezTo>
                    <a:pt x="261461" y="1454944"/>
                    <a:pt x="159544" y="1353026"/>
                    <a:pt x="159544" y="1226344"/>
                  </a:cubicBezTo>
                  <a:cubicBezTo>
                    <a:pt x="159544" y="1099661"/>
                    <a:pt x="261461" y="997744"/>
                    <a:pt x="388144" y="997744"/>
                  </a:cubicBezTo>
                  <a:cubicBezTo>
                    <a:pt x="417671" y="997744"/>
                    <a:pt x="446246" y="1003459"/>
                    <a:pt x="473869" y="1014889"/>
                  </a:cubicBezTo>
                  <a:lnTo>
                    <a:pt x="798671" y="650081"/>
                  </a:lnTo>
                  <a:cubicBezTo>
                    <a:pt x="779621" y="616744"/>
                    <a:pt x="769144" y="578644"/>
                    <a:pt x="769144" y="540544"/>
                  </a:cubicBezTo>
                  <a:cubicBezTo>
                    <a:pt x="769144" y="413861"/>
                    <a:pt x="871061" y="311944"/>
                    <a:pt x="997744" y="311944"/>
                  </a:cubicBezTo>
                  <a:cubicBezTo>
                    <a:pt x="1124426" y="311944"/>
                    <a:pt x="1226344" y="413861"/>
                    <a:pt x="1226344" y="540544"/>
                  </a:cubicBezTo>
                  <a:cubicBezTo>
                    <a:pt x="1226344" y="563404"/>
                    <a:pt x="1222534" y="586264"/>
                    <a:pt x="1214914" y="608171"/>
                  </a:cubicBezTo>
                  <a:lnTo>
                    <a:pt x="1480661" y="807244"/>
                  </a:lnTo>
                  <a:cubicBezTo>
                    <a:pt x="1552099" y="759619"/>
                    <a:pt x="1644491" y="755809"/>
                    <a:pt x="1718786" y="799624"/>
                  </a:cubicBezTo>
                  <a:lnTo>
                    <a:pt x="2005489" y="548164"/>
                  </a:lnTo>
                  <a:cubicBezTo>
                    <a:pt x="1994059" y="521494"/>
                    <a:pt x="1988344" y="492919"/>
                    <a:pt x="1988344" y="464344"/>
                  </a:cubicBezTo>
                  <a:cubicBezTo>
                    <a:pt x="1988344" y="337661"/>
                    <a:pt x="2090261" y="235744"/>
                    <a:pt x="2216944" y="235744"/>
                  </a:cubicBezTo>
                  <a:cubicBezTo>
                    <a:pt x="2343626" y="235744"/>
                    <a:pt x="2445544" y="337661"/>
                    <a:pt x="2445544" y="464344"/>
                  </a:cubicBezTo>
                  <a:cubicBezTo>
                    <a:pt x="2445544" y="591026"/>
                    <a:pt x="2343626" y="692944"/>
                    <a:pt x="2216944" y="692944"/>
                  </a:cubicBezTo>
                  <a:close/>
                  <a:moveTo>
                    <a:pt x="3283744" y="2293144"/>
                  </a:moveTo>
                  <a:cubicBezTo>
                    <a:pt x="3283744" y="2419826"/>
                    <a:pt x="3181826" y="2521744"/>
                    <a:pt x="3055144" y="2521744"/>
                  </a:cubicBezTo>
                  <a:lnTo>
                    <a:pt x="2750344" y="2521744"/>
                  </a:lnTo>
                  <a:cubicBezTo>
                    <a:pt x="2623661" y="2521744"/>
                    <a:pt x="2521744" y="2419826"/>
                    <a:pt x="2521744" y="2293144"/>
                  </a:cubicBezTo>
                  <a:lnTo>
                    <a:pt x="2521744" y="1988344"/>
                  </a:lnTo>
                  <a:cubicBezTo>
                    <a:pt x="2521744" y="1861661"/>
                    <a:pt x="2623661" y="1759744"/>
                    <a:pt x="2750344" y="1759744"/>
                  </a:cubicBezTo>
                  <a:lnTo>
                    <a:pt x="3055144" y="1759744"/>
                  </a:lnTo>
                  <a:cubicBezTo>
                    <a:pt x="3181826" y="1759744"/>
                    <a:pt x="3283744" y="1861661"/>
                    <a:pt x="3283744" y="1988344"/>
                  </a:cubicBezTo>
                  <a:lnTo>
                    <a:pt x="3283744" y="2293144"/>
                  </a:lnTo>
                  <a:close/>
                  <a:moveTo>
                    <a:pt x="4121944" y="2293144"/>
                  </a:moveTo>
                  <a:cubicBezTo>
                    <a:pt x="4121944" y="2419826"/>
                    <a:pt x="4020026" y="2521744"/>
                    <a:pt x="3893344" y="2521744"/>
                  </a:cubicBezTo>
                  <a:lnTo>
                    <a:pt x="3588544" y="2521744"/>
                  </a:lnTo>
                  <a:cubicBezTo>
                    <a:pt x="3461861" y="2521744"/>
                    <a:pt x="3359944" y="2419826"/>
                    <a:pt x="3359944" y="2293144"/>
                  </a:cubicBezTo>
                  <a:lnTo>
                    <a:pt x="3359944" y="1226344"/>
                  </a:lnTo>
                  <a:cubicBezTo>
                    <a:pt x="3359944" y="1099661"/>
                    <a:pt x="3461861" y="997744"/>
                    <a:pt x="3588544" y="997744"/>
                  </a:cubicBezTo>
                  <a:lnTo>
                    <a:pt x="3893344" y="997744"/>
                  </a:lnTo>
                  <a:cubicBezTo>
                    <a:pt x="4020026" y="997744"/>
                    <a:pt x="4121944" y="1099661"/>
                    <a:pt x="4121944" y="1226344"/>
                  </a:cubicBezTo>
                  <a:lnTo>
                    <a:pt x="4121944" y="2293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718B37E-35F8-43F9-9C5B-E0E92837E1AF}"/>
                </a:ext>
              </a:extLst>
            </p:cNvPr>
            <p:cNvSpPr/>
            <p:nvPr/>
          </p:nvSpPr>
          <p:spPr>
            <a:xfrm>
              <a:off x="4412456" y="2812256"/>
              <a:ext cx="161925" cy="161925"/>
            </a:xfrm>
            <a:custGeom>
              <a:avLst/>
              <a:gdLst>
                <a:gd name="connsiteX0" fmla="*/ 159544 w 161925"/>
                <a:gd name="connsiteY0" fmla="*/ 83344 h 161925"/>
                <a:gd name="connsiteX1" fmla="*/ 83344 w 161925"/>
                <a:gd name="connsiteY1" fmla="*/ 159544 h 161925"/>
                <a:gd name="connsiteX2" fmla="*/ 7144 w 161925"/>
                <a:gd name="connsiteY2" fmla="*/ 83344 h 161925"/>
                <a:gd name="connsiteX3" fmla="*/ 83344 w 161925"/>
                <a:gd name="connsiteY3" fmla="*/ 7144 h 161925"/>
                <a:gd name="connsiteX4" fmla="*/ 159544 w 161925"/>
                <a:gd name="connsiteY4" fmla="*/ 833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159544" y="83344"/>
                  </a:moveTo>
                  <a:cubicBezTo>
                    <a:pt x="159544" y="125254"/>
                    <a:pt x="125254" y="159544"/>
                    <a:pt x="83344" y="159544"/>
                  </a:cubicBezTo>
                  <a:cubicBezTo>
                    <a:pt x="41434" y="159544"/>
                    <a:pt x="7144" y="125254"/>
                    <a:pt x="7144" y="83344"/>
                  </a:cubicBezTo>
                  <a:cubicBezTo>
                    <a:pt x="7144" y="41434"/>
                    <a:pt x="41434" y="7144"/>
                    <a:pt x="83344" y="7144"/>
                  </a:cubicBezTo>
                  <a:cubicBezTo>
                    <a:pt x="125254" y="7144"/>
                    <a:pt x="159544" y="41434"/>
                    <a:pt x="159544" y="83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59DB75B-AF2D-4C82-AE45-652764B22C6E}"/>
                </a:ext>
              </a:extLst>
            </p:cNvPr>
            <p:cNvSpPr/>
            <p:nvPr/>
          </p:nvSpPr>
          <p:spPr>
            <a:xfrm>
              <a:off x="5022056" y="2126456"/>
              <a:ext cx="161925" cy="161925"/>
            </a:xfrm>
            <a:custGeom>
              <a:avLst/>
              <a:gdLst>
                <a:gd name="connsiteX0" fmla="*/ 159544 w 161925"/>
                <a:gd name="connsiteY0" fmla="*/ 83344 h 161925"/>
                <a:gd name="connsiteX1" fmla="*/ 83344 w 161925"/>
                <a:gd name="connsiteY1" fmla="*/ 159544 h 161925"/>
                <a:gd name="connsiteX2" fmla="*/ 7144 w 161925"/>
                <a:gd name="connsiteY2" fmla="*/ 83344 h 161925"/>
                <a:gd name="connsiteX3" fmla="*/ 83344 w 161925"/>
                <a:gd name="connsiteY3" fmla="*/ 7144 h 161925"/>
                <a:gd name="connsiteX4" fmla="*/ 159544 w 161925"/>
                <a:gd name="connsiteY4" fmla="*/ 833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159544" y="83344"/>
                  </a:moveTo>
                  <a:cubicBezTo>
                    <a:pt x="159544" y="125254"/>
                    <a:pt x="125254" y="159544"/>
                    <a:pt x="83344" y="159544"/>
                  </a:cubicBezTo>
                  <a:cubicBezTo>
                    <a:pt x="41434" y="159544"/>
                    <a:pt x="7144" y="125254"/>
                    <a:pt x="7144" y="83344"/>
                  </a:cubicBezTo>
                  <a:cubicBezTo>
                    <a:pt x="7144" y="41434"/>
                    <a:pt x="41434" y="7144"/>
                    <a:pt x="83344" y="7144"/>
                  </a:cubicBezTo>
                  <a:cubicBezTo>
                    <a:pt x="125254" y="7144"/>
                    <a:pt x="159544" y="41434"/>
                    <a:pt x="159544" y="83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7F31D16B-C659-42A5-A59A-8761963F9D5A}"/>
                </a:ext>
              </a:extLst>
            </p:cNvPr>
            <p:cNvSpPr/>
            <p:nvPr/>
          </p:nvSpPr>
          <p:spPr>
            <a:xfrm>
              <a:off x="5631656" y="2583656"/>
              <a:ext cx="161925" cy="161925"/>
            </a:xfrm>
            <a:custGeom>
              <a:avLst/>
              <a:gdLst>
                <a:gd name="connsiteX0" fmla="*/ 159544 w 161925"/>
                <a:gd name="connsiteY0" fmla="*/ 83344 h 161925"/>
                <a:gd name="connsiteX1" fmla="*/ 83344 w 161925"/>
                <a:gd name="connsiteY1" fmla="*/ 159544 h 161925"/>
                <a:gd name="connsiteX2" fmla="*/ 7144 w 161925"/>
                <a:gd name="connsiteY2" fmla="*/ 83344 h 161925"/>
                <a:gd name="connsiteX3" fmla="*/ 83344 w 161925"/>
                <a:gd name="connsiteY3" fmla="*/ 7144 h 161925"/>
                <a:gd name="connsiteX4" fmla="*/ 159544 w 161925"/>
                <a:gd name="connsiteY4" fmla="*/ 833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159544" y="83344"/>
                  </a:moveTo>
                  <a:cubicBezTo>
                    <a:pt x="159544" y="125254"/>
                    <a:pt x="125254" y="159544"/>
                    <a:pt x="83344" y="159544"/>
                  </a:cubicBezTo>
                  <a:cubicBezTo>
                    <a:pt x="41434" y="159544"/>
                    <a:pt x="7144" y="125254"/>
                    <a:pt x="7144" y="83344"/>
                  </a:cubicBezTo>
                  <a:cubicBezTo>
                    <a:pt x="7144" y="41434"/>
                    <a:pt x="41434" y="7144"/>
                    <a:pt x="83344" y="7144"/>
                  </a:cubicBezTo>
                  <a:cubicBezTo>
                    <a:pt x="125254" y="7144"/>
                    <a:pt x="159544" y="41434"/>
                    <a:pt x="159544" y="83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7E66525-A044-4C7A-BE03-F237D983A8EE}"/>
                </a:ext>
              </a:extLst>
            </p:cNvPr>
            <p:cNvSpPr/>
            <p:nvPr/>
          </p:nvSpPr>
          <p:spPr>
            <a:xfrm>
              <a:off x="6241256" y="2050256"/>
              <a:ext cx="161925" cy="161925"/>
            </a:xfrm>
            <a:custGeom>
              <a:avLst/>
              <a:gdLst>
                <a:gd name="connsiteX0" fmla="*/ 159544 w 161925"/>
                <a:gd name="connsiteY0" fmla="*/ 83344 h 161925"/>
                <a:gd name="connsiteX1" fmla="*/ 83344 w 161925"/>
                <a:gd name="connsiteY1" fmla="*/ 159544 h 161925"/>
                <a:gd name="connsiteX2" fmla="*/ 7144 w 161925"/>
                <a:gd name="connsiteY2" fmla="*/ 83344 h 161925"/>
                <a:gd name="connsiteX3" fmla="*/ 83344 w 161925"/>
                <a:gd name="connsiteY3" fmla="*/ 7144 h 161925"/>
                <a:gd name="connsiteX4" fmla="*/ 159544 w 161925"/>
                <a:gd name="connsiteY4" fmla="*/ 833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159544" y="83344"/>
                  </a:moveTo>
                  <a:cubicBezTo>
                    <a:pt x="159544" y="125254"/>
                    <a:pt x="125254" y="159544"/>
                    <a:pt x="83344" y="159544"/>
                  </a:cubicBezTo>
                  <a:cubicBezTo>
                    <a:pt x="41434" y="159544"/>
                    <a:pt x="7144" y="125254"/>
                    <a:pt x="7144" y="83344"/>
                  </a:cubicBezTo>
                  <a:cubicBezTo>
                    <a:pt x="7144" y="41434"/>
                    <a:pt x="41434" y="7144"/>
                    <a:pt x="83344" y="7144"/>
                  </a:cubicBezTo>
                  <a:cubicBezTo>
                    <a:pt x="125254" y="7144"/>
                    <a:pt x="159544" y="41434"/>
                    <a:pt x="159544" y="83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1FF099CA-2229-4933-BEA2-412D943A2CDF}"/>
                </a:ext>
              </a:extLst>
            </p:cNvPr>
            <p:cNvSpPr/>
            <p:nvPr/>
          </p:nvSpPr>
          <p:spPr>
            <a:xfrm>
              <a:off x="5936456" y="3269456"/>
              <a:ext cx="466725" cy="771525"/>
            </a:xfrm>
            <a:custGeom>
              <a:avLst/>
              <a:gdLst>
                <a:gd name="connsiteX0" fmla="*/ 83344 w 466725"/>
                <a:gd name="connsiteY0" fmla="*/ 7144 h 771525"/>
                <a:gd name="connsiteX1" fmla="*/ 388144 w 466725"/>
                <a:gd name="connsiteY1" fmla="*/ 7144 h 771525"/>
                <a:gd name="connsiteX2" fmla="*/ 464344 w 466725"/>
                <a:gd name="connsiteY2" fmla="*/ 83344 h 771525"/>
                <a:gd name="connsiteX3" fmla="*/ 464344 w 466725"/>
                <a:gd name="connsiteY3" fmla="*/ 692944 h 771525"/>
                <a:gd name="connsiteX4" fmla="*/ 388144 w 466725"/>
                <a:gd name="connsiteY4" fmla="*/ 769144 h 771525"/>
                <a:gd name="connsiteX5" fmla="*/ 83344 w 466725"/>
                <a:gd name="connsiteY5" fmla="*/ 769144 h 771525"/>
                <a:gd name="connsiteX6" fmla="*/ 7144 w 466725"/>
                <a:gd name="connsiteY6" fmla="*/ 692944 h 771525"/>
                <a:gd name="connsiteX7" fmla="*/ 7144 w 466725"/>
                <a:gd name="connsiteY7" fmla="*/ 83344 h 771525"/>
                <a:gd name="connsiteX8" fmla="*/ 83344 w 466725"/>
                <a:gd name="connsiteY8" fmla="*/ 7144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5" h="771525">
                  <a:moveTo>
                    <a:pt x="83344" y="7144"/>
                  </a:moveTo>
                  <a:lnTo>
                    <a:pt x="388144" y="7144"/>
                  </a:lnTo>
                  <a:cubicBezTo>
                    <a:pt x="430054" y="7144"/>
                    <a:pt x="464344" y="41434"/>
                    <a:pt x="464344" y="83344"/>
                  </a:cubicBezTo>
                  <a:lnTo>
                    <a:pt x="464344" y="692944"/>
                  </a:lnTo>
                  <a:cubicBezTo>
                    <a:pt x="464344" y="734854"/>
                    <a:pt x="430054" y="769144"/>
                    <a:pt x="388144" y="769144"/>
                  </a:cubicBezTo>
                  <a:lnTo>
                    <a:pt x="83344" y="769144"/>
                  </a:lnTo>
                  <a:cubicBezTo>
                    <a:pt x="41434" y="769144"/>
                    <a:pt x="7144" y="734854"/>
                    <a:pt x="7144" y="692944"/>
                  </a:cubicBezTo>
                  <a:lnTo>
                    <a:pt x="7144" y="83344"/>
                  </a:lnTo>
                  <a:cubicBezTo>
                    <a:pt x="7144" y="41434"/>
                    <a:pt x="41434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C3157E0-9BEC-4A92-BF07-2707EB21A3F9}"/>
                </a:ext>
              </a:extLst>
            </p:cNvPr>
            <p:cNvSpPr/>
            <p:nvPr/>
          </p:nvSpPr>
          <p:spPr>
            <a:xfrm>
              <a:off x="6774656" y="3574256"/>
              <a:ext cx="466725" cy="466725"/>
            </a:xfrm>
            <a:custGeom>
              <a:avLst/>
              <a:gdLst>
                <a:gd name="connsiteX0" fmla="*/ 83344 w 466725"/>
                <a:gd name="connsiteY0" fmla="*/ 7144 h 466725"/>
                <a:gd name="connsiteX1" fmla="*/ 388144 w 466725"/>
                <a:gd name="connsiteY1" fmla="*/ 7144 h 466725"/>
                <a:gd name="connsiteX2" fmla="*/ 464344 w 466725"/>
                <a:gd name="connsiteY2" fmla="*/ 83344 h 466725"/>
                <a:gd name="connsiteX3" fmla="*/ 464344 w 466725"/>
                <a:gd name="connsiteY3" fmla="*/ 388144 h 466725"/>
                <a:gd name="connsiteX4" fmla="*/ 388144 w 466725"/>
                <a:gd name="connsiteY4" fmla="*/ 464344 h 466725"/>
                <a:gd name="connsiteX5" fmla="*/ 83344 w 466725"/>
                <a:gd name="connsiteY5" fmla="*/ 464344 h 466725"/>
                <a:gd name="connsiteX6" fmla="*/ 7144 w 466725"/>
                <a:gd name="connsiteY6" fmla="*/ 388144 h 466725"/>
                <a:gd name="connsiteX7" fmla="*/ 7144 w 466725"/>
                <a:gd name="connsiteY7" fmla="*/ 83344 h 466725"/>
                <a:gd name="connsiteX8" fmla="*/ 83344 w 466725"/>
                <a:gd name="connsiteY8" fmla="*/ 71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5" h="466725">
                  <a:moveTo>
                    <a:pt x="83344" y="7144"/>
                  </a:moveTo>
                  <a:lnTo>
                    <a:pt x="388144" y="7144"/>
                  </a:lnTo>
                  <a:cubicBezTo>
                    <a:pt x="430054" y="7144"/>
                    <a:pt x="464344" y="41434"/>
                    <a:pt x="464344" y="83344"/>
                  </a:cubicBezTo>
                  <a:lnTo>
                    <a:pt x="464344" y="388144"/>
                  </a:lnTo>
                  <a:cubicBezTo>
                    <a:pt x="464344" y="430054"/>
                    <a:pt x="430054" y="464344"/>
                    <a:pt x="388144" y="464344"/>
                  </a:cubicBezTo>
                  <a:lnTo>
                    <a:pt x="83344" y="464344"/>
                  </a:lnTo>
                  <a:cubicBezTo>
                    <a:pt x="41434" y="464344"/>
                    <a:pt x="7144" y="430054"/>
                    <a:pt x="7144" y="388144"/>
                  </a:cubicBezTo>
                  <a:lnTo>
                    <a:pt x="7144" y="83344"/>
                  </a:lnTo>
                  <a:cubicBezTo>
                    <a:pt x="7144" y="41434"/>
                    <a:pt x="41434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0BFCEF9D-A919-42AD-B2EA-47A5227CFD1B}"/>
                </a:ext>
              </a:extLst>
            </p:cNvPr>
            <p:cNvSpPr/>
            <p:nvPr/>
          </p:nvSpPr>
          <p:spPr>
            <a:xfrm>
              <a:off x="7612856" y="2812256"/>
              <a:ext cx="466725" cy="1228725"/>
            </a:xfrm>
            <a:custGeom>
              <a:avLst/>
              <a:gdLst>
                <a:gd name="connsiteX0" fmla="*/ 83344 w 466725"/>
                <a:gd name="connsiteY0" fmla="*/ 7144 h 1228725"/>
                <a:gd name="connsiteX1" fmla="*/ 388144 w 466725"/>
                <a:gd name="connsiteY1" fmla="*/ 7144 h 1228725"/>
                <a:gd name="connsiteX2" fmla="*/ 464344 w 466725"/>
                <a:gd name="connsiteY2" fmla="*/ 83344 h 1228725"/>
                <a:gd name="connsiteX3" fmla="*/ 464344 w 466725"/>
                <a:gd name="connsiteY3" fmla="*/ 1150144 h 1228725"/>
                <a:gd name="connsiteX4" fmla="*/ 388144 w 466725"/>
                <a:gd name="connsiteY4" fmla="*/ 1226344 h 1228725"/>
                <a:gd name="connsiteX5" fmla="*/ 83344 w 466725"/>
                <a:gd name="connsiteY5" fmla="*/ 1226344 h 1228725"/>
                <a:gd name="connsiteX6" fmla="*/ 7144 w 466725"/>
                <a:gd name="connsiteY6" fmla="*/ 1150144 h 1228725"/>
                <a:gd name="connsiteX7" fmla="*/ 7144 w 466725"/>
                <a:gd name="connsiteY7" fmla="*/ 83344 h 1228725"/>
                <a:gd name="connsiteX8" fmla="*/ 83344 w 466725"/>
                <a:gd name="connsiteY8" fmla="*/ 7144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5" h="1228725">
                  <a:moveTo>
                    <a:pt x="83344" y="7144"/>
                  </a:moveTo>
                  <a:lnTo>
                    <a:pt x="388144" y="7144"/>
                  </a:lnTo>
                  <a:cubicBezTo>
                    <a:pt x="430054" y="7144"/>
                    <a:pt x="464344" y="41434"/>
                    <a:pt x="464344" y="83344"/>
                  </a:cubicBezTo>
                  <a:lnTo>
                    <a:pt x="464344" y="1150144"/>
                  </a:lnTo>
                  <a:cubicBezTo>
                    <a:pt x="464344" y="1192054"/>
                    <a:pt x="430054" y="1226344"/>
                    <a:pt x="388144" y="1226344"/>
                  </a:cubicBezTo>
                  <a:lnTo>
                    <a:pt x="83344" y="1226344"/>
                  </a:lnTo>
                  <a:cubicBezTo>
                    <a:pt x="41434" y="1226344"/>
                    <a:pt x="7144" y="1192054"/>
                    <a:pt x="7144" y="1150144"/>
                  </a:cubicBezTo>
                  <a:lnTo>
                    <a:pt x="7144" y="83344"/>
                  </a:lnTo>
                  <a:cubicBezTo>
                    <a:pt x="7144" y="41434"/>
                    <a:pt x="41434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75" name="Graphic 8">
            <a:extLst>
              <a:ext uri="{FF2B5EF4-FFF2-40B4-BE49-F238E27FC236}">
                <a16:creationId xmlns:a16="http://schemas.microsoft.com/office/drawing/2014/main" id="{67B2F5D1-CF79-4B0C-993C-3E71A287BE05}"/>
              </a:ext>
            </a:extLst>
          </p:cNvPr>
          <p:cNvGrpSpPr>
            <a:grpSpLocks noChangeAspect="1"/>
          </p:cNvGrpSpPr>
          <p:nvPr/>
        </p:nvGrpSpPr>
        <p:grpSpPr>
          <a:xfrm>
            <a:off x="5328051" y="4944961"/>
            <a:ext cx="502920" cy="502920"/>
            <a:chOff x="3814763" y="1147763"/>
            <a:chExt cx="4867275" cy="48672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A29AEAF1-6EEE-4FF5-8D5D-6CEA714BF0A3}"/>
                </a:ext>
              </a:extLst>
            </p:cNvPr>
            <p:cNvSpPr/>
            <p:nvPr/>
          </p:nvSpPr>
          <p:spPr>
            <a:xfrm>
              <a:off x="3807619" y="1140619"/>
              <a:ext cx="3790950" cy="4876800"/>
            </a:xfrm>
            <a:custGeom>
              <a:avLst/>
              <a:gdLst>
                <a:gd name="connsiteX0" fmla="*/ 2259806 w 3790950"/>
                <a:gd name="connsiteY0" fmla="*/ 2547461 h 4876800"/>
                <a:gd name="connsiteX1" fmla="*/ 2238851 w 3790950"/>
                <a:gd name="connsiteY1" fmla="*/ 2506504 h 4876800"/>
                <a:gd name="connsiteX2" fmla="*/ 2229326 w 3790950"/>
                <a:gd name="connsiteY2" fmla="*/ 2461736 h 4876800"/>
                <a:gd name="connsiteX3" fmla="*/ 2223611 w 3790950"/>
                <a:gd name="connsiteY3" fmla="*/ 2434114 h 4876800"/>
                <a:gd name="connsiteX4" fmla="*/ 2223611 w 3790950"/>
                <a:gd name="connsiteY4" fmla="*/ 7144 h 4876800"/>
                <a:gd name="connsiteX5" fmla="*/ 7144 w 3790950"/>
                <a:gd name="connsiteY5" fmla="*/ 2434114 h 4876800"/>
                <a:gd name="connsiteX6" fmla="*/ 2445544 w 3790950"/>
                <a:gd name="connsiteY6" fmla="*/ 4872514 h 4876800"/>
                <a:gd name="connsiteX7" fmla="*/ 3788569 w 3790950"/>
                <a:gd name="connsiteY7" fmla="*/ 4467701 h 4876800"/>
                <a:gd name="connsiteX8" fmla="*/ 2272189 w 3790950"/>
                <a:gd name="connsiteY8" fmla="*/ 2573179 h 4876800"/>
                <a:gd name="connsiteX9" fmla="*/ 2259806 w 3790950"/>
                <a:gd name="connsiteY9" fmla="*/ 2547461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90950" h="4876800">
                  <a:moveTo>
                    <a:pt x="2259806" y="2547461"/>
                  </a:moveTo>
                  <a:cubicBezTo>
                    <a:pt x="2251234" y="2534126"/>
                    <a:pt x="2243614" y="2521744"/>
                    <a:pt x="2238851" y="2506504"/>
                  </a:cubicBezTo>
                  <a:cubicBezTo>
                    <a:pt x="2234089" y="2491264"/>
                    <a:pt x="2232184" y="2476976"/>
                    <a:pt x="2229326" y="2461736"/>
                  </a:cubicBezTo>
                  <a:cubicBezTo>
                    <a:pt x="2228374" y="2452211"/>
                    <a:pt x="2223611" y="2443639"/>
                    <a:pt x="2223611" y="2434114"/>
                  </a:cubicBezTo>
                  <a:lnTo>
                    <a:pt x="2223611" y="7144"/>
                  </a:lnTo>
                  <a:cubicBezTo>
                    <a:pt x="982504" y="119539"/>
                    <a:pt x="7144" y="1164431"/>
                    <a:pt x="7144" y="2434114"/>
                  </a:cubicBezTo>
                  <a:cubicBezTo>
                    <a:pt x="7144" y="3779044"/>
                    <a:pt x="1100614" y="4872514"/>
                    <a:pt x="2445544" y="4872514"/>
                  </a:cubicBezTo>
                  <a:cubicBezTo>
                    <a:pt x="2941796" y="4872514"/>
                    <a:pt x="3402806" y="4722972"/>
                    <a:pt x="3788569" y="4467701"/>
                  </a:cubicBezTo>
                  <a:lnTo>
                    <a:pt x="2272189" y="2573179"/>
                  </a:lnTo>
                  <a:cubicBezTo>
                    <a:pt x="2266474" y="2564606"/>
                    <a:pt x="2264569" y="2556034"/>
                    <a:pt x="2259806" y="25474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A6CBD97-4F45-4072-9BE5-6FB74BD38553}"/>
                </a:ext>
              </a:extLst>
            </p:cNvPr>
            <p:cNvSpPr/>
            <p:nvPr/>
          </p:nvSpPr>
          <p:spPr>
            <a:xfrm>
              <a:off x="6707029" y="3789522"/>
              <a:ext cx="1971675" cy="1543050"/>
            </a:xfrm>
            <a:custGeom>
              <a:avLst/>
              <a:gdLst>
                <a:gd name="connsiteX0" fmla="*/ 7144 w 1971675"/>
                <a:gd name="connsiteY0" fmla="*/ 7144 h 1543050"/>
                <a:gd name="connsiteX1" fmla="*/ 1233964 w 1971675"/>
                <a:gd name="connsiteY1" fmla="*/ 1540669 h 1543050"/>
                <a:gd name="connsiteX2" fmla="*/ 1973104 w 1971675"/>
                <a:gd name="connsiteY2" fmla="*/ 7144 h 1543050"/>
                <a:gd name="connsiteX3" fmla="*/ 7144 w 1971675"/>
                <a:gd name="connsiteY3" fmla="*/ 7144 h 154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1675" h="1543050">
                  <a:moveTo>
                    <a:pt x="7144" y="7144"/>
                  </a:moveTo>
                  <a:lnTo>
                    <a:pt x="1233964" y="1540669"/>
                  </a:lnTo>
                  <a:cubicBezTo>
                    <a:pt x="1645444" y="1145381"/>
                    <a:pt x="1918811" y="607219"/>
                    <a:pt x="1973104" y="7144"/>
                  </a:cubicBez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3C4AB3C0-CE88-4F6C-948F-DE4C5EF10CDF}"/>
                </a:ext>
              </a:extLst>
            </p:cNvPr>
            <p:cNvSpPr/>
            <p:nvPr/>
          </p:nvSpPr>
          <p:spPr>
            <a:xfrm>
              <a:off x="6467952" y="1140619"/>
              <a:ext cx="2219325" cy="2219325"/>
            </a:xfrm>
            <a:custGeom>
              <a:avLst/>
              <a:gdLst>
                <a:gd name="connsiteX0" fmla="*/ 7144 w 2219325"/>
                <a:gd name="connsiteY0" fmla="*/ 7144 h 2219325"/>
                <a:gd name="connsiteX1" fmla="*/ 7144 w 2219325"/>
                <a:gd name="connsiteY1" fmla="*/ 2212181 h 2219325"/>
                <a:gd name="connsiteX2" fmla="*/ 2212181 w 2219325"/>
                <a:gd name="connsiteY2" fmla="*/ 2212181 h 2219325"/>
                <a:gd name="connsiteX3" fmla="*/ 7144 w 2219325"/>
                <a:gd name="connsiteY3" fmla="*/ 7144 h 221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9325" h="2219325">
                  <a:moveTo>
                    <a:pt x="7144" y="7144"/>
                  </a:moveTo>
                  <a:lnTo>
                    <a:pt x="7144" y="2212181"/>
                  </a:lnTo>
                  <a:lnTo>
                    <a:pt x="2212181" y="2212181"/>
                  </a:lnTo>
                  <a:cubicBezTo>
                    <a:pt x="2106454" y="1045369"/>
                    <a:pt x="1174909" y="112871"/>
                    <a:pt x="71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79" name="Graphic 9">
            <a:extLst>
              <a:ext uri="{FF2B5EF4-FFF2-40B4-BE49-F238E27FC236}">
                <a16:creationId xmlns:a16="http://schemas.microsoft.com/office/drawing/2014/main" id="{794A99AD-5801-4070-9B3A-FCE23702D591}"/>
              </a:ext>
            </a:extLst>
          </p:cNvPr>
          <p:cNvGrpSpPr>
            <a:grpSpLocks noChangeAspect="1"/>
          </p:cNvGrpSpPr>
          <p:nvPr/>
        </p:nvGrpSpPr>
        <p:grpSpPr>
          <a:xfrm>
            <a:off x="7505879" y="4113443"/>
            <a:ext cx="522302" cy="502920"/>
            <a:chOff x="3810000" y="1233488"/>
            <a:chExt cx="4876800" cy="46958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4C718219-70BF-4450-AA5B-4324461994BD}"/>
                </a:ext>
              </a:extLst>
            </p:cNvPr>
            <p:cNvSpPr/>
            <p:nvPr/>
          </p:nvSpPr>
          <p:spPr>
            <a:xfrm>
              <a:off x="4344829" y="4567714"/>
              <a:ext cx="371475" cy="638175"/>
            </a:xfrm>
            <a:custGeom>
              <a:avLst/>
              <a:gdLst>
                <a:gd name="connsiteX0" fmla="*/ 7144 w 371475"/>
                <a:gd name="connsiteY0" fmla="*/ 7144 h 638175"/>
                <a:gd name="connsiteX1" fmla="*/ 368141 w 371475"/>
                <a:gd name="connsiteY1" fmla="*/ 7144 h 638175"/>
                <a:gd name="connsiteX2" fmla="*/ 368141 w 371475"/>
                <a:gd name="connsiteY2" fmla="*/ 188119 h 638175"/>
                <a:gd name="connsiteX3" fmla="*/ 7144 w 371475"/>
                <a:gd name="connsiteY3" fmla="*/ 188119 h 638175"/>
                <a:gd name="connsiteX4" fmla="*/ 7144 w 371475"/>
                <a:gd name="connsiteY4" fmla="*/ 7144 h 638175"/>
                <a:gd name="connsiteX5" fmla="*/ 7144 w 371475"/>
                <a:gd name="connsiteY5" fmla="*/ 368141 h 638175"/>
                <a:gd name="connsiteX6" fmla="*/ 368141 w 371475"/>
                <a:gd name="connsiteY6" fmla="*/ 368141 h 638175"/>
                <a:gd name="connsiteX7" fmla="*/ 368141 w 371475"/>
                <a:gd name="connsiteY7" fmla="*/ 638651 h 638175"/>
                <a:gd name="connsiteX8" fmla="*/ 7144 w 371475"/>
                <a:gd name="connsiteY8" fmla="*/ 638651 h 638175"/>
                <a:gd name="connsiteX9" fmla="*/ 7144 w 371475"/>
                <a:gd name="connsiteY9" fmla="*/ 368141 h 63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1475" h="638175">
                  <a:moveTo>
                    <a:pt x="7144" y="7144"/>
                  </a:moveTo>
                  <a:lnTo>
                    <a:pt x="368141" y="7144"/>
                  </a:lnTo>
                  <a:lnTo>
                    <a:pt x="368141" y="188119"/>
                  </a:lnTo>
                  <a:lnTo>
                    <a:pt x="7144" y="188119"/>
                  </a:lnTo>
                  <a:lnTo>
                    <a:pt x="7144" y="7144"/>
                  </a:lnTo>
                  <a:close/>
                  <a:moveTo>
                    <a:pt x="7144" y="368141"/>
                  </a:moveTo>
                  <a:lnTo>
                    <a:pt x="368141" y="368141"/>
                  </a:lnTo>
                  <a:lnTo>
                    <a:pt x="368141" y="638651"/>
                  </a:lnTo>
                  <a:lnTo>
                    <a:pt x="7144" y="638651"/>
                  </a:lnTo>
                  <a:lnTo>
                    <a:pt x="7144" y="3681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7C792F34-A9E6-4EFA-94A7-FA91AF19E7F0}"/>
                </a:ext>
              </a:extLst>
            </p:cNvPr>
            <p:cNvSpPr/>
            <p:nvPr/>
          </p:nvSpPr>
          <p:spPr>
            <a:xfrm>
              <a:off x="5428774" y="4025742"/>
              <a:ext cx="371475" cy="1181100"/>
            </a:xfrm>
            <a:custGeom>
              <a:avLst/>
              <a:gdLst>
                <a:gd name="connsiteX0" fmla="*/ 7144 w 371475"/>
                <a:gd name="connsiteY0" fmla="*/ 7144 h 1181100"/>
                <a:gd name="connsiteX1" fmla="*/ 368141 w 371475"/>
                <a:gd name="connsiteY1" fmla="*/ 7144 h 1181100"/>
                <a:gd name="connsiteX2" fmla="*/ 368141 w 371475"/>
                <a:gd name="connsiteY2" fmla="*/ 458629 h 1181100"/>
                <a:gd name="connsiteX3" fmla="*/ 7144 w 371475"/>
                <a:gd name="connsiteY3" fmla="*/ 458629 h 1181100"/>
                <a:gd name="connsiteX4" fmla="*/ 7144 w 371475"/>
                <a:gd name="connsiteY4" fmla="*/ 7144 h 1181100"/>
                <a:gd name="connsiteX5" fmla="*/ 7144 w 371475"/>
                <a:gd name="connsiteY5" fmla="*/ 639604 h 1181100"/>
                <a:gd name="connsiteX6" fmla="*/ 368141 w 371475"/>
                <a:gd name="connsiteY6" fmla="*/ 639604 h 1181100"/>
                <a:gd name="connsiteX7" fmla="*/ 368141 w 371475"/>
                <a:gd name="connsiteY7" fmla="*/ 1181576 h 1181100"/>
                <a:gd name="connsiteX8" fmla="*/ 7144 w 371475"/>
                <a:gd name="connsiteY8" fmla="*/ 1181576 h 1181100"/>
                <a:gd name="connsiteX9" fmla="*/ 7144 w 371475"/>
                <a:gd name="connsiteY9" fmla="*/ 639604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1475" h="1181100">
                  <a:moveTo>
                    <a:pt x="7144" y="7144"/>
                  </a:moveTo>
                  <a:lnTo>
                    <a:pt x="368141" y="7144"/>
                  </a:lnTo>
                  <a:lnTo>
                    <a:pt x="368141" y="458629"/>
                  </a:lnTo>
                  <a:lnTo>
                    <a:pt x="7144" y="458629"/>
                  </a:lnTo>
                  <a:lnTo>
                    <a:pt x="7144" y="7144"/>
                  </a:lnTo>
                  <a:close/>
                  <a:moveTo>
                    <a:pt x="7144" y="639604"/>
                  </a:moveTo>
                  <a:lnTo>
                    <a:pt x="368141" y="639604"/>
                  </a:lnTo>
                  <a:lnTo>
                    <a:pt x="368141" y="1181576"/>
                  </a:lnTo>
                  <a:lnTo>
                    <a:pt x="7144" y="1181576"/>
                  </a:lnTo>
                  <a:lnTo>
                    <a:pt x="7144" y="639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DCD8050-E152-490F-A011-0A532C98D96F}"/>
                </a:ext>
              </a:extLst>
            </p:cNvPr>
            <p:cNvSpPr/>
            <p:nvPr/>
          </p:nvSpPr>
          <p:spPr>
            <a:xfrm>
              <a:off x="6511766" y="3394234"/>
              <a:ext cx="371475" cy="1819275"/>
            </a:xfrm>
            <a:custGeom>
              <a:avLst/>
              <a:gdLst>
                <a:gd name="connsiteX0" fmla="*/ 7144 w 371475"/>
                <a:gd name="connsiteY0" fmla="*/ 7144 h 1819275"/>
                <a:gd name="connsiteX1" fmla="*/ 368141 w 371475"/>
                <a:gd name="connsiteY1" fmla="*/ 7144 h 1819275"/>
                <a:gd name="connsiteX2" fmla="*/ 368141 w 371475"/>
                <a:gd name="connsiteY2" fmla="*/ 730091 h 1819275"/>
                <a:gd name="connsiteX3" fmla="*/ 7144 w 371475"/>
                <a:gd name="connsiteY3" fmla="*/ 730091 h 1819275"/>
                <a:gd name="connsiteX4" fmla="*/ 7144 w 371475"/>
                <a:gd name="connsiteY4" fmla="*/ 7144 h 1819275"/>
                <a:gd name="connsiteX5" fmla="*/ 7144 w 371475"/>
                <a:gd name="connsiteY5" fmla="*/ 910114 h 1819275"/>
                <a:gd name="connsiteX6" fmla="*/ 368141 w 371475"/>
                <a:gd name="connsiteY6" fmla="*/ 910114 h 1819275"/>
                <a:gd name="connsiteX7" fmla="*/ 368141 w 371475"/>
                <a:gd name="connsiteY7" fmla="*/ 1813084 h 1819275"/>
                <a:gd name="connsiteX8" fmla="*/ 7144 w 371475"/>
                <a:gd name="connsiteY8" fmla="*/ 1813084 h 1819275"/>
                <a:gd name="connsiteX9" fmla="*/ 7144 w 371475"/>
                <a:gd name="connsiteY9" fmla="*/ 910114 h 181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1475" h="1819275">
                  <a:moveTo>
                    <a:pt x="7144" y="7144"/>
                  </a:moveTo>
                  <a:lnTo>
                    <a:pt x="368141" y="7144"/>
                  </a:lnTo>
                  <a:lnTo>
                    <a:pt x="368141" y="730091"/>
                  </a:lnTo>
                  <a:lnTo>
                    <a:pt x="7144" y="730091"/>
                  </a:lnTo>
                  <a:lnTo>
                    <a:pt x="7144" y="7144"/>
                  </a:lnTo>
                  <a:close/>
                  <a:moveTo>
                    <a:pt x="7144" y="910114"/>
                  </a:moveTo>
                  <a:lnTo>
                    <a:pt x="368141" y="910114"/>
                  </a:lnTo>
                  <a:lnTo>
                    <a:pt x="368141" y="1813084"/>
                  </a:lnTo>
                  <a:lnTo>
                    <a:pt x="7144" y="1813084"/>
                  </a:lnTo>
                  <a:lnTo>
                    <a:pt x="7144" y="9101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F9021C2-F642-4517-8CA7-14181F8FFE78}"/>
                </a:ext>
              </a:extLst>
            </p:cNvPr>
            <p:cNvSpPr/>
            <p:nvPr/>
          </p:nvSpPr>
          <p:spPr>
            <a:xfrm>
              <a:off x="7595711" y="2852262"/>
              <a:ext cx="371475" cy="2352675"/>
            </a:xfrm>
            <a:custGeom>
              <a:avLst/>
              <a:gdLst>
                <a:gd name="connsiteX0" fmla="*/ 7144 w 371475"/>
                <a:gd name="connsiteY0" fmla="*/ 7144 h 2352675"/>
                <a:gd name="connsiteX1" fmla="*/ 368141 w 371475"/>
                <a:gd name="connsiteY1" fmla="*/ 7144 h 2352675"/>
                <a:gd name="connsiteX2" fmla="*/ 368141 w 371475"/>
                <a:gd name="connsiteY2" fmla="*/ 910114 h 2352675"/>
                <a:gd name="connsiteX3" fmla="*/ 7144 w 371475"/>
                <a:gd name="connsiteY3" fmla="*/ 910114 h 2352675"/>
                <a:gd name="connsiteX4" fmla="*/ 7144 w 371475"/>
                <a:gd name="connsiteY4" fmla="*/ 7144 h 2352675"/>
                <a:gd name="connsiteX5" fmla="*/ 7144 w 371475"/>
                <a:gd name="connsiteY5" fmla="*/ 1090136 h 2352675"/>
                <a:gd name="connsiteX6" fmla="*/ 368141 w 371475"/>
                <a:gd name="connsiteY6" fmla="*/ 1090136 h 2352675"/>
                <a:gd name="connsiteX7" fmla="*/ 368141 w 371475"/>
                <a:gd name="connsiteY7" fmla="*/ 2354104 h 2352675"/>
                <a:gd name="connsiteX8" fmla="*/ 7144 w 371475"/>
                <a:gd name="connsiteY8" fmla="*/ 2354104 h 2352675"/>
                <a:gd name="connsiteX9" fmla="*/ 7144 w 371475"/>
                <a:gd name="connsiteY9" fmla="*/ 1090136 h 2352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1475" h="2352675">
                  <a:moveTo>
                    <a:pt x="7144" y="7144"/>
                  </a:moveTo>
                  <a:lnTo>
                    <a:pt x="368141" y="7144"/>
                  </a:lnTo>
                  <a:lnTo>
                    <a:pt x="368141" y="910114"/>
                  </a:lnTo>
                  <a:lnTo>
                    <a:pt x="7144" y="910114"/>
                  </a:lnTo>
                  <a:lnTo>
                    <a:pt x="7144" y="7144"/>
                  </a:lnTo>
                  <a:close/>
                  <a:moveTo>
                    <a:pt x="7144" y="1090136"/>
                  </a:moveTo>
                  <a:lnTo>
                    <a:pt x="368141" y="1090136"/>
                  </a:lnTo>
                  <a:lnTo>
                    <a:pt x="368141" y="2354104"/>
                  </a:lnTo>
                  <a:lnTo>
                    <a:pt x="7144" y="2354104"/>
                  </a:lnTo>
                  <a:lnTo>
                    <a:pt x="7144" y="10901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5C9328F-8570-4620-81D4-44AC53E4926B}"/>
                </a:ext>
              </a:extLst>
            </p:cNvPr>
            <p:cNvSpPr/>
            <p:nvPr/>
          </p:nvSpPr>
          <p:spPr>
            <a:xfrm>
              <a:off x="3802856" y="2310289"/>
              <a:ext cx="4886325" cy="3619500"/>
            </a:xfrm>
            <a:custGeom>
              <a:avLst/>
              <a:gdLst>
                <a:gd name="connsiteX0" fmla="*/ 7144 w 4886325"/>
                <a:gd name="connsiteY0" fmla="*/ 3619024 h 3619500"/>
                <a:gd name="connsiteX1" fmla="*/ 4883944 w 4886325"/>
                <a:gd name="connsiteY1" fmla="*/ 3619024 h 3619500"/>
                <a:gd name="connsiteX2" fmla="*/ 4883944 w 4886325"/>
                <a:gd name="connsiteY2" fmla="*/ 7144 h 3619500"/>
                <a:gd name="connsiteX3" fmla="*/ 4702969 w 4886325"/>
                <a:gd name="connsiteY3" fmla="*/ 7144 h 3619500"/>
                <a:gd name="connsiteX4" fmla="*/ 4702969 w 4886325"/>
                <a:gd name="connsiteY4" fmla="*/ 3439001 h 3619500"/>
                <a:gd name="connsiteX5" fmla="*/ 7144 w 4886325"/>
                <a:gd name="connsiteY5" fmla="*/ 3439001 h 3619500"/>
                <a:gd name="connsiteX6" fmla="*/ 7144 w 4886325"/>
                <a:gd name="connsiteY6" fmla="*/ 3619024 h 361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6325" h="3619500">
                  <a:moveTo>
                    <a:pt x="7144" y="3619024"/>
                  </a:moveTo>
                  <a:lnTo>
                    <a:pt x="4883944" y="3619024"/>
                  </a:lnTo>
                  <a:lnTo>
                    <a:pt x="4883944" y="7144"/>
                  </a:lnTo>
                  <a:lnTo>
                    <a:pt x="4702969" y="7144"/>
                  </a:lnTo>
                  <a:lnTo>
                    <a:pt x="4702969" y="3439001"/>
                  </a:lnTo>
                  <a:lnTo>
                    <a:pt x="7144" y="3439001"/>
                  </a:lnTo>
                  <a:lnTo>
                    <a:pt x="7144" y="36190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C54F633B-6DDE-464E-A55A-BDA982A92FEA}"/>
                </a:ext>
              </a:extLst>
            </p:cNvPr>
            <p:cNvSpPr/>
            <p:nvPr/>
          </p:nvSpPr>
          <p:spPr>
            <a:xfrm>
              <a:off x="4163769" y="2038827"/>
              <a:ext cx="2895600" cy="1905000"/>
            </a:xfrm>
            <a:custGeom>
              <a:avLst/>
              <a:gdLst>
                <a:gd name="connsiteX0" fmla="*/ 1625526 w 2895600"/>
                <a:gd name="connsiteY0" fmla="*/ 1048226 h 1905000"/>
                <a:gd name="connsiteX1" fmla="*/ 589206 w 2895600"/>
                <a:gd name="connsiteY1" fmla="*/ 1554956 h 1905000"/>
                <a:gd name="connsiteX2" fmla="*/ 69141 w 2895600"/>
                <a:gd name="connsiteY2" fmla="*/ 1728311 h 1905000"/>
                <a:gd name="connsiteX3" fmla="*/ 11991 w 2895600"/>
                <a:gd name="connsiteY3" fmla="*/ 1842611 h 1905000"/>
                <a:gd name="connsiteX4" fmla="*/ 126291 w 2895600"/>
                <a:gd name="connsiteY4" fmla="*/ 1899761 h 1905000"/>
                <a:gd name="connsiteX5" fmla="*/ 646356 w 2895600"/>
                <a:gd name="connsiteY5" fmla="*/ 1726406 h 1905000"/>
                <a:gd name="connsiteX6" fmla="*/ 1725539 w 2895600"/>
                <a:gd name="connsiteY6" fmla="*/ 1198721 h 1905000"/>
                <a:gd name="connsiteX7" fmla="*/ 2716139 w 2895600"/>
                <a:gd name="connsiteY7" fmla="*/ 298609 h 1905000"/>
                <a:gd name="connsiteX8" fmla="*/ 2716139 w 2895600"/>
                <a:gd name="connsiteY8" fmla="*/ 549116 h 1905000"/>
                <a:gd name="connsiteX9" fmla="*/ 2806626 w 2895600"/>
                <a:gd name="connsiteY9" fmla="*/ 639604 h 1905000"/>
                <a:gd name="connsiteX10" fmla="*/ 2897114 w 2895600"/>
                <a:gd name="connsiteY10" fmla="*/ 549116 h 1905000"/>
                <a:gd name="connsiteX11" fmla="*/ 2897114 w 2895600"/>
                <a:gd name="connsiteY11" fmla="*/ 97631 h 1905000"/>
                <a:gd name="connsiteX12" fmla="*/ 2806626 w 2895600"/>
                <a:gd name="connsiteY12" fmla="*/ 7144 h 1905000"/>
                <a:gd name="connsiteX13" fmla="*/ 2355141 w 2895600"/>
                <a:gd name="connsiteY13" fmla="*/ 7144 h 1905000"/>
                <a:gd name="connsiteX14" fmla="*/ 2264654 w 2895600"/>
                <a:gd name="connsiteY14" fmla="*/ 97631 h 1905000"/>
                <a:gd name="connsiteX15" fmla="*/ 2355141 w 2895600"/>
                <a:gd name="connsiteY15" fmla="*/ 188119 h 1905000"/>
                <a:gd name="connsiteX16" fmla="*/ 2573264 w 2895600"/>
                <a:gd name="connsiteY16" fmla="*/ 188119 h 1905000"/>
                <a:gd name="connsiteX17" fmla="*/ 1625526 w 2895600"/>
                <a:gd name="connsiteY17" fmla="*/ 104822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95600" h="1905000">
                  <a:moveTo>
                    <a:pt x="1625526" y="1048226"/>
                  </a:moveTo>
                  <a:cubicBezTo>
                    <a:pt x="1304534" y="1262539"/>
                    <a:pt x="955919" y="1433036"/>
                    <a:pt x="589206" y="1554956"/>
                  </a:cubicBezTo>
                  <a:lnTo>
                    <a:pt x="69141" y="1728311"/>
                  </a:lnTo>
                  <a:cubicBezTo>
                    <a:pt x="21516" y="1744504"/>
                    <a:pt x="-4201" y="1794986"/>
                    <a:pt x="11991" y="1842611"/>
                  </a:cubicBezTo>
                  <a:cubicBezTo>
                    <a:pt x="28184" y="1890236"/>
                    <a:pt x="78666" y="1915954"/>
                    <a:pt x="126291" y="1899761"/>
                  </a:cubicBezTo>
                  <a:lnTo>
                    <a:pt x="646356" y="1726406"/>
                  </a:lnTo>
                  <a:cubicBezTo>
                    <a:pt x="1028309" y="1598771"/>
                    <a:pt x="1391211" y="1421606"/>
                    <a:pt x="1725539" y="1198721"/>
                  </a:cubicBezTo>
                  <a:cubicBezTo>
                    <a:pt x="2098919" y="949166"/>
                    <a:pt x="2432294" y="646271"/>
                    <a:pt x="2716139" y="298609"/>
                  </a:cubicBezTo>
                  <a:lnTo>
                    <a:pt x="2716139" y="549116"/>
                  </a:lnTo>
                  <a:cubicBezTo>
                    <a:pt x="2716139" y="598646"/>
                    <a:pt x="2756144" y="639604"/>
                    <a:pt x="2806626" y="639604"/>
                  </a:cubicBezTo>
                  <a:cubicBezTo>
                    <a:pt x="2856156" y="639604"/>
                    <a:pt x="2897114" y="599599"/>
                    <a:pt x="2897114" y="549116"/>
                  </a:cubicBezTo>
                  <a:lnTo>
                    <a:pt x="2897114" y="97631"/>
                  </a:lnTo>
                  <a:cubicBezTo>
                    <a:pt x="2897114" y="48101"/>
                    <a:pt x="2857109" y="7144"/>
                    <a:pt x="2806626" y="7144"/>
                  </a:cubicBezTo>
                  <a:lnTo>
                    <a:pt x="2355141" y="7144"/>
                  </a:lnTo>
                  <a:cubicBezTo>
                    <a:pt x="2305611" y="7144"/>
                    <a:pt x="2264654" y="47149"/>
                    <a:pt x="2264654" y="97631"/>
                  </a:cubicBezTo>
                  <a:cubicBezTo>
                    <a:pt x="2264654" y="147161"/>
                    <a:pt x="2304659" y="188119"/>
                    <a:pt x="2355141" y="188119"/>
                  </a:cubicBezTo>
                  <a:lnTo>
                    <a:pt x="2573264" y="188119"/>
                  </a:lnTo>
                  <a:cubicBezTo>
                    <a:pt x="2301801" y="519589"/>
                    <a:pt x="1982714" y="810101"/>
                    <a:pt x="1625526" y="10482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C602B06-5E6E-49F1-8A5A-0B2115D2945F}"/>
                </a:ext>
              </a:extLst>
            </p:cNvPr>
            <p:cNvSpPr/>
            <p:nvPr/>
          </p:nvSpPr>
          <p:spPr>
            <a:xfrm>
              <a:off x="7415484" y="1226140"/>
              <a:ext cx="733425" cy="733425"/>
            </a:xfrm>
            <a:custGeom>
              <a:avLst/>
              <a:gdLst>
                <a:gd name="connsiteX0" fmla="*/ 663621 w 733425"/>
                <a:gd name="connsiteY0" fmla="*/ 160701 h 733425"/>
                <a:gd name="connsiteX1" fmla="*/ 160701 w 733425"/>
                <a:gd name="connsiteY1" fmla="*/ 73071 h 733425"/>
                <a:gd name="connsiteX2" fmla="*/ 73071 w 733425"/>
                <a:gd name="connsiteY2" fmla="*/ 575991 h 733425"/>
                <a:gd name="connsiteX3" fmla="*/ 575991 w 733425"/>
                <a:gd name="connsiteY3" fmla="*/ 663621 h 733425"/>
                <a:gd name="connsiteX4" fmla="*/ 724581 w 733425"/>
                <a:gd name="connsiteY4" fmla="*/ 430258 h 733425"/>
                <a:gd name="connsiteX5" fmla="*/ 663621 w 733425"/>
                <a:gd name="connsiteY5" fmla="*/ 160701 h 733425"/>
                <a:gd name="connsiteX6" fmla="*/ 458833 w 733425"/>
                <a:gd name="connsiteY6" fmla="*/ 458833 h 733425"/>
                <a:gd name="connsiteX7" fmla="*/ 368346 w 733425"/>
                <a:gd name="connsiteY7" fmla="*/ 549321 h 733425"/>
                <a:gd name="connsiteX8" fmla="*/ 277858 w 733425"/>
                <a:gd name="connsiteY8" fmla="*/ 458833 h 733425"/>
                <a:gd name="connsiteX9" fmla="*/ 277858 w 733425"/>
                <a:gd name="connsiteY9" fmla="*/ 277858 h 733425"/>
                <a:gd name="connsiteX10" fmla="*/ 368346 w 733425"/>
                <a:gd name="connsiteY10" fmla="*/ 187371 h 733425"/>
                <a:gd name="connsiteX11" fmla="*/ 458833 w 733425"/>
                <a:gd name="connsiteY11" fmla="*/ 277858 h 733425"/>
                <a:gd name="connsiteX12" fmla="*/ 458833 w 733425"/>
                <a:gd name="connsiteY12" fmla="*/ 458833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33425" h="733425">
                  <a:moveTo>
                    <a:pt x="663621" y="160701"/>
                  </a:moveTo>
                  <a:cubicBezTo>
                    <a:pt x="549321" y="-2177"/>
                    <a:pt x="323578" y="-42182"/>
                    <a:pt x="160701" y="73071"/>
                  </a:cubicBezTo>
                  <a:cubicBezTo>
                    <a:pt x="-2177" y="187371"/>
                    <a:pt x="-42182" y="413113"/>
                    <a:pt x="73071" y="575991"/>
                  </a:cubicBezTo>
                  <a:cubicBezTo>
                    <a:pt x="187371" y="738868"/>
                    <a:pt x="413113" y="778873"/>
                    <a:pt x="575991" y="663621"/>
                  </a:cubicBezTo>
                  <a:cubicBezTo>
                    <a:pt x="654096" y="608376"/>
                    <a:pt x="707436" y="524556"/>
                    <a:pt x="724581" y="430258"/>
                  </a:cubicBezTo>
                  <a:cubicBezTo>
                    <a:pt x="740773" y="335961"/>
                    <a:pt x="718866" y="238806"/>
                    <a:pt x="663621" y="160701"/>
                  </a:cubicBezTo>
                  <a:close/>
                  <a:moveTo>
                    <a:pt x="458833" y="458833"/>
                  </a:moveTo>
                  <a:cubicBezTo>
                    <a:pt x="458833" y="508363"/>
                    <a:pt x="418828" y="549321"/>
                    <a:pt x="368346" y="549321"/>
                  </a:cubicBezTo>
                  <a:cubicBezTo>
                    <a:pt x="318816" y="549321"/>
                    <a:pt x="277858" y="509316"/>
                    <a:pt x="277858" y="458833"/>
                  </a:cubicBezTo>
                  <a:lnTo>
                    <a:pt x="277858" y="277858"/>
                  </a:lnTo>
                  <a:cubicBezTo>
                    <a:pt x="277858" y="228328"/>
                    <a:pt x="317863" y="187371"/>
                    <a:pt x="368346" y="187371"/>
                  </a:cubicBezTo>
                  <a:cubicBezTo>
                    <a:pt x="417876" y="187371"/>
                    <a:pt x="458833" y="227376"/>
                    <a:pt x="458833" y="277858"/>
                  </a:cubicBezTo>
                  <a:lnTo>
                    <a:pt x="458833" y="4588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7" name="Graphic 10">
            <a:extLst>
              <a:ext uri="{FF2B5EF4-FFF2-40B4-BE49-F238E27FC236}">
                <a16:creationId xmlns:a16="http://schemas.microsoft.com/office/drawing/2014/main" id="{3227A5D0-1D53-4985-8D3D-F73B77236A04}"/>
              </a:ext>
            </a:extLst>
          </p:cNvPr>
          <p:cNvGrpSpPr>
            <a:grpSpLocks noChangeAspect="1"/>
          </p:cNvGrpSpPr>
          <p:nvPr/>
        </p:nvGrpSpPr>
        <p:grpSpPr>
          <a:xfrm>
            <a:off x="9731934" y="2306529"/>
            <a:ext cx="502920" cy="502920"/>
            <a:chOff x="3810000" y="1143000"/>
            <a:chExt cx="487680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DE8FDC46-CE49-4A95-8201-602A1FCF8D19}"/>
                </a:ext>
              </a:extLst>
            </p:cNvPr>
            <p:cNvSpPr/>
            <p:nvPr/>
          </p:nvSpPr>
          <p:spPr>
            <a:xfrm>
              <a:off x="3803094" y="1136094"/>
              <a:ext cx="4886325" cy="4886325"/>
            </a:xfrm>
            <a:custGeom>
              <a:avLst/>
              <a:gdLst>
                <a:gd name="connsiteX0" fmla="*/ 4877991 w 4886325"/>
                <a:gd name="connsiteY0" fmla="*/ 4589383 h 4886325"/>
                <a:gd name="connsiteX1" fmla="*/ 4877991 w 4886325"/>
                <a:gd name="connsiteY1" fmla="*/ 4527471 h 4886325"/>
                <a:gd name="connsiteX2" fmla="*/ 4860846 w 4886325"/>
                <a:gd name="connsiteY2" fmla="*/ 4500801 h 4886325"/>
                <a:gd name="connsiteX3" fmla="*/ 4617006 w 4886325"/>
                <a:gd name="connsiteY3" fmla="*/ 4256961 h 4886325"/>
                <a:gd name="connsiteX4" fmla="*/ 4501753 w 4886325"/>
                <a:gd name="connsiteY4" fmla="*/ 4256961 h 4886325"/>
                <a:gd name="connsiteX5" fmla="*/ 4501753 w 4886325"/>
                <a:gd name="connsiteY5" fmla="*/ 4372213 h 4886325"/>
                <a:gd name="connsiteX6" fmla="*/ 4606528 w 4886325"/>
                <a:gd name="connsiteY6" fmla="*/ 4476988 h 4886325"/>
                <a:gd name="connsiteX7" fmla="*/ 4315063 w 4886325"/>
                <a:gd name="connsiteY7" fmla="*/ 4476988 h 4886325"/>
                <a:gd name="connsiteX8" fmla="*/ 4315063 w 4886325"/>
                <a:gd name="connsiteY8" fmla="*/ 1632823 h 4886325"/>
                <a:gd name="connsiteX9" fmla="*/ 4234101 w 4886325"/>
                <a:gd name="connsiteY9" fmla="*/ 1551861 h 4886325"/>
                <a:gd name="connsiteX10" fmla="*/ 3909298 w 4886325"/>
                <a:gd name="connsiteY10" fmla="*/ 1551861 h 4886325"/>
                <a:gd name="connsiteX11" fmla="*/ 3828336 w 4886325"/>
                <a:gd name="connsiteY11" fmla="*/ 1632823 h 4886325"/>
                <a:gd name="connsiteX12" fmla="*/ 3828336 w 4886325"/>
                <a:gd name="connsiteY12" fmla="*/ 4477941 h 4886325"/>
                <a:gd name="connsiteX13" fmla="*/ 3664506 w 4886325"/>
                <a:gd name="connsiteY13" fmla="*/ 4477941 h 4886325"/>
                <a:gd name="connsiteX14" fmla="*/ 3664506 w 4886325"/>
                <a:gd name="connsiteY14" fmla="*/ 2120503 h 4886325"/>
                <a:gd name="connsiteX15" fmla="*/ 3583543 w 4886325"/>
                <a:gd name="connsiteY15" fmla="*/ 2039541 h 4886325"/>
                <a:gd name="connsiteX16" fmla="*/ 3258741 w 4886325"/>
                <a:gd name="connsiteY16" fmla="*/ 2039541 h 4886325"/>
                <a:gd name="connsiteX17" fmla="*/ 3177778 w 4886325"/>
                <a:gd name="connsiteY17" fmla="*/ 2120503 h 4886325"/>
                <a:gd name="connsiteX18" fmla="*/ 3177778 w 4886325"/>
                <a:gd name="connsiteY18" fmla="*/ 4477941 h 4886325"/>
                <a:gd name="connsiteX19" fmla="*/ 3014901 w 4886325"/>
                <a:gd name="connsiteY19" fmla="*/ 4477941 h 4886325"/>
                <a:gd name="connsiteX20" fmla="*/ 3014901 w 4886325"/>
                <a:gd name="connsiteY20" fmla="*/ 2608183 h 4886325"/>
                <a:gd name="connsiteX21" fmla="*/ 2933938 w 4886325"/>
                <a:gd name="connsiteY21" fmla="*/ 2527221 h 4886325"/>
                <a:gd name="connsiteX22" fmla="*/ 2609136 w 4886325"/>
                <a:gd name="connsiteY22" fmla="*/ 2527221 h 4886325"/>
                <a:gd name="connsiteX23" fmla="*/ 2528173 w 4886325"/>
                <a:gd name="connsiteY23" fmla="*/ 2608183 h 4886325"/>
                <a:gd name="connsiteX24" fmla="*/ 2528173 w 4886325"/>
                <a:gd name="connsiteY24" fmla="*/ 4477941 h 4886325"/>
                <a:gd name="connsiteX25" fmla="*/ 2365296 w 4886325"/>
                <a:gd name="connsiteY25" fmla="*/ 4477941 h 4886325"/>
                <a:gd name="connsiteX26" fmla="*/ 2365296 w 4886325"/>
                <a:gd name="connsiteY26" fmla="*/ 3095863 h 4886325"/>
                <a:gd name="connsiteX27" fmla="*/ 2284333 w 4886325"/>
                <a:gd name="connsiteY27" fmla="*/ 3014901 h 4886325"/>
                <a:gd name="connsiteX28" fmla="*/ 1959531 w 4886325"/>
                <a:gd name="connsiteY28" fmla="*/ 3014901 h 4886325"/>
                <a:gd name="connsiteX29" fmla="*/ 1878568 w 4886325"/>
                <a:gd name="connsiteY29" fmla="*/ 3095863 h 4886325"/>
                <a:gd name="connsiteX30" fmla="*/ 1878568 w 4886325"/>
                <a:gd name="connsiteY30" fmla="*/ 4477941 h 4886325"/>
                <a:gd name="connsiteX31" fmla="*/ 1715691 w 4886325"/>
                <a:gd name="connsiteY31" fmla="*/ 4477941 h 4886325"/>
                <a:gd name="connsiteX32" fmla="*/ 1715691 w 4886325"/>
                <a:gd name="connsiteY32" fmla="*/ 3583543 h 4886325"/>
                <a:gd name="connsiteX33" fmla="*/ 1634728 w 4886325"/>
                <a:gd name="connsiteY33" fmla="*/ 3502581 h 4886325"/>
                <a:gd name="connsiteX34" fmla="*/ 1309926 w 4886325"/>
                <a:gd name="connsiteY34" fmla="*/ 3502581 h 4886325"/>
                <a:gd name="connsiteX35" fmla="*/ 1228963 w 4886325"/>
                <a:gd name="connsiteY35" fmla="*/ 3583543 h 4886325"/>
                <a:gd name="connsiteX36" fmla="*/ 1228963 w 4886325"/>
                <a:gd name="connsiteY36" fmla="*/ 4477941 h 4886325"/>
                <a:gd name="connsiteX37" fmla="*/ 1066086 w 4886325"/>
                <a:gd name="connsiteY37" fmla="*/ 4477941 h 4886325"/>
                <a:gd name="connsiteX38" fmla="*/ 1066086 w 4886325"/>
                <a:gd name="connsiteY38" fmla="*/ 3827383 h 4886325"/>
                <a:gd name="connsiteX39" fmla="*/ 985123 w 4886325"/>
                <a:gd name="connsiteY39" fmla="*/ 3746421 h 4886325"/>
                <a:gd name="connsiteX40" fmla="*/ 657463 w 4886325"/>
                <a:gd name="connsiteY40" fmla="*/ 3746421 h 4886325"/>
                <a:gd name="connsiteX41" fmla="*/ 576501 w 4886325"/>
                <a:gd name="connsiteY41" fmla="*/ 3827383 h 4886325"/>
                <a:gd name="connsiteX42" fmla="*/ 576501 w 4886325"/>
                <a:gd name="connsiteY42" fmla="*/ 4477941 h 4886325"/>
                <a:gd name="connsiteX43" fmla="*/ 413623 w 4886325"/>
                <a:gd name="connsiteY43" fmla="*/ 4477941 h 4886325"/>
                <a:gd name="connsiteX44" fmla="*/ 413623 w 4886325"/>
                <a:gd name="connsiteY44" fmla="*/ 284083 h 4886325"/>
                <a:gd name="connsiteX45" fmla="*/ 518398 w 4886325"/>
                <a:gd name="connsiteY45" fmla="*/ 388858 h 4886325"/>
                <a:gd name="connsiteX46" fmla="*/ 575548 w 4886325"/>
                <a:gd name="connsiteY46" fmla="*/ 412671 h 4886325"/>
                <a:gd name="connsiteX47" fmla="*/ 632698 w 4886325"/>
                <a:gd name="connsiteY47" fmla="*/ 388858 h 4886325"/>
                <a:gd name="connsiteX48" fmla="*/ 632698 w 4886325"/>
                <a:gd name="connsiteY48" fmla="*/ 273606 h 4886325"/>
                <a:gd name="connsiteX49" fmla="*/ 389811 w 4886325"/>
                <a:gd name="connsiteY49" fmla="*/ 30718 h 4886325"/>
                <a:gd name="connsiteX50" fmla="*/ 363141 w 4886325"/>
                <a:gd name="connsiteY50" fmla="*/ 13573 h 4886325"/>
                <a:gd name="connsiteX51" fmla="*/ 301228 w 4886325"/>
                <a:gd name="connsiteY51" fmla="*/ 13573 h 4886325"/>
                <a:gd name="connsiteX52" fmla="*/ 274558 w 4886325"/>
                <a:gd name="connsiteY52" fmla="*/ 30718 h 4886325"/>
                <a:gd name="connsiteX53" fmla="*/ 30718 w 4886325"/>
                <a:gd name="connsiteY53" fmla="*/ 274558 h 4886325"/>
                <a:gd name="connsiteX54" fmla="*/ 30718 w 4886325"/>
                <a:gd name="connsiteY54" fmla="*/ 389811 h 4886325"/>
                <a:gd name="connsiteX55" fmla="*/ 145971 w 4886325"/>
                <a:gd name="connsiteY55" fmla="*/ 389811 h 4886325"/>
                <a:gd name="connsiteX56" fmla="*/ 250746 w 4886325"/>
                <a:gd name="connsiteY56" fmla="*/ 285036 h 4886325"/>
                <a:gd name="connsiteX57" fmla="*/ 250746 w 4886325"/>
                <a:gd name="connsiteY57" fmla="*/ 4558903 h 4886325"/>
                <a:gd name="connsiteX58" fmla="*/ 331708 w 4886325"/>
                <a:gd name="connsiteY58" fmla="*/ 4639866 h 4886325"/>
                <a:gd name="connsiteX59" fmla="*/ 4605576 w 4886325"/>
                <a:gd name="connsiteY59" fmla="*/ 4639866 h 4886325"/>
                <a:gd name="connsiteX60" fmla="*/ 4500801 w 4886325"/>
                <a:gd name="connsiteY60" fmla="*/ 4744641 h 4886325"/>
                <a:gd name="connsiteX61" fmla="*/ 4500801 w 4886325"/>
                <a:gd name="connsiteY61" fmla="*/ 4859893 h 4886325"/>
                <a:gd name="connsiteX62" fmla="*/ 4557951 w 4886325"/>
                <a:gd name="connsiteY62" fmla="*/ 4883706 h 4886325"/>
                <a:gd name="connsiteX63" fmla="*/ 4615101 w 4886325"/>
                <a:gd name="connsiteY63" fmla="*/ 4859893 h 4886325"/>
                <a:gd name="connsiteX64" fmla="*/ 4858941 w 4886325"/>
                <a:gd name="connsiteY64" fmla="*/ 4616053 h 4886325"/>
                <a:gd name="connsiteX65" fmla="*/ 4877991 w 4886325"/>
                <a:gd name="connsiteY65" fmla="*/ 4589383 h 4886325"/>
                <a:gd name="connsiteX66" fmla="*/ 738426 w 4886325"/>
                <a:gd name="connsiteY66" fmla="*/ 4476988 h 4886325"/>
                <a:gd name="connsiteX67" fmla="*/ 738426 w 4886325"/>
                <a:gd name="connsiteY67" fmla="*/ 4314111 h 4886325"/>
                <a:gd name="connsiteX68" fmla="*/ 901303 w 4886325"/>
                <a:gd name="connsiteY68" fmla="*/ 4314111 h 4886325"/>
                <a:gd name="connsiteX69" fmla="*/ 901303 w 4886325"/>
                <a:gd name="connsiteY69" fmla="*/ 4476988 h 4886325"/>
                <a:gd name="connsiteX70" fmla="*/ 738426 w 4886325"/>
                <a:gd name="connsiteY70" fmla="*/ 4476988 h 4886325"/>
                <a:gd name="connsiteX71" fmla="*/ 1388983 w 4886325"/>
                <a:gd name="connsiteY71" fmla="*/ 4476988 h 4886325"/>
                <a:gd name="connsiteX72" fmla="*/ 1388983 w 4886325"/>
                <a:gd name="connsiteY72" fmla="*/ 4152186 h 4886325"/>
                <a:gd name="connsiteX73" fmla="*/ 1551861 w 4886325"/>
                <a:gd name="connsiteY73" fmla="*/ 4152186 h 4886325"/>
                <a:gd name="connsiteX74" fmla="*/ 1551861 w 4886325"/>
                <a:gd name="connsiteY74" fmla="*/ 4476988 h 4886325"/>
                <a:gd name="connsiteX75" fmla="*/ 1388983 w 4886325"/>
                <a:gd name="connsiteY75" fmla="*/ 4476988 h 4886325"/>
                <a:gd name="connsiteX76" fmla="*/ 2038588 w 4886325"/>
                <a:gd name="connsiteY76" fmla="*/ 4476988 h 4886325"/>
                <a:gd name="connsiteX77" fmla="*/ 2038588 w 4886325"/>
                <a:gd name="connsiteY77" fmla="*/ 3908346 h 4886325"/>
                <a:gd name="connsiteX78" fmla="*/ 2201466 w 4886325"/>
                <a:gd name="connsiteY78" fmla="*/ 3908346 h 4886325"/>
                <a:gd name="connsiteX79" fmla="*/ 2201466 w 4886325"/>
                <a:gd name="connsiteY79" fmla="*/ 4476988 h 4886325"/>
                <a:gd name="connsiteX80" fmla="*/ 2038588 w 4886325"/>
                <a:gd name="connsiteY80" fmla="*/ 4476988 h 4886325"/>
                <a:gd name="connsiteX81" fmla="*/ 2689146 w 4886325"/>
                <a:gd name="connsiteY81" fmla="*/ 4476988 h 4886325"/>
                <a:gd name="connsiteX82" fmla="*/ 2689146 w 4886325"/>
                <a:gd name="connsiteY82" fmla="*/ 3664506 h 4886325"/>
                <a:gd name="connsiteX83" fmla="*/ 2852023 w 4886325"/>
                <a:gd name="connsiteY83" fmla="*/ 3664506 h 4886325"/>
                <a:gd name="connsiteX84" fmla="*/ 2852023 w 4886325"/>
                <a:gd name="connsiteY84" fmla="*/ 4476988 h 4886325"/>
                <a:gd name="connsiteX85" fmla="*/ 2689146 w 4886325"/>
                <a:gd name="connsiteY85" fmla="*/ 4476988 h 4886325"/>
                <a:gd name="connsiteX86" fmla="*/ 3339703 w 4886325"/>
                <a:gd name="connsiteY86" fmla="*/ 4476988 h 4886325"/>
                <a:gd name="connsiteX87" fmla="*/ 3339703 w 4886325"/>
                <a:gd name="connsiteY87" fmla="*/ 3501628 h 4886325"/>
                <a:gd name="connsiteX88" fmla="*/ 3502581 w 4886325"/>
                <a:gd name="connsiteY88" fmla="*/ 3501628 h 4886325"/>
                <a:gd name="connsiteX89" fmla="*/ 3502581 w 4886325"/>
                <a:gd name="connsiteY89" fmla="*/ 4476988 h 4886325"/>
                <a:gd name="connsiteX90" fmla="*/ 3339703 w 4886325"/>
                <a:gd name="connsiteY90" fmla="*/ 4476988 h 4886325"/>
                <a:gd name="connsiteX91" fmla="*/ 3989308 w 4886325"/>
                <a:gd name="connsiteY91" fmla="*/ 4476988 h 4886325"/>
                <a:gd name="connsiteX92" fmla="*/ 3989308 w 4886325"/>
                <a:gd name="connsiteY92" fmla="*/ 3176826 h 4886325"/>
                <a:gd name="connsiteX93" fmla="*/ 4152186 w 4886325"/>
                <a:gd name="connsiteY93" fmla="*/ 3176826 h 4886325"/>
                <a:gd name="connsiteX94" fmla="*/ 4152186 w 4886325"/>
                <a:gd name="connsiteY94" fmla="*/ 4476988 h 4886325"/>
                <a:gd name="connsiteX95" fmla="*/ 3989308 w 4886325"/>
                <a:gd name="connsiteY95" fmla="*/ 4476988 h 488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886325" h="4886325">
                  <a:moveTo>
                    <a:pt x="4877991" y="4589383"/>
                  </a:moveTo>
                  <a:cubicBezTo>
                    <a:pt x="4886563" y="4569381"/>
                    <a:pt x="4886563" y="4547473"/>
                    <a:pt x="4877991" y="4527471"/>
                  </a:cubicBezTo>
                  <a:cubicBezTo>
                    <a:pt x="4874181" y="4517946"/>
                    <a:pt x="4867513" y="4508421"/>
                    <a:pt x="4860846" y="4500801"/>
                  </a:cubicBezTo>
                  <a:lnTo>
                    <a:pt x="4617006" y="4256961"/>
                  </a:lnTo>
                  <a:cubicBezTo>
                    <a:pt x="4585573" y="4225528"/>
                    <a:pt x="4534138" y="4225528"/>
                    <a:pt x="4501753" y="4256961"/>
                  </a:cubicBezTo>
                  <a:cubicBezTo>
                    <a:pt x="4469368" y="4288393"/>
                    <a:pt x="4470321" y="4339828"/>
                    <a:pt x="4501753" y="4372213"/>
                  </a:cubicBezTo>
                  <a:lnTo>
                    <a:pt x="4606528" y="4476988"/>
                  </a:lnTo>
                  <a:lnTo>
                    <a:pt x="4315063" y="4476988"/>
                  </a:lnTo>
                  <a:lnTo>
                    <a:pt x="4315063" y="1632823"/>
                  </a:lnTo>
                  <a:cubicBezTo>
                    <a:pt x="4315063" y="1588056"/>
                    <a:pt x="4278868" y="1551861"/>
                    <a:pt x="4234101" y="1551861"/>
                  </a:cubicBezTo>
                  <a:lnTo>
                    <a:pt x="3909298" y="1551861"/>
                  </a:lnTo>
                  <a:cubicBezTo>
                    <a:pt x="3864531" y="1551861"/>
                    <a:pt x="3828336" y="1588056"/>
                    <a:pt x="3828336" y="1632823"/>
                  </a:cubicBezTo>
                  <a:lnTo>
                    <a:pt x="3828336" y="4477941"/>
                  </a:lnTo>
                  <a:lnTo>
                    <a:pt x="3664506" y="4477941"/>
                  </a:lnTo>
                  <a:lnTo>
                    <a:pt x="3664506" y="2120503"/>
                  </a:lnTo>
                  <a:cubicBezTo>
                    <a:pt x="3664506" y="2075736"/>
                    <a:pt x="3628311" y="2039541"/>
                    <a:pt x="3583543" y="2039541"/>
                  </a:cubicBezTo>
                  <a:lnTo>
                    <a:pt x="3258741" y="2039541"/>
                  </a:lnTo>
                  <a:cubicBezTo>
                    <a:pt x="3213973" y="2039541"/>
                    <a:pt x="3177778" y="2075736"/>
                    <a:pt x="3177778" y="2120503"/>
                  </a:cubicBezTo>
                  <a:lnTo>
                    <a:pt x="3177778" y="4477941"/>
                  </a:lnTo>
                  <a:lnTo>
                    <a:pt x="3014901" y="4477941"/>
                  </a:lnTo>
                  <a:lnTo>
                    <a:pt x="3014901" y="2608183"/>
                  </a:lnTo>
                  <a:cubicBezTo>
                    <a:pt x="3014901" y="2563416"/>
                    <a:pt x="2978706" y="2527221"/>
                    <a:pt x="2933938" y="2527221"/>
                  </a:cubicBezTo>
                  <a:lnTo>
                    <a:pt x="2609136" y="2527221"/>
                  </a:lnTo>
                  <a:cubicBezTo>
                    <a:pt x="2564368" y="2527221"/>
                    <a:pt x="2528173" y="2563416"/>
                    <a:pt x="2528173" y="2608183"/>
                  </a:cubicBezTo>
                  <a:lnTo>
                    <a:pt x="2528173" y="4477941"/>
                  </a:lnTo>
                  <a:lnTo>
                    <a:pt x="2365296" y="4477941"/>
                  </a:lnTo>
                  <a:lnTo>
                    <a:pt x="2365296" y="3095863"/>
                  </a:lnTo>
                  <a:cubicBezTo>
                    <a:pt x="2365296" y="3051096"/>
                    <a:pt x="2329101" y="3014901"/>
                    <a:pt x="2284333" y="3014901"/>
                  </a:cubicBezTo>
                  <a:lnTo>
                    <a:pt x="1959531" y="3014901"/>
                  </a:lnTo>
                  <a:cubicBezTo>
                    <a:pt x="1914763" y="3014901"/>
                    <a:pt x="1878568" y="3051096"/>
                    <a:pt x="1878568" y="3095863"/>
                  </a:cubicBezTo>
                  <a:lnTo>
                    <a:pt x="1878568" y="4477941"/>
                  </a:lnTo>
                  <a:lnTo>
                    <a:pt x="1715691" y="4477941"/>
                  </a:lnTo>
                  <a:lnTo>
                    <a:pt x="1715691" y="3583543"/>
                  </a:lnTo>
                  <a:cubicBezTo>
                    <a:pt x="1715691" y="3538776"/>
                    <a:pt x="1679496" y="3502581"/>
                    <a:pt x="1634728" y="3502581"/>
                  </a:cubicBezTo>
                  <a:lnTo>
                    <a:pt x="1309926" y="3502581"/>
                  </a:lnTo>
                  <a:cubicBezTo>
                    <a:pt x="1265158" y="3502581"/>
                    <a:pt x="1228963" y="3538776"/>
                    <a:pt x="1228963" y="3583543"/>
                  </a:cubicBezTo>
                  <a:lnTo>
                    <a:pt x="1228963" y="4477941"/>
                  </a:lnTo>
                  <a:lnTo>
                    <a:pt x="1066086" y="4477941"/>
                  </a:lnTo>
                  <a:lnTo>
                    <a:pt x="1066086" y="3827383"/>
                  </a:lnTo>
                  <a:cubicBezTo>
                    <a:pt x="1066086" y="3782616"/>
                    <a:pt x="1029891" y="3746421"/>
                    <a:pt x="985123" y="3746421"/>
                  </a:cubicBezTo>
                  <a:lnTo>
                    <a:pt x="657463" y="3746421"/>
                  </a:lnTo>
                  <a:cubicBezTo>
                    <a:pt x="612696" y="3746421"/>
                    <a:pt x="576501" y="3782616"/>
                    <a:pt x="576501" y="3827383"/>
                  </a:cubicBezTo>
                  <a:lnTo>
                    <a:pt x="576501" y="4477941"/>
                  </a:lnTo>
                  <a:lnTo>
                    <a:pt x="413623" y="4477941"/>
                  </a:lnTo>
                  <a:lnTo>
                    <a:pt x="413623" y="284083"/>
                  </a:lnTo>
                  <a:lnTo>
                    <a:pt x="518398" y="388858"/>
                  </a:lnTo>
                  <a:cubicBezTo>
                    <a:pt x="534591" y="405051"/>
                    <a:pt x="554593" y="412671"/>
                    <a:pt x="575548" y="412671"/>
                  </a:cubicBezTo>
                  <a:cubicBezTo>
                    <a:pt x="596503" y="412671"/>
                    <a:pt x="617458" y="405051"/>
                    <a:pt x="632698" y="388858"/>
                  </a:cubicBezTo>
                  <a:cubicBezTo>
                    <a:pt x="664131" y="357426"/>
                    <a:pt x="664131" y="305991"/>
                    <a:pt x="632698" y="273606"/>
                  </a:cubicBezTo>
                  <a:lnTo>
                    <a:pt x="389811" y="30718"/>
                  </a:lnTo>
                  <a:cubicBezTo>
                    <a:pt x="382191" y="23098"/>
                    <a:pt x="373618" y="17383"/>
                    <a:pt x="363141" y="13573"/>
                  </a:cubicBezTo>
                  <a:cubicBezTo>
                    <a:pt x="343138" y="5001"/>
                    <a:pt x="321231" y="5001"/>
                    <a:pt x="301228" y="13573"/>
                  </a:cubicBezTo>
                  <a:cubicBezTo>
                    <a:pt x="291703" y="17383"/>
                    <a:pt x="282178" y="24051"/>
                    <a:pt x="274558" y="30718"/>
                  </a:cubicBezTo>
                  <a:lnTo>
                    <a:pt x="30718" y="274558"/>
                  </a:lnTo>
                  <a:cubicBezTo>
                    <a:pt x="-714" y="305991"/>
                    <a:pt x="-714" y="357426"/>
                    <a:pt x="30718" y="389811"/>
                  </a:cubicBezTo>
                  <a:cubicBezTo>
                    <a:pt x="62151" y="421243"/>
                    <a:pt x="113586" y="421243"/>
                    <a:pt x="145971" y="389811"/>
                  </a:cubicBezTo>
                  <a:lnTo>
                    <a:pt x="250746" y="285036"/>
                  </a:lnTo>
                  <a:lnTo>
                    <a:pt x="250746" y="4558903"/>
                  </a:lnTo>
                  <a:cubicBezTo>
                    <a:pt x="250746" y="4603671"/>
                    <a:pt x="286941" y="4639866"/>
                    <a:pt x="331708" y="4639866"/>
                  </a:cubicBezTo>
                  <a:lnTo>
                    <a:pt x="4605576" y="4639866"/>
                  </a:lnTo>
                  <a:lnTo>
                    <a:pt x="4500801" y="4744641"/>
                  </a:lnTo>
                  <a:cubicBezTo>
                    <a:pt x="4469368" y="4776073"/>
                    <a:pt x="4469368" y="4827508"/>
                    <a:pt x="4500801" y="4859893"/>
                  </a:cubicBezTo>
                  <a:cubicBezTo>
                    <a:pt x="4516993" y="4876086"/>
                    <a:pt x="4536996" y="4883706"/>
                    <a:pt x="4557951" y="4883706"/>
                  </a:cubicBezTo>
                  <a:cubicBezTo>
                    <a:pt x="4578906" y="4883706"/>
                    <a:pt x="4599861" y="4876086"/>
                    <a:pt x="4615101" y="4859893"/>
                  </a:cubicBezTo>
                  <a:lnTo>
                    <a:pt x="4858941" y="4616053"/>
                  </a:lnTo>
                  <a:cubicBezTo>
                    <a:pt x="4867513" y="4608433"/>
                    <a:pt x="4873228" y="4599861"/>
                    <a:pt x="4877991" y="4589383"/>
                  </a:cubicBezTo>
                  <a:close/>
                  <a:moveTo>
                    <a:pt x="738426" y="4476988"/>
                  </a:moveTo>
                  <a:lnTo>
                    <a:pt x="738426" y="4314111"/>
                  </a:lnTo>
                  <a:lnTo>
                    <a:pt x="901303" y="4314111"/>
                  </a:lnTo>
                  <a:lnTo>
                    <a:pt x="901303" y="4476988"/>
                  </a:lnTo>
                  <a:lnTo>
                    <a:pt x="738426" y="4476988"/>
                  </a:lnTo>
                  <a:close/>
                  <a:moveTo>
                    <a:pt x="1388983" y="4476988"/>
                  </a:moveTo>
                  <a:lnTo>
                    <a:pt x="1388983" y="4152186"/>
                  </a:lnTo>
                  <a:lnTo>
                    <a:pt x="1551861" y="4152186"/>
                  </a:lnTo>
                  <a:lnTo>
                    <a:pt x="1551861" y="4476988"/>
                  </a:lnTo>
                  <a:lnTo>
                    <a:pt x="1388983" y="4476988"/>
                  </a:lnTo>
                  <a:close/>
                  <a:moveTo>
                    <a:pt x="2038588" y="4476988"/>
                  </a:moveTo>
                  <a:lnTo>
                    <a:pt x="2038588" y="3908346"/>
                  </a:lnTo>
                  <a:lnTo>
                    <a:pt x="2201466" y="3908346"/>
                  </a:lnTo>
                  <a:lnTo>
                    <a:pt x="2201466" y="4476988"/>
                  </a:lnTo>
                  <a:lnTo>
                    <a:pt x="2038588" y="4476988"/>
                  </a:lnTo>
                  <a:close/>
                  <a:moveTo>
                    <a:pt x="2689146" y="4476988"/>
                  </a:moveTo>
                  <a:lnTo>
                    <a:pt x="2689146" y="3664506"/>
                  </a:lnTo>
                  <a:lnTo>
                    <a:pt x="2852023" y="3664506"/>
                  </a:lnTo>
                  <a:lnTo>
                    <a:pt x="2852023" y="4476988"/>
                  </a:lnTo>
                  <a:lnTo>
                    <a:pt x="2689146" y="4476988"/>
                  </a:lnTo>
                  <a:close/>
                  <a:moveTo>
                    <a:pt x="3339703" y="4476988"/>
                  </a:moveTo>
                  <a:lnTo>
                    <a:pt x="3339703" y="3501628"/>
                  </a:lnTo>
                  <a:lnTo>
                    <a:pt x="3502581" y="3501628"/>
                  </a:lnTo>
                  <a:lnTo>
                    <a:pt x="3502581" y="4476988"/>
                  </a:lnTo>
                  <a:lnTo>
                    <a:pt x="3339703" y="4476988"/>
                  </a:lnTo>
                  <a:close/>
                  <a:moveTo>
                    <a:pt x="3989308" y="4476988"/>
                  </a:moveTo>
                  <a:lnTo>
                    <a:pt x="3989308" y="3176826"/>
                  </a:lnTo>
                  <a:lnTo>
                    <a:pt x="4152186" y="3176826"/>
                  </a:lnTo>
                  <a:lnTo>
                    <a:pt x="4152186" y="4476988"/>
                  </a:lnTo>
                  <a:lnTo>
                    <a:pt x="3989308" y="44769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9691D70-AC8A-412C-8068-CD66E0BA547C}"/>
                </a:ext>
              </a:extLst>
            </p:cNvPr>
            <p:cNvSpPr/>
            <p:nvPr/>
          </p:nvSpPr>
          <p:spPr>
            <a:xfrm>
              <a:off x="4697254" y="2436971"/>
              <a:ext cx="495300" cy="495300"/>
            </a:xfrm>
            <a:custGeom>
              <a:avLst/>
              <a:gdLst>
                <a:gd name="connsiteX0" fmla="*/ 88106 w 495300"/>
                <a:gd name="connsiteY0" fmla="*/ 493871 h 495300"/>
                <a:gd name="connsiteX1" fmla="*/ 412909 w 495300"/>
                <a:gd name="connsiteY1" fmla="*/ 493871 h 495300"/>
                <a:gd name="connsiteX2" fmla="*/ 493871 w 495300"/>
                <a:gd name="connsiteY2" fmla="*/ 412909 h 495300"/>
                <a:gd name="connsiteX3" fmla="*/ 493871 w 495300"/>
                <a:gd name="connsiteY3" fmla="*/ 88106 h 495300"/>
                <a:gd name="connsiteX4" fmla="*/ 412909 w 495300"/>
                <a:gd name="connsiteY4" fmla="*/ 7144 h 495300"/>
                <a:gd name="connsiteX5" fmla="*/ 88106 w 495300"/>
                <a:gd name="connsiteY5" fmla="*/ 7144 h 495300"/>
                <a:gd name="connsiteX6" fmla="*/ 7144 w 495300"/>
                <a:gd name="connsiteY6" fmla="*/ 88106 h 495300"/>
                <a:gd name="connsiteX7" fmla="*/ 7144 w 495300"/>
                <a:gd name="connsiteY7" fmla="*/ 412909 h 495300"/>
                <a:gd name="connsiteX8" fmla="*/ 88106 w 495300"/>
                <a:gd name="connsiteY8" fmla="*/ 493871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5300" h="495300">
                  <a:moveTo>
                    <a:pt x="88106" y="493871"/>
                  </a:moveTo>
                  <a:lnTo>
                    <a:pt x="412909" y="493871"/>
                  </a:lnTo>
                  <a:cubicBezTo>
                    <a:pt x="457676" y="493871"/>
                    <a:pt x="493871" y="457676"/>
                    <a:pt x="493871" y="412909"/>
                  </a:cubicBezTo>
                  <a:lnTo>
                    <a:pt x="493871" y="88106"/>
                  </a:lnTo>
                  <a:cubicBezTo>
                    <a:pt x="493871" y="43339"/>
                    <a:pt x="457676" y="7144"/>
                    <a:pt x="412909" y="7144"/>
                  </a:cubicBezTo>
                  <a:lnTo>
                    <a:pt x="88106" y="7144"/>
                  </a:lnTo>
                  <a:cubicBezTo>
                    <a:pt x="43339" y="7144"/>
                    <a:pt x="7144" y="43339"/>
                    <a:pt x="7144" y="88106"/>
                  </a:cubicBezTo>
                  <a:lnTo>
                    <a:pt x="7144" y="412909"/>
                  </a:lnTo>
                  <a:cubicBezTo>
                    <a:pt x="7144" y="457676"/>
                    <a:pt x="43339" y="493871"/>
                    <a:pt x="88106" y="493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D4C218B5-ED9A-4431-ACD7-60061F6CD0FF}"/>
                </a:ext>
              </a:extLst>
            </p:cNvPr>
            <p:cNvSpPr/>
            <p:nvPr/>
          </p:nvSpPr>
          <p:spPr>
            <a:xfrm>
              <a:off x="5347811" y="2436019"/>
              <a:ext cx="495300" cy="495300"/>
            </a:xfrm>
            <a:custGeom>
              <a:avLst/>
              <a:gdLst>
                <a:gd name="connsiteX0" fmla="*/ 412909 w 495300"/>
                <a:gd name="connsiteY0" fmla="*/ 7144 h 495300"/>
                <a:gd name="connsiteX1" fmla="*/ 88106 w 495300"/>
                <a:gd name="connsiteY1" fmla="*/ 7144 h 495300"/>
                <a:gd name="connsiteX2" fmla="*/ 7144 w 495300"/>
                <a:gd name="connsiteY2" fmla="*/ 88106 h 495300"/>
                <a:gd name="connsiteX3" fmla="*/ 7144 w 495300"/>
                <a:gd name="connsiteY3" fmla="*/ 412909 h 495300"/>
                <a:gd name="connsiteX4" fmla="*/ 88106 w 495300"/>
                <a:gd name="connsiteY4" fmla="*/ 493871 h 495300"/>
                <a:gd name="connsiteX5" fmla="*/ 412909 w 495300"/>
                <a:gd name="connsiteY5" fmla="*/ 493871 h 495300"/>
                <a:gd name="connsiteX6" fmla="*/ 493871 w 495300"/>
                <a:gd name="connsiteY6" fmla="*/ 412909 h 495300"/>
                <a:gd name="connsiteX7" fmla="*/ 493871 w 495300"/>
                <a:gd name="connsiteY7" fmla="*/ 88106 h 495300"/>
                <a:gd name="connsiteX8" fmla="*/ 412909 w 495300"/>
                <a:gd name="connsiteY8" fmla="*/ 7144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5300" h="495300">
                  <a:moveTo>
                    <a:pt x="412909" y="7144"/>
                  </a:moveTo>
                  <a:lnTo>
                    <a:pt x="88106" y="7144"/>
                  </a:lnTo>
                  <a:cubicBezTo>
                    <a:pt x="43339" y="7144"/>
                    <a:pt x="7144" y="43339"/>
                    <a:pt x="7144" y="88106"/>
                  </a:cubicBezTo>
                  <a:lnTo>
                    <a:pt x="7144" y="412909"/>
                  </a:lnTo>
                  <a:cubicBezTo>
                    <a:pt x="7144" y="457676"/>
                    <a:pt x="43339" y="493871"/>
                    <a:pt x="88106" y="493871"/>
                  </a:cubicBezTo>
                  <a:lnTo>
                    <a:pt x="412909" y="493871"/>
                  </a:lnTo>
                  <a:cubicBezTo>
                    <a:pt x="457676" y="493871"/>
                    <a:pt x="493871" y="457676"/>
                    <a:pt x="493871" y="412909"/>
                  </a:cubicBezTo>
                  <a:lnTo>
                    <a:pt x="493871" y="88106"/>
                  </a:lnTo>
                  <a:cubicBezTo>
                    <a:pt x="493871" y="43339"/>
                    <a:pt x="457676" y="7144"/>
                    <a:pt x="41290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E689F64C-15B3-4D01-9EBB-D34A9952192C}"/>
                </a:ext>
              </a:extLst>
            </p:cNvPr>
            <p:cNvSpPr/>
            <p:nvPr/>
          </p:nvSpPr>
          <p:spPr>
            <a:xfrm>
              <a:off x="4697254" y="1786414"/>
              <a:ext cx="819150" cy="171450"/>
            </a:xfrm>
            <a:custGeom>
              <a:avLst/>
              <a:gdLst>
                <a:gd name="connsiteX0" fmla="*/ 88106 w 819150"/>
                <a:gd name="connsiteY0" fmla="*/ 169069 h 171450"/>
                <a:gd name="connsiteX1" fmla="*/ 738664 w 819150"/>
                <a:gd name="connsiteY1" fmla="*/ 169069 h 171450"/>
                <a:gd name="connsiteX2" fmla="*/ 819626 w 819150"/>
                <a:gd name="connsiteY2" fmla="*/ 88106 h 171450"/>
                <a:gd name="connsiteX3" fmla="*/ 738664 w 819150"/>
                <a:gd name="connsiteY3" fmla="*/ 7144 h 171450"/>
                <a:gd name="connsiteX4" fmla="*/ 88106 w 819150"/>
                <a:gd name="connsiteY4" fmla="*/ 7144 h 171450"/>
                <a:gd name="connsiteX5" fmla="*/ 7144 w 819150"/>
                <a:gd name="connsiteY5" fmla="*/ 88106 h 171450"/>
                <a:gd name="connsiteX6" fmla="*/ 88106 w 819150"/>
                <a:gd name="connsiteY6" fmla="*/ 169069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9150" h="171450">
                  <a:moveTo>
                    <a:pt x="88106" y="169069"/>
                  </a:moveTo>
                  <a:lnTo>
                    <a:pt x="738664" y="169069"/>
                  </a:lnTo>
                  <a:cubicBezTo>
                    <a:pt x="783431" y="169069"/>
                    <a:pt x="819626" y="132874"/>
                    <a:pt x="819626" y="88106"/>
                  </a:cubicBezTo>
                  <a:cubicBezTo>
                    <a:pt x="819626" y="43339"/>
                    <a:pt x="783431" y="7144"/>
                    <a:pt x="738664" y="7144"/>
                  </a:cubicBezTo>
                  <a:lnTo>
                    <a:pt x="88106" y="7144"/>
                  </a:lnTo>
                  <a:cubicBezTo>
                    <a:pt x="43339" y="7144"/>
                    <a:pt x="7144" y="43339"/>
                    <a:pt x="7144" y="88106"/>
                  </a:cubicBezTo>
                  <a:cubicBezTo>
                    <a:pt x="7144" y="132874"/>
                    <a:pt x="43339" y="169069"/>
                    <a:pt x="88106" y="1690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2202BDE-D732-4069-9513-D6D1EE021F93}"/>
                </a:ext>
              </a:extLst>
            </p:cNvPr>
            <p:cNvSpPr/>
            <p:nvPr/>
          </p:nvSpPr>
          <p:spPr>
            <a:xfrm>
              <a:off x="4697254" y="2112169"/>
              <a:ext cx="1143000" cy="171450"/>
            </a:xfrm>
            <a:custGeom>
              <a:avLst/>
              <a:gdLst>
                <a:gd name="connsiteX0" fmla="*/ 88106 w 1143000"/>
                <a:gd name="connsiteY0" fmla="*/ 169069 h 171450"/>
                <a:gd name="connsiteX1" fmla="*/ 1063466 w 1143000"/>
                <a:gd name="connsiteY1" fmla="*/ 169069 h 171450"/>
                <a:gd name="connsiteX2" fmla="*/ 1144429 w 1143000"/>
                <a:gd name="connsiteY2" fmla="*/ 88106 h 171450"/>
                <a:gd name="connsiteX3" fmla="*/ 1063466 w 1143000"/>
                <a:gd name="connsiteY3" fmla="*/ 7144 h 171450"/>
                <a:gd name="connsiteX4" fmla="*/ 88106 w 1143000"/>
                <a:gd name="connsiteY4" fmla="*/ 7144 h 171450"/>
                <a:gd name="connsiteX5" fmla="*/ 7144 w 1143000"/>
                <a:gd name="connsiteY5" fmla="*/ 88106 h 171450"/>
                <a:gd name="connsiteX6" fmla="*/ 88106 w 1143000"/>
                <a:gd name="connsiteY6" fmla="*/ 169069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0" h="171450">
                  <a:moveTo>
                    <a:pt x="88106" y="169069"/>
                  </a:moveTo>
                  <a:lnTo>
                    <a:pt x="1063466" y="169069"/>
                  </a:lnTo>
                  <a:cubicBezTo>
                    <a:pt x="1108234" y="169069"/>
                    <a:pt x="1144429" y="132874"/>
                    <a:pt x="1144429" y="88106"/>
                  </a:cubicBezTo>
                  <a:cubicBezTo>
                    <a:pt x="1144429" y="43339"/>
                    <a:pt x="1108234" y="7144"/>
                    <a:pt x="1063466" y="7144"/>
                  </a:cubicBezTo>
                  <a:lnTo>
                    <a:pt x="88106" y="7144"/>
                  </a:lnTo>
                  <a:cubicBezTo>
                    <a:pt x="43339" y="7144"/>
                    <a:pt x="7144" y="43339"/>
                    <a:pt x="7144" y="88106"/>
                  </a:cubicBezTo>
                  <a:cubicBezTo>
                    <a:pt x="7144" y="132874"/>
                    <a:pt x="43339" y="169069"/>
                    <a:pt x="88106" y="1690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51C3BAC-AD0A-486C-9BA2-56FA6D4459E5}"/>
                </a:ext>
              </a:extLst>
            </p:cNvPr>
            <p:cNvSpPr/>
            <p:nvPr/>
          </p:nvSpPr>
          <p:spPr>
            <a:xfrm>
              <a:off x="4697254" y="3087529"/>
              <a:ext cx="1143000" cy="171450"/>
            </a:xfrm>
            <a:custGeom>
              <a:avLst/>
              <a:gdLst>
                <a:gd name="connsiteX0" fmla="*/ 88106 w 1143000"/>
                <a:gd name="connsiteY0" fmla="*/ 169069 h 171450"/>
                <a:gd name="connsiteX1" fmla="*/ 1063466 w 1143000"/>
                <a:gd name="connsiteY1" fmla="*/ 169069 h 171450"/>
                <a:gd name="connsiteX2" fmla="*/ 1144429 w 1143000"/>
                <a:gd name="connsiteY2" fmla="*/ 88106 h 171450"/>
                <a:gd name="connsiteX3" fmla="*/ 1063466 w 1143000"/>
                <a:gd name="connsiteY3" fmla="*/ 7144 h 171450"/>
                <a:gd name="connsiteX4" fmla="*/ 88106 w 1143000"/>
                <a:gd name="connsiteY4" fmla="*/ 7144 h 171450"/>
                <a:gd name="connsiteX5" fmla="*/ 7144 w 1143000"/>
                <a:gd name="connsiteY5" fmla="*/ 88106 h 171450"/>
                <a:gd name="connsiteX6" fmla="*/ 88106 w 1143000"/>
                <a:gd name="connsiteY6" fmla="*/ 169069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0" h="171450">
                  <a:moveTo>
                    <a:pt x="88106" y="169069"/>
                  </a:moveTo>
                  <a:lnTo>
                    <a:pt x="1063466" y="169069"/>
                  </a:lnTo>
                  <a:cubicBezTo>
                    <a:pt x="1108234" y="169069"/>
                    <a:pt x="1144429" y="132874"/>
                    <a:pt x="1144429" y="88106"/>
                  </a:cubicBezTo>
                  <a:cubicBezTo>
                    <a:pt x="1144429" y="43339"/>
                    <a:pt x="1108234" y="7144"/>
                    <a:pt x="1063466" y="7144"/>
                  </a:cubicBezTo>
                  <a:lnTo>
                    <a:pt x="88106" y="7144"/>
                  </a:lnTo>
                  <a:cubicBezTo>
                    <a:pt x="43339" y="7144"/>
                    <a:pt x="7144" y="43339"/>
                    <a:pt x="7144" y="88106"/>
                  </a:cubicBezTo>
                  <a:cubicBezTo>
                    <a:pt x="7144" y="131921"/>
                    <a:pt x="43339" y="169069"/>
                    <a:pt x="88106" y="1690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4" name="Graphic 11">
            <a:extLst>
              <a:ext uri="{FF2B5EF4-FFF2-40B4-BE49-F238E27FC236}">
                <a16:creationId xmlns:a16="http://schemas.microsoft.com/office/drawing/2014/main" id="{7525D046-84ED-473A-B4A5-D1979977CB62}"/>
              </a:ext>
            </a:extLst>
          </p:cNvPr>
          <p:cNvGrpSpPr>
            <a:grpSpLocks noChangeAspect="1"/>
          </p:cNvGrpSpPr>
          <p:nvPr/>
        </p:nvGrpSpPr>
        <p:grpSpPr>
          <a:xfrm>
            <a:off x="7579897" y="2306529"/>
            <a:ext cx="374266" cy="502920"/>
            <a:chOff x="4724400" y="1533525"/>
            <a:chExt cx="3048000" cy="40957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701AC602-6BF6-4E2D-B8B8-45F0B83EC242}"/>
                </a:ext>
              </a:extLst>
            </p:cNvPr>
            <p:cNvSpPr/>
            <p:nvPr/>
          </p:nvSpPr>
          <p:spPr>
            <a:xfrm>
              <a:off x="4717256" y="1526381"/>
              <a:ext cx="3057525" cy="4105275"/>
            </a:xfrm>
            <a:custGeom>
              <a:avLst/>
              <a:gdLst>
                <a:gd name="connsiteX0" fmla="*/ 3055144 w 3057525"/>
                <a:gd name="connsiteY0" fmla="*/ 778669 h 4105275"/>
                <a:gd name="connsiteX1" fmla="*/ 2350294 w 3057525"/>
                <a:gd name="connsiteY1" fmla="*/ 778669 h 4105275"/>
                <a:gd name="connsiteX2" fmla="*/ 2283619 w 3057525"/>
                <a:gd name="connsiteY2" fmla="*/ 715804 h 4105275"/>
                <a:gd name="connsiteX3" fmla="*/ 2283619 w 3057525"/>
                <a:gd name="connsiteY3" fmla="*/ 7144 h 4105275"/>
                <a:gd name="connsiteX4" fmla="*/ 7144 w 3057525"/>
                <a:gd name="connsiteY4" fmla="*/ 7144 h 4105275"/>
                <a:gd name="connsiteX5" fmla="*/ 7144 w 3057525"/>
                <a:gd name="connsiteY5" fmla="*/ 4102894 h 4105275"/>
                <a:gd name="connsiteX6" fmla="*/ 3055144 w 3057525"/>
                <a:gd name="connsiteY6" fmla="*/ 4102894 h 4105275"/>
                <a:gd name="connsiteX7" fmla="*/ 3055144 w 3057525"/>
                <a:gd name="connsiteY7" fmla="*/ 778669 h 4105275"/>
                <a:gd name="connsiteX8" fmla="*/ 797719 w 3057525"/>
                <a:gd name="connsiteY8" fmla="*/ 3617119 h 4105275"/>
                <a:gd name="connsiteX9" fmla="*/ 731044 w 3057525"/>
                <a:gd name="connsiteY9" fmla="*/ 3683794 h 4105275"/>
                <a:gd name="connsiteX10" fmla="*/ 511969 w 3057525"/>
                <a:gd name="connsiteY10" fmla="*/ 3683794 h 4105275"/>
                <a:gd name="connsiteX11" fmla="*/ 445294 w 3057525"/>
                <a:gd name="connsiteY11" fmla="*/ 3617119 h 4105275"/>
                <a:gd name="connsiteX12" fmla="*/ 445294 w 3057525"/>
                <a:gd name="connsiteY12" fmla="*/ 3350419 h 4105275"/>
                <a:gd name="connsiteX13" fmla="*/ 511969 w 3057525"/>
                <a:gd name="connsiteY13" fmla="*/ 3283744 h 4105275"/>
                <a:gd name="connsiteX14" fmla="*/ 731044 w 3057525"/>
                <a:gd name="connsiteY14" fmla="*/ 3283744 h 4105275"/>
                <a:gd name="connsiteX15" fmla="*/ 797719 w 3057525"/>
                <a:gd name="connsiteY15" fmla="*/ 3350419 h 4105275"/>
                <a:gd name="connsiteX16" fmla="*/ 797719 w 3057525"/>
                <a:gd name="connsiteY16" fmla="*/ 3617119 h 4105275"/>
                <a:gd name="connsiteX17" fmla="*/ 1254919 w 3057525"/>
                <a:gd name="connsiteY17" fmla="*/ 3617119 h 4105275"/>
                <a:gd name="connsiteX18" fmla="*/ 1188244 w 3057525"/>
                <a:gd name="connsiteY18" fmla="*/ 3683794 h 4105275"/>
                <a:gd name="connsiteX19" fmla="*/ 969169 w 3057525"/>
                <a:gd name="connsiteY19" fmla="*/ 3683794 h 4105275"/>
                <a:gd name="connsiteX20" fmla="*/ 902494 w 3057525"/>
                <a:gd name="connsiteY20" fmla="*/ 3617119 h 4105275"/>
                <a:gd name="connsiteX21" fmla="*/ 902494 w 3057525"/>
                <a:gd name="connsiteY21" fmla="*/ 2874169 h 4105275"/>
                <a:gd name="connsiteX22" fmla="*/ 969169 w 3057525"/>
                <a:gd name="connsiteY22" fmla="*/ 2807494 h 4105275"/>
                <a:gd name="connsiteX23" fmla="*/ 1188244 w 3057525"/>
                <a:gd name="connsiteY23" fmla="*/ 2807494 h 4105275"/>
                <a:gd name="connsiteX24" fmla="*/ 1254919 w 3057525"/>
                <a:gd name="connsiteY24" fmla="*/ 2874169 h 4105275"/>
                <a:gd name="connsiteX25" fmla="*/ 1254919 w 3057525"/>
                <a:gd name="connsiteY25" fmla="*/ 3617119 h 4105275"/>
                <a:gd name="connsiteX26" fmla="*/ 1712119 w 3057525"/>
                <a:gd name="connsiteY26" fmla="*/ 3607594 h 4105275"/>
                <a:gd name="connsiteX27" fmla="*/ 1645444 w 3057525"/>
                <a:gd name="connsiteY27" fmla="*/ 3674269 h 4105275"/>
                <a:gd name="connsiteX28" fmla="*/ 1426369 w 3057525"/>
                <a:gd name="connsiteY28" fmla="*/ 3674269 h 4105275"/>
                <a:gd name="connsiteX29" fmla="*/ 1359694 w 3057525"/>
                <a:gd name="connsiteY29" fmla="*/ 3607594 h 4105275"/>
                <a:gd name="connsiteX30" fmla="*/ 1359694 w 3057525"/>
                <a:gd name="connsiteY30" fmla="*/ 2740819 h 4105275"/>
                <a:gd name="connsiteX31" fmla="*/ 1426369 w 3057525"/>
                <a:gd name="connsiteY31" fmla="*/ 2674144 h 4105275"/>
                <a:gd name="connsiteX32" fmla="*/ 1645444 w 3057525"/>
                <a:gd name="connsiteY32" fmla="*/ 2674144 h 4105275"/>
                <a:gd name="connsiteX33" fmla="*/ 1712119 w 3057525"/>
                <a:gd name="connsiteY33" fmla="*/ 2740819 h 4105275"/>
                <a:gd name="connsiteX34" fmla="*/ 1712119 w 3057525"/>
                <a:gd name="connsiteY34" fmla="*/ 3607594 h 4105275"/>
                <a:gd name="connsiteX35" fmla="*/ 2159794 w 3057525"/>
                <a:gd name="connsiteY35" fmla="*/ 3617119 h 4105275"/>
                <a:gd name="connsiteX36" fmla="*/ 2093119 w 3057525"/>
                <a:gd name="connsiteY36" fmla="*/ 3683794 h 4105275"/>
                <a:gd name="connsiteX37" fmla="*/ 1874044 w 3057525"/>
                <a:gd name="connsiteY37" fmla="*/ 3683794 h 4105275"/>
                <a:gd name="connsiteX38" fmla="*/ 1807369 w 3057525"/>
                <a:gd name="connsiteY38" fmla="*/ 3617119 h 4105275"/>
                <a:gd name="connsiteX39" fmla="*/ 1807369 w 3057525"/>
                <a:gd name="connsiteY39" fmla="*/ 2426494 h 4105275"/>
                <a:gd name="connsiteX40" fmla="*/ 1874044 w 3057525"/>
                <a:gd name="connsiteY40" fmla="*/ 2359819 h 4105275"/>
                <a:gd name="connsiteX41" fmla="*/ 2093119 w 3057525"/>
                <a:gd name="connsiteY41" fmla="*/ 2359819 h 4105275"/>
                <a:gd name="connsiteX42" fmla="*/ 2159794 w 3057525"/>
                <a:gd name="connsiteY42" fmla="*/ 2426494 h 4105275"/>
                <a:gd name="connsiteX43" fmla="*/ 2159794 w 3057525"/>
                <a:gd name="connsiteY43" fmla="*/ 3617119 h 4105275"/>
                <a:gd name="connsiteX44" fmla="*/ 2607469 w 3057525"/>
                <a:gd name="connsiteY44" fmla="*/ 3617119 h 4105275"/>
                <a:gd name="connsiteX45" fmla="*/ 2540794 w 3057525"/>
                <a:gd name="connsiteY45" fmla="*/ 3683794 h 4105275"/>
                <a:gd name="connsiteX46" fmla="*/ 2321719 w 3057525"/>
                <a:gd name="connsiteY46" fmla="*/ 3683794 h 4105275"/>
                <a:gd name="connsiteX47" fmla="*/ 2255044 w 3057525"/>
                <a:gd name="connsiteY47" fmla="*/ 3617119 h 4105275"/>
                <a:gd name="connsiteX48" fmla="*/ 2255044 w 3057525"/>
                <a:gd name="connsiteY48" fmla="*/ 2140744 h 4105275"/>
                <a:gd name="connsiteX49" fmla="*/ 2321719 w 3057525"/>
                <a:gd name="connsiteY49" fmla="*/ 2074069 h 4105275"/>
                <a:gd name="connsiteX50" fmla="*/ 2540794 w 3057525"/>
                <a:gd name="connsiteY50" fmla="*/ 2074069 h 4105275"/>
                <a:gd name="connsiteX51" fmla="*/ 2607469 w 3057525"/>
                <a:gd name="connsiteY51" fmla="*/ 2140744 h 4105275"/>
                <a:gd name="connsiteX52" fmla="*/ 2607469 w 3057525"/>
                <a:gd name="connsiteY52" fmla="*/ 3617119 h 4105275"/>
                <a:gd name="connsiteX53" fmla="*/ 2661761 w 3057525"/>
                <a:gd name="connsiteY53" fmla="*/ 1824514 h 4105275"/>
                <a:gd name="connsiteX54" fmla="*/ 2595086 w 3057525"/>
                <a:gd name="connsiteY54" fmla="*/ 1893094 h 4105275"/>
                <a:gd name="connsiteX55" fmla="*/ 2595086 w 3057525"/>
                <a:gd name="connsiteY55" fmla="*/ 1893094 h 4105275"/>
                <a:gd name="connsiteX56" fmla="*/ 2528411 w 3057525"/>
                <a:gd name="connsiteY56" fmla="*/ 1824514 h 4105275"/>
                <a:gd name="connsiteX57" fmla="*/ 2528411 w 3057525"/>
                <a:gd name="connsiteY57" fmla="*/ 1602581 h 4105275"/>
                <a:gd name="connsiteX58" fmla="*/ 1877854 w 3057525"/>
                <a:gd name="connsiteY58" fmla="*/ 2224564 h 4105275"/>
                <a:gd name="connsiteX59" fmla="*/ 1785461 w 3057525"/>
                <a:gd name="connsiteY59" fmla="*/ 2224564 h 4105275"/>
                <a:gd name="connsiteX60" fmla="*/ 1572101 w 3057525"/>
                <a:gd name="connsiteY60" fmla="*/ 2020729 h 4105275"/>
                <a:gd name="connsiteX61" fmla="*/ 511969 w 3057525"/>
                <a:gd name="connsiteY61" fmla="*/ 3034189 h 4105275"/>
                <a:gd name="connsiteX62" fmla="*/ 417671 w 3057525"/>
                <a:gd name="connsiteY62" fmla="*/ 3032284 h 4105275"/>
                <a:gd name="connsiteX63" fmla="*/ 419576 w 3057525"/>
                <a:gd name="connsiteY63" fmla="*/ 2937986 h 4105275"/>
                <a:gd name="connsiteX64" fmla="*/ 1526381 w 3057525"/>
                <a:gd name="connsiteY64" fmla="*/ 1879759 h 4105275"/>
                <a:gd name="connsiteX65" fmla="*/ 1618774 w 3057525"/>
                <a:gd name="connsiteY65" fmla="*/ 1879759 h 4105275"/>
                <a:gd name="connsiteX66" fmla="*/ 1832134 w 3057525"/>
                <a:gd name="connsiteY66" fmla="*/ 2083594 h 4105275"/>
                <a:gd name="connsiteX67" fmla="*/ 2429351 w 3057525"/>
                <a:gd name="connsiteY67" fmla="*/ 1513046 h 4105275"/>
                <a:gd name="connsiteX68" fmla="*/ 2201704 w 3057525"/>
                <a:gd name="connsiteY68" fmla="*/ 1513046 h 4105275"/>
                <a:gd name="connsiteX69" fmla="*/ 2201704 w 3057525"/>
                <a:gd name="connsiteY69" fmla="*/ 1513046 h 4105275"/>
                <a:gd name="connsiteX70" fmla="*/ 2155031 w 3057525"/>
                <a:gd name="connsiteY70" fmla="*/ 1493996 h 4105275"/>
                <a:gd name="connsiteX71" fmla="*/ 2135029 w 3057525"/>
                <a:gd name="connsiteY71" fmla="*/ 1447324 h 4105275"/>
                <a:gd name="connsiteX72" fmla="*/ 2201704 w 3057525"/>
                <a:gd name="connsiteY72" fmla="*/ 1380649 h 4105275"/>
                <a:gd name="connsiteX73" fmla="*/ 2596039 w 3057525"/>
                <a:gd name="connsiteY73" fmla="*/ 1379696 h 4105275"/>
                <a:gd name="connsiteX74" fmla="*/ 2596039 w 3057525"/>
                <a:gd name="connsiteY74" fmla="*/ 1379696 h 4105275"/>
                <a:gd name="connsiteX75" fmla="*/ 2642711 w 3057525"/>
                <a:gd name="connsiteY75" fmla="*/ 1399699 h 4105275"/>
                <a:gd name="connsiteX76" fmla="*/ 2662714 w 3057525"/>
                <a:gd name="connsiteY76" fmla="*/ 1447324 h 4105275"/>
                <a:gd name="connsiteX77" fmla="*/ 2661761 w 3057525"/>
                <a:gd name="connsiteY77" fmla="*/ 1824514 h 410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3057525" h="4105275">
                  <a:moveTo>
                    <a:pt x="3055144" y="778669"/>
                  </a:moveTo>
                  <a:lnTo>
                    <a:pt x="2350294" y="778669"/>
                  </a:lnTo>
                  <a:cubicBezTo>
                    <a:pt x="2313146" y="778669"/>
                    <a:pt x="2283619" y="752951"/>
                    <a:pt x="2283619" y="715804"/>
                  </a:cubicBezTo>
                  <a:lnTo>
                    <a:pt x="2283619" y="7144"/>
                  </a:lnTo>
                  <a:lnTo>
                    <a:pt x="7144" y="7144"/>
                  </a:lnTo>
                  <a:lnTo>
                    <a:pt x="7144" y="4102894"/>
                  </a:lnTo>
                  <a:lnTo>
                    <a:pt x="3055144" y="4102894"/>
                  </a:lnTo>
                  <a:lnTo>
                    <a:pt x="3055144" y="778669"/>
                  </a:lnTo>
                  <a:close/>
                  <a:moveTo>
                    <a:pt x="797719" y="3617119"/>
                  </a:moveTo>
                  <a:cubicBezTo>
                    <a:pt x="797719" y="3654266"/>
                    <a:pt x="768191" y="3683794"/>
                    <a:pt x="731044" y="3683794"/>
                  </a:cubicBezTo>
                  <a:lnTo>
                    <a:pt x="511969" y="3683794"/>
                  </a:lnTo>
                  <a:cubicBezTo>
                    <a:pt x="474821" y="3683794"/>
                    <a:pt x="445294" y="3654266"/>
                    <a:pt x="445294" y="3617119"/>
                  </a:cubicBezTo>
                  <a:lnTo>
                    <a:pt x="445294" y="3350419"/>
                  </a:lnTo>
                  <a:cubicBezTo>
                    <a:pt x="445294" y="3313271"/>
                    <a:pt x="474821" y="3283744"/>
                    <a:pt x="511969" y="3283744"/>
                  </a:cubicBezTo>
                  <a:lnTo>
                    <a:pt x="731044" y="3283744"/>
                  </a:lnTo>
                  <a:cubicBezTo>
                    <a:pt x="768191" y="3283744"/>
                    <a:pt x="797719" y="3313271"/>
                    <a:pt x="797719" y="3350419"/>
                  </a:cubicBezTo>
                  <a:lnTo>
                    <a:pt x="797719" y="3617119"/>
                  </a:lnTo>
                  <a:close/>
                  <a:moveTo>
                    <a:pt x="1254919" y="3617119"/>
                  </a:moveTo>
                  <a:cubicBezTo>
                    <a:pt x="1254919" y="3654266"/>
                    <a:pt x="1225391" y="3683794"/>
                    <a:pt x="1188244" y="3683794"/>
                  </a:cubicBezTo>
                  <a:lnTo>
                    <a:pt x="969169" y="3683794"/>
                  </a:lnTo>
                  <a:cubicBezTo>
                    <a:pt x="932021" y="3683794"/>
                    <a:pt x="902494" y="3654266"/>
                    <a:pt x="902494" y="3617119"/>
                  </a:cubicBezTo>
                  <a:lnTo>
                    <a:pt x="902494" y="2874169"/>
                  </a:lnTo>
                  <a:cubicBezTo>
                    <a:pt x="902494" y="2837021"/>
                    <a:pt x="932021" y="2807494"/>
                    <a:pt x="969169" y="2807494"/>
                  </a:cubicBezTo>
                  <a:lnTo>
                    <a:pt x="1188244" y="2807494"/>
                  </a:lnTo>
                  <a:cubicBezTo>
                    <a:pt x="1225391" y="2807494"/>
                    <a:pt x="1254919" y="2837021"/>
                    <a:pt x="1254919" y="2874169"/>
                  </a:cubicBezTo>
                  <a:lnTo>
                    <a:pt x="1254919" y="3617119"/>
                  </a:lnTo>
                  <a:close/>
                  <a:moveTo>
                    <a:pt x="1712119" y="3607594"/>
                  </a:moveTo>
                  <a:cubicBezTo>
                    <a:pt x="1712119" y="3644741"/>
                    <a:pt x="1682591" y="3674269"/>
                    <a:pt x="1645444" y="3674269"/>
                  </a:cubicBezTo>
                  <a:lnTo>
                    <a:pt x="1426369" y="3674269"/>
                  </a:lnTo>
                  <a:cubicBezTo>
                    <a:pt x="1389221" y="3674269"/>
                    <a:pt x="1359694" y="3644741"/>
                    <a:pt x="1359694" y="3607594"/>
                  </a:cubicBezTo>
                  <a:lnTo>
                    <a:pt x="1359694" y="2740819"/>
                  </a:lnTo>
                  <a:cubicBezTo>
                    <a:pt x="1359694" y="2703671"/>
                    <a:pt x="1389221" y="2674144"/>
                    <a:pt x="1426369" y="2674144"/>
                  </a:cubicBezTo>
                  <a:lnTo>
                    <a:pt x="1645444" y="2674144"/>
                  </a:lnTo>
                  <a:cubicBezTo>
                    <a:pt x="1682591" y="2674144"/>
                    <a:pt x="1712119" y="2703671"/>
                    <a:pt x="1712119" y="2740819"/>
                  </a:cubicBezTo>
                  <a:lnTo>
                    <a:pt x="1712119" y="3607594"/>
                  </a:lnTo>
                  <a:close/>
                  <a:moveTo>
                    <a:pt x="2159794" y="3617119"/>
                  </a:moveTo>
                  <a:cubicBezTo>
                    <a:pt x="2159794" y="3654266"/>
                    <a:pt x="2130266" y="3683794"/>
                    <a:pt x="2093119" y="3683794"/>
                  </a:cubicBezTo>
                  <a:lnTo>
                    <a:pt x="1874044" y="3683794"/>
                  </a:lnTo>
                  <a:cubicBezTo>
                    <a:pt x="1836896" y="3683794"/>
                    <a:pt x="1807369" y="3654266"/>
                    <a:pt x="1807369" y="3617119"/>
                  </a:cubicBezTo>
                  <a:lnTo>
                    <a:pt x="1807369" y="2426494"/>
                  </a:lnTo>
                  <a:cubicBezTo>
                    <a:pt x="1807369" y="2389346"/>
                    <a:pt x="1836896" y="2359819"/>
                    <a:pt x="1874044" y="2359819"/>
                  </a:cubicBezTo>
                  <a:lnTo>
                    <a:pt x="2093119" y="2359819"/>
                  </a:lnTo>
                  <a:cubicBezTo>
                    <a:pt x="2130266" y="2359819"/>
                    <a:pt x="2159794" y="2389346"/>
                    <a:pt x="2159794" y="2426494"/>
                  </a:cubicBezTo>
                  <a:lnTo>
                    <a:pt x="2159794" y="3617119"/>
                  </a:lnTo>
                  <a:close/>
                  <a:moveTo>
                    <a:pt x="2607469" y="3617119"/>
                  </a:moveTo>
                  <a:cubicBezTo>
                    <a:pt x="2607469" y="3654266"/>
                    <a:pt x="2577941" y="3683794"/>
                    <a:pt x="2540794" y="3683794"/>
                  </a:cubicBezTo>
                  <a:lnTo>
                    <a:pt x="2321719" y="3683794"/>
                  </a:lnTo>
                  <a:cubicBezTo>
                    <a:pt x="2284571" y="3683794"/>
                    <a:pt x="2255044" y="3654266"/>
                    <a:pt x="2255044" y="3617119"/>
                  </a:cubicBezTo>
                  <a:lnTo>
                    <a:pt x="2255044" y="2140744"/>
                  </a:lnTo>
                  <a:cubicBezTo>
                    <a:pt x="2255044" y="2103596"/>
                    <a:pt x="2284571" y="2074069"/>
                    <a:pt x="2321719" y="2074069"/>
                  </a:cubicBezTo>
                  <a:lnTo>
                    <a:pt x="2540794" y="2074069"/>
                  </a:lnTo>
                  <a:cubicBezTo>
                    <a:pt x="2577941" y="2074069"/>
                    <a:pt x="2607469" y="2103596"/>
                    <a:pt x="2607469" y="2140744"/>
                  </a:cubicBezTo>
                  <a:lnTo>
                    <a:pt x="2607469" y="3617119"/>
                  </a:lnTo>
                  <a:close/>
                  <a:moveTo>
                    <a:pt x="2661761" y="1824514"/>
                  </a:moveTo>
                  <a:cubicBezTo>
                    <a:pt x="2661761" y="1861661"/>
                    <a:pt x="2632234" y="1892141"/>
                    <a:pt x="2595086" y="1893094"/>
                  </a:cubicBezTo>
                  <a:lnTo>
                    <a:pt x="2595086" y="1893094"/>
                  </a:lnTo>
                  <a:cubicBezTo>
                    <a:pt x="2557939" y="1892141"/>
                    <a:pt x="2528411" y="1861661"/>
                    <a:pt x="2528411" y="1824514"/>
                  </a:cubicBezTo>
                  <a:lnTo>
                    <a:pt x="2528411" y="1602581"/>
                  </a:lnTo>
                  <a:lnTo>
                    <a:pt x="1877854" y="2224564"/>
                  </a:lnTo>
                  <a:cubicBezTo>
                    <a:pt x="1852136" y="2249329"/>
                    <a:pt x="1811179" y="2249329"/>
                    <a:pt x="1785461" y="2224564"/>
                  </a:cubicBezTo>
                  <a:lnTo>
                    <a:pt x="1572101" y="2020729"/>
                  </a:lnTo>
                  <a:lnTo>
                    <a:pt x="511969" y="3034189"/>
                  </a:lnTo>
                  <a:cubicBezTo>
                    <a:pt x="485299" y="3059906"/>
                    <a:pt x="443389" y="3058954"/>
                    <a:pt x="417671" y="3032284"/>
                  </a:cubicBezTo>
                  <a:cubicBezTo>
                    <a:pt x="391954" y="3005614"/>
                    <a:pt x="392906" y="2963704"/>
                    <a:pt x="419576" y="2937986"/>
                  </a:cubicBezTo>
                  <a:lnTo>
                    <a:pt x="1526381" y="1879759"/>
                  </a:lnTo>
                  <a:cubicBezTo>
                    <a:pt x="1552099" y="1854994"/>
                    <a:pt x="1593056" y="1854994"/>
                    <a:pt x="1618774" y="1879759"/>
                  </a:cubicBezTo>
                  <a:lnTo>
                    <a:pt x="1832134" y="2083594"/>
                  </a:lnTo>
                  <a:lnTo>
                    <a:pt x="2429351" y="1513046"/>
                  </a:lnTo>
                  <a:lnTo>
                    <a:pt x="2201704" y="1513046"/>
                  </a:lnTo>
                  <a:lnTo>
                    <a:pt x="2201704" y="1513046"/>
                  </a:lnTo>
                  <a:cubicBezTo>
                    <a:pt x="2184559" y="1513046"/>
                    <a:pt x="2167414" y="1506379"/>
                    <a:pt x="2155031" y="1493996"/>
                  </a:cubicBezTo>
                  <a:cubicBezTo>
                    <a:pt x="2142649" y="1481614"/>
                    <a:pt x="2135029" y="1464469"/>
                    <a:pt x="2135029" y="1447324"/>
                  </a:cubicBezTo>
                  <a:cubicBezTo>
                    <a:pt x="2135029" y="1410176"/>
                    <a:pt x="2164556" y="1380649"/>
                    <a:pt x="2201704" y="1380649"/>
                  </a:cubicBezTo>
                  <a:lnTo>
                    <a:pt x="2596039" y="1379696"/>
                  </a:lnTo>
                  <a:lnTo>
                    <a:pt x="2596039" y="1379696"/>
                  </a:lnTo>
                  <a:cubicBezTo>
                    <a:pt x="2614136" y="1379696"/>
                    <a:pt x="2630329" y="1387316"/>
                    <a:pt x="2642711" y="1399699"/>
                  </a:cubicBezTo>
                  <a:cubicBezTo>
                    <a:pt x="2655094" y="1413034"/>
                    <a:pt x="2662714" y="1430179"/>
                    <a:pt x="2662714" y="1447324"/>
                  </a:cubicBezTo>
                  <a:lnTo>
                    <a:pt x="2661761" y="18245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2F0A0317-D8A1-4636-A58C-D176453A3879}"/>
                </a:ext>
              </a:extLst>
            </p:cNvPr>
            <p:cNvSpPr/>
            <p:nvPr/>
          </p:nvSpPr>
          <p:spPr>
            <a:xfrm>
              <a:off x="6650831" y="4012406"/>
              <a:ext cx="95250" cy="1066800"/>
            </a:xfrm>
            <a:custGeom>
              <a:avLst/>
              <a:gdLst>
                <a:gd name="connsiteX0" fmla="*/ 7144 w 95250"/>
                <a:gd name="connsiteY0" fmla="*/ 7144 h 1066800"/>
                <a:gd name="connsiteX1" fmla="*/ 92869 w 95250"/>
                <a:gd name="connsiteY1" fmla="*/ 7144 h 1066800"/>
                <a:gd name="connsiteX2" fmla="*/ 92869 w 95250"/>
                <a:gd name="connsiteY2" fmla="*/ 1064419 h 1066800"/>
                <a:gd name="connsiteX3" fmla="*/ 7144 w 95250"/>
                <a:gd name="connsiteY3" fmla="*/ 1064419 h 1066800"/>
                <a:gd name="connsiteX4" fmla="*/ 7144 w 95250"/>
                <a:gd name="connsiteY4" fmla="*/ 7144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66800">
                  <a:moveTo>
                    <a:pt x="7144" y="7144"/>
                  </a:moveTo>
                  <a:lnTo>
                    <a:pt x="92869" y="7144"/>
                  </a:lnTo>
                  <a:lnTo>
                    <a:pt x="92869" y="1064419"/>
                  </a:lnTo>
                  <a:lnTo>
                    <a:pt x="7144" y="106441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45CBFADA-7D9D-4C24-BCAF-38AD11FA973D}"/>
                </a:ext>
              </a:extLst>
            </p:cNvPr>
            <p:cNvSpPr/>
            <p:nvPr/>
          </p:nvSpPr>
          <p:spPr>
            <a:xfrm>
              <a:off x="6203156" y="4326731"/>
              <a:ext cx="95250" cy="752475"/>
            </a:xfrm>
            <a:custGeom>
              <a:avLst/>
              <a:gdLst>
                <a:gd name="connsiteX0" fmla="*/ 7144 w 95250"/>
                <a:gd name="connsiteY0" fmla="*/ 7144 h 752475"/>
                <a:gd name="connsiteX1" fmla="*/ 92869 w 95250"/>
                <a:gd name="connsiteY1" fmla="*/ 7144 h 752475"/>
                <a:gd name="connsiteX2" fmla="*/ 92869 w 95250"/>
                <a:gd name="connsiteY2" fmla="*/ 750094 h 752475"/>
                <a:gd name="connsiteX3" fmla="*/ 7144 w 95250"/>
                <a:gd name="connsiteY3" fmla="*/ 750094 h 752475"/>
                <a:gd name="connsiteX4" fmla="*/ 7144 w 95250"/>
                <a:gd name="connsiteY4" fmla="*/ 7144 h 75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752475">
                  <a:moveTo>
                    <a:pt x="7144" y="7144"/>
                  </a:moveTo>
                  <a:lnTo>
                    <a:pt x="92869" y="7144"/>
                  </a:lnTo>
                  <a:lnTo>
                    <a:pt x="92869" y="750094"/>
                  </a:lnTo>
                  <a:lnTo>
                    <a:pt x="7144" y="75009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9CFC9E1B-C497-4696-AD06-6FBE15ADEDCD}"/>
                </a:ext>
              </a:extLst>
            </p:cNvPr>
            <p:cNvSpPr/>
            <p:nvPr/>
          </p:nvSpPr>
          <p:spPr>
            <a:xfrm>
              <a:off x="5745956" y="4460081"/>
              <a:ext cx="95250" cy="619125"/>
            </a:xfrm>
            <a:custGeom>
              <a:avLst/>
              <a:gdLst>
                <a:gd name="connsiteX0" fmla="*/ 7144 w 95250"/>
                <a:gd name="connsiteY0" fmla="*/ 7144 h 619125"/>
                <a:gd name="connsiteX1" fmla="*/ 92869 w 95250"/>
                <a:gd name="connsiteY1" fmla="*/ 7144 h 619125"/>
                <a:gd name="connsiteX2" fmla="*/ 92869 w 95250"/>
                <a:gd name="connsiteY2" fmla="*/ 616744 h 619125"/>
                <a:gd name="connsiteX3" fmla="*/ 7144 w 95250"/>
                <a:gd name="connsiteY3" fmla="*/ 616744 h 619125"/>
                <a:gd name="connsiteX4" fmla="*/ 7144 w 95250"/>
                <a:gd name="connsiteY4" fmla="*/ 7144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619125">
                  <a:moveTo>
                    <a:pt x="7144" y="7144"/>
                  </a:moveTo>
                  <a:lnTo>
                    <a:pt x="92869" y="7144"/>
                  </a:lnTo>
                  <a:lnTo>
                    <a:pt x="92869" y="616744"/>
                  </a:lnTo>
                  <a:lnTo>
                    <a:pt x="7144" y="6167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DCC22BE7-F4DD-44BD-8830-FBE263CECF44}"/>
                </a:ext>
              </a:extLst>
            </p:cNvPr>
            <p:cNvSpPr/>
            <p:nvPr/>
          </p:nvSpPr>
          <p:spPr>
            <a:xfrm>
              <a:off x="7127081" y="1625441"/>
              <a:ext cx="552450" cy="552450"/>
            </a:xfrm>
            <a:custGeom>
              <a:avLst/>
              <a:gdLst>
                <a:gd name="connsiteX0" fmla="*/ 7144 w 552450"/>
                <a:gd name="connsiteY0" fmla="*/ 7144 h 552450"/>
                <a:gd name="connsiteX1" fmla="*/ 7144 w 552450"/>
                <a:gd name="connsiteY1" fmla="*/ 546259 h 552450"/>
                <a:gd name="connsiteX2" fmla="*/ 551021 w 552450"/>
                <a:gd name="connsiteY2" fmla="*/ 546259 h 552450"/>
                <a:gd name="connsiteX3" fmla="*/ 7144 w 552450"/>
                <a:gd name="connsiteY3" fmla="*/ 714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552450">
                  <a:moveTo>
                    <a:pt x="7144" y="7144"/>
                  </a:moveTo>
                  <a:lnTo>
                    <a:pt x="7144" y="546259"/>
                  </a:lnTo>
                  <a:lnTo>
                    <a:pt x="551021" y="54625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C20B8A6D-FDBA-4CF9-95C5-B65EFDF8C80A}"/>
                </a:ext>
              </a:extLst>
            </p:cNvPr>
            <p:cNvSpPr/>
            <p:nvPr/>
          </p:nvSpPr>
          <p:spPr>
            <a:xfrm>
              <a:off x="7098506" y="3726656"/>
              <a:ext cx="104775" cy="1352550"/>
            </a:xfrm>
            <a:custGeom>
              <a:avLst/>
              <a:gdLst>
                <a:gd name="connsiteX0" fmla="*/ 7144 w 104775"/>
                <a:gd name="connsiteY0" fmla="*/ 7144 h 1352550"/>
                <a:gd name="connsiteX1" fmla="*/ 102394 w 104775"/>
                <a:gd name="connsiteY1" fmla="*/ 7144 h 1352550"/>
                <a:gd name="connsiteX2" fmla="*/ 102394 w 104775"/>
                <a:gd name="connsiteY2" fmla="*/ 1350169 h 1352550"/>
                <a:gd name="connsiteX3" fmla="*/ 7144 w 104775"/>
                <a:gd name="connsiteY3" fmla="*/ 1350169 h 1352550"/>
                <a:gd name="connsiteX4" fmla="*/ 7144 w 104775"/>
                <a:gd name="connsiteY4" fmla="*/ 7144 h 135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352550">
                  <a:moveTo>
                    <a:pt x="7144" y="7144"/>
                  </a:moveTo>
                  <a:lnTo>
                    <a:pt x="102394" y="7144"/>
                  </a:lnTo>
                  <a:lnTo>
                    <a:pt x="102394" y="1350169"/>
                  </a:lnTo>
                  <a:lnTo>
                    <a:pt x="7144" y="135016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FDA3AECF-0663-4F98-8B34-1CD8BD96DC44}"/>
                </a:ext>
              </a:extLst>
            </p:cNvPr>
            <p:cNvSpPr/>
            <p:nvPr/>
          </p:nvSpPr>
          <p:spPr>
            <a:xfrm>
              <a:off x="5288756" y="4936331"/>
              <a:ext cx="104775" cy="142875"/>
            </a:xfrm>
            <a:custGeom>
              <a:avLst/>
              <a:gdLst>
                <a:gd name="connsiteX0" fmla="*/ 7144 w 104775"/>
                <a:gd name="connsiteY0" fmla="*/ 7144 h 142875"/>
                <a:gd name="connsiteX1" fmla="*/ 102394 w 104775"/>
                <a:gd name="connsiteY1" fmla="*/ 7144 h 142875"/>
                <a:gd name="connsiteX2" fmla="*/ 102394 w 104775"/>
                <a:gd name="connsiteY2" fmla="*/ 140494 h 142875"/>
                <a:gd name="connsiteX3" fmla="*/ 7144 w 104775"/>
                <a:gd name="connsiteY3" fmla="*/ 140494 h 142875"/>
                <a:gd name="connsiteX4" fmla="*/ 7144 w 104775"/>
                <a:gd name="connsiteY4" fmla="*/ 714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42875">
                  <a:moveTo>
                    <a:pt x="7144" y="7144"/>
                  </a:moveTo>
                  <a:lnTo>
                    <a:pt x="102394" y="7144"/>
                  </a:lnTo>
                  <a:lnTo>
                    <a:pt x="102394" y="140494"/>
                  </a:lnTo>
                  <a:lnTo>
                    <a:pt x="7144" y="14049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02" name="Graphic 12">
            <a:extLst>
              <a:ext uri="{FF2B5EF4-FFF2-40B4-BE49-F238E27FC236}">
                <a16:creationId xmlns:a16="http://schemas.microsoft.com/office/drawing/2014/main" id="{1AFF28BA-C791-4D07-874F-028D762A189F}"/>
              </a:ext>
            </a:extLst>
          </p:cNvPr>
          <p:cNvGrpSpPr>
            <a:grpSpLocks noChangeAspect="1"/>
          </p:cNvGrpSpPr>
          <p:nvPr/>
        </p:nvGrpSpPr>
        <p:grpSpPr>
          <a:xfrm>
            <a:off x="6463176" y="3162925"/>
            <a:ext cx="488487" cy="502920"/>
            <a:chOff x="4152900" y="1423988"/>
            <a:chExt cx="4191000" cy="43148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6DDCFCAE-8B56-4D49-A249-6279D722EF82}"/>
                </a:ext>
              </a:extLst>
            </p:cNvPr>
            <p:cNvSpPr/>
            <p:nvPr/>
          </p:nvSpPr>
          <p:spPr>
            <a:xfrm>
              <a:off x="6656546" y="2079784"/>
              <a:ext cx="466725" cy="85725"/>
            </a:xfrm>
            <a:custGeom>
              <a:avLst/>
              <a:gdLst>
                <a:gd name="connsiteX0" fmla="*/ 7144 w 466725"/>
                <a:gd name="connsiteY0" fmla="*/ 7144 h 85725"/>
                <a:gd name="connsiteX1" fmla="*/ 463391 w 466725"/>
                <a:gd name="connsiteY1" fmla="*/ 7144 h 85725"/>
                <a:gd name="connsiteX2" fmla="*/ 463391 w 466725"/>
                <a:gd name="connsiteY2" fmla="*/ 83344 h 85725"/>
                <a:gd name="connsiteX3" fmla="*/ 7144 w 466725"/>
                <a:gd name="connsiteY3" fmla="*/ 83344 h 85725"/>
                <a:gd name="connsiteX4" fmla="*/ 7144 w 466725"/>
                <a:gd name="connsiteY4" fmla="*/ 71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85725">
                  <a:moveTo>
                    <a:pt x="7144" y="7144"/>
                  </a:moveTo>
                  <a:lnTo>
                    <a:pt x="463391" y="7144"/>
                  </a:lnTo>
                  <a:lnTo>
                    <a:pt x="463391" y="83344"/>
                  </a:lnTo>
                  <a:lnTo>
                    <a:pt x="7144" y="833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31C0A39D-9881-400D-9C52-C4B193D7A8C2}"/>
                </a:ext>
              </a:extLst>
            </p:cNvPr>
            <p:cNvSpPr/>
            <p:nvPr/>
          </p:nvSpPr>
          <p:spPr>
            <a:xfrm>
              <a:off x="6808946" y="1470184"/>
              <a:ext cx="161925" cy="466725"/>
            </a:xfrm>
            <a:custGeom>
              <a:avLst/>
              <a:gdLst>
                <a:gd name="connsiteX0" fmla="*/ 159544 w 161925"/>
                <a:gd name="connsiteY0" fmla="*/ 83344 h 466725"/>
                <a:gd name="connsiteX1" fmla="*/ 83344 w 161925"/>
                <a:gd name="connsiteY1" fmla="*/ 7144 h 466725"/>
                <a:gd name="connsiteX2" fmla="*/ 7144 w 161925"/>
                <a:gd name="connsiteY2" fmla="*/ 83344 h 466725"/>
                <a:gd name="connsiteX3" fmla="*/ 7144 w 161925"/>
                <a:gd name="connsiteY3" fmla="*/ 463391 h 466725"/>
                <a:gd name="connsiteX4" fmla="*/ 159544 w 161925"/>
                <a:gd name="connsiteY4" fmla="*/ 463391 h 466725"/>
                <a:gd name="connsiteX5" fmla="*/ 159544 w 161925"/>
                <a:gd name="connsiteY5" fmla="*/ 833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1925" h="466725">
                  <a:moveTo>
                    <a:pt x="159544" y="83344"/>
                  </a:moveTo>
                  <a:cubicBezTo>
                    <a:pt x="159544" y="41434"/>
                    <a:pt x="125254" y="7144"/>
                    <a:pt x="83344" y="7144"/>
                  </a:cubicBezTo>
                  <a:cubicBezTo>
                    <a:pt x="41434" y="7144"/>
                    <a:pt x="7144" y="41434"/>
                    <a:pt x="7144" y="83344"/>
                  </a:cubicBezTo>
                  <a:lnTo>
                    <a:pt x="7144" y="463391"/>
                  </a:lnTo>
                  <a:lnTo>
                    <a:pt x="159544" y="463391"/>
                  </a:lnTo>
                  <a:lnTo>
                    <a:pt x="159544" y="83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B9DB69A-C50F-4AF6-BA6E-A0B7650D5BEC}"/>
                </a:ext>
              </a:extLst>
            </p:cNvPr>
            <p:cNvSpPr/>
            <p:nvPr/>
          </p:nvSpPr>
          <p:spPr>
            <a:xfrm>
              <a:off x="6656546" y="4133374"/>
              <a:ext cx="466725" cy="161925"/>
            </a:xfrm>
            <a:custGeom>
              <a:avLst/>
              <a:gdLst>
                <a:gd name="connsiteX0" fmla="*/ 7144 w 466725"/>
                <a:gd name="connsiteY0" fmla="*/ 7144 h 161925"/>
                <a:gd name="connsiteX1" fmla="*/ 463391 w 466725"/>
                <a:gd name="connsiteY1" fmla="*/ 7144 h 161925"/>
                <a:gd name="connsiteX2" fmla="*/ 463391 w 466725"/>
                <a:gd name="connsiteY2" fmla="*/ 159544 h 161925"/>
                <a:gd name="connsiteX3" fmla="*/ 7144 w 466725"/>
                <a:gd name="connsiteY3" fmla="*/ 159544 h 161925"/>
                <a:gd name="connsiteX4" fmla="*/ 7144 w 4667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161925">
                  <a:moveTo>
                    <a:pt x="7144" y="7144"/>
                  </a:moveTo>
                  <a:lnTo>
                    <a:pt x="463391" y="7144"/>
                  </a:lnTo>
                  <a:lnTo>
                    <a:pt x="463391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878BFDA1-3BFB-463B-B2A5-6173860B1E0A}"/>
                </a:ext>
              </a:extLst>
            </p:cNvPr>
            <p:cNvSpPr/>
            <p:nvPr/>
          </p:nvSpPr>
          <p:spPr>
            <a:xfrm>
              <a:off x="6594634" y="2308384"/>
              <a:ext cx="590550" cy="723900"/>
            </a:xfrm>
            <a:custGeom>
              <a:avLst/>
              <a:gdLst>
                <a:gd name="connsiteX0" fmla="*/ 587216 w 590550"/>
                <a:gd name="connsiteY0" fmla="*/ 376714 h 723900"/>
                <a:gd name="connsiteX1" fmla="*/ 402431 w 590550"/>
                <a:gd name="connsiteY1" fmla="*/ 7144 h 723900"/>
                <a:gd name="connsiteX2" fmla="*/ 191929 w 590550"/>
                <a:gd name="connsiteY2" fmla="*/ 7144 h 723900"/>
                <a:gd name="connsiteX3" fmla="*/ 7144 w 590550"/>
                <a:gd name="connsiteY3" fmla="*/ 376714 h 723900"/>
                <a:gd name="connsiteX4" fmla="*/ 297656 w 590550"/>
                <a:gd name="connsiteY4" fmla="*/ 725329 h 723900"/>
                <a:gd name="connsiteX5" fmla="*/ 587216 w 590550"/>
                <a:gd name="connsiteY5" fmla="*/ 376714 h 723900"/>
                <a:gd name="connsiteX6" fmla="*/ 145256 w 590550"/>
                <a:gd name="connsiteY6" fmla="*/ 463391 h 723900"/>
                <a:gd name="connsiteX7" fmla="*/ 145256 w 590550"/>
                <a:gd name="connsiteY7" fmla="*/ 310991 h 723900"/>
                <a:gd name="connsiteX8" fmla="*/ 221456 w 590550"/>
                <a:gd name="connsiteY8" fmla="*/ 310991 h 723900"/>
                <a:gd name="connsiteX9" fmla="*/ 221456 w 590550"/>
                <a:gd name="connsiteY9" fmla="*/ 158591 h 723900"/>
                <a:gd name="connsiteX10" fmla="*/ 373856 w 590550"/>
                <a:gd name="connsiteY10" fmla="*/ 158591 h 723900"/>
                <a:gd name="connsiteX11" fmla="*/ 373856 w 590550"/>
                <a:gd name="connsiteY11" fmla="*/ 310991 h 723900"/>
                <a:gd name="connsiteX12" fmla="*/ 450056 w 590550"/>
                <a:gd name="connsiteY12" fmla="*/ 310991 h 723900"/>
                <a:gd name="connsiteX13" fmla="*/ 450056 w 590550"/>
                <a:gd name="connsiteY13" fmla="*/ 463391 h 723900"/>
                <a:gd name="connsiteX14" fmla="*/ 373856 w 590550"/>
                <a:gd name="connsiteY14" fmla="*/ 463391 h 723900"/>
                <a:gd name="connsiteX15" fmla="*/ 373856 w 590550"/>
                <a:gd name="connsiteY15" fmla="*/ 539591 h 723900"/>
                <a:gd name="connsiteX16" fmla="*/ 221456 w 590550"/>
                <a:gd name="connsiteY16" fmla="*/ 539591 h 723900"/>
                <a:gd name="connsiteX17" fmla="*/ 221456 w 590550"/>
                <a:gd name="connsiteY17" fmla="*/ 463391 h 723900"/>
                <a:gd name="connsiteX18" fmla="*/ 145256 w 590550"/>
                <a:gd name="connsiteY18" fmla="*/ 463391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550" h="723900">
                  <a:moveTo>
                    <a:pt x="587216" y="376714"/>
                  </a:moveTo>
                  <a:lnTo>
                    <a:pt x="402431" y="7144"/>
                  </a:lnTo>
                  <a:lnTo>
                    <a:pt x="191929" y="7144"/>
                  </a:lnTo>
                  <a:lnTo>
                    <a:pt x="7144" y="376714"/>
                  </a:lnTo>
                  <a:lnTo>
                    <a:pt x="297656" y="725329"/>
                  </a:lnTo>
                  <a:lnTo>
                    <a:pt x="587216" y="376714"/>
                  </a:lnTo>
                  <a:close/>
                  <a:moveTo>
                    <a:pt x="145256" y="463391"/>
                  </a:moveTo>
                  <a:lnTo>
                    <a:pt x="145256" y="310991"/>
                  </a:lnTo>
                  <a:lnTo>
                    <a:pt x="221456" y="310991"/>
                  </a:lnTo>
                  <a:lnTo>
                    <a:pt x="221456" y="158591"/>
                  </a:lnTo>
                  <a:lnTo>
                    <a:pt x="373856" y="158591"/>
                  </a:lnTo>
                  <a:lnTo>
                    <a:pt x="373856" y="310991"/>
                  </a:lnTo>
                  <a:lnTo>
                    <a:pt x="450056" y="310991"/>
                  </a:lnTo>
                  <a:lnTo>
                    <a:pt x="450056" y="463391"/>
                  </a:lnTo>
                  <a:lnTo>
                    <a:pt x="373856" y="463391"/>
                  </a:lnTo>
                  <a:lnTo>
                    <a:pt x="373856" y="539591"/>
                  </a:lnTo>
                  <a:lnTo>
                    <a:pt x="221456" y="539591"/>
                  </a:lnTo>
                  <a:lnTo>
                    <a:pt x="221456" y="463391"/>
                  </a:lnTo>
                  <a:lnTo>
                    <a:pt x="145256" y="46339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E3CCCEFB-11AD-4AC9-8BB4-883B12A80035}"/>
                </a:ext>
              </a:extLst>
            </p:cNvPr>
            <p:cNvSpPr/>
            <p:nvPr/>
          </p:nvSpPr>
          <p:spPr>
            <a:xfrm>
              <a:off x="5439251" y="4133374"/>
              <a:ext cx="466725" cy="161925"/>
            </a:xfrm>
            <a:custGeom>
              <a:avLst/>
              <a:gdLst>
                <a:gd name="connsiteX0" fmla="*/ 7144 w 466725"/>
                <a:gd name="connsiteY0" fmla="*/ 7144 h 161925"/>
                <a:gd name="connsiteX1" fmla="*/ 463391 w 466725"/>
                <a:gd name="connsiteY1" fmla="*/ 7144 h 161925"/>
                <a:gd name="connsiteX2" fmla="*/ 463391 w 466725"/>
                <a:gd name="connsiteY2" fmla="*/ 159544 h 161925"/>
                <a:gd name="connsiteX3" fmla="*/ 7144 w 466725"/>
                <a:gd name="connsiteY3" fmla="*/ 159544 h 161925"/>
                <a:gd name="connsiteX4" fmla="*/ 7144 w 4667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161925">
                  <a:moveTo>
                    <a:pt x="7144" y="7144"/>
                  </a:moveTo>
                  <a:lnTo>
                    <a:pt x="463391" y="7144"/>
                  </a:lnTo>
                  <a:lnTo>
                    <a:pt x="463391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1C9D0EB2-383A-43BE-9676-B280C467B185}"/>
                </a:ext>
              </a:extLst>
            </p:cNvPr>
            <p:cNvSpPr/>
            <p:nvPr/>
          </p:nvSpPr>
          <p:spPr>
            <a:xfrm>
              <a:off x="6656546" y="3448527"/>
              <a:ext cx="466725" cy="161925"/>
            </a:xfrm>
            <a:custGeom>
              <a:avLst/>
              <a:gdLst>
                <a:gd name="connsiteX0" fmla="*/ 7144 w 466725"/>
                <a:gd name="connsiteY0" fmla="*/ 7144 h 161925"/>
                <a:gd name="connsiteX1" fmla="*/ 463391 w 466725"/>
                <a:gd name="connsiteY1" fmla="*/ 7144 h 161925"/>
                <a:gd name="connsiteX2" fmla="*/ 463391 w 466725"/>
                <a:gd name="connsiteY2" fmla="*/ 159544 h 161925"/>
                <a:gd name="connsiteX3" fmla="*/ 7144 w 466725"/>
                <a:gd name="connsiteY3" fmla="*/ 159544 h 161925"/>
                <a:gd name="connsiteX4" fmla="*/ 7144 w 4667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161925">
                  <a:moveTo>
                    <a:pt x="7144" y="7144"/>
                  </a:moveTo>
                  <a:lnTo>
                    <a:pt x="463391" y="7144"/>
                  </a:lnTo>
                  <a:lnTo>
                    <a:pt x="463391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DAAB1CBA-E9DA-476B-8C55-603EFFD8D946}"/>
                </a:ext>
              </a:extLst>
            </p:cNvPr>
            <p:cNvSpPr/>
            <p:nvPr/>
          </p:nvSpPr>
          <p:spPr>
            <a:xfrm>
              <a:off x="4219099" y="5046822"/>
              <a:ext cx="4124325" cy="695325"/>
            </a:xfrm>
            <a:custGeom>
              <a:avLst/>
              <a:gdLst>
                <a:gd name="connsiteX0" fmla="*/ 3623786 w 4124325"/>
                <a:gd name="connsiteY0" fmla="*/ 7144 h 695325"/>
                <a:gd name="connsiteX1" fmla="*/ 505301 w 4124325"/>
                <a:gd name="connsiteY1" fmla="*/ 7144 h 695325"/>
                <a:gd name="connsiteX2" fmla="*/ 7144 w 4124325"/>
                <a:gd name="connsiteY2" fmla="*/ 691991 h 695325"/>
                <a:gd name="connsiteX3" fmla="*/ 1555909 w 4124325"/>
                <a:gd name="connsiteY3" fmla="*/ 691991 h 695325"/>
                <a:gd name="connsiteX4" fmla="*/ 1689259 w 4124325"/>
                <a:gd name="connsiteY4" fmla="*/ 359569 h 695325"/>
                <a:gd name="connsiteX5" fmla="*/ 1759744 w 4124325"/>
                <a:gd name="connsiteY5" fmla="*/ 311944 h 695325"/>
                <a:gd name="connsiteX6" fmla="*/ 2368391 w 4124325"/>
                <a:gd name="connsiteY6" fmla="*/ 311944 h 695325"/>
                <a:gd name="connsiteX7" fmla="*/ 2438876 w 4124325"/>
                <a:gd name="connsiteY7" fmla="*/ 359569 h 695325"/>
                <a:gd name="connsiteX8" fmla="*/ 2572226 w 4124325"/>
                <a:gd name="connsiteY8" fmla="*/ 691991 h 695325"/>
                <a:gd name="connsiteX9" fmla="*/ 4120991 w 4124325"/>
                <a:gd name="connsiteY9" fmla="*/ 691991 h 695325"/>
                <a:gd name="connsiteX10" fmla="*/ 3623786 w 4124325"/>
                <a:gd name="connsiteY10" fmla="*/ 7144 h 695325"/>
                <a:gd name="connsiteX11" fmla="*/ 998696 w 4124325"/>
                <a:gd name="connsiteY11" fmla="*/ 83344 h 695325"/>
                <a:gd name="connsiteX12" fmla="*/ 1303496 w 4124325"/>
                <a:gd name="connsiteY12" fmla="*/ 83344 h 695325"/>
                <a:gd name="connsiteX13" fmla="*/ 1303496 w 4124325"/>
                <a:gd name="connsiteY13" fmla="*/ 235744 h 695325"/>
                <a:gd name="connsiteX14" fmla="*/ 998696 w 4124325"/>
                <a:gd name="connsiteY14" fmla="*/ 235744 h 695325"/>
                <a:gd name="connsiteX15" fmla="*/ 998696 w 4124325"/>
                <a:gd name="connsiteY15" fmla="*/ 83344 h 695325"/>
                <a:gd name="connsiteX16" fmla="*/ 542449 w 4124325"/>
                <a:gd name="connsiteY16" fmla="*/ 83344 h 695325"/>
                <a:gd name="connsiteX17" fmla="*/ 847249 w 4124325"/>
                <a:gd name="connsiteY17" fmla="*/ 83344 h 695325"/>
                <a:gd name="connsiteX18" fmla="*/ 847249 w 4124325"/>
                <a:gd name="connsiteY18" fmla="*/ 235744 h 695325"/>
                <a:gd name="connsiteX19" fmla="*/ 542449 w 4124325"/>
                <a:gd name="connsiteY19" fmla="*/ 235744 h 695325"/>
                <a:gd name="connsiteX20" fmla="*/ 542449 w 4124325"/>
                <a:gd name="connsiteY20" fmla="*/ 83344 h 695325"/>
                <a:gd name="connsiteX21" fmla="*/ 618649 w 4124325"/>
                <a:gd name="connsiteY21" fmla="*/ 539591 h 695325"/>
                <a:gd name="connsiteX22" fmla="*/ 313849 w 4124325"/>
                <a:gd name="connsiteY22" fmla="*/ 539591 h 695325"/>
                <a:gd name="connsiteX23" fmla="*/ 313849 w 4124325"/>
                <a:gd name="connsiteY23" fmla="*/ 387191 h 695325"/>
                <a:gd name="connsiteX24" fmla="*/ 618649 w 4124325"/>
                <a:gd name="connsiteY24" fmla="*/ 387191 h 695325"/>
                <a:gd name="connsiteX25" fmla="*/ 618649 w 4124325"/>
                <a:gd name="connsiteY25" fmla="*/ 539591 h 695325"/>
                <a:gd name="connsiteX26" fmla="*/ 1074896 w 4124325"/>
                <a:gd name="connsiteY26" fmla="*/ 539591 h 695325"/>
                <a:gd name="connsiteX27" fmla="*/ 770096 w 4124325"/>
                <a:gd name="connsiteY27" fmla="*/ 539591 h 695325"/>
                <a:gd name="connsiteX28" fmla="*/ 770096 w 4124325"/>
                <a:gd name="connsiteY28" fmla="*/ 387191 h 695325"/>
                <a:gd name="connsiteX29" fmla="*/ 1074896 w 4124325"/>
                <a:gd name="connsiteY29" fmla="*/ 387191 h 695325"/>
                <a:gd name="connsiteX30" fmla="*/ 1074896 w 4124325"/>
                <a:gd name="connsiteY30" fmla="*/ 539591 h 695325"/>
                <a:gd name="connsiteX31" fmla="*/ 1532096 w 4124325"/>
                <a:gd name="connsiteY31" fmla="*/ 539591 h 695325"/>
                <a:gd name="connsiteX32" fmla="*/ 1227296 w 4124325"/>
                <a:gd name="connsiteY32" fmla="*/ 539591 h 695325"/>
                <a:gd name="connsiteX33" fmla="*/ 1227296 w 4124325"/>
                <a:gd name="connsiteY33" fmla="*/ 387191 h 695325"/>
                <a:gd name="connsiteX34" fmla="*/ 1532096 w 4124325"/>
                <a:gd name="connsiteY34" fmla="*/ 387191 h 695325"/>
                <a:gd name="connsiteX35" fmla="*/ 1532096 w 4124325"/>
                <a:gd name="connsiteY35" fmla="*/ 539591 h 695325"/>
                <a:gd name="connsiteX36" fmla="*/ 1759744 w 4124325"/>
                <a:gd name="connsiteY36" fmla="*/ 235744 h 695325"/>
                <a:gd name="connsiteX37" fmla="*/ 1454944 w 4124325"/>
                <a:gd name="connsiteY37" fmla="*/ 235744 h 695325"/>
                <a:gd name="connsiteX38" fmla="*/ 1454944 w 4124325"/>
                <a:gd name="connsiteY38" fmla="*/ 83344 h 695325"/>
                <a:gd name="connsiteX39" fmla="*/ 1759744 w 4124325"/>
                <a:gd name="connsiteY39" fmla="*/ 83344 h 695325"/>
                <a:gd name="connsiteX40" fmla="*/ 1759744 w 4124325"/>
                <a:gd name="connsiteY40" fmla="*/ 235744 h 695325"/>
                <a:gd name="connsiteX41" fmla="*/ 2216944 w 4124325"/>
                <a:gd name="connsiteY41" fmla="*/ 235744 h 695325"/>
                <a:gd name="connsiteX42" fmla="*/ 1912144 w 4124325"/>
                <a:gd name="connsiteY42" fmla="*/ 235744 h 695325"/>
                <a:gd name="connsiteX43" fmla="*/ 1912144 w 4124325"/>
                <a:gd name="connsiteY43" fmla="*/ 83344 h 695325"/>
                <a:gd name="connsiteX44" fmla="*/ 2216944 w 4124325"/>
                <a:gd name="connsiteY44" fmla="*/ 83344 h 695325"/>
                <a:gd name="connsiteX45" fmla="*/ 2216944 w 4124325"/>
                <a:gd name="connsiteY45" fmla="*/ 235744 h 695325"/>
                <a:gd name="connsiteX46" fmla="*/ 3281839 w 4124325"/>
                <a:gd name="connsiteY46" fmla="*/ 83344 h 695325"/>
                <a:gd name="connsiteX47" fmla="*/ 3586639 w 4124325"/>
                <a:gd name="connsiteY47" fmla="*/ 83344 h 695325"/>
                <a:gd name="connsiteX48" fmla="*/ 3586639 w 4124325"/>
                <a:gd name="connsiteY48" fmla="*/ 235744 h 695325"/>
                <a:gd name="connsiteX49" fmla="*/ 3281839 w 4124325"/>
                <a:gd name="connsiteY49" fmla="*/ 235744 h 695325"/>
                <a:gd name="connsiteX50" fmla="*/ 3281839 w 4124325"/>
                <a:gd name="connsiteY50" fmla="*/ 83344 h 695325"/>
                <a:gd name="connsiteX51" fmla="*/ 2825591 w 4124325"/>
                <a:gd name="connsiteY51" fmla="*/ 83344 h 695325"/>
                <a:gd name="connsiteX52" fmla="*/ 3130391 w 4124325"/>
                <a:gd name="connsiteY52" fmla="*/ 83344 h 695325"/>
                <a:gd name="connsiteX53" fmla="*/ 3130391 w 4124325"/>
                <a:gd name="connsiteY53" fmla="*/ 235744 h 695325"/>
                <a:gd name="connsiteX54" fmla="*/ 2825591 w 4124325"/>
                <a:gd name="connsiteY54" fmla="*/ 235744 h 695325"/>
                <a:gd name="connsiteX55" fmla="*/ 2825591 w 4124325"/>
                <a:gd name="connsiteY55" fmla="*/ 83344 h 695325"/>
                <a:gd name="connsiteX56" fmla="*/ 2368391 w 4124325"/>
                <a:gd name="connsiteY56" fmla="*/ 235744 h 695325"/>
                <a:gd name="connsiteX57" fmla="*/ 2368391 w 4124325"/>
                <a:gd name="connsiteY57" fmla="*/ 83344 h 695325"/>
                <a:gd name="connsiteX58" fmla="*/ 2673191 w 4124325"/>
                <a:gd name="connsiteY58" fmla="*/ 83344 h 695325"/>
                <a:gd name="connsiteX59" fmla="*/ 2673191 w 4124325"/>
                <a:gd name="connsiteY59" fmla="*/ 235744 h 695325"/>
                <a:gd name="connsiteX60" fmla="*/ 2368391 w 4124325"/>
                <a:gd name="connsiteY60" fmla="*/ 235744 h 695325"/>
                <a:gd name="connsiteX61" fmla="*/ 2900839 w 4124325"/>
                <a:gd name="connsiteY61" fmla="*/ 539591 h 695325"/>
                <a:gd name="connsiteX62" fmla="*/ 2596039 w 4124325"/>
                <a:gd name="connsiteY62" fmla="*/ 539591 h 695325"/>
                <a:gd name="connsiteX63" fmla="*/ 2596039 w 4124325"/>
                <a:gd name="connsiteY63" fmla="*/ 387191 h 695325"/>
                <a:gd name="connsiteX64" fmla="*/ 2900839 w 4124325"/>
                <a:gd name="connsiteY64" fmla="*/ 387191 h 695325"/>
                <a:gd name="connsiteX65" fmla="*/ 2900839 w 4124325"/>
                <a:gd name="connsiteY65" fmla="*/ 539591 h 695325"/>
                <a:gd name="connsiteX66" fmla="*/ 3358039 w 4124325"/>
                <a:gd name="connsiteY66" fmla="*/ 539591 h 695325"/>
                <a:gd name="connsiteX67" fmla="*/ 3053239 w 4124325"/>
                <a:gd name="connsiteY67" fmla="*/ 539591 h 695325"/>
                <a:gd name="connsiteX68" fmla="*/ 3053239 w 4124325"/>
                <a:gd name="connsiteY68" fmla="*/ 387191 h 695325"/>
                <a:gd name="connsiteX69" fmla="*/ 3358039 w 4124325"/>
                <a:gd name="connsiteY69" fmla="*/ 387191 h 695325"/>
                <a:gd name="connsiteX70" fmla="*/ 3358039 w 4124325"/>
                <a:gd name="connsiteY70" fmla="*/ 539591 h 695325"/>
                <a:gd name="connsiteX71" fmla="*/ 3510439 w 4124325"/>
                <a:gd name="connsiteY71" fmla="*/ 539591 h 695325"/>
                <a:gd name="connsiteX72" fmla="*/ 3510439 w 4124325"/>
                <a:gd name="connsiteY72" fmla="*/ 387191 h 695325"/>
                <a:gd name="connsiteX73" fmla="*/ 3815239 w 4124325"/>
                <a:gd name="connsiteY73" fmla="*/ 387191 h 695325"/>
                <a:gd name="connsiteX74" fmla="*/ 3815239 w 4124325"/>
                <a:gd name="connsiteY74" fmla="*/ 539591 h 695325"/>
                <a:gd name="connsiteX75" fmla="*/ 3510439 w 4124325"/>
                <a:gd name="connsiteY75" fmla="*/ 539591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124325" h="695325">
                  <a:moveTo>
                    <a:pt x="3623786" y="7144"/>
                  </a:moveTo>
                  <a:lnTo>
                    <a:pt x="505301" y="7144"/>
                  </a:lnTo>
                  <a:lnTo>
                    <a:pt x="7144" y="691991"/>
                  </a:lnTo>
                  <a:lnTo>
                    <a:pt x="1555909" y="691991"/>
                  </a:lnTo>
                  <a:lnTo>
                    <a:pt x="1689259" y="359569"/>
                  </a:lnTo>
                  <a:cubicBezTo>
                    <a:pt x="1700689" y="330994"/>
                    <a:pt x="1729264" y="311944"/>
                    <a:pt x="1759744" y="311944"/>
                  </a:cubicBezTo>
                  <a:lnTo>
                    <a:pt x="2368391" y="311944"/>
                  </a:lnTo>
                  <a:cubicBezTo>
                    <a:pt x="2399824" y="311944"/>
                    <a:pt x="2427446" y="330994"/>
                    <a:pt x="2438876" y="359569"/>
                  </a:cubicBezTo>
                  <a:lnTo>
                    <a:pt x="2572226" y="691991"/>
                  </a:lnTo>
                  <a:lnTo>
                    <a:pt x="4120991" y="691991"/>
                  </a:lnTo>
                  <a:lnTo>
                    <a:pt x="3623786" y="7144"/>
                  </a:lnTo>
                  <a:close/>
                  <a:moveTo>
                    <a:pt x="998696" y="83344"/>
                  </a:moveTo>
                  <a:lnTo>
                    <a:pt x="1303496" y="83344"/>
                  </a:lnTo>
                  <a:lnTo>
                    <a:pt x="1303496" y="235744"/>
                  </a:lnTo>
                  <a:lnTo>
                    <a:pt x="998696" y="235744"/>
                  </a:lnTo>
                  <a:lnTo>
                    <a:pt x="998696" y="83344"/>
                  </a:lnTo>
                  <a:close/>
                  <a:moveTo>
                    <a:pt x="542449" y="83344"/>
                  </a:moveTo>
                  <a:lnTo>
                    <a:pt x="847249" y="83344"/>
                  </a:lnTo>
                  <a:lnTo>
                    <a:pt x="847249" y="235744"/>
                  </a:lnTo>
                  <a:lnTo>
                    <a:pt x="542449" y="235744"/>
                  </a:lnTo>
                  <a:lnTo>
                    <a:pt x="542449" y="83344"/>
                  </a:lnTo>
                  <a:close/>
                  <a:moveTo>
                    <a:pt x="618649" y="539591"/>
                  </a:moveTo>
                  <a:lnTo>
                    <a:pt x="313849" y="539591"/>
                  </a:lnTo>
                  <a:lnTo>
                    <a:pt x="313849" y="387191"/>
                  </a:lnTo>
                  <a:lnTo>
                    <a:pt x="618649" y="387191"/>
                  </a:lnTo>
                  <a:lnTo>
                    <a:pt x="618649" y="539591"/>
                  </a:lnTo>
                  <a:close/>
                  <a:moveTo>
                    <a:pt x="1074896" y="539591"/>
                  </a:moveTo>
                  <a:lnTo>
                    <a:pt x="770096" y="539591"/>
                  </a:lnTo>
                  <a:lnTo>
                    <a:pt x="770096" y="387191"/>
                  </a:lnTo>
                  <a:lnTo>
                    <a:pt x="1074896" y="387191"/>
                  </a:lnTo>
                  <a:lnTo>
                    <a:pt x="1074896" y="539591"/>
                  </a:lnTo>
                  <a:close/>
                  <a:moveTo>
                    <a:pt x="1532096" y="539591"/>
                  </a:moveTo>
                  <a:lnTo>
                    <a:pt x="1227296" y="539591"/>
                  </a:lnTo>
                  <a:lnTo>
                    <a:pt x="1227296" y="387191"/>
                  </a:lnTo>
                  <a:lnTo>
                    <a:pt x="1532096" y="387191"/>
                  </a:lnTo>
                  <a:lnTo>
                    <a:pt x="1532096" y="539591"/>
                  </a:lnTo>
                  <a:close/>
                  <a:moveTo>
                    <a:pt x="1759744" y="235744"/>
                  </a:moveTo>
                  <a:lnTo>
                    <a:pt x="1454944" y="235744"/>
                  </a:lnTo>
                  <a:lnTo>
                    <a:pt x="1454944" y="83344"/>
                  </a:lnTo>
                  <a:lnTo>
                    <a:pt x="1759744" y="83344"/>
                  </a:lnTo>
                  <a:lnTo>
                    <a:pt x="1759744" y="235744"/>
                  </a:lnTo>
                  <a:close/>
                  <a:moveTo>
                    <a:pt x="2216944" y="235744"/>
                  </a:moveTo>
                  <a:lnTo>
                    <a:pt x="1912144" y="235744"/>
                  </a:lnTo>
                  <a:lnTo>
                    <a:pt x="1912144" y="83344"/>
                  </a:lnTo>
                  <a:lnTo>
                    <a:pt x="2216944" y="83344"/>
                  </a:lnTo>
                  <a:lnTo>
                    <a:pt x="2216944" y="235744"/>
                  </a:lnTo>
                  <a:close/>
                  <a:moveTo>
                    <a:pt x="3281839" y="83344"/>
                  </a:moveTo>
                  <a:lnTo>
                    <a:pt x="3586639" y="83344"/>
                  </a:lnTo>
                  <a:lnTo>
                    <a:pt x="3586639" y="235744"/>
                  </a:lnTo>
                  <a:lnTo>
                    <a:pt x="3281839" y="235744"/>
                  </a:lnTo>
                  <a:lnTo>
                    <a:pt x="3281839" y="83344"/>
                  </a:lnTo>
                  <a:close/>
                  <a:moveTo>
                    <a:pt x="2825591" y="83344"/>
                  </a:moveTo>
                  <a:lnTo>
                    <a:pt x="3130391" y="83344"/>
                  </a:lnTo>
                  <a:lnTo>
                    <a:pt x="3130391" y="235744"/>
                  </a:lnTo>
                  <a:lnTo>
                    <a:pt x="2825591" y="235744"/>
                  </a:lnTo>
                  <a:lnTo>
                    <a:pt x="2825591" y="83344"/>
                  </a:lnTo>
                  <a:close/>
                  <a:moveTo>
                    <a:pt x="2368391" y="235744"/>
                  </a:moveTo>
                  <a:lnTo>
                    <a:pt x="2368391" y="83344"/>
                  </a:lnTo>
                  <a:lnTo>
                    <a:pt x="2673191" y="83344"/>
                  </a:lnTo>
                  <a:lnTo>
                    <a:pt x="2673191" y="235744"/>
                  </a:lnTo>
                  <a:lnTo>
                    <a:pt x="2368391" y="235744"/>
                  </a:lnTo>
                  <a:close/>
                  <a:moveTo>
                    <a:pt x="2900839" y="539591"/>
                  </a:moveTo>
                  <a:lnTo>
                    <a:pt x="2596039" y="539591"/>
                  </a:lnTo>
                  <a:lnTo>
                    <a:pt x="2596039" y="387191"/>
                  </a:lnTo>
                  <a:lnTo>
                    <a:pt x="2900839" y="387191"/>
                  </a:lnTo>
                  <a:lnTo>
                    <a:pt x="2900839" y="539591"/>
                  </a:lnTo>
                  <a:close/>
                  <a:moveTo>
                    <a:pt x="3358039" y="539591"/>
                  </a:moveTo>
                  <a:lnTo>
                    <a:pt x="3053239" y="539591"/>
                  </a:lnTo>
                  <a:lnTo>
                    <a:pt x="3053239" y="387191"/>
                  </a:lnTo>
                  <a:lnTo>
                    <a:pt x="3358039" y="387191"/>
                  </a:lnTo>
                  <a:lnTo>
                    <a:pt x="3358039" y="539591"/>
                  </a:lnTo>
                  <a:close/>
                  <a:moveTo>
                    <a:pt x="3510439" y="539591"/>
                  </a:moveTo>
                  <a:lnTo>
                    <a:pt x="3510439" y="387191"/>
                  </a:lnTo>
                  <a:lnTo>
                    <a:pt x="3815239" y="387191"/>
                  </a:lnTo>
                  <a:lnTo>
                    <a:pt x="3815239" y="539591"/>
                  </a:lnTo>
                  <a:lnTo>
                    <a:pt x="3510439" y="53959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653982E2-8DD3-4BA5-8E40-83172CD6EAA9}"/>
                </a:ext>
              </a:extLst>
            </p:cNvPr>
            <p:cNvSpPr/>
            <p:nvPr/>
          </p:nvSpPr>
          <p:spPr>
            <a:xfrm>
              <a:off x="4678204" y="2688432"/>
              <a:ext cx="3124200" cy="2219325"/>
            </a:xfrm>
            <a:custGeom>
              <a:avLst/>
              <a:gdLst>
                <a:gd name="connsiteX0" fmla="*/ 7144 w 3124200"/>
                <a:gd name="connsiteY0" fmla="*/ 158591 h 2219325"/>
                <a:gd name="connsiteX1" fmla="*/ 311944 w 3124200"/>
                <a:gd name="connsiteY1" fmla="*/ 158591 h 2219325"/>
                <a:gd name="connsiteX2" fmla="*/ 311944 w 3124200"/>
                <a:gd name="connsiteY2" fmla="*/ 310991 h 2219325"/>
                <a:gd name="connsiteX3" fmla="*/ 7144 w 3124200"/>
                <a:gd name="connsiteY3" fmla="*/ 310991 h 2219325"/>
                <a:gd name="connsiteX4" fmla="*/ 7144 w 3124200"/>
                <a:gd name="connsiteY4" fmla="*/ 387191 h 2219325"/>
                <a:gd name="connsiteX5" fmla="*/ 311944 w 3124200"/>
                <a:gd name="connsiteY5" fmla="*/ 387191 h 2219325"/>
                <a:gd name="connsiteX6" fmla="*/ 311944 w 3124200"/>
                <a:gd name="connsiteY6" fmla="*/ 539591 h 2219325"/>
                <a:gd name="connsiteX7" fmla="*/ 7144 w 3124200"/>
                <a:gd name="connsiteY7" fmla="*/ 539591 h 2219325"/>
                <a:gd name="connsiteX8" fmla="*/ 7144 w 3124200"/>
                <a:gd name="connsiteY8" fmla="*/ 615791 h 2219325"/>
                <a:gd name="connsiteX9" fmla="*/ 311944 w 3124200"/>
                <a:gd name="connsiteY9" fmla="*/ 615791 h 2219325"/>
                <a:gd name="connsiteX10" fmla="*/ 311944 w 3124200"/>
                <a:gd name="connsiteY10" fmla="*/ 768191 h 2219325"/>
                <a:gd name="connsiteX11" fmla="*/ 7144 w 3124200"/>
                <a:gd name="connsiteY11" fmla="*/ 768191 h 2219325"/>
                <a:gd name="connsiteX12" fmla="*/ 7144 w 3124200"/>
                <a:gd name="connsiteY12" fmla="*/ 844391 h 2219325"/>
                <a:gd name="connsiteX13" fmla="*/ 311944 w 3124200"/>
                <a:gd name="connsiteY13" fmla="*/ 844391 h 2219325"/>
                <a:gd name="connsiteX14" fmla="*/ 311944 w 3124200"/>
                <a:gd name="connsiteY14" fmla="*/ 996791 h 2219325"/>
                <a:gd name="connsiteX15" fmla="*/ 7144 w 3124200"/>
                <a:gd name="connsiteY15" fmla="*/ 996791 h 2219325"/>
                <a:gd name="connsiteX16" fmla="*/ 7144 w 3124200"/>
                <a:gd name="connsiteY16" fmla="*/ 1149191 h 2219325"/>
                <a:gd name="connsiteX17" fmla="*/ 83344 w 3124200"/>
                <a:gd name="connsiteY17" fmla="*/ 1149191 h 2219325"/>
                <a:gd name="connsiteX18" fmla="*/ 83344 w 3124200"/>
                <a:gd name="connsiteY18" fmla="*/ 2214086 h 2219325"/>
                <a:gd name="connsiteX19" fmla="*/ 3126581 w 3124200"/>
                <a:gd name="connsiteY19" fmla="*/ 2214086 h 2219325"/>
                <a:gd name="connsiteX20" fmla="*/ 3126581 w 3124200"/>
                <a:gd name="connsiteY20" fmla="*/ 83344 h 2219325"/>
                <a:gd name="connsiteX21" fmla="*/ 2629376 w 3124200"/>
                <a:gd name="connsiteY21" fmla="*/ 83344 h 2219325"/>
                <a:gd name="connsiteX22" fmla="*/ 2565559 w 3124200"/>
                <a:gd name="connsiteY22" fmla="*/ 159544 h 2219325"/>
                <a:gd name="connsiteX23" fmla="*/ 2669381 w 3124200"/>
                <a:gd name="connsiteY23" fmla="*/ 159544 h 2219325"/>
                <a:gd name="connsiteX24" fmla="*/ 2669381 w 3124200"/>
                <a:gd name="connsiteY24" fmla="*/ 311944 h 2219325"/>
                <a:gd name="connsiteX25" fmla="*/ 2516981 w 3124200"/>
                <a:gd name="connsiteY25" fmla="*/ 311944 h 2219325"/>
                <a:gd name="connsiteX26" fmla="*/ 2516981 w 3124200"/>
                <a:gd name="connsiteY26" fmla="*/ 217646 h 2219325"/>
                <a:gd name="connsiteX27" fmla="*/ 2271236 w 3124200"/>
                <a:gd name="connsiteY27" fmla="*/ 512921 h 2219325"/>
                <a:gd name="connsiteX28" fmla="*/ 2213134 w 3124200"/>
                <a:gd name="connsiteY28" fmla="*/ 540544 h 2219325"/>
                <a:gd name="connsiteX29" fmla="*/ 2155031 w 3124200"/>
                <a:gd name="connsiteY29" fmla="*/ 512921 h 2219325"/>
                <a:gd name="connsiteX30" fmla="*/ 1797844 w 3124200"/>
                <a:gd name="connsiteY30" fmla="*/ 83344 h 2219325"/>
                <a:gd name="connsiteX31" fmla="*/ 1605439 w 3124200"/>
                <a:gd name="connsiteY31" fmla="*/ 83344 h 2219325"/>
                <a:gd name="connsiteX32" fmla="*/ 1605439 w 3124200"/>
                <a:gd name="connsiteY32" fmla="*/ 7144 h 2219325"/>
                <a:gd name="connsiteX33" fmla="*/ 1453039 w 3124200"/>
                <a:gd name="connsiteY33" fmla="*/ 7144 h 2219325"/>
                <a:gd name="connsiteX34" fmla="*/ 1453039 w 3124200"/>
                <a:gd name="connsiteY34" fmla="*/ 83344 h 2219325"/>
                <a:gd name="connsiteX35" fmla="*/ 388144 w 3124200"/>
                <a:gd name="connsiteY35" fmla="*/ 83344 h 2219325"/>
                <a:gd name="connsiteX36" fmla="*/ 388144 w 3124200"/>
                <a:gd name="connsiteY36" fmla="*/ 7144 h 2219325"/>
                <a:gd name="connsiteX37" fmla="*/ 311944 w 3124200"/>
                <a:gd name="connsiteY37" fmla="*/ 7144 h 2219325"/>
                <a:gd name="connsiteX38" fmla="*/ 311944 w 3124200"/>
                <a:gd name="connsiteY38" fmla="*/ 83344 h 2219325"/>
                <a:gd name="connsiteX39" fmla="*/ 7144 w 3124200"/>
                <a:gd name="connsiteY39" fmla="*/ 83344 h 2219325"/>
                <a:gd name="connsiteX40" fmla="*/ 7144 w 3124200"/>
                <a:gd name="connsiteY40" fmla="*/ 158591 h 2219325"/>
                <a:gd name="connsiteX41" fmla="*/ 3051334 w 3124200"/>
                <a:gd name="connsiteY41" fmla="*/ 2136934 h 2219325"/>
                <a:gd name="connsiteX42" fmla="*/ 2898934 w 3124200"/>
                <a:gd name="connsiteY42" fmla="*/ 2136934 h 2219325"/>
                <a:gd name="connsiteX43" fmla="*/ 2898934 w 3124200"/>
                <a:gd name="connsiteY43" fmla="*/ 1984534 h 2219325"/>
                <a:gd name="connsiteX44" fmla="*/ 3051334 w 3124200"/>
                <a:gd name="connsiteY44" fmla="*/ 1984534 h 2219325"/>
                <a:gd name="connsiteX45" fmla="*/ 3051334 w 3124200"/>
                <a:gd name="connsiteY45" fmla="*/ 2136934 h 2219325"/>
                <a:gd name="connsiteX46" fmla="*/ 3051334 w 3124200"/>
                <a:gd name="connsiteY46" fmla="*/ 1909286 h 2219325"/>
                <a:gd name="connsiteX47" fmla="*/ 2898934 w 3124200"/>
                <a:gd name="connsiteY47" fmla="*/ 1909286 h 2219325"/>
                <a:gd name="connsiteX48" fmla="*/ 2898934 w 3124200"/>
                <a:gd name="connsiteY48" fmla="*/ 1756886 h 2219325"/>
                <a:gd name="connsiteX49" fmla="*/ 3051334 w 3124200"/>
                <a:gd name="connsiteY49" fmla="*/ 1756886 h 2219325"/>
                <a:gd name="connsiteX50" fmla="*/ 3051334 w 3124200"/>
                <a:gd name="connsiteY50" fmla="*/ 1909286 h 2219325"/>
                <a:gd name="connsiteX51" fmla="*/ 3051334 w 3124200"/>
                <a:gd name="connsiteY51" fmla="*/ 691991 h 2219325"/>
                <a:gd name="connsiteX52" fmla="*/ 2898934 w 3124200"/>
                <a:gd name="connsiteY52" fmla="*/ 691991 h 2219325"/>
                <a:gd name="connsiteX53" fmla="*/ 2898934 w 3124200"/>
                <a:gd name="connsiteY53" fmla="*/ 539591 h 2219325"/>
                <a:gd name="connsiteX54" fmla="*/ 3051334 w 3124200"/>
                <a:gd name="connsiteY54" fmla="*/ 539591 h 2219325"/>
                <a:gd name="connsiteX55" fmla="*/ 3051334 w 3124200"/>
                <a:gd name="connsiteY55" fmla="*/ 691991 h 2219325"/>
                <a:gd name="connsiteX56" fmla="*/ 2746534 w 3124200"/>
                <a:gd name="connsiteY56" fmla="*/ 158591 h 2219325"/>
                <a:gd name="connsiteX57" fmla="*/ 2975134 w 3124200"/>
                <a:gd name="connsiteY57" fmla="*/ 158591 h 2219325"/>
                <a:gd name="connsiteX58" fmla="*/ 3051334 w 3124200"/>
                <a:gd name="connsiteY58" fmla="*/ 234791 h 2219325"/>
                <a:gd name="connsiteX59" fmla="*/ 3051334 w 3124200"/>
                <a:gd name="connsiteY59" fmla="*/ 463391 h 2219325"/>
                <a:gd name="connsiteX60" fmla="*/ 2898934 w 3124200"/>
                <a:gd name="connsiteY60" fmla="*/ 463391 h 2219325"/>
                <a:gd name="connsiteX61" fmla="*/ 2898934 w 3124200"/>
                <a:gd name="connsiteY61" fmla="*/ 310991 h 2219325"/>
                <a:gd name="connsiteX62" fmla="*/ 2746534 w 3124200"/>
                <a:gd name="connsiteY62" fmla="*/ 310991 h 2219325"/>
                <a:gd name="connsiteX63" fmla="*/ 2746534 w 3124200"/>
                <a:gd name="connsiteY63" fmla="*/ 158591 h 2219325"/>
                <a:gd name="connsiteX64" fmla="*/ 2670334 w 3124200"/>
                <a:gd name="connsiteY64" fmla="*/ 1985486 h 2219325"/>
                <a:gd name="connsiteX65" fmla="*/ 2822734 w 3124200"/>
                <a:gd name="connsiteY65" fmla="*/ 1985486 h 2219325"/>
                <a:gd name="connsiteX66" fmla="*/ 2822734 w 3124200"/>
                <a:gd name="connsiteY66" fmla="*/ 2137886 h 2219325"/>
                <a:gd name="connsiteX67" fmla="*/ 2670334 w 3124200"/>
                <a:gd name="connsiteY67" fmla="*/ 2137886 h 2219325"/>
                <a:gd name="connsiteX68" fmla="*/ 2670334 w 3124200"/>
                <a:gd name="connsiteY68" fmla="*/ 1985486 h 2219325"/>
                <a:gd name="connsiteX69" fmla="*/ 1833086 w 3124200"/>
                <a:gd name="connsiteY69" fmla="*/ 1452086 h 2219325"/>
                <a:gd name="connsiteX70" fmla="*/ 1833086 w 3124200"/>
                <a:gd name="connsiteY70" fmla="*/ 1375886 h 2219325"/>
                <a:gd name="connsiteX71" fmla="*/ 1909286 w 3124200"/>
                <a:gd name="connsiteY71" fmla="*/ 1299686 h 2219325"/>
                <a:gd name="connsiteX72" fmla="*/ 2137886 w 3124200"/>
                <a:gd name="connsiteY72" fmla="*/ 1299686 h 2219325"/>
                <a:gd name="connsiteX73" fmla="*/ 2137886 w 3124200"/>
                <a:gd name="connsiteY73" fmla="*/ 1071086 h 2219325"/>
                <a:gd name="connsiteX74" fmla="*/ 1909286 w 3124200"/>
                <a:gd name="connsiteY74" fmla="*/ 1071086 h 2219325"/>
                <a:gd name="connsiteX75" fmla="*/ 1833086 w 3124200"/>
                <a:gd name="connsiteY75" fmla="*/ 994886 h 2219325"/>
                <a:gd name="connsiteX76" fmla="*/ 1833086 w 3124200"/>
                <a:gd name="connsiteY76" fmla="*/ 690086 h 2219325"/>
                <a:gd name="connsiteX77" fmla="*/ 1909286 w 3124200"/>
                <a:gd name="connsiteY77" fmla="*/ 613886 h 2219325"/>
                <a:gd name="connsiteX78" fmla="*/ 2517934 w 3124200"/>
                <a:gd name="connsiteY78" fmla="*/ 613886 h 2219325"/>
                <a:gd name="connsiteX79" fmla="*/ 2594134 w 3124200"/>
                <a:gd name="connsiteY79" fmla="*/ 690086 h 2219325"/>
                <a:gd name="connsiteX80" fmla="*/ 2594134 w 3124200"/>
                <a:gd name="connsiteY80" fmla="*/ 994886 h 2219325"/>
                <a:gd name="connsiteX81" fmla="*/ 2517934 w 3124200"/>
                <a:gd name="connsiteY81" fmla="*/ 1071086 h 2219325"/>
                <a:gd name="connsiteX82" fmla="*/ 2289334 w 3124200"/>
                <a:gd name="connsiteY82" fmla="*/ 1071086 h 2219325"/>
                <a:gd name="connsiteX83" fmla="*/ 2289334 w 3124200"/>
                <a:gd name="connsiteY83" fmla="*/ 1299686 h 2219325"/>
                <a:gd name="connsiteX84" fmla="*/ 2517934 w 3124200"/>
                <a:gd name="connsiteY84" fmla="*/ 1299686 h 2219325"/>
                <a:gd name="connsiteX85" fmla="*/ 2594134 w 3124200"/>
                <a:gd name="connsiteY85" fmla="*/ 1375886 h 2219325"/>
                <a:gd name="connsiteX86" fmla="*/ 2594134 w 3124200"/>
                <a:gd name="connsiteY86" fmla="*/ 1680686 h 2219325"/>
                <a:gd name="connsiteX87" fmla="*/ 2517934 w 3124200"/>
                <a:gd name="connsiteY87" fmla="*/ 1756886 h 2219325"/>
                <a:gd name="connsiteX88" fmla="*/ 1909286 w 3124200"/>
                <a:gd name="connsiteY88" fmla="*/ 1756886 h 2219325"/>
                <a:gd name="connsiteX89" fmla="*/ 1833086 w 3124200"/>
                <a:gd name="connsiteY89" fmla="*/ 1680686 h 2219325"/>
                <a:gd name="connsiteX90" fmla="*/ 1833086 w 3124200"/>
                <a:gd name="connsiteY90" fmla="*/ 1604486 h 2219325"/>
                <a:gd name="connsiteX91" fmla="*/ 1376839 w 3124200"/>
                <a:gd name="connsiteY91" fmla="*/ 1604486 h 2219325"/>
                <a:gd name="connsiteX92" fmla="*/ 1376839 w 3124200"/>
                <a:gd name="connsiteY92" fmla="*/ 1680686 h 2219325"/>
                <a:gd name="connsiteX93" fmla="*/ 1300639 w 3124200"/>
                <a:gd name="connsiteY93" fmla="*/ 1756886 h 2219325"/>
                <a:gd name="connsiteX94" fmla="*/ 1072039 w 3124200"/>
                <a:gd name="connsiteY94" fmla="*/ 1756886 h 2219325"/>
                <a:gd name="connsiteX95" fmla="*/ 1072039 w 3124200"/>
                <a:gd name="connsiteY95" fmla="*/ 2061686 h 2219325"/>
                <a:gd name="connsiteX96" fmla="*/ 919639 w 3124200"/>
                <a:gd name="connsiteY96" fmla="*/ 2061686 h 2219325"/>
                <a:gd name="connsiteX97" fmla="*/ 919639 w 3124200"/>
                <a:gd name="connsiteY97" fmla="*/ 1756886 h 2219325"/>
                <a:gd name="connsiteX98" fmla="*/ 691039 w 3124200"/>
                <a:gd name="connsiteY98" fmla="*/ 1756886 h 2219325"/>
                <a:gd name="connsiteX99" fmla="*/ 614839 w 3124200"/>
                <a:gd name="connsiteY99" fmla="*/ 1680686 h 2219325"/>
                <a:gd name="connsiteX100" fmla="*/ 614839 w 3124200"/>
                <a:gd name="connsiteY100" fmla="*/ 1375886 h 2219325"/>
                <a:gd name="connsiteX101" fmla="*/ 691039 w 3124200"/>
                <a:gd name="connsiteY101" fmla="*/ 1299686 h 2219325"/>
                <a:gd name="connsiteX102" fmla="*/ 1299686 w 3124200"/>
                <a:gd name="connsiteY102" fmla="*/ 1299686 h 2219325"/>
                <a:gd name="connsiteX103" fmla="*/ 1375886 w 3124200"/>
                <a:gd name="connsiteY103" fmla="*/ 1375886 h 2219325"/>
                <a:gd name="connsiteX104" fmla="*/ 1375886 w 3124200"/>
                <a:gd name="connsiteY104" fmla="*/ 1452086 h 2219325"/>
                <a:gd name="connsiteX105" fmla="*/ 1833086 w 3124200"/>
                <a:gd name="connsiteY105" fmla="*/ 1452086 h 2219325"/>
                <a:gd name="connsiteX106" fmla="*/ 1148239 w 3124200"/>
                <a:gd name="connsiteY106" fmla="*/ 539591 h 2219325"/>
                <a:gd name="connsiteX107" fmla="*/ 843439 w 3124200"/>
                <a:gd name="connsiteY107" fmla="*/ 539591 h 2219325"/>
                <a:gd name="connsiteX108" fmla="*/ 843439 w 3124200"/>
                <a:gd name="connsiteY108" fmla="*/ 387191 h 2219325"/>
                <a:gd name="connsiteX109" fmla="*/ 1148239 w 3124200"/>
                <a:gd name="connsiteY109" fmla="*/ 387191 h 2219325"/>
                <a:gd name="connsiteX110" fmla="*/ 1148239 w 3124200"/>
                <a:gd name="connsiteY110" fmla="*/ 539591 h 2219325"/>
                <a:gd name="connsiteX111" fmla="*/ 1224439 w 3124200"/>
                <a:gd name="connsiteY111" fmla="*/ 615791 h 2219325"/>
                <a:gd name="connsiteX112" fmla="*/ 1224439 w 3124200"/>
                <a:gd name="connsiteY112" fmla="*/ 768191 h 2219325"/>
                <a:gd name="connsiteX113" fmla="*/ 1072039 w 3124200"/>
                <a:gd name="connsiteY113" fmla="*/ 768191 h 2219325"/>
                <a:gd name="connsiteX114" fmla="*/ 1072039 w 3124200"/>
                <a:gd name="connsiteY114" fmla="*/ 615791 h 2219325"/>
                <a:gd name="connsiteX115" fmla="*/ 1224439 w 3124200"/>
                <a:gd name="connsiteY115" fmla="*/ 615791 h 2219325"/>
                <a:gd name="connsiteX116" fmla="*/ 1072991 w 3124200"/>
                <a:gd name="connsiteY116" fmla="*/ 843439 h 2219325"/>
                <a:gd name="connsiteX117" fmla="*/ 1453039 w 3124200"/>
                <a:gd name="connsiteY117" fmla="*/ 843439 h 2219325"/>
                <a:gd name="connsiteX118" fmla="*/ 1453039 w 3124200"/>
                <a:gd name="connsiteY118" fmla="*/ 995839 h 2219325"/>
                <a:gd name="connsiteX119" fmla="*/ 1072991 w 3124200"/>
                <a:gd name="connsiteY119" fmla="*/ 995839 h 2219325"/>
                <a:gd name="connsiteX120" fmla="*/ 1072991 w 3124200"/>
                <a:gd name="connsiteY120" fmla="*/ 843439 h 2219325"/>
                <a:gd name="connsiteX121" fmla="*/ 1224439 w 3124200"/>
                <a:gd name="connsiteY121" fmla="*/ 539591 h 2219325"/>
                <a:gd name="connsiteX122" fmla="*/ 1224439 w 3124200"/>
                <a:gd name="connsiteY122" fmla="*/ 387191 h 2219325"/>
                <a:gd name="connsiteX123" fmla="*/ 1453039 w 3124200"/>
                <a:gd name="connsiteY123" fmla="*/ 387191 h 2219325"/>
                <a:gd name="connsiteX124" fmla="*/ 1453039 w 3124200"/>
                <a:gd name="connsiteY124" fmla="*/ 539591 h 2219325"/>
                <a:gd name="connsiteX125" fmla="*/ 1224439 w 3124200"/>
                <a:gd name="connsiteY125" fmla="*/ 539591 h 2219325"/>
                <a:gd name="connsiteX126" fmla="*/ 1453039 w 3124200"/>
                <a:gd name="connsiteY126" fmla="*/ 615791 h 2219325"/>
                <a:gd name="connsiteX127" fmla="*/ 1453039 w 3124200"/>
                <a:gd name="connsiteY127" fmla="*/ 768191 h 2219325"/>
                <a:gd name="connsiteX128" fmla="*/ 1300639 w 3124200"/>
                <a:gd name="connsiteY128" fmla="*/ 768191 h 2219325"/>
                <a:gd name="connsiteX129" fmla="*/ 1300639 w 3124200"/>
                <a:gd name="connsiteY129" fmla="*/ 615791 h 2219325"/>
                <a:gd name="connsiteX130" fmla="*/ 1453039 w 3124200"/>
                <a:gd name="connsiteY130" fmla="*/ 615791 h 2219325"/>
                <a:gd name="connsiteX131" fmla="*/ 1072991 w 3124200"/>
                <a:gd name="connsiteY131" fmla="*/ 158591 h 2219325"/>
                <a:gd name="connsiteX132" fmla="*/ 1453039 w 3124200"/>
                <a:gd name="connsiteY132" fmla="*/ 158591 h 2219325"/>
                <a:gd name="connsiteX133" fmla="*/ 1453039 w 3124200"/>
                <a:gd name="connsiteY133" fmla="*/ 310991 h 2219325"/>
                <a:gd name="connsiteX134" fmla="*/ 1072991 w 3124200"/>
                <a:gd name="connsiteY134" fmla="*/ 310991 h 2219325"/>
                <a:gd name="connsiteX135" fmla="*/ 1072991 w 3124200"/>
                <a:gd name="connsiteY135" fmla="*/ 158591 h 2219325"/>
                <a:gd name="connsiteX136" fmla="*/ 388144 w 3124200"/>
                <a:gd name="connsiteY136" fmla="*/ 158591 h 2219325"/>
                <a:gd name="connsiteX137" fmla="*/ 996791 w 3124200"/>
                <a:gd name="connsiteY137" fmla="*/ 158591 h 2219325"/>
                <a:gd name="connsiteX138" fmla="*/ 996791 w 3124200"/>
                <a:gd name="connsiteY138" fmla="*/ 310991 h 2219325"/>
                <a:gd name="connsiteX139" fmla="*/ 388144 w 3124200"/>
                <a:gd name="connsiteY139" fmla="*/ 310991 h 2219325"/>
                <a:gd name="connsiteX140" fmla="*/ 388144 w 3124200"/>
                <a:gd name="connsiteY140" fmla="*/ 158591 h 2219325"/>
                <a:gd name="connsiteX141" fmla="*/ 388144 w 3124200"/>
                <a:gd name="connsiteY141" fmla="*/ 387191 h 2219325"/>
                <a:gd name="connsiteX142" fmla="*/ 768191 w 3124200"/>
                <a:gd name="connsiteY142" fmla="*/ 387191 h 2219325"/>
                <a:gd name="connsiteX143" fmla="*/ 768191 w 3124200"/>
                <a:gd name="connsiteY143" fmla="*/ 539591 h 2219325"/>
                <a:gd name="connsiteX144" fmla="*/ 388144 w 3124200"/>
                <a:gd name="connsiteY144" fmla="*/ 539591 h 2219325"/>
                <a:gd name="connsiteX145" fmla="*/ 388144 w 3124200"/>
                <a:gd name="connsiteY145" fmla="*/ 387191 h 2219325"/>
                <a:gd name="connsiteX146" fmla="*/ 388144 w 3124200"/>
                <a:gd name="connsiteY146" fmla="*/ 615791 h 2219325"/>
                <a:gd name="connsiteX147" fmla="*/ 996791 w 3124200"/>
                <a:gd name="connsiteY147" fmla="*/ 615791 h 2219325"/>
                <a:gd name="connsiteX148" fmla="*/ 996791 w 3124200"/>
                <a:gd name="connsiteY148" fmla="*/ 768191 h 2219325"/>
                <a:gd name="connsiteX149" fmla="*/ 388144 w 3124200"/>
                <a:gd name="connsiteY149" fmla="*/ 768191 h 2219325"/>
                <a:gd name="connsiteX150" fmla="*/ 388144 w 3124200"/>
                <a:gd name="connsiteY150" fmla="*/ 615791 h 2219325"/>
                <a:gd name="connsiteX151" fmla="*/ 388144 w 3124200"/>
                <a:gd name="connsiteY151" fmla="*/ 843439 h 2219325"/>
                <a:gd name="connsiteX152" fmla="*/ 996791 w 3124200"/>
                <a:gd name="connsiteY152" fmla="*/ 843439 h 2219325"/>
                <a:gd name="connsiteX153" fmla="*/ 996791 w 3124200"/>
                <a:gd name="connsiteY153" fmla="*/ 995839 h 2219325"/>
                <a:gd name="connsiteX154" fmla="*/ 388144 w 3124200"/>
                <a:gd name="connsiteY154" fmla="*/ 995839 h 2219325"/>
                <a:gd name="connsiteX155" fmla="*/ 388144 w 3124200"/>
                <a:gd name="connsiteY155" fmla="*/ 843439 h 221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124200" h="2219325">
                  <a:moveTo>
                    <a:pt x="7144" y="158591"/>
                  </a:moveTo>
                  <a:lnTo>
                    <a:pt x="311944" y="158591"/>
                  </a:lnTo>
                  <a:lnTo>
                    <a:pt x="311944" y="310991"/>
                  </a:lnTo>
                  <a:lnTo>
                    <a:pt x="7144" y="310991"/>
                  </a:lnTo>
                  <a:lnTo>
                    <a:pt x="7144" y="387191"/>
                  </a:lnTo>
                  <a:lnTo>
                    <a:pt x="311944" y="387191"/>
                  </a:lnTo>
                  <a:lnTo>
                    <a:pt x="311944" y="539591"/>
                  </a:lnTo>
                  <a:lnTo>
                    <a:pt x="7144" y="539591"/>
                  </a:lnTo>
                  <a:lnTo>
                    <a:pt x="7144" y="615791"/>
                  </a:lnTo>
                  <a:lnTo>
                    <a:pt x="311944" y="615791"/>
                  </a:lnTo>
                  <a:lnTo>
                    <a:pt x="311944" y="768191"/>
                  </a:lnTo>
                  <a:lnTo>
                    <a:pt x="7144" y="768191"/>
                  </a:lnTo>
                  <a:lnTo>
                    <a:pt x="7144" y="844391"/>
                  </a:lnTo>
                  <a:lnTo>
                    <a:pt x="311944" y="844391"/>
                  </a:lnTo>
                  <a:lnTo>
                    <a:pt x="311944" y="996791"/>
                  </a:lnTo>
                  <a:lnTo>
                    <a:pt x="7144" y="996791"/>
                  </a:lnTo>
                  <a:lnTo>
                    <a:pt x="7144" y="1149191"/>
                  </a:lnTo>
                  <a:lnTo>
                    <a:pt x="83344" y="1149191"/>
                  </a:lnTo>
                  <a:lnTo>
                    <a:pt x="83344" y="2214086"/>
                  </a:lnTo>
                  <a:lnTo>
                    <a:pt x="3126581" y="2214086"/>
                  </a:lnTo>
                  <a:lnTo>
                    <a:pt x="3126581" y="83344"/>
                  </a:lnTo>
                  <a:lnTo>
                    <a:pt x="2629376" y="83344"/>
                  </a:lnTo>
                  <a:lnTo>
                    <a:pt x="2565559" y="159544"/>
                  </a:lnTo>
                  <a:lnTo>
                    <a:pt x="2669381" y="159544"/>
                  </a:lnTo>
                  <a:lnTo>
                    <a:pt x="2669381" y="311944"/>
                  </a:lnTo>
                  <a:lnTo>
                    <a:pt x="2516981" y="311944"/>
                  </a:lnTo>
                  <a:lnTo>
                    <a:pt x="2516981" y="217646"/>
                  </a:lnTo>
                  <a:lnTo>
                    <a:pt x="2271236" y="512921"/>
                  </a:lnTo>
                  <a:cubicBezTo>
                    <a:pt x="2256949" y="530066"/>
                    <a:pt x="2235041" y="540544"/>
                    <a:pt x="2213134" y="540544"/>
                  </a:cubicBezTo>
                  <a:cubicBezTo>
                    <a:pt x="2191226" y="540544"/>
                    <a:pt x="2169319" y="530066"/>
                    <a:pt x="2155031" y="512921"/>
                  </a:cubicBezTo>
                  <a:lnTo>
                    <a:pt x="1797844" y="83344"/>
                  </a:lnTo>
                  <a:lnTo>
                    <a:pt x="1605439" y="83344"/>
                  </a:lnTo>
                  <a:lnTo>
                    <a:pt x="1605439" y="7144"/>
                  </a:lnTo>
                  <a:lnTo>
                    <a:pt x="1453039" y="7144"/>
                  </a:lnTo>
                  <a:lnTo>
                    <a:pt x="1453039" y="83344"/>
                  </a:lnTo>
                  <a:lnTo>
                    <a:pt x="388144" y="83344"/>
                  </a:lnTo>
                  <a:lnTo>
                    <a:pt x="388144" y="7144"/>
                  </a:lnTo>
                  <a:lnTo>
                    <a:pt x="311944" y="7144"/>
                  </a:lnTo>
                  <a:lnTo>
                    <a:pt x="311944" y="83344"/>
                  </a:lnTo>
                  <a:lnTo>
                    <a:pt x="7144" y="83344"/>
                  </a:lnTo>
                  <a:lnTo>
                    <a:pt x="7144" y="158591"/>
                  </a:lnTo>
                  <a:close/>
                  <a:moveTo>
                    <a:pt x="3051334" y="2136934"/>
                  </a:moveTo>
                  <a:lnTo>
                    <a:pt x="2898934" y="2136934"/>
                  </a:lnTo>
                  <a:lnTo>
                    <a:pt x="2898934" y="1984534"/>
                  </a:lnTo>
                  <a:lnTo>
                    <a:pt x="3051334" y="1984534"/>
                  </a:lnTo>
                  <a:lnTo>
                    <a:pt x="3051334" y="2136934"/>
                  </a:lnTo>
                  <a:close/>
                  <a:moveTo>
                    <a:pt x="3051334" y="1909286"/>
                  </a:moveTo>
                  <a:lnTo>
                    <a:pt x="2898934" y="1909286"/>
                  </a:lnTo>
                  <a:lnTo>
                    <a:pt x="2898934" y="1756886"/>
                  </a:lnTo>
                  <a:lnTo>
                    <a:pt x="3051334" y="1756886"/>
                  </a:lnTo>
                  <a:lnTo>
                    <a:pt x="3051334" y="1909286"/>
                  </a:lnTo>
                  <a:close/>
                  <a:moveTo>
                    <a:pt x="3051334" y="691991"/>
                  </a:moveTo>
                  <a:lnTo>
                    <a:pt x="2898934" y="691991"/>
                  </a:lnTo>
                  <a:lnTo>
                    <a:pt x="2898934" y="539591"/>
                  </a:lnTo>
                  <a:lnTo>
                    <a:pt x="3051334" y="539591"/>
                  </a:lnTo>
                  <a:lnTo>
                    <a:pt x="3051334" y="691991"/>
                  </a:lnTo>
                  <a:close/>
                  <a:moveTo>
                    <a:pt x="2746534" y="158591"/>
                  </a:moveTo>
                  <a:lnTo>
                    <a:pt x="2975134" y="158591"/>
                  </a:lnTo>
                  <a:cubicBezTo>
                    <a:pt x="3017044" y="158591"/>
                    <a:pt x="3051334" y="192881"/>
                    <a:pt x="3051334" y="234791"/>
                  </a:cubicBezTo>
                  <a:lnTo>
                    <a:pt x="3051334" y="463391"/>
                  </a:lnTo>
                  <a:lnTo>
                    <a:pt x="2898934" y="463391"/>
                  </a:lnTo>
                  <a:lnTo>
                    <a:pt x="2898934" y="310991"/>
                  </a:lnTo>
                  <a:lnTo>
                    <a:pt x="2746534" y="310991"/>
                  </a:lnTo>
                  <a:lnTo>
                    <a:pt x="2746534" y="158591"/>
                  </a:lnTo>
                  <a:close/>
                  <a:moveTo>
                    <a:pt x="2670334" y="1985486"/>
                  </a:moveTo>
                  <a:lnTo>
                    <a:pt x="2822734" y="1985486"/>
                  </a:lnTo>
                  <a:lnTo>
                    <a:pt x="2822734" y="2137886"/>
                  </a:lnTo>
                  <a:lnTo>
                    <a:pt x="2670334" y="2137886"/>
                  </a:lnTo>
                  <a:lnTo>
                    <a:pt x="2670334" y="1985486"/>
                  </a:lnTo>
                  <a:close/>
                  <a:moveTo>
                    <a:pt x="1833086" y="1452086"/>
                  </a:moveTo>
                  <a:lnTo>
                    <a:pt x="1833086" y="1375886"/>
                  </a:lnTo>
                  <a:cubicBezTo>
                    <a:pt x="1833086" y="1333976"/>
                    <a:pt x="1867376" y="1299686"/>
                    <a:pt x="1909286" y="1299686"/>
                  </a:cubicBezTo>
                  <a:lnTo>
                    <a:pt x="2137886" y="1299686"/>
                  </a:lnTo>
                  <a:lnTo>
                    <a:pt x="2137886" y="1071086"/>
                  </a:lnTo>
                  <a:lnTo>
                    <a:pt x="1909286" y="1071086"/>
                  </a:lnTo>
                  <a:cubicBezTo>
                    <a:pt x="1867376" y="1071086"/>
                    <a:pt x="1833086" y="1036796"/>
                    <a:pt x="1833086" y="994886"/>
                  </a:cubicBezTo>
                  <a:lnTo>
                    <a:pt x="1833086" y="690086"/>
                  </a:lnTo>
                  <a:cubicBezTo>
                    <a:pt x="1833086" y="648176"/>
                    <a:pt x="1867376" y="613886"/>
                    <a:pt x="1909286" y="613886"/>
                  </a:cubicBezTo>
                  <a:lnTo>
                    <a:pt x="2517934" y="613886"/>
                  </a:lnTo>
                  <a:cubicBezTo>
                    <a:pt x="2559844" y="613886"/>
                    <a:pt x="2594134" y="648176"/>
                    <a:pt x="2594134" y="690086"/>
                  </a:cubicBezTo>
                  <a:lnTo>
                    <a:pt x="2594134" y="994886"/>
                  </a:lnTo>
                  <a:cubicBezTo>
                    <a:pt x="2594134" y="1036796"/>
                    <a:pt x="2559844" y="1071086"/>
                    <a:pt x="2517934" y="1071086"/>
                  </a:cubicBezTo>
                  <a:lnTo>
                    <a:pt x="2289334" y="1071086"/>
                  </a:lnTo>
                  <a:lnTo>
                    <a:pt x="2289334" y="1299686"/>
                  </a:lnTo>
                  <a:lnTo>
                    <a:pt x="2517934" y="1299686"/>
                  </a:lnTo>
                  <a:cubicBezTo>
                    <a:pt x="2559844" y="1299686"/>
                    <a:pt x="2594134" y="1333976"/>
                    <a:pt x="2594134" y="1375886"/>
                  </a:cubicBezTo>
                  <a:lnTo>
                    <a:pt x="2594134" y="1680686"/>
                  </a:lnTo>
                  <a:cubicBezTo>
                    <a:pt x="2594134" y="1722596"/>
                    <a:pt x="2559844" y="1756886"/>
                    <a:pt x="2517934" y="1756886"/>
                  </a:cubicBezTo>
                  <a:lnTo>
                    <a:pt x="1909286" y="1756886"/>
                  </a:lnTo>
                  <a:cubicBezTo>
                    <a:pt x="1867376" y="1756886"/>
                    <a:pt x="1833086" y="1722596"/>
                    <a:pt x="1833086" y="1680686"/>
                  </a:cubicBezTo>
                  <a:lnTo>
                    <a:pt x="1833086" y="1604486"/>
                  </a:lnTo>
                  <a:lnTo>
                    <a:pt x="1376839" y="1604486"/>
                  </a:lnTo>
                  <a:lnTo>
                    <a:pt x="1376839" y="1680686"/>
                  </a:lnTo>
                  <a:cubicBezTo>
                    <a:pt x="1376839" y="1722596"/>
                    <a:pt x="1342549" y="1756886"/>
                    <a:pt x="1300639" y="1756886"/>
                  </a:cubicBezTo>
                  <a:lnTo>
                    <a:pt x="1072039" y="1756886"/>
                  </a:lnTo>
                  <a:lnTo>
                    <a:pt x="1072039" y="2061686"/>
                  </a:lnTo>
                  <a:lnTo>
                    <a:pt x="919639" y="2061686"/>
                  </a:lnTo>
                  <a:lnTo>
                    <a:pt x="919639" y="1756886"/>
                  </a:lnTo>
                  <a:lnTo>
                    <a:pt x="691039" y="1756886"/>
                  </a:lnTo>
                  <a:cubicBezTo>
                    <a:pt x="649129" y="1756886"/>
                    <a:pt x="614839" y="1722596"/>
                    <a:pt x="614839" y="1680686"/>
                  </a:cubicBezTo>
                  <a:lnTo>
                    <a:pt x="614839" y="1375886"/>
                  </a:lnTo>
                  <a:cubicBezTo>
                    <a:pt x="614839" y="1333976"/>
                    <a:pt x="649129" y="1299686"/>
                    <a:pt x="691039" y="1299686"/>
                  </a:cubicBezTo>
                  <a:lnTo>
                    <a:pt x="1299686" y="1299686"/>
                  </a:lnTo>
                  <a:cubicBezTo>
                    <a:pt x="1341596" y="1299686"/>
                    <a:pt x="1375886" y="1333976"/>
                    <a:pt x="1375886" y="1375886"/>
                  </a:cubicBezTo>
                  <a:lnTo>
                    <a:pt x="1375886" y="1452086"/>
                  </a:lnTo>
                  <a:lnTo>
                    <a:pt x="1833086" y="1452086"/>
                  </a:lnTo>
                  <a:close/>
                  <a:moveTo>
                    <a:pt x="1148239" y="539591"/>
                  </a:moveTo>
                  <a:lnTo>
                    <a:pt x="843439" y="539591"/>
                  </a:lnTo>
                  <a:lnTo>
                    <a:pt x="843439" y="387191"/>
                  </a:lnTo>
                  <a:lnTo>
                    <a:pt x="1148239" y="387191"/>
                  </a:lnTo>
                  <a:lnTo>
                    <a:pt x="1148239" y="539591"/>
                  </a:lnTo>
                  <a:close/>
                  <a:moveTo>
                    <a:pt x="1224439" y="615791"/>
                  </a:moveTo>
                  <a:lnTo>
                    <a:pt x="1224439" y="768191"/>
                  </a:lnTo>
                  <a:lnTo>
                    <a:pt x="1072039" y="768191"/>
                  </a:lnTo>
                  <a:lnTo>
                    <a:pt x="1072039" y="615791"/>
                  </a:lnTo>
                  <a:lnTo>
                    <a:pt x="1224439" y="615791"/>
                  </a:lnTo>
                  <a:close/>
                  <a:moveTo>
                    <a:pt x="1072991" y="843439"/>
                  </a:moveTo>
                  <a:lnTo>
                    <a:pt x="1453039" y="843439"/>
                  </a:lnTo>
                  <a:lnTo>
                    <a:pt x="1453039" y="995839"/>
                  </a:lnTo>
                  <a:lnTo>
                    <a:pt x="1072991" y="995839"/>
                  </a:lnTo>
                  <a:lnTo>
                    <a:pt x="1072991" y="843439"/>
                  </a:lnTo>
                  <a:close/>
                  <a:moveTo>
                    <a:pt x="1224439" y="539591"/>
                  </a:moveTo>
                  <a:lnTo>
                    <a:pt x="1224439" y="387191"/>
                  </a:lnTo>
                  <a:lnTo>
                    <a:pt x="1453039" y="387191"/>
                  </a:lnTo>
                  <a:lnTo>
                    <a:pt x="1453039" y="539591"/>
                  </a:lnTo>
                  <a:lnTo>
                    <a:pt x="1224439" y="539591"/>
                  </a:lnTo>
                  <a:close/>
                  <a:moveTo>
                    <a:pt x="1453039" y="615791"/>
                  </a:moveTo>
                  <a:lnTo>
                    <a:pt x="1453039" y="768191"/>
                  </a:lnTo>
                  <a:lnTo>
                    <a:pt x="1300639" y="768191"/>
                  </a:lnTo>
                  <a:lnTo>
                    <a:pt x="1300639" y="615791"/>
                  </a:lnTo>
                  <a:lnTo>
                    <a:pt x="1453039" y="615791"/>
                  </a:lnTo>
                  <a:close/>
                  <a:moveTo>
                    <a:pt x="1072991" y="158591"/>
                  </a:moveTo>
                  <a:lnTo>
                    <a:pt x="1453039" y="158591"/>
                  </a:lnTo>
                  <a:lnTo>
                    <a:pt x="1453039" y="310991"/>
                  </a:lnTo>
                  <a:lnTo>
                    <a:pt x="1072991" y="310991"/>
                  </a:lnTo>
                  <a:lnTo>
                    <a:pt x="1072991" y="158591"/>
                  </a:lnTo>
                  <a:close/>
                  <a:moveTo>
                    <a:pt x="388144" y="158591"/>
                  </a:moveTo>
                  <a:lnTo>
                    <a:pt x="996791" y="158591"/>
                  </a:lnTo>
                  <a:lnTo>
                    <a:pt x="996791" y="310991"/>
                  </a:lnTo>
                  <a:lnTo>
                    <a:pt x="388144" y="310991"/>
                  </a:lnTo>
                  <a:lnTo>
                    <a:pt x="388144" y="158591"/>
                  </a:lnTo>
                  <a:close/>
                  <a:moveTo>
                    <a:pt x="388144" y="387191"/>
                  </a:moveTo>
                  <a:lnTo>
                    <a:pt x="768191" y="387191"/>
                  </a:lnTo>
                  <a:lnTo>
                    <a:pt x="768191" y="539591"/>
                  </a:lnTo>
                  <a:lnTo>
                    <a:pt x="388144" y="539591"/>
                  </a:lnTo>
                  <a:lnTo>
                    <a:pt x="388144" y="387191"/>
                  </a:lnTo>
                  <a:close/>
                  <a:moveTo>
                    <a:pt x="388144" y="615791"/>
                  </a:moveTo>
                  <a:lnTo>
                    <a:pt x="996791" y="615791"/>
                  </a:lnTo>
                  <a:lnTo>
                    <a:pt x="996791" y="768191"/>
                  </a:lnTo>
                  <a:lnTo>
                    <a:pt x="388144" y="768191"/>
                  </a:lnTo>
                  <a:lnTo>
                    <a:pt x="388144" y="615791"/>
                  </a:lnTo>
                  <a:close/>
                  <a:moveTo>
                    <a:pt x="388144" y="843439"/>
                  </a:moveTo>
                  <a:lnTo>
                    <a:pt x="996791" y="843439"/>
                  </a:lnTo>
                  <a:lnTo>
                    <a:pt x="996791" y="995839"/>
                  </a:lnTo>
                  <a:lnTo>
                    <a:pt x="388144" y="995839"/>
                  </a:lnTo>
                  <a:lnTo>
                    <a:pt x="388144" y="84343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90339077-CFB2-42EA-B7EB-8E11E1F791D8}"/>
                </a:ext>
              </a:extLst>
            </p:cNvPr>
            <p:cNvSpPr/>
            <p:nvPr/>
          </p:nvSpPr>
          <p:spPr>
            <a:xfrm>
              <a:off x="4145756" y="2612232"/>
              <a:ext cx="466725" cy="161925"/>
            </a:xfrm>
            <a:custGeom>
              <a:avLst/>
              <a:gdLst>
                <a:gd name="connsiteX0" fmla="*/ 7144 w 466725"/>
                <a:gd name="connsiteY0" fmla="*/ 7144 h 161925"/>
                <a:gd name="connsiteX1" fmla="*/ 463391 w 466725"/>
                <a:gd name="connsiteY1" fmla="*/ 7144 h 161925"/>
                <a:gd name="connsiteX2" fmla="*/ 463391 w 466725"/>
                <a:gd name="connsiteY2" fmla="*/ 159544 h 161925"/>
                <a:gd name="connsiteX3" fmla="*/ 7144 w 466725"/>
                <a:gd name="connsiteY3" fmla="*/ 159544 h 161925"/>
                <a:gd name="connsiteX4" fmla="*/ 7144 w 4667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161925">
                  <a:moveTo>
                    <a:pt x="7144" y="7144"/>
                  </a:moveTo>
                  <a:lnTo>
                    <a:pt x="463391" y="7144"/>
                  </a:lnTo>
                  <a:lnTo>
                    <a:pt x="463391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893086E9-B29C-4B9B-894B-669AB091F536}"/>
                </a:ext>
              </a:extLst>
            </p:cNvPr>
            <p:cNvSpPr/>
            <p:nvPr/>
          </p:nvSpPr>
          <p:spPr>
            <a:xfrm>
              <a:off x="4145756" y="2839879"/>
              <a:ext cx="238125" cy="161925"/>
            </a:xfrm>
            <a:custGeom>
              <a:avLst/>
              <a:gdLst>
                <a:gd name="connsiteX0" fmla="*/ 7144 w 238125"/>
                <a:gd name="connsiteY0" fmla="*/ 7144 h 161925"/>
                <a:gd name="connsiteX1" fmla="*/ 235744 w 238125"/>
                <a:gd name="connsiteY1" fmla="*/ 7144 h 161925"/>
                <a:gd name="connsiteX2" fmla="*/ 235744 w 238125"/>
                <a:gd name="connsiteY2" fmla="*/ 159544 h 161925"/>
                <a:gd name="connsiteX3" fmla="*/ 7144 w 238125"/>
                <a:gd name="connsiteY3" fmla="*/ 159544 h 161925"/>
                <a:gd name="connsiteX4" fmla="*/ 7144 w 2381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25" h="161925">
                  <a:moveTo>
                    <a:pt x="7144" y="7144"/>
                  </a:moveTo>
                  <a:lnTo>
                    <a:pt x="235744" y="7144"/>
                  </a:lnTo>
                  <a:lnTo>
                    <a:pt x="2357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9567E782-BDA0-4002-9BB6-4D85F242FD52}"/>
                </a:ext>
              </a:extLst>
            </p:cNvPr>
            <p:cNvSpPr/>
            <p:nvPr/>
          </p:nvSpPr>
          <p:spPr>
            <a:xfrm>
              <a:off x="4145756" y="3068479"/>
              <a:ext cx="466725" cy="161925"/>
            </a:xfrm>
            <a:custGeom>
              <a:avLst/>
              <a:gdLst>
                <a:gd name="connsiteX0" fmla="*/ 7144 w 466725"/>
                <a:gd name="connsiteY0" fmla="*/ 7144 h 161925"/>
                <a:gd name="connsiteX1" fmla="*/ 463391 w 466725"/>
                <a:gd name="connsiteY1" fmla="*/ 7144 h 161925"/>
                <a:gd name="connsiteX2" fmla="*/ 463391 w 466725"/>
                <a:gd name="connsiteY2" fmla="*/ 159544 h 161925"/>
                <a:gd name="connsiteX3" fmla="*/ 7144 w 466725"/>
                <a:gd name="connsiteY3" fmla="*/ 159544 h 161925"/>
                <a:gd name="connsiteX4" fmla="*/ 7144 w 4667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161925">
                  <a:moveTo>
                    <a:pt x="7144" y="7144"/>
                  </a:moveTo>
                  <a:lnTo>
                    <a:pt x="463391" y="7144"/>
                  </a:lnTo>
                  <a:lnTo>
                    <a:pt x="463391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68B74B4C-432E-493E-9C8B-8AE1F86D0D49}"/>
                </a:ext>
              </a:extLst>
            </p:cNvPr>
            <p:cNvSpPr/>
            <p:nvPr/>
          </p:nvSpPr>
          <p:spPr>
            <a:xfrm>
              <a:off x="4450556" y="2839879"/>
              <a:ext cx="161925" cy="161925"/>
            </a:xfrm>
            <a:custGeom>
              <a:avLst/>
              <a:gdLst>
                <a:gd name="connsiteX0" fmla="*/ 7144 w 161925"/>
                <a:gd name="connsiteY0" fmla="*/ 7144 h 161925"/>
                <a:gd name="connsiteX1" fmla="*/ 159544 w 161925"/>
                <a:gd name="connsiteY1" fmla="*/ 7144 h 161925"/>
                <a:gd name="connsiteX2" fmla="*/ 159544 w 161925"/>
                <a:gd name="connsiteY2" fmla="*/ 159544 h 161925"/>
                <a:gd name="connsiteX3" fmla="*/ 7144 w 161925"/>
                <a:gd name="connsiteY3" fmla="*/ 159544 h 161925"/>
                <a:gd name="connsiteX4" fmla="*/ 7144 w 161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F98322FD-E950-473A-B9E8-004884A0B9C2}"/>
                </a:ext>
              </a:extLst>
            </p:cNvPr>
            <p:cNvSpPr/>
            <p:nvPr/>
          </p:nvSpPr>
          <p:spPr>
            <a:xfrm>
              <a:off x="4145756" y="3297079"/>
              <a:ext cx="466725" cy="161925"/>
            </a:xfrm>
            <a:custGeom>
              <a:avLst/>
              <a:gdLst>
                <a:gd name="connsiteX0" fmla="*/ 7144 w 466725"/>
                <a:gd name="connsiteY0" fmla="*/ 7144 h 161925"/>
                <a:gd name="connsiteX1" fmla="*/ 463391 w 466725"/>
                <a:gd name="connsiteY1" fmla="*/ 7144 h 161925"/>
                <a:gd name="connsiteX2" fmla="*/ 463391 w 466725"/>
                <a:gd name="connsiteY2" fmla="*/ 159544 h 161925"/>
                <a:gd name="connsiteX3" fmla="*/ 7144 w 466725"/>
                <a:gd name="connsiteY3" fmla="*/ 159544 h 161925"/>
                <a:gd name="connsiteX4" fmla="*/ 7144 w 4667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161925">
                  <a:moveTo>
                    <a:pt x="7144" y="7144"/>
                  </a:moveTo>
                  <a:lnTo>
                    <a:pt x="463391" y="7144"/>
                  </a:lnTo>
                  <a:lnTo>
                    <a:pt x="463391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EE6B1A4F-05FA-49B5-B3DD-F80A3ECBEEDE}"/>
                </a:ext>
              </a:extLst>
            </p:cNvPr>
            <p:cNvSpPr/>
            <p:nvPr/>
          </p:nvSpPr>
          <p:spPr>
            <a:xfrm>
              <a:off x="4145756" y="3524727"/>
              <a:ext cx="466725" cy="161925"/>
            </a:xfrm>
            <a:custGeom>
              <a:avLst/>
              <a:gdLst>
                <a:gd name="connsiteX0" fmla="*/ 7144 w 466725"/>
                <a:gd name="connsiteY0" fmla="*/ 7144 h 161925"/>
                <a:gd name="connsiteX1" fmla="*/ 463391 w 466725"/>
                <a:gd name="connsiteY1" fmla="*/ 7144 h 161925"/>
                <a:gd name="connsiteX2" fmla="*/ 463391 w 466725"/>
                <a:gd name="connsiteY2" fmla="*/ 159544 h 161925"/>
                <a:gd name="connsiteX3" fmla="*/ 7144 w 466725"/>
                <a:gd name="connsiteY3" fmla="*/ 159544 h 161925"/>
                <a:gd name="connsiteX4" fmla="*/ 7144 w 4667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161925">
                  <a:moveTo>
                    <a:pt x="7144" y="7144"/>
                  </a:moveTo>
                  <a:lnTo>
                    <a:pt x="463391" y="7144"/>
                  </a:lnTo>
                  <a:lnTo>
                    <a:pt x="463391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E1BF57B-22BA-4C2E-AF73-BCC51F0FDF10}"/>
                </a:ext>
              </a:extLst>
            </p:cNvPr>
            <p:cNvSpPr/>
            <p:nvPr/>
          </p:nvSpPr>
          <p:spPr>
            <a:xfrm>
              <a:off x="5931694" y="5503069"/>
              <a:ext cx="695325" cy="238125"/>
            </a:xfrm>
            <a:custGeom>
              <a:avLst/>
              <a:gdLst>
                <a:gd name="connsiteX0" fmla="*/ 98584 w 695325"/>
                <a:gd name="connsiteY0" fmla="*/ 7144 h 238125"/>
                <a:gd name="connsiteX1" fmla="*/ 7144 w 695325"/>
                <a:gd name="connsiteY1" fmla="*/ 235744 h 238125"/>
                <a:gd name="connsiteX2" fmla="*/ 695801 w 695325"/>
                <a:gd name="connsiteY2" fmla="*/ 235744 h 238125"/>
                <a:gd name="connsiteX3" fmla="*/ 604361 w 695325"/>
                <a:gd name="connsiteY3" fmla="*/ 7144 h 238125"/>
                <a:gd name="connsiteX4" fmla="*/ 98584 w 695325"/>
                <a:gd name="connsiteY4" fmla="*/ 7144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325" h="238125">
                  <a:moveTo>
                    <a:pt x="98584" y="7144"/>
                  </a:moveTo>
                  <a:lnTo>
                    <a:pt x="7144" y="235744"/>
                  </a:lnTo>
                  <a:lnTo>
                    <a:pt x="695801" y="235744"/>
                  </a:lnTo>
                  <a:lnTo>
                    <a:pt x="604361" y="7144"/>
                  </a:lnTo>
                  <a:lnTo>
                    <a:pt x="9858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1DD39735-F0A6-4CCD-B306-531F8B9DD9EB}"/>
                </a:ext>
              </a:extLst>
            </p:cNvPr>
            <p:cNvSpPr/>
            <p:nvPr/>
          </p:nvSpPr>
          <p:spPr>
            <a:xfrm>
              <a:off x="4145518" y="1416844"/>
              <a:ext cx="600075" cy="1028700"/>
            </a:xfrm>
            <a:custGeom>
              <a:avLst/>
              <a:gdLst>
                <a:gd name="connsiteX0" fmla="*/ 486489 w 600075"/>
                <a:gd name="connsiteY0" fmla="*/ 1028224 h 1028700"/>
                <a:gd name="connsiteX1" fmla="*/ 594122 w 600075"/>
                <a:gd name="connsiteY1" fmla="*/ 920591 h 1028700"/>
                <a:gd name="connsiteX2" fmla="*/ 191214 w 600075"/>
                <a:gd name="connsiteY2" fmla="*/ 517684 h 1028700"/>
                <a:gd name="connsiteX3" fmla="*/ 594122 w 600075"/>
                <a:gd name="connsiteY3" fmla="*/ 114776 h 1028700"/>
                <a:gd name="connsiteX4" fmla="*/ 486489 w 600075"/>
                <a:gd name="connsiteY4" fmla="*/ 7144 h 1028700"/>
                <a:gd name="connsiteX5" fmla="*/ 29289 w 600075"/>
                <a:gd name="connsiteY5" fmla="*/ 463391 h 1028700"/>
                <a:gd name="connsiteX6" fmla="*/ 29289 w 600075"/>
                <a:gd name="connsiteY6" fmla="*/ 571024 h 1028700"/>
                <a:gd name="connsiteX7" fmla="*/ 486489 w 600075"/>
                <a:gd name="connsiteY7" fmla="*/ 1028224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0075" h="1028700">
                  <a:moveTo>
                    <a:pt x="486489" y="1028224"/>
                  </a:moveTo>
                  <a:lnTo>
                    <a:pt x="594122" y="920591"/>
                  </a:lnTo>
                  <a:lnTo>
                    <a:pt x="191214" y="517684"/>
                  </a:lnTo>
                  <a:lnTo>
                    <a:pt x="594122" y="114776"/>
                  </a:lnTo>
                  <a:lnTo>
                    <a:pt x="486489" y="7144"/>
                  </a:lnTo>
                  <a:lnTo>
                    <a:pt x="29289" y="463391"/>
                  </a:lnTo>
                  <a:cubicBezTo>
                    <a:pt x="-238" y="492919"/>
                    <a:pt x="-238" y="541496"/>
                    <a:pt x="29289" y="571024"/>
                  </a:cubicBezTo>
                  <a:lnTo>
                    <a:pt x="486489" y="10282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70432D7-BF00-43B6-90DA-E299D1C40905}"/>
                </a:ext>
              </a:extLst>
            </p:cNvPr>
            <p:cNvSpPr/>
            <p:nvPr/>
          </p:nvSpPr>
          <p:spPr>
            <a:xfrm>
              <a:off x="5081111" y="1416844"/>
              <a:ext cx="600075" cy="1028700"/>
            </a:xfrm>
            <a:custGeom>
              <a:avLst/>
              <a:gdLst>
                <a:gd name="connsiteX0" fmla="*/ 114776 w 600075"/>
                <a:gd name="connsiteY0" fmla="*/ 1028224 h 1028700"/>
                <a:gd name="connsiteX1" fmla="*/ 571024 w 600075"/>
                <a:gd name="connsiteY1" fmla="*/ 571976 h 1028700"/>
                <a:gd name="connsiteX2" fmla="*/ 571024 w 600075"/>
                <a:gd name="connsiteY2" fmla="*/ 464344 h 1028700"/>
                <a:gd name="connsiteX3" fmla="*/ 114776 w 600075"/>
                <a:gd name="connsiteY3" fmla="*/ 7144 h 1028700"/>
                <a:gd name="connsiteX4" fmla="*/ 7144 w 600075"/>
                <a:gd name="connsiteY4" fmla="*/ 114776 h 1028700"/>
                <a:gd name="connsiteX5" fmla="*/ 410051 w 600075"/>
                <a:gd name="connsiteY5" fmla="*/ 517684 h 1028700"/>
                <a:gd name="connsiteX6" fmla="*/ 7144 w 600075"/>
                <a:gd name="connsiteY6" fmla="*/ 920591 h 1028700"/>
                <a:gd name="connsiteX7" fmla="*/ 114776 w 600075"/>
                <a:gd name="connsiteY7" fmla="*/ 1028224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0075" h="1028700">
                  <a:moveTo>
                    <a:pt x="114776" y="1028224"/>
                  </a:moveTo>
                  <a:lnTo>
                    <a:pt x="571024" y="571976"/>
                  </a:lnTo>
                  <a:cubicBezTo>
                    <a:pt x="600551" y="542449"/>
                    <a:pt x="600551" y="493871"/>
                    <a:pt x="571024" y="464344"/>
                  </a:cubicBezTo>
                  <a:lnTo>
                    <a:pt x="114776" y="7144"/>
                  </a:lnTo>
                  <a:lnTo>
                    <a:pt x="7144" y="114776"/>
                  </a:lnTo>
                  <a:lnTo>
                    <a:pt x="410051" y="517684"/>
                  </a:lnTo>
                  <a:lnTo>
                    <a:pt x="7144" y="920591"/>
                  </a:lnTo>
                  <a:lnTo>
                    <a:pt x="114776" y="10282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0" name="Graphic 13">
            <a:extLst>
              <a:ext uri="{FF2B5EF4-FFF2-40B4-BE49-F238E27FC236}">
                <a16:creationId xmlns:a16="http://schemas.microsoft.com/office/drawing/2014/main" id="{5991D780-EC92-412B-ADD8-81CDE1103890}"/>
              </a:ext>
            </a:extLst>
          </p:cNvPr>
          <p:cNvGrpSpPr>
            <a:grpSpLocks noChangeAspect="1"/>
          </p:cNvGrpSpPr>
          <p:nvPr/>
        </p:nvGrpSpPr>
        <p:grpSpPr>
          <a:xfrm>
            <a:off x="5319054" y="3162925"/>
            <a:ext cx="520914" cy="502920"/>
            <a:chOff x="3490913" y="919163"/>
            <a:chExt cx="5514975" cy="53244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60814FB9-3409-4801-A274-2717EA1AE0CF}"/>
                </a:ext>
              </a:extLst>
            </p:cNvPr>
            <p:cNvSpPr/>
            <p:nvPr/>
          </p:nvSpPr>
          <p:spPr>
            <a:xfrm>
              <a:off x="3483769" y="4907757"/>
              <a:ext cx="771525" cy="1343025"/>
            </a:xfrm>
            <a:custGeom>
              <a:avLst/>
              <a:gdLst>
                <a:gd name="connsiteX0" fmla="*/ 7144 w 771525"/>
                <a:gd name="connsiteY0" fmla="*/ 7144 h 1343025"/>
                <a:gd name="connsiteX1" fmla="*/ 768191 w 771525"/>
                <a:gd name="connsiteY1" fmla="*/ 7144 h 1343025"/>
                <a:gd name="connsiteX2" fmla="*/ 768191 w 771525"/>
                <a:gd name="connsiteY2" fmla="*/ 1338739 h 1343025"/>
                <a:gd name="connsiteX3" fmla="*/ 7144 w 771525"/>
                <a:gd name="connsiteY3" fmla="*/ 1338739 h 1343025"/>
                <a:gd name="connsiteX4" fmla="*/ 7144 w 771525"/>
                <a:gd name="connsiteY4" fmla="*/ 7144 h 134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1343025">
                  <a:moveTo>
                    <a:pt x="7144" y="7144"/>
                  </a:moveTo>
                  <a:lnTo>
                    <a:pt x="768191" y="7144"/>
                  </a:lnTo>
                  <a:lnTo>
                    <a:pt x="768191" y="1338739"/>
                  </a:lnTo>
                  <a:lnTo>
                    <a:pt x="7144" y="133873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411E7F4F-5142-4EB0-A579-AB06E7296F86}"/>
                </a:ext>
              </a:extLst>
            </p:cNvPr>
            <p:cNvSpPr/>
            <p:nvPr/>
          </p:nvSpPr>
          <p:spPr>
            <a:xfrm>
              <a:off x="4435317" y="4337209"/>
              <a:ext cx="771525" cy="1914525"/>
            </a:xfrm>
            <a:custGeom>
              <a:avLst/>
              <a:gdLst>
                <a:gd name="connsiteX0" fmla="*/ 7144 w 771525"/>
                <a:gd name="connsiteY0" fmla="*/ 7144 h 1914525"/>
                <a:gd name="connsiteX1" fmla="*/ 768191 w 771525"/>
                <a:gd name="connsiteY1" fmla="*/ 7144 h 1914525"/>
                <a:gd name="connsiteX2" fmla="*/ 768191 w 771525"/>
                <a:gd name="connsiteY2" fmla="*/ 1910239 h 1914525"/>
                <a:gd name="connsiteX3" fmla="*/ 7144 w 771525"/>
                <a:gd name="connsiteY3" fmla="*/ 1910239 h 1914525"/>
                <a:gd name="connsiteX4" fmla="*/ 7144 w 771525"/>
                <a:gd name="connsiteY4" fmla="*/ 7144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1914525">
                  <a:moveTo>
                    <a:pt x="7144" y="7144"/>
                  </a:moveTo>
                  <a:lnTo>
                    <a:pt x="768191" y="7144"/>
                  </a:lnTo>
                  <a:lnTo>
                    <a:pt x="768191" y="1910239"/>
                  </a:lnTo>
                  <a:lnTo>
                    <a:pt x="7144" y="191023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6F1CEAF-112A-4214-A4B4-B84E8E1941A7}"/>
                </a:ext>
              </a:extLst>
            </p:cNvPr>
            <p:cNvSpPr/>
            <p:nvPr/>
          </p:nvSpPr>
          <p:spPr>
            <a:xfrm>
              <a:off x="5386864" y="2338864"/>
              <a:ext cx="771525" cy="3914775"/>
            </a:xfrm>
            <a:custGeom>
              <a:avLst/>
              <a:gdLst>
                <a:gd name="connsiteX0" fmla="*/ 7144 w 771525"/>
                <a:gd name="connsiteY0" fmla="*/ 7144 h 3914775"/>
                <a:gd name="connsiteX1" fmla="*/ 768191 w 771525"/>
                <a:gd name="connsiteY1" fmla="*/ 7144 h 3914775"/>
                <a:gd name="connsiteX2" fmla="*/ 768191 w 771525"/>
                <a:gd name="connsiteY2" fmla="*/ 3908584 h 3914775"/>
                <a:gd name="connsiteX3" fmla="*/ 7144 w 771525"/>
                <a:gd name="connsiteY3" fmla="*/ 3908584 h 3914775"/>
                <a:gd name="connsiteX4" fmla="*/ 7144 w 771525"/>
                <a:gd name="connsiteY4" fmla="*/ 7144 h 391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3914775">
                  <a:moveTo>
                    <a:pt x="7144" y="7144"/>
                  </a:moveTo>
                  <a:lnTo>
                    <a:pt x="768191" y="7144"/>
                  </a:lnTo>
                  <a:lnTo>
                    <a:pt x="768191" y="3908584"/>
                  </a:lnTo>
                  <a:lnTo>
                    <a:pt x="7144" y="390858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E1245671-9391-4A1B-BA74-E3534907B9AD}"/>
                </a:ext>
              </a:extLst>
            </p:cNvPr>
            <p:cNvSpPr/>
            <p:nvPr/>
          </p:nvSpPr>
          <p:spPr>
            <a:xfrm>
              <a:off x="6338412" y="2815114"/>
              <a:ext cx="771525" cy="3438525"/>
            </a:xfrm>
            <a:custGeom>
              <a:avLst/>
              <a:gdLst>
                <a:gd name="connsiteX0" fmla="*/ 7144 w 771525"/>
                <a:gd name="connsiteY0" fmla="*/ 7144 h 3438525"/>
                <a:gd name="connsiteX1" fmla="*/ 768191 w 771525"/>
                <a:gd name="connsiteY1" fmla="*/ 7144 h 3438525"/>
                <a:gd name="connsiteX2" fmla="*/ 768191 w 771525"/>
                <a:gd name="connsiteY2" fmla="*/ 3432334 h 3438525"/>
                <a:gd name="connsiteX3" fmla="*/ 7144 w 771525"/>
                <a:gd name="connsiteY3" fmla="*/ 3432334 h 3438525"/>
                <a:gd name="connsiteX4" fmla="*/ 7144 w 771525"/>
                <a:gd name="connsiteY4" fmla="*/ 7144 h 3438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3438525">
                  <a:moveTo>
                    <a:pt x="7144" y="7144"/>
                  </a:moveTo>
                  <a:lnTo>
                    <a:pt x="768191" y="7144"/>
                  </a:lnTo>
                  <a:lnTo>
                    <a:pt x="768191" y="3432334"/>
                  </a:lnTo>
                  <a:lnTo>
                    <a:pt x="7144" y="343233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099D7A78-96B9-4D9A-BB34-2496F948EA7F}"/>
                </a:ext>
              </a:extLst>
            </p:cNvPr>
            <p:cNvSpPr/>
            <p:nvPr/>
          </p:nvSpPr>
          <p:spPr>
            <a:xfrm>
              <a:off x="7289959" y="1863567"/>
              <a:ext cx="771525" cy="4391025"/>
            </a:xfrm>
            <a:custGeom>
              <a:avLst/>
              <a:gdLst>
                <a:gd name="connsiteX0" fmla="*/ 7144 w 771525"/>
                <a:gd name="connsiteY0" fmla="*/ 7144 h 4391025"/>
                <a:gd name="connsiteX1" fmla="*/ 768191 w 771525"/>
                <a:gd name="connsiteY1" fmla="*/ 7144 h 4391025"/>
                <a:gd name="connsiteX2" fmla="*/ 768191 w 771525"/>
                <a:gd name="connsiteY2" fmla="*/ 4383882 h 4391025"/>
                <a:gd name="connsiteX3" fmla="*/ 7144 w 771525"/>
                <a:gd name="connsiteY3" fmla="*/ 4383882 h 4391025"/>
                <a:gd name="connsiteX4" fmla="*/ 7144 w 771525"/>
                <a:gd name="connsiteY4" fmla="*/ 7144 h 439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4391025">
                  <a:moveTo>
                    <a:pt x="7144" y="7144"/>
                  </a:moveTo>
                  <a:lnTo>
                    <a:pt x="768191" y="7144"/>
                  </a:lnTo>
                  <a:lnTo>
                    <a:pt x="768191" y="4383882"/>
                  </a:lnTo>
                  <a:lnTo>
                    <a:pt x="7144" y="4383882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1FF05181-1159-4665-9353-D61DD7795B1F}"/>
                </a:ext>
              </a:extLst>
            </p:cNvPr>
            <p:cNvSpPr/>
            <p:nvPr/>
          </p:nvSpPr>
          <p:spPr>
            <a:xfrm>
              <a:off x="8241507" y="912019"/>
              <a:ext cx="771525" cy="5334000"/>
            </a:xfrm>
            <a:custGeom>
              <a:avLst/>
              <a:gdLst>
                <a:gd name="connsiteX0" fmla="*/ 7144 w 771525"/>
                <a:gd name="connsiteY0" fmla="*/ 7144 h 5334000"/>
                <a:gd name="connsiteX1" fmla="*/ 768192 w 771525"/>
                <a:gd name="connsiteY1" fmla="*/ 7144 h 5334000"/>
                <a:gd name="connsiteX2" fmla="*/ 768192 w 771525"/>
                <a:gd name="connsiteY2" fmla="*/ 5335429 h 5334000"/>
                <a:gd name="connsiteX3" fmla="*/ 7144 w 771525"/>
                <a:gd name="connsiteY3" fmla="*/ 5335429 h 5334000"/>
                <a:gd name="connsiteX4" fmla="*/ 7144 w 771525"/>
                <a:gd name="connsiteY4" fmla="*/ 7144 h 533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5334000">
                  <a:moveTo>
                    <a:pt x="7144" y="7144"/>
                  </a:moveTo>
                  <a:lnTo>
                    <a:pt x="768192" y="7144"/>
                  </a:lnTo>
                  <a:lnTo>
                    <a:pt x="768192" y="5335429"/>
                  </a:lnTo>
                  <a:lnTo>
                    <a:pt x="7144" y="533542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7" name="Graphic 14">
            <a:extLst>
              <a:ext uri="{FF2B5EF4-FFF2-40B4-BE49-F238E27FC236}">
                <a16:creationId xmlns:a16="http://schemas.microsoft.com/office/drawing/2014/main" id="{6672FC16-2CE0-4D50-915E-B3DF29180E04}"/>
              </a:ext>
            </a:extLst>
          </p:cNvPr>
          <p:cNvGrpSpPr>
            <a:grpSpLocks noChangeAspect="1"/>
          </p:cNvGrpSpPr>
          <p:nvPr/>
        </p:nvGrpSpPr>
        <p:grpSpPr>
          <a:xfrm>
            <a:off x="6446185" y="4113443"/>
            <a:ext cx="522468" cy="502920"/>
            <a:chOff x="3448050" y="885825"/>
            <a:chExt cx="5600700" cy="53911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92BC24F6-D554-4293-99E0-004BA405FE32}"/>
                </a:ext>
              </a:extLst>
            </p:cNvPr>
            <p:cNvSpPr/>
            <p:nvPr/>
          </p:nvSpPr>
          <p:spPr>
            <a:xfrm>
              <a:off x="4117181" y="878664"/>
              <a:ext cx="752475" cy="933450"/>
            </a:xfrm>
            <a:custGeom>
              <a:avLst/>
              <a:gdLst>
                <a:gd name="connsiteX0" fmla="*/ 7144 w 752475"/>
                <a:gd name="connsiteY0" fmla="*/ 373874 h 933450"/>
                <a:gd name="connsiteX1" fmla="*/ 7144 w 752475"/>
                <a:gd name="connsiteY1" fmla="*/ 561516 h 933450"/>
                <a:gd name="connsiteX2" fmla="*/ 380524 w 752475"/>
                <a:gd name="connsiteY2" fmla="*/ 934896 h 933450"/>
                <a:gd name="connsiteX3" fmla="*/ 753904 w 752475"/>
                <a:gd name="connsiteY3" fmla="*/ 561516 h 933450"/>
                <a:gd name="connsiteX4" fmla="*/ 753904 w 752475"/>
                <a:gd name="connsiteY4" fmla="*/ 373874 h 933450"/>
                <a:gd name="connsiteX5" fmla="*/ 644366 w 752475"/>
                <a:gd name="connsiteY5" fmla="*/ 112889 h 933450"/>
                <a:gd name="connsiteX6" fmla="*/ 382429 w 752475"/>
                <a:gd name="connsiteY6" fmla="*/ 7161 h 933450"/>
                <a:gd name="connsiteX7" fmla="*/ 7144 w 752475"/>
                <a:gd name="connsiteY7" fmla="*/ 373874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2475" h="933450">
                  <a:moveTo>
                    <a:pt x="7144" y="373874"/>
                  </a:moveTo>
                  <a:lnTo>
                    <a:pt x="7144" y="561516"/>
                  </a:lnTo>
                  <a:cubicBezTo>
                    <a:pt x="7144" y="768209"/>
                    <a:pt x="174784" y="934896"/>
                    <a:pt x="380524" y="934896"/>
                  </a:cubicBezTo>
                  <a:cubicBezTo>
                    <a:pt x="586264" y="934896"/>
                    <a:pt x="753904" y="767256"/>
                    <a:pt x="753904" y="561516"/>
                  </a:cubicBezTo>
                  <a:lnTo>
                    <a:pt x="753904" y="373874"/>
                  </a:lnTo>
                  <a:cubicBezTo>
                    <a:pt x="753904" y="275766"/>
                    <a:pt x="714851" y="181469"/>
                    <a:pt x="644366" y="112889"/>
                  </a:cubicBezTo>
                  <a:cubicBezTo>
                    <a:pt x="575786" y="44309"/>
                    <a:pt x="480536" y="6209"/>
                    <a:pt x="382429" y="7161"/>
                  </a:cubicBezTo>
                  <a:cubicBezTo>
                    <a:pt x="177641" y="7161"/>
                    <a:pt x="7144" y="168134"/>
                    <a:pt x="7144" y="3738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1A4B83C-816C-46C8-90BB-AF505781FB99}"/>
                </a:ext>
              </a:extLst>
            </p:cNvPr>
            <p:cNvSpPr/>
            <p:nvPr/>
          </p:nvSpPr>
          <p:spPr>
            <a:xfrm>
              <a:off x="3441859" y="2206272"/>
              <a:ext cx="2143125" cy="1790700"/>
            </a:xfrm>
            <a:custGeom>
              <a:avLst/>
              <a:gdLst>
                <a:gd name="connsiteX0" fmla="*/ 338614 w 2143125"/>
                <a:gd name="connsiteY0" fmla="*/ 1616111 h 1790700"/>
                <a:gd name="connsiteX1" fmla="*/ 338614 w 2143125"/>
                <a:gd name="connsiteY1" fmla="*/ 916976 h 1790700"/>
                <a:gd name="connsiteX2" fmla="*/ 433864 w 2143125"/>
                <a:gd name="connsiteY2" fmla="*/ 821726 h 1790700"/>
                <a:gd name="connsiteX3" fmla="*/ 529114 w 2143125"/>
                <a:gd name="connsiteY3" fmla="*/ 916976 h 1790700"/>
                <a:gd name="connsiteX4" fmla="*/ 529114 w 2143125"/>
                <a:gd name="connsiteY4" fmla="*/ 1240826 h 1790700"/>
                <a:gd name="connsiteX5" fmla="*/ 530066 w 2143125"/>
                <a:gd name="connsiteY5" fmla="*/ 1254161 h 1790700"/>
                <a:gd name="connsiteX6" fmla="*/ 534829 w 2143125"/>
                <a:gd name="connsiteY6" fmla="*/ 1408466 h 1790700"/>
                <a:gd name="connsiteX7" fmla="*/ 1621631 w 2143125"/>
                <a:gd name="connsiteY7" fmla="*/ 1408466 h 1790700"/>
                <a:gd name="connsiteX8" fmla="*/ 1620679 w 2143125"/>
                <a:gd name="connsiteY8" fmla="*/ 1302738 h 1790700"/>
                <a:gd name="connsiteX9" fmla="*/ 1620679 w 2143125"/>
                <a:gd name="connsiteY9" fmla="*/ 917928 h 1790700"/>
                <a:gd name="connsiteX10" fmla="*/ 1715929 w 2143125"/>
                <a:gd name="connsiteY10" fmla="*/ 822678 h 1790700"/>
                <a:gd name="connsiteX11" fmla="*/ 1811179 w 2143125"/>
                <a:gd name="connsiteY11" fmla="*/ 917928 h 1790700"/>
                <a:gd name="connsiteX12" fmla="*/ 1811179 w 2143125"/>
                <a:gd name="connsiteY12" fmla="*/ 1240826 h 1790700"/>
                <a:gd name="connsiteX13" fmla="*/ 1813084 w 2143125"/>
                <a:gd name="connsiteY13" fmla="*/ 1260828 h 1790700"/>
                <a:gd name="connsiteX14" fmla="*/ 1811179 w 2143125"/>
                <a:gd name="connsiteY14" fmla="*/ 1306548 h 1790700"/>
                <a:gd name="connsiteX15" fmla="*/ 1811179 w 2143125"/>
                <a:gd name="connsiteY15" fmla="*/ 1622778 h 1790700"/>
                <a:gd name="connsiteX16" fmla="*/ 1976914 w 2143125"/>
                <a:gd name="connsiteY16" fmla="*/ 1788513 h 1790700"/>
                <a:gd name="connsiteX17" fmla="*/ 2142649 w 2143125"/>
                <a:gd name="connsiteY17" fmla="*/ 1622778 h 1790700"/>
                <a:gd name="connsiteX18" fmla="*/ 2142649 w 2143125"/>
                <a:gd name="connsiteY18" fmla="*/ 441678 h 1790700"/>
                <a:gd name="connsiteX19" fmla="*/ 2142649 w 2143125"/>
                <a:gd name="connsiteY19" fmla="*/ 432153 h 1790700"/>
                <a:gd name="connsiteX20" fmla="*/ 2055971 w 2143125"/>
                <a:gd name="connsiteY20" fmla="*/ 147356 h 1790700"/>
                <a:gd name="connsiteX21" fmla="*/ 1793081 w 2143125"/>
                <a:gd name="connsiteY21" fmla="*/ 7338 h 1790700"/>
                <a:gd name="connsiteX22" fmla="*/ 1753076 w 2143125"/>
                <a:gd name="connsiteY22" fmla="*/ 9243 h 1790700"/>
                <a:gd name="connsiteX23" fmla="*/ 1544479 w 2143125"/>
                <a:gd name="connsiteY23" fmla="*/ 9243 h 1790700"/>
                <a:gd name="connsiteX24" fmla="*/ 1142524 w 2143125"/>
                <a:gd name="connsiteY24" fmla="*/ 383576 h 1790700"/>
                <a:gd name="connsiteX25" fmla="*/ 1140619 w 2143125"/>
                <a:gd name="connsiteY25" fmla="*/ 381671 h 1790700"/>
                <a:gd name="connsiteX26" fmla="*/ 1136809 w 2143125"/>
                <a:gd name="connsiteY26" fmla="*/ 384528 h 1790700"/>
                <a:gd name="connsiteX27" fmla="*/ 1132999 w 2143125"/>
                <a:gd name="connsiteY27" fmla="*/ 387386 h 1790700"/>
                <a:gd name="connsiteX28" fmla="*/ 1129189 w 2143125"/>
                <a:gd name="connsiteY28" fmla="*/ 390243 h 1790700"/>
                <a:gd name="connsiteX29" fmla="*/ 1125379 w 2143125"/>
                <a:gd name="connsiteY29" fmla="*/ 393101 h 1790700"/>
                <a:gd name="connsiteX30" fmla="*/ 1121569 w 2143125"/>
                <a:gd name="connsiteY30" fmla="*/ 395006 h 1790700"/>
                <a:gd name="connsiteX31" fmla="*/ 1116806 w 2143125"/>
                <a:gd name="connsiteY31" fmla="*/ 396911 h 1790700"/>
                <a:gd name="connsiteX32" fmla="*/ 1112996 w 2143125"/>
                <a:gd name="connsiteY32" fmla="*/ 398816 h 1790700"/>
                <a:gd name="connsiteX33" fmla="*/ 1108234 w 2143125"/>
                <a:gd name="connsiteY33" fmla="*/ 400721 h 1790700"/>
                <a:gd name="connsiteX34" fmla="*/ 1104424 w 2143125"/>
                <a:gd name="connsiteY34" fmla="*/ 401673 h 1790700"/>
                <a:gd name="connsiteX35" fmla="*/ 1099661 w 2143125"/>
                <a:gd name="connsiteY35" fmla="*/ 402626 h 1790700"/>
                <a:gd name="connsiteX36" fmla="*/ 1095851 w 2143125"/>
                <a:gd name="connsiteY36" fmla="*/ 403578 h 1790700"/>
                <a:gd name="connsiteX37" fmla="*/ 1091089 w 2143125"/>
                <a:gd name="connsiteY37" fmla="*/ 404531 h 1790700"/>
                <a:gd name="connsiteX38" fmla="*/ 1087279 w 2143125"/>
                <a:gd name="connsiteY38" fmla="*/ 405483 h 1790700"/>
                <a:gd name="connsiteX39" fmla="*/ 1082516 w 2143125"/>
                <a:gd name="connsiteY39" fmla="*/ 405483 h 1790700"/>
                <a:gd name="connsiteX40" fmla="*/ 1077754 w 2143125"/>
                <a:gd name="connsiteY40" fmla="*/ 405483 h 1790700"/>
                <a:gd name="connsiteX41" fmla="*/ 1072991 w 2143125"/>
                <a:gd name="connsiteY41" fmla="*/ 405483 h 1790700"/>
                <a:gd name="connsiteX42" fmla="*/ 1068229 w 2143125"/>
                <a:gd name="connsiteY42" fmla="*/ 405483 h 1790700"/>
                <a:gd name="connsiteX43" fmla="*/ 1063466 w 2143125"/>
                <a:gd name="connsiteY43" fmla="*/ 404531 h 1790700"/>
                <a:gd name="connsiteX44" fmla="*/ 1058704 w 2143125"/>
                <a:gd name="connsiteY44" fmla="*/ 403578 h 1790700"/>
                <a:gd name="connsiteX45" fmla="*/ 1053941 w 2143125"/>
                <a:gd name="connsiteY45" fmla="*/ 402626 h 1790700"/>
                <a:gd name="connsiteX46" fmla="*/ 1049179 w 2143125"/>
                <a:gd name="connsiteY46" fmla="*/ 401673 h 1790700"/>
                <a:gd name="connsiteX47" fmla="*/ 1044416 w 2143125"/>
                <a:gd name="connsiteY47" fmla="*/ 399768 h 1790700"/>
                <a:gd name="connsiteX48" fmla="*/ 1040606 w 2143125"/>
                <a:gd name="connsiteY48" fmla="*/ 397863 h 1790700"/>
                <a:gd name="connsiteX49" fmla="*/ 1035844 w 2143125"/>
                <a:gd name="connsiteY49" fmla="*/ 395958 h 1790700"/>
                <a:gd name="connsiteX50" fmla="*/ 1032034 w 2143125"/>
                <a:gd name="connsiteY50" fmla="*/ 394053 h 1790700"/>
                <a:gd name="connsiteX51" fmla="*/ 1027271 w 2143125"/>
                <a:gd name="connsiteY51" fmla="*/ 391196 h 1790700"/>
                <a:gd name="connsiteX52" fmla="*/ 1023461 w 2143125"/>
                <a:gd name="connsiteY52" fmla="*/ 389291 h 1790700"/>
                <a:gd name="connsiteX53" fmla="*/ 1018699 w 2143125"/>
                <a:gd name="connsiteY53" fmla="*/ 386433 h 1790700"/>
                <a:gd name="connsiteX54" fmla="*/ 1015841 w 2143125"/>
                <a:gd name="connsiteY54" fmla="*/ 384528 h 1790700"/>
                <a:gd name="connsiteX55" fmla="*/ 1012031 w 2143125"/>
                <a:gd name="connsiteY55" fmla="*/ 381671 h 1790700"/>
                <a:gd name="connsiteX56" fmla="*/ 1010126 w 2143125"/>
                <a:gd name="connsiteY56" fmla="*/ 381671 h 1790700"/>
                <a:gd name="connsiteX57" fmla="*/ 623411 w 2143125"/>
                <a:gd name="connsiteY57" fmla="*/ 9243 h 1790700"/>
                <a:gd name="connsiteX58" fmla="*/ 400526 w 2143125"/>
                <a:gd name="connsiteY58" fmla="*/ 9243 h 1790700"/>
                <a:gd name="connsiteX59" fmla="*/ 124301 w 2143125"/>
                <a:gd name="connsiteY59" fmla="*/ 121638 h 1790700"/>
                <a:gd name="connsiteX60" fmla="*/ 8096 w 2143125"/>
                <a:gd name="connsiteY60" fmla="*/ 396911 h 1790700"/>
                <a:gd name="connsiteX61" fmla="*/ 9049 w 2143125"/>
                <a:gd name="connsiteY61" fmla="*/ 433106 h 1790700"/>
                <a:gd name="connsiteX62" fmla="*/ 7144 w 2143125"/>
                <a:gd name="connsiteY62" fmla="*/ 442631 h 1790700"/>
                <a:gd name="connsiteX63" fmla="*/ 7144 w 2143125"/>
                <a:gd name="connsiteY63" fmla="*/ 1624683 h 1790700"/>
                <a:gd name="connsiteX64" fmla="*/ 57626 w 2143125"/>
                <a:gd name="connsiteY64" fmla="*/ 1740888 h 1790700"/>
                <a:gd name="connsiteX65" fmla="*/ 175736 w 2143125"/>
                <a:gd name="connsiteY65" fmla="*/ 1789466 h 1790700"/>
                <a:gd name="connsiteX66" fmla="*/ 177641 w 2143125"/>
                <a:gd name="connsiteY66" fmla="*/ 1789466 h 1790700"/>
                <a:gd name="connsiteX67" fmla="*/ 338614 w 2143125"/>
                <a:gd name="connsiteY67" fmla="*/ 1616111 h 179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2143125" h="1790700">
                  <a:moveTo>
                    <a:pt x="338614" y="1616111"/>
                  </a:moveTo>
                  <a:lnTo>
                    <a:pt x="338614" y="916976"/>
                  </a:lnTo>
                  <a:cubicBezTo>
                    <a:pt x="338614" y="864588"/>
                    <a:pt x="381476" y="821726"/>
                    <a:pt x="433864" y="821726"/>
                  </a:cubicBezTo>
                  <a:cubicBezTo>
                    <a:pt x="486251" y="821726"/>
                    <a:pt x="529114" y="864588"/>
                    <a:pt x="529114" y="916976"/>
                  </a:cubicBezTo>
                  <a:lnTo>
                    <a:pt x="529114" y="1240826"/>
                  </a:lnTo>
                  <a:cubicBezTo>
                    <a:pt x="529114" y="1245588"/>
                    <a:pt x="530066" y="1249398"/>
                    <a:pt x="530066" y="1254161"/>
                  </a:cubicBezTo>
                  <a:lnTo>
                    <a:pt x="534829" y="1408466"/>
                  </a:lnTo>
                  <a:lnTo>
                    <a:pt x="1621631" y="1408466"/>
                  </a:lnTo>
                  <a:lnTo>
                    <a:pt x="1620679" y="1302738"/>
                  </a:lnTo>
                  <a:lnTo>
                    <a:pt x="1620679" y="917928"/>
                  </a:lnTo>
                  <a:cubicBezTo>
                    <a:pt x="1620679" y="865541"/>
                    <a:pt x="1663541" y="822678"/>
                    <a:pt x="1715929" y="822678"/>
                  </a:cubicBezTo>
                  <a:cubicBezTo>
                    <a:pt x="1768316" y="822678"/>
                    <a:pt x="1811179" y="865541"/>
                    <a:pt x="1811179" y="917928"/>
                  </a:cubicBezTo>
                  <a:lnTo>
                    <a:pt x="1811179" y="1240826"/>
                  </a:lnTo>
                  <a:cubicBezTo>
                    <a:pt x="1811179" y="1247493"/>
                    <a:pt x="1813084" y="1254161"/>
                    <a:pt x="1813084" y="1260828"/>
                  </a:cubicBezTo>
                  <a:lnTo>
                    <a:pt x="1811179" y="1306548"/>
                  </a:lnTo>
                  <a:lnTo>
                    <a:pt x="1811179" y="1622778"/>
                  </a:lnTo>
                  <a:cubicBezTo>
                    <a:pt x="1811179" y="1714218"/>
                    <a:pt x="1885474" y="1788513"/>
                    <a:pt x="1976914" y="1788513"/>
                  </a:cubicBezTo>
                  <a:cubicBezTo>
                    <a:pt x="2068354" y="1788513"/>
                    <a:pt x="2142649" y="1714218"/>
                    <a:pt x="2142649" y="1622778"/>
                  </a:cubicBezTo>
                  <a:lnTo>
                    <a:pt x="2142649" y="441678"/>
                  </a:lnTo>
                  <a:cubicBezTo>
                    <a:pt x="2142649" y="438821"/>
                    <a:pt x="2142649" y="435011"/>
                    <a:pt x="2142649" y="432153"/>
                  </a:cubicBezTo>
                  <a:cubicBezTo>
                    <a:pt x="2153126" y="329283"/>
                    <a:pt x="2121694" y="226413"/>
                    <a:pt x="2055971" y="147356"/>
                  </a:cubicBezTo>
                  <a:cubicBezTo>
                    <a:pt x="1990249" y="67346"/>
                    <a:pt x="1895951" y="16863"/>
                    <a:pt x="1793081" y="7338"/>
                  </a:cubicBezTo>
                  <a:cubicBezTo>
                    <a:pt x="1779746" y="6386"/>
                    <a:pt x="1766411" y="9243"/>
                    <a:pt x="1753076" y="9243"/>
                  </a:cubicBezTo>
                  <a:lnTo>
                    <a:pt x="1544479" y="9243"/>
                  </a:lnTo>
                  <a:lnTo>
                    <a:pt x="1142524" y="383576"/>
                  </a:lnTo>
                  <a:cubicBezTo>
                    <a:pt x="1141571" y="384528"/>
                    <a:pt x="1140619" y="381671"/>
                    <a:pt x="1140619" y="381671"/>
                  </a:cubicBezTo>
                  <a:cubicBezTo>
                    <a:pt x="1139666" y="382623"/>
                    <a:pt x="1137761" y="383576"/>
                    <a:pt x="1136809" y="384528"/>
                  </a:cubicBezTo>
                  <a:cubicBezTo>
                    <a:pt x="1135856" y="385481"/>
                    <a:pt x="1133951" y="386433"/>
                    <a:pt x="1132999" y="387386"/>
                  </a:cubicBezTo>
                  <a:cubicBezTo>
                    <a:pt x="1132046" y="388338"/>
                    <a:pt x="1130141" y="389291"/>
                    <a:pt x="1129189" y="390243"/>
                  </a:cubicBezTo>
                  <a:cubicBezTo>
                    <a:pt x="1128236" y="391196"/>
                    <a:pt x="1126331" y="392148"/>
                    <a:pt x="1125379" y="393101"/>
                  </a:cubicBezTo>
                  <a:cubicBezTo>
                    <a:pt x="1124426" y="394053"/>
                    <a:pt x="1122521" y="395006"/>
                    <a:pt x="1121569" y="395006"/>
                  </a:cubicBezTo>
                  <a:cubicBezTo>
                    <a:pt x="1120616" y="395958"/>
                    <a:pt x="1118711" y="396911"/>
                    <a:pt x="1116806" y="396911"/>
                  </a:cubicBezTo>
                  <a:cubicBezTo>
                    <a:pt x="1115854" y="397863"/>
                    <a:pt x="1113949" y="397863"/>
                    <a:pt x="1112996" y="398816"/>
                  </a:cubicBezTo>
                  <a:cubicBezTo>
                    <a:pt x="1112044" y="399768"/>
                    <a:pt x="1110139" y="399768"/>
                    <a:pt x="1108234" y="400721"/>
                  </a:cubicBezTo>
                  <a:cubicBezTo>
                    <a:pt x="1107281" y="400721"/>
                    <a:pt x="1105376" y="401673"/>
                    <a:pt x="1104424" y="401673"/>
                  </a:cubicBezTo>
                  <a:cubicBezTo>
                    <a:pt x="1102519" y="402626"/>
                    <a:pt x="1101566" y="402626"/>
                    <a:pt x="1099661" y="402626"/>
                  </a:cubicBezTo>
                  <a:cubicBezTo>
                    <a:pt x="1098709" y="402626"/>
                    <a:pt x="1096804" y="403578"/>
                    <a:pt x="1095851" y="403578"/>
                  </a:cubicBezTo>
                  <a:cubicBezTo>
                    <a:pt x="1093946" y="403578"/>
                    <a:pt x="1092994" y="404531"/>
                    <a:pt x="1091089" y="404531"/>
                  </a:cubicBezTo>
                  <a:cubicBezTo>
                    <a:pt x="1090136" y="404531"/>
                    <a:pt x="1088231" y="404531"/>
                    <a:pt x="1087279" y="405483"/>
                  </a:cubicBezTo>
                  <a:cubicBezTo>
                    <a:pt x="1085374" y="405483"/>
                    <a:pt x="1084421" y="405483"/>
                    <a:pt x="1082516" y="405483"/>
                  </a:cubicBezTo>
                  <a:cubicBezTo>
                    <a:pt x="1080611" y="405483"/>
                    <a:pt x="1079659" y="405483"/>
                    <a:pt x="1077754" y="405483"/>
                  </a:cubicBezTo>
                  <a:cubicBezTo>
                    <a:pt x="1075849" y="405483"/>
                    <a:pt x="1074896" y="405483"/>
                    <a:pt x="1072991" y="405483"/>
                  </a:cubicBezTo>
                  <a:cubicBezTo>
                    <a:pt x="1071086" y="405483"/>
                    <a:pt x="1070134" y="405483"/>
                    <a:pt x="1068229" y="405483"/>
                  </a:cubicBezTo>
                  <a:cubicBezTo>
                    <a:pt x="1066324" y="405483"/>
                    <a:pt x="1065371" y="405483"/>
                    <a:pt x="1063466" y="404531"/>
                  </a:cubicBezTo>
                  <a:cubicBezTo>
                    <a:pt x="1061561" y="404531"/>
                    <a:pt x="1060609" y="403578"/>
                    <a:pt x="1058704" y="403578"/>
                  </a:cubicBezTo>
                  <a:cubicBezTo>
                    <a:pt x="1056799" y="403578"/>
                    <a:pt x="1055846" y="402626"/>
                    <a:pt x="1053941" y="402626"/>
                  </a:cubicBezTo>
                  <a:cubicBezTo>
                    <a:pt x="1052036" y="402626"/>
                    <a:pt x="1051084" y="401673"/>
                    <a:pt x="1049179" y="401673"/>
                  </a:cubicBezTo>
                  <a:cubicBezTo>
                    <a:pt x="1048226" y="401673"/>
                    <a:pt x="1046321" y="400721"/>
                    <a:pt x="1044416" y="399768"/>
                  </a:cubicBezTo>
                  <a:cubicBezTo>
                    <a:pt x="1042511" y="398816"/>
                    <a:pt x="1041559" y="398816"/>
                    <a:pt x="1040606" y="397863"/>
                  </a:cubicBezTo>
                  <a:cubicBezTo>
                    <a:pt x="1039654" y="396911"/>
                    <a:pt x="1037749" y="396911"/>
                    <a:pt x="1035844" y="395958"/>
                  </a:cubicBezTo>
                  <a:cubicBezTo>
                    <a:pt x="1034891" y="395006"/>
                    <a:pt x="1032986" y="395006"/>
                    <a:pt x="1032034" y="394053"/>
                  </a:cubicBezTo>
                  <a:cubicBezTo>
                    <a:pt x="1030129" y="393101"/>
                    <a:pt x="1029176" y="392148"/>
                    <a:pt x="1027271" y="391196"/>
                  </a:cubicBezTo>
                  <a:cubicBezTo>
                    <a:pt x="1026319" y="390243"/>
                    <a:pt x="1025366" y="390243"/>
                    <a:pt x="1023461" y="389291"/>
                  </a:cubicBezTo>
                  <a:cubicBezTo>
                    <a:pt x="1021556" y="388338"/>
                    <a:pt x="1020604" y="387386"/>
                    <a:pt x="1018699" y="386433"/>
                  </a:cubicBezTo>
                  <a:cubicBezTo>
                    <a:pt x="1017746" y="385481"/>
                    <a:pt x="1016794" y="385481"/>
                    <a:pt x="1015841" y="384528"/>
                  </a:cubicBezTo>
                  <a:cubicBezTo>
                    <a:pt x="1014889" y="383576"/>
                    <a:pt x="1012984" y="382623"/>
                    <a:pt x="1012031" y="381671"/>
                  </a:cubicBezTo>
                  <a:cubicBezTo>
                    <a:pt x="1011079" y="380718"/>
                    <a:pt x="1011079" y="382623"/>
                    <a:pt x="1010126" y="381671"/>
                  </a:cubicBezTo>
                  <a:lnTo>
                    <a:pt x="623411" y="9243"/>
                  </a:lnTo>
                  <a:lnTo>
                    <a:pt x="400526" y="9243"/>
                  </a:lnTo>
                  <a:cubicBezTo>
                    <a:pt x="296704" y="8291"/>
                    <a:pt x="197644" y="49248"/>
                    <a:pt x="124301" y="121638"/>
                  </a:cubicBezTo>
                  <a:cubicBezTo>
                    <a:pt x="50959" y="194028"/>
                    <a:pt x="9049" y="293088"/>
                    <a:pt x="8096" y="396911"/>
                  </a:cubicBezTo>
                  <a:cubicBezTo>
                    <a:pt x="8096" y="409293"/>
                    <a:pt x="8096" y="420723"/>
                    <a:pt x="9049" y="433106"/>
                  </a:cubicBezTo>
                  <a:cubicBezTo>
                    <a:pt x="9049" y="435963"/>
                    <a:pt x="7144" y="439773"/>
                    <a:pt x="7144" y="442631"/>
                  </a:cubicBezTo>
                  <a:lnTo>
                    <a:pt x="7144" y="1624683"/>
                  </a:lnTo>
                  <a:cubicBezTo>
                    <a:pt x="8096" y="1668498"/>
                    <a:pt x="26194" y="1710408"/>
                    <a:pt x="57626" y="1740888"/>
                  </a:cubicBezTo>
                  <a:cubicBezTo>
                    <a:pt x="89059" y="1772321"/>
                    <a:pt x="131921" y="1789466"/>
                    <a:pt x="175736" y="1789466"/>
                  </a:cubicBezTo>
                  <a:lnTo>
                    <a:pt x="177641" y="1789466"/>
                  </a:lnTo>
                  <a:cubicBezTo>
                    <a:pt x="265271" y="1787561"/>
                    <a:pt x="338614" y="1709456"/>
                    <a:pt x="338614" y="16161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7B8A362-E556-491B-895B-1D0EFC05B685}"/>
                </a:ext>
              </a:extLst>
            </p:cNvPr>
            <p:cNvSpPr/>
            <p:nvPr/>
          </p:nvSpPr>
          <p:spPr>
            <a:xfrm>
              <a:off x="3975259" y="3797141"/>
              <a:ext cx="1085850" cy="2409825"/>
            </a:xfrm>
            <a:custGeom>
              <a:avLst/>
              <a:gdLst>
                <a:gd name="connsiteX0" fmla="*/ 822484 w 1085850"/>
                <a:gd name="connsiteY0" fmla="*/ 2405539 h 2409825"/>
                <a:gd name="connsiteX1" fmla="*/ 1008221 w 1085850"/>
                <a:gd name="connsiteY1" fmla="*/ 2227421 h 2409825"/>
                <a:gd name="connsiteX2" fmla="*/ 1081564 w 1085850"/>
                <a:gd name="connsiteY2" fmla="*/ 7144 h 2409825"/>
                <a:gd name="connsiteX3" fmla="*/ 7144 w 1085850"/>
                <a:gd name="connsiteY3" fmla="*/ 7144 h 2409825"/>
                <a:gd name="connsiteX4" fmla="*/ 78581 w 1085850"/>
                <a:gd name="connsiteY4" fmla="*/ 2227421 h 2409825"/>
                <a:gd name="connsiteX5" fmla="*/ 265271 w 1085850"/>
                <a:gd name="connsiteY5" fmla="*/ 2405539 h 2409825"/>
                <a:gd name="connsiteX6" fmla="*/ 445294 w 1085850"/>
                <a:gd name="connsiteY6" fmla="*/ 2220754 h 2409825"/>
                <a:gd name="connsiteX7" fmla="*/ 445294 w 1085850"/>
                <a:gd name="connsiteY7" fmla="*/ 363379 h 2409825"/>
                <a:gd name="connsiteX8" fmla="*/ 540544 w 1085850"/>
                <a:gd name="connsiteY8" fmla="*/ 268129 h 2409825"/>
                <a:gd name="connsiteX9" fmla="*/ 635794 w 1085850"/>
                <a:gd name="connsiteY9" fmla="*/ 363379 h 2409825"/>
                <a:gd name="connsiteX10" fmla="*/ 635794 w 1085850"/>
                <a:gd name="connsiteY10" fmla="*/ 2220754 h 2409825"/>
                <a:gd name="connsiteX11" fmla="*/ 822484 w 1085850"/>
                <a:gd name="connsiteY11" fmla="*/ 2405539 h 2409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85850" h="2409825">
                  <a:moveTo>
                    <a:pt x="822484" y="2405539"/>
                  </a:moveTo>
                  <a:cubicBezTo>
                    <a:pt x="922496" y="2405539"/>
                    <a:pt x="1004411" y="2326482"/>
                    <a:pt x="1008221" y="2227421"/>
                  </a:cubicBezTo>
                  <a:lnTo>
                    <a:pt x="1081564" y="7144"/>
                  </a:lnTo>
                  <a:lnTo>
                    <a:pt x="7144" y="7144"/>
                  </a:lnTo>
                  <a:lnTo>
                    <a:pt x="78581" y="2227421"/>
                  </a:lnTo>
                  <a:cubicBezTo>
                    <a:pt x="81439" y="2328386"/>
                    <a:pt x="165259" y="2407444"/>
                    <a:pt x="265271" y="2405539"/>
                  </a:cubicBezTo>
                  <a:cubicBezTo>
                    <a:pt x="366236" y="2403634"/>
                    <a:pt x="446246" y="2320766"/>
                    <a:pt x="445294" y="2220754"/>
                  </a:cubicBezTo>
                  <a:lnTo>
                    <a:pt x="445294" y="363379"/>
                  </a:lnTo>
                  <a:cubicBezTo>
                    <a:pt x="445294" y="310991"/>
                    <a:pt x="488156" y="268129"/>
                    <a:pt x="540544" y="268129"/>
                  </a:cubicBezTo>
                  <a:cubicBezTo>
                    <a:pt x="592931" y="268129"/>
                    <a:pt x="635794" y="310991"/>
                    <a:pt x="635794" y="363379"/>
                  </a:cubicBezTo>
                  <a:lnTo>
                    <a:pt x="635794" y="2220754"/>
                  </a:lnTo>
                  <a:cubicBezTo>
                    <a:pt x="636746" y="2323624"/>
                    <a:pt x="719614" y="2405539"/>
                    <a:pt x="822484" y="24055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048876DB-0B39-41F7-9644-EA1DF6333A9D}"/>
                </a:ext>
              </a:extLst>
            </p:cNvPr>
            <p:cNvSpPr/>
            <p:nvPr/>
          </p:nvSpPr>
          <p:spPr>
            <a:xfrm>
              <a:off x="6038374" y="3262789"/>
              <a:ext cx="3009900" cy="3009900"/>
            </a:xfrm>
            <a:custGeom>
              <a:avLst/>
              <a:gdLst>
                <a:gd name="connsiteX0" fmla="*/ 2914174 w 3009900"/>
                <a:gd name="connsiteY0" fmla="*/ 2819876 h 3009900"/>
                <a:gd name="connsiteX1" fmla="*/ 275749 w 3009900"/>
                <a:gd name="connsiteY1" fmla="*/ 2819876 h 3009900"/>
                <a:gd name="connsiteX2" fmla="*/ 932974 w 3009900"/>
                <a:gd name="connsiteY2" fmla="*/ 1787366 h 3009900"/>
                <a:gd name="connsiteX3" fmla="*/ 1564481 w 3009900"/>
                <a:gd name="connsiteY3" fmla="*/ 1861661 h 3009900"/>
                <a:gd name="connsiteX4" fmla="*/ 1633061 w 3009900"/>
                <a:gd name="connsiteY4" fmla="*/ 1842611 h 3009900"/>
                <a:gd name="connsiteX5" fmla="*/ 2387441 w 3009900"/>
                <a:gd name="connsiteY5" fmla="*/ 1268254 h 3009900"/>
                <a:gd name="connsiteX6" fmla="*/ 2357914 w 3009900"/>
                <a:gd name="connsiteY6" fmla="*/ 1657826 h 3009900"/>
                <a:gd name="connsiteX7" fmla="*/ 2445544 w 3009900"/>
                <a:gd name="connsiteY7" fmla="*/ 1759744 h 3009900"/>
                <a:gd name="connsiteX8" fmla="*/ 2453164 w 3009900"/>
                <a:gd name="connsiteY8" fmla="*/ 1759744 h 3009900"/>
                <a:gd name="connsiteX9" fmla="*/ 2547461 w 3009900"/>
                <a:gd name="connsiteY9" fmla="*/ 1672114 h 3009900"/>
                <a:gd name="connsiteX10" fmla="*/ 2591276 w 3009900"/>
                <a:gd name="connsiteY10" fmla="*/ 1071086 h 3009900"/>
                <a:gd name="connsiteX11" fmla="*/ 2568416 w 3009900"/>
                <a:gd name="connsiteY11" fmla="*/ 1001554 h 3009900"/>
                <a:gd name="connsiteX12" fmla="*/ 2503646 w 3009900"/>
                <a:gd name="connsiteY12" fmla="*/ 969169 h 3009900"/>
                <a:gd name="connsiteX13" fmla="*/ 1855946 w 3009900"/>
                <a:gd name="connsiteY13" fmla="*/ 922496 h 3009900"/>
                <a:gd name="connsiteX14" fmla="*/ 1754981 w 3009900"/>
                <a:gd name="connsiteY14" fmla="*/ 1010126 h 3009900"/>
                <a:gd name="connsiteX15" fmla="*/ 1842611 w 3009900"/>
                <a:gd name="connsiteY15" fmla="*/ 1111091 h 3009900"/>
                <a:gd name="connsiteX16" fmla="*/ 2240756 w 3009900"/>
                <a:gd name="connsiteY16" fmla="*/ 1139666 h 3009900"/>
                <a:gd name="connsiteX17" fmla="*/ 1547336 w 3009900"/>
                <a:gd name="connsiteY17" fmla="*/ 1667351 h 3009900"/>
                <a:gd name="connsiteX18" fmla="*/ 894874 w 3009900"/>
                <a:gd name="connsiteY18" fmla="*/ 1590199 h 3009900"/>
                <a:gd name="connsiteX19" fmla="*/ 804386 w 3009900"/>
                <a:gd name="connsiteY19" fmla="*/ 1634014 h 3009900"/>
                <a:gd name="connsiteX20" fmla="*/ 197644 w 3009900"/>
                <a:gd name="connsiteY20" fmla="*/ 2588419 h 3009900"/>
                <a:gd name="connsiteX21" fmla="*/ 197644 w 3009900"/>
                <a:gd name="connsiteY21" fmla="*/ 102394 h 3009900"/>
                <a:gd name="connsiteX22" fmla="*/ 102394 w 3009900"/>
                <a:gd name="connsiteY22" fmla="*/ 7144 h 3009900"/>
                <a:gd name="connsiteX23" fmla="*/ 7144 w 3009900"/>
                <a:gd name="connsiteY23" fmla="*/ 102394 h 3009900"/>
                <a:gd name="connsiteX24" fmla="*/ 7144 w 3009900"/>
                <a:gd name="connsiteY24" fmla="*/ 2914174 h 3009900"/>
                <a:gd name="connsiteX25" fmla="*/ 7144 w 3009900"/>
                <a:gd name="connsiteY25" fmla="*/ 2915126 h 3009900"/>
                <a:gd name="connsiteX26" fmla="*/ 7144 w 3009900"/>
                <a:gd name="connsiteY26" fmla="*/ 2920841 h 3009900"/>
                <a:gd name="connsiteX27" fmla="*/ 7144 w 3009900"/>
                <a:gd name="connsiteY27" fmla="*/ 2924651 h 3009900"/>
                <a:gd name="connsiteX28" fmla="*/ 8096 w 3009900"/>
                <a:gd name="connsiteY28" fmla="*/ 2929414 h 3009900"/>
                <a:gd name="connsiteX29" fmla="*/ 9049 w 3009900"/>
                <a:gd name="connsiteY29" fmla="*/ 2934176 h 3009900"/>
                <a:gd name="connsiteX30" fmla="*/ 10001 w 3009900"/>
                <a:gd name="connsiteY30" fmla="*/ 2937034 h 3009900"/>
                <a:gd name="connsiteX31" fmla="*/ 11906 w 3009900"/>
                <a:gd name="connsiteY31" fmla="*/ 2942749 h 3009900"/>
                <a:gd name="connsiteX32" fmla="*/ 12859 w 3009900"/>
                <a:gd name="connsiteY32" fmla="*/ 2945606 h 3009900"/>
                <a:gd name="connsiteX33" fmla="*/ 14764 w 3009900"/>
                <a:gd name="connsiteY33" fmla="*/ 2951322 h 3009900"/>
                <a:gd name="connsiteX34" fmla="*/ 16669 w 3009900"/>
                <a:gd name="connsiteY34" fmla="*/ 2954179 h 3009900"/>
                <a:gd name="connsiteX35" fmla="*/ 18574 w 3009900"/>
                <a:gd name="connsiteY35" fmla="*/ 2958941 h 3009900"/>
                <a:gd name="connsiteX36" fmla="*/ 21431 w 3009900"/>
                <a:gd name="connsiteY36" fmla="*/ 2963704 h 3009900"/>
                <a:gd name="connsiteX37" fmla="*/ 23336 w 3009900"/>
                <a:gd name="connsiteY37" fmla="*/ 2966561 h 3009900"/>
                <a:gd name="connsiteX38" fmla="*/ 27146 w 3009900"/>
                <a:gd name="connsiteY38" fmla="*/ 2971324 h 3009900"/>
                <a:gd name="connsiteX39" fmla="*/ 29051 w 3009900"/>
                <a:gd name="connsiteY39" fmla="*/ 2973229 h 3009900"/>
                <a:gd name="connsiteX40" fmla="*/ 32861 w 3009900"/>
                <a:gd name="connsiteY40" fmla="*/ 2977991 h 3009900"/>
                <a:gd name="connsiteX41" fmla="*/ 34766 w 3009900"/>
                <a:gd name="connsiteY41" fmla="*/ 2980849 h 3009900"/>
                <a:gd name="connsiteX42" fmla="*/ 38576 w 3009900"/>
                <a:gd name="connsiteY42" fmla="*/ 2984659 h 3009900"/>
                <a:gd name="connsiteX43" fmla="*/ 42386 w 3009900"/>
                <a:gd name="connsiteY43" fmla="*/ 2987516 h 3009900"/>
                <a:gd name="connsiteX44" fmla="*/ 45244 w 3009900"/>
                <a:gd name="connsiteY44" fmla="*/ 2989422 h 3009900"/>
                <a:gd name="connsiteX45" fmla="*/ 50006 w 3009900"/>
                <a:gd name="connsiteY45" fmla="*/ 2992279 h 3009900"/>
                <a:gd name="connsiteX46" fmla="*/ 50959 w 3009900"/>
                <a:gd name="connsiteY46" fmla="*/ 2993231 h 3009900"/>
                <a:gd name="connsiteX47" fmla="*/ 51911 w 3009900"/>
                <a:gd name="connsiteY47" fmla="*/ 2994184 h 3009900"/>
                <a:gd name="connsiteX48" fmla="*/ 61436 w 3009900"/>
                <a:gd name="connsiteY48" fmla="*/ 2998947 h 3009900"/>
                <a:gd name="connsiteX49" fmla="*/ 63341 w 3009900"/>
                <a:gd name="connsiteY49" fmla="*/ 2999899 h 3009900"/>
                <a:gd name="connsiteX50" fmla="*/ 74771 w 3009900"/>
                <a:gd name="connsiteY50" fmla="*/ 3003709 h 3009900"/>
                <a:gd name="connsiteX51" fmla="*/ 77629 w 3009900"/>
                <a:gd name="connsiteY51" fmla="*/ 3004661 h 3009900"/>
                <a:gd name="connsiteX52" fmla="*/ 86201 w 3009900"/>
                <a:gd name="connsiteY52" fmla="*/ 3006566 h 3009900"/>
                <a:gd name="connsiteX53" fmla="*/ 90011 w 3009900"/>
                <a:gd name="connsiteY53" fmla="*/ 3007519 h 3009900"/>
                <a:gd name="connsiteX54" fmla="*/ 100489 w 3009900"/>
                <a:gd name="connsiteY54" fmla="*/ 3007519 h 3009900"/>
                <a:gd name="connsiteX55" fmla="*/ 101441 w 3009900"/>
                <a:gd name="connsiteY55" fmla="*/ 3007519 h 3009900"/>
                <a:gd name="connsiteX56" fmla="*/ 2913221 w 3009900"/>
                <a:gd name="connsiteY56" fmla="*/ 3007519 h 3009900"/>
                <a:gd name="connsiteX57" fmla="*/ 3008471 w 3009900"/>
                <a:gd name="connsiteY57" fmla="*/ 2912269 h 3009900"/>
                <a:gd name="connsiteX58" fmla="*/ 2914174 w 3009900"/>
                <a:gd name="connsiteY58" fmla="*/ 2819876 h 3009900"/>
                <a:gd name="connsiteX59" fmla="*/ 2914174 w 3009900"/>
                <a:gd name="connsiteY59" fmla="*/ 2819876 h 300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009900" h="3009900">
                  <a:moveTo>
                    <a:pt x="2914174" y="2819876"/>
                  </a:moveTo>
                  <a:lnTo>
                    <a:pt x="275749" y="2819876"/>
                  </a:lnTo>
                  <a:lnTo>
                    <a:pt x="932974" y="1787366"/>
                  </a:lnTo>
                  <a:lnTo>
                    <a:pt x="1564481" y="1861661"/>
                  </a:lnTo>
                  <a:cubicBezTo>
                    <a:pt x="1589246" y="1864519"/>
                    <a:pt x="1613059" y="1857851"/>
                    <a:pt x="1633061" y="1842611"/>
                  </a:cubicBezTo>
                  <a:lnTo>
                    <a:pt x="2387441" y="1268254"/>
                  </a:lnTo>
                  <a:lnTo>
                    <a:pt x="2357914" y="1657826"/>
                  </a:lnTo>
                  <a:cubicBezTo>
                    <a:pt x="2354104" y="1710214"/>
                    <a:pt x="2393156" y="1755934"/>
                    <a:pt x="2445544" y="1759744"/>
                  </a:cubicBezTo>
                  <a:cubicBezTo>
                    <a:pt x="2448401" y="1759744"/>
                    <a:pt x="2450306" y="1759744"/>
                    <a:pt x="2453164" y="1759744"/>
                  </a:cubicBezTo>
                  <a:cubicBezTo>
                    <a:pt x="2502694" y="1759744"/>
                    <a:pt x="2543651" y="1721644"/>
                    <a:pt x="2547461" y="1672114"/>
                  </a:cubicBezTo>
                  <a:lnTo>
                    <a:pt x="2591276" y="1071086"/>
                  </a:lnTo>
                  <a:cubicBezTo>
                    <a:pt x="2593181" y="1046321"/>
                    <a:pt x="2584609" y="1020604"/>
                    <a:pt x="2568416" y="1001554"/>
                  </a:cubicBezTo>
                  <a:cubicBezTo>
                    <a:pt x="2552224" y="982504"/>
                    <a:pt x="2528411" y="971074"/>
                    <a:pt x="2503646" y="969169"/>
                  </a:cubicBezTo>
                  <a:lnTo>
                    <a:pt x="1855946" y="922496"/>
                  </a:lnTo>
                  <a:cubicBezTo>
                    <a:pt x="1803559" y="918686"/>
                    <a:pt x="1758791" y="958691"/>
                    <a:pt x="1754981" y="1010126"/>
                  </a:cubicBezTo>
                  <a:cubicBezTo>
                    <a:pt x="1751171" y="1062514"/>
                    <a:pt x="1790224" y="1107281"/>
                    <a:pt x="1842611" y="1111091"/>
                  </a:cubicBezTo>
                  <a:lnTo>
                    <a:pt x="2240756" y="1139666"/>
                  </a:lnTo>
                  <a:lnTo>
                    <a:pt x="1547336" y="1667351"/>
                  </a:lnTo>
                  <a:lnTo>
                    <a:pt x="894874" y="1590199"/>
                  </a:lnTo>
                  <a:cubicBezTo>
                    <a:pt x="858679" y="1586389"/>
                    <a:pt x="823436" y="1602581"/>
                    <a:pt x="804386" y="1634014"/>
                  </a:cubicBezTo>
                  <a:lnTo>
                    <a:pt x="197644" y="2588419"/>
                  </a:lnTo>
                  <a:lnTo>
                    <a:pt x="197644" y="102394"/>
                  </a:lnTo>
                  <a:cubicBezTo>
                    <a:pt x="197644" y="50006"/>
                    <a:pt x="154781" y="7144"/>
                    <a:pt x="102394" y="7144"/>
                  </a:cubicBezTo>
                  <a:cubicBezTo>
                    <a:pt x="50006" y="7144"/>
                    <a:pt x="7144" y="50006"/>
                    <a:pt x="7144" y="102394"/>
                  </a:cubicBezTo>
                  <a:lnTo>
                    <a:pt x="7144" y="2914174"/>
                  </a:lnTo>
                  <a:cubicBezTo>
                    <a:pt x="7144" y="2914174"/>
                    <a:pt x="7144" y="2915126"/>
                    <a:pt x="7144" y="2915126"/>
                  </a:cubicBezTo>
                  <a:cubicBezTo>
                    <a:pt x="7144" y="2917031"/>
                    <a:pt x="7144" y="2918936"/>
                    <a:pt x="7144" y="2920841"/>
                  </a:cubicBezTo>
                  <a:cubicBezTo>
                    <a:pt x="7144" y="2921794"/>
                    <a:pt x="7144" y="2923699"/>
                    <a:pt x="7144" y="2924651"/>
                  </a:cubicBezTo>
                  <a:cubicBezTo>
                    <a:pt x="7144" y="2925604"/>
                    <a:pt x="7144" y="2927509"/>
                    <a:pt x="8096" y="2929414"/>
                  </a:cubicBezTo>
                  <a:cubicBezTo>
                    <a:pt x="8096" y="2931319"/>
                    <a:pt x="9049" y="2933224"/>
                    <a:pt x="9049" y="2934176"/>
                  </a:cubicBezTo>
                  <a:cubicBezTo>
                    <a:pt x="9049" y="2935129"/>
                    <a:pt x="10001" y="2936081"/>
                    <a:pt x="10001" y="2937034"/>
                  </a:cubicBezTo>
                  <a:cubicBezTo>
                    <a:pt x="10954" y="2938939"/>
                    <a:pt x="10954" y="2940844"/>
                    <a:pt x="11906" y="2942749"/>
                  </a:cubicBezTo>
                  <a:cubicBezTo>
                    <a:pt x="11906" y="2943701"/>
                    <a:pt x="12859" y="2944654"/>
                    <a:pt x="12859" y="2945606"/>
                  </a:cubicBezTo>
                  <a:cubicBezTo>
                    <a:pt x="13811" y="2947511"/>
                    <a:pt x="13811" y="2949416"/>
                    <a:pt x="14764" y="2951322"/>
                  </a:cubicBezTo>
                  <a:cubicBezTo>
                    <a:pt x="15716" y="2952274"/>
                    <a:pt x="15716" y="2953226"/>
                    <a:pt x="16669" y="2954179"/>
                  </a:cubicBezTo>
                  <a:cubicBezTo>
                    <a:pt x="17621" y="2956084"/>
                    <a:pt x="18574" y="2957036"/>
                    <a:pt x="18574" y="2958941"/>
                  </a:cubicBezTo>
                  <a:cubicBezTo>
                    <a:pt x="19526" y="2960847"/>
                    <a:pt x="20479" y="2961799"/>
                    <a:pt x="21431" y="2963704"/>
                  </a:cubicBezTo>
                  <a:cubicBezTo>
                    <a:pt x="22384" y="2964656"/>
                    <a:pt x="22384" y="2965609"/>
                    <a:pt x="23336" y="2966561"/>
                  </a:cubicBezTo>
                  <a:cubicBezTo>
                    <a:pt x="24289" y="2968466"/>
                    <a:pt x="25241" y="2969419"/>
                    <a:pt x="27146" y="2971324"/>
                  </a:cubicBezTo>
                  <a:cubicBezTo>
                    <a:pt x="28099" y="2972276"/>
                    <a:pt x="28099" y="2973229"/>
                    <a:pt x="29051" y="2973229"/>
                  </a:cubicBezTo>
                  <a:cubicBezTo>
                    <a:pt x="30004" y="2975134"/>
                    <a:pt x="31909" y="2976086"/>
                    <a:pt x="32861" y="2977991"/>
                  </a:cubicBezTo>
                  <a:cubicBezTo>
                    <a:pt x="33814" y="2978944"/>
                    <a:pt x="34766" y="2979897"/>
                    <a:pt x="34766" y="2980849"/>
                  </a:cubicBezTo>
                  <a:cubicBezTo>
                    <a:pt x="35719" y="2981801"/>
                    <a:pt x="37624" y="2982754"/>
                    <a:pt x="38576" y="2984659"/>
                  </a:cubicBezTo>
                  <a:cubicBezTo>
                    <a:pt x="39529" y="2985611"/>
                    <a:pt x="40481" y="2986564"/>
                    <a:pt x="42386" y="2987516"/>
                  </a:cubicBezTo>
                  <a:cubicBezTo>
                    <a:pt x="43339" y="2988469"/>
                    <a:pt x="44291" y="2989422"/>
                    <a:pt x="45244" y="2989422"/>
                  </a:cubicBezTo>
                  <a:cubicBezTo>
                    <a:pt x="47149" y="2990374"/>
                    <a:pt x="48101" y="2991326"/>
                    <a:pt x="50006" y="2992279"/>
                  </a:cubicBezTo>
                  <a:cubicBezTo>
                    <a:pt x="50006" y="2992279"/>
                    <a:pt x="50959" y="2992279"/>
                    <a:pt x="50959" y="2993231"/>
                  </a:cubicBezTo>
                  <a:cubicBezTo>
                    <a:pt x="50959" y="2993231"/>
                    <a:pt x="51911" y="2993231"/>
                    <a:pt x="51911" y="2994184"/>
                  </a:cubicBezTo>
                  <a:cubicBezTo>
                    <a:pt x="54769" y="2996089"/>
                    <a:pt x="58579" y="2997994"/>
                    <a:pt x="61436" y="2998947"/>
                  </a:cubicBezTo>
                  <a:cubicBezTo>
                    <a:pt x="62389" y="2998947"/>
                    <a:pt x="62389" y="2999899"/>
                    <a:pt x="63341" y="2999899"/>
                  </a:cubicBezTo>
                  <a:cubicBezTo>
                    <a:pt x="67151" y="3001804"/>
                    <a:pt x="70961" y="3002756"/>
                    <a:pt x="74771" y="3003709"/>
                  </a:cubicBezTo>
                  <a:cubicBezTo>
                    <a:pt x="75724" y="3003709"/>
                    <a:pt x="76676" y="3004661"/>
                    <a:pt x="77629" y="3004661"/>
                  </a:cubicBezTo>
                  <a:cubicBezTo>
                    <a:pt x="80486" y="3005614"/>
                    <a:pt x="83344" y="3006566"/>
                    <a:pt x="86201" y="3006566"/>
                  </a:cubicBezTo>
                  <a:cubicBezTo>
                    <a:pt x="87154" y="3006566"/>
                    <a:pt x="88106" y="3006566"/>
                    <a:pt x="90011" y="3007519"/>
                  </a:cubicBezTo>
                  <a:cubicBezTo>
                    <a:pt x="93821" y="3007519"/>
                    <a:pt x="96679" y="3007519"/>
                    <a:pt x="100489" y="3007519"/>
                  </a:cubicBezTo>
                  <a:cubicBezTo>
                    <a:pt x="100489" y="3007519"/>
                    <a:pt x="101441" y="3007519"/>
                    <a:pt x="101441" y="3007519"/>
                  </a:cubicBezTo>
                  <a:lnTo>
                    <a:pt x="2913221" y="3007519"/>
                  </a:lnTo>
                  <a:cubicBezTo>
                    <a:pt x="2965609" y="3007519"/>
                    <a:pt x="3008471" y="2964656"/>
                    <a:pt x="3008471" y="2912269"/>
                  </a:cubicBezTo>
                  <a:cubicBezTo>
                    <a:pt x="3008471" y="2861786"/>
                    <a:pt x="2966561" y="2819876"/>
                    <a:pt x="2914174" y="2819876"/>
                  </a:cubicBezTo>
                  <a:lnTo>
                    <a:pt x="2914174" y="28198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2" name="Graphic 15">
            <a:extLst>
              <a:ext uri="{FF2B5EF4-FFF2-40B4-BE49-F238E27FC236}">
                <a16:creationId xmlns:a16="http://schemas.microsoft.com/office/drawing/2014/main" id="{A2AFFAA6-743C-42F8-9E4D-F5D9DA10BA18}"/>
              </a:ext>
            </a:extLst>
          </p:cNvPr>
          <p:cNvGrpSpPr>
            <a:grpSpLocks noChangeAspect="1"/>
          </p:cNvGrpSpPr>
          <p:nvPr/>
        </p:nvGrpSpPr>
        <p:grpSpPr>
          <a:xfrm>
            <a:off x="8497802" y="3162925"/>
            <a:ext cx="635816" cy="502920"/>
            <a:chOff x="3924300" y="1743075"/>
            <a:chExt cx="4648200" cy="36766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76ACB051-CD13-476E-A656-1DF79556B5BA}"/>
                </a:ext>
              </a:extLst>
            </p:cNvPr>
            <p:cNvSpPr/>
            <p:nvPr/>
          </p:nvSpPr>
          <p:spPr>
            <a:xfrm>
              <a:off x="5487829" y="3237071"/>
              <a:ext cx="752475" cy="1819275"/>
            </a:xfrm>
            <a:custGeom>
              <a:avLst/>
              <a:gdLst>
                <a:gd name="connsiteX0" fmla="*/ 83344 w 752475"/>
                <a:gd name="connsiteY0" fmla="*/ 7144 h 1819275"/>
                <a:gd name="connsiteX1" fmla="*/ 673894 w 752475"/>
                <a:gd name="connsiteY1" fmla="*/ 7144 h 1819275"/>
                <a:gd name="connsiteX2" fmla="*/ 750094 w 752475"/>
                <a:gd name="connsiteY2" fmla="*/ 83344 h 1819275"/>
                <a:gd name="connsiteX3" fmla="*/ 750094 w 752475"/>
                <a:gd name="connsiteY3" fmla="*/ 1739741 h 1819275"/>
                <a:gd name="connsiteX4" fmla="*/ 673894 w 752475"/>
                <a:gd name="connsiteY4" fmla="*/ 1815941 h 1819275"/>
                <a:gd name="connsiteX5" fmla="*/ 83344 w 752475"/>
                <a:gd name="connsiteY5" fmla="*/ 1815941 h 1819275"/>
                <a:gd name="connsiteX6" fmla="*/ 7144 w 752475"/>
                <a:gd name="connsiteY6" fmla="*/ 1739741 h 1819275"/>
                <a:gd name="connsiteX7" fmla="*/ 7144 w 752475"/>
                <a:gd name="connsiteY7" fmla="*/ 83344 h 1819275"/>
                <a:gd name="connsiteX8" fmla="*/ 83344 w 752475"/>
                <a:gd name="connsiteY8" fmla="*/ 7144 h 181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2475" h="1819275">
                  <a:moveTo>
                    <a:pt x="83344" y="7144"/>
                  </a:moveTo>
                  <a:lnTo>
                    <a:pt x="673894" y="7144"/>
                  </a:lnTo>
                  <a:cubicBezTo>
                    <a:pt x="715804" y="7144"/>
                    <a:pt x="750094" y="41434"/>
                    <a:pt x="750094" y="83344"/>
                  </a:cubicBezTo>
                  <a:lnTo>
                    <a:pt x="750094" y="1739741"/>
                  </a:lnTo>
                  <a:cubicBezTo>
                    <a:pt x="750094" y="1781651"/>
                    <a:pt x="715804" y="1815941"/>
                    <a:pt x="673894" y="1815941"/>
                  </a:cubicBezTo>
                  <a:lnTo>
                    <a:pt x="83344" y="1815941"/>
                  </a:lnTo>
                  <a:cubicBezTo>
                    <a:pt x="41434" y="1815941"/>
                    <a:pt x="7144" y="1781651"/>
                    <a:pt x="7144" y="1739741"/>
                  </a:cubicBezTo>
                  <a:lnTo>
                    <a:pt x="7144" y="83344"/>
                  </a:lnTo>
                  <a:cubicBezTo>
                    <a:pt x="7144" y="41434"/>
                    <a:pt x="41434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C138E623-0910-49F1-8E13-7D2AB364E268}"/>
                </a:ext>
              </a:extLst>
            </p:cNvPr>
            <p:cNvSpPr/>
            <p:nvPr/>
          </p:nvSpPr>
          <p:spPr>
            <a:xfrm>
              <a:off x="4383881" y="4121944"/>
              <a:ext cx="752475" cy="933450"/>
            </a:xfrm>
            <a:custGeom>
              <a:avLst/>
              <a:gdLst>
                <a:gd name="connsiteX0" fmla="*/ 83344 w 752475"/>
                <a:gd name="connsiteY0" fmla="*/ 7144 h 933450"/>
                <a:gd name="connsiteX1" fmla="*/ 673894 w 752475"/>
                <a:gd name="connsiteY1" fmla="*/ 7144 h 933450"/>
                <a:gd name="connsiteX2" fmla="*/ 750094 w 752475"/>
                <a:gd name="connsiteY2" fmla="*/ 83344 h 933450"/>
                <a:gd name="connsiteX3" fmla="*/ 750094 w 752475"/>
                <a:gd name="connsiteY3" fmla="*/ 854869 h 933450"/>
                <a:gd name="connsiteX4" fmla="*/ 673894 w 752475"/>
                <a:gd name="connsiteY4" fmla="*/ 931069 h 933450"/>
                <a:gd name="connsiteX5" fmla="*/ 83344 w 752475"/>
                <a:gd name="connsiteY5" fmla="*/ 931069 h 933450"/>
                <a:gd name="connsiteX6" fmla="*/ 7144 w 752475"/>
                <a:gd name="connsiteY6" fmla="*/ 854869 h 933450"/>
                <a:gd name="connsiteX7" fmla="*/ 7144 w 752475"/>
                <a:gd name="connsiteY7" fmla="*/ 83344 h 933450"/>
                <a:gd name="connsiteX8" fmla="*/ 83344 w 752475"/>
                <a:gd name="connsiteY8" fmla="*/ 7144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2475" h="933450">
                  <a:moveTo>
                    <a:pt x="83344" y="7144"/>
                  </a:moveTo>
                  <a:lnTo>
                    <a:pt x="673894" y="7144"/>
                  </a:lnTo>
                  <a:cubicBezTo>
                    <a:pt x="715804" y="7144"/>
                    <a:pt x="750094" y="41434"/>
                    <a:pt x="750094" y="83344"/>
                  </a:cubicBezTo>
                  <a:lnTo>
                    <a:pt x="750094" y="854869"/>
                  </a:lnTo>
                  <a:cubicBezTo>
                    <a:pt x="750094" y="896779"/>
                    <a:pt x="715804" y="931069"/>
                    <a:pt x="673894" y="931069"/>
                  </a:cubicBezTo>
                  <a:lnTo>
                    <a:pt x="83344" y="931069"/>
                  </a:lnTo>
                  <a:cubicBezTo>
                    <a:pt x="41434" y="931069"/>
                    <a:pt x="7144" y="896779"/>
                    <a:pt x="7144" y="854869"/>
                  </a:cubicBezTo>
                  <a:lnTo>
                    <a:pt x="7144" y="83344"/>
                  </a:lnTo>
                  <a:cubicBezTo>
                    <a:pt x="7144" y="41434"/>
                    <a:pt x="41434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2A344DA3-C486-4F26-873A-C0AA31962EB8}"/>
                </a:ext>
              </a:extLst>
            </p:cNvPr>
            <p:cNvSpPr/>
            <p:nvPr/>
          </p:nvSpPr>
          <p:spPr>
            <a:xfrm>
              <a:off x="6592729" y="3789521"/>
              <a:ext cx="752475" cy="1266825"/>
            </a:xfrm>
            <a:custGeom>
              <a:avLst/>
              <a:gdLst>
                <a:gd name="connsiteX0" fmla="*/ 83344 w 752475"/>
                <a:gd name="connsiteY0" fmla="*/ 7144 h 1266825"/>
                <a:gd name="connsiteX1" fmla="*/ 673894 w 752475"/>
                <a:gd name="connsiteY1" fmla="*/ 7144 h 1266825"/>
                <a:gd name="connsiteX2" fmla="*/ 750094 w 752475"/>
                <a:gd name="connsiteY2" fmla="*/ 83344 h 1266825"/>
                <a:gd name="connsiteX3" fmla="*/ 750094 w 752475"/>
                <a:gd name="connsiteY3" fmla="*/ 1187291 h 1266825"/>
                <a:gd name="connsiteX4" fmla="*/ 673894 w 752475"/>
                <a:gd name="connsiteY4" fmla="*/ 1263491 h 1266825"/>
                <a:gd name="connsiteX5" fmla="*/ 83344 w 752475"/>
                <a:gd name="connsiteY5" fmla="*/ 1263491 h 1266825"/>
                <a:gd name="connsiteX6" fmla="*/ 7144 w 752475"/>
                <a:gd name="connsiteY6" fmla="*/ 1187291 h 1266825"/>
                <a:gd name="connsiteX7" fmla="*/ 7144 w 752475"/>
                <a:gd name="connsiteY7" fmla="*/ 82391 h 1266825"/>
                <a:gd name="connsiteX8" fmla="*/ 83344 w 752475"/>
                <a:gd name="connsiteY8" fmla="*/ 7144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2475" h="1266825">
                  <a:moveTo>
                    <a:pt x="83344" y="7144"/>
                  </a:moveTo>
                  <a:lnTo>
                    <a:pt x="673894" y="7144"/>
                  </a:lnTo>
                  <a:cubicBezTo>
                    <a:pt x="715804" y="7144"/>
                    <a:pt x="750094" y="41434"/>
                    <a:pt x="750094" y="83344"/>
                  </a:cubicBezTo>
                  <a:lnTo>
                    <a:pt x="750094" y="1187291"/>
                  </a:lnTo>
                  <a:cubicBezTo>
                    <a:pt x="750094" y="1229201"/>
                    <a:pt x="715804" y="1263491"/>
                    <a:pt x="673894" y="1263491"/>
                  </a:cubicBezTo>
                  <a:lnTo>
                    <a:pt x="83344" y="1263491"/>
                  </a:lnTo>
                  <a:cubicBezTo>
                    <a:pt x="41434" y="1263491"/>
                    <a:pt x="7144" y="1229201"/>
                    <a:pt x="7144" y="1187291"/>
                  </a:cubicBezTo>
                  <a:lnTo>
                    <a:pt x="7144" y="82391"/>
                  </a:lnTo>
                  <a:cubicBezTo>
                    <a:pt x="7144" y="40481"/>
                    <a:pt x="40481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8F250AA0-26E7-4183-A9C6-5C2AED4E6CDA}"/>
                </a:ext>
              </a:extLst>
            </p:cNvPr>
            <p:cNvSpPr/>
            <p:nvPr/>
          </p:nvSpPr>
          <p:spPr>
            <a:xfrm>
              <a:off x="4373129" y="1735931"/>
              <a:ext cx="4200525" cy="2114550"/>
            </a:xfrm>
            <a:custGeom>
              <a:avLst/>
              <a:gdLst>
                <a:gd name="connsiteX0" fmla="*/ 3780272 w 4200525"/>
                <a:gd name="connsiteY0" fmla="*/ 7144 h 2114550"/>
                <a:gd name="connsiteX1" fmla="*/ 3423084 w 4200525"/>
                <a:gd name="connsiteY1" fmla="*/ 207169 h 2114550"/>
                <a:gd name="connsiteX2" fmla="*/ 3406891 w 4200525"/>
                <a:gd name="connsiteY2" fmla="*/ 615791 h 2114550"/>
                <a:gd name="connsiteX3" fmla="*/ 3002079 w 4200525"/>
                <a:gd name="connsiteY3" fmla="*/ 954881 h 2114550"/>
                <a:gd name="connsiteX4" fmla="*/ 2667752 w 4200525"/>
                <a:gd name="connsiteY4" fmla="*/ 806291 h 2114550"/>
                <a:gd name="connsiteX5" fmla="*/ 2344854 w 4200525"/>
                <a:gd name="connsiteY5" fmla="*/ 977741 h 2114550"/>
                <a:gd name="connsiteX6" fmla="*/ 1881939 w 4200525"/>
                <a:gd name="connsiteY6" fmla="*/ 679609 h 2114550"/>
                <a:gd name="connsiteX7" fmla="*/ 1882892 w 4200525"/>
                <a:gd name="connsiteY7" fmla="*/ 653891 h 2114550"/>
                <a:gd name="connsiteX8" fmla="*/ 1612381 w 4200525"/>
                <a:gd name="connsiteY8" fmla="*/ 262414 h 2114550"/>
                <a:gd name="connsiteX9" fmla="*/ 1150419 w 4200525"/>
                <a:gd name="connsiteY9" fmla="*/ 375761 h 2114550"/>
                <a:gd name="connsiteX10" fmla="*/ 1093269 w 4200525"/>
                <a:gd name="connsiteY10" fmla="*/ 848201 h 2114550"/>
                <a:gd name="connsiteX11" fmla="*/ 614161 w 4200525"/>
                <a:gd name="connsiteY11" fmla="*/ 1316831 h 2114550"/>
                <a:gd name="connsiteX12" fmla="*/ 70284 w 4200525"/>
                <a:gd name="connsiteY12" fmla="*/ 1470184 h 2114550"/>
                <a:gd name="connsiteX13" fmla="*/ 173154 w 4200525"/>
                <a:gd name="connsiteY13" fmla="*/ 2025491 h 2114550"/>
                <a:gd name="connsiteX14" fmla="*/ 736081 w 4200525"/>
                <a:gd name="connsiteY14" fmla="*/ 1974056 h 2114550"/>
                <a:gd name="connsiteX15" fmla="*/ 737034 w 4200525"/>
                <a:gd name="connsiteY15" fmla="*/ 1409224 h 2114550"/>
                <a:gd name="connsiteX16" fmla="*/ 1188519 w 4200525"/>
                <a:gd name="connsiteY16" fmla="*/ 968216 h 2114550"/>
                <a:gd name="connsiteX17" fmla="*/ 1548564 w 4200525"/>
                <a:gd name="connsiteY17" fmla="*/ 1063466 h 2114550"/>
                <a:gd name="connsiteX18" fmla="*/ 1841934 w 4200525"/>
                <a:gd name="connsiteY18" fmla="*/ 833914 h 2114550"/>
                <a:gd name="connsiteX19" fmla="*/ 2278179 w 4200525"/>
                <a:gd name="connsiteY19" fmla="*/ 1114901 h 2114550"/>
                <a:gd name="connsiteX20" fmla="*/ 2449629 w 4200525"/>
                <a:gd name="connsiteY20" fmla="*/ 1573054 h 2114550"/>
                <a:gd name="connsiteX21" fmla="*/ 2938262 w 4200525"/>
                <a:gd name="connsiteY21" fmla="*/ 1556861 h 2114550"/>
                <a:gd name="connsiteX22" fmla="*/ 3078279 w 4200525"/>
                <a:gd name="connsiteY22" fmla="*/ 1088231 h 2114550"/>
                <a:gd name="connsiteX23" fmla="*/ 3499284 w 4200525"/>
                <a:gd name="connsiteY23" fmla="*/ 734854 h 2114550"/>
                <a:gd name="connsiteX24" fmla="*/ 4001252 w 4200525"/>
                <a:gd name="connsiteY24" fmla="*/ 779621 h 2114550"/>
                <a:gd name="connsiteX25" fmla="*/ 4182227 w 4200525"/>
                <a:gd name="connsiteY25" fmla="*/ 309086 h 2114550"/>
                <a:gd name="connsiteX26" fmla="*/ 3780272 w 4200525"/>
                <a:gd name="connsiteY26" fmla="*/ 7144 h 2114550"/>
                <a:gd name="connsiteX27" fmla="*/ 3780272 w 4200525"/>
                <a:gd name="connsiteY27" fmla="*/ 7144 h 2114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200525" h="2114550">
                  <a:moveTo>
                    <a:pt x="3780272" y="7144"/>
                  </a:moveTo>
                  <a:cubicBezTo>
                    <a:pt x="3634539" y="7144"/>
                    <a:pt x="3499284" y="82391"/>
                    <a:pt x="3423084" y="207169"/>
                  </a:cubicBezTo>
                  <a:cubicBezTo>
                    <a:pt x="3346884" y="331946"/>
                    <a:pt x="3341169" y="486251"/>
                    <a:pt x="3406891" y="615791"/>
                  </a:cubicBezTo>
                  <a:lnTo>
                    <a:pt x="3002079" y="954881"/>
                  </a:lnTo>
                  <a:cubicBezTo>
                    <a:pt x="2919212" y="856774"/>
                    <a:pt x="2796339" y="802481"/>
                    <a:pt x="2667752" y="806291"/>
                  </a:cubicBezTo>
                  <a:cubicBezTo>
                    <a:pt x="2539164" y="811054"/>
                    <a:pt x="2420102" y="873919"/>
                    <a:pt x="2344854" y="977741"/>
                  </a:cubicBezTo>
                  <a:lnTo>
                    <a:pt x="1881939" y="679609"/>
                  </a:lnTo>
                  <a:cubicBezTo>
                    <a:pt x="1882892" y="671036"/>
                    <a:pt x="1882892" y="662464"/>
                    <a:pt x="1882892" y="653891"/>
                  </a:cubicBezTo>
                  <a:cubicBezTo>
                    <a:pt x="1882892" y="479584"/>
                    <a:pt x="1775259" y="323374"/>
                    <a:pt x="1612381" y="262414"/>
                  </a:cubicBezTo>
                  <a:cubicBezTo>
                    <a:pt x="1449504" y="200501"/>
                    <a:pt x="1265671" y="246221"/>
                    <a:pt x="1150419" y="375761"/>
                  </a:cubicBezTo>
                  <a:cubicBezTo>
                    <a:pt x="1035166" y="506254"/>
                    <a:pt x="1012306" y="693896"/>
                    <a:pt x="1093269" y="848201"/>
                  </a:cubicBezTo>
                  <a:lnTo>
                    <a:pt x="614161" y="1316831"/>
                  </a:lnTo>
                  <a:cubicBezTo>
                    <a:pt x="420804" y="1219676"/>
                    <a:pt x="184584" y="1286351"/>
                    <a:pt x="70284" y="1470184"/>
                  </a:cubicBezTo>
                  <a:cubicBezTo>
                    <a:pt x="-44016" y="1654016"/>
                    <a:pt x="751" y="1894999"/>
                    <a:pt x="173154" y="2025491"/>
                  </a:cubicBezTo>
                  <a:cubicBezTo>
                    <a:pt x="345556" y="2155984"/>
                    <a:pt x="589396" y="2134076"/>
                    <a:pt x="736081" y="1974056"/>
                  </a:cubicBezTo>
                  <a:cubicBezTo>
                    <a:pt x="882766" y="1814036"/>
                    <a:pt x="882766" y="1569244"/>
                    <a:pt x="737034" y="1409224"/>
                  </a:cubicBezTo>
                  <a:lnTo>
                    <a:pt x="1188519" y="968216"/>
                  </a:lnTo>
                  <a:cubicBezTo>
                    <a:pt x="1286626" y="1054894"/>
                    <a:pt x="1419976" y="1090136"/>
                    <a:pt x="1548564" y="1063466"/>
                  </a:cubicBezTo>
                  <a:cubicBezTo>
                    <a:pt x="1677151" y="1036796"/>
                    <a:pt x="1785737" y="952024"/>
                    <a:pt x="1841934" y="833914"/>
                  </a:cubicBezTo>
                  <a:lnTo>
                    <a:pt x="2278179" y="1114901"/>
                  </a:lnTo>
                  <a:cubicBezTo>
                    <a:pt x="2231507" y="1288256"/>
                    <a:pt x="2300087" y="1473041"/>
                    <a:pt x="2449629" y="1573054"/>
                  </a:cubicBezTo>
                  <a:cubicBezTo>
                    <a:pt x="2599172" y="1673066"/>
                    <a:pt x="2795387" y="1666399"/>
                    <a:pt x="2938262" y="1556861"/>
                  </a:cubicBezTo>
                  <a:cubicBezTo>
                    <a:pt x="3081137" y="1447324"/>
                    <a:pt x="3137334" y="1258729"/>
                    <a:pt x="3078279" y="1088231"/>
                  </a:cubicBezTo>
                  <a:lnTo>
                    <a:pt x="3499284" y="734854"/>
                  </a:lnTo>
                  <a:cubicBezTo>
                    <a:pt x="3638349" y="860584"/>
                    <a:pt x="3843137" y="878681"/>
                    <a:pt x="4001252" y="779621"/>
                  </a:cubicBezTo>
                  <a:cubicBezTo>
                    <a:pt x="4159366" y="680561"/>
                    <a:pt x="4233662" y="489109"/>
                    <a:pt x="4182227" y="309086"/>
                  </a:cubicBezTo>
                  <a:cubicBezTo>
                    <a:pt x="4131744" y="130969"/>
                    <a:pt x="3967914" y="7144"/>
                    <a:pt x="3780272" y="7144"/>
                  </a:cubicBezTo>
                  <a:lnTo>
                    <a:pt x="3780272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513708FB-724C-48F0-B20C-A04DEBDA1DAE}"/>
                </a:ext>
              </a:extLst>
            </p:cNvPr>
            <p:cNvSpPr/>
            <p:nvPr/>
          </p:nvSpPr>
          <p:spPr>
            <a:xfrm>
              <a:off x="3917156" y="2110264"/>
              <a:ext cx="3876675" cy="3305175"/>
            </a:xfrm>
            <a:custGeom>
              <a:avLst/>
              <a:gdLst>
                <a:gd name="connsiteX0" fmla="*/ 3794284 w 3876675"/>
                <a:gd name="connsiteY0" fmla="*/ 3152299 h 3305175"/>
                <a:gd name="connsiteX1" fmla="*/ 159544 w 3876675"/>
                <a:gd name="connsiteY1" fmla="*/ 3152299 h 3305175"/>
                <a:gd name="connsiteX2" fmla="*/ 159544 w 3876675"/>
                <a:gd name="connsiteY2" fmla="*/ 83344 h 3305175"/>
                <a:gd name="connsiteX3" fmla="*/ 83344 w 3876675"/>
                <a:gd name="connsiteY3" fmla="*/ 7144 h 3305175"/>
                <a:gd name="connsiteX4" fmla="*/ 7144 w 3876675"/>
                <a:gd name="connsiteY4" fmla="*/ 83344 h 3305175"/>
                <a:gd name="connsiteX5" fmla="*/ 7144 w 3876675"/>
                <a:gd name="connsiteY5" fmla="*/ 3224689 h 3305175"/>
                <a:gd name="connsiteX6" fmla="*/ 81439 w 3876675"/>
                <a:gd name="connsiteY6" fmla="*/ 3303746 h 3305175"/>
                <a:gd name="connsiteX7" fmla="*/ 3794284 w 3876675"/>
                <a:gd name="connsiteY7" fmla="*/ 3303746 h 3305175"/>
                <a:gd name="connsiteX8" fmla="*/ 3870484 w 3876675"/>
                <a:gd name="connsiteY8" fmla="*/ 3227546 h 3305175"/>
                <a:gd name="connsiteX9" fmla="*/ 3794284 w 3876675"/>
                <a:gd name="connsiteY9" fmla="*/ 3152299 h 330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6675" h="3305175">
                  <a:moveTo>
                    <a:pt x="3794284" y="3152299"/>
                  </a:moveTo>
                  <a:lnTo>
                    <a:pt x="159544" y="3152299"/>
                  </a:lnTo>
                  <a:lnTo>
                    <a:pt x="159544" y="83344"/>
                  </a:lnTo>
                  <a:cubicBezTo>
                    <a:pt x="159544" y="41434"/>
                    <a:pt x="125254" y="7144"/>
                    <a:pt x="83344" y="7144"/>
                  </a:cubicBezTo>
                  <a:cubicBezTo>
                    <a:pt x="41434" y="7144"/>
                    <a:pt x="7144" y="41434"/>
                    <a:pt x="7144" y="83344"/>
                  </a:cubicBezTo>
                  <a:lnTo>
                    <a:pt x="7144" y="3224689"/>
                  </a:lnTo>
                  <a:cubicBezTo>
                    <a:pt x="7144" y="3266599"/>
                    <a:pt x="38576" y="3303746"/>
                    <a:pt x="81439" y="3303746"/>
                  </a:cubicBezTo>
                  <a:lnTo>
                    <a:pt x="3794284" y="3303746"/>
                  </a:lnTo>
                  <a:cubicBezTo>
                    <a:pt x="3836194" y="3303746"/>
                    <a:pt x="3870484" y="3269456"/>
                    <a:pt x="3870484" y="3227546"/>
                  </a:cubicBezTo>
                  <a:cubicBezTo>
                    <a:pt x="3870484" y="3185636"/>
                    <a:pt x="3836194" y="3152299"/>
                    <a:pt x="3794284" y="31522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8" name="Graphic 16">
            <a:extLst>
              <a:ext uri="{FF2B5EF4-FFF2-40B4-BE49-F238E27FC236}">
                <a16:creationId xmlns:a16="http://schemas.microsoft.com/office/drawing/2014/main" id="{4C7FE548-7944-4AE7-8301-F4A77B75864F}"/>
              </a:ext>
            </a:extLst>
          </p:cNvPr>
          <p:cNvGrpSpPr>
            <a:grpSpLocks noChangeAspect="1"/>
          </p:cNvGrpSpPr>
          <p:nvPr/>
        </p:nvGrpSpPr>
        <p:grpSpPr>
          <a:xfrm>
            <a:off x="6452809" y="4944961"/>
            <a:ext cx="509220" cy="502920"/>
            <a:chOff x="3938588" y="1300163"/>
            <a:chExt cx="4619625" cy="45624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CDC8C396-3633-43AC-A6B0-73F74AB4AAEB}"/>
                </a:ext>
              </a:extLst>
            </p:cNvPr>
            <p:cNvSpPr/>
            <p:nvPr/>
          </p:nvSpPr>
          <p:spPr>
            <a:xfrm>
              <a:off x="5303044" y="2359819"/>
              <a:ext cx="1581150" cy="1952625"/>
            </a:xfrm>
            <a:custGeom>
              <a:avLst/>
              <a:gdLst>
                <a:gd name="connsiteX0" fmla="*/ 421481 w 1581150"/>
                <a:gd name="connsiteY0" fmla="*/ 1612106 h 1952625"/>
                <a:gd name="connsiteX1" fmla="*/ 690086 w 1581150"/>
                <a:gd name="connsiteY1" fmla="*/ 1343501 h 1952625"/>
                <a:gd name="connsiteX2" fmla="*/ 864394 w 1581150"/>
                <a:gd name="connsiteY2" fmla="*/ 1169194 h 1952625"/>
                <a:gd name="connsiteX3" fmla="*/ 972026 w 1581150"/>
                <a:gd name="connsiteY3" fmla="*/ 1169194 h 1952625"/>
                <a:gd name="connsiteX4" fmla="*/ 1185386 w 1581150"/>
                <a:gd name="connsiteY4" fmla="*/ 1382554 h 1952625"/>
                <a:gd name="connsiteX5" fmla="*/ 1354931 w 1581150"/>
                <a:gd name="connsiteY5" fmla="*/ 1213009 h 1952625"/>
                <a:gd name="connsiteX6" fmla="*/ 1576864 w 1581150"/>
                <a:gd name="connsiteY6" fmla="*/ 991076 h 1952625"/>
                <a:gd name="connsiteX7" fmla="*/ 1057751 w 1581150"/>
                <a:gd name="connsiteY7" fmla="*/ 57626 h 1952625"/>
                <a:gd name="connsiteX8" fmla="*/ 975836 w 1581150"/>
                <a:gd name="connsiteY8" fmla="*/ 16669 h 1952625"/>
                <a:gd name="connsiteX9" fmla="*/ 917734 w 1581150"/>
                <a:gd name="connsiteY9" fmla="*/ 7144 h 1952625"/>
                <a:gd name="connsiteX10" fmla="*/ 860584 w 1581150"/>
                <a:gd name="connsiteY10" fmla="*/ 16669 h 1952625"/>
                <a:gd name="connsiteX11" fmla="*/ 777716 w 1581150"/>
                <a:gd name="connsiteY11" fmla="*/ 59531 h 1952625"/>
                <a:gd name="connsiteX12" fmla="*/ 7144 w 1581150"/>
                <a:gd name="connsiteY12" fmla="*/ 1880711 h 1952625"/>
                <a:gd name="connsiteX13" fmla="*/ 80486 w 1581150"/>
                <a:gd name="connsiteY13" fmla="*/ 1954054 h 1952625"/>
                <a:gd name="connsiteX14" fmla="*/ 421481 w 1581150"/>
                <a:gd name="connsiteY14" fmla="*/ 1612106 h 195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81150" h="1952625">
                  <a:moveTo>
                    <a:pt x="421481" y="1612106"/>
                  </a:moveTo>
                  <a:lnTo>
                    <a:pt x="690086" y="1343501"/>
                  </a:lnTo>
                  <a:lnTo>
                    <a:pt x="864394" y="1169194"/>
                  </a:lnTo>
                  <a:cubicBezTo>
                    <a:pt x="893921" y="1139666"/>
                    <a:pt x="942499" y="1139666"/>
                    <a:pt x="972026" y="1169194"/>
                  </a:cubicBezTo>
                  <a:lnTo>
                    <a:pt x="1185386" y="1382554"/>
                  </a:lnTo>
                  <a:lnTo>
                    <a:pt x="1354931" y="1213009"/>
                  </a:lnTo>
                  <a:lnTo>
                    <a:pt x="1576864" y="991076"/>
                  </a:lnTo>
                  <a:cubicBezTo>
                    <a:pt x="1371124" y="390049"/>
                    <a:pt x="1190149" y="148114"/>
                    <a:pt x="1057751" y="57626"/>
                  </a:cubicBezTo>
                  <a:cubicBezTo>
                    <a:pt x="1032986" y="39529"/>
                    <a:pt x="1005364" y="26194"/>
                    <a:pt x="975836" y="16669"/>
                  </a:cubicBezTo>
                  <a:cubicBezTo>
                    <a:pt x="956786" y="10954"/>
                    <a:pt x="937736" y="7144"/>
                    <a:pt x="917734" y="7144"/>
                  </a:cubicBezTo>
                  <a:cubicBezTo>
                    <a:pt x="898684" y="7144"/>
                    <a:pt x="878681" y="10954"/>
                    <a:pt x="860584" y="16669"/>
                  </a:cubicBezTo>
                  <a:cubicBezTo>
                    <a:pt x="831056" y="26194"/>
                    <a:pt x="802481" y="41434"/>
                    <a:pt x="777716" y="59531"/>
                  </a:cubicBezTo>
                  <a:cubicBezTo>
                    <a:pt x="597694" y="187166"/>
                    <a:pt x="313849" y="604361"/>
                    <a:pt x="7144" y="1880711"/>
                  </a:cubicBezTo>
                  <a:lnTo>
                    <a:pt x="80486" y="1954054"/>
                  </a:lnTo>
                  <a:lnTo>
                    <a:pt x="421481" y="161210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33F40061-E31B-4E4F-B866-D91789B69ACB}"/>
                </a:ext>
              </a:extLst>
            </p:cNvPr>
            <p:cNvSpPr/>
            <p:nvPr/>
          </p:nvSpPr>
          <p:spPr>
            <a:xfrm>
              <a:off x="3931444" y="1293019"/>
              <a:ext cx="4581525" cy="4581525"/>
            </a:xfrm>
            <a:custGeom>
              <a:avLst/>
              <a:gdLst>
                <a:gd name="connsiteX0" fmla="*/ 3280886 w 4581525"/>
                <a:gd name="connsiteY0" fmla="*/ 3295174 h 4581525"/>
                <a:gd name="connsiteX1" fmla="*/ 3001804 w 4581525"/>
                <a:gd name="connsiteY1" fmla="*/ 2217896 h 4581525"/>
                <a:gd name="connsiteX2" fmla="*/ 2755106 w 4581525"/>
                <a:gd name="connsiteY2" fmla="*/ 2464594 h 4581525"/>
                <a:gd name="connsiteX3" fmla="*/ 2609374 w 4581525"/>
                <a:gd name="connsiteY3" fmla="*/ 2610326 h 4581525"/>
                <a:gd name="connsiteX4" fmla="*/ 2534126 w 4581525"/>
                <a:gd name="connsiteY4" fmla="*/ 2628424 h 4581525"/>
                <a:gd name="connsiteX5" fmla="*/ 2501741 w 4581525"/>
                <a:gd name="connsiteY5" fmla="*/ 2610326 h 4581525"/>
                <a:gd name="connsiteX6" fmla="*/ 2290286 w 4581525"/>
                <a:gd name="connsiteY6" fmla="*/ 2397919 h 4581525"/>
                <a:gd name="connsiteX7" fmla="*/ 2044541 w 4581525"/>
                <a:gd name="connsiteY7" fmla="*/ 2643664 h 4581525"/>
                <a:gd name="connsiteX8" fmla="*/ 1759744 w 4581525"/>
                <a:gd name="connsiteY8" fmla="*/ 2927509 h 4581525"/>
                <a:gd name="connsiteX9" fmla="*/ 1506379 w 4581525"/>
                <a:gd name="connsiteY9" fmla="*/ 3180874 h 4581525"/>
                <a:gd name="connsiteX10" fmla="*/ 1398746 w 4581525"/>
                <a:gd name="connsiteY10" fmla="*/ 3180874 h 4581525"/>
                <a:gd name="connsiteX11" fmla="*/ 1337786 w 4581525"/>
                <a:gd name="connsiteY11" fmla="*/ 3119914 h 4581525"/>
                <a:gd name="connsiteX12" fmla="*/ 1298734 w 4581525"/>
                <a:gd name="connsiteY12" fmla="*/ 3295174 h 4581525"/>
                <a:gd name="connsiteX13" fmla="*/ 1117759 w 4581525"/>
                <a:gd name="connsiteY13" fmla="*/ 4040029 h 4581525"/>
                <a:gd name="connsiteX14" fmla="*/ 539591 w 4581525"/>
                <a:gd name="connsiteY14" fmla="*/ 4040029 h 4581525"/>
                <a:gd name="connsiteX15" fmla="*/ 539591 w 4581525"/>
                <a:gd name="connsiteY15" fmla="*/ 7144 h 4581525"/>
                <a:gd name="connsiteX16" fmla="*/ 387191 w 4581525"/>
                <a:gd name="connsiteY16" fmla="*/ 7144 h 4581525"/>
                <a:gd name="connsiteX17" fmla="*/ 387191 w 4581525"/>
                <a:gd name="connsiteY17" fmla="*/ 387191 h 4581525"/>
                <a:gd name="connsiteX18" fmla="*/ 159544 w 4581525"/>
                <a:gd name="connsiteY18" fmla="*/ 387191 h 4581525"/>
                <a:gd name="connsiteX19" fmla="*/ 159544 w 4581525"/>
                <a:gd name="connsiteY19" fmla="*/ 539591 h 4581525"/>
                <a:gd name="connsiteX20" fmla="*/ 388144 w 4581525"/>
                <a:gd name="connsiteY20" fmla="*/ 539591 h 4581525"/>
                <a:gd name="connsiteX21" fmla="*/ 388144 w 4581525"/>
                <a:gd name="connsiteY21" fmla="*/ 691991 h 4581525"/>
                <a:gd name="connsiteX22" fmla="*/ 159544 w 4581525"/>
                <a:gd name="connsiteY22" fmla="*/ 691991 h 4581525"/>
                <a:gd name="connsiteX23" fmla="*/ 159544 w 4581525"/>
                <a:gd name="connsiteY23" fmla="*/ 844391 h 4581525"/>
                <a:gd name="connsiteX24" fmla="*/ 388144 w 4581525"/>
                <a:gd name="connsiteY24" fmla="*/ 844391 h 4581525"/>
                <a:gd name="connsiteX25" fmla="*/ 388144 w 4581525"/>
                <a:gd name="connsiteY25" fmla="*/ 1072991 h 4581525"/>
                <a:gd name="connsiteX26" fmla="*/ 159544 w 4581525"/>
                <a:gd name="connsiteY26" fmla="*/ 1072991 h 4581525"/>
                <a:gd name="connsiteX27" fmla="*/ 159544 w 4581525"/>
                <a:gd name="connsiteY27" fmla="*/ 1225391 h 4581525"/>
                <a:gd name="connsiteX28" fmla="*/ 388144 w 4581525"/>
                <a:gd name="connsiteY28" fmla="*/ 1225391 h 4581525"/>
                <a:gd name="connsiteX29" fmla="*/ 388144 w 4581525"/>
                <a:gd name="connsiteY29" fmla="*/ 1453991 h 4581525"/>
                <a:gd name="connsiteX30" fmla="*/ 159544 w 4581525"/>
                <a:gd name="connsiteY30" fmla="*/ 1453991 h 4581525"/>
                <a:gd name="connsiteX31" fmla="*/ 159544 w 4581525"/>
                <a:gd name="connsiteY31" fmla="*/ 1606391 h 4581525"/>
                <a:gd name="connsiteX32" fmla="*/ 388144 w 4581525"/>
                <a:gd name="connsiteY32" fmla="*/ 1606391 h 4581525"/>
                <a:gd name="connsiteX33" fmla="*/ 388144 w 4581525"/>
                <a:gd name="connsiteY33" fmla="*/ 1834991 h 4581525"/>
                <a:gd name="connsiteX34" fmla="*/ 159544 w 4581525"/>
                <a:gd name="connsiteY34" fmla="*/ 1834991 h 4581525"/>
                <a:gd name="connsiteX35" fmla="*/ 159544 w 4581525"/>
                <a:gd name="connsiteY35" fmla="*/ 1987391 h 4581525"/>
                <a:gd name="connsiteX36" fmla="*/ 388144 w 4581525"/>
                <a:gd name="connsiteY36" fmla="*/ 1987391 h 4581525"/>
                <a:gd name="connsiteX37" fmla="*/ 388144 w 4581525"/>
                <a:gd name="connsiteY37" fmla="*/ 2215991 h 4581525"/>
                <a:gd name="connsiteX38" fmla="*/ 159544 w 4581525"/>
                <a:gd name="connsiteY38" fmla="*/ 2215991 h 4581525"/>
                <a:gd name="connsiteX39" fmla="*/ 159544 w 4581525"/>
                <a:gd name="connsiteY39" fmla="*/ 2368391 h 4581525"/>
                <a:gd name="connsiteX40" fmla="*/ 388144 w 4581525"/>
                <a:gd name="connsiteY40" fmla="*/ 2368391 h 4581525"/>
                <a:gd name="connsiteX41" fmla="*/ 388144 w 4581525"/>
                <a:gd name="connsiteY41" fmla="*/ 2596991 h 4581525"/>
                <a:gd name="connsiteX42" fmla="*/ 159544 w 4581525"/>
                <a:gd name="connsiteY42" fmla="*/ 2596991 h 4581525"/>
                <a:gd name="connsiteX43" fmla="*/ 159544 w 4581525"/>
                <a:gd name="connsiteY43" fmla="*/ 2749391 h 4581525"/>
                <a:gd name="connsiteX44" fmla="*/ 388144 w 4581525"/>
                <a:gd name="connsiteY44" fmla="*/ 2749391 h 4581525"/>
                <a:gd name="connsiteX45" fmla="*/ 388144 w 4581525"/>
                <a:gd name="connsiteY45" fmla="*/ 2977991 h 4581525"/>
                <a:gd name="connsiteX46" fmla="*/ 159544 w 4581525"/>
                <a:gd name="connsiteY46" fmla="*/ 2977991 h 4581525"/>
                <a:gd name="connsiteX47" fmla="*/ 159544 w 4581525"/>
                <a:gd name="connsiteY47" fmla="*/ 3130391 h 4581525"/>
                <a:gd name="connsiteX48" fmla="*/ 388144 w 4581525"/>
                <a:gd name="connsiteY48" fmla="*/ 3130391 h 4581525"/>
                <a:gd name="connsiteX49" fmla="*/ 388144 w 4581525"/>
                <a:gd name="connsiteY49" fmla="*/ 3358991 h 4581525"/>
                <a:gd name="connsiteX50" fmla="*/ 159544 w 4581525"/>
                <a:gd name="connsiteY50" fmla="*/ 3358991 h 4581525"/>
                <a:gd name="connsiteX51" fmla="*/ 159544 w 4581525"/>
                <a:gd name="connsiteY51" fmla="*/ 3511391 h 4581525"/>
                <a:gd name="connsiteX52" fmla="*/ 388144 w 4581525"/>
                <a:gd name="connsiteY52" fmla="*/ 3511391 h 4581525"/>
                <a:gd name="connsiteX53" fmla="*/ 388144 w 4581525"/>
                <a:gd name="connsiteY53" fmla="*/ 3739991 h 4581525"/>
                <a:gd name="connsiteX54" fmla="*/ 159544 w 4581525"/>
                <a:gd name="connsiteY54" fmla="*/ 3739991 h 4581525"/>
                <a:gd name="connsiteX55" fmla="*/ 159544 w 4581525"/>
                <a:gd name="connsiteY55" fmla="*/ 3892391 h 4581525"/>
                <a:gd name="connsiteX56" fmla="*/ 388144 w 4581525"/>
                <a:gd name="connsiteY56" fmla="*/ 3892391 h 4581525"/>
                <a:gd name="connsiteX57" fmla="*/ 388144 w 4581525"/>
                <a:gd name="connsiteY57" fmla="*/ 4044791 h 4581525"/>
                <a:gd name="connsiteX58" fmla="*/ 7144 w 4581525"/>
                <a:gd name="connsiteY58" fmla="*/ 4044791 h 4581525"/>
                <a:gd name="connsiteX59" fmla="*/ 7144 w 4581525"/>
                <a:gd name="connsiteY59" fmla="*/ 4197191 h 4581525"/>
                <a:gd name="connsiteX60" fmla="*/ 387191 w 4581525"/>
                <a:gd name="connsiteY60" fmla="*/ 4197191 h 4581525"/>
                <a:gd name="connsiteX61" fmla="*/ 387191 w 4581525"/>
                <a:gd name="connsiteY61" fmla="*/ 4577239 h 4581525"/>
                <a:gd name="connsiteX62" fmla="*/ 539591 w 4581525"/>
                <a:gd name="connsiteY62" fmla="*/ 4577239 h 4581525"/>
                <a:gd name="connsiteX63" fmla="*/ 539591 w 4581525"/>
                <a:gd name="connsiteY63" fmla="*/ 4197191 h 4581525"/>
                <a:gd name="connsiteX64" fmla="*/ 768191 w 4581525"/>
                <a:gd name="connsiteY64" fmla="*/ 4197191 h 4581525"/>
                <a:gd name="connsiteX65" fmla="*/ 768191 w 4581525"/>
                <a:gd name="connsiteY65" fmla="*/ 4501991 h 4581525"/>
                <a:gd name="connsiteX66" fmla="*/ 920591 w 4581525"/>
                <a:gd name="connsiteY66" fmla="*/ 4501991 h 4581525"/>
                <a:gd name="connsiteX67" fmla="*/ 920591 w 4581525"/>
                <a:gd name="connsiteY67" fmla="*/ 4197191 h 4581525"/>
                <a:gd name="connsiteX68" fmla="*/ 1149191 w 4581525"/>
                <a:gd name="connsiteY68" fmla="*/ 4197191 h 4581525"/>
                <a:gd name="connsiteX69" fmla="*/ 1149191 w 4581525"/>
                <a:gd name="connsiteY69" fmla="*/ 4501991 h 4581525"/>
                <a:gd name="connsiteX70" fmla="*/ 1301591 w 4581525"/>
                <a:gd name="connsiteY70" fmla="*/ 4501991 h 4581525"/>
                <a:gd name="connsiteX71" fmla="*/ 1301591 w 4581525"/>
                <a:gd name="connsiteY71" fmla="*/ 4197191 h 4581525"/>
                <a:gd name="connsiteX72" fmla="*/ 1530191 w 4581525"/>
                <a:gd name="connsiteY72" fmla="*/ 4197191 h 4581525"/>
                <a:gd name="connsiteX73" fmla="*/ 1530191 w 4581525"/>
                <a:gd name="connsiteY73" fmla="*/ 4501991 h 4581525"/>
                <a:gd name="connsiteX74" fmla="*/ 1682591 w 4581525"/>
                <a:gd name="connsiteY74" fmla="*/ 4501991 h 4581525"/>
                <a:gd name="connsiteX75" fmla="*/ 1682591 w 4581525"/>
                <a:gd name="connsiteY75" fmla="*/ 4197191 h 4581525"/>
                <a:gd name="connsiteX76" fmla="*/ 1911191 w 4581525"/>
                <a:gd name="connsiteY76" fmla="*/ 4197191 h 4581525"/>
                <a:gd name="connsiteX77" fmla="*/ 1911191 w 4581525"/>
                <a:gd name="connsiteY77" fmla="*/ 4501991 h 4581525"/>
                <a:gd name="connsiteX78" fmla="*/ 2063591 w 4581525"/>
                <a:gd name="connsiteY78" fmla="*/ 4501991 h 4581525"/>
                <a:gd name="connsiteX79" fmla="*/ 2063591 w 4581525"/>
                <a:gd name="connsiteY79" fmla="*/ 4197191 h 4581525"/>
                <a:gd name="connsiteX80" fmla="*/ 2292191 w 4581525"/>
                <a:gd name="connsiteY80" fmla="*/ 4197191 h 4581525"/>
                <a:gd name="connsiteX81" fmla="*/ 2292191 w 4581525"/>
                <a:gd name="connsiteY81" fmla="*/ 4501991 h 4581525"/>
                <a:gd name="connsiteX82" fmla="*/ 2444591 w 4581525"/>
                <a:gd name="connsiteY82" fmla="*/ 4501991 h 4581525"/>
                <a:gd name="connsiteX83" fmla="*/ 2444591 w 4581525"/>
                <a:gd name="connsiteY83" fmla="*/ 4197191 h 4581525"/>
                <a:gd name="connsiteX84" fmla="*/ 2673191 w 4581525"/>
                <a:gd name="connsiteY84" fmla="*/ 4197191 h 4581525"/>
                <a:gd name="connsiteX85" fmla="*/ 2673191 w 4581525"/>
                <a:gd name="connsiteY85" fmla="*/ 4501991 h 4581525"/>
                <a:gd name="connsiteX86" fmla="*/ 2825591 w 4581525"/>
                <a:gd name="connsiteY86" fmla="*/ 4501991 h 4581525"/>
                <a:gd name="connsiteX87" fmla="*/ 2825591 w 4581525"/>
                <a:gd name="connsiteY87" fmla="*/ 4197191 h 4581525"/>
                <a:gd name="connsiteX88" fmla="*/ 3054191 w 4581525"/>
                <a:gd name="connsiteY88" fmla="*/ 4197191 h 4581525"/>
                <a:gd name="connsiteX89" fmla="*/ 3054191 w 4581525"/>
                <a:gd name="connsiteY89" fmla="*/ 4501991 h 4581525"/>
                <a:gd name="connsiteX90" fmla="*/ 3206591 w 4581525"/>
                <a:gd name="connsiteY90" fmla="*/ 4501991 h 4581525"/>
                <a:gd name="connsiteX91" fmla="*/ 3206591 w 4581525"/>
                <a:gd name="connsiteY91" fmla="*/ 4197191 h 4581525"/>
                <a:gd name="connsiteX92" fmla="*/ 3435191 w 4581525"/>
                <a:gd name="connsiteY92" fmla="*/ 4197191 h 4581525"/>
                <a:gd name="connsiteX93" fmla="*/ 3435191 w 4581525"/>
                <a:gd name="connsiteY93" fmla="*/ 4501991 h 4581525"/>
                <a:gd name="connsiteX94" fmla="*/ 3587591 w 4581525"/>
                <a:gd name="connsiteY94" fmla="*/ 4501991 h 4581525"/>
                <a:gd name="connsiteX95" fmla="*/ 3587591 w 4581525"/>
                <a:gd name="connsiteY95" fmla="*/ 4197191 h 4581525"/>
                <a:gd name="connsiteX96" fmla="*/ 3816191 w 4581525"/>
                <a:gd name="connsiteY96" fmla="*/ 4197191 h 4581525"/>
                <a:gd name="connsiteX97" fmla="*/ 3816191 w 4581525"/>
                <a:gd name="connsiteY97" fmla="*/ 4501991 h 4581525"/>
                <a:gd name="connsiteX98" fmla="*/ 3968591 w 4581525"/>
                <a:gd name="connsiteY98" fmla="*/ 4501991 h 4581525"/>
                <a:gd name="connsiteX99" fmla="*/ 3968591 w 4581525"/>
                <a:gd name="connsiteY99" fmla="*/ 4197191 h 4581525"/>
                <a:gd name="connsiteX100" fmla="*/ 4197191 w 4581525"/>
                <a:gd name="connsiteY100" fmla="*/ 4197191 h 4581525"/>
                <a:gd name="connsiteX101" fmla="*/ 4197191 w 4581525"/>
                <a:gd name="connsiteY101" fmla="*/ 4501991 h 4581525"/>
                <a:gd name="connsiteX102" fmla="*/ 4349591 w 4581525"/>
                <a:gd name="connsiteY102" fmla="*/ 4501991 h 4581525"/>
                <a:gd name="connsiteX103" fmla="*/ 4349591 w 4581525"/>
                <a:gd name="connsiteY103" fmla="*/ 4197191 h 4581525"/>
                <a:gd name="connsiteX104" fmla="*/ 4578191 w 4581525"/>
                <a:gd name="connsiteY104" fmla="*/ 4197191 h 4581525"/>
                <a:gd name="connsiteX105" fmla="*/ 4578191 w 4581525"/>
                <a:gd name="connsiteY105" fmla="*/ 4044791 h 4581525"/>
                <a:gd name="connsiteX106" fmla="*/ 3462814 w 4581525"/>
                <a:gd name="connsiteY106" fmla="*/ 4044791 h 4581525"/>
                <a:gd name="connsiteX107" fmla="*/ 3280886 w 4581525"/>
                <a:gd name="connsiteY107" fmla="*/ 3295174 h 458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4581525" h="4581525">
                  <a:moveTo>
                    <a:pt x="3280886" y="3295174"/>
                  </a:moveTo>
                  <a:cubicBezTo>
                    <a:pt x="3189446" y="2878931"/>
                    <a:pt x="3096101" y="2516981"/>
                    <a:pt x="3001804" y="2217896"/>
                  </a:cubicBezTo>
                  <a:lnTo>
                    <a:pt x="2755106" y="2464594"/>
                  </a:lnTo>
                  <a:lnTo>
                    <a:pt x="2609374" y="2610326"/>
                  </a:lnTo>
                  <a:cubicBezTo>
                    <a:pt x="2589371" y="2629376"/>
                    <a:pt x="2560796" y="2636996"/>
                    <a:pt x="2534126" y="2628424"/>
                  </a:cubicBezTo>
                  <a:cubicBezTo>
                    <a:pt x="2521744" y="2625566"/>
                    <a:pt x="2511266" y="2618899"/>
                    <a:pt x="2501741" y="2610326"/>
                  </a:cubicBezTo>
                  <a:lnTo>
                    <a:pt x="2290286" y="2397919"/>
                  </a:lnTo>
                  <a:lnTo>
                    <a:pt x="2044541" y="2643664"/>
                  </a:lnTo>
                  <a:lnTo>
                    <a:pt x="1759744" y="2927509"/>
                  </a:lnTo>
                  <a:lnTo>
                    <a:pt x="1506379" y="3180874"/>
                  </a:lnTo>
                  <a:cubicBezTo>
                    <a:pt x="1476851" y="3210401"/>
                    <a:pt x="1428274" y="3210401"/>
                    <a:pt x="1398746" y="3180874"/>
                  </a:cubicBezTo>
                  <a:lnTo>
                    <a:pt x="1337786" y="3119914"/>
                  </a:lnTo>
                  <a:cubicBezTo>
                    <a:pt x="1324451" y="3177064"/>
                    <a:pt x="1311116" y="3235166"/>
                    <a:pt x="1298734" y="3295174"/>
                  </a:cubicBezTo>
                  <a:cubicBezTo>
                    <a:pt x="1237774" y="3574256"/>
                    <a:pt x="1177766" y="3822859"/>
                    <a:pt x="1117759" y="4040029"/>
                  </a:cubicBezTo>
                  <a:lnTo>
                    <a:pt x="539591" y="4040029"/>
                  </a:lnTo>
                  <a:lnTo>
                    <a:pt x="539591" y="7144"/>
                  </a:lnTo>
                  <a:lnTo>
                    <a:pt x="387191" y="7144"/>
                  </a:lnTo>
                  <a:lnTo>
                    <a:pt x="387191" y="387191"/>
                  </a:lnTo>
                  <a:lnTo>
                    <a:pt x="159544" y="387191"/>
                  </a:lnTo>
                  <a:lnTo>
                    <a:pt x="159544" y="539591"/>
                  </a:lnTo>
                  <a:lnTo>
                    <a:pt x="388144" y="539591"/>
                  </a:lnTo>
                  <a:lnTo>
                    <a:pt x="388144" y="691991"/>
                  </a:lnTo>
                  <a:lnTo>
                    <a:pt x="159544" y="691991"/>
                  </a:lnTo>
                  <a:lnTo>
                    <a:pt x="159544" y="844391"/>
                  </a:lnTo>
                  <a:lnTo>
                    <a:pt x="388144" y="844391"/>
                  </a:lnTo>
                  <a:lnTo>
                    <a:pt x="388144" y="1072991"/>
                  </a:lnTo>
                  <a:lnTo>
                    <a:pt x="159544" y="1072991"/>
                  </a:lnTo>
                  <a:lnTo>
                    <a:pt x="159544" y="1225391"/>
                  </a:lnTo>
                  <a:lnTo>
                    <a:pt x="388144" y="1225391"/>
                  </a:lnTo>
                  <a:lnTo>
                    <a:pt x="388144" y="1453991"/>
                  </a:lnTo>
                  <a:lnTo>
                    <a:pt x="159544" y="1453991"/>
                  </a:lnTo>
                  <a:lnTo>
                    <a:pt x="159544" y="1606391"/>
                  </a:lnTo>
                  <a:lnTo>
                    <a:pt x="388144" y="1606391"/>
                  </a:lnTo>
                  <a:lnTo>
                    <a:pt x="388144" y="1834991"/>
                  </a:lnTo>
                  <a:lnTo>
                    <a:pt x="159544" y="1834991"/>
                  </a:lnTo>
                  <a:lnTo>
                    <a:pt x="159544" y="1987391"/>
                  </a:lnTo>
                  <a:lnTo>
                    <a:pt x="388144" y="1987391"/>
                  </a:lnTo>
                  <a:lnTo>
                    <a:pt x="388144" y="2215991"/>
                  </a:lnTo>
                  <a:lnTo>
                    <a:pt x="159544" y="2215991"/>
                  </a:lnTo>
                  <a:lnTo>
                    <a:pt x="159544" y="2368391"/>
                  </a:lnTo>
                  <a:lnTo>
                    <a:pt x="388144" y="2368391"/>
                  </a:lnTo>
                  <a:lnTo>
                    <a:pt x="388144" y="2596991"/>
                  </a:lnTo>
                  <a:lnTo>
                    <a:pt x="159544" y="2596991"/>
                  </a:lnTo>
                  <a:lnTo>
                    <a:pt x="159544" y="2749391"/>
                  </a:lnTo>
                  <a:lnTo>
                    <a:pt x="388144" y="2749391"/>
                  </a:lnTo>
                  <a:lnTo>
                    <a:pt x="388144" y="2977991"/>
                  </a:lnTo>
                  <a:lnTo>
                    <a:pt x="159544" y="2977991"/>
                  </a:lnTo>
                  <a:lnTo>
                    <a:pt x="159544" y="3130391"/>
                  </a:lnTo>
                  <a:lnTo>
                    <a:pt x="388144" y="3130391"/>
                  </a:lnTo>
                  <a:lnTo>
                    <a:pt x="388144" y="3358991"/>
                  </a:lnTo>
                  <a:lnTo>
                    <a:pt x="159544" y="3358991"/>
                  </a:lnTo>
                  <a:lnTo>
                    <a:pt x="159544" y="3511391"/>
                  </a:lnTo>
                  <a:lnTo>
                    <a:pt x="388144" y="3511391"/>
                  </a:lnTo>
                  <a:lnTo>
                    <a:pt x="388144" y="3739991"/>
                  </a:lnTo>
                  <a:lnTo>
                    <a:pt x="159544" y="3739991"/>
                  </a:lnTo>
                  <a:lnTo>
                    <a:pt x="159544" y="3892391"/>
                  </a:lnTo>
                  <a:lnTo>
                    <a:pt x="388144" y="3892391"/>
                  </a:lnTo>
                  <a:lnTo>
                    <a:pt x="388144" y="4044791"/>
                  </a:lnTo>
                  <a:lnTo>
                    <a:pt x="7144" y="4044791"/>
                  </a:lnTo>
                  <a:lnTo>
                    <a:pt x="7144" y="4197191"/>
                  </a:lnTo>
                  <a:lnTo>
                    <a:pt x="387191" y="4197191"/>
                  </a:lnTo>
                  <a:lnTo>
                    <a:pt x="387191" y="4577239"/>
                  </a:lnTo>
                  <a:lnTo>
                    <a:pt x="539591" y="4577239"/>
                  </a:lnTo>
                  <a:lnTo>
                    <a:pt x="539591" y="4197191"/>
                  </a:lnTo>
                  <a:lnTo>
                    <a:pt x="768191" y="4197191"/>
                  </a:lnTo>
                  <a:lnTo>
                    <a:pt x="768191" y="4501991"/>
                  </a:lnTo>
                  <a:lnTo>
                    <a:pt x="920591" y="4501991"/>
                  </a:lnTo>
                  <a:lnTo>
                    <a:pt x="920591" y="4197191"/>
                  </a:lnTo>
                  <a:lnTo>
                    <a:pt x="1149191" y="4197191"/>
                  </a:lnTo>
                  <a:lnTo>
                    <a:pt x="1149191" y="4501991"/>
                  </a:lnTo>
                  <a:lnTo>
                    <a:pt x="1301591" y="4501991"/>
                  </a:lnTo>
                  <a:lnTo>
                    <a:pt x="1301591" y="4197191"/>
                  </a:lnTo>
                  <a:lnTo>
                    <a:pt x="1530191" y="4197191"/>
                  </a:lnTo>
                  <a:lnTo>
                    <a:pt x="1530191" y="4501991"/>
                  </a:lnTo>
                  <a:lnTo>
                    <a:pt x="1682591" y="4501991"/>
                  </a:lnTo>
                  <a:lnTo>
                    <a:pt x="1682591" y="4197191"/>
                  </a:lnTo>
                  <a:lnTo>
                    <a:pt x="1911191" y="4197191"/>
                  </a:lnTo>
                  <a:lnTo>
                    <a:pt x="1911191" y="4501991"/>
                  </a:lnTo>
                  <a:lnTo>
                    <a:pt x="2063591" y="4501991"/>
                  </a:lnTo>
                  <a:lnTo>
                    <a:pt x="2063591" y="4197191"/>
                  </a:lnTo>
                  <a:lnTo>
                    <a:pt x="2292191" y="4197191"/>
                  </a:lnTo>
                  <a:lnTo>
                    <a:pt x="2292191" y="4501991"/>
                  </a:lnTo>
                  <a:lnTo>
                    <a:pt x="2444591" y="4501991"/>
                  </a:lnTo>
                  <a:lnTo>
                    <a:pt x="2444591" y="4197191"/>
                  </a:lnTo>
                  <a:lnTo>
                    <a:pt x="2673191" y="4197191"/>
                  </a:lnTo>
                  <a:lnTo>
                    <a:pt x="2673191" y="4501991"/>
                  </a:lnTo>
                  <a:lnTo>
                    <a:pt x="2825591" y="4501991"/>
                  </a:lnTo>
                  <a:lnTo>
                    <a:pt x="2825591" y="4197191"/>
                  </a:lnTo>
                  <a:lnTo>
                    <a:pt x="3054191" y="4197191"/>
                  </a:lnTo>
                  <a:lnTo>
                    <a:pt x="3054191" y="4501991"/>
                  </a:lnTo>
                  <a:lnTo>
                    <a:pt x="3206591" y="4501991"/>
                  </a:lnTo>
                  <a:lnTo>
                    <a:pt x="3206591" y="4197191"/>
                  </a:lnTo>
                  <a:lnTo>
                    <a:pt x="3435191" y="4197191"/>
                  </a:lnTo>
                  <a:lnTo>
                    <a:pt x="3435191" y="4501991"/>
                  </a:lnTo>
                  <a:lnTo>
                    <a:pt x="3587591" y="4501991"/>
                  </a:lnTo>
                  <a:lnTo>
                    <a:pt x="3587591" y="4197191"/>
                  </a:lnTo>
                  <a:lnTo>
                    <a:pt x="3816191" y="4197191"/>
                  </a:lnTo>
                  <a:lnTo>
                    <a:pt x="3816191" y="4501991"/>
                  </a:lnTo>
                  <a:lnTo>
                    <a:pt x="3968591" y="4501991"/>
                  </a:lnTo>
                  <a:lnTo>
                    <a:pt x="3968591" y="4197191"/>
                  </a:lnTo>
                  <a:lnTo>
                    <a:pt x="4197191" y="4197191"/>
                  </a:lnTo>
                  <a:lnTo>
                    <a:pt x="4197191" y="4501991"/>
                  </a:lnTo>
                  <a:lnTo>
                    <a:pt x="4349591" y="4501991"/>
                  </a:lnTo>
                  <a:lnTo>
                    <a:pt x="4349591" y="4197191"/>
                  </a:lnTo>
                  <a:lnTo>
                    <a:pt x="4578191" y="4197191"/>
                  </a:lnTo>
                  <a:lnTo>
                    <a:pt x="4578191" y="4044791"/>
                  </a:lnTo>
                  <a:lnTo>
                    <a:pt x="3462814" y="4044791"/>
                  </a:lnTo>
                  <a:cubicBezTo>
                    <a:pt x="3402806" y="3822859"/>
                    <a:pt x="3341846" y="3574256"/>
                    <a:pt x="3280886" y="32951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12B8C745-CF2C-41E1-B53A-77C6A17A25E0}"/>
                </a:ext>
              </a:extLst>
            </p:cNvPr>
            <p:cNvSpPr/>
            <p:nvPr/>
          </p:nvSpPr>
          <p:spPr>
            <a:xfrm>
              <a:off x="4561999" y="4032171"/>
              <a:ext cx="628650" cy="600075"/>
            </a:xfrm>
            <a:custGeom>
              <a:avLst/>
              <a:gdLst>
                <a:gd name="connsiteX0" fmla="*/ 517684 w 628650"/>
                <a:gd name="connsiteY0" fmla="*/ 191214 h 600075"/>
                <a:gd name="connsiteX1" fmla="*/ 580549 w 628650"/>
                <a:gd name="connsiteY1" fmla="*/ 255032 h 600075"/>
                <a:gd name="connsiteX2" fmla="*/ 590074 w 628650"/>
                <a:gd name="connsiteY2" fmla="*/ 213122 h 600075"/>
                <a:gd name="connsiteX3" fmla="*/ 622459 w 628650"/>
                <a:gd name="connsiteY3" fmla="*/ 80724 h 600075"/>
                <a:gd name="connsiteX4" fmla="*/ 571024 w 628650"/>
                <a:gd name="connsiteY4" fmla="*/ 29289 h 600075"/>
                <a:gd name="connsiteX5" fmla="*/ 463391 w 628650"/>
                <a:gd name="connsiteY5" fmla="*/ 29289 h 600075"/>
                <a:gd name="connsiteX6" fmla="*/ 7144 w 628650"/>
                <a:gd name="connsiteY6" fmla="*/ 485537 h 600075"/>
                <a:gd name="connsiteX7" fmla="*/ 114776 w 628650"/>
                <a:gd name="connsiteY7" fmla="*/ 593170 h 600075"/>
                <a:gd name="connsiteX8" fmla="*/ 517684 w 628650"/>
                <a:gd name="connsiteY8" fmla="*/ 191214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8650" h="600075">
                  <a:moveTo>
                    <a:pt x="517684" y="191214"/>
                  </a:moveTo>
                  <a:lnTo>
                    <a:pt x="580549" y="255032"/>
                  </a:lnTo>
                  <a:cubicBezTo>
                    <a:pt x="583406" y="240745"/>
                    <a:pt x="587216" y="226457"/>
                    <a:pt x="590074" y="213122"/>
                  </a:cubicBezTo>
                  <a:cubicBezTo>
                    <a:pt x="600551" y="168354"/>
                    <a:pt x="611029" y="123587"/>
                    <a:pt x="622459" y="80724"/>
                  </a:cubicBezTo>
                  <a:lnTo>
                    <a:pt x="571024" y="29289"/>
                  </a:lnTo>
                  <a:cubicBezTo>
                    <a:pt x="541496" y="-238"/>
                    <a:pt x="492919" y="-238"/>
                    <a:pt x="463391" y="29289"/>
                  </a:cubicBezTo>
                  <a:lnTo>
                    <a:pt x="7144" y="485537"/>
                  </a:lnTo>
                  <a:lnTo>
                    <a:pt x="114776" y="593170"/>
                  </a:lnTo>
                  <a:lnTo>
                    <a:pt x="517684" y="1912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465A5A58-0BD2-468D-98E6-E5A1CDD7A2F5}"/>
                </a:ext>
              </a:extLst>
            </p:cNvPr>
            <p:cNvSpPr/>
            <p:nvPr/>
          </p:nvSpPr>
          <p:spPr>
            <a:xfrm>
              <a:off x="6992779" y="2534127"/>
              <a:ext cx="1571625" cy="866775"/>
            </a:xfrm>
            <a:custGeom>
              <a:avLst/>
              <a:gdLst>
                <a:gd name="connsiteX0" fmla="*/ 61436 w 1571625"/>
                <a:gd name="connsiteY0" fmla="*/ 856774 h 866775"/>
                <a:gd name="connsiteX1" fmla="*/ 407194 w 1571625"/>
                <a:gd name="connsiteY1" fmla="*/ 510064 h 866775"/>
                <a:gd name="connsiteX2" fmla="*/ 733901 w 1571625"/>
                <a:gd name="connsiteY2" fmla="*/ 837724 h 866775"/>
                <a:gd name="connsiteX3" fmla="*/ 841534 w 1571625"/>
                <a:gd name="connsiteY3" fmla="*/ 837724 h 866775"/>
                <a:gd name="connsiteX4" fmla="*/ 1564481 w 1571625"/>
                <a:gd name="connsiteY4" fmla="*/ 114776 h 866775"/>
                <a:gd name="connsiteX5" fmla="*/ 1456849 w 1571625"/>
                <a:gd name="connsiteY5" fmla="*/ 7144 h 866775"/>
                <a:gd name="connsiteX6" fmla="*/ 788194 w 1571625"/>
                <a:gd name="connsiteY6" fmla="*/ 676751 h 866775"/>
                <a:gd name="connsiteX7" fmla="*/ 461486 w 1571625"/>
                <a:gd name="connsiteY7" fmla="*/ 349091 h 866775"/>
                <a:gd name="connsiteX8" fmla="*/ 353854 w 1571625"/>
                <a:gd name="connsiteY8" fmla="*/ 349091 h 866775"/>
                <a:gd name="connsiteX9" fmla="*/ 7144 w 1571625"/>
                <a:gd name="connsiteY9" fmla="*/ 696754 h 866775"/>
                <a:gd name="connsiteX10" fmla="*/ 47149 w 1571625"/>
                <a:gd name="connsiteY10" fmla="*/ 812006 h 866775"/>
                <a:gd name="connsiteX11" fmla="*/ 61436 w 1571625"/>
                <a:gd name="connsiteY11" fmla="*/ 85677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71625" h="866775">
                  <a:moveTo>
                    <a:pt x="61436" y="856774"/>
                  </a:moveTo>
                  <a:lnTo>
                    <a:pt x="407194" y="510064"/>
                  </a:lnTo>
                  <a:lnTo>
                    <a:pt x="733901" y="837724"/>
                  </a:lnTo>
                  <a:cubicBezTo>
                    <a:pt x="763429" y="867251"/>
                    <a:pt x="812006" y="867251"/>
                    <a:pt x="841534" y="837724"/>
                  </a:cubicBezTo>
                  <a:lnTo>
                    <a:pt x="1564481" y="114776"/>
                  </a:lnTo>
                  <a:lnTo>
                    <a:pt x="1456849" y="7144"/>
                  </a:lnTo>
                  <a:lnTo>
                    <a:pt x="788194" y="676751"/>
                  </a:lnTo>
                  <a:lnTo>
                    <a:pt x="461486" y="349091"/>
                  </a:lnTo>
                  <a:cubicBezTo>
                    <a:pt x="431959" y="319564"/>
                    <a:pt x="383381" y="319564"/>
                    <a:pt x="353854" y="349091"/>
                  </a:cubicBezTo>
                  <a:lnTo>
                    <a:pt x="7144" y="696754"/>
                  </a:lnTo>
                  <a:cubicBezTo>
                    <a:pt x="20479" y="733901"/>
                    <a:pt x="33814" y="772954"/>
                    <a:pt x="47149" y="812006"/>
                  </a:cubicBezTo>
                  <a:cubicBezTo>
                    <a:pt x="50959" y="826294"/>
                    <a:pt x="56674" y="841534"/>
                    <a:pt x="61436" y="8567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43" name="Graphic 17">
            <a:extLst>
              <a:ext uri="{FF2B5EF4-FFF2-40B4-BE49-F238E27FC236}">
                <a16:creationId xmlns:a16="http://schemas.microsoft.com/office/drawing/2014/main" id="{E17EA870-EADE-4E2C-B1EB-7F8035B2A7DB}"/>
              </a:ext>
            </a:extLst>
          </p:cNvPr>
          <p:cNvGrpSpPr>
            <a:grpSpLocks noChangeAspect="1"/>
          </p:cNvGrpSpPr>
          <p:nvPr/>
        </p:nvGrpSpPr>
        <p:grpSpPr>
          <a:xfrm>
            <a:off x="5328051" y="4113443"/>
            <a:ext cx="502920" cy="502920"/>
            <a:chOff x="3200400" y="533400"/>
            <a:chExt cx="6096000" cy="60960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3D5844DC-CDE7-4D36-9227-D48764A392B2}"/>
                </a:ext>
              </a:extLst>
            </p:cNvPr>
            <p:cNvSpPr/>
            <p:nvPr/>
          </p:nvSpPr>
          <p:spPr>
            <a:xfrm>
              <a:off x="5384006" y="907256"/>
              <a:ext cx="1724025" cy="581025"/>
            </a:xfrm>
            <a:custGeom>
              <a:avLst/>
              <a:gdLst>
                <a:gd name="connsiteX0" fmla="*/ 1721644 w 1724025"/>
                <a:gd name="connsiteY0" fmla="*/ 292894 h 581025"/>
                <a:gd name="connsiteX1" fmla="*/ 1435894 w 1724025"/>
                <a:gd name="connsiteY1" fmla="*/ 7144 h 581025"/>
                <a:gd name="connsiteX2" fmla="*/ 292894 w 1724025"/>
                <a:gd name="connsiteY2" fmla="*/ 7144 h 581025"/>
                <a:gd name="connsiteX3" fmla="*/ 7144 w 1724025"/>
                <a:gd name="connsiteY3" fmla="*/ 292894 h 581025"/>
                <a:gd name="connsiteX4" fmla="*/ 292894 w 1724025"/>
                <a:gd name="connsiteY4" fmla="*/ 578644 h 581025"/>
                <a:gd name="connsiteX5" fmla="*/ 1435894 w 1724025"/>
                <a:gd name="connsiteY5" fmla="*/ 578644 h 581025"/>
                <a:gd name="connsiteX6" fmla="*/ 1721644 w 1724025"/>
                <a:gd name="connsiteY6" fmla="*/ 2928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4025" h="581025">
                  <a:moveTo>
                    <a:pt x="1721644" y="292894"/>
                  </a:moveTo>
                  <a:cubicBezTo>
                    <a:pt x="1721644" y="134779"/>
                    <a:pt x="1594009" y="7144"/>
                    <a:pt x="1435894" y="7144"/>
                  </a:cubicBezTo>
                  <a:lnTo>
                    <a:pt x="292894" y="7144"/>
                  </a:lnTo>
                  <a:cubicBezTo>
                    <a:pt x="134779" y="7144"/>
                    <a:pt x="7144" y="134779"/>
                    <a:pt x="7144" y="292894"/>
                  </a:cubicBezTo>
                  <a:cubicBezTo>
                    <a:pt x="7144" y="451009"/>
                    <a:pt x="134779" y="578644"/>
                    <a:pt x="292894" y="578644"/>
                  </a:cubicBezTo>
                  <a:lnTo>
                    <a:pt x="1435894" y="578644"/>
                  </a:lnTo>
                  <a:cubicBezTo>
                    <a:pt x="1594009" y="578644"/>
                    <a:pt x="1721644" y="451009"/>
                    <a:pt x="1721644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A08B996-14C3-410F-BC23-B0C7950EB212}"/>
                </a:ext>
              </a:extLst>
            </p:cNvPr>
            <p:cNvSpPr/>
            <p:nvPr/>
          </p:nvSpPr>
          <p:spPr>
            <a:xfrm>
              <a:off x="5384006" y="5669756"/>
              <a:ext cx="1724025" cy="581025"/>
            </a:xfrm>
            <a:custGeom>
              <a:avLst/>
              <a:gdLst>
                <a:gd name="connsiteX0" fmla="*/ 7144 w 1724025"/>
                <a:gd name="connsiteY0" fmla="*/ 292894 h 581025"/>
                <a:gd name="connsiteX1" fmla="*/ 292894 w 1724025"/>
                <a:gd name="connsiteY1" fmla="*/ 578644 h 581025"/>
                <a:gd name="connsiteX2" fmla="*/ 1435894 w 1724025"/>
                <a:gd name="connsiteY2" fmla="*/ 578644 h 581025"/>
                <a:gd name="connsiteX3" fmla="*/ 1721644 w 1724025"/>
                <a:gd name="connsiteY3" fmla="*/ 292894 h 581025"/>
                <a:gd name="connsiteX4" fmla="*/ 1435894 w 1724025"/>
                <a:gd name="connsiteY4" fmla="*/ 7144 h 581025"/>
                <a:gd name="connsiteX5" fmla="*/ 292894 w 1724025"/>
                <a:gd name="connsiteY5" fmla="*/ 7144 h 581025"/>
                <a:gd name="connsiteX6" fmla="*/ 7144 w 1724025"/>
                <a:gd name="connsiteY6" fmla="*/ 2928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4025" h="581025">
                  <a:moveTo>
                    <a:pt x="7144" y="292894"/>
                  </a:moveTo>
                  <a:cubicBezTo>
                    <a:pt x="7144" y="451009"/>
                    <a:pt x="134779" y="578644"/>
                    <a:pt x="292894" y="578644"/>
                  </a:cubicBezTo>
                  <a:lnTo>
                    <a:pt x="1435894" y="578644"/>
                  </a:lnTo>
                  <a:cubicBezTo>
                    <a:pt x="1594009" y="578644"/>
                    <a:pt x="1721644" y="451009"/>
                    <a:pt x="1721644" y="292894"/>
                  </a:cubicBezTo>
                  <a:cubicBezTo>
                    <a:pt x="1721644" y="134779"/>
                    <a:pt x="1594009" y="7144"/>
                    <a:pt x="1435894" y="7144"/>
                  </a:cubicBezTo>
                  <a:lnTo>
                    <a:pt x="292894" y="7144"/>
                  </a:lnTo>
                  <a:cubicBezTo>
                    <a:pt x="134779" y="7144"/>
                    <a:pt x="7144" y="134779"/>
                    <a:pt x="7144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DCD8FC96-CAB3-41DE-9425-3B192827ED81}"/>
                </a:ext>
              </a:extLst>
            </p:cNvPr>
            <p:cNvSpPr/>
            <p:nvPr/>
          </p:nvSpPr>
          <p:spPr>
            <a:xfrm>
              <a:off x="3574256" y="3288506"/>
              <a:ext cx="962025" cy="581025"/>
            </a:xfrm>
            <a:custGeom>
              <a:avLst/>
              <a:gdLst>
                <a:gd name="connsiteX0" fmla="*/ 7144 w 962025"/>
                <a:gd name="connsiteY0" fmla="*/ 7144 h 581025"/>
                <a:gd name="connsiteX1" fmla="*/ 959644 w 962025"/>
                <a:gd name="connsiteY1" fmla="*/ 7144 h 581025"/>
                <a:gd name="connsiteX2" fmla="*/ 959644 w 962025"/>
                <a:gd name="connsiteY2" fmla="*/ 578644 h 581025"/>
                <a:gd name="connsiteX3" fmla="*/ 7144 w 962025"/>
                <a:gd name="connsiteY3" fmla="*/ 578644 h 581025"/>
                <a:gd name="connsiteX4" fmla="*/ 7144 w 962025"/>
                <a:gd name="connsiteY4" fmla="*/ 714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2025" h="581025">
                  <a:moveTo>
                    <a:pt x="7144" y="7144"/>
                  </a:moveTo>
                  <a:lnTo>
                    <a:pt x="959644" y="7144"/>
                  </a:lnTo>
                  <a:lnTo>
                    <a:pt x="959644" y="578644"/>
                  </a:lnTo>
                  <a:lnTo>
                    <a:pt x="7144" y="5786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44538165-E75C-41C7-B93B-F1713DAF5DA3}"/>
                </a:ext>
              </a:extLst>
            </p:cNvPr>
            <p:cNvSpPr/>
            <p:nvPr/>
          </p:nvSpPr>
          <p:spPr>
            <a:xfrm>
              <a:off x="5384006" y="4145756"/>
              <a:ext cx="1724025" cy="581025"/>
            </a:xfrm>
            <a:custGeom>
              <a:avLst/>
              <a:gdLst>
                <a:gd name="connsiteX0" fmla="*/ 7144 w 1724025"/>
                <a:gd name="connsiteY0" fmla="*/ 7144 h 581025"/>
                <a:gd name="connsiteX1" fmla="*/ 1721644 w 1724025"/>
                <a:gd name="connsiteY1" fmla="*/ 7144 h 581025"/>
                <a:gd name="connsiteX2" fmla="*/ 1721644 w 1724025"/>
                <a:gd name="connsiteY2" fmla="*/ 578644 h 581025"/>
                <a:gd name="connsiteX3" fmla="*/ 7144 w 1724025"/>
                <a:gd name="connsiteY3" fmla="*/ 578644 h 581025"/>
                <a:gd name="connsiteX4" fmla="*/ 7144 w 1724025"/>
                <a:gd name="connsiteY4" fmla="*/ 714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4025" h="581025">
                  <a:moveTo>
                    <a:pt x="7144" y="7144"/>
                  </a:moveTo>
                  <a:lnTo>
                    <a:pt x="1721644" y="7144"/>
                  </a:lnTo>
                  <a:lnTo>
                    <a:pt x="1721644" y="578644"/>
                  </a:lnTo>
                  <a:lnTo>
                    <a:pt x="7144" y="5786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7388F2D-02F3-4211-9D75-50632E370A20}"/>
                </a:ext>
              </a:extLst>
            </p:cNvPr>
            <p:cNvSpPr/>
            <p:nvPr/>
          </p:nvSpPr>
          <p:spPr>
            <a:xfrm>
              <a:off x="7955756" y="3288506"/>
              <a:ext cx="962025" cy="581025"/>
            </a:xfrm>
            <a:custGeom>
              <a:avLst/>
              <a:gdLst>
                <a:gd name="connsiteX0" fmla="*/ 7144 w 962025"/>
                <a:gd name="connsiteY0" fmla="*/ 7144 h 581025"/>
                <a:gd name="connsiteX1" fmla="*/ 959644 w 962025"/>
                <a:gd name="connsiteY1" fmla="*/ 7144 h 581025"/>
                <a:gd name="connsiteX2" fmla="*/ 959644 w 962025"/>
                <a:gd name="connsiteY2" fmla="*/ 578644 h 581025"/>
                <a:gd name="connsiteX3" fmla="*/ 7144 w 962025"/>
                <a:gd name="connsiteY3" fmla="*/ 578644 h 581025"/>
                <a:gd name="connsiteX4" fmla="*/ 7144 w 962025"/>
                <a:gd name="connsiteY4" fmla="*/ 714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2025" h="581025">
                  <a:moveTo>
                    <a:pt x="7144" y="7144"/>
                  </a:moveTo>
                  <a:lnTo>
                    <a:pt x="959644" y="7144"/>
                  </a:lnTo>
                  <a:lnTo>
                    <a:pt x="959644" y="578644"/>
                  </a:lnTo>
                  <a:lnTo>
                    <a:pt x="7144" y="5786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CBCD567-AE12-4A3A-9AC7-2FA47964D331}"/>
                </a:ext>
              </a:extLst>
            </p:cNvPr>
            <p:cNvSpPr/>
            <p:nvPr/>
          </p:nvSpPr>
          <p:spPr>
            <a:xfrm>
              <a:off x="3193256" y="526256"/>
              <a:ext cx="6105525" cy="6105525"/>
            </a:xfrm>
            <a:custGeom>
              <a:avLst/>
              <a:gdLst>
                <a:gd name="connsiteX0" fmla="*/ 7144 w 6105525"/>
                <a:gd name="connsiteY0" fmla="*/ 7144 h 6105525"/>
                <a:gd name="connsiteX1" fmla="*/ 7144 w 6105525"/>
                <a:gd name="connsiteY1" fmla="*/ 6103144 h 6105525"/>
                <a:gd name="connsiteX2" fmla="*/ 6103144 w 6105525"/>
                <a:gd name="connsiteY2" fmla="*/ 6103144 h 6105525"/>
                <a:gd name="connsiteX3" fmla="*/ 6103144 w 6105525"/>
                <a:gd name="connsiteY3" fmla="*/ 7144 h 6105525"/>
                <a:gd name="connsiteX4" fmla="*/ 7144 w 6105525"/>
                <a:gd name="connsiteY4" fmla="*/ 7144 h 6105525"/>
                <a:gd name="connsiteX5" fmla="*/ 5245894 w 6105525"/>
                <a:gd name="connsiteY5" fmla="*/ 5912644 h 6105525"/>
                <a:gd name="connsiteX6" fmla="*/ 4769644 w 6105525"/>
                <a:gd name="connsiteY6" fmla="*/ 5912644 h 6105525"/>
                <a:gd name="connsiteX7" fmla="*/ 4769644 w 6105525"/>
                <a:gd name="connsiteY7" fmla="*/ 5722144 h 6105525"/>
                <a:gd name="connsiteX8" fmla="*/ 5245894 w 6105525"/>
                <a:gd name="connsiteY8" fmla="*/ 5722144 h 6105525"/>
                <a:gd name="connsiteX9" fmla="*/ 5245894 w 6105525"/>
                <a:gd name="connsiteY9" fmla="*/ 5912644 h 6105525"/>
                <a:gd name="connsiteX10" fmla="*/ 5912644 w 6105525"/>
                <a:gd name="connsiteY10" fmla="*/ 5912644 h 6105525"/>
                <a:gd name="connsiteX11" fmla="*/ 5341144 w 6105525"/>
                <a:gd name="connsiteY11" fmla="*/ 5912644 h 6105525"/>
                <a:gd name="connsiteX12" fmla="*/ 5341144 w 6105525"/>
                <a:gd name="connsiteY12" fmla="*/ 5722144 h 6105525"/>
                <a:gd name="connsiteX13" fmla="*/ 5912644 w 6105525"/>
                <a:gd name="connsiteY13" fmla="*/ 5722144 h 6105525"/>
                <a:gd name="connsiteX14" fmla="*/ 5912644 w 6105525"/>
                <a:gd name="connsiteY14" fmla="*/ 5912644 h 6105525"/>
                <a:gd name="connsiteX15" fmla="*/ 5912644 w 6105525"/>
                <a:gd name="connsiteY15" fmla="*/ 5626894 h 6105525"/>
                <a:gd name="connsiteX16" fmla="*/ 4769644 w 6105525"/>
                <a:gd name="connsiteY16" fmla="*/ 5626894 h 6105525"/>
                <a:gd name="connsiteX17" fmla="*/ 4769644 w 6105525"/>
                <a:gd name="connsiteY17" fmla="*/ 5436394 h 6105525"/>
                <a:gd name="connsiteX18" fmla="*/ 5912644 w 6105525"/>
                <a:gd name="connsiteY18" fmla="*/ 5436394 h 6105525"/>
                <a:gd name="connsiteX19" fmla="*/ 5912644 w 6105525"/>
                <a:gd name="connsiteY19" fmla="*/ 5626894 h 6105525"/>
                <a:gd name="connsiteX20" fmla="*/ 4769644 w 6105525"/>
                <a:gd name="connsiteY20" fmla="*/ 5341144 h 6105525"/>
                <a:gd name="connsiteX21" fmla="*/ 4769644 w 6105525"/>
                <a:gd name="connsiteY21" fmla="*/ 5150644 h 6105525"/>
                <a:gd name="connsiteX22" fmla="*/ 5245894 w 6105525"/>
                <a:gd name="connsiteY22" fmla="*/ 5150644 h 6105525"/>
                <a:gd name="connsiteX23" fmla="*/ 5245894 w 6105525"/>
                <a:gd name="connsiteY23" fmla="*/ 5341144 h 6105525"/>
                <a:gd name="connsiteX24" fmla="*/ 4769644 w 6105525"/>
                <a:gd name="connsiteY24" fmla="*/ 5341144 h 6105525"/>
                <a:gd name="connsiteX25" fmla="*/ 5912644 w 6105525"/>
                <a:gd name="connsiteY25" fmla="*/ 5341144 h 6105525"/>
                <a:gd name="connsiteX26" fmla="*/ 5341144 w 6105525"/>
                <a:gd name="connsiteY26" fmla="*/ 5341144 h 6105525"/>
                <a:gd name="connsiteX27" fmla="*/ 5341144 w 6105525"/>
                <a:gd name="connsiteY27" fmla="*/ 5150644 h 6105525"/>
                <a:gd name="connsiteX28" fmla="*/ 5912644 w 6105525"/>
                <a:gd name="connsiteY28" fmla="*/ 5150644 h 6105525"/>
                <a:gd name="connsiteX29" fmla="*/ 5912644 w 6105525"/>
                <a:gd name="connsiteY29" fmla="*/ 5341144 h 6105525"/>
                <a:gd name="connsiteX30" fmla="*/ 5912644 w 6105525"/>
                <a:gd name="connsiteY30" fmla="*/ 5055394 h 6105525"/>
                <a:gd name="connsiteX31" fmla="*/ 4769644 w 6105525"/>
                <a:gd name="connsiteY31" fmla="*/ 5055394 h 6105525"/>
                <a:gd name="connsiteX32" fmla="*/ 4769644 w 6105525"/>
                <a:gd name="connsiteY32" fmla="*/ 4864894 h 6105525"/>
                <a:gd name="connsiteX33" fmla="*/ 5912644 w 6105525"/>
                <a:gd name="connsiteY33" fmla="*/ 4864894 h 6105525"/>
                <a:gd name="connsiteX34" fmla="*/ 5912644 w 6105525"/>
                <a:gd name="connsiteY34" fmla="*/ 5055394 h 6105525"/>
                <a:gd name="connsiteX35" fmla="*/ 4769644 w 6105525"/>
                <a:gd name="connsiteY35" fmla="*/ 4769644 h 6105525"/>
                <a:gd name="connsiteX36" fmla="*/ 4769644 w 6105525"/>
                <a:gd name="connsiteY36" fmla="*/ 4579144 h 6105525"/>
                <a:gd name="connsiteX37" fmla="*/ 5626894 w 6105525"/>
                <a:gd name="connsiteY37" fmla="*/ 4579144 h 6105525"/>
                <a:gd name="connsiteX38" fmla="*/ 5626894 w 6105525"/>
                <a:gd name="connsiteY38" fmla="*/ 4769644 h 6105525"/>
                <a:gd name="connsiteX39" fmla="*/ 4769644 w 6105525"/>
                <a:gd name="connsiteY39" fmla="*/ 4769644 h 6105525"/>
                <a:gd name="connsiteX40" fmla="*/ 5912644 w 6105525"/>
                <a:gd name="connsiteY40" fmla="*/ 4769644 h 6105525"/>
                <a:gd name="connsiteX41" fmla="*/ 5722144 w 6105525"/>
                <a:gd name="connsiteY41" fmla="*/ 4769644 h 6105525"/>
                <a:gd name="connsiteX42" fmla="*/ 5722144 w 6105525"/>
                <a:gd name="connsiteY42" fmla="*/ 4579144 h 6105525"/>
                <a:gd name="connsiteX43" fmla="*/ 5912644 w 6105525"/>
                <a:gd name="connsiteY43" fmla="*/ 4579144 h 6105525"/>
                <a:gd name="connsiteX44" fmla="*/ 5912644 w 6105525"/>
                <a:gd name="connsiteY44" fmla="*/ 4769644 h 6105525"/>
                <a:gd name="connsiteX45" fmla="*/ 5912644 w 6105525"/>
                <a:gd name="connsiteY45" fmla="*/ 3436144 h 6105525"/>
                <a:gd name="connsiteX46" fmla="*/ 5817394 w 6105525"/>
                <a:gd name="connsiteY46" fmla="*/ 3531394 h 6105525"/>
                <a:gd name="connsiteX47" fmla="*/ 4674394 w 6105525"/>
                <a:gd name="connsiteY47" fmla="*/ 3531394 h 6105525"/>
                <a:gd name="connsiteX48" fmla="*/ 4579144 w 6105525"/>
                <a:gd name="connsiteY48" fmla="*/ 3436144 h 6105525"/>
                <a:gd name="connsiteX49" fmla="*/ 4579144 w 6105525"/>
                <a:gd name="connsiteY49" fmla="*/ 2674144 h 6105525"/>
                <a:gd name="connsiteX50" fmla="*/ 4674394 w 6105525"/>
                <a:gd name="connsiteY50" fmla="*/ 2578894 h 6105525"/>
                <a:gd name="connsiteX51" fmla="*/ 5150644 w 6105525"/>
                <a:gd name="connsiteY51" fmla="*/ 2578894 h 6105525"/>
                <a:gd name="connsiteX52" fmla="*/ 5150644 w 6105525"/>
                <a:gd name="connsiteY52" fmla="*/ 2293144 h 6105525"/>
                <a:gd name="connsiteX53" fmla="*/ 4025741 w 6105525"/>
                <a:gd name="connsiteY53" fmla="*/ 2293144 h 6105525"/>
                <a:gd name="connsiteX54" fmla="*/ 3150394 w 6105525"/>
                <a:gd name="connsiteY54" fmla="*/ 2643664 h 6105525"/>
                <a:gd name="connsiteX55" fmla="*/ 3150394 w 6105525"/>
                <a:gd name="connsiteY55" fmla="*/ 3436144 h 6105525"/>
                <a:gd name="connsiteX56" fmla="*/ 4007644 w 6105525"/>
                <a:gd name="connsiteY56" fmla="*/ 3436144 h 6105525"/>
                <a:gd name="connsiteX57" fmla="*/ 4102894 w 6105525"/>
                <a:gd name="connsiteY57" fmla="*/ 3531394 h 6105525"/>
                <a:gd name="connsiteX58" fmla="*/ 4102894 w 6105525"/>
                <a:gd name="connsiteY58" fmla="*/ 4293394 h 6105525"/>
                <a:gd name="connsiteX59" fmla="*/ 4007644 w 6105525"/>
                <a:gd name="connsiteY59" fmla="*/ 4388644 h 6105525"/>
                <a:gd name="connsiteX60" fmla="*/ 3150394 w 6105525"/>
                <a:gd name="connsiteY60" fmla="*/ 4388644 h 6105525"/>
                <a:gd name="connsiteX61" fmla="*/ 3150394 w 6105525"/>
                <a:gd name="connsiteY61" fmla="*/ 4960144 h 6105525"/>
                <a:gd name="connsiteX62" fmla="*/ 3626644 w 6105525"/>
                <a:gd name="connsiteY62" fmla="*/ 4960144 h 6105525"/>
                <a:gd name="connsiteX63" fmla="*/ 4102894 w 6105525"/>
                <a:gd name="connsiteY63" fmla="*/ 5436394 h 6105525"/>
                <a:gd name="connsiteX64" fmla="*/ 3626644 w 6105525"/>
                <a:gd name="connsiteY64" fmla="*/ 5912644 h 6105525"/>
                <a:gd name="connsiteX65" fmla="*/ 2483644 w 6105525"/>
                <a:gd name="connsiteY65" fmla="*/ 5912644 h 6105525"/>
                <a:gd name="connsiteX66" fmla="*/ 2007394 w 6105525"/>
                <a:gd name="connsiteY66" fmla="*/ 5436394 h 6105525"/>
                <a:gd name="connsiteX67" fmla="*/ 2483644 w 6105525"/>
                <a:gd name="connsiteY67" fmla="*/ 4960144 h 6105525"/>
                <a:gd name="connsiteX68" fmla="*/ 2959894 w 6105525"/>
                <a:gd name="connsiteY68" fmla="*/ 4960144 h 6105525"/>
                <a:gd name="connsiteX69" fmla="*/ 2959894 w 6105525"/>
                <a:gd name="connsiteY69" fmla="*/ 4388644 h 6105525"/>
                <a:gd name="connsiteX70" fmla="*/ 2102644 w 6105525"/>
                <a:gd name="connsiteY70" fmla="*/ 4388644 h 6105525"/>
                <a:gd name="connsiteX71" fmla="*/ 2007394 w 6105525"/>
                <a:gd name="connsiteY71" fmla="*/ 4293394 h 6105525"/>
                <a:gd name="connsiteX72" fmla="*/ 2007394 w 6105525"/>
                <a:gd name="connsiteY72" fmla="*/ 3531394 h 6105525"/>
                <a:gd name="connsiteX73" fmla="*/ 2102644 w 6105525"/>
                <a:gd name="connsiteY73" fmla="*/ 3436144 h 6105525"/>
                <a:gd name="connsiteX74" fmla="*/ 2959894 w 6105525"/>
                <a:gd name="connsiteY74" fmla="*/ 3436144 h 6105525"/>
                <a:gd name="connsiteX75" fmla="*/ 2959894 w 6105525"/>
                <a:gd name="connsiteY75" fmla="*/ 2643664 h 6105525"/>
                <a:gd name="connsiteX76" fmla="*/ 2084546 w 6105525"/>
                <a:gd name="connsiteY76" fmla="*/ 2293144 h 6105525"/>
                <a:gd name="connsiteX77" fmla="*/ 959644 w 6105525"/>
                <a:gd name="connsiteY77" fmla="*/ 2293144 h 6105525"/>
                <a:gd name="connsiteX78" fmla="*/ 959644 w 6105525"/>
                <a:gd name="connsiteY78" fmla="*/ 2578894 h 6105525"/>
                <a:gd name="connsiteX79" fmla="*/ 1435894 w 6105525"/>
                <a:gd name="connsiteY79" fmla="*/ 2578894 h 6105525"/>
                <a:gd name="connsiteX80" fmla="*/ 1531144 w 6105525"/>
                <a:gd name="connsiteY80" fmla="*/ 2674144 h 6105525"/>
                <a:gd name="connsiteX81" fmla="*/ 1531144 w 6105525"/>
                <a:gd name="connsiteY81" fmla="*/ 3436144 h 6105525"/>
                <a:gd name="connsiteX82" fmla="*/ 1435894 w 6105525"/>
                <a:gd name="connsiteY82" fmla="*/ 3531394 h 6105525"/>
                <a:gd name="connsiteX83" fmla="*/ 292894 w 6105525"/>
                <a:gd name="connsiteY83" fmla="*/ 3531394 h 6105525"/>
                <a:gd name="connsiteX84" fmla="*/ 197644 w 6105525"/>
                <a:gd name="connsiteY84" fmla="*/ 3436144 h 6105525"/>
                <a:gd name="connsiteX85" fmla="*/ 197644 w 6105525"/>
                <a:gd name="connsiteY85" fmla="*/ 2674144 h 6105525"/>
                <a:gd name="connsiteX86" fmla="*/ 292894 w 6105525"/>
                <a:gd name="connsiteY86" fmla="*/ 2578894 h 6105525"/>
                <a:gd name="connsiteX87" fmla="*/ 769144 w 6105525"/>
                <a:gd name="connsiteY87" fmla="*/ 2578894 h 6105525"/>
                <a:gd name="connsiteX88" fmla="*/ 769144 w 6105525"/>
                <a:gd name="connsiteY88" fmla="*/ 2197894 h 6105525"/>
                <a:gd name="connsiteX89" fmla="*/ 864394 w 6105525"/>
                <a:gd name="connsiteY89" fmla="*/ 2102644 h 6105525"/>
                <a:gd name="connsiteX90" fmla="*/ 2084546 w 6105525"/>
                <a:gd name="connsiteY90" fmla="*/ 2102644 h 6105525"/>
                <a:gd name="connsiteX91" fmla="*/ 2959894 w 6105525"/>
                <a:gd name="connsiteY91" fmla="*/ 1752124 h 6105525"/>
                <a:gd name="connsiteX92" fmla="*/ 2959894 w 6105525"/>
                <a:gd name="connsiteY92" fmla="*/ 1150144 h 6105525"/>
                <a:gd name="connsiteX93" fmla="*/ 2483644 w 6105525"/>
                <a:gd name="connsiteY93" fmla="*/ 1150144 h 6105525"/>
                <a:gd name="connsiteX94" fmla="*/ 2007394 w 6105525"/>
                <a:gd name="connsiteY94" fmla="*/ 673894 h 6105525"/>
                <a:gd name="connsiteX95" fmla="*/ 2483644 w 6105525"/>
                <a:gd name="connsiteY95" fmla="*/ 197644 h 6105525"/>
                <a:gd name="connsiteX96" fmla="*/ 3626644 w 6105525"/>
                <a:gd name="connsiteY96" fmla="*/ 197644 h 6105525"/>
                <a:gd name="connsiteX97" fmla="*/ 4102894 w 6105525"/>
                <a:gd name="connsiteY97" fmla="*/ 673894 h 6105525"/>
                <a:gd name="connsiteX98" fmla="*/ 3626644 w 6105525"/>
                <a:gd name="connsiteY98" fmla="*/ 1150144 h 6105525"/>
                <a:gd name="connsiteX99" fmla="*/ 3150394 w 6105525"/>
                <a:gd name="connsiteY99" fmla="*/ 1150144 h 6105525"/>
                <a:gd name="connsiteX100" fmla="*/ 3150394 w 6105525"/>
                <a:gd name="connsiteY100" fmla="*/ 1752124 h 6105525"/>
                <a:gd name="connsiteX101" fmla="*/ 4025741 w 6105525"/>
                <a:gd name="connsiteY101" fmla="*/ 2102644 h 6105525"/>
                <a:gd name="connsiteX102" fmla="*/ 5245894 w 6105525"/>
                <a:gd name="connsiteY102" fmla="*/ 2102644 h 6105525"/>
                <a:gd name="connsiteX103" fmla="*/ 5341144 w 6105525"/>
                <a:gd name="connsiteY103" fmla="*/ 2197894 h 6105525"/>
                <a:gd name="connsiteX104" fmla="*/ 5341144 w 6105525"/>
                <a:gd name="connsiteY104" fmla="*/ 2578894 h 6105525"/>
                <a:gd name="connsiteX105" fmla="*/ 5817394 w 6105525"/>
                <a:gd name="connsiteY105" fmla="*/ 2578894 h 6105525"/>
                <a:gd name="connsiteX106" fmla="*/ 5912644 w 6105525"/>
                <a:gd name="connsiteY106" fmla="*/ 2674144 h 6105525"/>
                <a:gd name="connsiteX107" fmla="*/ 5912644 w 6105525"/>
                <a:gd name="connsiteY107" fmla="*/ 3436144 h 6105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6105525" h="6105525">
                  <a:moveTo>
                    <a:pt x="7144" y="7144"/>
                  </a:moveTo>
                  <a:lnTo>
                    <a:pt x="7144" y="6103144"/>
                  </a:lnTo>
                  <a:lnTo>
                    <a:pt x="6103144" y="6103144"/>
                  </a:lnTo>
                  <a:lnTo>
                    <a:pt x="6103144" y="7144"/>
                  </a:lnTo>
                  <a:lnTo>
                    <a:pt x="7144" y="7144"/>
                  </a:lnTo>
                  <a:close/>
                  <a:moveTo>
                    <a:pt x="5245894" y="5912644"/>
                  </a:moveTo>
                  <a:lnTo>
                    <a:pt x="4769644" y="5912644"/>
                  </a:lnTo>
                  <a:lnTo>
                    <a:pt x="4769644" y="5722144"/>
                  </a:lnTo>
                  <a:lnTo>
                    <a:pt x="5245894" y="5722144"/>
                  </a:lnTo>
                  <a:lnTo>
                    <a:pt x="5245894" y="5912644"/>
                  </a:lnTo>
                  <a:close/>
                  <a:moveTo>
                    <a:pt x="5912644" y="5912644"/>
                  </a:moveTo>
                  <a:lnTo>
                    <a:pt x="5341144" y="5912644"/>
                  </a:lnTo>
                  <a:lnTo>
                    <a:pt x="5341144" y="5722144"/>
                  </a:lnTo>
                  <a:lnTo>
                    <a:pt x="5912644" y="5722144"/>
                  </a:lnTo>
                  <a:lnTo>
                    <a:pt x="5912644" y="5912644"/>
                  </a:lnTo>
                  <a:close/>
                  <a:moveTo>
                    <a:pt x="5912644" y="5626894"/>
                  </a:moveTo>
                  <a:lnTo>
                    <a:pt x="4769644" y="5626894"/>
                  </a:lnTo>
                  <a:lnTo>
                    <a:pt x="4769644" y="5436394"/>
                  </a:lnTo>
                  <a:lnTo>
                    <a:pt x="5912644" y="5436394"/>
                  </a:lnTo>
                  <a:lnTo>
                    <a:pt x="5912644" y="5626894"/>
                  </a:lnTo>
                  <a:close/>
                  <a:moveTo>
                    <a:pt x="4769644" y="5341144"/>
                  </a:moveTo>
                  <a:lnTo>
                    <a:pt x="4769644" y="5150644"/>
                  </a:lnTo>
                  <a:lnTo>
                    <a:pt x="5245894" y="5150644"/>
                  </a:lnTo>
                  <a:lnTo>
                    <a:pt x="5245894" y="5341144"/>
                  </a:lnTo>
                  <a:lnTo>
                    <a:pt x="4769644" y="5341144"/>
                  </a:lnTo>
                  <a:close/>
                  <a:moveTo>
                    <a:pt x="5912644" y="5341144"/>
                  </a:moveTo>
                  <a:lnTo>
                    <a:pt x="5341144" y="5341144"/>
                  </a:lnTo>
                  <a:lnTo>
                    <a:pt x="5341144" y="5150644"/>
                  </a:lnTo>
                  <a:lnTo>
                    <a:pt x="5912644" y="5150644"/>
                  </a:lnTo>
                  <a:lnTo>
                    <a:pt x="5912644" y="5341144"/>
                  </a:lnTo>
                  <a:close/>
                  <a:moveTo>
                    <a:pt x="5912644" y="5055394"/>
                  </a:moveTo>
                  <a:lnTo>
                    <a:pt x="4769644" y="5055394"/>
                  </a:lnTo>
                  <a:lnTo>
                    <a:pt x="4769644" y="4864894"/>
                  </a:lnTo>
                  <a:lnTo>
                    <a:pt x="5912644" y="4864894"/>
                  </a:lnTo>
                  <a:lnTo>
                    <a:pt x="5912644" y="5055394"/>
                  </a:lnTo>
                  <a:close/>
                  <a:moveTo>
                    <a:pt x="4769644" y="4769644"/>
                  </a:moveTo>
                  <a:lnTo>
                    <a:pt x="4769644" y="4579144"/>
                  </a:lnTo>
                  <a:lnTo>
                    <a:pt x="5626894" y="4579144"/>
                  </a:lnTo>
                  <a:lnTo>
                    <a:pt x="5626894" y="4769644"/>
                  </a:lnTo>
                  <a:lnTo>
                    <a:pt x="4769644" y="4769644"/>
                  </a:lnTo>
                  <a:close/>
                  <a:moveTo>
                    <a:pt x="5912644" y="4769644"/>
                  </a:moveTo>
                  <a:lnTo>
                    <a:pt x="5722144" y="4769644"/>
                  </a:lnTo>
                  <a:lnTo>
                    <a:pt x="5722144" y="4579144"/>
                  </a:lnTo>
                  <a:lnTo>
                    <a:pt x="5912644" y="4579144"/>
                  </a:lnTo>
                  <a:lnTo>
                    <a:pt x="5912644" y="4769644"/>
                  </a:lnTo>
                  <a:close/>
                  <a:moveTo>
                    <a:pt x="5912644" y="3436144"/>
                  </a:moveTo>
                  <a:cubicBezTo>
                    <a:pt x="5912644" y="3488531"/>
                    <a:pt x="5869781" y="3531394"/>
                    <a:pt x="5817394" y="3531394"/>
                  </a:cubicBezTo>
                  <a:lnTo>
                    <a:pt x="4674394" y="3531394"/>
                  </a:lnTo>
                  <a:cubicBezTo>
                    <a:pt x="4622006" y="3531394"/>
                    <a:pt x="4579144" y="3488531"/>
                    <a:pt x="4579144" y="3436144"/>
                  </a:cubicBezTo>
                  <a:lnTo>
                    <a:pt x="4579144" y="2674144"/>
                  </a:lnTo>
                  <a:cubicBezTo>
                    <a:pt x="4579144" y="2621756"/>
                    <a:pt x="4622006" y="2578894"/>
                    <a:pt x="4674394" y="2578894"/>
                  </a:cubicBezTo>
                  <a:lnTo>
                    <a:pt x="5150644" y="2578894"/>
                  </a:lnTo>
                  <a:lnTo>
                    <a:pt x="5150644" y="2293144"/>
                  </a:lnTo>
                  <a:lnTo>
                    <a:pt x="4025741" y="2293144"/>
                  </a:lnTo>
                  <a:lnTo>
                    <a:pt x="3150394" y="2643664"/>
                  </a:lnTo>
                  <a:lnTo>
                    <a:pt x="3150394" y="3436144"/>
                  </a:lnTo>
                  <a:lnTo>
                    <a:pt x="4007644" y="3436144"/>
                  </a:lnTo>
                  <a:cubicBezTo>
                    <a:pt x="4060031" y="3436144"/>
                    <a:pt x="4102894" y="3479006"/>
                    <a:pt x="4102894" y="3531394"/>
                  </a:cubicBezTo>
                  <a:lnTo>
                    <a:pt x="4102894" y="4293394"/>
                  </a:lnTo>
                  <a:cubicBezTo>
                    <a:pt x="4102894" y="4345781"/>
                    <a:pt x="4060031" y="4388644"/>
                    <a:pt x="4007644" y="4388644"/>
                  </a:cubicBezTo>
                  <a:lnTo>
                    <a:pt x="3150394" y="4388644"/>
                  </a:lnTo>
                  <a:lnTo>
                    <a:pt x="3150394" y="4960144"/>
                  </a:lnTo>
                  <a:lnTo>
                    <a:pt x="3626644" y="4960144"/>
                  </a:lnTo>
                  <a:cubicBezTo>
                    <a:pt x="3889534" y="4960144"/>
                    <a:pt x="4102894" y="5173504"/>
                    <a:pt x="4102894" y="5436394"/>
                  </a:cubicBezTo>
                  <a:cubicBezTo>
                    <a:pt x="4102894" y="5699284"/>
                    <a:pt x="3889534" y="5912644"/>
                    <a:pt x="3626644" y="5912644"/>
                  </a:cubicBezTo>
                  <a:lnTo>
                    <a:pt x="2483644" y="5912644"/>
                  </a:lnTo>
                  <a:cubicBezTo>
                    <a:pt x="2220754" y="5912644"/>
                    <a:pt x="2007394" y="5699284"/>
                    <a:pt x="2007394" y="5436394"/>
                  </a:cubicBezTo>
                  <a:cubicBezTo>
                    <a:pt x="2007394" y="5173504"/>
                    <a:pt x="2220754" y="4960144"/>
                    <a:pt x="2483644" y="4960144"/>
                  </a:cubicBezTo>
                  <a:lnTo>
                    <a:pt x="2959894" y="4960144"/>
                  </a:lnTo>
                  <a:lnTo>
                    <a:pt x="2959894" y="4388644"/>
                  </a:lnTo>
                  <a:lnTo>
                    <a:pt x="2102644" y="4388644"/>
                  </a:lnTo>
                  <a:cubicBezTo>
                    <a:pt x="2050256" y="4388644"/>
                    <a:pt x="2007394" y="4345781"/>
                    <a:pt x="2007394" y="4293394"/>
                  </a:cubicBezTo>
                  <a:lnTo>
                    <a:pt x="2007394" y="3531394"/>
                  </a:lnTo>
                  <a:cubicBezTo>
                    <a:pt x="2007394" y="3479006"/>
                    <a:pt x="2050256" y="3436144"/>
                    <a:pt x="2102644" y="3436144"/>
                  </a:cubicBezTo>
                  <a:lnTo>
                    <a:pt x="2959894" y="3436144"/>
                  </a:lnTo>
                  <a:lnTo>
                    <a:pt x="2959894" y="2643664"/>
                  </a:lnTo>
                  <a:lnTo>
                    <a:pt x="2084546" y="2293144"/>
                  </a:lnTo>
                  <a:lnTo>
                    <a:pt x="959644" y="2293144"/>
                  </a:lnTo>
                  <a:lnTo>
                    <a:pt x="959644" y="2578894"/>
                  </a:lnTo>
                  <a:lnTo>
                    <a:pt x="1435894" y="2578894"/>
                  </a:lnTo>
                  <a:cubicBezTo>
                    <a:pt x="1488281" y="2578894"/>
                    <a:pt x="1531144" y="2621756"/>
                    <a:pt x="1531144" y="2674144"/>
                  </a:cubicBezTo>
                  <a:lnTo>
                    <a:pt x="1531144" y="3436144"/>
                  </a:lnTo>
                  <a:cubicBezTo>
                    <a:pt x="1531144" y="3488531"/>
                    <a:pt x="1488281" y="3531394"/>
                    <a:pt x="1435894" y="3531394"/>
                  </a:cubicBezTo>
                  <a:lnTo>
                    <a:pt x="292894" y="3531394"/>
                  </a:lnTo>
                  <a:cubicBezTo>
                    <a:pt x="240506" y="3531394"/>
                    <a:pt x="197644" y="3488531"/>
                    <a:pt x="197644" y="3436144"/>
                  </a:cubicBezTo>
                  <a:lnTo>
                    <a:pt x="197644" y="2674144"/>
                  </a:lnTo>
                  <a:cubicBezTo>
                    <a:pt x="197644" y="2621756"/>
                    <a:pt x="240506" y="2578894"/>
                    <a:pt x="292894" y="2578894"/>
                  </a:cubicBezTo>
                  <a:lnTo>
                    <a:pt x="769144" y="2578894"/>
                  </a:lnTo>
                  <a:lnTo>
                    <a:pt x="769144" y="2197894"/>
                  </a:lnTo>
                  <a:cubicBezTo>
                    <a:pt x="769144" y="2145506"/>
                    <a:pt x="812006" y="2102644"/>
                    <a:pt x="864394" y="2102644"/>
                  </a:cubicBezTo>
                  <a:lnTo>
                    <a:pt x="2084546" y="2102644"/>
                  </a:lnTo>
                  <a:lnTo>
                    <a:pt x="2959894" y="1752124"/>
                  </a:lnTo>
                  <a:lnTo>
                    <a:pt x="2959894" y="1150144"/>
                  </a:lnTo>
                  <a:lnTo>
                    <a:pt x="2483644" y="1150144"/>
                  </a:lnTo>
                  <a:cubicBezTo>
                    <a:pt x="2220754" y="1150144"/>
                    <a:pt x="2007394" y="936784"/>
                    <a:pt x="2007394" y="673894"/>
                  </a:cubicBezTo>
                  <a:cubicBezTo>
                    <a:pt x="2007394" y="411004"/>
                    <a:pt x="2220754" y="197644"/>
                    <a:pt x="2483644" y="197644"/>
                  </a:cubicBezTo>
                  <a:lnTo>
                    <a:pt x="3626644" y="197644"/>
                  </a:lnTo>
                  <a:cubicBezTo>
                    <a:pt x="3889534" y="197644"/>
                    <a:pt x="4102894" y="411004"/>
                    <a:pt x="4102894" y="673894"/>
                  </a:cubicBezTo>
                  <a:cubicBezTo>
                    <a:pt x="4102894" y="936784"/>
                    <a:pt x="3889534" y="1150144"/>
                    <a:pt x="3626644" y="1150144"/>
                  </a:cubicBezTo>
                  <a:lnTo>
                    <a:pt x="3150394" y="1150144"/>
                  </a:lnTo>
                  <a:lnTo>
                    <a:pt x="3150394" y="1752124"/>
                  </a:lnTo>
                  <a:lnTo>
                    <a:pt x="4025741" y="2102644"/>
                  </a:lnTo>
                  <a:lnTo>
                    <a:pt x="5245894" y="2102644"/>
                  </a:lnTo>
                  <a:cubicBezTo>
                    <a:pt x="5298281" y="2102644"/>
                    <a:pt x="5341144" y="2145506"/>
                    <a:pt x="5341144" y="2197894"/>
                  </a:cubicBezTo>
                  <a:lnTo>
                    <a:pt x="5341144" y="2578894"/>
                  </a:lnTo>
                  <a:lnTo>
                    <a:pt x="5817394" y="2578894"/>
                  </a:lnTo>
                  <a:cubicBezTo>
                    <a:pt x="5869781" y="2578894"/>
                    <a:pt x="5912644" y="2621756"/>
                    <a:pt x="5912644" y="2674144"/>
                  </a:cubicBezTo>
                  <a:lnTo>
                    <a:pt x="5912644" y="3436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42998755-1F0D-4327-9C66-F1BB14790B6A}"/>
                </a:ext>
              </a:extLst>
            </p:cNvPr>
            <p:cNvSpPr/>
            <p:nvPr/>
          </p:nvSpPr>
          <p:spPr>
            <a:xfrm>
              <a:off x="5544979" y="2438876"/>
              <a:ext cx="1400175" cy="561975"/>
            </a:xfrm>
            <a:custGeom>
              <a:avLst/>
              <a:gdLst>
                <a:gd name="connsiteX0" fmla="*/ 7144 w 1400175"/>
                <a:gd name="connsiteY0" fmla="*/ 285274 h 561975"/>
                <a:gd name="connsiteX1" fmla="*/ 703421 w 1400175"/>
                <a:gd name="connsiteY1" fmla="*/ 563404 h 561975"/>
                <a:gd name="connsiteX2" fmla="*/ 1399699 w 1400175"/>
                <a:gd name="connsiteY2" fmla="*/ 285274 h 561975"/>
                <a:gd name="connsiteX3" fmla="*/ 703421 w 1400175"/>
                <a:gd name="connsiteY3" fmla="*/ 7144 h 561975"/>
                <a:gd name="connsiteX4" fmla="*/ 7144 w 1400175"/>
                <a:gd name="connsiteY4" fmla="*/ 285274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0175" h="561975">
                  <a:moveTo>
                    <a:pt x="7144" y="285274"/>
                  </a:moveTo>
                  <a:lnTo>
                    <a:pt x="703421" y="563404"/>
                  </a:lnTo>
                  <a:lnTo>
                    <a:pt x="1399699" y="285274"/>
                  </a:lnTo>
                  <a:lnTo>
                    <a:pt x="703421" y="7144"/>
                  </a:lnTo>
                  <a:lnTo>
                    <a:pt x="7144" y="2852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1" name="Graphic 18">
            <a:extLst>
              <a:ext uri="{FF2B5EF4-FFF2-40B4-BE49-F238E27FC236}">
                <a16:creationId xmlns:a16="http://schemas.microsoft.com/office/drawing/2014/main" id="{CAEDBEF2-2EF9-461C-BFE6-05ED0E1BB589}"/>
              </a:ext>
            </a:extLst>
          </p:cNvPr>
          <p:cNvGrpSpPr>
            <a:grpSpLocks noChangeAspect="1"/>
          </p:cNvGrpSpPr>
          <p:nvPr/>
        </p:nvGrpSpPr>
        <p:grpSpPr>
          <a:xfrm>
            <a:off x="6481236" y="2306529"/>
            <a:ext cx="452367" cy="502920"/>
            <a:chOff x="3776663" y="833438"/>
            <a:chExt cx="4943475" cy="54959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AA9A796B-7577-4983-A3B0-A0EA5B18D87C}"/>
                </a:ext>
              </a:extLst>
            </p:cNvPr>
            <p:cNvSpPr/>
            <p:nvPr/>
          </p:nvSpPr>
          <p:spPr>
            <a:xfrm>
              <a:off x="4459129" y="2954179"/>
              <a:ext cx="428625" cy="504825"/>
            </a:xfrm>
            <a:custGeom>
              <a:avLst/>
              <a:gdLst>
                <a:gd name="connsiteX0" fmla="*/ 7144 w 428625"/>
                <a:gd name="connsiteY0" fmla="*/ 7144 h 504825"/>
                <a:gd name="connsiteX1" fmla="*/ 423386 w 428625"/>
                <a:gd name="connsiteY1" fmla="*/ 7144 h 504825"/>
                <a:gd name="connsiteX2" fmla="*/ 423386 w 428625"/>
                <a:gd name="connsiteY2" fmla="*/ 506254 h 504825"/>
                <a:gd name="connsiteX3" fmla="*/ 7144 w 428625"/>
                <a:gd name="connsiteY3" fmla="*/ 506254 h 504825"/>
                <a:gd name="connsiteX4" fmla="*/ 7144 w 428625"/>
                <a:gd name="connsiteY4" fmla="*/ 7144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25" h="504825">
                  <a:moveTo>
                    <a:pt x="7144" y="7144"/>
                  </a:moveTo>
                  <a:lnTo>
                    <a:pt x="423386" y="7144"/>
                  </a:lnTo>
                  <a:lnTo>
                    <a:pt x="423386" y="506254"/>
                  </a:lnTo>
                  <a:lnTo>
                    <a:pt x="7144" y="50625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D80AC3BB-6247-463D-9BDE-A08F31959A34}"/>
                </a:ext>
              </a:extLst>
            </p:cNvPr>
            <p:cNvSpPr/>
            <p:nvPr/>
          </p:nvSpPr>
          <p:spPr>
            <a:xfrm>
              <a:off x="3769519" y="826294"/>
              <a:ext cx="3790950" cy="4848225"/>
            </a:xfrm>
            <a:custGeom>
              <a:avLst/>
              <a:gdLst>
                <a:gd name="connsiteX0" fmla="*/ 363379 w 3790950"/>
                <a:gd name="connsiteY0" fmla="*/ 4844891 h 4848225"/>
                <a:gd name="connsiteX1" fmla="*/ 2432209 w 3790950"/>
                <a:gd name="connsiteY1" fmla="*/ 4844891 h 4848225"/>
                <a:gd name="connsiteX2" fmla="*/ 2304574 w 3790950"/>
                <a:gd name="connsiteY2" fmla="*/ 4261962 h 4848225"/>
                <a:gd name="connsiteX3" fmla="*/ 2305526 w 3790950"/>
                <a:gd name="connsiteY3" fmla="*/ 4202906 h 4848225"/>
                <a:gd name="connsiteX4" fmla="*/ 599599 w 3790950"/>
                <a:gd name="connsiteY4" fmla="*/ 4202906 h 4848225"/>
                <a:gd name="connsiteX5" fmla="*/ 516731 w 3790950"/>
                <a:gd name="connsiteY5" fmla="*/ 4120039 h 4848225"/>
                <a:gd name="connsiteX6" fmla="*/ 599599 w 3790950"/>
                <a:gd name="connsiteY6" fmla="*/ 4037171 h 4848225"/>
                <a:gd name="connsiteX7" fmla="*/ 2322671 w 3790950"/>
                <a:gd name="connsiteY7" fmla="*/ 4037171 h 4848225"/>
                <a:gd name="connsiteX8" fmla="*/ 3711416 w 3790950"/>
                <a:gd name="connsiteY8" fmla="*/ 2855119 h 4848225"/>
                <a:gd name="connsiteX9" fmla="*/ 3787616 w 3790950"/>
                <a:gd name="connsiteY9" fmla="*/ 2854166 h 4848225"/>
                <a:gd name="connsiteX10" fmla="*/ 3787616 w 3790950"/>
                <a:gd name="connsiteY10" fmla="*/ 1219676 h 4848225"/>
                <a:gd name="connsiteX11" fmla="*/ 2917984 w 3790950"/>
                <a:gd name="connsiteY11" fmla="*/ 1219676 h 4848225"/>
                <a:gd name="connsiteX12" fmla="*/ 2610326 w 3790950"/>
                <a:gd name="connsiteY12" fmla="*/ 912019 h 4848225"/>
                <a:gd name="connsiteX13" fmla="*/ 2610326 w 3790950"/>
                <a:gd name="connsiteY13" fmla="*/ 7144 h 4848225"/>
                <a:gd name="connsiteX14" fmla="*/ 363379 w 3790950"/>
                <a:gd name="connsiteY14" fmla="*/ 7144 h 4848225"/>
                <a:gd name="connsiteX15" fmla="*/ 7144 w 3790950"/>
                <a:gd name="connsiteY15" fmla="*/ 362426 h 4848225"/>
                <a:gd name="connsiteX16" fmla="*/ 7144 w 3790950"/>
                <a:gd name="connsiteY16" fmla="*/ 4486751 h 4848225"/>
                <a:gd name="connsiteX17" fmla="*/ 363379 w 3790950"/>
                <a:gd name="connsiteY17" fmla="*/ 4844891 h 4848225"/>
                <a:gd name="connsiteX18" fmla="*/ 2515076 w 3790950"/>
                <a:gd name="connsiteY18" fmla="*/ 1718786 h 4848225"/>
                <a:gd name="connsiteX19" fmla="*/ 2597944 w 3790950"/>
                <a:gd name="connsiteY19" fmla="*/ 1635919 h 4848225"/>
                <a:gd name="connsiteX20" fmla="*/ 3179921 w 3790950"/>
                <a:gd name="connsiteY20" fmla="*/ 1635919 h 4848225"/>
                <a:gd name="connsiteX21" fmla="*/ 3262789 w 3790950"/>
                <a:gd name="connsiteY21" fmla="*/ 1718786 h 4848225"/>
                <a:gd name="connsiteX22" fmla="*/ 3262789 w 3790950"/>
                <a:gd name="connsiteY22" fmla="*/ 2717006 h 4848225"/>
                <a:gd name="connsiteX23" fmla="*/ 3179921 w 3790950"/>
                <a:gd name="connsiteY23" fmla="*/ 2799874 h 4848225"/>
                <a:gd name="connsiteX24" fmla="*/ 2597944 w 3790950"/>
                <a:gd name="connsiteY24" fmla="*/ 2799874 h 4848225"/>
                <a:gd name="connsiteX25" fmla="*/ 2515076 w 3790950"/>
                <a:gd name="connsiteY25" fmla="*/ 2717006 h 4848225"/>
                <a:gd name="connsiteX26" fmla="*/ 2515076 w 3790950"/>
                <a:gd name="connsiteY26" fmla="*/ 1718786 h 4848225"/>
                <a:gd name="connsiteX27" fmla="*/ 1528286 w 3790950"/>
                <a:gd name="connsiteY27" fmla="*/ 1172051 h 4848225"/>
                <a:gd name="connsiteX28" fmla="*/ 1611154 w 3790950"/>
                <a:gd name="connsiteY28" fmla="*/ 1089184 h 4848225"/>
                <a:gd name="connsiteX29" fmla="*/ 2193131 w 3790950"/>
                <a:gd name="connsiteY29" fmla="*/ 1089184 h 4848225"/>
                <a:gd name="connsiteX30" fmla="*/ 2275999 w 3790950"/>
                <a:gd name="connsiteY30" fmla="*/ 1172051 h 4848225"/>
                <a:gd name="connsiteX31" fmla="*/ 2275999 w 3790950"/>
                <a:gd name="connsiteY31" fmla="*/ 2717006 h 4848225"/>
                <a:gd name="connsiteX32" fmla="*/ 2193131 w 3790950"/>
                <a:gd name="connsiteY32" fmla="*/ 2799874 h 4848225"/>
                <a:gd name="connsiteX33" fmla="*/ 1611154 w 3790950"/>
                <a:gd name="connsiteY33" fmla="*/ 2799874 h 4848225"/>
                <a:gd name="connsiteX34" fmla="*/ 1528286 w 3790950"/>
                <a:gd name="connsiteY34" fmla="*/ 2717006 h 4848225"/>
                <a:gd name="connsiteX35" fmla="*/ 1528286 w 3790950"/>
                <a:gd name="connsiteY35" fmla="*/ 1172051 h 4848225"/>
                <a:gd name="connsiteX36" fmla="*/ 530066 w 3790950"/>
                <a:gd name="connsiteY36" fmla="*/ 2051209 h 4848225"/>
                <a:gd name="connsiteX37" fmla="*/ 612934 w 3790950"/>
                <a:gd name="connsiteY37" fmla="*/ 1968341 h 4848225"/>
                <a:gd name="connsiteX38" fmla="*/ 1194911 w 3790950"/>
                <a:gd name="connsiteY38" fmla="*/ 1968341 h 4848225"/>
                <a:gd name="connsiteX39" fmla="*/ 1277779 w 3790950"/>
                <a:gd name="connsiteY39" fmla="*/ 2051209 h 4848225"/>
                <a:gd name="connsiteX40" fmla="*/ 1277779 w 3790950"/>
                <a:gd name="connsiteY40" fmla="*/ 2717006 h 4848225"/>
                <a:gd name="connsiteX41" fmla="*/ 1194911 w 3790950"/>
                <a:gd name="connsiteY41" fmla="*/ 2799874 h 4848225"/>
                <a:gd name="connsiteX42" fmla="*/ 612934 w 3790950"/>
                <a:gd name="connsiteY42" fmla="*/ 2799874 h 4848225"/>
                <a:gd name="connsiteX43" fmla="*/ 530066 w 3790950"/>
                <a:gd name="connsiteY43" fmla="*/ 2717006 h 4848225"/>
                <a:gd name="connsiteX44" fmla="*/ 530066 w 3790950"/>
                <a:gd name="connsiteY44" fmla="*/ 2051209 h 4848225"/>
                <a:gd name="connsiteX45" fmla="*/ 599599 w 3790950"/>
                <a:gd name="connsiteY45" fmla="*/ 3441859 h 4848225"/>
                <a:gd name="connsiteX46" fmla="*/ 2112169 w 3790950"/>
                <a:gd name="connsiteY46" fmla="*/ 3441859 h 4848225"/>
                <a:gd name="connsiteX47" fmla="*/ 2195036 w 3790950"/>
                <a:gd name="connsiteY47" fmla="*/ 3524726 h 4848225"/>
                <a:gd name="connsiteX48" fmla="*/ 2112169 w 3790950"/>
                <a:gd name="connsiteY48" fmla="*/ 3607594 h 4848225"/>
                <a:gd name="connsiteX49" fmla="*/ 599599 w 3790950"/>
                <a:gd name="connsiteY49" fmla="*/ 3607594 h 4848225"/>
                <a:gd name="connsiteX50" fmla="*/ 516731 w 3790950"/>
                <a:gd name="connsiteY50" fmla="*/ 3524726 h 4848225"/>
                <a:gd name="connsiteX51" fmla="*/ 599599 w 3790950"/>
                <a:gd name="connsiteY51" fmla="*/ 3441859 h 484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790950" h="4848225">
                  <a:moveTo>
                    <a:pt x="363379" y="4844891"/>
                  </a:moveTo>
                  <a:lnTo>
                    <a:pt x="2432209" y="4844891"/>
                  </a:lnTo>
                  <a:cubicBezTo>
                    <a:pt x="2348389" y="4662012"/>
                    <a:pt x="2304574" y="4462939"/>
                    <a:pt x="2304574" y="4261962"/>
                  </a:cubicBezTo>
                  <a:cubicBezTo>
                    <a:pt x="2304574" y="4241959"/>
                    <a:pt x="2305526" y="4214337"/>
                    <a:pt x="2305526" y="4202906"/>
                  </a:cubicBezTo>
                  <a:lnTo>
                    <a:pt x="599599" y="4202906"/>
                  </a:lnTo>
                  <a:cubicBezTo>
                    <a:pt x="553879" y="4202906"/>
                    <a:pt x="516731" y="4165759"/>
                    <a:pt x="516731" y="4120039"/>
                  </a:cubicBezTo>
                  <a:cubicBezTo>
                    <a:pt x="516731" y="4074319"/>
                    <a:pt x="553879" y="4037171"/>
                    <a:pt x="599599" y="4037171"/>
                  </a:cubicBezTo>
                  <a:lnTo>
                    <a:pt x="2322671" y="4037171"/>
                  </a:lnTo>
                  <a:cubicBezTo>
                    <a:pt x="2431256" y="3355181"/>
                    <a:pt x="3020854" y="2853214"/>
                    <a:pt x="3711416" y="2855119"/>
                  </a:cubicBezTo>
                  <a:cubicBezTo>
                    <a:pt x="3737134" y="2855119"/>
                    <a:pt x="3763804" y="2853214"/>
                    <a:pt x="3787616" y="2854166"/>
                  </a:cubicBezTo>
                  <a:lnTo>
                    <a:pt x="3787616" y="1219676"/>
                  </a:lnTo>
                  <a:lnTo>
                    <a:pt x="2917984" y="1219676"/>
                  </a:lnTo>
                  <a:cubicBezTo>
                    <a:pt x="2749391" y="1217771"/>
                    <a:pt x="2612231" y="1080611"/>
                    <a:pt x="2610326" y="912019"/>
                  </a:cubicBezTo>
                  <a:lnTo>
                    <a:pt x="2610326" y="7144"/>
                  </a:lnTo>
                  <a:lnTo>
                    <a:pt x="363379" y="7144"/>
                  </a:lnTo>
                  <a:cubicBezTo>
                    <a:pt x="166211" y="7144"/>
                    <a:pt x="7144" y="166211"/>
                    <a:pt x="7144" y="362426"/>
                  </a:cubicBezTo>
                  <a:lnTo>
                    <a:pt x="7144" y="4486751"/>
                  </a:lnTo>
                  <a:cubicBezTo>
                    <a:pt x="7144" y="4683919"/>
                    <a:pt x="166211" y="4843939"/>
                    <a:pt x="363379" y="4844891"/>
                  </a:cubicBezTo>
                  <a:close/>
                  <a:moveTo>
                    <a:pt x="2515076" y="1718786"/>
                  </a:moveTo>
                  <a:cubicBezTo>
                    <a:pt x="2515076" y="1673066"/>
                    <a:pt x="2552224" y="1635919"/>
                    <a:pt x="2597944" y="1635919"/>
                  </a:cubicBezTo>
                  <a:lnTo>
                    <a:pt x="3179921" y="1635919"/>
                  </a:lnTo>
                  <a:cubicBezTo>
                    <a:pt x="3225641" y="1635919"/>
                    <a:pt x="3262789" y="1673066"/>
                    <a:pt x="3262789" y="1718786"/>
                  </a:cubicBezTo>
                  <a:lnTo>
                    <a:pt x="3262789" y="2717006"/>
                  </a:lnTo>
                  <a:cubicBezTo>
                    <a:pt x="3262789" y="2762726"/>
                    <a:pt x="3225641" y="2799874"/>
                    <a:pt x="3179921" y="2799874"/>
                  </a:cubicBezTo>
                  <a:lnTo>
                    <a:pt x="2597944" y="2799874"/>
                  </a:lnTo>
                  <a:cubicBezTo>
                    <a:pt x="2552224" y="2799874"/>
                    <a:pt x="2515076" y="2762726"/>
                    <a:pt x="2515076" y="2717006"/>
                  </a:cubicBezTo>
                  <a:lnTo>
                    <a:pt x="2515076" y="1718786"/>
                  </a:lnTo>
                  <a:close/>
                  <a:moveTo>
                    <a:pt x="1528286" y="1172051"/>
                  </a:moveTo>
                  <a:cubicBezTo>
                    <a:pt x="1528286" y="1126331"/>
                    <a:pt x="1565434" y="1089184"/>
                    <a:pt x="1611154" y="1089184"/>
                  </a:cubicBezTo>
                  <a:lnTo>
                    <a:pt x="2193131" y="1089184"/>
                  </a:lnTo>
                  <a:cubicBezTo>
                    <a:pt x="2238851" y="1089184"/>
                    <a:pt x="2275999" y="1126331"/>
                    <a:pt x="2275999" y="1172051"/>
                  </a:cubicBezTo>
                  <a:lnTo>
                    <a:pt x="2275999" y="2717006"/>
                  </a:lnTo>
                  <a:cubicBezTo>
                    <a:pt x="2275999" y="2762726"/>
                    <a:pt x="2238851" y="2799874"/>
                    <a:pt x="2193131" y="2799874"/>
                  </a:cubicBezTo>
                  <a:lnTo>
                    <a:pt x="1611154" y="2799874"/>
                  </a:lnTo>
                  <a:cubicBezTo>
                    <a:pt x="1565434" y="2799874"/>
                    <a:pt x="1528286" y="2762726"/>
                    <a:pt x="1528286" y="2717006"/>
                  </a:cubicBezTo>
                  <a:lnTo>
                    <a:pt x="1528286" y="1172051"/>
                  </a:lnTo>
                  <a:close/>
                  <a:moveTo>
                    <a:pt x="530066" y="2051209"/>
                  </a:moveTo>
                  <a:cubicBezTo>
                    <a:pt x="530066" y="2005489"/>
                    <a:pt x="567214" y="1968341"/>
                    <a:pt x="612934" y="1968341"/>
                  </a:cubicBezTo>
                  <a:lnTo>
                    <a:pt x="1194911" y="1968341"/>
                  </a:lnTo>
                  <a:cubicBezTo>
                    <a:pt x="1240631" y="1968341"/>
                    <a:pt x="1277779" y="2005489"/>
                    <a:pt x="1277779" y="2051209"/>
                  </a:cubicBezTo>
                  <a:lnTo>
                    <a:pt x="1277779" y="2717006"/>
                  </a:lnTo>
                  <a:cubicBezTo>
                    <a:pt x="1277779" y="2762726"/>
                    <a:pt x="1240631" y="2799874"/>
                    <a:pt x="1194911" y="2799874"/>
                  </a:cubicBezTo>
                  <a:lnTo>
                    <a:pt x="612934" y="2799874"/>
                  </a:lnTo>
                  <a:cubicBezTo>
                    <a:pt x="567214" y="2799874"/>
                    <a:pt x="530066" y="2762726"/>
                    <a:pt x="530066" y="2717006"/>
                  </a:cubicBezTo>
                  <a:lnTo>
                    <a:pt x="530066" y="2051209"/>
                  </a:lnTo>
                  <a:close/>
                  <a:moveTo>
                    <a:pt x="599599" y="3441859"/>
                  </a:moveTo>
                  <a:lnTo>
                    <a:pt x="2112169" y="3441859"/>
                  </a:lnTo>
                  <a:cubicBezTo>
                    <a:pt x="2157889" y="3441859"/>
                    <a:pt x="2195036" y="3479006"/>
                    <a:pt x="2195036" y="3524726"/>
                  </a:cubicBezTo>
                  <a:cubicBezTo>
                    <a:pt x="2195036" y="3570446"/>
                    <a:pt x="2157889" y="3607594"/>
                    <a:pt x="2112169" y="3607594"/>
                  </a:cubicBezTo>
                  <a:lnTo>
                    <a:pt x="599599" y="3607594"/>
                  </a:lnTo>
                  <a:cubicBezTo>
                    <a:pt x="553879" y="3607594"/>
                    <a:pt x="516731" y="3570446"/>
                    <a:pt x="516731" y="3524726"/>
                  </a:cubicBezTo>
                  <a:cubicBezTo>
                    <a:pt x="516731" y="3479959"/>
                    <a:pt x="553879" y="3441859"/>
                    <a:pt x="599599" y="34418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B113F11B-4E84-42E2-802B-D877439851A1}"/>
                </a:ext>
              </a:extLst>
            </p:cNvPr>
            <p:cNvSpPr/>
            <p:nvPr/>
          </p:nvSpPr>
          <p:spPr>
            <a:xfrm>
              <a:off x="5457349" y="2074069"/>
              <a:ext cx="409575" cy="1390650"/>
            </a:xfrm>
            <a:custGeom>
              <a:avLst/>
              <a:gdLst>
                <a:gd name="connsiteX0" fmla="*/ 7144 w 409575"/>
                <a:gd name="connsiteY0" fmla="*/ 7144 h 1390650"/>
                <a:gd name="connsiteX1" fmla="*/ 411004 w 409575"/>
                <a:gd name="connsiteY1" fmla="*/ 7144 h 1390650"/>
                <a:gd name="connsiteX2" fmla="*/ 411004 w 409575"/>
                <a:gd name="connsiteY2" fmla="*/ 1386364 h 1390650"/>
                <a:gd name="connsiteX3" fmla="*/ 7144 w 409575"/>
                <a:gd name="connsiteY3" fmla="*/ 1386364 h 1390650"/>
                <a:gd name="connsiteX4" fmla="*/ 7144 w 409575"/>
                <a:gd name="connsiteY4" fmla="*/ 7144 h 13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575" h="1390650">
                  <a:moveTo>
                    <a:pt x="7144" y="7144"/>
                  </a:moveTo>
                  <a:lnTo>
                    <a:pt x="411004" y="7144"/>
                  </a:lnTo>
                  <a:lnTo>
                    <a:pt x="411004" y="1386364"/>
                  </a:lnTo>
                  <a:lnTo>
                    <a:pt x="7144" y="138636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C3988A85-F5E7-42D4-ACF3-4C6B329BA585}"/>
                </a:ext>
              </a:extLst>
            </p:cNvPr>
            <p:cNvSpPr/>
            <p:nvPr/>
          </p:nvSpPr>
          <p:spPr>
            <a:xfrm>
              <a:off x="6444139" y="2620804"/>
              <a:ext cx="428625" cy="838200"/>
            </a:xfrm>
            <a:custGeom>
              <a:avLst/>
              <a:gdLst>
                <a:gd name="connsiteX0" fmla="*/ 7144 w 428625"/>
                <a:gd name="connsiteY0" fmla="*/ 7144 h 838200"/>
                <a:gd name="connsiteX1" fmla="*/ 423386 w 428625"/>
                <a:gd name="connsiteY1" fmla="*/ 7144 h 838200"/>
                <a:gd name="connsiteX2" fmla="*/ 423386 w 428625"/>
                <a:gd name="connsiteY2" fmla="*/ 839629 h 838200"/>
                <a:gd name="connsiteX3" fmla="*/ 7144 w 428625"/>
                <a:gd name="connsiteY3" fmla="*/ 839629 h 838200"/>
                <a:gd name="connsiteX4" fmla="*/ 7144 w 428625"/>
                <a:gd name="connsiteY4" fmla="*/ 7144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25" h="838200">
                  <a:moveTo>
                    <a:pt x="7144" y="7144"/>
                  </a:moveTo>
                  <a:lnTo>
                    <a:pt x="423386" y="7144"/>
                  </a:lnTo>
                  <a:lnTo>
                    <a:pt x="423386" y="839629"/>
                  </a:lnTo>
                  <a:lnTo>
                    <a:pt x="7144" y="83962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BFE5984-D732-4892-BCF6-4018829E3ED2}"/>
                </a:ext>
              </a:extLst>
            </p:cNvPr>
            <p:cNvSpPr/>
            <p:nvPr/>
          </p:nvSpPr>
          <p:spPr>
            <a:xfrm>
              <a:off x="6540342" y="948214"/>
              <a:ext cx="904875" cy="933450"/>
            </a:xfrm>
            <a:custGeom>
              <a:avLst/>
              <a:gdLst>
                <a:gd name="connsiteX0" fmla="*/ 147161 w 904875"/>
                <a:gd name="connsiteY0" fmla="*/ 931069 h 933450"/>
                <a:gd name="connsiteX1" fmla="*/ 903446 w 904875"/>
                <a:gd name="connsiteY1" fmla="*/ 931069 h 933450"/>
                <a:gd name="connsiteX2" fmla="*/ 7144 w 904875"/>
                <a:gd name="connsiteY2" fmla="*/ 7144 h 933450"/>
                <a:gd name="connsiteX3" fmla="*/ 7144 w 904875"/>
                <a:gd name="connsiteY3" fmla="*/ 790099 h 933450"/>
                <a:gd name="connsiteX4" fmla="*/ 147161 w 904875"/>
                <a:gd name="connsiteY4" fmla="*/ 931069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875" h="933450">
                  <a:moveTo>
                    <a:pt x="147161" y="931069"/>
                  </a:moveTo>
                  <a:lnTo>
                    <a:pt x="903446" y="931069"/>
                  </a:lnTo>
                  <a:lnTo>
                    <a:pt x="7144" y="7144"/>
                  </a:lnTo>
                  <a:lnTo>
                    <a:pt x="7144" y="790099"/>
                  </a:lnTo>
                  <a:cubicBezTo>
                    <a:pt x="7144" y="867251"/>
                    <a:pt x="70009" y="929164"/>
                    <a:pt x="147161" y="9310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0BCA37D7-6FA9-421F-8D70-852C4F1A8F80}"/>
                </a:ext>
              </a:extLst>
            </p:cNvPr>
            <p:cNvSpPr/>
            <p:nvPr/>
          </p:nvSpPr>
          <p:spPr>
            <a:xfrm>
              <a:off x="6705124" y="4600099"/>
              <a:ext cx="676275" cy="1200150"/>
            </a:xfrm>
            <a:custGeom>
              <a:avLst/>
              <a:gdLst>
                <a:gd name="connsiteX0" fmla="*/ 7144 w 676275"/>
                <a:gd name="connsiteY0" fmla="*/ 985361 h 1200150"/>
                <a:gd name="connsiteX1" fmla="*/ 672941 w 676275"/>
                <a:gd name="connsiteY1" fmla="*/ 1201578 h 1200150"/>
                <a:gd name="connsiteX2" fmla="*/ 672941 w 676275"/>
                <a:gd name="connsiteY2" fmla="*/ 223361 h 1200150"/>
                <a:gd name="connsiteX3" fmla="*/ 7144 w 676275"/>
                <a:gd name="connsiteY3" fmla="*/ 7144 h 1200150"/>
                <a:gd name="connsiteX4" fmla="*/ 7144 w 676275"/>
                <a:gd name="connsiteY4" fmla="*/ 985361 h 120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275" h="1200150">
                  <a:moveTo>
                    <a:pt x="7144" y="985361"/>
                  </a:moveTo>
                  <a:lnTo>
                    <a:pt x="672941" y="1201578"/>
                  </a:lnTo>
                  <a:lnTo>
                    <a:pt x="672941" y="223361"/>
                  </a:lnTo>
                  <a:lnTo>
                    <a:pt x="7144" y="7144"/>
                  </a:lnTo>
                  <a:lnTo>
                    <a:pt x="7144" y="98536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D8FE6872-6D79-4DDC-B666-2357F61FA427}"/>
                </a:ext>
              </a:extLst>
            </p:cNvPr>
            <p:cNvSpPr/>
            <p:nvPr/>
          </p:nvSpPr>
          <p:spPr>
            <a:xfrm>
              <a:off x="7537609" y="4600099"/>
              <a:ext cx="695325" cy="1209675"/>
            </a:xfrm>
            <a:custGeom>
              <a:avLst/>
              <a:gdLst>
                <a:gd name="connsiteX0" fmla="*/ 7144 w 695325"/>
                <a:gd name="connsiteY0" fmla="*/ 1206341 h 1209675"/>
                <a:gd name="connsiteX1" fmla="*/ 696754 w 695325"/>
                <a:gd name="connsiteY1" fmla="*/ 985361 h 1209675"/>
                <a:gd name="connsiteX2" fmla="*/ 696754 w 695325"/>
                <a:gd name="connsiteY2" fmla="*/ 7144 h 1209675"/>
                <a:gd name="connsiteX3" fmla="*/ 7144 w 695325"/>
                <a:gd name="connsiteY3" fmla="*/ 228124 h 1209675"/>
                <a:gd name="connsiteX4" fmla="*/ 7144 w 695325"/>
                <a:gd name="connsiteY4" fmla="*/ 1206341 h 1209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325" h="1209675">
                  <a:moveTo>
                    <a:pt x="7144" y="1206341"/>
                  </a:moveTo>
                  <a:lnTo>
                    <a:pt x="696754" y="985361"/>
                  </a:lnTo>
                  <a:lnTo>
                    <a:pt x="696754" y="7144"/>
                  </a:lnTo>
                  <a:lnTo>
                    <a:pt x="7144" y="228124"/>
                  </a:lnTo>
                  <a:lnTo>
                    <a:pt x="7144" y="12063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71368C8-A56A-447B-B77C-DE104063399E}"/>
                </a:ext>
              </a:extLst>
            </p:cNvPr>
            <p:cNvSpPr/>
            <p:nvPr/>
          </p:nvSpPr>
          <p:spPr>
            <a:xfrm>
              <a:off x="6888004" y="4301014"/>
              <a:ext cx="1152525" cy="381000"/>
            </a:xfrm>
            <a:custGeom>
              <a:avLst/>
              <a:gdLst>
                <a:gd name="connsiteX0" fmla="*/ 580549 w 1152525"/>
                <a:gd name="connsiteY0" fmla="*/ 7144 h 381000"/>
                <a:gd name="connsiteX1" fmla="*/ 7144 w 1152525"/>
                <a:gd name="connsiteY1" fmla="*/ 191929 h 381000"/>
                <a:gd name="connsiteX2" fmla="*/ 580549 w 1152525"/>
                <a:gd name="connsiteY2" fmla="*/ 376714 h 381000"/>
                <a:gd name="connsiteX3" fmla="*/ 1153954 w 1152525"/>
                <a:gd name="connsiteY3" fmla="*/ 191929 h 381000"/>
                <a:gd name="connsiteX4" fmla="*/ 580549 w 1152525"/>
                <a:gd name="connsiteY4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2525" h="381000">
                  <a:moveTo>
                    <a:pt x="580549" y="7144"/>
                  </a:moveTo>
                  <a:lnTo>
                    <a:pt x="7144" y="191929"/>
                  </a:lnTo>
                  <a:lnTo>
                    <a:pt x="580549" y="376714"/>
                  </a:lnTo>
                  <a:lnTo>
                    <a:pt x="1153954" y="191929"/>
                  </a:lnTo>
                  <a:lnTo>
                    <a:pt x="58054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793AF29A-FBF5-4B13-801A-7CEDC58529DB}"/>
                </a:ext>
              </a:extLst>
            </p:cNvPr>
            <p:cNvSpPr/>
            <p:nvPr/>
          </p:nvSpPr>
          <p:spPr>
            <a:xfrm>
              <a:off x="6233637" y="3836194"/>
              <a:ext cx="2486025" cy="2495550"/>
            </a:xfrm>
            <a:custGeom>
              <a:avLst/>
              <a:gdLst>
                <a:gd name="connsiteX0" fmla="*/ 2487454 w 2486025"/>
                <a:gd name="connsiteY0" fmla="*/ 1248251 h 2495550"/>
                <a:gd name="connsiteX1" fmla="*/ 1247299 w 2486025"/>
                <a:gd name="connsiteY1" fmla="*/ 7144 h 2495550"/>
                <a:gd name="connsiteX2" fmla="*/ 7144 w 2486025"/>
                <a:gd name="connsiteY2" fmla="*/ 1248251 h 2495550"/>
                <a:gd name="connsiteX3" fmla="*/ 1247299 w 2486025"/>
                <a:gd name="connsiteY3" fmla="*/ 2488406 h 2495550"/>
                <a:gd name="connsiteX4" fmla="*/ 2487454 w 2486025"/>
                <a:gd name="connsiteY4" fmla="*/ 1248251 h 2495550"/>
                <a:gd name="connsiteX5" fmla="*/ 1260634 w 2486025"/>
                <a:gd name="connsiteY5" fmla="*/ 2161699 h 2495550"/>
                <a:gd name="connsiteX6" fmla="*/ 1235869 w 2486025"/>
                <a:gd name="connsiteY6" fmla="*/ 2165509 h 2495550"/>
                <a:gd name="connsiteX7" fmla="*/ 1211104 w 2486025"/>
                <a:gd name="connsiteY7" fmla="*/ 2161699 h 2495550"/>
                <a:gd name="connsiteX8" fmla="*/ 367189 w 2486025"/>
                <a:gd name="connsiteY8" fmla="*/ 1889284 h 2495550"/>
                <a:gd name="connsiteX9" fmla="*/ 311944 w 2486025"/>
                <a:gd name="connsiteY9" fmla="*/ 1810226 h 2495550"/>
                <a:gd name="connsiteX10" fmla="*/ 311944 w 2486025"/>
                <a:gd name="connsiteY10" fmla="*/ 656749 h 2495550"/>
                <a:gd name="connsiteX11" fmla="*/ 367189 w 2486025"/>
                <a:gd name="connsiteY11" fmla="*/ 577691 h 2495550"/>
                <a:gd name="connsiteX12" fmla="*/ 1209199 w 2486025"/>
                <a:gd name="connsiteY12" fmla="*/ 305276 h 2495550"/>
                <a:gd name="connsiteX13" fmla="*/ 1260634 w 2486025"/>
                <a:gd name="connsiteY13" fmla="*/ 305276 h 2495550"/>
                <a:gd name="connsiteX14" fmla="*/ 2106454 w 2486025"/>
                <a:gd name="connsiteY14" fmla="*/ 577691 h 2495550"/>
                <a:gd name="connsiteX15" fmla="*/ 2165509 w 2486025"/>
                <a:gd name="connsiteY15" fmla="*/ 656749 h 2495550"/>
                <a:gd name="connsiteX16" fmla="*/ 2165509 w 2486025"/>
                <a:gd name="connsiteY16" fmla="*/ 1810226 h 2495550"/>
                <a:gd name="connsiteX17" fmla="*/ 2106454 w 2486025"/>
                <a:gd name="connsiteY17" fmla="*/ 1889284 h 2495550"/>
                <a:gd name="connsiteX18" fmla="*/ 1260634 w 2486025"/>
                <a:gd name="connsiteY18" fmla="*/ 2161699 h 249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86025" h="2495550">
                  <a:moveTo>
                    <a:pt x="2487454" y="1248251"/>
                  </a:moveTo>
                  <a:cubicBezTo>
                    <a:pt x="2487454" y="563404"/>
                    <a:pt x="1932146" y="7144"/>
                    <a:pt x="1247299" y="7144"/>
                  </a:cubicBezTo>
                  <a:cubicBezTo>
                    <a:pt x="562451" y="7144"/>
                    <a:pt x="7144" y="562451"/>
                    <a:pt x="7144" y="1248251"/>
                  </a:cubicBezTo>
                  <a:cubicBezTo>
                    <a:pt x="7144" y="1933099"/>
                    <a:pt x="562451" y="2488406"/>
                    <a:pt x="1247299" y="2488406"/>
                  </a:cubicBezTo>
                  <a:cubicBezTo>
                    <a:pt x="1932146" y="2488406"/>
                    <a:pt x="2486501" y="1933099"/>
                    <a:pt x="2487454" y="1248251"/>
                  </a:cubicBezTo>
                  <a:close/>
                  <a:moveTo>
                    <a:pt x="1260634" y="2161699"/>
                  </a:moveTo>
                  <a:cubicBezTo>
                    <a:pt x="1252061" y="2164556"/>
                    <a:pt x="1244441" y="2165509"/>
                    <a:pt x="1235869" y="2165509"/>
                  </a:cubicBezTo>
                  <a:cubicBezTo>
                    <a:pt x="1227296" y="2165509"/>
                    <a:pt x="1218724" y="2164556"/>
                    <a:pt x="1211104" y="2161699"/>
                  </a:cubicBezTo>
                  <a:lnTo>
                    <a:pt x="367189" y="1889284"/>
                  </a:lnTo>
                  <a:cubicBezTo>
                    <a:pt x="333851" y="1877854"/>
                    <a:pt x="310991" y="1845469"/>
                    <a:pt x="311944" y="1810226"/>
                  </a:cubicBezTo>
                  <a:lnTo>
                    <a:pt x="311944" y="656749"/>
                  </a:lnTo>
                  <a:cubicBezTo>
                    <a:pt x="310991" y="621506"/>
                    <a:pt x="332899" y="589121"/>
                    <a:pt x="367189" y="577691"/>
                  </a:cubicBezTo>
                  <a:lnTo>
                    <a:pt x="1209199" y="305276"/>
                  </a:lnTo>
                  <a:cubicBezTo>
                    <a:pt x="1226344" y="299561"/>
                    <a:pt x="1244441" y="299561"/>
                    <a:pt x="1260634" y="305276"/>
                  </a:cubicBezTo>
                  <a:lnTo>
                    <a:pt x="2106454" y="577691"/>
                  </a:lnTo>
                  <a:cubicBezTo>
                    <a:pt x="2141696" y="588169"/>
                    <a:pt x="2165509" y="620554"/>
                    <a:pt x="2165509" y="656749"/>
                  </a:cubicBezTo>
                  <a:lnTo>
                    <a:pt x="2165509" y="1810226"/>
                  </a:lnTo>
                  <a:cubicBezTo>
                    <a:pt x="2164556" y="1846421"/>
                    <a:pt x="2140744" y="1878806"/>
                    <a:pt x="2106454" y="1889284"/>
                  </a:cubicBezTo>
                  <a:lnTo>
                    <a:pt x="1260634" y="216169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1" name="Graphic 19">
            <a:extLst>
              <a:ext uri="{FF2B5EF4-FFF2-40B4-BE49-F238E27FC236}">
                <a16:creationId xmlns:a16="http://schemas.microsoft.com/office/drawing/2014/main" id="{EC39F15A-56AE-46D1-AC31-8759891250A0}"/>
              </a:ext>
            </a:extLst>
          </p:cNvPr>
          <p:cNvGrpSpPr>
            <a:grpSpLocks noChangeAspect="1"/>
          </p:cNvGrpSpPr>
          <p:nvPr/>
        </p:nvGrpSpPr>
        <p:grpSpPr>
          <a:xfrm>
            <a:off x="4266946" y="4113443"/>
            <a:ext cx="502920" cy="502920"/>
            <a:chOff x="3810000" y="1143000"/>
            <a:chExt cx="487680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6973CB3-C15D-429B-9A24-6F3931DFAD4C}"/>
                </a:ext>
              </a:extLst>
            </p:cNvPr>
            <p:cNvSpPr/>
            <p:nvPr/>
          </p:nvSpPr>
          <p:spPr>
            <a:xfrm>
              <a:off x="7465219" y="2592229"/>
              <a:ext cx="333375" cy="333375"/>
            </a:xfrm>
            <a:custGeom>
              <a:avLst/>
              <a:gdLst>
                <a:gd name="connsiteX0" fmla="*/ 332899 w 333375"/>
                <a:gd name="connsiteY0" fmla="*/ 170021 h 333375"/>
                <a:gd name="connsiteX1" fmla="*/ 170021 w 333375"/>
                <a:gd name="connsiteY1" fmla="*/ 332899 h 333375"/>
                <a:gd name="connsiteX2" fmla="*/ 7144 w 333375"/>
                <a:gd name="connsiteY2" fmla="*/ 170021 h 333375"/>
                <a:gd name="connsiteX3" fmla="*/ 170021 w 333375"/>
                <a:gd name="connsiteY3" fmla="*/ 7144 h 333375"/>
                <a:gd name="connsiteX4" fmla="*/ 332899 w 333375"/>
                <a:gd name="connsiteY4" fmla="*/ 170021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375" h="333375">
                  <a:moveTo>
                    <a:pt x="332899" y="170021"/>
                  </a:moveTo>
                  <a:cubicBezTo>
                    <a:pt x="332899" y="259556"/>
                    <a:pt x="260509" y="332899"/>
                    <a:pt x="170021" y="332899"/>
                  </a:cubicBezTo>
                  <a:cubicBezTo>
                    <a:pt x="80486" y="332899"/>
                    <a:pt x="7144" y="260509"/>
                    <a:pt x="7144" y="170021"/>
                  </a:cubicBezTo>
                  <a:cubicBezTo>
                    <a:pt x="7144" y="79534"/>
                    <a:pt x="79534" y="7144"/>
                    <a:pt x="170021" y="7144"/>
                  </a:cubicBezTo>
                  <a:cubicBezTo>
                    <a:pt x="260509" y="8096"/>
                    <a:pt x="332899" y="80486"/>
                    <a:pt x="332899" y="1700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B64FBC6F-724B-425B-A1D1-2EB06B691F6F}"/>
                </a:ext>
              </a:extLst>
            </p:cNvPr>
            <p:cNvSpPr/>
            <p:nvPr/>
          </p:nvSpPr>
          <p:spPr>
            <a:xfrm>
              <a:off x="5346859" y="2923699"/>
              <a:ext cx="333375" cy="333375"/>
            </a:xfrm>
            <a:custGeom>
              <a:avLst/>
              <a:gdLst>
                <a:gd name="connsiteX0" fmla="*/ 332899 w 333375"/>
                <a:gd name="connsiteY0" fmla="*/ 170021 h 333375"/>
                <a:gd name="connsiteX1" fmla="*/ 170021 w 333375"/>
                <a:gd name="connsiteY1" fmla="*/ 332899 h 333375"/>
                <a:gd name="connsiteX2" fmla="*/ 7144 w 333375"/>
                <a:gd name="connsiteY2" fmla="*/ 170021 h 333375"/>
                <a:gd name="connsiteX3" fmla="*/ 170021 w 333375"/>
                <a:gd name="connsiteY3" fmla="*/ 7144 h 333375"/>
                <a:gd name="connsiteX4" fmla="*/ 332899 w 333375"/>
                <a:gd name="connsiteY4" fmla="*/ 170021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375" h="333375">
                  <a:moveTo>
                    <a:pt x="332899" y="170021"/>
                  </a:moveTo>
                  <a:cubicBezTo>
                    <a:pt x="332899" y="259556"/>
                    <a:pt x="260509" y="332899"/>
                    <a:pt x="170021" y="332899"/>
                  </a:cubicBezTo>
                  <a:cubicBezTo>
                    <a:pt x="79534" y="332899"/>
                    <a:pt x="7144" y="260509"/>
                    <a:pt x="7144" y="170021"/>
                  </a:cubicBezTo>
                  <a:cubicBezTo>
                    <a:pt x="7144" y="79534"/>
                    <a:pt x="79534" y="7144"/>
                    <a:pt x="170021" y="7144"/>
                  </a:cubicBezTo>
                  <a:cubicBezTo>
                    <a:pt x="260509" y="7144"/>
                    <a:pt x="332899" y="80486"/>
                    <a:pt x="332899" y="1700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5FC63FE-3005-4A07-AE9A-79AF31E80B77}"/>
                </a:ext>
              </a:extLst>
            </p:cNvPr>
            <p:cNvSpPr/>
            <p:nvPr/>
          </p:nvSpPr>
          <p:spPr>
            <a:xfrm>
              <a:off x="6322219" y="3736181"/>
              <a:ext cx="333375" cy="333375"/>
            </a:xfrm>
            <a:custGeom>
              <a:avLst/>
              <a:gdLst>
                <a:gd name="connsiteX0" fmla="*/ 332899 w 333375"/>
                <a:gd name="connsiteY0" fmla="*/ 170021 h 333375"/>
                <a:gd name="connsiteX1" fmla="*/ 170021 w 333375"/>
                <a:gd name="connsiteY1" fmla="*/ 332899 h 333375"/>
                <a:gd name="connsiteX2" fmla="*/ 7144 w 333375"/>
                <a:gd name="connsiteY2" fmla="*/ 170021 h 333375"/>
                <a:gd name="connsiteX3" fmla="*/ 170021 w 333375"/>
                <a:gd name="connsiteY3" fmla="*/ 7144 h 333375"/>
                <a:gd name="connsiteX4" fmla="*/ 332899 w 333375"/>
                <a:gd name="connsiteY4" fmla="*/ 170021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375" h="333375">
                  <a:moveTo>
                    <a:pt x="332899" y="170021"/>
                  </a:moveTo>
                  <a:cubicBezTo>
                    <a:pt x="332899" y="259556"/>
                    <a:pt x="260509" y="332899"/>
                    <a:pt x="170021" y="332899"/>
                  </a:cubicBezTo>
                  <a:cubicBezTo>
                    <a:pt x="79534" y="332899"/>
                    <a:pt x="7144" y="260509"/>
                    <a:pt x="7144" y="170021"/>
                  </a:cubicBezTo>
                  <a:cubicBezTo>
                    <a:pt x="7144" y="80486"/>
                    <a:pt x="79534" y="7144"/>
                    <a:pt x="170021" y="7144"/>
                  </a:cubicBezTo>
                  <a:cubicBezTo>
                    <a:pt x="260509" y="7144"/>
                    <a:pt x="332899" y="80486"/>
                    <a:pt x="332899" y="1700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C7B87E34-3262-4CA8-9AFA-1319FD37573C}"/>
                </a:ext>
              </a:extLst>
            </p:cNvPr>
            <p:cNvSpPr/>
            <p:nvPr/>
          </p:nvSpPr>
          <p:spPr>
            <a:xfrm>
              <a:off x="3802856" y="1135856"/>
              <a:ext cx="4886325" cy="4886325"/>
            </a:xfrm>
            <a:custGeom>
              <a:avLst/>
              <a:gdLst>
                <a:gd name="connsiteX0" fmla="*/ 4802029 w 4886325"/>
                <a:gd name="connsiteY0" fmla="*/ 657701 h 4886325"/>
                <a:gd name="connsiteX1" fmla="*/ 3907631 w 4886325"/>
                <a:gd name="connsiteY1" fmla="*/ 657701 h 4886325"/>
                <a:gd name="connsiteX2" fmla="*/ 3907631 w 4886325"/>
                <a:gd name="connsiteY2" fmla="*/ 413861 h 4886325"/>
                <a:gd name="connsiteX3" fmla="*/ 3826669 w 4886325"/>
                <a:gd name="connsiteY3" fmla="*/ 332899 h 4886325"/>
                <a:gd name="connsiteX4" fmla="*/ 2843689 w 4886325"/>
                <a:gd name="connsiteY4" fmla="*/ 332899 h 4886325"/>
                <a:gd name="connsiteX5" fmla="*/ 2445544 w 4886325"/>
                <a:gd name="connsiteY5" fmla="*/ 7144 h 4886325"/>
                <a:gd name="connsiteX6" fmla="*/ 2047399 w 4886325"/>
                <a:gd name="connsiteY6" fmla="*/ 331946 h 4886325"/>
                <a:gd name="connsiteX7" fmla="*/ 1063466 w 4886325"/>
                <a:gd name="connsiteY7" fmla="*/ 331946 h 4886325"/>
                <a:gd name="connsiteX8" fmla="*/ 982504 w 4886325"/>
                <a:gd name="connsiteY8" fmla="*/ 412909 h 4886325"/>
                <a:gd name="connsiteX9" fmla="*/ 982504 w 4886325"/>
                <a:gd name="connsiteY9" fmla="*/ 656749 h 4886325"/>
                <a:gd name="connsiteX10" fmla="*/ 88106 w 4886325"/>
                <a:gd name="connsiteY10" fmla="*/ 656749 h 4886325"/>
                <a:gd name="connsiteX11" fmla="*/ 7144 w 4886325"/>
                <a:gd name="connsiteY11" fmla="*/ 737711 h 4886325"/>
                <a:gd name="connsiteX12" fmla="*/ 7144 w 4886325"/>
                <a:gd name="connsiteY12" fmla="*/ 3744754 h 4886325"/>
                <a:gd name="connsiteX13" fmla="*/ 88106 w 4886325"/>
                <a:gd name="connsiteY13" fmla="*/ 3825716 h 4886325"/>
                <a:gd name="connsiteX14" fmla="*/ 169069 w 4886325"/>
                <a:gd name="connsiteY14" fmla="*/ 3825716 h 4886325"/>
                <a:gd name="connsiteX15" fmla="*/ 169069 w 4886325"/>
                <a:gd name="connsiteY15" fmla="*/ 4069556 h 4886325"/>
                <a:gd name="connsiteX16" fmla="*/ 250031 w 4886325"/>
                <a:gd name="connsiteY16" fmla="*/ 4150519 h 4886325"/>
                <a:gd name="connsiteX17" fmla="*/ 1239679 w 4886325"/>
                <a:gd name="connsiteY17" fmla="*/ 4150519 h 4886325"/>
                <a:gd name="connsiteX18" fmla="*/ 1023461 w 4886325"/>
                <a:gd name="connsiteY18" fmla="*/ 4551522 h 4886325"/>
                <a:gd name="connsiteX19" fmla="*/ 1028224 w 4886325"/>
                <a:gd name="connsiteY19" fmla="*/ 4773454 h 4886325"/>
                <a:gd name="connsiteX20" fmla="*/ 1220629 w 4886325"/>
                <a:gd name="connsiteY20" fmla="*/ 4882991 h 4886325"/>
                <a:gd name="connsiteX21" fmla="*/ 1417796 w 4886325"/>
                <a:gd name="connsiteY21" fmla="*/ 4764881 h 4886325"/>
                <a:gd name="connsiteX22" fmla="*/ 1748314 w 4886325"/>
                <a:gd name="connsiteY22" fmla="*/ 4151471 h 4886325"/>
                <a:gd name="connsiteX23" fmla="*/ 2199799 w 4886325"/>
                <a:gd name="connsiteY23" fmla="*/ 4151471 h 4886325"/>
                <a:gd name="connsiteX24" fmla="*/ 2199799 w 4886325"/>
                <a:gd name="connsiteY24" fmla="*/ 4658201 h 4886325"/>
                <a:gd name="connsiteX25" fmla="*/ 2424589 w 4886325"/>
                <a:gd name="connsiteY25" fmla="*/ 4882991 h 4886325"/>
                <a:gd name="connsiteX26" fmla="*/ 2463641 w 4886325"/>
                <a:gd name="connsiteY26" fmla="*/ 4882991 h 4886325"/>
                <a:gd name="connsiteX27" fmla="*/ 2688431 w 4886325"/>
                <a:gd name="connsiteY27" fmla="*/ 4658201 h 4886325"/>
                <a:gd name="connsiteX28" fmla="*/ 2688431 w 4886325"/>
                <a:gd name="connsiteY28" fmla="*/ 4151471 h 4886325"/>
                <a:gd name="connsiteX29" fmla="*/ 3140869 w 4886325"/>
                <a:gd name="connsiteY29" fmla="*/ 4151471 h 4886325"/>
                <a:gd name="connsiteX30" fmla="*/ 3471386 w 4886325"/>
                <a:gd name="connsiteY30" fmla="*/ 4764881 h 4886325"/>
                <a:gd name="connsiteX31" fmla="*/ 3669506 w 4886325"/>
                <a:gd name="connsiteY31" fmla="*/ 4882991 h 4886325"/>
                <a:gd name="connsiteX32" fmla="*/ 3861911 w 4886325"/>
                <a:gd name="connsiteY32" fmla="*/ 4773454 h 4886325"/>
                <a:gd name="connsiteX33" fmla="*/ 3866674 w 4886325"/>
                <a:gd name="connsiteY33" fmla="*/ 4551522 h 4886325"/>
                <a:gd name="connsiteX34" fmla="*/ 3650456 w 4886325"/>
                <a:gd name="connsiteY34" fmla="*/ 4150519 h 4886325"/>
                <a:gd name="connsiteX35" fmla="*/ 4640104 w 4886325"/>
                <a:gd name="connsiteY35" fmla="*/ 4150519 h 4886325"/>
                <a:gd name="connsiteX36" fmla="*/ 4721066 w 4886325"/>
                <a:gd name="connsiteY36" fmla="*/ 4069556 h 4886325"/>
                <a:gd name="connsiteX37" fmla="*/ 4721066 w 4886325"/>
                <a:gd name="connsiteY37" fmla="*/ 3825716 h 4886325"/>
                <a:gd name="connsiteX38" fmla="*/ 4802029 w 4886325"/>
                <a:gd name="connsiteY38" fmla="*/ 3825716 h 4886325"/>
                <a:gd name="connsiteX39" fmla="*/ 4882991 w 4886325"/>
                <a:gd name="connsiteY39" fmla="*/ 3744754 h 4886325"/>
                <a:gd name="connsiteX40" fmla="*/ 4882991 w 4886325"/>
                <a:gd name="connsiteY40" fmla="*/ 738664 h 4886325"/>
                <a:gd name="connsiteX41" fmla="*/ 4802029 w 4886325"/>
                <a:gd name="connsiteY41" fmla="*/ 657701 h 4886325"/>
                <a:gd name="connsiteX42" fmla="*/ 3420904 w 4886325"/>
                <a:gd name="connsiteY42" fmla="*/ 3258026 h 4886325"/>
                <a:gd name="connsiteX43" fmla="*/ 3501866 w 4886325"/>
                <a:gd name="connsiteY43" fmla="*/ 3177064 h 4886325"/>
                <a:gd name="connsiteX44" fmla="*/ 3826669 w 4886325"/>
                <a:gd name="connsiteY44" fmla="*/ 3177064 h 4886325"/>
                <a:gd name="connsiteX45" fmla="*/ 3907631 w 4886325"/>
                <a:gd name="connsiteY45" fmla="*/ 3258026 h 4886325"/>
                <a:gd name="connsiteX46" fmla="*/ 3826669 w 4886325"/>
                <a:gd name="connsiteY46" fmla="*/ 3338989 h 4886325"/>
                <a:gd name="connsiteX47" fmla="*/ 3501866 w 4886325"/>
                <a:gd name="connsiteY47" fmla="*/ 3338989 h 4886325"/>
                <a:gd name="connsiteX48" fmla="*/ 3420904 w 4886325"/>
                <a:gd name="connsiteY48" fmla="*/ 3258026 h 4886325"/>
                <a:gd name="connsiteX49" fmla="*/ 4071461 w 4886325"/>
                <a:gd name="connsiteY49" fmla="*/ 3258026 h 4886325"/>
                <a:gd name="connsiteX50" fmla="*/ 4152424 w 4886325"/>
                <a:gd name="connsiteY50" fmla="*/ 3177064 h 4886325"/>
                <a:gd name="connsiteX51" fmla="*/ 4315301 w 4886325"/>
                <a:gd name="connsiteY51" fmla="*/ 3177064 h 4886325"/>
                <a:gd name="connsiteX52" fmla="*/ 4396264 w 4886325"/>
                <a:gd name="connsiteY52" fmla="*/ 3258026 h 4886325"/>
                <a:gd name="connsiteX53" fmla="*/ 4315301 w 4886325"/>
                <a:gd name="connsiteY53" fmla="*/ 3338989 h 4886325"/>
                <a:gd name="connsiteX54" fmla="*/ 4152424 w 4886325"/>
                <a:gd name="connsiteY54" fmla="*/ 3338989 h 4886325"/>
                <a:gd name="connsiteX55" fmla="*/ 4071461 w 4886325"/>
                <a:gd name="connsiteY55" fmla="*/ 3258026 h 4886325"/>
                <a:gd name="connsiteX56" fmla="*/ 4396264 w 4886325"/>
                <a:gd name="connsiteY56" fmla="*/ 2933224 h 4886325"/>
                <a:gd name="connsiteX57" fmla="*/ 4315301 w 4886325"/>
                <a:gd name="connsiteY57" fmla="*/ 3014186 h 4886325"/>
                <a:gd name="connsiteX58" fmla="*/ 3502819 w 4886325"/>
                <a:gd name="connsiteY58" fmla="*/ 3014186 h 4886325"/>
                <a:gd name="connsiteX59" fmla="*/ 3421856 w 4886325"/>
                <a:gd name="connsiteY59" fmla="*/ 2933224 h 4886325"/>
                <a:gd name="connsiteX60" fmla="*/ 3502819 w 4886325"/>
                <a:gd name="connsiteY60" fmla="*/ 2852261 h 4886325"/>
                <a:gd name="connsiteX61" fmla="*/ 4315301 w 4886325"/>
                <a:gd name="connsiteY61" fmla="*/ 2852261 h 4886325"/>
                <a:gd name="connsiteX62" fmla="*/ 4396264 w 4886325"/>
                <a:gd name="connsiteY62" fmla="*/ 2933224 h 4886325"/>
                <a:gd name="connsiteX63" fmla="*/ 4158139 w 4886325"/>
                <a:gd name="connsiteY63" fmla="*/ 1626394 h 4886325"/>
                <a:gd name="connsiteX64" fmla="*/ 3833336 w 4886325"/>
                <a:gd name="connsiteY64" fmla="*/ 1951196 h 4886325"/>
                <a:gd name="connsiteX65" fmla="*/ 3665696 w 4886325"/>
                <a:gd name="connsiteY65" fmla="*/ 1903571 h 4886325"/>
                <a:gd name="connsiteX66" fmla="*/ 2967514 w 4886325"/>
                <a:gd name="connsiteY66" fmla="*/ 2604611 h 4886325"/>
                <a:gd name="connsiteX67" fmla="*/ 3014186 w 4886325"/>
                <a:gd name="connsiteY67" fmla="*/ 2769394 h 4886325"/>
                <a:gd name="connsiteX68" fmla="*/ 2689384 w 4886325"/>
                <a:gd name="connsiteY68" fmla="*/ 3094196 h 4886325"/>
                <a:gd name="connsiteX69" fmla="*/ 2364581 w 4886325"/>
                <a:gd name="connsiteY69" fmla="*/ 2769394 h 4886325"/>
                <a:gd name="connsiteX70" fmla="*/ 2406491 w 4886325"/>
                <a:gd name="connsiteY70" fmla="*/ 2612231 h 4886325"/>
                <a:gd name="connsiteX71" fmla="*/ 1918811 w 4886325"/>
                <a:gd name="connsiteY71" fmla="*/ 2207419 h 4886325"/>
                <a:gd name="connsiteX72" fmla="*/ 1714024 w 4886325"/>
                <a:gd name="connsiteY72" fmla="*/ 2281714 h 4886325"/>
                <a:gd name="connsiteX73" fmla="*/ 1612106 w 4886325"/>
                <a:gd name="connsiteY73" fmla="*/ 2263616 h 4886325"/>
                <a:gd name="connsiteX74" fmla="*/ 1171099 w 4886325"/>
                <a:gd name="connsiteY74" fmla="*/ 2831306 h 4886325"/>
                <a:gd name="connsiteX75" fmla="*/ 1226344 w 4886325"/>
                <a:gd name="connsiteY75" fmla="*/ 3012281 h 4886325"/>
                <a:gd name="connsiteX76" fmla="*/ 901541 w 4886325"/>
                <a:gd name="connsiteY76" fmla="*/ 3337084 h 4886325"/>
                <a:gd name="connsiteX77" fmla="*/ 576739 w 4886325"/>
                <a:gd name="connsiteY77" fmla="*/ 3012281 h 4886325"/>
                <a:gd name="connsiteX78" fmla="*/ 901541 w 4886325"/>
                <a:gd name="connsiteY78" fmla="*/ 2687479 h 4886325"/>
                <a:gd name="connsiteX79" fmla="*/ 1048226 w 4886325"/>
                <a:gd name="connsiteY79" fmla="*/ 2724626 h 4886325"/>
                <a:gd name="connsiteX80" fmla="*/ 1474946 w 4886325"/>
                <a:gd name="connsiteY80" fmla="*/ 2175034 h 4886325"/>
                <a:gd name="connsiteX81" fmla="*/ 1388269 w 4886325"/>
                <a:gd name="connsiteY81" fmla="*/ 1955959 h 4886325"/>
                <a:gd name="connsiteX82" fmla="*/ 1713071 w 4886325"/>
                <a:gd name="connsiteY82" fmla="*/ 1631156 h 4886325"/>
                <a:gd name="connsiteX83" fmla="*/ 2037874 w 4886325"/>
                <a:gd name="connsiteY83" fmla="*/ 1955959 h 4886325"/>
                <a:gd name="connsiteX84" fmla="*/ 2014061 w 4886325"/>
                <a:gd name="connsiteY84" fmla="*/ 2075974 h 4886325"/>
                <a:gd name="connsiteX85" fmla="*/ 2516981 w 4886325"/>
                <a:gd name="connsiteY85" fmla="*/ 2493169 h 4886325"/>
                <a:gd name="connsiteX86" fmla="*/ 2688431 w 4886325"/>
                <a:gd name="connsiteY86" fmla="*/ 2443639 h 4886325"/>
                <a:gd name="connsiteX87" fmla="*/ 2851309 w 4886325"/>
                <a:gd name="connsiteY87" fmla="*/ 2489359 h 4886325"/>
                <a:gd name="connsiteX88" fmla="*/ 3551396 w 4886325"/>
                <a:gd name="connsiteY88" fmla="*/ 1786414 h 4886325"/>
                <a:gd name="connsiteX89" fmla="*/ 3507581 w 4886325"/>
                <a:gd name="connsiteY89" fmla="*/ 1625441 h 4886325"/>
                <a:gd name="connsiteX90" fmla="*/ 3832384 w 4886325"/>
                <a:gd name="connsiteY90" fmla="*/ 1300639 h 4886325"/>
                <a:gd name="connsiteX91" fmla="*/ 4158139 w 4886325"/>
                <a:gd name="connsiteY91" fmla="*/ 1626394 h 4886325"/>
                <a:gd name="connsiteX92" fmla="*/ 1145381 w 4886325"/>
                <a:gd name="connsiteY92" fmla="*/ 1470184 h 4886325"/>
                <a:gd name="connsiteX93" fmla="*/ 1226344 w 4886325"/>
                <a:gd name="connsiteY93" fmla="*/ 1389221 h 4886325"/>
                <a:gd name="connsiteX94" fmla="*/ 1389221 w 4886325"/>
                <a:gd name="connsiteY94" fmla="*/ 1389221 h 4886325"/>
                <a:gd name="connsiteX95" fmla="*/ 1470184 w 4886325"/>
                <a:gd name="connsiteY95" fmla="*/ 1470184 h 4886325"/>
                <a:gd name="connsiteX96" fmla="*/ 1389221 w 4886325"/>
                <a:gd name="connsiteY96" fmla="*/ 1551146 h 4886325"/>
                <a:gd name="connsiteX97" fmla="*/ 1226344 w 4886325"/>
                <a:gd name="connsiteY97" fmla="*/ 1551146 h 4886325"/>
                <a:gd name="connsiteX98" fmla="*/ 1145381 w 4886325"/>
                <a:gd name="connsiteY98" fmla="*/ 1470184 h 4886325"/>
                <a:gd name="connsiteX99" fmla="*/ 1145381 w 4886325"/>
                <a:gd name="connsiteY99" fmla="*/ 494824 h 4886325"/>
                <a:gd name="connsiteX100" fmla="*/ 3746659 w 4886325"/>
                <a:gd name="connsiteY100" fmla="*/ 494824 h 4886325"/>
                <a:gd name="connsiteX101" fmla="*/ 3746659 w 4886325"/>
                <a:gd name="connsiteY101" fmla="*/ 657701 h 4886325"/>
                <a:gd name="connsiteX102" fmla="*/ 1145381 w 4886325"/>
                <a:gd name="connsiteY102" fmla="*/ 657701 h 4886325"/>
                <a:gd name="connsiteX103" fmla="*/ 1145381 w 4886325"/>
                <a:gd name="connsiteY103" fmla="*/ 494824 h 4886325"/>
                <a:gd name="connsiteX104" fmla="*/ 575786 w 4886325"/>
                <a:gd name="connsiteY104" fmla="*/ 1063466 h 4886325"/>
                <a:gd name="connsiteX105" fmla="*/ 1388269 w 4886325"/>
                <a:gd name="connsiteY105" fmla="*/ 1063466 h 4886325"/>
                <a:gd name="connsiteX106" fmla="*/ 1469231 w 4886325"/>
                <a:gd name="connsiteY106" fmla="*/ 1144429 h 4886325"/>
                <a:gd name="connsiteX107" fmla="*/ 1388269 w 4886325"/>
                <a:gd name="connsiteY107" fmla="*/ 1225391 h 4886325"/>
                <a:gd name="connsiteX108" fmla="*/ 575786 w 4886325"/>
                <a:gd name="connsiteY108" fmla="*/ 1225391 h 4886325"/>
                <a:gd name="connsiteX109" fmla="*/ 494824 w 4886325"/>
                <a:gd name="connsiteY109" fmla="*/ 1144429 h 4886325"/>
                <a:gd name="connsiteX110" fmla="*/ 575786 w 4886325"/>
                <a:gd name="connsiteY110" fmla="*/ 1063466 h 4886325"/>
                <a:gd name="connsiteX111" fmla="*/ 575786 w 4886325"/>
                <a:gd name="connsiteY111" fmla="*/ 1389221 h 4886325"/>
                <a:gd name="connsiteX112" fmla="*/ 900589 w 4886325"/>
                <a:gd name="connsiteY112" fmla="*/ 1389221 h 4886325"/>
                <a:gd name="connsiteX113" fmla="*/ 981551 w 4886325"/>
                <a:gd name="connsiteY113" fmla="*/ 1470184 h 4886325"/>
                <a:gd name="connsiteX114" fmla="*/ 900589 w 4886325"/>
                <a:gd name="connsiteY114" fmla="*/ 1551146 h 4886325"/>
                <a:gd name="connsiteX115" fmla="*/ 575786 w 4886325"/>
                <a:gd name="connsiteY115" fmla="*/ 1551146 h 4886325"/>
                <a:gd name="connsiteX116" fmla="*/ 494824 w 4886325"/>
                <a:gd name="connsiteY116" fmla="*/ 1470184 h 4886325"/>
                <a:gd name="connsiteX117" fmla="*/ 575786 w 4886325"/>
                <a:gd name="connsiteY117" fmla="*/ 1389221 h 4886325"/>
                <a:gd name="connsiteX118" fmla="*/ 4559141 w 4886325"/>
                <a:gd name="connsiteY118" fmla="*/ 3989546 h 4886325"/>
                <a:gd name="connsiteX119" fmla="*/ 331946 w 4886325"/>
                <a:gd name="connsiteY119" fmla="*/ 3989546 h 4886325"/>
                <a:gd name="connsiteX120" fmla="*/ 331946 w 4886325"/>
                <a:gd name="connsiteY120" fmla="*/ 3826669 h 4886325"/>
                <a:gd name="connsiteX121" fmla="*/ 4558189 w 4886325"/>
                <a:gd name="connsiteY121" fmla="*/ 3826669 h 4886325"/>
                <a:gd name="connsiteX122" fmla="*/ 4558189 w 4886325"/>
                <a:gd name="connsiteY122" fmla="*/ 3989546 h 488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4886325" h="4886325">
                  <a:moveTo>
                    <a:pt x="4802029" y="657701"/>
                  </a:moveTo>
                  <a:lnTo>
                    <a:pt x="3907631" y="657701"/>
                  </a:lnTo>
                  <a:lnTo>
                    <a:pt x="3907631" y="413861"/>
                  </a:lnTo>
                  <a:cubicBezTo>
                    <a:pt x="3907631" y="369094"/>
                    <a:pt x="3871436" y="332899"/>
                    <a:pt x="3826669" y="332899"/>
                  </a:cubicBezTo>
                  <a:lnTo>
                    <a:pt x="2843689" y="332899"/>
                  </a:lnTo>
                  <a:cubicBezTo>
                    <a:pt x="2805589" y="147161"/>
                    <a:pt x="2641759" y="7144"/>
                    <a:pt x="2445544" y="7144"/>
                  </a:cubicBezTo>
                  <a:cubicBezTo>
                    <a:pt x="2249329" y="7144"/>
                    <a:pt x="2085499" y="147161"/>
                    <a:pt x="2047399" y="331946"/>
                  </a:cubicBezTo>
                  <a:lnTo>
                    <a:pt x="1063466" y="331946"/>
                  </a:lnTo>
                  <a:cubicBezTo>
                    <a:pt x="1018699" y="331946"/>
                    <a:pt x="982504" y="368141"/>
                    <a:pt x="982504" y="412909"/>
                  </a:cubicBezTo>
                  <a:lnTo>
                    <a:pt x="982504" y="656749"/>
                  </a:lnTo>
                  <a:lnTo>
                    <a:pt x="88106" y="656749"/>
                  </a:lnTo>
                  <a:cubicBezTo>
                    <a:pt x="43339" y="656749"/>
                    <a:pt x="7144" y="692944"/>
                    <a:pt x="7144" y="737711"/>
                  </a:cubicBezTo>
                  <a:lnTo>
                    <a:pt x="7144" y="3744754"/>
                  </a:lnTo>
                  <a:cubicBezTo>
                    <a:pt x="7144" y="3789521"/>
                    <a:pt x="43339" y="3825716"/>
                    <a:pt x="88106" y="3825716"/>
                  </a:cubicBezTo>
                  <a:lnTo>
                    <a:pt x="169069" y="3825716"/>
                  </a:lnTo>
                  <a:lnTo>
                    <a:pt x="169069" y="4069556"/>
                  </a:lnTo>
                  <a:cubicBezTo>
                    <a:pt x="169069" y="4114324"/>
                    <a:pt x="205264" y="4150519"/>
                    <a:pt x="250031" y="4150519"/>
                  </a:cubicBezTo>
                  <a:lnTo>
                    <a:pt x="1239679" y="4150519"/>
                  </a:lnTo>
                  <a:lnTo>
                    <a:pt x="1023461" y="4551522"/>
                  </a:lnTo>
                  <a:cubicBezTo>
                    <a:pt x="985361" y="4622006"/>
                    <a:pt x="987266" y="4704874"/>
                    <a:pt x="1028224" y="4773454"/>
                  </a:cubicBezTo>
                  <a:cubicBezTo>
                    <a:pt x="1069181" y="4842034"/>
                    <a:pt x="1141571" y="4882991"/>
                    <a:pt x="1220629" y="4882991"/>
                  </a:cubicBezTo>
                  <a:cubicBezTo>
                    <a:pt x="1303496" y="4882991"/>
                    <a:pt x="1378744" y="4837272"/>
                    <a:pt x="1417796" y="4764881"/>
                  </a:cubicBezTo>
                  <a:lnTo>
                    <a:pt x="1748314" y="4151471"/>
                  </a:lnTo>
                  <a:lnTo>
                    <a:pt x="2199799" y="4151471"/>
                  </a:lnTo>
                  <a:lnTo>
                    <a:pt x="2199799" y="4658201"/>
                  </a:lnTo>
                  <a:cubicBezTo>
                    <a:pt x="2199799" y="4782026"/>
                    <a:pt x="2300764" y="4882991"/>
                    <a:pt x="2424589" y="4882991"/>
                  </a:cubicBezTo>
                  <a:lnTo>
                    <a:pt x="2463641" y="4882991"/>
                  </a:lnTo>
                  <a:cubicBezTo>
                    <a:pt x="2587466" y="4882991"/>
                    <a:pt x="2688431" y="4782026"/>
                    <a:pt x="2688431" y="4658201"/>
                  </a:cubicBezTo>
                  <a:lnTo>
                    <a:pt x="2688431" y="4151471"/>
                  </a:lnTo>
                  <a:lnTo>
                    <a:pt x="3140869" y="4151471"/>
                  </a:lnTo>
                  <a:lnTo>
                    <a:pt x="3471386" y="4764881"/>
                  </a:lnTo>
                  <a:cubicBezTo>
                    <a:pt x="3510439" y="4837272"/>
                    <a:pt x="3586639" y="4882991"/>
                    <a:pt x="3669506" y="4882991"/>
                  </a:cubicBezTo>
                  <a:cubicBezTo>
                    <a:pt x="3749516" y="4882991"/>
                    <a:pt x="3820954" y="4842034"/>
                    <a:pt x="3861911" y="4773454"/>
                  </a:cubicBezTo>
                  <a:cubicBezTo>
                    <a:pt x="3902869" y="4704874"/>
                    <a:pt x="3904774" y="4622006"/>
                    <a:pt x="3866674" y="4551522"/>
                  </a:cubicBezTo>
                  <a:lnTo>
                    <a:pt x="3650456" y="4150519"/>
                  </a:lnTo>
                  <a:lnTo>
                    <a:pt x="4640104" y="4150519"/>
                  </a:lnTo>
                  <a:cubicBezTo>
                    <a:pt x="4684872" y="4150519"/>
                    <a:pt x="4721066" y="4114324"/>
                    <a:pt x="4721066" y="4069556"/>
                  </a:cubicBezTo>
                  <a:lnTo>
                    <a:pt x="4721066" y="3825716"/>
                  </a:lnTo>
                  <a:lnTo>
                    <a:pt x="4802029" y="3825716"/>
                  </a:lnTo>
                  <a:cubicBezTo>
                    <a:pt x="4846797" y="3825716"/>
                    <a:pt x="4882991" y="3789521"/>
                    <a:pt x="4882991" y="3744754"/>
                  </a:cubicBezTo>
                  <a:lnTo>
                    <a:pt x="4882991" y="738664"/>
                  </a:lnTo>
                  <a:cubicBezTo>
                    <a:pt x="4883944" y="693896"/>
                    <a:pt x="4847749" y="657701"/>
                    <a:pt x="4802029" y="657701"/>
                  </a:cubicBezTo>
                  <a:close/>
                  <a:moveTo>
                    <a:pt x="3420904" y="3258026"/>
                  </a:moveTo>
                  <a:cubicBezTo>
                    <a:pt x="3420904" y="3213259"/>
                    <a:pt x="3457099" y="3177064"/>
                    <a:pt x="3501866" y="3177064"/>
                  </a:cubicBezTo>
                  <a:lnTo>
                    <a:pt x="3826669" y="3177064"/>
                  </a:lnTo>
                  <a:cubicBezTo>
                    <a:pt x="3871436" y="3177064"/>
                    <a:pt x="3907631" y="3213259"/>
                    <a:pt x="3907631" y="3258026"/>
                  </a:cubicBezTo>
                  <a:cubicBezTo>
                    <a:pt x="3907631" y="3302794"/>
                    <a:pt x="3871436" y="3338989"/>
                    <a:pt x="3826669" y="3338989"/>
                  </a:cubicBezTo>
                  <a:lnTo>
                    <a:pt x="3501866" y="3338989"/>
                  </a:lnTo>
                  <a:cubicBezTo>
                    <a:pt x="3457099" y="3339941"/>
                    <a:pt x="3420904" y="3302794"/>
                    <a:pt x="3420904" y="3258026"/>
                  </a:cubicBezTo>
                  <a:close/>
                  <a:moveTo>
                    <a:pt x="4071461" y="3258026"/>
                  </a:moveTo>
                  <a:cubicBezTo>
                    <a:pt x="4071461" y="3213259"/>
                    <a:pt x="4107656" y="3177064"/>
                    <a:pt x="4152424" y="3177064"/>
                  </a:cubicBezTo>
                  <a:lnTo>
                    <a:pt x="4315301" y="3177064"/>
                  </a:lnTo>
                  <a:cubicBezTo>
                    <a:pt x="4360069" y="3177064"/>
                    <a:pt x="4396264" y="3213259"/>
                    <a:pt x="4396264" y="3258026"/>
                  </a:cubicBezTo>
                  <a:cubicBezTo>
                    <a:pt x="4396264" y="3302794"/>
                    <a:pt x="4360069" y="3338989"/>
                    <a:pt x="4315301" y="3338989"/>
                  </a:cubicBezTo>
                  <a:lnTo>
                    <a:pt x="4152424" y="3338989"/>
                  </a:lnTo>
                  <a:cubicBezTo>
                    <a:pt x="4107656" y="3339941"/>
                    <a:pt x="4071461" y="3302794"/>
                    <a:pt x="4071461" y="3258026"/>
                  </a:cubicBezTo>
                  <a:close/>
                  <a:moveTo>
                    <a:pt x="4396264" y="2933224"/>
                  </a:moveTo>
                  <a:cubicBezTo>
                    <a:pt x="4396264" y="2977991"/>
                    <a:pt x="4360069" y="3014186"/>
                    <a:pt x="4315301" y="3014186"/>
                  </a:cubicBezTo>
                  <a:lnTo>
                    <a:pt x="3502819" y="3014186"/>
                  </a:lnTo>
                  <a:cubicBezTo>
                    <a:pt x="3458051" y="3014186"/>
                    <a:pt x="3421856" y="2977991"/>
                    <a:pt x="3421856" y="2933224"/>
                  </a:cubicBezTo>
                  <a:cubicBezTo>
                    <a:pt x="3421856" y="2888456"/>
                    <a:pt x="3458051" y="2852261"/>
                    <a:pt x="3502819" y="2852261"/>
                  </a:cubicBezTo>
                  <a:lnTo>
                    <a:pt x="4315301" y="2852261"/>
                  </a:lnTo>
                  <a:cubicBezTo>
                    <a:pt x="4360069" y="2852261"/>
                    <a:pt x="4396264" y="2888456"/>
                    <a:pt x="4396264" y="2933224"/>
                  </a:cubicBezTo>
                  <a:close/>
                  <a:moveTo>
                    <a:pt x="4158139" y="1626394"/>
                  </a:moveTo>
                  <a:cubicBezTo>
                    <a:pt x="4158139" y="1805464"/>
                    <a:pt x="4012406" y="1951196"/>
                    <a:pt x="3833336" y="1951196"/>
                  </a:cubicBezTo>
                  <a:cubicBezTo>
                    <a:pt x="3772376" y="1951196"/>
                    <a:pt x="3715226" y="1933099"/>
                    <a:pt x="3665696" y="1903571"/>
                  </a:cubicBezTo>
                  <a:lnTo>
                    <a:pt x="2967514" y="2604611"/>
                  </a:lnTo>
                  <a:cubicBezTo>
                    <a:pt x="2996089" y="2653189"/>
                    <a:pt x="3014186" y="2709386"/>
                    <a:pt x="3014186" y="2769394"/>
                  </a:cubicBezTo>
                  <a:cubicBezTo>
                    <a:pt x="3014186" y="2948464"/>
                    <a:pt x="2868454" y="3094196"/>
                    <a:pt x="2689384" y="3094196"/>
                  </a:cubicBezTo>
                  <a:cubicBezTo>
                    <a:pt x="2510314" y="3094196"/>
                    <a:pt x="2364581" y="2948464"/>
                    <a:pt x="2364581" y="2769394"/>
                  </a:cubicBezTo>
                  <a:cubicBezTo>
                    <a:pt x="2364581" y="2712244"/>
                    <a:pt x="2380774" y="2658904"/>
                    <a:pt x="2406491" y="2612231"/>
                  </a:cubicBezTo>
                  <a:lnTo>
                    <a:pt x="1918811" y="2207419"/>
                  </a:lnTo>
                  <a:cubicBezTo>
                    <a:pt x="1862614" y="2253139"/>
                    <a:pt x="1792129" y="2281714"/>
                    <a:pt x="1714024" y="2281714"/>
                  </a:cubicBezTo>
                  <a:cubicBezTo>
                    <a:pt x="1678781" y="2281714"/>
                    <a:pt x="1644491" y="2274094"/>
                    <a:pt x="1612106" y="2263616"/>
                  </a:cubicBezTo>
                  <a:lnTo>
                    <a:pt x="1171099" y="2831306"/>
                  </a:lnTo>
                  <a:cubicBezTo>
                    <a:pt x="1206341" y="2882741"/>
                    <a:pt x="1226344" y="2945606"/>
                    <a:pt x="1226344" y="3012281"/>
                  </a:cubicBezTo>
                  <a:cubicBezTo>
                    <a:pt x="1226344" y="3191351"/>
                    <a:pt x="1080611" y="3337084"/>
                    <a:pt x="901541" y="3337084"/>
                  </a:cubicBezTo>
                  <a:cubicBezTo>
                    <a:pt x="722471" y="3337084"/>
                    <a:pt x="576739" y="3191351"/>
                    <a:pt x="576739" y="3012281"/>
                  </a:cubicBezTo>
                  <a:cubicBezTo>
                    <a:pt x="576739" y="2833211"/>
                    <a:pt x="722471" y="2687479"/>
                    <a:pt x="901541" y="2687479"/>
                  </a:cubicBezTo>
                  <a:cubicBezTo>
                    <a:pt x="954881" y="2687479"/>
                    <a:pt x="1004411" y="2701766"/>
                    <a:pt x="1048226" y="2724626"/>
                  </a:cubicBezTo>
                  <a:lnTo>
                    <a:pt x="1474946" y="2175034"/>
                  </a:lnTo>
                  <a:cubicBezTo>
                    <a:pt x="1421606" y="2116931"/>
                    <a:pt x="1388269" y="2040731"/>
                    <a:pt x="1388269" y="1955959"/>
                  </a:cubicBezTo>
                  <a:cubicBezTo>
                    <a:pt x="1388269" y="1776889"/>
                    <a:pt x="1534001" y="1631156"/>
                    <a:pt x="1713071" y="1631156"/>
                  </a:cubicBezTo>
                  <a:cubicBezTo>
                    <a:pt x="1892141" y="1631156"/>
                    <a:pt x="2037874" y="1776889"/>
                    <a:pt x="2037874" y="1955959"/>
                  </a:cubicBezTo>
                  <a:cubicBezTo>
                    <a:pt x="2037874" y="1998821"/>
                    <a:pt x="2029301" y="2038826"/>
                    <a:pt x="2014061" y="2075974"/>
                  </a:cubicBezTo>
                  <a:lnTo>
                    <a:pt x="2516981" y="2493169"/>
                  </a:lnTo>
                  <a:cubicBezTo>
                    <a:pt x="2566511" y="2461736"/>
                    <a:pt x="2625566" y="2443639"/>
                    <a:pt x="2688431" y="2443639"/>
                  </a:cubicBezTo>
                  <a:cubicBezTo>
                    <a:pt x="2748439" y="2443639"/>
                    <a:pt x="2803684" y="2460784"/>
                    <a:pt x="2851309" y="2489359"/>
                  </a:cubicBezTo>
                  <a:lnTo>
                    <a:pt x="3551396" y="1786414"/>
                  </a:lnTo>
                  <a:cubicBezTo>
                    <a:pt x="3523774" y="1738789"/>
                    <a:pt x="3507581" y="1684496"/>
                    <a:pt x="3507581" y="1625441"/>
                  </a:cubicBezTo>
                  <a:cubicBezTo>
                    <a:pt x="3507581" y="1446371"/>
                    <a:pt x="3653314" y="1300639"/>
                    <a:pt x="3832384" y="1300639"/>
                  </a:cubicBezTo>
                  <a:cubicBezTo>
                    <a:pt x="4012406" y="1301591"/>
                    <a:pt x="4158139" y="1447324"/>
                    <a:pt x="4158139" y="1626394"/>
                  </a:cubicBezTo>
                  <a:close/>
                  <a:moveTo>
                    <a:pt x="1145381" y="1470184"/>
                  </a:moveTo>
                  <a:cubicBezTo>
                    <a:pt x="1145381" y="1425416"/>
                    <a:pt x="1181576" y="1389221"/>
                    <a:pt x="1226344" y="1389221"/>
                  </a:cubicBezTo>
                  <a:lnTo>
                    <a:pt x="1389221" y="1389221"/>
                  </a:lnTo>
                  <a:cubicBezTo>
                    <a:pt x="1433989" y="1389221"/>
                    <a:pt x="1470184" y="1425416"/>
                    <a:pt x="1470184" y="1470184"/>
                  </a:cubicBezTo>
                  <a:cubicBezTo>
                    <a:pt x="1470184" y="1514951"/>
                    <a:pt x="1433989" y="1551146"/>
                    <a:pt x="1389221" y="1551146"/>
                  </a:cubicBezTo>
                  <a:lnTo>
                    <a:pt x="1226344" y="1551146"/>
                  </a:lnTo>
                  <a:cubicBezTo>
                    <a:pt x="1181576" y="1551146"/>
                    <a:pt x="1145381" y="1514951"/>
                    <a:pt x="1145381" y="1470184"/>
                  </a:cubicBezTo>
                  <a:close/>
                  <a:moveTo>
                    <a:pt x="1145381" y="494824"/>
                  </a:moveTo>
                  <a:lnTo>
                    <a:pt x="3746659" y="494824"/>
                  </a:lnTo>
                  <a:lnTo>
                    <a:pt x="3746659" y="657701"/>
                  </a:lnTo>
                  <a:lnTo>
                    <a:pt x="1145381" y="657701"/>
                  </a:lnTo>
                  <a:lnTo>
                    <a:pt x="1145381" y="494824"/>
                  </a:lnTo>
                  <a:close/>
                  <a:moveTo>
                    <a:pt x="575786" y="1063466"/>
                  </a:moveTo>
                  <a:lnTo>
                    <a:pt x="1388269" y="1063466"/>
                  </a:lnTo>
                  <a:cubicBezTo>
                    <a:pt x="1433036" y="1063466"/>
                    <a:pt x="1469231" y="1099661"/>
                    <a:pt x="1469231" y="1144429"/>
                  </a:cubicBezTo>
                  <a:cubicBezTo>
                    <a:pt x="1469231" y="1189196"/>
                    <a:pt x="1433036" y="1225391"/>
                    <a:pt x="1388269" y="1225391"/>
                  </a:cubicBezTo>
                  <a:lnTo>
                    <a:pt x="575786" y="1225391"/>
                  </a:lnTo>
                  <a:cubicBezTo>
                    <a:pt x="531019" y="1225391"/>
                    <a:pt x="494824" y="1189196"/>
                    <a:pt x="494824" y="1144429"/>
                  </a:cubicBezTo>
                  <a:cubicBezTo>
                    <a:pt x="494824" y="1100614"/>
                    <a:pt x="531019" y="1063466"/>
                    <a:pt x="575786" y="1063466"/>
                  </a:cubicBezTo>
                  <a:close/>
                  <a:moveTo>
                    <a:pt x="575786" y="1389221"/>
                  </a:moveTo>
                  <a:lnTo>
                    <a:pt x="900589" y="1389221"/>
                  </a:lnTo>
                  <a:cubicBezTo>
                    <a:pt x="945356" y="1389221"/>
                    <a:pt x="981551" y="1425416"/>
                    <a:pt x="981551" y="1470184"/>
                  </a:cubicBezTo>
                  <a:cubicBezTo>
                    <a:pt x="981551" y="1514951"/>
                    <a:pt x="945356" y="1551146"/>
                    <a:pt x="900589" y="1551146"/>
                  </a:cubicBezTo>
                  <a:lnTo>
                    <a:pt x="575786" y="1551146"/>
                  </a:lnTo>
                  <a:cubicBezTo>
                    <a:pt x="531019" y="1551146"/>
                    <a:pt x="494824" y="1514951"/>
                    <a:pt x="494824" y="1470184"/>
                  </a:cubicBezTo>
                  <a:cubicBezTo>
                    <a:pt x="494824" y="1425416"/>
                    <a:pt x="531019" y="1389221"/>
                    <a:pt x="575786" y="1389221"/>
                  </a:cubicBezTo>
                  <a:close/>
                  <a:moveTo>
                    <a:pt x="4559141" y="3989546"/>
                  </a:moveTo>
                  <a:lnTo>
                    <a:pt x="331946" y="3989546"/>
                  </a:lnTo>
                  <a:lnTo>
                    <a:pt x="331946" y="3826669"/>
                  </a:lnTo>
                  <a:lnTo>
                    <a:pt x="4558189" y="3826669"/>
                  </a:lnTo>
                  <a:lnTo>
                    <a:pt x="4558189" y="39895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3DE03460-73A9-4732-958D-00F2ABB06194}"/>
                </a:ext>
              </a:extLst>
            </p:cNvPr>
            <p:cNvSpPr/>
            <p:nvPr/>
          </p:nvSpPr>
          <p:spPr>
            <a:xfrm>
              <a:off x="4533424" y="3980021"/>
              <a:ext cx="333375" cy="333375"/>
            </a:xfrm>
            <a:custGeom>
              <a:avLst/>
              <a:gdLst>
                <a:gd name="connsiteX0" fmla="*/ 332899 w 333375"/>
                <a:gd name="connsiteY0" fmla="*/ 170021 h 333375"/>
                <a:gd name="connsiteX1" fmla="*/ 170021 w 333375"/>
                <a:gd name="connsiteY1" fmla="*/ 332899 h 333375"/>
                <a:gd name="connsiteX2" fmla="*/ 7144 w 333375"/>
                <a:gd name="connsiteY2" fmla="*/ 170021 h 333375"/>
                <a:gd name="connsiteX3" fmla="*/ 170021 w 333375"/>
                <a:gd name="connsiteY3" fmla="*/ 7144 h 333375"/>
                <a:gd name="connsiteX4" fmla="*/ 332899 w 333375"/>
                <a:gd name="connsiteY4" fmla="*/ 170021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375" h="333375">
                  <a:moveTo>
                    <a:pt x="332899" y="170021"/>
                  </a:moveTo>
                  <a:cubicBezTo>
                    <a:pt x="332899" y="259556"/>
                    <a:pt x="260509" y="332899"/>
                    <a:pt x="170021" y="332899"/>
                  </a:cubicBezTo>
                  <a:cubicBezTo>
                    <a:pt x="79534" y="332899"/>
                    <a:pt x="7144" y="260509"/>
                    <a:pt x="7144" y="170021"/>
                  </a:cubicBezTo>
                  <a:cubicBezTo>
                    <a:pt x="7144" y="80486"/>
                    <a:pt x="79534" y="7144"/>
                    <a:pt x="170021" y="7144"/>
                  </a:cubicBezTo>
                  <a:cubicBezTo>
                    <a:pt x="260509" y="7144"/>
                    <a:pt x="332899" y="80486"/>
                    <a:pt x="332899" y="1700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7" name="Graphic 20">
            <a:extLst>
              <a:ext uri="{FF2B5EF4-FFF2-40B4-BE49-F238E27FC236}">
                <a16:creationId xmlns:a16="http://schemas.microsoft.com/office/drawing/2014/main" id="{9CBA6EF3-14B0-410E-A9BA-F916383512D1}"/>
              </a:ext>
            </a:extLst>
          </p:cNvPr>
          <p:cNvGrpSpPr>
            <a:grpSpLocks noChangeAspect="1"/>
          </p:cNvGrpSpPr>
          <p:nvPr/>
        </p:nvGrpSpPr>
        <p:grpSpPr>
          <a:xfrm>
            <a:off x="4314171" y="2306529"/>
            <a:ext cx="408471" cy="502920"/>
            <a:chOff x="3838575" y="614363"/>
            <a:chExt cx="4819650" cy="59340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4AA7CCB9-3780-4673-872C-8BFC382F79DC}"/>
                </a:ext>
              </a:extLst>
            </p:cNvPr>
            <p:cNvSpPr/>
            <p:nvPr/>
          </p:nvSpPr>
          <p:spPr>
            <a:xfrm>
              <a:off x="4811554" y="2740791"/>
              <a:ext cx="600075" cy="333375"/>
            </a:xfrm>
            <a:custGeom>
              <a:avLst/>
              <a:gdLst>
                <a:gd name="connsiteX0" fmla="*/ 602456 w 600075"/>
                <a:gd name="connsiteY0" fmla="*/ 116710 h 333375"/>
                <a:gd name="connsiteX1" fmla="*/ 426244 w 600075"/>
                <a:gd name="connsiteY1" fmla="*/ 7172 h 333375"/>
                <a:gd name="connsiteX2" fmla="*/ 227171 w 600075"/>
                <a:gd name="connsiteY2" fmla="*/ 7172 h 333375"/>
                <a:gd name="connsiteX3" fmla="*/ 71914 w 600075"/>
                <a:gd name="connsiteY3" fmla="*/ 69085 h 333375"/>
                <a:gd name="connsiteX4" fmla="*/ 7144 w 600075"/>
                <a:gd name="connsiteY4" fmla="*/ 223390 h 333375"/>
                <a:gd name="connsiteX5" fmla="*/ 7144 w 600075"/>
                <a:gd name="connsiteY5" fmla="*/ 328165 h 333375"/>
                <a:gd name="connsiteX6" fmla="*/ 602456 w 600075"/>
                <a:gd name="connsiteY6" fmla="*/ 328165 h 333375"/>
                <a:gd name="connsiteX7" fmla="*/ 602456 w 600075"/>
                <a:gd name="connsiteY7" fmla="*/ 116710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0075" h="333375">
                  <a:moveTo>
                    <a:pt x="602456" y="116710"/>
                  </a:moveTo>
                  <a:lnTo>
                    <a:pt x="426244" y="7172"/>
                  </a:lnTo>
                  <a:lnTo>
                    <a:pt x="227171" y="7172"/>
                  </a:lnTo>
                  <a:cubicBezTo>
                    <a:pt x="169069" y="6220"/>
                    <a:pt x="112871" y="29080"/>
                    <a:pt x="71914" y="69085"/>
                  </a:cubicBezTo>
                  <a:cubicBezTo>
                    <a:pt x="30956" y="109090"/>
                    <a:pt x="7144" y="165287"/>
                    <a:pt x="7144" y="223390"/>
                  </a:cubicBezTo>
                  <a:lnTo>
                    <a:pt x="7144" y="328165"/>
                  </a:lnTo>
                  <a:lnTo>
                    <a:pt x="602456" y="328165"/>
                  </a:lnTo>
                  <a:lnTo>
                    <a:pt x="602456" y="1167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5B229A97-ACE5-4C7E-8343-7A571044E1CC}"/>
                </a:ext>
              </a:extLst>
            </p:cNvPr>
            <p:cNvSpPr/>
            <p:nvPr/>
          </p:nvSpPr>
          <p:spPr>
            <a:xfrm>
              <a:off x="6023134" y="1430649"/>
              <a:ext cx="180975" cy="238125"/>
            </a:xfrm>
            <a:custGeom>
              <a:avLst/>
              <a:gdLst>
                <a:gd name="connsiteX0" fmla="*/ 45244 w 180975"/>
                <a:gd name="connsiteY0" fmla="*/ 234322 h 238125"/>
                <a:gd name="connsiteX1" fmla="*/ 163354 w 180975"/>
                <a:gd name="connsiteY1" fmla="*/ 187649 h 238125"/>
                <a:gd name="connsiteX2" fmla="*/ 179546 w 180975"/>
                <a:gd name="connsiteY2" fmla="*/ 100972 h 238125"/>
                <a:gd name="connsiteX3" fmla="*/ 131921 w 180975"/>
                <a:gd name="connsiteY3" fmla="*/ 26677 h 238125"/>
                <a:gd name="connsiteX4" fmla="*/ 7144 w 180975"/>
                <a:gd name="connsiteY4" fmla="*/ 24772 h 238125"/>
                <a:gd name="connsiteX5" fmla="*/ 45244 w 180975"/>
                <a:gd name="connsiteY5" fmla="*/ 221939 h 238125"/>
                <a:gd name="connsiteX6" fmla="*/ 45244 w 180975"/>
                <a:gd name="connsiteY6" fmla="*/ 234322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0975" h="238125">
                  <a:moveTo>
                    <a:pt x="45244" y="234322"/>
                  </a:moveTo>
                  <a:cubicBezTo>
                    <a:pt x="80486" y="243847"/>
                    <a:pt x="135731" y="227654"/>
                    <a:pt x="163354" y="187649"/>
                  </a:cubicBezTo>
                  <a:cubicBezTo>
                    <a:pt x="180499" y="161932"/>
                    <a:pt x="186214" y="131452"/>
                    <a:pt x="179546" y="100972"/>
                  </a:cubicBezTo>
                  <a:cubicBezTo>
                    <a:pt x="173831" y="70492"/>
                    <a:pt x="156686" y="43822"/>
                    <a:pt x="131921" y="26677"/>
                  </a:cubicBezTo>
                  <a:cubicBezTo>
                    <a:pt x="94774" y="959"/>
                    <a:pt x="45244" y="959"/>
                    <a:pt x="7144" y="24772"/>
                  </a:cubicBezTo>
                  <a:cubicBezTo>
                    <a:pt x="31909" y="87637"/>
                    <a:pt x="45244" y="154312"/>
                    <a:pt x="45244" y="221939"/>
                  </a:cubicBezTo>
                  <a:lnTo>
                    <a:pt x="45244" y="2343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6E637FCD-F2EB-49DC-912D-B15956FCD298}"/>
                </a:ext>
              </a:extLst>
            </p:cNvPr>
            <p:cNvSpPr/>
            <p:nvPr/>
          </p:nvSpPr>
          <p:spPr>
            <a:xfrm>
              <a:off x="5132539" y="1278395"/>
              <a:ext cx="647700" cy="390525"/>
            </a:xfrm>
            <a:custGeom>
              <a:avLst/>
              <a:gdLst>
                <a:gd name="connsiteX0" fmla="*/ 190983 w 647700"/>
                <a:gd name="connsiteY0" fmla="*/ 388480 h 390525"/>
                <a:gd name="connsiteX1" fmla="*/ 556743 w 647700"/>
                <a:gd name="connsiteY1" fmla="*/ 177025 h 390525"/>
                <a:gd name="connsiteX2" fmla="*/ 647231 w 647700"/>
                <a:gd name="connsiteY2" fmla="*/ 130353 h 390525"/>
                <a:gd name="connsiteX3" fmla="*/ 242418 w 647700"/>
                <a:gd name="connsiteY3" fmla="*/ 31293 h 390525"/>
                <a:gd name="connsiteX4" fmla="*/ 7151 w 647700"/>
                <a:gd name="connsiteY4" fmla="*/ 375145 h 390525"/>
                <a:gd name="connsiteX5" fmla="*/ 7151 w 647700"/>
                <a:gd name="connsiteY5" fmla="*/ 383718 h 390525"/>
                <a:gd name="connsiteX6" fmla="*/ 190983 w 647700"/>
                <a:gd name="connsiteY6" fmla="*/ 38848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700" h="390525">
                  <a:moveTo>
                    <a:pt x="190983" y="388480"/>
                  </a:moveTo>
                  <a:cubicBezTo>
                    <a:pt x="361481" y="374193"/>
                    <a:pt x="484353" y="302755"/>
                    <a:pt x="556743" y="177025"/>
                  </a:cubicBezTo>
                  <a:cubicBezTo>
                    <a:pt x="575793" y="145593"/>
                    <a:pt x="611036" y="126543"/>
                    <a:pt x="647231" y="130353"/>
                  </a:cubicBezTo>
                  <a:cubicBezTo>
                    <a:pt x="546266" y="16053"/>
                    <a:pt x="385293" y="-23000"/>
                    <a:pt x="242418" y="31293"/>
                  </a:cubicBezTo>
                  <a:cubicBezTo>
                    <a:pt x="100496" y="85585"/>
                    <a:pt x="6198" y="222745"/>
                    <a:pt x="7151" y="375145"/>
                  </a:cubicBezTo>
                  <a:lnTo>
                    <a:pt x="7151" y="383718"/>
                  </a:lnTo>
                  <a:cubicBezTo>
                    <a:pt x="68111" y="391338"/>
                    <a:pt x="130023" y="393243"/>
                    <a:pt x="190983" y="388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3CDBF527-9A4A-4B65-A52B-CF3D47D6A2BD}"/>
                </a:ext>
              </a:extLst>
            </p:cNvPr>
            <p:cNvSpPr/>
            <p:nvPr/>
          </p:nvSpPr>
          <p:spPr>
            <a:xfrm>
              <a:off x="5132546" y="1671162"/>
              <a:ext cx="752475" cy="676275"/>
            </a:xfrm>
            <a:custGeom>
              <a:avLst/>
              <a:gdLst>
                <a:gd name="connsiteX0" fmla="*/ 376714 w 752475"/>
                <a:gd name="connsiteY0" fmla="*/ 673894 h 676275"/>
                <a:gd name="connsiteX1" fmla="*/ 745331 w 752475"/>
                <a:gd name="connsiteY1" fmla="*/ 296704 h 676275"/>
                <a:gd name="connsiteX2" fmla="*/ 745331 w 752475"/>
                <a:gd name="connsiteY2" fmla="*/ 121444 h 676275"/>
                <a:gd name="connsiteX3" fmla="*/ 625316 w 752475"/>
                <a:gd name="connsiteY3" fmla="*/ 7144 h 676275"/>
                <a:gd name="connsiteX4" fmla="*/ 200501 w 752475"/>
                <a:gd name="connsiteY4" fmla="*/ 185261 h 676275"/>
                <a:gd name="connsiteX5" fmla="*/ 125254 w 752475"/>
                <a:gd name="connsiteY5" fmla="*/ 188119 h 676275"/>
                <a:gd name="connsiteX6" fmla="*/ 7144 w 752475"/>
                <a:gd name="connsiteY6" fmla="*/ 181451 h 676275"/>
                <a:gd name="connsiteX7" fmla="*/ 7144 w 752475"/>
                <a:gd name="connsiteY7" fmla="*/ 296704 h 676275"/>
                <a:gd name="connsiteX8" fmla="*/ 376714 w 752475"/>
                <a:gd name="connsiteY8" fmla="*/ 673894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2475" h="676275">
                  <a:moveTo>
                    <a:pt x="376714" y="673894"/>
                  </a:moveTo>
                  <a:cubicBezTo>
                    <a:pt x="575786" y="673894"/>
                    <a:pt x="745331" y="501491"/>
                    <a:pt x="745331" y="296704"/>
                  </a:cubicBezTo>
                  <a:lnTo>
                    <a:pt x="745331" y="121444"/>
                  </a:lnTo>
                  <a:cubicBezTo>
                    <a:pt x="696754" y="92869"/>
                    <a:pt x="655796" y="53816"/>
                    <a:pt x="625316" y="7144"/>
                  </a:cubicBezTo>
                  <a:cubicBezTo>
                    <a:pt x="519589" y="110966"/>
                    <a:pt x="373856" y="171926"/>
                    <a:pt x="200501" y="185261"/>
                  </a:cubicBezTo>
                  <a:cubicBezTo>
                    <a:pt x="174784" y="187166"/>
                    <a:pt x="150019" y="188119"/>
                    <a:pt x="125254" y="188119"/>
                  </a:cubicBezTo>
                  <a:cubicBezTo>
                    <a:pt x="86201" y="188119"/>
                    <a:pt x="46196" y="186214"/>
                    <a:pt x="7144" y="181451"/>
                  </a:cubicBezTo>
                  <a:lnTo>
                    <a:pt x="7144" y="296704"/>
                  </a:lnTo>
                  <a:cubicBezTo>
                    <a:pt x="7144" y="501491"/>
                    <a:pt x="176689" y="673894"/>
                    <a:pt x="376714" y="673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2ED4C926-6474-4F51-8204-E0F35D903C1A}"/>
                </a:ext>
              </a:extLst>
            </p:cNvPr>
            <p:cNvSpPr/>
            <p:nvPr/>
          </p:nvSpPr>
          <p:spPr>
            <a:xfrm>
              <a:off x="3831431" y="606267"/>
              <a:ext cx="3362325" cy="3362325"/>
            </a:xfrm>
            <a:custGeom>
              <a:avLst/>
              <a:gdLst>
                <a:gd name="connsiteX0" fmla="*/ 1683544 w 3362325"/>
                <a:gd name="connsiteY0" fmla="*/ 3359944 h 3362325"/>
                <a:gd name="connsiteX1" fmla="*/ 3359944 w 3362325"/>
                <a:gd name="connsiteY1" fmla="*/ 1683544 h 3362325"/>
                <a:gd name="connsiteX2" fmla="*/ 1683544 w 3362325"/>
                <a:gd name="connsiteY2" fmla="*/ 7144 h 3362325"/>
                <a:gd name="connsiteX3" fmla="*/ 7144 w 3362325"/>
                <a:gd name="connsiteY3" fmla="*/ 1684496 h 3362325"/>
                <a:gd name="connsiteX4" fmla="*/ 1683544 w 3362325"/>
                <a:gd name="connsiteY4" fmla="*/ 3359944 h 3362325"/>
                <a:gd name="connsiteX5" fmla="*/ 796766 w 3362325"/>
                <a:gd name="connsiteY5" fmla="*/ 2357914 h 3362325"/>
                <a:gd name="connsiteX6" fmla="*/ 917734 w 3362325"/>
                <a:gd name="connsiteY6" fmla="*/ 2069306 h 3362325"/>
                <a:gd name="connsiteX7" fmla="*/ 1207294 w 3362325"/>
                <a:gd name="connsiteY7" fmla="*/ 1951196 h 3362325"/>
                <a:gd name="connsiteX8" fmla="*/ 1343501 w 3362325"/>
                <a:gd name="connsiteY8" fmla="*/ 1951196 h 3362325"/>
                <a:gd name="connsiteX9" fmla="*/ 1343501 w 3362325"/>
                <a:gd name="connsiteY9" fmla="*/ 1815941 h 3362325"/>
                <a:gd name="connsiteX10" fmla="*/ 1117759 w 3362325"/>
                <a:gd name="connsiteY10" fmla="*/ 1361599 h 3362325"/>
                <a:gd name="connsiteX11" fmla="*/ 1117759 w 3362325"/>
                <a:gd name="connsiteY11" fmla="*/ 1046321 h 3362325"/>
                <a:gd name="connsiteX12" fmla="*/ 1481614 w 3362325"/>
                <a:gd name="connsiteY12" fmla="*/ 522446 h 3362325"/>
                <a:gd name="connsiteX13" fmla="*/ 2097881 w 3362325"/>
                <a:gd name="connsiteY13" fmla="*/ 685324 h 3362325"/>
                <a:gd name="connsiteX14" fmla="*/ 2198846 w 3362325"/>
                <a:gd name="connsiteY14" fmla="*/ 647224 h 3362325"/>
                <a:gd name="connsiteX15" fmla="*/ 2500789 w 3362325"/>
                <a:gd name="connsiteY15" fmla="*/ 760571 h 3362325"/>
                <a:gd name="connsiteX16" fmla="*/ 2532221 w 3362325"/>
                <a:gd name="connsiteY16" fmla="*/ 1081564 h 3362325"/>
                <a:gd name="connsiteX17" fmla="*/ 2258854 w 3362325"/>
                <a:gd name="connsiteY17" fmla="*/ 1252061 h 3362325"/>
                <a:gd name="connsiteX18" fmla="*/ 2236946 w 3362325"/>
                <a:gd name="connsiteY18" fmla="*/ 1251109 h 3362325"/>
                <a:gd name="connsiteX19" fmla="*/ 2236946 w 3362325"/>
                <a:gd name="connsiteY19" fmla="*/ 1362551 h 3362325"/>
                <a:gd name="connsiteX20" fmla="*/ 2022634 w 3362325"/>
                <a:gd name="connsiteY20" fmla="*/ 1801654 h 3362325"/>
                <a:gd name="connsiteX21" fmla="*/ 2022634 w 3362325"/>
                <a:gd name="connsiteY21" fmla="*/ 1951196 h 3362325"/>
                <a:gd name="connsiteX22" fmla="*/ 2158841 w 3362325"/>
                <a:gd name="connsiteY22" fmla="*/ 1951196 h 3362325"/>
                <a:gd name="connsiteX23" fmla="*/ 2449354 w 3362325"/>
                <a:gd name="connsiteY23" fmla="*/ 2069306 h 3362325"/>
                <a:gd name="connsiteX24" fmla="*/ 2570321 w 3362325"/>
                <a:gd name="connsiteY24" fmla="*/ 2357914 h 3362325"/>
                <a:gd name="connsiteX25" fmla="*/ 2570321 w 3362325"/>
                <a:gd name="connsiteY25" fmla="*/ 2563654 h 3362325"/>
                <a:gd name="connsiteX26" fmla="*/ 2475071 w 3362325"/>
                <a:gd name="connsiteY26" fmla="*/ 2653189 h 3362325"/>
                <a:gd name="connsiteX27" fmla="*/ 891064 w 3362325"/>
                <a:gd name="connsiteY27" fmla="*/ 2653189 h 3362325"/>
                <a:gd name="connsiteX28" fmla="*/ 796766 w 3362325"/>
                <a:gd name="connsiteY28" fmla="*/ 2563654 h 3362325"/>
                <a:gd name="connsiteX29" fmla="*/ 796766 w 3362325"/>
                <a:gd name="connsiteY29" fmla="*/ 2357914 h 3362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362325" h="3362325">
                  <a:moveTo>
                    <a:pt x="1683544" y="3359944"/>
                  </a:moveTo>
                  <a:cubicBezTo>
                    <a:pt x="2607469" y="3359944"/>
                    <a:pt x="3359944" y="2608421"/>
                    <a:pt x="3359944" y="1683544"/>
                  </a:cubicBezTo>
                  <a:cubicBezTo>
                    <a:pt x="3359944" y="759619"/>
                    <a:pt x="2608421" y="7144"/>
                    <a:pt x="1683544" y="7144"/>
                  </a:cubicBezTo>
                  <a:cubicBezTo>
                    <a:pt x="758666" y="8096"/>
                    <a:pt x="7144" y="759619"/>
                    <a:pt x="7144" y="1684496"/>
                  </a:cubicBezTo>
                  <a:cubicBezTo>
                    <a:pt x="7144" y="2608421"/>
                    <a:pt x="758666" y="3359944"/>
                    <a:pt x="1683544" y="3359944"/>
                  </a:cubicBezTo>
                  <a:close/>
                  <a:moveTo>
                    <a:pt x="796766" y="2357914"/>
                  </a:moveTo>
                  <a:cubicBezTo>
                    <a:pt x="796766" y="2249329"/>
                    <a:pt x="840581" y="2145506"/>
                    <a:pt x="917734" y="2069306"/>
                  </a:cubicBezTo>
                  <a:cubicBezTo>
                    <a:pt x="994886" y="1993106"/>
                    <a:pt x="1099661" y="1950244"/>
                    <a:pt x="1207294" y="1951196"/>
                  </a:cubicBezTo>
                  <a:lnTo>
                    <a:pt x="1343501" y="1951196"/>
                  </a:lnTo>
                  <a:lnTo>
                    <a:pt x="1343501" y="1815941"/>
                  </a:lnTo>
                  <a:cubicBezTo>
                    <a:pt x="1200626" y="1712119"/>
                    <a:pt x="1117759" y="1547336"/>
                    <a:pt x="1117759" y="1361599"/>
                  </a:cubicBezTo>
                  <a:lnTo>
                    <a:pt x="1117759" y="1046321"/>
                  </a:lnTo>
                  <a:cubicBezTo>
                    <a:pt x="1116806" y="812959"/>
                    <a:pt x="1262539" y="603409"/>
                    <a:pt x="1481614" y="522446"/>
                  </a:cubicBezTo>
                  <a:cubicBezTo>
                    <a:pt x="1700689" y="441484"/>
                    <a:pt x="1947386" y="507206"/>
                    <a:pt x="2097881" y="685324"/>
                  </a:cubicBezTo>
                  <a:cubicBezTo>
                    <a:pt x="2129314" y="667226"/>
                    <a:pt x="2163604" y="653891"/>
                    <a:pt x="2198846" y="647224"/>
                  </a:cubicBezTo>
                  <a:cubicBezTo>
                    <a:pt x="2313146" y="624364"/>
                    <a:pt x="2429351" y="669131"/>
                    <a:pt x="2500789" y="760571"/>
                  </a:cubicBezTo>
                  <a:cubicBezTo>
                    <a:pt x="2571274" y="852964"/>
                    <a:pt x="2583656" y="976789"/>
                    <a:pt x="2532221" y="1081564"/>
                  </a:cubicBezTo>
                  <a:cubicBezTo>
                    <a:pt x="2480786" y="1185386"/>
                    <a:pt x="2375059" y="1252061"/>
                    <a:pt x="2258854" y="1252061"/>
                  </a:cubicBezTo>
                  <a:cubicBezTo>
                    <a:pt x="2251234" y="1252061"/>
                    <a:pt x="2243614" y="1252061"/>
                    <a:pt x="2236946" y="1251109"/>
                  </a:cubicBezTo>
                  <a:lnTo>
                    <a:pt x="2236946" y="1362551"/>
                  </a:lnTo>
                  <a:cubicBezTo>
                    <a:pt x="2236946" y="1534001"/>
                    <a:pt x="2157889" y="1695926"/>
                    <a:pt x="2022634" y="1801654"/>
                  </a:cubicBezTo>
                  <a:lnTo>
                    <a:pt x="2022634" y="1951196"/>
                  </a:lnTo>
                  <a:lnTo>
                    <a:pt x="2158841" y="1951196"/>
                  </a:lnTo>
                  <a:cubicBezTo>
                    <a:pt x="2267426" y="1950244"/>
                    <a:pt x="2372201" y="1993106"/>
                    <a:pt x="2449354" y="2069306"/>
                  </a:cubicBezTo>
                  <a:cubicBezTo>
                    <a:pt x="2526506" y="2145506"/>
                    <a:pt x="2570321" y="2249329"/>
                    <a:pt x="2570321" y="2357914"/>
                  </a:cubicBezTo>
                  <a:lnTo>
                    <a:pt x="2570321" y="2563654"/>
                  </a:lnTo>
                  <a:cubicBezTo>
                    <a:pt x="2570321" y="2616041"/>
                    <a:pt x="2528411" y="2653189"/>
                    <a:pt x="2475071" y="2653189"/>
                  </a:cubicBezTo>
                  <a:lnTo>
                    <a:pt x="891064" y="2653189"/>
                  </a:lnTo>
                  <a:cubicBezTo>
                    <a:pt x="838676" y="2653189"/>
                    <a:pt x="796766" y="2616041"/>
                    <a:pt x="796766" y="2563654"/>
                  </a:cubicBezTo>
                  <a:lnTo>
                    <a:pt x="796766" y="23579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093DFAA7-CFD6-4974-8AEF-D6DD4B1019FB}"/>
                </a:ext>
              </a:extLst>
            </p:cNvPr>
            <p:cNvSpPr/>
            <p:nvPr/>
          </p:nvSpPr>
          <p:spPr>
            <a:xfrm>
              <a:off x="5597366" y="2741742"/>
              <a:ext cx="619125" cy="333375"/>
            </a:xfrm>
            <a:custGeom>
              <a:avLst/>
              <a:gdLst>
                <a:gd name="connsiteX0" fmla="*/ 7144 w 619125"/>
                <a:gd name="connsiteY0" fmla="*/ 117663 h 333375"/>
                <a:gd name="connsiteX1" fmla="*/ 7144 w 619125"/>
                <a:gd name="connsiteY1" fmla="*/ 328166 h 333375"/>
                <a:gd name="connsiteX2" fmla="*/ 613886 w 619125"/>
                <a:gd name="connsiteY2" fmla="*/ 328166 h 333375"/>
                <a:gd name="connsiteX3" fmla="*/ 613886 w 619125"/>
                <a:gd name="connsiteY3" fmla="*/ 223391 h 333375"/>
                <a:gd name="connsiteX4" fmla="*/ 549116 w 619125"/>
                <a:gd name="connsiteY4" fmla="*/ 69086 h 333375"/>
                <a:gd name="connsiteX5" fmla="*/ 393859 w 619125"/>
                <a:gd name="connsiteY5" fmla="*/ 7174 h 333375"/>
                <a:gd name="connsiteX6" fmla="*/ 192881 w 619125"/>
                <a:gd name="connsiteY6" fmla="*/ 7174 h 333375"/>
                <a:gd name="connsiteX7" fmla="*/ 7144 w 619125"/>
                <a:gd name="connsiteY7" fmla="*/ 117663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125" h="333375">
                  <a:moveTo>
                    <a:pt x="7144" y="117663"/>
                  </a:moveTo>
                  <a:lnTo>
                    <a:pt x="7144" y="328166"/>
                  </a:lnTo>
                  <a:lnTo>
                    <a:pt x="613886" y="328166"/>
                  </a:lnTo>
                  <a:lnTo>
                    <a:pt x="613886" y="223391"/>
                  </a:lnTo>
                  <a:cubicBezTo>
                    <a:pt x="613886" y="165288"/>
                    <a:pt x="590074" y="110043"/>
                    <a:pt x="549116" y="69086"/>
                  </a:cubicBezTo>
                  <a:cubicBezTo>
                    <a:pt x="507206" y="28129"/>
                    <a:pt x="451961" y="6221"/>
                    <a:pt x="393859" y="7174"/>
                  </a:cubicBezTo>
                  <a:lnTo>
                    <a:pt x="192881" y="7174"/>
                  </a:lnTo>
                  <a:lnTo>
                    <a:pt x="7144" y="1176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26FFD57-4653-4FEC-84A2-6D76618FB0D1}"/>
                </a:ext>
              </a:extLst>
            </p:cNvPr>
            <p:cNvSpPr/>
            <p:nvPr/>
          </p:nvSpPr>
          <p:spPr>
            <a:xfrm>
              <a:off x="5359241" y="2503647"/>
              <a:ext cx="304800" cy="190500"/>
            </a:xfrm>
            <a:custGeom>
              <a:avLst/>
              <a:gdLst>
                <a:gd name="connsiteX0" fmla="*/ 304324 w 304800"/>
                <a:gd name="connsiteY0" fmla="*/ 7144 h 190500"/>
                <a:gd name="connsiteX1" fmla="*/ 146209 w 304800"/>
                <a:gd name="connsiteY1" fmla="*/ 31909 h 190500"/>
                <a:gd name="connsiteX2" fmla="*/ 7144 w 304800"/>
                <a:gd name="connsiteY2" fmla="*/ 12859 h 190500"/>
                <a:gd name="connsiteX3" fmla="*/ 7144 w 304800"/>
                <a:gd name="connsiteY3" fmla="*/ 92869 h 190500"/>
                <a:gd name="connsiteX4" fmla="*/ 150971 w 304800"/>
                <a:gd name="connsiteY4" fmla="*/ 189071 h 190500"/>
                <a:gd name="connsiteX5" fmla="*/ 304324 w 304800"/>
                <a:gd name="connsiteY5" fmla="*/ 90964 h 190500"/>
                <a:gd name="connsiteX6" fmla="*/ 304324 w 304800"/>
                <a:gd name="connsiteY6" fmla="*/ 714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4800" h="190500">
                  <a:moveTo>
                    <a:pt x="304324" y="7144"/>
                  </a:moveTo>
                  <a:cubicBezTo>
                    <a:pt x="252889" y="23336"/>
                    <a:pt x="199549" y="31909"/>
                    <a:pt x="146209" y="31909"/>
                  </a:cubicBezTo>
                  <a:cubicBezTo>
                    <a:pt x="98584" y="32861"/>
                    <a:pt x="51911" y="26194"/>
                    <a:pt x="7144" y="12859"/>
                  </a:cubicBezTo>
                  <a:lnTo>
                    <a:pt x="7144" y="92869"/>
                  </a:lnTo>
                  <a:lnTo>
                    <a:pt x="150971" y="189071"/>
                  </a:lnTo>
                  <a:lnTo>
                    <a:pt x="304324" y="90964"/>
                  </a:lnTo>
                  <a:lnTo>
                    <a:pt x="30432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5D943933-8093-448C-AD7C-C9F1EF2B6E2E}"/>
                </a:ext>
              </a:extLst>
            </p:cNvPr>
            <p:cNvSpPr/>
            <p:nvPr/>
          </p:nvSpPr>
          <p:spPr>
            <a:xfrm>
              <a:off x="7797641" y="4073367"/>
              <a:ext cx="819150" cy="2476500"/>
            </a:xfrm>
            <a:custGeom>
              <a:avLst/>
              <a:gdLst>
                <a:gd name="connsiteX0" fmla="*/ 102394 w 819150"/>
                <a:gd name="connsiteY0" fmla="*/ 7144 h 2476500"/>
                <a:gd name="connsiteX1" fmla="*/ 721519 w 819150"/>
                <a:gd name="connsiteY1" fmla="*/ 7144 h 2476500"/>
                <a:gd name="connsiteX2" fmla="*/ 816769 w 819150"/>
                <a:gd name="connsiteY2" fmla="*/ 102394 h 2476500"/>
                <a:gd name="connsiteX3" fmla="*/ 816769 w 819150"/>
                <a:gd name="connsiteY3" fmla="*/ 2375059 h 2476500"/>
                <a:gd name="connsiteX4" fmla="*/ 721519 w 819150"/>
                <a:gd name="connsiteY4" fmla="*/ 2470309 h 2476500"/>
                <a:gd name="connsiteX5" fmla="*/ 102394 w 819150"/>
                <a:gd name="connsiteY5" fmla="*/ 2470309 h 2476500"/>
                <a:gd name="connsiteX6" fmla="*/ 7144 w 819150"/>
                <a:gd name="connsiteY6" fmla="*/ 2375059 h 2476500"/>
                <a:gd name="connsiteX7" fmla="*/ 7144 w 819150"/>
                <a:gd name="connsiteY7" fmla="*/ 102394 h 2476500"/>
                <a:gd name="connsiteX8" fmla="*/ 102394 w 819150"/>
                <a:gd name="connsiteY8" fmla="*/ 7144 h 247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9150" h="2476500">
                  <a:moveTo>
                    <a:pt x="102394" y="7144"/>
                  </a:moveTo>
                  <a:lnTo>
                    <a:pt x="721519" y="7144"/>
                  </a:lnTo>
                  <a:cubicBezTo>
                    <a:pt x="773906" y="7144"/>
                    <a:pt x="816769" y="50006"/>
                    <a:pt x="816769" y="102394"/>
                  </a:cubicBezTo>
                  <a:lnTo>
                    <a:pt x="816769" y="2375059"/>
                  </a:lnTo>
                  <a:cubicBezTo>
                    <a:pt x="816769" y="2427446"/>
                    <a:pt x="773906" y="2470309"/>
                    <a:pt x="721519" y="2470309"/>
                  </a:cubicBezTo>
                  <a:lnTo>
                    <a:pt x="102394" y="2470309"/>
                  </a:lnTo>
                  <a:cubicBezTo>
                    <a:pt x="50006" y="2470309"/>
                    <a:pt x="7144" y="2427446"/>
                    <a:pt x="7144" y="2375059"/>
                  </a:cubicBezTo>
                  <a:lnTo>
                    <a:pt x="7144" y="102394"/>
                  </a:lnTo>
                  <a:cubicBezTo>
                    <a:pt x="7144" y="50006"/>
                    <a:pt x="50006" y="7144"/>
                    <a:pt x="1023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18B9B65D-D628-4030-918F-FFAF3061D228}"/>
                </a:ext>
              </a:extLst>
            </p:cNvPr>
            <p:cNvSpPr/>
            <p:nvPr/>
          </p:nvSpPr>
          <p:spPr>
            <a:xfrm>
              <a:off x="6536531" y="4859179"/>
              <a:ext cx="819150" cy="1685925"/>
            </a:xfrm>
            <a:custGeom>
              <a:avLst/>
              <a:gdLst>
                <a:gd name="connsiteX0" fmla="*/ 102394 w 819150"/>
                <a:gd name="connsiteY0" fmla="*/ 7144 h 1685925"/>
                <a:gd name="connsiteX1" fmla="*/ 721519 w 819150"/>
                <a:gd name="connsiteY1" fmla="*/ 7144 h 1685925"/>
                <a:gd name="connsiteX2" fmla="*/ 816769 w 819150"/>
                <a:gd name="connsiteY2" fmla="*/ 102394 h 1685925"/>
                <a:gd name="connsiteX3" fmla="*/ 816769 w 819150"/>
                <a:gd name="connsiteY3" fmla="*/ 1589246 h 1685925"/>
                <a:gd name="connsiteX4" fmla="*/ 721519 w 819150"/>
                <a:gd name="connsiteY4" fmla="*/ 1684496 h 1685925"/>
                <a:gd name="connsiteX5" fmla="*/ 102394 w 819150"/>
                <a:gd name="connsiteY5" fmla="*/ 1684496 h 1685925"/>
                <a:gd name="connsiteX6" fmla="*/ 7144 w 819150"/>
                <a:gd name="connsiteY6" fmla="*/ 1589246 h 1685925"/>
                <a:gd name="connsiteX7" fmla="*/ 7144 w 819150"/>
                <a:gd name="connsiteY7" fmla="*/ 102394 h 1685925"/>
                <a:gd name="connsiteX8" fmla="*/ 102394 w 819150"/>
                <a:gd name="connsiteY8" fmla="*/ 7144 h 168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9150" h="1685925">
                  <a:moveTo>
                    <a:pt x="102394" y="7144"/>
                  </a:moveTo>
                  <a:lnTo>
                    <a:pt x="721519" y="7144"/>
                  </a:lnTo>
                  <a:cubicBezTo>
                    <a:pt x="773906" y="7144"/>
                    <a:pt x="816769" y="50006"/>
                    <a:pt x="816769" y="102394"/>
                  </a:cubicBezTo>
                  <a:lnTo>
                    <a:pt x="816769" y="1589246"/>
                  </a:lnTo>
                  <a:cubicBezTo>
                    <a:pt x="816769" y="1641634"/>
                    <a:pt x="773906" y="1684496"/>
                    <a:pt x="721519" y="1684496"/>
                  </a:cubicBezTo>
                  <a:lnTo>
                    <a:pt x="102394" y="1684496"/>
                  </a:lnTo>
                  <a:cubicBezTo>
                    <a:pt x="50006" y="1684496"/>
                    <a:pt x="7144" y="1641634"/>
                    <a:pt x="7144" y="1589246"/>
                  </a:cubicBezTo>
                  <a:lnTo>
                    <a:pt x="7144" y="102394"/>
                  </a:lnTo>
                  <a:cubicBezTo>
                    <a:pt x="7144" y="49054"/>
                    <a:pt x="50006" y="7144"/>
                    <a:pt x="1023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8471DC3A-4698-4CBC-A6FC-D426C9386A30}"/>
                </a:ext>
              </a:extLst>
            </p:cNvPr>
            <p:cNvSpPr/>
            <p:nvPr/>
          </p:nvSpPr>
          <p:spPr>
            <a:xfrm>
              <a:off x="5275421" y="5667852"/>
              <a:ext cx="819150" cy="876300"/>
            </a:xfrm>
            <a:custGeom>
              <a:avLst/>
              <a:gdLst>
                <a:gd name="connsiteX0" fmla="*/ 102394 w 819150"/>
                <a:gd name="connsiteY0" fmla="*/ 7144 h 876300"/>
                <a:gd name="connsiteX1" fmla="*/ 721519 w 819150"/>
                <a:gd name="connsiteY1" fmla="*/ 7144 h 876300"/>
                <a:gd name="connsiteX2" fmla="*/ 816769 w 819150"/>
                <a:gd name="connsiteY2" fmla="*/ 102394 h 876300"/>
                <a:gd name="connsiteX3" fmla="*/ 816769 w 819150"/>
                <a:gd name="connsiteY3" fmla="*/ 780574 h 876300"/>
                <a:gd name="connsiteX4" fmla="*/ 721519 w 819150"/>
                <a:gd name="connsiteY4" fmla="*/ 875824 h 876300"/>
                <a:gd name="connsiteX5" fmla="*/ 102394 w 819150"/>
                <a:gd name="connsiteY5" fmla="*/ 875824 h 876300"/>
                <a:gd name="connsiteX6" fmla="*/ 7144 w 819150"/>
                <a:gd name="connsiteY6" fmla="*/ 780574 h 876300"/>
                <a:gd name="connsiteX7" fmla="*/ 7144 w 819150"/>
                <a:gd name="connsiteY7" fmla="*/ 102394 h 876300"/>
                <a:gd name="connsiteX8" fmla="*/ 102394 w 819150"/>
                <a:gd name="connsiteY8" fmla="*/ 7144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9150" h="876300">
                  <a:moveTo>
                    <a:pt x="102394" y="7144"/>
                  </a:moveTo>
                  <a:lnTo>
                    <a:pt x="721519" y="7144"/>
                  </a:lnTo>
                  <a:cubicBezTo>
                    <a:pt x="773906" y="7144"/>
                    <a:pt x="816769" y="50006"/>
                    <a:pt x="816769" y="102394"/>
                  </a:cubicBezTo>
                  <a:lnTo>
                    <a:pt x="816769" y="780574"/>
                  </a:lnTo>
                  <a:cubicBezTo>
                    <a:pt x="816769" y="832961"/>
                    <a:pt x="773906" y="875824"/>
                    <a:pt x="721519" y="875824"/>
                  </a:cubicBezTo>
                  <a:lnTo>
                    <a:pt x="102394" y="875824"/>
                  </a:lnTo>
                  <a:cubicBezTo>
                    <a:pt x="50006" y="875824"/>
                    <a:pt x="7144" y="832961"/>
                    <a:pt x="7144" y="780574"/>
                  </a:cubicBezTo>
                  <a:lnTo>
                    <a:pt x="7144" y="102394"/>
                  </a:lnTo>
                  <a:cubicBezTo>
                    <a:pt x="7144" y="50006"/>
                    <a:pt x="50006" y="7144"/>
                    <a:pt x="1023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B7926274-5595-44AC-87CF-13DFDC35FB7D}"/>
                </a:ext>
              </a:extLst>
            </p:cNvPr>
            <p:cNvSpPr/>
            <p:nvPr/>
          </p:nvSpPr>
          <p:spPr>
            <a:xfrm>
              <a:off x="4014311" y="5442109"/>
              <a:ext cx="819150" cy="1104900"/>
            </a:xfrm>
            <a:custGeom>
              <a:avLst/>
              <a:gdLst>
                <a:gd name="connsiteX0" fmla="*/ 102394 w 819150"/>
                <a:gd name="connsiteY0" fmla="*/ 7144 h 1104900"/>
                <a:gd name="connsiteX1" fmla="*/ 721519 w 819150"/>
                <a:gd name="connsiteY1" fmla="*/ 7144 h 1104900"/>
                <a:gd name="connsiteX2" fmla="*/ 816769 w 819150"/>
                <a:gd name="connsiteY2" fmla="*/ 102393 h 1104900"/>
                <a:gd name="connsiteX3" fmla="*/ 816769 w 819150"/>
                <a:gd name="connsiteY3" fmla="*/ 1006316 h 1104900"/>
                <a:gd name="connsiteX4" fmla="*/ 721519 w 819150"/>
                <a:gd name="connsiteY4" fmla="*/ 1101566 h 1104900"/>
                <a:gd name="connsiteX5" fmla="*/ 102394 w 819150"/>
                <a:gd name="connsiteY5" fmla="*/ 1101566 h 1104900"/>
                <a:gd name="connsiteX6" fmla="*/ 7144 w 819150"/>
                <a:gd name="connsiteY6" fmla="*/ 1006316 h 1104900"/>
                <a:gd name="connsiteX7" fmla="*/ 7144 w 819150"/>
                <a:gd name="connsiteY7" fmla="*/ 102393 h 1104900"/>
                <a:gd name="connsiteX8" fmla="*/ 102394 w 819150"/>
                <a:gd name="connsiteY8" fmla="*/ 7144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9150" h="1104900">
                  <a:moveTo>
                    <a:pt x="102394" y="7144"/>
                  </a:moveTo>
                  <a:lnTo>
                    <a:pt x="721519" y="7144"/>
                  </a:lnTo>
                  <a:cubicBezTo>
                    <a:pt x="773906" y="7144"/>
                    <a:pt x="816769" y="50006"/>
                    <a:pt x="816769" y="102393"/>
                  </a:cubicBezTo>
                  <a:lnTo>
                    <a:pt x="816769" y="1006316"/>
                  </a:lnTo>
                  <a:cubicBezTo>
                    <a:pt x="816769" y="1058704"/>
                    <a:pt x="773906" y="1101566"/>
                    <a:pt x="721519" y="1101566"/>
                  </a:cubicBezTo>
                  <a:lnTo>
                    <a:pt x="102394" y="1101566"/>
                  </a:lnTo>
                  <a:cubicBezTo>
                    <a:pt x="50006" y="1101566"/>
                    <a:pt x="7144" y="1058704"/>
                    <a:pt x="7144" y="1006316"/>
                  </a:cubicBezTo>
                  <a:lnTo>
                    <a:pt x="7144" y="102393"/>
                  </a:lnTo>
                  <a:cubicBezTo>
                    <a:pt x="7144" y="50006"/>
                    <a:pt x="50006" y="7144"/>
                    <a:pt x="1023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6B7BC313-C545-4FF6-94A3-942FDB570B6A}"/>
                </a:ext>
              </a:extLst>
            </p:cNvPr>
            <p:cNvSpPr/>
            <p:nvPr/>
          </p:nvSpPr>
          <p:spPr>
            <a:xfrm>
              <a:off x="3978715" y="2792254"/>
              <a:ext cx="4676775" cy="2486025"/>
            </a:xfrm>
            <a:custGeom>
              <a:avLst/>
              <a:gdLst>
                <a:gd name="connsiteX0" fmla="*/ 4232788 w 4676775"/>
                <a:gd name="connsiteY0" fmla="*/ 7144 h 2486025"/>
                <a:gd name="connsiteX1" fmla="*/ 3877505 w 4676775"/>
                <a:gd name="connsiteY1" fmla="*/ 185261 h 2486025"/>
                <a:gd name="connsiteX2" fmla="*/ 3807973 w 4676775"/>
                <a:gd name="connsiteY2" fmla="*/ 575786 h 2486025"/>
                <a:gd name="connsiteX3" fmla="*/ 3295528 w 4676775"/>
                <a:gd name="connsiteY3" fmla="*/ 939641 h 2486025"/>
                <a:gd name="connsiteX4" fmla="*/ 2736410 w 4676775"/>
                <a:gd name="connsiteY4" fmla="*/ 867251 h 2486025"/>
                <a:gd name="connsiteX5" fmla="*/ 2559245 w 4676775"/>
                <a:gd name="connsiteY5" fmla="*/ 1401604 h 2486025"/>
                <a:gd name="connsiteX6" fmla="*/ 2082995 w 4676775"/>
                <a:gd name="connsiteY6" fmla="*/ 1803559 h 2486025"/>
                <a:gd name="connsiteX7" fmla="*/ 1651513 w 4676775"/>
                <a:gd name="connsiteY7" fmla="*/ 1605439 h 2486025"/>
                <a:gd name="connsiteX8" fmla="*/ 1288610 w 4676775"/>
                <a:gd name="connsiteY8" fmla="*/ 1911191 h 2486025"/>
                <a:gd name="connsiteX9" fmla="*/ 888560 w 4676775"/>
                <a:gd name="connsiteY9" fmla="*/ 1749266 h 2486025"/>
                <a:gd name="connsiteX10" fmla="*/ 434218 w 4676775"/>
                <a:gd name="connsiteY10" fmla="*/ 1373029 h 2486025"/>
                <a:gd name="connsiteX11" fmla="*/ 8450 w 4676775"/>
                <a:gd name="connsiteY11" fmla="*/ 1781651 h 2486025"/>
                <a:gd name="connsiteX12" fmla="*/ 365638 w 4676775"/>
                <a:gd name="connsiteY12" fmla="*/ 2250281 h 2486025"/>
                <a:gd name="connsiteX13" fmla="*/ 872368 w 4676775"/>
                <a:gd name="connsiteY13" fmla="*/ 1948339 h 2486025"/>
                <a:gd name="connsiteX14" fmla="*/ 1272418 w 4676775"/>
                <a:gd name="connsiteY14" fmla="*/ 2110264 h 2486025"/>
                <a:gd name="connsiteX15" fmla="*/ 1767718 w 4676775"/>
                <a:gd name="connsiteY15" fmla="*/ 2483644 h 2486025"/>
                <a:gd name="connsiteX16" fmla="*/ 2149670 w 4676775"/>
                <a:gd name="connsiteY16" fmla="*/ 1995011 h 2486025"/>
                <a:gd name="connsiteX17" fmla="*/ 2664020 w 4676775"/>
                <a:gd name="connsiteY17" fmla="*/ 1561624 h 2486025"/>
                <a:gd name="connsiteX18" fmla="*/ 3205993 w 4676775"/>
                <a:gd name="connsiteY18" fmla="*/ 1617821 h 2486025"/>
                <a:gd name="connsiteX19" fmla="*/ 3390778 w 4676775"/>
                <a:gd name="connsiteY19" fmla="*/ 1105376 h 2486025"/>
                <a:gd name="connsiteX20" fmla="*/ 3899413 w 4676775"/>
                <a:gd name="connsiteY20" fmla="*/ 745331 h 2486025"/>
                <a:gd name="connsiteX21" fmla="*/ 4436623 w 4676775"/>
                <a:gd name="connsiteY21" fmla="*/ 844391 h 2486025"/>
                <a:gd name="connsiteX22" fmla="*/ 4660460 w 4676775"/>
                <a:gd name="connsiteY22" fmla="*/ 346234 h 2486025"/>
                <a:gd name="connsiteX23" fmla="*/ 4232788 w 4676775"/>
                <a:gd name="connsiteY23" fmla="*/ 7144 h 2486025"/>
                <a:gd name="connsiteX24" fmla="*/ 4232788 w 4676775"/>
                <a:gd name="connsiteY24" fmla="*/ 7144 h 24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676775" h="2486025">
                  <a:moveTo>
                    <a:pt x="4232788" y="7144"/>
                  </a:moveTo>
                  <a:cubicBezTo>
                    <a:pt x="4092770" y="7144"/>
                    <a:pt x="3961325" y="72866"/>
                    <a:pt x="3877505" y="185261"/>
                  </a:cubicBezTo>
                  <a:cubicBezTo>
                    <a:pt x="3793685" y="297656"/>
                    <a:pt x="3767968" y="442436"/>
                    <a:pt x="3807973" y="575786"/>
                  </a:cubicBezTo>
                  <a:lnTo>
                    <a:pt x="3295528" y="939641"/>
                  </a:lnTo>
                  <a:cubicBezTo>
                    <a:pt x="3150748" y="784384"/>
                    <a:pt x="2916433" y="753904"/>
                    <a:pt x="2736410" y="867251"/>
                  </a:cubicBezTo>
                  <a:cubicBezTo>
                    <a:pt x="2556388" y="979646"/>
                    <a:pt x="2482093" y="1204436"/>
                    <a:pt x="2559245" y="1401604"/>
                  </a:cubicBezTo>
                  <a:lnTo>
                    <a:pt x="2082995" y="1803559"/>
                  </a:lnTo>
                  <a:cubicBezTo>
                    <a:pt x="1989650" y="1659731"/>
                    <a:pt x="1822010" y="1582579"/>
                    <a:pt x="1651513" y="1605439"/>
                  </a:cubicBezTo>
                  <a:cubicBezTo>
                    <a:pt x="1481968" y="1628299"/>
                    <a:pt x="1340045" y="1747361"/>
                    <a:pt x="1288610" y="1911191"/>
                  </a:cubicBezTo>
                  <a:lnTo>
                    <a:pt x="888560" y="1749266"/>
                  </a:lnTo>
                  <a:cubicBezTo>
                    <a:pt x="855223" y="1526381"/>
                    <a:pt x="659960" y="1364456"/>
                    <a:pt x="434218" y="1373029"/>
                  </a:cubicBezTo>
                  <a:cubicBezTo>
                    <a:pt x="209428" y="1381601"/>
                    <a:pt x="26548" y="1556861"/>
                    <a:pt x="8450" y="1781651"/>
                  </a:cubicBezTo>
                  <a:cubicBezTo>
                    <a:pt x="-8695" y="2006441"/>
                    <a:pt x="144658" y="2208371"/>
                    <a:pt x="365638" y="2250281"/>
                  </a:cubicBezTo>
                  <a:cubicBezTo>
                    <a:pt x="586618" y="2293144"/>
                    <a:pt x="804740" y="2163604"/>
                    <a:pt x="872368" y="1948339"/>
                  </a:cubicBezTo>
                  <a:lnTo>
                    <a:pt x="1272418" y="2110264"/>
                  </a:lnTo>
                  <a:cubicBezTo>
                    <a:pt x="1308613" y="2349341"/>
                    <a:pt x="1528640" y="2515077"/>
                    <a:pt x="1767718" y="2483644"/>
                  </a:cubicBezTo>
                  <a:cubicBezTo>
                    <a:pt x="2006795" y="2452211"/>
                    <a:pt x="2177293" y="2234089"/>
                    <a:pt x="2149670" y="1995011"/>
                  </a:cubicBezTo>
                  <a:lnTo>
                    <a:pt x="2664020" y="1561624"/>
                  </a:lnTo>
                  <a:cubicBezTo>
                    <a:pt x="2810705" y="1702594"/>
                    <a:pt x="3034543" y="1725454"/>
                    <a:pt x="3205993" y="1617821"/>
                  </a:cubicBezTo>
                  <a:cubicBezTo>
                    <a:pt x="3378395" y="1509236"/>
                    <a:pt x="3454595" y="1297781"/>
                    <a:pt x="3390778" y="1105376"/>
                  </a:cubicBezTo>
                  <a:lnTo>
                    <a:pt x="3899413" y="745331"/>
                  </a:lnTo>
                  <a:cubicBezTo>
                    <a:pt x="4034668" y="897731"/>
                    <a:pt x="4255648" y="938689"/>
                    <a:pt x="4436623" y="844391"/>
                  </a:cubicBezTo>
                  <a:cubicBezTo>
                    <a:pt x="4616645" y="750094"/>
                    <a:pt x="4709991" y="544354"/>
                    <a:pt x="4660460" y="346234"/>
                  </a:cubicBezTo>
                  <a:cubicBezTo>
                    <a:pt x="4614741" y="146209"/>
                    <a:pt x="4436623" y="7144"/>
                    <a:pt x="4232788" y="7144"/>
                  </a:cubicBezTo>
                  <a:lnTo>
                    <a:pt x="4232788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80" name="Graphic 21">
            <a:extLst>
              <a:ext uri="{FF2B5EF4-FFF2-40B4-BE49-F238E27FC236}">
                <a16:creationId xmlns:a16="http://schemas.microsoft.com/office/drawing/2014/main" id="{4BB2B3BC-8B02-4BBD-8B14-BC962344B937}"/>
              </a:ext>
            </a:extLst>
          </p:cNvPr>
          <p:cNvGrpSpPr>
            <a:grpSpLocks noChangeAspect="1"/>
          </p:cNvGrpSpPr>
          <p:nvPr/>
        </p:nvGrpSpPr>
        <p:grpSpPr>
          <a:xfrm>
            <a:off x="3297085" y="3162925"/>
            <a:ext cx="502920" cy="502920"/>
            <a:chOff x="3810000" y="1143000"/>
            <a:chExt cx="487680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CD533721-54A9-418D-AF0F-29C588F45152}"/>
                </a:ext>
              </a:extLst>
            </p:cNvPr>
            <p:cNvSpPr/>
            <p:nvPr/>
          </p:nvSpPr>
          <p:spPr>
            <a:xfrm>
              <a:off x="3803094" y="1135142"/>
              <a:ext cx="4886325" cy="4886325"/>
            </a:xfrm>
            <a:custGeom>
              <a:avLst/>
              <a:gdLst>
                <a:gd name="connsiteX0" fmla="*/ 4877991 w 4886325"/>
                <a:gd name="connsiteY0" fmla="*/ 4590336 h 4886325"/>
                <a:gd name="connsiteX1" fmla="*/ 4877991 w 4886325"/>
                <a:gd name="connsiteY1" fmla="*/ 4528423 h 4886325"/>
                <a:gd name="connsiteX2" fmla="*/ 4859893 w 4886325"/>
                <a:gd name="connsiteY2" fmla="*/ 4501753 h 4886325"/>
                <a:gd name="connsiteX3" fmla="*/ 4616053 w 4886325"/>
                <a:gd name="connsiteY3" fmla="*/ 4257913 h 4886325"/>
                <a:gd name="connsiteX4" fmla="*/ 4500801 w 4886325"/>
                <a:gd name="connsiteY4" fmla="*/ 4257913 h 4886325"/>
                <a:gd name="connsiteX5" fmla="*/ 4500801 w 4886325"/>
                <a:gd name="connsiteY5" fmla="*/ 4373166 h 4886325"/>
                <a:gd name="connsiteX6" fmla="*/ 4605576 w 4886325"/>
                <a:gd name="connsiteY6" fmla="*/ 4477941 h 4886325"/>
                <a:gd name="connsiteX7" fmla="*/ 4314111 w 4886325"/>
                <a:gd name="connsiteY7" fmla="*/ 4477941 h 4886325"/>
                <a:gd name="connsiteX8" fmla="*/ 4314111 w 4886325"/>
                <a:gd name="connsiteY8" fmla="*/ 1633776 h 4886325"/>
                <a:gd name="connsiteX9" fmla="*/ 4233148 w 4886325"/>
                <a:gd name="connsiteY9" fmla="*/ 1552813 h 4886325"/>
                <a:gd name="connsiteX10" fmla="*/ 3908346 w 4886325"/>
                <a:gd name="connsiteY10" fmla="*/ 1552813 h 4886325"/>
                <a:gd name="connsiteX11" fmla="*/ 3827383 w 4886325"/>
                <a:gd name="connsiteY11" fmla="*/ 1633776 h 4886325"/>
                <a:gd name="connsiteX12" fmla="*/ 3827383 w 4886325"/>
                <a:gd name="connsiteY12" fmla="*/ 4478893 h 4886325"/>
                <a:gd name="connsiteX13" fmla="*/ 3664506 w 4886325"/>
                <a:gd name="connsiteY13" fmla="*/ 4478893 h 4886325"/>
                <a:gd name="connsiteX14" fmla="*/ 3664506 w 4886325"/>
                <a:gd name="connsiteY14" fmla="*/ 2121456 h 4886325"/>
                <a:gd name="connsiteX15" fmla="*/ 3583543 w 4886325"/>
                <a:gd name="connsiteY15" fmla="*/ 2040493 h 4886325"/>
                <a:gd name="connsiteX16" fmla="*/ 3258741 w 4886325"/>
                <a:gd name="connsiteY16" fmla="*/ 2040493 h 4886325"/>
                <a:gd name="connsiteX17" fmla="*/ 3177778 w 4886325"/>
                <a:gd name="connsiteY17" fmla="*/ 2121456 h 4886325"/>
                <a:gd name="connsiteX18" fmla="*/ 3177778 w 4886325"/>
                <a:gd name="connsiteY18" fmla="*/ 4478893 h 4886325"/>
                <a:gd name="connsiteX19" fmla="*/ 3014901 w 4886325"/>
                <a:gd name="connsiteY19" fmla="*/ 4478893 h 4886325"/>
                <a:gd name="connsiteX20" fmla="*/ 3014901 w 4886325"/>
                <a:gd name="connsiteY20" fmla="*/ 2609136 h 4886325"/>
                <a:gd name="connsiteX21" fmla="*/ 2933938 w 4886325"/>
                <a:gd name="connsiteY21" fmla="*/ 2528173 h 4886325"/>
                <a:gd name="connsiteX22" fmla="*/ 2609136 w 4886325"/>
                <a:gd name="connsiteY22" fmla="*/ 2528173 h 4886325"/>
                <a:gd name="connsiteX23" fmla="*/ 2528173 w 4886325"/>
                <a:gd name="connsiteY23" fmla="*/ 2609136 h 4886325"/>
                <a:gd name="connsiteX24" fmla="*/ 2528173 w 4886325"/>
                <a:gd name="connsiteY24" fmla="*/ 4478893 h 4886325"/>
                <a:gd name="connsiteX25" fmla="*/ 2365296 w 4886325"/>
                <a:gd name="connsiteY25" fmla="*/ 4478893 h 4886325"/>
                <a:gd name="connsiteX26" fmla="*/ 2365296 w 4886325"/>
                <a:gd name="connsiteY26" fmla="*/ 3096816 h 4886325"/>
                <a:gd name="connsiteX27" fmla="*/ 2284333 w 4886325"/>
                <a:gd name="connsiteY27" fmla="*/ 3015853 h 4886325"/>
                <a:gd name="connsiteX28" fmla="*/ 1959531 w 4886325"/>
                <a:gd name="connsiteY28" fmla="*/ 3015853 h 4886325"/>
                <a:gd name="connsiteX29" fmla="*/ 1878568 w 4886325"/>
                <a:gd name="connsiteY29" fmla="*/ 3096816 h 4886325"/>
                <a:gd name="connsiteX30" fmla="*/ 1878568 w 4886325"/>
                <a:gd name="connsiteY30" fmla="*/ 4478893 h 4886325"/>
                <a:gd name="connsiteX31" fmla="*/ 1715691 w 4886325"/>
                <a:gd name="connsiteY31" fmla="*/ 4478893 h 4886325"/>
                <a:gd name="connsiteX32" fmla="*/ 1715691 w 4886325"/>
                <a:gd name="connsiteY32" fmla="*/ 3584496 h 4886325"/>
                <a:gd name="connsiteX33" fmla="*/ 1634728 w 4886325"/>
                <a:gd name="connsiteY33" fmla="*/ 3503533 h 4886325"/>
                <a:gd name="connsiteX34" fmla="*/ 1309926 w 4886325"/>
                <a:gd name="connsiteY34" fmla="*/ 3503533 h 4886325"/>
                <a:gd name="connsiteX35" fmla="*/ 1228963 w 4886325"/>
                <a:gd name="connsiteY35" fmla="*/ 3584496 h 4886325"/>
                <a:gd name="connsiteX36" fmla="*/ 1228963 w 4886325"/>
                <a:gd name="connsiteY36" fmla="*/ 4478893 h 4886325"/>
                <a:gd name="connsiteX37" fmla="*/ 1066086 w 4886325"/>
                <a:gd name="connsiteY37" fmla="*/ 4478893 h 4886325"/>
                <a:gd name="connsiteX38" fmla="*/ 1066086 w 4886325"/>
                <a:gd name="connsiteY38" fmla="*/ 3828336 h 4886325"/>
                <a:gd name="connsiteX39" fmla="*/ 985123 w 4886325"/>
                <a:gd name="connsiteY39" fmla="*/ 3747373 h 4886325"/>
                <a:gd name="connsiteX40" fmla="*/ 657463 w 4886325"/>
                <a:gd name="connsiteY40" fmla="*/ 3747373 h 4886325"/>
                <a:gd name="connsiteX41" fmla="*/ 576501 w 4886325"/>
                <a:gd name="connsiteY41" fmla="*/ 3828336 h 4886325"/>
                <a:gd name="connsiteX42" fmla="*/ 576501 w 4886325"/>
                <a:gd name="connsiteY42" fmla="*/ 4478893 h 4886325"/>
                <a:gd name="connsiteX43" fmla="*/ 413623 w 4886325"/>
                <a:gd name="connsiteY43" fmla="*/ 4478893 h 4886325"/>
                <a:gd name="connsiteX44" fmla="*/ 413623 w 4886325"/>
                <a:gd name="connsiteY44" fmla="*/ 285036 h 4886325"/>
                <a:gd name="connsiteX45" fmla="*/ 518398 w 4886325"/>
                <a:gd name="connsiteY45" fmla="*/ 389811 h 4886325"/>
                <a:gd name="connsiteX46" fmla="*/ 575548 w 4886325"/>
                <a:gd name="connsiteY46" fmla="*/ 413623 h 4886325"/>
                <a:gd name="connsiteX47" fmla="*/ 632698 w 4886325"/>
                <a:gd name="connsiteY47" fmla="*/ 389811 h 4886325"/>
                <a:gd name="connsiteX48" fmla="*/ 632698 w 4886325"/>
                <a:gd name="connsiteY48" fmla="*/ 274558 h 4886325"/>
                <a:gd name="connsiteX49" fmla="*/ 389811 w 4886325"/>
                <a:gd name="connsiteY49" fmla="*/ 31671 h 4886325"/>
                <a:gd name="connsiteX50" fmla="*/ 363141 w 4886325"/>
                <a:gd name="connsiteY50" fmla="*/ 13573 h 4886325"/>
                <a:gd name="connsiteX51" fmla="*/ 301228 w 4886325"/>
                <a:gd name="connsiteY51" fmla="*/ 13573 h 4886325"/>
                <a:gd name="connsiteX52" fmla="*/ 274558 w 4886325"/>
                <a:gd name="connsiteY52" fmla="*/ 31671 h 4886325"/>
                <a:gd name="connsiteX53" fmla="*/ 30718 w 4886325"/>
                <a:gd name="connsiteY53" fmla="*/ 275511 h 4886325"/>
                <a:gd name="connsiteX54" fmla="*/ 30718 w 4886325"/>
                <a:gd name="connsiteY54" fmla="*/ 390763 h 4886325"/>
                <a:gd name="connsiteX55" fmla="*/ 145971 w 4886325"/>
                <a:gd name="connsiteY55" fmla="*/ 390763 h 4886325"/>
                <a:gd name="connsiteX56" fmla="*/ 250746 w 4886325"/>
                <a:gd name="connsiteY56" fmla="*/ 285988 h 4886325"/>
                <a:gd name="connsiteX57" fmla="*/ 250746 w 4886325"/>
                <a:gd name="connsiteY57" fmla="*/ 4559856 h 4886325"/>
                <a:gd name="connsiteX58" fmla="*/ 331708 w 4886325"/>
                <a:gd name="connsiteY58" fmla="*/ 4640818 h 4886325"/>
                <a:gd name="connsiteX59" fmla="*/ 4605576 w 4886325"/>
                <a:gd name="connsiteY59" fmla="*/ 4640818 h 4886325"/>
                <a:gd name="connsiteX60" fmla="*/ 4500801 w 4886325"/>
                <a:gd name="connsiteY60" fmla="*/ 4745593 h 4886325"/>
                <a:gd name="connsiteX61" fmla="*/ 4500801 w 4886325"/>
                <a:gd name="connsiteY61" fmla="*/ 4860846 h 4886325"/>
                <a:gd name="connsiteX62" fmla="*/ 4557951 w 4886325"/>
                <a:gd name="connsiteY62" fmla="*/ 4884658 h 4886325"/>
                <a:gd name="connsiteX63" fmla="*/ 4615101 w 4886325"/>
                <a:gd name="connsiteY63" fmla="*/ 4860846 h 4886325"/>
                <a:gd name="connsiteX64" fmla="*/ 4858941 w 4886325"/>
                <a:gd name="connsiteY64" fmla="*/ 4617006 h 4886325"/>
                <a:gd name="connsiteX65" fmla="*/ 4877991 w 4886325"/>
                <a:gd name="connsiteY65" fmla="*/ 4590336 h 4886325"/>
                <a:gd name="connsiteX66" fmla="*/ 738426 w 4886325"/>
                <a:gd name="connsiteY66" fmla="*/ 4477941 h 4886325"/>
                <a:gd name="connsiteX67" fmla="*/ 738426 w 4886325"/>
                <a:gd name="connsiteY67" fmla="*/ 4315063 h 4886325"/>
                <a:gd name="connsiteX68" fmla="*/ 901303 w 4886325"/>
                <a:gd name="connsiteY68" fmla="*/ 4315063 h 4886325"/>
                <a:gd name="connsiteX69" fmla="*/ 901303 w 4886325"/>
                <a:gd name="connsiteY69" fmla="*/ 4477941 h 4886325"/>
                <a:gd name="connsiteX70" fmla="*/ 738426 w 4886325"/>
                <a:gd name="connsiteY70" fmla="*/ 4477941 h 4886325"/>
                <a:gd name="connsiteX71" fmla="*/ 1388983 w 4886325"/>
                <a:gd name="connsiteY71" fmla="*/ 4477941 h 4886325"/>
                <a:gd name="connsiteX72" fmla="*/ 1388983 w 4886325"/>
                <a:gd name="connsiteY72" fmla="*/ 4153138 h 4886325"/>
                <a:gd name="connsiteX73" fmla="*/ 1551861 w 4886325"/>
                <a:gd name="connsiteY73" fmla="*/ 4153138 h 4886325"/>
                <a:gd name="connsiteX74" fmla="*/ 1551861 w 4886325"/>
                <a:gd name="connsiteY74" fmla="*/ 4477941 h 4886325"/>
                <a:gd name="connsiteX75" fmla="*/ 1388983 w 4886325"/>
                <a:gd name="connsiteY75" fmla="*/ 4477941 h 4886325"/>
                <a:gd name="connsiteX76" fmla="*/ 2038588 w 4886325"/>
                <a:gd name="connsiteY76" fmla="*/ 4477941 h 4886325"/>
                <a:gd name="connsiteX77" fmla="*/ 2038588 w 4886325"/>
                <a:gd name="connsiteY77" fmla="*/ 3909298 h 4886325"/>
                <a:gd name="connsiteX78" fmla="*/ 2201466 w 4886325"/>
                <a:gd name="connsiteY78" fmla="*/ 3909298 h 4886325"/>
                <a:gd name="connsiteX79" fmla="*/ 2201466 w 4886325"/>
                <a:gd name="connsiteY79" fmla="*/ 4477941 h 4886325"/>
                <a:gd name="connsiteX80" fmla="*/ 2038588 w 4886325"/>
                <a:gd name="connsiteY80" fmla="*/ 4477941 h 4886325"/>
                <a:gd name="connsiteX81" fmla="*/ 2689146 w 4886325"/>
                <a:gd name="connsiteY81" fmla="*/ 4477941 h 4886325"/>
                <a:gd name="connsiteX82" fmla="*/ 2689146 w 4886325"/>
                <a:gd name="connsiteY82" fmla="*/ 3665458 h 4886325"/>
                <a:gd name="connsiteX83" fmla="*/ 2852023 w 4886325"/>
                <a:gd name="connsiteY83" fmla="*/ 3665458 h 4886325"/>
                <a:gd name="connsiteX84" fmla="*/ 2852023 w 4886325"/>
                <a:gd name="connsiteY84" fmla="*/ 4477941 h 4886325"/>
                <a:gd name="connsiteX85" fmla="*/ 2689146 w 4886325"/>
                <a:gd name="connsiteY85" fmla="*/ 4477941 h 4886325"/>
                <a:gd name="connsiteX86" fmla="*/ 3339703 w 4886325"/>
                <a:gd name="connsiteY86" fmla="*/ 4477941 h 4886325"/>
                <a:gd name="connsiteX87" fmla="*/ 3339703 w 4886325"/>
                <a:gd name="connsiteY87" fmla="*/ 3502581 h 4886325"/>
                <a:gd name="connsiteX88" fmla="*/ 3502581 w 4886325"/>
                <a:gd name="connsiteY88" fmla="*/ 3502581 h 4886325"/>
                <a:gd name="connsiteX89" fmla="*/ 3502581 w 4886325"/>
                <a:gd name="connsiteY89" fmla="*/ 4477941 h 4886325"/>
                <a:gd name="connsiteX90" fmla="*/ 3339703 w 4886325"/>
                <a:gd name="connsiteY90" fmla="*/ 4477941 h 4886325"/>
                <a:gd name="connsiteX91" fmla="*/ 3989308 w 4886325"/>
                <a:gd name="connsiteY91" fmla="*/ 4477941 h 4886325"/>
                <a:gd name="connsiteX92" fmla="*/ 3989308 w 4886325"/>
                <a:gd name="connsiteY92" fmla="*/ 3177778 h 4886325"/>
                <a:gd name="connsiteX93" fmla="*/ 4152186 w 4886325"/>
                <a:gd name="connsiteY93" fmla="*/ 3177778 h 4886325"/>
                <a:gd name="connsiteX94" fmla="*/ 4152186 w 4886325"/>
                <a:gd name="connsiteY94" fmla="*/ 4477941 h 4886325"/>
                <a:gd name="connsiteX95" fmla="*/ 3989308 w 4886325"/>
                <a:gd name="connsiteY95" fmla="*/ 4477941 h 488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886325" h="4886325">
                  <a:moveTo>
                    <a:pt x="4877991" y="4590336"/>
                  </a:moveTo>
                  <a:cubicBezTo>
                    <a:pt x="4886563" y="4570333"/>
                    <a:pt x="4886563" y="4548426"/>
                    <a:pt x="4877991" y="4528423"/>
                  </a:cubicBezTo>
                  <a:cubicBezTo>
                    <a:pt x="4874181" y="4518898"/>
                    <a:pt x="4867513" y="4509373"/>
                    <a:pt x="4859893" y="4501753"/>
                  </a:cubicBezTo>
                  <a:lnTo>
                    <a:pt x="4616053" y="4257913"/>
                  </a:lnTo>
                  <a:cubicBezTo>
                    <a:pt x="4584621" y="4226481"/>
                    <a:pt x="4533186" y="4226481"/>
                    <a:pt x="4500801" y="4257913"/>
                  </a:cubicBezTo>
                  <a:cubicBezTo>
                    <a:pt x="4468416" y="4289346"/>
                    <a:pt x="4469368" y="4340781"/>
                    <a:pt x="4500801" y="4373166"/>
                  </a:cubicBezTo>
                  <a:lnTo>
                    <a:pt x="4605576" y="4477941"/>
                  </a:lnTo>
                  <a:lnTo>
                    <a:pt x="4314111" y="4477941"/>
                  </a:lnTo>
                  <a:lnTo>
                    <a:pt x="4314111" y="1633776"/>
                  </a:lnTo>
                  <a:cubicBezTo>
                    <a:pt x="4314111" y="1589008"/>
                    <a:pt x="4277916" y="1552813"/>
                    <a:pt x="4233148" y="1552813"/>
                  </a:cubicBezTo>
                  <a:lnTo>
                    <a:pt x="3908346" y="1552813"/>
                  </a:lnTo>
                  <a:cubicBezTo>
                    <a:pt x="3863578" y="1552813"/>
                    <a:pt x="3827383" y="1589008"/>
                    <a:pt x="3827383" y="1633776"/>
                  </a:cubicBezTo>
                  <a:lnTo>
                    <a:pt x="3827383" y="4478893"/>
                  </a:lnTo>
                  <a:lnTo>
                    <a:pt x="3664506" y="4478893"/>
                  </a:lnTo>
                  <a:lnTo>
                    <a:pt x="3664506" y="2121456"/>
                  </a:lnTo>
                  <a:cubicBezTo>
                    <a:pt x="3664506" y="2076688"/>
                    <a:pt x="3628311" y="2040493"/>
                    <a:pt x="3583543" y="2040493"/>
                  </a:cubicBezTo>
                  <a:lnTo>
                    <a:pt x="3258741" y="2040493"/>
                  </a:lnTo>
                  <a:cubicBezTo>
                    <a:pt x="3213973" y="2040493"/>
                    <a:pt x="3177778" y="2076688"/>
                    <a:pt x="3177778" y="2121456"/>
                  </a:cubicBezTo>
                  <a:lnTo>
                    <a:pt x="3177778" y="4478893"/>
                  </a:lnTo>
                  <a:lnTo>
                    <a:pt x="3014901" y="4478893"/>
                  </a:lnTo>
                  <a:lnTo>
                    <a:pt x="3014901" y="2609136"/>
                  </a:lnTo>
                  <a:cubicBezTo>
                    <a:pt x="3014901" y="2564368"/>
                    <a:pt x="2978706" y="2528173"/>
                    <a:pt x="2933938" y="2528173"/>
                  </a:cubicBezTo>
                  <a:lnTo>
                    <a:pt x="2609136" y="2528173"/>
                  </a:lnTo>
                  <a:cubicBezTo>
                    <a:pt x="2564368" y="2528173"/>
                    <a:pt x="2528173" y="2564368"/>
                    <a:pt x="2528173" y="2609136"/>
                  </a:cubicBezTo>
                  <a:lnTo>
                    <a:pt x="2528173" y="4478893"/>
                  </a:lnTo>
                  <a:lnTo>
                    <a:pt x="2365296" y="4478893"/>
                  </a:lnTo>
                  <a:lnTo>
                    <a:pt x="2365296" y="3096816"/>
                  </a:lnTo>
                  <a:cubicBezTo>
                    <a:pt x="2365296" y="3052048"/>
                    <a:pt x="2329101" y="3015853"/>
                    <a:pt x="2284333" y="3015853"/>
                  </a:cubicBezTo>
                  <a:lnTo>
                    <a:pt x="1959531" y="3015853"/>
                  </a:lnTo>
                  <a:cubicBezTo>
                    <a:pt x="1914763" y="3015853"/>
                    <a:pt x="1878568" y="3052048"/>
                    <a:pt x="1878568" y="3096816"/>
                  </a:cubicBezTo>
                  <a:lnTo>
                    <a:pt x="1878568" y="4478893"/>
                  </a:lnTo>
                  <a:lnTo>
                    <a:pt x="1715691" y="4478893"/>
                  </a:lnTo>
                  <a:lnTo>
                    <a:pt x="1715691" y="3584496"/>
                  </a:lnTo>
                  <a:cubicBezTo>
                    <a:pt x="1715691" y="3539728"/>
                    <a:pt x="1679496" y="3503533"/>
                    <a:pt x="1634728" y="3503533"/>
                  </a:cubicBezTo>
                  <a:lnTo>
                    <a:pt x="1309926" y="3503533"/>
                  </a:lnTo>
                  <a:cubicBezTo>
                    <a:pt x="1265158" y="3503533"/>
                    <a:pt x="1228963" y="3539728"/>
                    <a:pt x="1228963" y="3584496"/>
                  </a:cubicBezTo>
                  <a:lnTo>
                    <a:pt x="1228963" y="4478893"/>
                  </a:lnTo>
                  <a:lnTo>
                    <a:pt x="1066086" y="4478893"/>
                  </a:lnTo>
                  <a:lnTo>
                    <a:pt x="1066086" y="3828336"/>
                  </a:lnTo>
                  <a:cubicBezTo>
                    <a:pt x="1066086" y="3783568"/>
                    <a:pt x="1029891" y="3747373"/>
                    <a:pt x="985123" y="3747373"/>
                  </a:cubicBezTo>
                  <a:lnTo>
                    <a:pt x="657463" y="3747373"/>
                  </a:lnTo>
                  <a:cubicBezTo>
                    <a:pt x="612696" y="3747373"/>
                    <a:pt x="576501" y="3783568"/>
                    <a:pt x="576501" y="3828336"/>
                  </a:cubicBezTo>
                  <a:lnTo>
                    <a:pt x="576501" y="4478893"/>
                  </a:lnTo>
                  <a:lnTo>
                    <a:pt x="413623" y="4478893"/>
                  </a:lnTo>
                  <a:lnTo>
                    <a:pt x="413623" y="285036"/>
                  </a:lnTo>
                  <a:lnTo>
                    <a:pt x="518398" y="389811"/>
                  </a:lnTo>
                  <a:cubicBezTo>
                    <a:pt x="534591" y="406003"/>
                    <a:pt x="554593" y="413623"/>
                    <a:pt x="575548" y="413623"/>
                  </a:cubicBezTo>
                  <a:cubicBezTo>
                    <a:pt x="596503" y="413623"/>
                    <a:pt x="617458" y="406003"/>
                    <a:pt x="632698" y="389811"/>
                  </a:cubicBezTo>
                  <a:cubicBezTo>
                    <a:pt x="664131" y="358378"/>
                    <a:pt x="664131" y="306943"/>
                    <a:pt x="632698" y="274558"/>
                  </a:cubicBezTo>
                  <a:lnTo>
                    <a:pt x="389811" y="31671"/>
                  </a:lnTo>
                  <a:cubicBezTo>
                    <a:pt x="382191" y="24051"/>
                    <a:pt x="373618" y="18336"/>
                    <a:pt x="363141" y="13573"/>
                  </a:cubicBezTo>
                  <a:cubicBezTo>
                    <a:pt x="343138" y="5001"/>
                    <a:pt x="321231" y="5001"/>
                    <a:pt x="301228" y="13573"/>
                  </a:cubicBezTo>
                  <a:cubicBezTo>
                    <a:pt x="291703" y="17383"/>
                    <a:pt x="282178" y="24051"/>
                    <a:pt x="274558" y="31671"/>
                  </a:cubicBezTo>
                  <a:lnTo>
                    <a:pt x="30718" y="275511"/>
                  </a:lnTo>
                  <a:cubicBezTo>
                    <a:pt x="-714" y="306943"/>
                    <a:pt x="-714" y="358378"/>
                    <a:pt x="30718" y="390763"/>
                  </a:cubicBezTo>
                  <a:cubicBezTo>
                    <a:pt x="62151" y="422196"/>
                    <a:pt x="113586" y="422196"/>
                    <a:pt x="145971" y="390763"/>
                  </a:cubicBezTo>
                  <a:lnTo>
                    <a:pt x="250746" y="285988"/>
                  </a:lnTo>
                  <a:lnTo>
                    <a:pt x="250746" y="4559856"/>
                  </a:lnTo>
                  <a:cubicBezTo>
                    <a:pt x="250746" y="4604623"/>
                    <a:pt x="286941" y="4640818"/>
                    <a:pt x="331708" y="4640818"/>
                  </a:cubicBezTo>
                  <a:lnTo>
                    <a:pt x="4605576" y="4640818"/>
                  </a:lnTo>
                  <a:lnTo>
                    <a:pt x="4500801" y="4745593"/>
                  </a:lnTo>
                  <a:cubicBezTo>
                    <a:pt x="4469368" y="4777026"/>
                    <a:pt x="4469368" y="4828461"/>
                    <a:pt x="4500801" y="4860846"/>
                  </a:cubicBezTo>
                  <a:cubicBezTo>
                    <a:pt x="4516993" y="4877038"/>
                    <a:pt x="4536996" y="4884658"/>
                    <a:pt x="4557951" y="4884658"/>
                  </a:cubicBezTo>
                  <a:cubicBezTo>
                    <a:pt x="4578906" y="4884658"/>
                    <a:pt x="4599861" y="4877038"/>
                    <a:pt x="4615101" y="4860846"/>
                  </a:cubicBezTo>
                  <a:lnTo>
                    <a:pt x="4858941" y="4617006"/>
                  </a:lnTo>
                  <a:cubicBezTo>
                    <a:pt x="4867513" y="4609386"/>
                    <a:pt x="4873228" y="4600813"/>
                    <a:pt x="4877991" y="4590336"/>
                  </a:cubicBezTo>
                  <a:close/>
                  <a:moveTo>
                    <a:pt x="738426" y="4477941"/>
                  </a:moveTo>
                  <a:lnTo>
                    <a:pt x="738426" y="4315063"/>
                  </a:lnTo>
                  <a:lnTo>
                    <a:pt x="901303" y="4315063"/>
                  </a:lnTo>
                  <a:lnTo>
                    <a:pt x="901303" y="4477941"/>
                  </a:lnTo>
                  <a:lnTo>
                    <a:pt x="738426" y="4477941"/>
                  </a:lnTo>
                  <a:close/>
                  <a:moveTo>
                    <a:pt x="1388983" y="4477941"/>
                  </a:moveTo>
                  <a:lnTo>
                    <a:pt x="1388983" y="4153138"/>
                  </a:lnTo>
                  <a:lnTo>
                    <a:pt x="1551861" y="4153138"/>
                  </a:lnTo>
                  <a:lnTo>
                    <a:pt x="1551861" y="4477941"/>
                  </a:lnTo>
                  <a:lnTo>
                    <a:pt x="1388983" y="4477941"/>
                  </a:lnTo>
                  <a:close/>
                  <a:moveTo>
                    <a:pt x="2038588" y="4477941"/>
                  </a:moveTo>
                  <a:lnTo>
                    <a:pt x="2038588" y="3909298"/>
                  </a:lnTo>
                  <a:lnTo>
                    <a:pt x="2201466" y="3909298"/>
                  </a:lnTo>
                  <a:lnTo>
                    <a:pt x="2201466" y="4477941"/>
                  </a:lnTo>
                  <a:lnTo>
                    <a:pt x="2038588" y="4477941"/>
                  </a:lnTo>
                  <a:close/>
                  <a:moveTo>
                    <a:pt x="2689146" y="4477941"/>
                  </a:moveTo>
                  <a:lnTo>
                    <a:pt x="2689146" y="3665458"/>
                  </a:lnTo>
                  <a:lnTo>
                    <a:pt x="2852023" y="3665458"/>
                  </a:lnTo>
                  <a:lnTo>
                    <a:pt x="2852023" y="4477941"/>
                  </a:lnTo>
                  <a:lnTo>
                    <a:pt x="2689146" y="4477941"/>
                  </a:lnTo>
                  <a:close/>
                  <a:moveTo>
                    <a:pt x="3339703" y="4477941"/>
                  </a:moveTo>
                  <a:lnTo>
                    <a:pt x="3339703" y="3502581"/>
                  </a:lnTo>
                  <a:lnTo>
                    <a:pt x="3502581" y="3502581"/>
                  </a:lnTo>
                  <a:lnTo>
                    <a:pt x="3502581" y="4477941"/>
                  </a:lnTo>
                  <a:lnTo>
                    <a:pt x="3339703" y="4477941"/>
                  </a:lnTo>
                  <a:close/>
                  <a:moveTo>
                    <a:pt x="3989308" y="4477941"/>
                  </a:moveTo>
                  <a:lnTo>
                    <a:pt x="3989308" y="3177778"/>
                  </a:lnTo>
                  <a:lnTo>
                    <a:pt x="4152186" y="3177778"/>
                  </a:lnTo>
                  <a:lnTo>
                    <a:pt x="4152186" y="4477941"/>
                  </a:lnTo>
                  <a:lnTo>
                    <a:pt x="3989308" y="44779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4763E5A6-151F-4FB3-9A2B-CA9086FB6FA9}"/>
                </a:ext>
              </a:extLst>
            </p:cNvPr>
            <p:cNvSpPr/>
            <p:nvPr/>
          </p:nvSpPr>
          <p:spPr>
            <a:xfrm>
              <a:off x="5427821" y="2436019"/>
              <a:ext cx="581025" cy="333375"/>
            </a:xfrm>
            <a:custGeom>
              <a:avLst/>
              <a:gdLst>
                <a:gd name="connsiteX0" fmla="*/ 576739 w 581025"/>
                <a:gd name="connsiteY0" fmla="*/ 170021 h 333375"/>
                <a:gd name="connsiteX1" fmla="*/ 413861 w 581025"/>
                <a:gd name="connsiteY1" fmla="*/ 7144 h 333375"/>
                <a:gd name="connsiteX2" fmla="*/ 7144 w 581025"/>
                <a:gd name="connsiteY2" fmla="*/ 7144 h 333375"/>
                <a:gd name="connsiteX3" fmla="*/ 7144 w 581025"/>
                <a:gd name="connsiteY3" fmla="*/ 331946 h 333375"/>
                <a:gd name="connsiteX4" fmla="*/ 413861 w 581025"/>
                <a:gd name="connsiteY4" fmla="*/ 331946 h 333375"/>
                <a:gd name="connsiteX5" fmla="*/ 576739 w 581025"/>
                <a:gd name="connsiteY5" fmla="*/ 170021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1025" h="333375">
                  <a:moveTo>
                    <a:pt x="576739" y="170021"/>
                  </a:moveTo>
                  <a:cubicBezTo>
                    <a:pt x="576739" y="80486"/>
                    <a:pt x="503396" y="7144"/>
                    <a:pt x="413861" y="7144"/>
                  </a:cubicBezTo>
                  <a:lnTo>
                    <a:pt x="7144" y="7144"/>
                  </a:lnTo>
                  <a:lnTo>
                    <a:pt x="7144" y="331946"/>
                  </a:lnTo>
                  <a:lnTo>
                    <a:pt x="413861" y="331946"/>
                  </a:lnTo>
                  <a:cubicBezTo>
                    <a:pt x="504349" y="332899"/>
                    <a:pt x="576739" y="259556"/>
                    <a:pt x="576739" y="1700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CCEB517-BC10-4694-9C1E-4C5A27551483}"/>
                </a:ext>
              </a:extLst>
            </p:cNvPr>
            <p:cNvSpPr/>
            <p:nvPr/>
          </p:nvSpPr>
          <p:spPr>
            <a:xfrm>
              <a:off x="5427821" y="1948339"/>
              <a:ext cx="581025" cy="333375"/>
            </a:xfrm>
            <a:custGeom>
              <a:avLst/>
              <a:gdLst>
                <a:gd name="connsiteX0" fmla="*/ 576739 w 581025"/>
                <a:gd name="connsiteY0" fmla="*/ 170021 h 333375"/>
                <a:gd name="connsiteX1" fmla="*/ 413861 w 581025"/>
                <a:gd name="connsiteY1" fmla="*/ 7144 h 333375"/>
                <a:gd name="connsiteX2" fmla="*/ 7144 w 581025"/>
                <a:gd name="connsiteY2" fmla="*/ 7144 h 333375"/>
                <a:gd name="connsiteX3" fmla="*/ 7144 w 581025"/>
                <a:gd name="connsiteY3" fmla="*/ 331946 h 333375"/>
                <a:gd name="connsiteX4" fmla="*/ 413861 w 581025"/>
                <a:gd name="connsiteY4" fmla="*/ 331946 h 333375"/>
                <a:gd name="connsiteX5" fmla="*/ 576739 w 581025"/>
                <a:gd name="connsiteY5" fmla="*/ 170021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1025" h="333375">
                  <a:moveTo>
                    <a:pt x="576739" y="170021"/>
                  </a:moveTo>
                  <a:cubicBezTo>
                    <a:pt x="576739" y="80486"/>
                    <a:pt x="503396" y="7144"/>
                    <a:pt x="413861" y="7144"/>
                  </a:cubicBezTo>
                  <a:lnTo>
                    <a:pt x="7144" y="7144"/>
                  </a:lnTo>
                  <a:lnTo>
                    <a:pt x="7144" y="331946"/>
                  </a:lnTo>
                  <a:lnTo>
                    <a:pt x="413861" y="331946"/>
                  </a:lnTo>
                  <a:cubicBezTo>
                    <a:pt x="504349" y="332899"/>
                    <a:pt x="576739" y="259556"/>
                    <a:pt x="576739" y="1700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77B8BF95-EBA0-4F14-8151-5E219E6A1C1C}"/>
                </a:ext>
              </a:extLst>
            </p:cNvPr>
            <p:cNvSpPr/>
            <p:nvPr/>
          </p:nvSpPr>
          <p:spPr>
            <a:xfrm>
              <a:off x="4453414" y="1135856"/>
              <a:ext cx="2447925" cy="2447925"/>
            </a:xfrm>
            <a:custGeom>
              <a:avLst/>
              <a:gdLst>
                <a:gd name="connsiteX0" fmla="*/ 1226344 w 2447925"/>
                <a:gd name="connsiteY0" fmla="*/ 2445544 h 2447925"/>
                <a:gd name="connsiteX1" fmla="*/ 2445544 w 2447925"/>
                <a:gd name="connsiteY1" fmla="*/ 1226344 h 2447925"/>
                <a:gd name="connsiteX2" fmla="*/ 1226344 w 2447925"/>
                <a:gd name="connsiteY2" fmla="*/ 7144 h 2447925"/>
                <a:gd name="connsiteX3" fmla="*/ 7144 w 2447925"/>
                <a:gd name="connsiteY3" fmla="*/ 1226344 h 2447925"/>
                <a:gd name="connsiteX4" fmla="*/ 1226344 w 2447925"/>
                <a:gd name="connsiteY4" fmla="*/ 2445544 h 2447925"/>
                <a:gd name="connsiteX5" fmla="*/ 738664 w 2447925"/>
                <a:gd name="connsiteY5" fmla="*/ 819626 h 2447925"/>
                <a:gd name="connsiteX6" fmla="*/ 657701 w 2447925"/>
                <a:gd name="connsiteY6" fmla="*/ 738664 h 2447925"/>
                <a:gd name="connsiteX7" fmla="*/ 738664 w 2447925"/>
                <a:gd name="connsiteY7" fmla="*/ 657701 h 2447925"/>
                <a:gd name="connsiteX8" fmla="*/ 982504 w 2447925"/>
                <a:gd name="connsiteY8" fmla="*/ 657701 h 2447925"/>
                <a:gd name="connsiteX9" fmla="*/ 982504 w 2447925"/>
                <a:gd name="connsiteY9" fmla="*/ 494824 h 2447925"/>
                <a:gd name="connsiteX10" fmla="*/ 1063466 w 2447925"/>
                <a:gd name="connsiteY10" fmla="*/ 413861 h 2447925"/>
                <a:gd name="connsiteX11" fmla="*/ 1144429 w 2447925"/>
                <a:gd name="connsiteY11" fmla="*/ 494824 h 2447925"/>
                <a:gd name="connsiteX12" fmla="*/ 1144429 w 2447925"/>
                <a:gd name="connsiteY12" fmla="*/ 657701 h 2447925"/>
                <a:gd name="connsiteX13" fmla="*/ 1307306 w 2447925"/>
                <a:gd name="connsiteY13" fmla="*/ 657701 h 2447925"/>
                <a:gd name="connsiteX14" fmla="*/ 1307306 w 2447925"/>
                <a:gd name="connsiteY14" fmla="*/ 494824 h 2447925"/>
                <a:gd name="connsiteX15" fmla="*/ 1388269 w 2447925"/>
                <a:gd name="connsiteY15" fmla="*/ 413861 h 2447925"/>
                <a:gd name="connsiteX16" fmla="*/ 1469231 w 2447925"/>
                <a:gd name="connsiteY16" fmla="*/ 494824 h 2447925"/>
                <a:gd name="connsiteX17" fmla="*/ 1469231 w 2447925"/>
                <a:gd name="connsiteY17" fmla="*/ 669131 h 2447925"/>
                <a:gd name="connsiteX18" fmla="*/ 1713071 w 2447925"/>
                <a:gd name="connsiteY18" fmla="*/ 982504 h 2447925"/>
                <a:gd name="connsiteX19" fmla="*/ 1600676 w 2447925"/>
                <a:gd name="connsiteY19" fmla="*/ 1226344 h 2447925"/>
                <a:gd name="connsiteX20" fmla="*/ 1713071 w 2447925"/>
                <a:gd name="connsiteY20" fmla="*/ 1470184 h 2447925"/>
                <a:gd name="connsiteX21" fmla="*/ 1469231 w 2447925"/>
                <a:gd name="connsiteY21" fmla="*/ 1783556 h 2447925"/>
                <a:gd name="connsiteX22" fmla="*/ 1469231 w 2447925"/>
                <a:gd name="connsiteY22" fmla="*/ 1957864 h 2447925"/>
                <a:gd name="connsiteX23" fmla="*/ 1388269 w 2447925"/>
                <a:gd name="connsiteY23" fmla="*/ 2038826 h 2447925"/>
                <a:gd name="connsiteX24" fmla="*/ 1307306 w 2447925"/>
                <a:gd name="connsiteY24" fmla="*/ 1957864 h 2447925"/>
                <a:gd name="connsiteX25" fmla="*/ 1307306 w 2447925"/>
                <a:gd name="connsiteY25" fmla="*/ 1794986 h 2447925"/>
                <a:gd name="connsiteX26" fmla="*/ 1144429 w 2447925"/>
                <a:gd name="connsiteY26" fmla="*/ 1794986 h 2447925"/>
                <a:gd name="connsiteX27" fmla="*/ 1144429 w 2447925"/>
                <a:gd name="connsiteY27" fmla="*/ 1957864 h 2447925"/>
                <a:gd name="connsiteX28" fmla="*/ 1063466 w 2447925"/>
                <a:gd name="connsiteY28" fmla="*/ 2038826 h 2447925"/>
                <a:gd name="connsiteX29" fmla="*/ 982504 w 2447925"/>
                <a:gd name="connsiteY29" fmla="*/ 1957864 h 2447925"/>
                <a:gd name="connsiteX30" fmla="*/ 982504 w 2447925"/>
                <a:gd name="connsiteY30" fmla="*/ 1794986 h 2447925"/>
                <a:gd name="connsiteX31" fmla="*/ 738664 w 2447925"/>
                <a:gd name="connsiteY31" fmla="*/ 1794986 h 2447925"/>
                <a:gd name="connsiteX32" fmla="*/ 657701 w 2447925"/>
                <a:gd name="connsiteY32" fmla="*/ 1714024 h 2447925"/>
                <a:gd name="connsiteX33" fmla="*/ 738664 w 2447925"/>
                <a:gd name="connsiteY33" fmla="*/ 1633061 h 2447925"/>
                <a:gd name="connsiteX34" fmla="*/ 819626 w 2447925"/>
                <a:gd name="connsiteY34" fmla="*/ 1633061 h 2447925"/>
                <a:gd name="connsiteX35" fmla="*/ 819626 w 2447925"/>
                <a:gd name="connsiteY35" fmla="*/ 819626 h 2447925"/>
                <a:gd name="connsiteX36" fmla="*/ 738664 w 2447925"/>
                <a:gd name="connsiteY36" fmla="*/ 819626 h 2447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447925" h="2447925">
                  <a:moveTo>
                    <a:pt x="1226344" y="2445544"/>
                  </a:moveTo>
                  <a:cubicBezTo>
                    <a:pt x="1898809" y="2445544"/>
                    <a:pt x="2445544" y="1898809"/>
                    <a:pt x="2445544" y="1226344"/>
                  </a:cubicBezTo>
                  <a:cubicBezTo>
                    <a:pt x="2445544" y="553879"/>
                    <a:pt x="1898809" y="7144"/>
                    <a:pt x="1226344" y="7144"/>
                  </a:cubicBezTo>
                  <a:cubicBezTo>
                    <a:pt x="553879" y="7144"/>
                    <a:pt x="7144" y="553879"/>
                    <a:pt x="7144" y="1226344"/>
                  </a:cubicBezTo>
                  <a:cubicBezTo>
                    <a:pt x="7144" y="1898809"/>
                    <a:pt x="553879" y="2445544"/>
                    <a:pt x="1226344" y="2445544"/>
                  </a:cubicBezTo>
                  <a:close/>
                  <a:moveTo>
                    <a:pt x="738664" y="819626"/>
                  </a:moveTo>
                  <a:cubicBezTo>
                    <a:pt x="693896" y="819626"/>
                    <a:pt x="657701" y="783431"/>
                    <a:pt x="657701" y="738664"/>
                  </a:cubicBezTo>
                  <a:cubicBezTo>
                    <a:pt x="657701" y="693896"/>
                    <a:pt x="693896" y="657701"/>
                    <a:pt x="738664" y="657701"/>
                  </a:cubicBezTo>
                  <a:lnTo>
                    <a:pt x="982504" y="657701"/>
                  </a:lnTo>
                  <a:lnTo>
                    <a:pt x="982504" y="494824"/>
                  </a:lnTo>
                  <a:cubicBezTo>
                    <a:pt x="982504" y="450056"/>
                    <a:pt x="1018699" y="413861"/>
                    <a:pt x="1063466" y="413861"/>
                  </a:cubicBezTo>
                  <a:cubicBezTo>
                    <a:pt x="1108234" y="413861"/>
                    <a:pt x="1144429" y="450056"/>
                    <a:pt x="1144429" y="494824"/>
                  </a:cubicBezTo>
                  <a:lnTo>
                    <a:pt x="1144429" y="657701"/>
                  </a:lnTo>
                  <a:lnTo>
                    <a:pt x="1307306" y="657701"/>
                  </a:lnTo>
                  <a:lnTo>
                    <a:pt x="1307306" y="494824"/>
                  </a:lnTo>
                  <a:cubicBezTo>
                    <a:pt x="1307306" y="450056"/>
                    <a:pt x="1343501" y="413861"/>
                    <a:pt x="1388269" y="413861"/>
                  </a:cubicBezTo>
                  <a:cubicBezTo>
                    <a:pt x="1433036" y="413861"/>
                    <a:pt x="1469231" y="450056"/>
                    <a:pt x="1469231" y="494824"/>
                  </a:cubicBezTo>
                  <a:lnTo>
                    <a:pt x="1469231" y="669131"/>
                  </a:lnTo>
                  <a:cubicBezTo>
                    <a:pt x="1609249" y="705326"/>
                    <a:pt x="1713071" y="832009"/>
                    <a:pt x="1713071" y="982504"/>
                  </a:cubicBezTo>
                  <a:cubicBezTo>
                    <a:pt x="1713071" y="1080611"/>
                    <a:pt x="1669256" y="1166336"/>
                    <a:pt x="1600676" y="1226344"/>
                  </a:cubicBezTo>
                  <a:cubicBezTo>
                    <a:pt x="1669256" y="1286351"/>
                    <a:pt x="1713071" y="1373029"/>
                    <a:pt x="1713071" y="1470184"/>
                  </a:cubicBezTo>
                  <a:cubicBezTo>
                    <a:pt x="1713071" y="1621631"/>
                    <a:pt x="1609249" y="1747361"/>
                    <a:pt x="1469231" y="1783556"/>
                  </a:cubicBezTo>
                  <a:lnTo>
                    <a:pt x="1469231" y="1957864"/>
                  </a:lnTo>
                  <a:cubicBezTo>
                    <a:pt x="1469231" y="2002631"/>
                    <a:pt x="1433036" y="2038826"/>
                    <a:pt x="1388269" y="2038826"/>
                  </a:cubicBezTo>
                  <a:cubicBezTo>
                    <a:pt x="1343501" y="2038826"/>
                    <a:pt x="1307306" y="2002631"/>
                    <a:pt x="1307306" y="1957864"/>
                  </a:cubicBezTo>
                  <a:lnTo>
                    <a:pt x="1307306" y="1794986"/>
                  </a:lnTo>
                  <a:lnTo>
                    <a:pt x="1144429" y="1794986"/>
                  </a:lnTo>
                  <a:lnTo>
                    <a:pt x="1144429" y="1957864"/>
                  </a:lnTo>
                  <a:cubicBezTo>
                    <a:pt x="1144429" y="2002631"/>
                    <a:pt x="1108234" y="2038826"/>
                    <a:pt x="1063466" y="2038826"/>
                  </a:cubicBezTo>
                  <a:cubicBezTo>
                    <a:pt x="1018699" y="2038826"/>
                    <a:pt x="982504" y="2002631"/>
                    <a:pt x="982504" y="1957864"/>
                  </a:cubicBezTo>
                  <a:lnTo>
                    <a:pt x="982504" y="1794986"/>
                  </a:lnTo>
                  <a:lnTo>
                    <a:pt x="738664" y="1794986"/>
                  </a:lnTo>
                  <a:cubicBezTo>
                    <a:pt x="693896" y="1794986"/>
                    <a:pt x="657701" y="1758791"/>
                    <a:pt x="657701" y="1714024"/>
                  </a:cubicBezTo>
                  <a:cubicBezTo>
                    <a:pt x="657701" y="1669256"/>
                    <a:pt x="693896" y="1633061"/>
                    <a:pt x="738664" y="1633061"/>
                  </a:cubicBezTo>
                  <a:lnTo>
                    <a:pt x="819626" y="1633061"/>
                  </a:lnTo>
                  <a:lnTo>
                    <a:pt x="819626" y="819626"/>
                  </a:lnTo>
                  <a:lnTo>
                    <a:pt x="738664" y="8196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85" name="Graphic 22">
            <a:extLst>
              <a:ext uri="{FF2B5EF4-FFF2-40B4-BE49-F238E27FC236}">
                <a16:creationId xmlns:a16="http://schemas.microsoft.com/office/drawing/2014/main" id="{57B37989-46F8-4E6D-ACD6-021FF9238D0A}"/>
              </a:ext>
            </a:extLst>
          </p:cNvPr>
          <p:cNvGrpSpPr>
            <a:grpSpLocks noChangeAspect="1"/>
          </p:cNvGrpSpPr>
          <p:nvPr/>
        </p:nvGrpSpPr>
        <p:grpSpPr>
          <a:xfrm>
            <a:off x="5328051" y="2306529"/>
            <a:ext cx="502920" cy="502920"/>
            <a:chOff x="3810000" y="1143000"/>
            <a:chExt cx="487680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E1663E0A-0060-4CF7-825B-2978B6DFD8D5}"/>
                </a:ext>
              </a:extLst>
            </p:cNvPr>
            <p:cNvSpPr/>
            <p:nvPr/>
          </p:nvSpPr>
          <p:spPr>
            <a:xfrm>
              <a:off x="3802856" y="5694521"/>
              <a:ext cx="4886325" cy="323850"/>
            </a:xfrm>
            <a:custGeom>
              <a:avLst/>
              <a:gdLst>
                <a:gd name="connsiteX0" fmla="*/ 7144 w 4886325"/>
                <a:gd name="connsiteY0" fmla="*/ 7144 h 323850"/>
                <a:gd name="connsiteX1" fmla="*/ 4883944 w 4886325"/>
                <a:gd name="connsiteY1" fmla="*/ 7144 h 323850"/>
                <a:gd name="connsiteX2" fmla="*/ 4883944 w 4886325"/>
                <a:gd name="connsiteY2" fmla="*/ 325279 h 323850"/>
                <a:gd name="connsiteX3" fmla="*/ 7144 w 4886325"/>
                <a:gd name="connsiteY3" fmla="*/ 325279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6325" h="323850">
                  <a:moveTo>
                    <a:pt x="7144" y="7144"/>
                  </a:moveTo>
                  <a:lnTo>
                    <a:pt x="4883944" y="7144"/>
                  </a:lnTo>
                  <a:lnTo>
                    <a:pt x="4883944" y="325279"/>
                  </a:lnTo>
                  <a:lnTo>
                    <a:pt x="7144" y="3252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9E6E1306-CB5D-49FF-B2E5-F8732B01619E}"/>
                </a:ext>
              </a:extLst>
            </p:cNvPr>
            <p:cNvSpPr/>
            <p:nvPr/>
          </p:nvSpPr>
          <p:spPr>
            <a:xfrm>
              <a:off x="3802856" y="1135856"/>
              <a:ext cx="323850" cy="4886325"/>
            </a:xfrm>
            <a:custGeom>
              <a:avLst/>
              <a:gdLst>
                <a:gd name="connsiteX0" fmla="*/ 7144 w 323850"/>
                <a:gd name="connsiteY0" fmla="*/ 7144 h 4886325"/>
                <a:gd name="connsiteX1" fmla="*/ 325279 w 323850"/>
                <a:gd name="connsiteY1" fmla="*/ 7144 h 4886325"/>
                <a:gd name="connsiteX2" fmla="*/ 325279 w 323850"/>
                <a:gd name="connsiteY2" fmla="*/ 4883944 h 4886325"/>
                <a:gd name="connsiteX3" fmla="*/ 7144 w 323850"/>
                <a:gd name="connsiteY3" fmla="*/ 4883944 h 488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" h="4886325">
                  <a:moveTo>
                    <a:pt x="7144" y="7144"/>
                  </a:moveTo>
                  <a:lnTo>
                    <a:pt x="325279" y="7144"/>
                  </a:lnTo>
                  <a:lnTo>
                    <a:pt x="325279" y="4883944"/>
                  </a:lnTo>
                  <a:lnTo>
                    <a:pt x="7144" y="4883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DA262855-08B5-49C5-93AF-BE8589362422}"/>
                </a:ext>
              </a:extLst>
            </p:cNvPr>
            <p:cNvSpPr/>
            <p:nvPr/>
          </p:nvSpPr>
          <p:spPr>
            <a:xfrm>
              <a:off x="7407116" y="1453991"/>
              <a:ext cx="1066800" cy="3933825"/>
            </a:xfrm>
            <a:custGeom>
              <a:avLst/>
              <a:gdLst>
                <a:gd name="connsiteX0" fmla="*/ 1067276 w 1066800"/>
                <a:gd name="connsiteY0" fmla="*/ 7144 h 3933825"/>
                <a:gd name="connsiteX1" fmla="*/ 1067276 w 1066800"/>
                <a:gd name="connsiteY1" fmla="*/ 7144 h 3933825"/>
                <a:gd name="connsiteX2" fmla="*/ 7144 w 1066800"/>
                <a:gd name="connsiteY2" fmla="*/ 7144 h 3933825"/>
                <a:gd name="connsiteX3" fmla="*/ 7144 w 1066800"/>
                <a:gd name="connsiteY3" fmla="*/ 325279 h 3933825"/>
                <a:gd name="connsiteX4" fmla="*/ 7144 w 1066800"/>
                <a:gd name="connsiteY4" fmla="*/ 325279 h 3933825"/>
                <a:gd name="connsiteX5" fmla="*/ 7144 w 1066800"/>
                <a:gd name="connsiteY5" fmla="*/ 3611404 h 3933825"/>
                <a:gd name="connsiteX6" fmla="*/ 7144 w 1066800"/>
                <a:gd name="connsiteY6" fmla="*/ 3611404 h 3933825"/>
                <a:gd name="connsiteX7" fmla="*/ 7144 w 1066800"/>
                <a:gd name="connsiteY7" fmla="*/ 3929539 h 3933825"/>
                <a:gd name="connsiteX8" fmla="*/ 7144 w 1066800"/>
                <a:gd name="connsiteY8" fmla="*/ 3929539 h 3933825"/>
                <a:gd name="connsiteX9" fmla="*/ 325279 w 1066800"/>
                <a:gd name="connsiteY9" fmla="*/ 3929539 h 3933825"/>
                <a:gd name="connsiteX10" fmla="*/ 749141 w 1066800"/>
                <a:gd name="connsiteY10" fmla="*/ 3929539 h 3933825"/>
                <a:gd name="connsiteX11" fmla="*/ 1067276 w 1066800"/>
                <a:gd name="connsiteY11" fmla="*/ 3929539 h 3933825"/>
                <a:gd name="connsiteX12" fmla="*/ 1067276 w 1066800"/>
                <a:gd name="connsiteY12" fmla="*/ 7144 h 393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6800" h="3933825">
                  <a:moveTo>
                    <a:pt x="1067276" y="7144"/>
                  </a:moveTo>
                  <a:lnTo>
                    <a:pt x="1067276" y="7144"/>
                  </a:lnTo>
                  <a:lnTo>
                    <a:pt x="7144" y="7144"/>
                  </a:lnTo>
                  <a:lnTo>
                    <a:pt x="7144" y="325279"/>
                  </a:lnTo>
                  <a:lnTo>
                    <a:pt x="7144" y="325279"/>
                  </a:lnTo>
                  <a:lnTo>
                    <a:pt x="7144" y="3611404"/>
                  </a:lnTo>
                  <a:lnTo>
                    <a:pt x="7144" y="3611404"/>
                  </a:lnTo>
                  <a:lnTo>
                    <a:pt x="7144" y="3929539"/>
                  </a:lnTo>
                  <a:lnTo>
                    <a:pt x="7144" y="3929539"/>
                  </a:lnTo>
                  <a:lnTo>
                    <a:pt x="325279" y="3929539"/>
                  </a:lnTo>
                  <a:lnTo>
                    <a:pt x="749141" y="3929539"/>
                  </a:lnTo>
                  <a:lnTo>
                    <a:pt x="1067276" y="3929539"/>
                  </a:lnTo>
                  <a:lnTo>
                    <a:pt x="1067276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600CA629-2BE3-4707-AAD4-9C01D2B72FB6}"/>
                </a:ext>
              </a:extLst>
            </p:cNvPr>
            <p:cNvSpPr/>
            <p:nvPr/>
          </p:nvSpPr>
          <p:spPr>
            <a:xfrm>
              <a:off x="5923121" y="2619851"/>
              <a:ext cx="1066800" cy="2762250"/>
            </a:xfrm>
            <a:custGeom>
              <a:avLst/>
              <a:gdLst>
                <a:gd name="connsiteX0" fmla="*/ 1067276 w 1066800"/>
                <a:gd name="connsiteY0" fmla="*/ 7144 h 2762250"/>
                <a:gd name="connsiteX1" fmla="*/ 1067276 w 1066800"/>
                <a:gd name="connsiteY1" fmla="*/ 7144 h 2762250"/>
                <a:gd name="connsiteX2" fmla="*/ 7144 w 1066800"/>
                <a:gd name="connsiteY2" fmla="*/ 7144 h 2762250"/>
                <a:gd name="connsiteX3" fmla="*/ 7144 w 1066800"/>
                <a:gd name="connsiteY3" fmla="*/ 325279 h 2762250"/>
                <a:gd name="connsiteX4" fmla="*/ 7144 w 1066800"/>
                <a:gd name="connsiteY4" fmla="*/ 325279 h 2762250"/>
                <a:gd name="connsiteX5" fmla="*/ 7144 w 1066800"/>
                <a:gd name="connsiteY5" fmla="*/ 2445544 h 2762250"/>
                <a:gd name="connsiteX6" fmla="*/ 7144 w 1066800"/>
                <a:gd name="connsiteY6" fmla="*/ 2445544 h 2762250"/>
                <a:gd name="connsiteX7" fmla="*/ 7144 w 1066800"/>
                <a:gd name="connsiteY7" fmla="*/ 2763679 h 2762250"/>
                <a:gd name="connsiteX8" fmla="*/ 7144 w 1066800"/>
                <a:gd name="connsiteY8" fmla="*/ 2763679 h 2762250"/>
                <a:gd name="connsiteX9" fmla="*/ 325279 w 1066800"/>
                <a:gd name="connsiteY9" fmla="*/ 2763679 h 2762250"/>
                <a:gd name="connsiteX10" fmla="*/ 749141 w 1066800"/>
                <a:gd name="connsiteY10" fmla="*/ 2763679 h 2762250"/>
                <a:gd name="connsiteX11" fmla="*/ 1067276 w 1066800"/>
                <a:gd name="connsiteY11" fmla="*/ 2763679 h 2762250"/>
                <a:gd name="connsiteX12" fmla="*/ 1067276 w 1066800"/>
                <a:gd name="connsiteY12" fmla="*/ 7144 h 276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6800" h="2762250">
                  <a:moveTo>
                    <a:pt x="1067276" y="7144"/>
                  </a:moveTo>
                  <a:lnTo>
                    <a:pt x="1067276" y="7144"/>
                  </a:lnTo>
                  <a:lnTo>
                    <a:pt x="7144" y="7144"/>
                  </a:lnTo>
                  <a:lnTo>
                    <a:pt x="7144" y="325279"/>
                  </a:lnTo>
                  <a:lnTo>
                    <a:pt x="7144" y="325279"/>
                  </a:lnTo>
                  <a:lnTo>
                    <a:pt x="7144" y="2445544"/>
                  </a:lnTo>
                  <a:lnTo>
                    <a:pt x="7144" y="2445544"/>
                  </a:lnTo>
                  <a:lnTo>
                    <a:pt x="7144" y="2763679"/>
                  </a:lnTo>
                  <a:lnTo>
                    <a:pt x="7144" y="2763679"/>
                  </a:lnTo>
                  <a:lnTo>
                    <a:pt x="325279" y="2763679"/>
                  </a:lnTo>
                  <a:lnTo>
                    <a:pt x="749141" y="2763679"/>
                  </a:lnTo>
                  <a:lnTo>
                    <a:pt x="1067276" y="2763679"/>
                  </a:lnTo>
                  <a:lnTo>
                    <a:pt x="1067276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85A2448-6648-4A62-84A7-FA8751EC7003}"/>
                </a:ext>
              </a:extLst>
            </p:cNvPr>
            <p:cNvSpPr/>
            <p:nvPr/>
          </p:nvSpPr>
          <p:spPr>
            <a:xfrm>
              <a:off x="4439126" y="3998119"/>
              <a:ext cx="1066800" cy="1390650"/>
            </a:xfrm>
            <a:custGeom>
              <a:avLst/>
              <a:gdLst>
                <a:gd name="connsiteX0" fmla="*/ 1067276 w 1066800"/>
                <a:gd name="connsiteY0" fmla="*/ 7144 h 1390650"/>
                <a:gd name="connsiteX1" fmla="*/ 1067276 w 1066800"/>
                <a:gd name="connsiteY1" fmla="*/ 7144 h 1390650"/>
                <a:gd name="connsiteX2" fmla="*/ 7144 w 1066800"/>
                <a:gd name="connsiteY2" fmla="*/ 7144 h 1390650"/>
                <a:gd name="connsiteX3" fmla="*/ 7144 w 1066800"/>
                <a:gd name="connsiteY3" fmla="*/ 325279 h 1390650"/>
                <a:gd name="connsiteX4" fmla="*/ 7144 w 1066800"/>
                <a:gd name="connsiteY4" fmla="*/ 325279 h 1390650"/>
                <a:gd name="connsiteX5" fmla="*/ 7144 w 1066800"/>
                <a:gd name="connsiteY5" fmla="*/ 1067276 h 1390650"/>
                <a:gd name="connsiteX6" fmla="*/ 7144 w 1066800"/>
                <a:gd name="connsiteY6" fmla="*/ 1067276 h 1390650"/>
                <a:gd name="connsiteX7" fmla="*/ 7144 w 1066800"/>
                <a:gd name="connsiteY7" fmla="*/ 1385411 h 1390650"/>
                <a:gd name="connsiteX8" fmla="*/ 7144 w 1066800"/>
                <a:gd name="connsiteY8" fmla="*/ 1385411 h 1390650"/>
                <a:gd name="connsiteX9" fmla="*/ 325279 w 1066800"/>
                <a:gd name="connsiteY9" fmla="*/ 1385411 h 1390650"/>
                <a:gd name="connsiteX10" fmla="*/ 749141 w 1066800"/>
                <a:gd name="connsiteY10" fmla="*/ 1385411 h 1390650"/>
                <a:gd name="connsiteX11" fmla="*/ 1067276 w 1066800"/>
                <a:gd name="connsiteY11" fmla="*/ 1385411 h 1390650"/>
                <a:gd name="connsiteX12" fmla="*/ 1067276 w 1066800"/>
                <a:gd name="connsiteY12" fmla="*/ 7144 h 13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6800" h="1390650">
                  <a:moveTo>
                    <a:pt x="1067276" y="7144"/>
                  </a:moveTo>
                  <a:lnTo>
                    <a:pt x="1067276" y="7144"/>
                  </a:lnTo>
                  <a:lnTo>
                    <a:pt x="7144" y="7144"/>
                  </a:lnTo>
                  <a:lnTo>
                    <a:pt x="7144" y="325279"/>
                  </a:lnTo>
                  <a:lnTo>
                    <a:pt x="7144" y="325279"/>
                  </a:lnTo>
                  <a:lnTo>
                    <a:pt x="7144" y="1067276"/>
                  </a:lnTo>
                  <a:lnTo>
                    <a:pt x="7144" y="1067276"/>
                  </a:lnTo>
                  <a:lnTo>
                    <a:pt x="7144" y="1385411"/>
                  </a:lnTo>
                  <a:lnTo>
                    <a:pt x="7144" y="1385411"/>
                  </a:lnTo>
                  <a:lnTo>
                    <a:pt x="325279" y="1385411"/>
                  </a:lnTo>
                  <a:lnTo>
                    <a:pt x="749141" y="1385411"/>
                  </a:lnTo>
                  <a:lnTo>
                    <a:pt x="1067276" y="1385411"/>
                  </a:lnTo>
                  <a:lnTo>
                    <a:pt x="1067276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91" name="Graphic 23">
            <a:extLst>
              <a:ext uri="{FF2B5EF4-FFF2-40B4-BE49-F238E27FC236}">
                <a16:creationId xmlns:a16="http://schemas.microsoft.com/office/drawing/2014/main" id="{15DBEB59-FEBD-4941-B34A-85906A4B7C47}"/>
              </a:ext>
            </a:extLst>
          </p:cNvPr>
          <p:cNvGrpSpPr>
            <a:grpSpLocks noChangeAspect="1"/>
          </p:cNvGrpSpPr>
          <p:nvPr/>
        </p:nvGrpSpPr>
        <p:grpSpPr>
          <a:xfrm>
            <a:off x="4288256" y="3162925"/>
            <a:ext cx="460300" cy="502920"/>
            <a:chOff x="3676650" y="771525"/>
            <a:chExt cx="5143500" cy="56197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884365D3-92E7-436F-B7A7-A53D02B9CCF9}"/>
                </a:ext>
              </a:extLst>
            </p:cNvPr>
            <p:cNvSpPr/>
            <p:nvPr/>
          </p:nvSpPr>
          <p:spPr>
            <a:xfrm>
              <a:off x="3669506" y="764381"/>
              <a:ext cx="5153025" cy="581025"/>
            </a:xfrm>
            <a:custGeom>
              <a:avLst/>
              <a:gdLst>
                <a:gd name="connsiteX0" fmla="*/ 102394 w 5153025"/>
                <a:gd name="connsiteY0" fmla="*/ 578644 h 581025"/>
                <a:gd name="connsiteX1" fmla="*/ 5052537 w 5153025"/>
                <a:gd name="connsiteY1" fmla="*/ 578644 h 581025"/>
                <a:gd name="connsiteX2" fmla="*/ 5147787 w 5153025"/>
                <a:gd name="connsiteY2" fmla="*/ 483394 h 581025"/>
                <a:gd name="connsiteX3" fmla="*/ 5052537 w 5153025"/>
                <a:gd name="connsiteY3" fmla="*/ 388144 h 581025"/>
                <a:gd name="connsiteX4" fmla="*/ 2673191 w 5153025"/>
                <a:gd name="connsiteY4" fmla="*/ 388144 h 581025"/>
                <a:gd name="connsiteX5" fmla="*/ 2673191 w 5153025"/>
                <a:gd name="connsiteY5" fmla="*/ 102394 h 581025"/>
                <a:gd name="connsiteX6" fmla="*/ 2577941 w 5153025"/>
                <a:gd name="connsiteY6" fmla="*/ 7144 h 581025"/>
                <a:gd name="connsiteX7" fmla="*/ 2482691 w 5153025"/>
                <a:gd name="connsiteY7" fmla="*/ 102394 h 581025"/>
                <a:gd name="connsiteX8" fmla="*/ 2482691 w 5153025"/>
                <a:gd name="connsiteY8" fmla="*/ 388144 h 581025"/>
                <a:gd name="connsiteX9" fmla="*/ 102394 w 5153025"/>
                <a:gd name="connsiteY9" fmla="*/ 388144 h 581025"/>
                <a:gd name="connsiteX10" fmla="*/ 7144 w 5153025"/>
                <a:gd name="connsiteY10" fmla="*/ 483394 h 581025"/>
                <a:gd name="connsiteX11" fmla="*/ 102394 w 5153025"/>
                <a:gd name="connsiteY11" fmla="*/ 57864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153025" h="581025">
                  <a:moveTo>
                    <a:pt x="102394" y="578644"/>
                  </a:moveTo>
                  <a:lnTo>
                    <a:pt x="5052537" y="578644"/>
                  </a:lnTo>
                  <a:cubicBezTo>
                    <a:pt x="5104924" y="578644"/>
                    <a:pt x="5147787" y="535781"/>
                    <a:pt x="5147787" y="483394"/>
                  </a:cubicBezTo>
                  <a:cubicBezTo>
                    <a:pt x="5147787" y="431006"/>
                    <a:pt x="5104924" y="388144"/>
                    <a:pt x="5052537" y="388144"/>
                  </a:cubicBezTo>
                  <a:lnTo>
                    <a:pt x="2673191" y="388144"/>
                  </a:lnTo>
                  <a:lnTo>
                    <a:pt x="2673191" y="102394"/>
                  </a:lnTo>
                  <a:cubicBezTo>
                    <a:pt x="2673191" y="50006"/>
                    <a:pt x="2630329" y="7144"/>
                    <a:pt x="2577941" y="7144"/>
                  </a:cubicBezTo>
                  <a:cubicBezTo>
                    <a:pt x="2525554" y="7144"/>
                    <a:pt x="2482691" y="50006"/>
                    <a:pt x="2482691" y="102394"/>
                  </a:cubicBezTo>
                  <a:lnTo>
                    <a:pt x="2482691" y="388144"/>
                  </a:lnTo>
                  <a:lnTo>
                    <a:pt x="102394" y="388144"/>
                  </a:lnTo>
                  <a:cubicBezTo>
                    <a:pt x="50006" y="388144"/>
                    <a:pt x="7144" y="431006"/>
                    <a:pt x="7144" y="483394"/>
                  </a:cubicBezTo>
                  <a:cubicBezTo>
                    <a:pt x="7144" y="535781"/>
                    <a:pt x="50006" y="578644"/>
                    <a:pt x="102394" y="5786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83538CB-344A-4C8D-B4DD-A610843CD4BA}"/>
                </a:ext>
              </a:extLst>
            </p:cNvPr>
            <p:cNvSpPr/>
            <p:nvPr/>
          </p:nvSpPr>
          <p:spPr>
            <a:xfrm>
              <a:off x="5765959" y="2386489"/>
              <a:ext cx="676275" cy="666750"/>
            </a:xfrm>
            <a:custGeom>
              <a:avLst/>
              <a:gdLst>
                <a:gd name="connsiteX0" fmla="*/ 677704 w 676275"/>
                <a:gd name="connsiteY0" fmla="*/ 657701 h 666750"/>
                <a:gd name="connsiteX1" fmla="*/ 29051 w 676275"/>
                <a:gd name="connsiteY1" fmla="*/ 10001 h 666750"/>
                <a:gd name="connsiteX2" fmla="*/ 7144 w 676275"/>
                <a:gd name="connsiteY2" fmla="*/ 7144 h 666750"/>
                <a:gd name="connsiteX3" fmla="*/ 17621 w 676275"/>
                <a:gd name="connsiteY3" fmla="*/ 667226 h 666750"/>
                <a:gd name="connsiteX4" fmla="*/ 677704 w 676275"/>
                <a:gd name="connsiteY4" fmla="*/ 657701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275" h="666750">
                  <a:moveTo>
                    <a:pt x="677704" y="657701"/>
                  </a:moveTo>
                  <a:cubicBezTo>
                    <a:pt x="628174" y="322421"/>
                    <a:pt x="364331" y="59531"/>
                    <a:pt x="29051" y="10001"/>
                  </a:cubicBezTo>
                  <a:cubicBezTo>
                    <a:pt x="21431" y="9049"/>
                    <a:pt x="14764" y="8096"/>
                    <a:pt x="7144" y="7144"/>
                  </a:cubicBezTo>
                  <a:lnTo>
                    <a:pt x="17621" y="667226"/>
                  </a:lnTo>
                  <a:lnTo>
                    <a:pt x="677704" y="6577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AD08258A-B22D-46B4-884A-1D3018FF389E}"/>
                </a:ext>
              </a:extLst>
            </p:cNvPr>
            <p:cNvSpPr/>
            <p:nvPr/>
          </p:nvSpPr>
          <p:spPr>
            <a:xfrm>
              <a:off x="7001351" y="2096929"/>
              <a:ext cx="200025" cy="200025"/>
            </a:xfrm>
            <a:custGeom>
              <a:avLst/>
              <a:gdLst>
                <a:gd name="connsiteX0" fmla="*/ 197644 w 200025"/>
                <a:gd name="connsiteY0" fmla="*/ 102394 h 200025"/>
                <a:gd name="connsiteX1" fmla="*/ 102394 w 200025"/>
                <a:gd name="connsiteY1" fmla="*/ 197644 h 200025"/>
                <a:gd name="connsiteX2" fmla="*/ 7144 w 200025"/>
                <a:gd name="connsiteY2" fmla="*/ 102394 h 200025"/>
                <a:gd name="connsiteX3" fmla="*/ 102394 w 200025"/>
                <a:gd name="connsiteY3" fmla="*/ 7144 h 200025"/>
                <a:gd name="connsiteX4" fmla="*/ 197644 w 200025"/>
                <a:gd name="connsiteY4" fmla="*/ 10239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00025">
                  <a:moveTo>
                    <a:pt x="197644" y="102394"/>
                  </a:moveTo>
                  <a:cubicBezTo>
                    <a:pt x="197644" y="154781"/>
                    <a:pt x="154781" y="197644"/>
                    <a:pt x="102394" y="197644"/>
                  </a:cubicBezTo>
                  <a:cubicBezTo>
                    <a:pt x="50006" y="197644"/>
                    <a:pt x="7144" y="154781"/>
                    <a:pt x="7144" y="102394"/>
                  </a:cubicBezTo>
                  <a:cubicBezTo>
                    <a:pt x="7144" y="50006"/>
                    <a:pt x="50006" y="7144"/>
                    <a:pt x="102394" y="7144"/>
                  </a:cubicBezTo>
                  <a:cubicBezTo>
                    <a:pt x="154781" y="7144"/>
                    <a:pt x="197644" y="50006"/>
                    <a:pt x="197644" y="1023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6550436C-73BA-463C-9DEB-DDA0D2429F1C}"/>
                </a:ext>
              </a:extLst>
            </p:cNvPr>
            <p:cNvSpPr/>
            <p:nvPr/>
          </p:nvSpPr>
          <p:spPr>
            <a:xfrm>
              <a:off x="7001351" y="4191476"/>
              <a:ext cx="200025" cy="200025"/>
            </a:xfrm>
            <a:custGeom>
              <a:avLst/>
              <a:gdLst>
                <a:gd name="connsiteX0" fmla="*/ 197644 w 200025"/>
                <a:gd name="connsiteY0" fmla="*/ 102394 h 200025"/>
                <a:gd name="connsiteX1" fmla="*/ 102394 w 200025"/>
                <a:gd name="connsiteY1" fmla="*/ 197644 h 200025"/>
                <a:gd name="connsiteX2" fmla="*/ 7144 w 200025"/>
                <a:gd name="connsiteY2" fmla="*/ 102394 h 200025"/>
                <a:gd name="connsiteX3" fmla="*/ 102394 w 200025"/>
                <a:gd name="connsiteY3" fmla="*/ 7144 h 200025"/>
                <a:gd name="connsiteX4" fmla="*/ 197644 w 200025"/>
                <a:gd name="connsiteY4" fmla="*/ 10239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00025">
                  <a:moveTo>
                    <a:pt x="197644" y="102394"/>
                  </a:moveTo>
                  <a:cubicBezTo>
                    <a:pt x="197644" y="154781"/>
                    <a:pt x="154781" y="197644"/>
                    <a:pt x="102394" y="197644"/>
                  </a:cubicBezTo>
                  <a:cubicBezTo>
                    <a:pt x="50006" y="197644"/>
                    <a:pt x="7144" y="154781"/>
                    <a:pt x="7144" y="102394"/>
                  </a:cubicBezTo>
                  <a:cubicBezTo>
                    <a:pt x="7144" y="50006"/>
                    <a:pt x="50006" y="7144"/>
                    <a:pt x="102394" y="7144"/>
                  </a:cubicBezTo>
                  <a:cubicBezTo>
                    <a:pt x="154781" y="7144"/>
                    <a:pt x="197644" y="50006"/>
                    <a:pt x="197644" y="1023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C51307CA-53A5-4B96-BF3B-34E4B3DD763D}"/>
                </a:ext>
              </a:extLst>
            </p:cNvPr>
            <p:cNvSpPr/>
            <p:nvPr/>
          </p:nvSpPr>
          <p:spPr>
            <a:xfrm>
              <a:off x="5484971" y="3607594"/>
              <a:ext cx="571500" cy="457200"/>
            </a:xfrm>
            <a:custGeom>
              <a:avLst/>
              <a:gdLst>
                <a:gd name="connsiteX0" fmla="*/ 564356 w 571500"/>
                <a:gd name="connsiteY0" fmla="*/ 29051 h 457200"/>
                <a:gd name="connsiteX1" fmla="*/ 567214 w 571500"/>
                <a:gd name="connsiteY1" fmla="*/ 7144 h 457200"/>
                <a:gd name="connsiteX2" fmla="*/ 7144 w 571500"/>
                <a:gd name="connsiteY2" fmla="*/ 15716 h 457200"/>
                <a:gd name="connsiteX3" fmla="*/ 359569 w 571500"/>
                <a:gd name="connsiteY3" fmla="*/ 451009 h 457200"/>
                <a:gd name="connsiteX4" fmla="*/ 564356 w 571500"/>
                <a:gd name="connsiteY4" fmla="*/ 29051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0" h="457200">
                  <a:moveTo>
                    <a:pt x="564356" y="29051"/>
                  </a:moveTo>
                  <a:cubicBezTo>
                    <a:pt x="565309" y="21431"/>
                    <a:pt x="566261" y="14764"/>
                    <a:pt x="567214" y="7144"/>
                  </a:cubicBezTo>
                  <a:lnTo>
                    <a:pt x="7144" y="15716"/>
                  </a:lnTo>
                  <a:lnTo>
                    <a:pt x="359569" y="451009"/>
                  </a:lnTo>
                  <a:cubicBezTo>
                    <a:pt x="470059" y="335756"/>
                    <a:pt x="542449" y="188119"/>
                    <a:pt x="564356" y="29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60D243D1-BA42-44B1-B77B-105ECAD5B963}"/>
                </a:ext>
              </a:extLst>
            </p:cNvPr>
            <p:cNvSpPr/>
            <p:nvPr/>
          </p:nvSpPr>
          <p:spPr>
            <a:xfrm>
              <a:off x="4885849" y="3676174"/>
              <a:ext cx="809625" cy="619125"/>
            </a:xfrm>
            <a:custGeom>
              <a:avLst/>
              <a:gdLst>
                <a:gd name="connsiteX0" fmla="*/ 304324 w 809625"/>
                <a:gd name="connsiteY0" fmla="*/ 610076 h 619125"/>
                <a:gd name="connsiteX1" fmla="*/ 809149 w 809625"/>
                <a:gd name="connsiteY1" fmla="*/ 503396 h 619125"/>
                <a:gd name="connsiteX2" fmla="*/ 408146 w 809625"/>
                <a:gd name="connsiteY2" fmla="*/ 7144 h 619125"/>
                <a:gd name="connsiteX3" fmla="*/ 7144 w 809625"/>
                <a:gd name="connsiteY3" fmla="*/ 503396 h 619125"/>
                <a:gd name="connsiteX4" fmla="*/ 304324 w 809625"/>
                <a:gd name="connsiteY4" fmla="*/ 610076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625" h="619125">
                  <a:moveTo>
                    <a:pt x="304324" y="610076"/>
                  </a:moveTo>
                  <a:cubicBezTo>
                    <a:pt x="480536" y="634841"/>
                    <a:pt x="658654" y="596741"/>
                    <a:pt x="809149" y="503396"/>
                  </a:cubicBezTo>
                  <a:lnTo>
                    <a:pt x="408146" y="7144"/>
                  </a:lnTo>
                  <a:lnTo>
                    <a:pt x="7144" y="503396"/>
                  </a:lnTo>
                  <a:cubicBezTo>
                    <a:pt x="98584" y="559594"/>
                    <a:pt x="199549" y="595789"/>
                    <a:pt x="304324" y="6100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C19A9C75-C7EF-45F3-9950-C21C4EB37EB2}"/>
                </a:ext>
              </a:extLst>
            </p:cNvPr>
            <p:cNvSpPr/>
            <p:nvPr/>
          </p:nvSpPr>
          <p:spPr>
            <a:xfrm>
              <a:off x="3669506" y="5333524"/>
              <a:ext cx="5153025" cy="1057275"/>
            </a:xfrm>
            <a:custGeom>
              <a:avLst/>
              <a:gdLst>
                <a:gd name="connsiteX0" fmla="*/ 5052537 w 5153025"/>
                <a:gd name="connsiteY0" fmla="*/ 7144 h 1057275"/>
                <a:gd name="connsiteX1" fmla="*/ 102394 w 5153025"/>
                <a:gd name="connsiteY1" fmla="*/ 7144 h 1057275"/>
                <a:gd name="connsiteX2" fmla="*/ 7144 w 5153025"/>
                <a:gd name="connsiteY2" fmla="*/ 102394 h 1057275"/>
                <a:gd name="connsiteX3" fmla="*/ 102394 w 5153025"/>
                <a:gd name="connsiteY3" fmla="*/ 197644 h 1057275"/>
                <a:gd name="connsiteX4" fmla="*/ 1614011 w 5153025"/>
                <a:gd name="connsiteY4" fmla="*/ 197644 h 1057275"/>
                <a:gd name="connsiteX5" fmla="*/ 1254919 w 5153025"/>
                <a:gd name="connsiteY5" fmla="*/ 916781 h 1057275"/>
                <a:gd name="connsiteX6" fmla="*/ 1297781 w 5153025"/>
                <a:gd name="connsiteY6" fmla="*/ 1044416 h 1057275"/>
                <a:gd name="connsiteX7" fmla="*/ 1425416 w 5153025"/>
                <a:gd name="connsiteY7" fmla="*/ 1001553 h 1057275"/>
                <a:gd name="connsiteX8" fmla="*/ 1806416 w 5153025"/>
                <a:gd name="connsiteY8" fmla="*/ 239554 h 1057275"/>
                <a:gd name="connsiteX9" fmla="*/ 1815941 w 5153025"/>
                <a:gd name="connsiteY9" fmla="*/ 196691 h 1057275"/>
                <a:gd name="connsiteX10" fmla="*/ 2483644 w 5153025"/>
                <a:gd name="connsiteY10" fmla="*/ 196691 h 1057275"/>
                <a:gd name="connsiteX11" fmla="*/ 2483644 w 5153025"/>
                <a:gd name="connsiteY11" fmla="*/ 958691 h 1057275"/>
                <a:gd name="connsiteX12" fmla="*/ 2578894 w 5153025"/>
                <a:gd name="connsiteY12" fmla="*/ 1053941 h 1057275"/>
                <a:gd name="connsiteX13" fmla="*/ 2674144 w 5153025"/>
                <a:gd name="connsiteY13" fmla="*/ 958691 h 1057275"/>
                <a:gd name="connsiteX14" fmla="*/ 2674144 w 5153025"/>
                <a:gd name="connsiteY14" fmla="*/ 196691 h 1057275"/>
                <a:gd name="connsiteX15" fmla="*/ 3341846 w 5153025"/>
                <a:gd name="connsiteY15" fmla="*/ 196691 h 1057275"/>
                <a:gd name="connsiteX16" fmla="*/ 3350419 w 5153025"/>
                <a:gd name="connsiteY16" fmla="*/ 239554 h 1057275"/>
                <a:gd name="connsiteX17" fmla="*/ 3731419 w 5153025"/>
                <a:gd name="connsiteY17" fmla="*/ 1001553 h 1057275"/>
                <a:gd name="connsiteX18" fmla="*/ 3859054 w 5153025"/>
                <a:gd name="connsiteY18" fmla="*/ 1044416 h 1057275"/>
                <a:gd name="connsiteX19" fmla="*/ 3901916 w 5153025"/>
                <a:gd name="connsiteY19" fmla="*/ 916781 h 1057275"/>
                <a:gd name="connsiteX20" fmla="*/ 3540919 w 5153025"/>
                <a:gd name="connsiteY20" fmla="*/ 197644 h 1057275"/>
                <a:gd name="connsiteX21" fmla="*/ 5052537 w 5153025"/>
                <a:gd name="connsiteY21" fmla="*/ 197644 h 1057275"/>
                <a:gd name="connsiteX22" fmla="*/ 5147787 w 5153025"/>
                <a:gd name="connsiteY22" fmla="*/ 102394 h 1057275"/>
                <a:gd name="connsiteX23" fmla="*/ 5052537 w 5153025"/>
                <a:gd name="connsiteY23" fmla="*/ 7144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153025" h="1057275">
                  <a:moveTo>
                    <a:pt x="5052537" y="7144"/>
                  </a:moveTo>
                  <a:lnTo>
                    <a:pt x="102394" y="7144"/>
                  </a:lnTo>
                  <a:cubicBezTo>
                    <a:pt x="50006" y="7144"/>
                    <a:pt x="7144" y="50006"/>
                    <a:pt x="7144" y="102394"/>
                  </a:cubicBezTo>
                  <a:cubicBezTo>
                    <a:pt x="7144" y="154781"/>
                    <a:pt x="50006" y="197644"/>
                    <a:pt x="102394" y="197644"/>
                  </a:cubicBezTo>
                  <a:lnTo>
                    <a:pt x="1614011" y="197644"/>
                  </a:lnTo>
                  <a:lnTo>
                    <a:pt x="1254919" y="916781"/>
                  </a:lnTo>
                  <a:cubicBezTo>
                    <a:pt x="1231106" y="963453"/>
                    <a:pt x="1250156" y="1020603"/>
                    <a:pt x="1297781" y="1044416"/>
                  </a:cubicBezTo>
                  <a:cubicBezTo>
                    <a:pt x="1344454" y="1068228"/>
                    <a:pt x="1401604" y="1049178"/>
                    <a:pt x="1425416" y="1001553"/>
                  </a:cubicBezTo>
                  <a:lnTo>
                    <a:pt x="1806416" y="239554"/>
                  </a:lnTo>
                  <a:cubicBezTo>
                    <a:pt x="1813084" y="226219"/>
                    <a:pt x="1815941" y="211931"/>
                    <a:pt x="1815941" y="196691"/>
                  </a:cubicBezTo>
                  <a:lnTo>
                    <a:pt x="2483644" y="196691"/>
                  </a:lnTo>
                  <a:lnTo>
                    <a:pt x="2483644" y="958691"/>
                  </a:lnTo>
                  <a:cubicBezTo>
                    <a:pt x="2483644" y="1011078"/>
                    <a:pt x="2526506" y="1053941"/>
                    <a:pt x="2578894" y="1053941"/>
                  </a:cubicBezTo>
                  <a:cubicBezTo>
                    <a:pt x="2631281" y="1053941"/>
                    <a:pt x="2674144" y="1011078"/>
                    <a:pt x="2674144" y="958691"/>
                  </a:cubicBezTo>
                  <a:lnTo>
                    <a:pt x="2674144" y="196691"/>
                  </a:lnTo>
                  <a:lnTo>
                    <a:pt x="3341846" y="196691"/>
                  </a:lnTo>
                  <a:cubicBezTo>
                    <a:pt x="3341846" y="210979"/>
                    <a:pt x="3344704" y="226219"/>
                    <a:pt x="3350419" y="239554"/>
                  </a:cubicBezTo>
                  <a:lnTo>
                    <a:pt x="3731419" y="1001553"/>
                  </a:lnTo>
                  <a:cubicBezTo>
                    <a:pt x="3755231" y="1048226"/>
                    <a:pt x="3812381" y="1067276"/>
                    <a:pt x="3859054" y="1044416"/>
                  </a:cubicBezTo>
                  <a:cubicBezTo>
                    <a:pt x="3905726" y="1020603"/>
                    <a:pt x="3924776" y="963453"/>
                    <a:pt x="3901916" y="916781"/>
                  </a:cubicBezTo>
                  <a:lnTo>
                    <a:pt x="3540919" y="197644"/>
                  </a:lnTo>
                  <a:lnTo>
                    <a:pt x="5052537" y="197644"/>
                  </a:lnTo>
                  <a:cubicBezTo>
                    <a:pt x="5104924" y="197644"/>
                    <a:pt x="5147787" y="154781"/>
                    <a:pt x="5147787" y="102394"/>
                  </a:cubicBezTo>
                  <a:cubicBezTo>
                    <a:pt x="5147787" y="50006"/>
                    <a:pt x="5104924" y="7144"/>
                    <a:pt x="5052537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95591CEB-3FB8-4065-8C65-B19308135BA8}"/>
                </a:ext>
              </a:extLst>
            </p:cNvPr>
            <p:cNvSpPr/>
            <p:nvPr/>
          </p:nvSpPr>
          <p:spPr>
            <a:xfrm>
              <a:off x="4050506" y="1526381"/>
              <a:ext cx="4391025" cy="3629025"/>
            </a:xfrm>
            <a:custGeom>
              <a:avLst/>
              <a:gdLst>
                <a:gd name="connsiteX0" fmla="*/ 7144 w 4391025"/>
                <a:gd name="connsiteY0" fmla="*/ 3623786 h 3629025"/>
                <a:gd name="connsiteX1" fmla="*/ 4386739 w 4391025"/>
                <a:gd name="connsiteY1" fmla="*/ 3623786 h 3629025"/>
                <a:gd name="connsiteX2" fmla="*/ 4386739 w 4391025"/>
                <a:gd name="connsiteY2" fmla="*/ 7144 h 3629025"/>
                <a:gd name="connsiteX3" fmla="*/ 7144 w 4391025"/>
                <a:gd name="connsiteY3" fmla="*/ 7144 h 3629025"/>
                <a:gd name="connsiteX4" fmla="*/ 7144 w 4391025"/>
                <a:gd name="connsiteY4" fmla="*/ 3623786 h 3629025"/>
                <a:gd name="connsiteX5" fmla="*/ 3434239 w 4391025"/>
                <a:gd name="connsiteY5" fmla="*/ 577691 h 3629025"/>
                <a:gd name="connsiteX6" fmla="*/ 4196239 w 4391025"/>
                <a:gd name="connsiteY6" fmla="*/ 577691 h 3629025"/>
                <a:gd name="connsiteX7" fmla="*/ 4196239 w 4391025"/>
                <a:gd name="connsiteY7" fmla="*/ 768191 h 3629025"/>
                <a:gd name="connsiteX8" fmla="*/ 3434239 w 4391025"/>
                <a:gd name="connsiteY8" fmla="*/ 768191 h 3629025"/>
                <a:gd name="connsiteX9" fmla="*/ 3434239 w 4391025"/>
                <a:gd name="connsiteY9" fmla="*/ 577691 h 3629025"/>
                <a:gd name="connsiteX10" fmla="*/ 3434239 w 4391025"/>
                <a:gd name="connsiteY10" fmla="*/ 958691 h 3629025"/>
                <a:gd name="connsiteX11" fmla="*/ 4196239 w 4391025"/>
                <a:gd name="connsiteY11" fmla="*/ 958691 h 3629025"/>
                <a:gd name="connsiteX12" fmla="*/ 4196239 w 4391025"/>
                <a:gd name="connsiteY12" fmla="*/ 1149191 h 3629025"/>
                <a:gd name="connsiteX13" fmla="*/ 3434239 w 4391025"/>
                <a:gd name="connsiteY13" fmla="*/ 1149191 h 3629025"/>
                <a:gd name="connsiteX14" fmla="*/ 3434239 w 4391025"/>
                <a:gd name="connsiteY14" fmla="*/ 958691 h 3629025"/>
                <a:gd name="connsiteX15" fmla="*/ 3434239 w 4391025"/>
                <a:gd name="connsiteY15" fmla="*/ 1720691 h 3629025"/>
                <a:gd name="connsiteX16" fmla="*/ 4196239 w 4391025"/>
                <a:gd name="connsiteY16" fmla="*/ 1720691 h 3629025"/>
                <a:gd name="connsiteX17" fmla="*/ 4196239 w 4391025"/>
                <a:gd name="connsiteY17" fmla="*/ 1911191 h 3629025"/>
                <a:gd name="connsiteX18" fmla="*/ 3434239 w 4391025"/>
                <a:gd name="connsiteY18" fmla="*/ 1911191 h 3629025"/>
                <a:gd name="connsiteX19" fmla="*/ 3434239 w 4391025"/>
                <a:gd name="connsiteY19" fmla="*/ 1720691 h 3629025"/>
                <a:gd name="connsiteX20" fmla="*/ 3434239 w 4391025"/>
                <a:gd name="connsiteY20" fmla="*/ 2100739 h 3629025"/>
                <a:gd name="connsiteX21" fmla="*/ 4005739 w 4391025"/>
                <a:gd name="connsiteY21" fmla="*/ 2100739 h 3629025"/>
                <a:gd name="connsiteX22" fmla="*/ 4005739 w 4391025"/>
                <a:gd name="connsiteY22" fmla="*/ 2291239 h 3629025"/>
                <a:gd name="connsiteX23" fmla="*/ 3434239 w 4391025"/>
                <a:gd name="connsiteY23" fmla="*/ 2291239 h 3629025"/>
                <a:gd name="connsiteX24" fmla="*/ 3434239 w 4391025"/>
                <a:gd name="connsiteY24" fmla="*/ 2100739 h 3629025"/>
                <a:gd name="connsiteX25" fmla="*/ 3434239 w 4391025"/>
                <a:gd name="connsiteY25" fmla="*/ 2672239 h 3629025"/>
                <a:gd name="connsiteX26" fmla="*/ 4196239 w 4391025"/>
                <a:gd name="connsiteY26" fmla="*/ 2672239 h 3629025"/>
                <a:gd name="connsiteX27" fmla="*/ 4196239 w 4391025"/>
                <a:gd name="connsiteY27" fmla="*/ 2862739 h 3629025"/>
                <a:gd name="connsiteX28" fmla="*/ 3434239 w 4391025"/>
                <a:gd name="connsiteY28" fmla="*/ 2862739 h 3629025"/>
                <a:gd name="connsiteX29" fmla="*/ 3434239 w 4391025"/>
                <a:gd name="connsiteY29" fmla="*/ 2672239 h 3629025"/>
                <a:gd name="connsiteX30" fmla="*/ 3434239 w 4391025"/>
                <a:gd name="connsiteY30" fmla="*/ 3053239 h 3629025"/>
                <a:gd name="connsiteX31" fmla="*/ 4196239 w 4391025"/>
                <a:gd name="connsiteY31" fmla="*/ 3053239 h 3629025"/>
                <a:gd name="connsiteX32" fmla="*/ 4196239 w 4391025"/>
                <a:gd name="connsiteY32" fmla="*/ 3243739 h 3629025"/>
                <a:gd name="connsiteX33" fmla="*/ 3434239 w 4391025"/>
                <a:gd name="connsiteY33" fmla="*/ 3243739 h 3629025"/>
                <a:gd name="connsiteX34" fmla="*/ 3434239 w 4391025"/>
                <a:gd name="connsiteY34" fmla="*/ 3053239 h 3629025"/>
                <a:gd name="connsiteX35" fmla="*/ 3053239 w 4391025"/>
                <a:gd name="connsiteY35" fmla="*/ 387191 h 3629025"/>
                <a:gd name="connsiteX36" fmla="*/ 3338989 w 4391025"/>
                <a:gd name="connsiteY36" fmla="*/ 672941 h 3629025"/>
                <a:gd name="connsiteX37" fmla="*/ 3053239 w 4391025"/>
                <a:gd name="connsiteY37" fmla="*/ 958691 h 3629025"/>
                <a:gd name="connsiteX38" fmla="*/ 2767489 w 4391025"/>
                <a:gd name="connsiteY38" fmla="*/ 672941 h 3629025"/>
                <a:gd name="connsiteX39" fmla="*/ 3053239 w 4391025"/>
                <a:gd name="connsiteY39" fmla="*/ 387191 h 3629025"/>
                <a:gd name="connsiteX40" fmla="*/ 3053239 w 4391025"/>
                <a:gd name="connsiteY40" fmla="*/ 1530191 h 3629025"/>
                <a:gd name="connsiteX41" fmla="*/ 3338989 w 4391025"/>
                <a:gd name="connsiteY41" fmla="*/ 1815941 h 3629025"/>
                <a:gd name="connsiteX42" fmla="*/ 3053239 w 4391025"/>
                <a:gd name="connsiteY42" fmla="*/ 2101691 h 3629025"/>
                <a:gd name="connsiteX43" fmla="*/ 2767489 w 4391025"/>
                <a:gd name="connsiteY43" fmla="*/ 1815941 h 3629025"/>
                <a:gd name="connsiteX44" fmla="*/ 3053239 w 4391025"/>
                <a:gd name="connsiteY44" fmla="*/ 1530191 h 3629025"/>
                <a:gd name="connsiteX45" fmla="*/ 3053239 w 4391025"/>
                <a:gd name="connsiteY45" fmla="*/ 2481739 h 3629025"/>
                <a:gd name="connsiteX46" fmla="*/ 3338989 w 4391025"/>
                <a:gd name="connsiteY46" fmla="*/ 2767489 h 3629025"/>
                <a:gd name="connsiteX47" fmla="*/ 3053239 w 4391025"/>
                <a:gd name="connsiteY47" fmla="*/ 3053239 h 3629025"/>
                <a:gd name="connsiteX48" fmla="*/ 2767489 w 4391025"/>
                <a:gd name="connsiteY48" fmla="*/ 2767489 h 3629025"/>
                <a:gd name="connsiteX49" fmla="*/ 3053239 w 4391025"/>
                <a:gd name="connsiteY49" fmla="*/ 2481739 h 3629025"/>
                <a:gd name="connsiteX50" fmla="*/ 1556861 w 4391025"/>
                <a:gd name="connsiteY50" fmla="*/ 701516 h 3629025"/>
                <a:gd name="connsiteX51" fmla="*/ 1623536 w 4391025"/>
                <a:gd name="connsiteY51" fmla="*/ 672941 h 3629025"/>
                <a:gd name="connsiteX52" fmla="*/ 1770221 w 4391025"/>
                <a:gd name="connsiteY52" fmla="*/ 682466 h 3629025"/>
                <a:gd name="connsiteX53" fmla="*/ 2590324 w 4391025"/>
                <a:gd name="connsiteY53" fmla="*/ 1610201 h 3629025"/>
                <a:gd name="connsiteX54" fmla="*/ 2496979 w 4391025"/>
                <a:gd name="connsiteY54" fmla="*/ 1706404 h 3629025"/>
                <a:gd name="connsiteX55" fmla="*/ 1640681 w 4391025"/>
                <a:gd name="connsiteY55" fmla="*/ 1719739 h 3629025"/>
                <a:gd name="connsiteX56" fmla="*/ 1638776 w 4391025"/>
                <a:gd name="connsiteY56" fmla="*/ 1719739 h 3629025"/>
                <a:gd name="connsiteX57" fmla="*/ 1543526 w 4391025"/>
                <a:gd name="connsiteY57" fmla="*/ 1626394 h 3629025"/>
                <a:gd name="connsiteX58" fmla="*/ 1530191 w 4391025"/>
                <a:gd name="connsiteY58" fmla="*/ 769144 h 3629025"/>
                <a:gd name="connsiteX59" fmla="*/ 1556861 w 4391025"/>
                <a:gd name="connsiteY59" fmla="*/ 701516 h 3629025"/>
                <a:gd name="connsiteX60" fmla="*/ 302419 w 4391025"/>
                <a:gd name="connsiteY60" fmla="*/ 1874044 h 3629025"/>
                <a:gd name="connsiteX61" fmla="*/ 1230154 w 4391025"/>
                <a:gd name="connsiteY61" fmla="*/ 1053941 h 3629025"/>
                <a:gd name="connsiteX62" fmla="*/ 1326356 w 4391025"/>
                <a:gd name="connsiteY62" fmla="*/ 1147286 h 3629025"/>
                <a:gd name="connsiteX63" fmla="*/ 1338739 w 4391025"/>
                <a:gd name="connsiteY63" fmla="*/ 1909286 h 3629025"/>
                <a:gd name="connsiteX64" fmla="*/ 2100739 w 4391025"/>
                <a:gd name="connsiteY64" fmla="*/ 1896904 h 3629025"/>
                <a:gd name="connsiteX65" fmla="*/ 2168366 w 4391025"/>
                <a:gd name="connsiteY65" fmla="*/ 1923574 h 3629025"/>
                <a:gd name="connsiteX66" fmla="*/ 2196941 w 4391025"/>
                <a:gd name="connsiteY66" fmla="*/ 1990249 h 3629025"/>
                <a:gd name="connsiteX67" fmla="*/ 1843564 w 4391025"/>
                <a:gd name="connsiteY67" fmla="*/ 2745581 h 3629025"/>
                <a:gd name="connsiteX68" fmla="*/ 1244441 w 4391025"/>
                <a:gd name="connsiteY68" fmla="*/ 2957036 h 3629025"/>
                <a:gd name="connsiteX69" fmla="*/ 647224 w 4391025"/>
                <a:gd name="connsiteY69" fmla="*/ 2745581 h 3629025"/>
                <a:gd name="connsiteX70" fmla="*/ 302419 w 4391025"/>
                <a:gd name="connsiteY70" fmla="*/ 1874044 h 362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391025" h="3629025">
                  <a:moveTo>
                    <a:pt x="7144" y="3623786"/>
                  </a:moveTo>
                  <a:lnTo>
                    <a:pt x="4386739" y="3623786"/>
                  </a:lnTo>
                  <a:lnTo>
                    <a:pt x="4386739" y="7144"/>
                  </a:lnTo>
                  <a:lnTo>
                    <a:pt x="7144" y="7144"/>
                  </a:lnTo>
                  <a:lnTo>
                    <a:pt x="7144" y="3623786"/>
                  </a:lnTo>
                  <a:close/>
                  <a:moveTo>
                    <a:pt x="3434239" y="577691"/>
                  </a:moveTo>
                  <a:lnTo>
                    <a:pt x="4196239" y="577691"/>
                  </a:lnTo>
                  <a:lnTo>
                    <a:pt x="4196239" y="768191"/>
                  </a:lnTo>
                  <a:lnTo>
                    <a:pt x="3434239" y="768191"/>
                  </a:lnTo>
                  <a:lnTo>
                    <a:pt x="3434239" y="577691"/>
                  </a:lnTo>
                  <a:close/>
                  <a:moveTo>
                    <a:pt x="3434239" y="958691"/>
                  </a:moveTo>
                  <a:lnTo>
                    <a:pt x="4196239" y="958691"/>
                  </a:lnTo>
                  <a:lnTo>
                    <a:pt x="4196239" y="1149191"/>
                  </a:lnTo>
                  <a:lnTo>
                    <a:pt x="3434239" y="1149191"/>
                  </a:lnTo>
                  <a:lnTo>
                    <a:pt x="3434239" y="958691"/>
                  </a:lnTo>
                  <a:close/>
                  <a:moveTo>
                    <a:pt x="3434239" y="1720691"/>
                  </a:moveTo>
                  <a:lnTo>
                    <a:pt x="4196239" y="1720691"/>
                  </a:lnTo>
                  <a:lnTo>
                    <a:pt x="4196239" y="1911191"/>
                  </a:lnTo>
                  <a:lnTo>
                    <a:pt x="3434239" y="1911191"/>
                  </a:lnTo>
                  <a:lnTo>
                    <a:pt x="3434239" y="1720691"/>
                  </a:lnTo>
                  <a:close/>
                  <a:moveTo>
                    <a:pt x="3434239" y="2100739"/>
                  </a:moveTo>
                  <a:lnTo>
                    <a:pt x="4005739" y="2100739"/>
                  </a:lnTo>
                  <a:lnTo>
                    <a:pt x="4005739" y="2291239"/>
                  </a:lnTo>
                  <a:lnTo>
                    <a:pt x="3434239" y="2291239"/>
                  </a:lnTo>
                  <a:lnTo>
                    <a:pt x="3434239" y="2100739"/>
                  </a:lnTo>
                  <a:close/>
                  <a:moveTo>
                    <a:pt x="3434239" y="2672239"/>
                  </a:moveTo>
                  <a:lnTo>
                    <a:pt x="4196239" y="2672239"/>
                  </a:lnTo>
                  <a:lnTo>
                    <a:pt x="4196239" y="2862739"/>
                  </a:lnTo>
                  <a:lnTo>
                    <a:pt x="3434239" y="2862739"/>
                  </a:lnTo>
                  <a:lnTo>
                    <a:pt x="3434239" y="2672239"/>
                  </a:lnTo>
                  <a:close/>
                  <a:moveTo>
                    <a:pt x="3434239" y="3053239"/>
                  </a:moveTo>
                  <a:lnTo>
                    <a:pt x="4196239" y="3053239"/>
                  </a:lnTo>
                  <a:lnTo>
                    <a:pt x="4196239" y="3243739"/>
                  </a:lnTo>
                  <a:lnTo>
                    <a:pt x="3434239" y="3243739"/>
                  </a:lnTo>
                  <a:lnTo>
                    <a:pt x="3434239" y="3053239"/>
                  </a:lnTo>
                  <a:close/>
                  <a:moveTo>
                    <a:pt x="3053239" y="387191"/>
                  </a:moveTo>
                  <a:cubicBezTo>
                    <a:pt x="3211354" y="387191"/>
                    <a:pt x="3338989" y="514826"/>
                    <a:pt x="3338989" y="672941"/>
                  </a:cubicBezTo>
                  <a:cubicBezTo>
                    <a:pt x="3338989" y="831056"/>
                    <a:pt x="3211354" y="958691"/>
                    <a:pt x="3053239" y="958691"/>
                  </a:cubicBezTo>
                  <a:cubicBezTo>
                    <a:pt x="2895124" y="958691"/>
                    <a:pt x="2767489" y="831056"/>
                    <a:pt x="2767489" y="672941"/>
                  </a:cubicBezTo>
                  <a:cubicBezTo>
                    <a:pt x="2767489" y="514826"/>
                    <a:pt x="2895124" y="387191"/>
                    <a:pt x="3053239" y="387191"/>
                  </a:cubicBezTo>
                  <a:close/>
                  <a:moveTo>
                    <a:pt x="3053239" y="1530191"/>
                  </a:moveTo>
                  <a:cubicBezTo>
                    <a:pt x="3211354" y="1530191"/>
                    <a:pt x="3338989" y="1657826"/>
                    <a:pt x="3338989" y="1815941"/>
                  </a:cubicBezTo>
                  <a:cubicBezTo>
                    <a:pt x="3338989" y="1974056"/>
                    <a:pt x="3211354" y="2101691"/>
                    <a:pt x="3053239" y="2101691"/>
                  </a:cubicBezTo>
                  <a:cubicBezTo>
                    <a:pt x="2895124" y="2101691"/>
                    <a:pt x="2767489" y="1974056"/>
                    <a:pt x="2767489" y="1815941"/>
                  </a:cubicBezTo>
                  <a:cubicBezTo>
                    <a:pt x="2767489" y="1657826"/>
                    <a:pt x="2895124" y="1530191"/>
                    <a:pt x="3053239" y="1530191"/>
                  </a:cubicBezTo>
                  <a:close/>
                  <a:moveTo>
                    <a:pt x="3053239" y="2481739"/>
                  </a:moveTo>
                  <a:cubicBezTo>
                    <a:pt x="3211354" y="2481739"/>
                    <a:pt x="3338989" y="2609374"/>
                    <a:pt x="3338989" y="2767489"/>
                  </a:cubicBezTo>
                  <a:cubicBezTo>
                    <a:pt x="3338989" y="2925604"/>
                    <a:pt x="3211354" y="3053239"/>
                    <a:pt x="3053239" y="3053239"/>
                  </a:cubicBezTo>
                  <a:cubicBezTo>
                    <a:pt x="2895124" y="3053239"/>
                    <a:pt x="2767489" y="2925604"/>
                    <a:pt x="2767489" y="2767489"/>
                  </a:cubicBezTo>
                  <a:cubicBezTo>
                    <a:pt x="2767489" y="2609374"/>
                    <a:pt x="2895124" y="2481739"/>
                    <a:pt x="3053239" y="2481739"/>
                  </a:cubicBezTo>
                  <a:close/>
                  <a:moveTo>
                    <a:pt x="1556861" y="701516"/>
                  </a:moveTo>
                  <a:cubicBezTo>
                    <a:pt x="1574006" y="683419"/>
                    <a:pt x="1598771" y="672941"/>
                    <a:pt x="1623536" y="672941"/>
                  </a:cubicBezTo>
                  <a:cubicBezTo>
                    <a:pt x="1672114" y="671989"/>
                    <a:pt x="1721644" y="675799"/>
                    <a:pt x="1770221" y="682466"/>
                  </a:cubicBezTo>
                  <a:cubicBezTo>
                    <a:pt x="2235994" y="745331"/>
                    <a:pt x="2585561" y="1140619"/>
                    <a:pt x="2590324" y="1610201"/>
                  </a:cubicBezTo>
                  <a:cubicBezTo>
                    <a:pt x="2591276" y="1662589"/>
                    <a:pt x="2549366" y="1706404"/>
                    <a:pt x="2496979" y="1706404"/>
                  </a:cubicBezTo>
                  <a:lnTo>
                    <a:pt x="1640681" y="1719739"/>
                  </a:lnTo>
                  <a:lnTo>
                    <a:pt x="1638776" y="1719739"/>
                  </a:lnTo>
                  <a:cubicBezTo>
                    <a:pt x="1586389" y="1719739"/>
                    <a:pt x="1544479" y="1677829"/>
                    <a:pt x="1543526" y="1626394"/>
                  </a:cubicBezTo>
                  <a:lnTo>
                    <a:pt x="1530191" y="769144"/>
                  </a:lnTo>
                  <a:cubicBezTo>
                    <a:pt x="1529239" y="744379"/>
                    <a:pt x="1538764" y="719614"/>
                    <a:pt x="1556861" y="701516"/>
                  </a:cubicBezTo>
                  <a:close/>
                  <a:moveTo>
                    <a:pt x="302419" y="1874044"/>
                  </a:moveTo>
                  <a:cubicBezTo>
                    <a:pt x="365284" y="1408271"/>
                    <a:pt x="759619" y="1058704"/>
                    <a:pt x="1230154" y="1053941"/>
                  </a:cubicBezTo>
                  <a:cubicBezTo>
                    <a:pt x="1282541" y="1054894"/>
                    <a:pt x="1324451" y="1095851"/>
                    <a:pt x="1326356" y="1147286"/>
                  </a:cubicBezTo>
                  <a:lnTo>
                    <a:pt x="1338739" y="1909286"/>
                  </a:lnTo>
                  <a:lnTo>
                    <a:pt x="2100739" y="1896904"/>
                  </a:lnTo>
                  <a:cubicBezTo>
                    <a:pt x="2125504" y="1896904"/>
                    <a:pt x="2150269" y="1906429"/>
                    <a:pt x="2168366" y="1923574"/>
                  </a:cubicBezTo>
                  <a:cubicBezTo>
                    <a:pt x="2186464" y="1940719"/>
                    <a:pt x="2196941" y="1965484"/>
                    <a:pt x="2196941" y="1990249"/>
                  </a:cubicBezTo>
                  <a:cubicBezTo>
                    <a:pt x="2200751" y="2282666"/>
                    <a:pt x="2071211" y="2560796"/>
                    <a:pt x="1843564" y="2745581"/>
                  </a:cubicBezTo>
                  <a:cubicBezTo>
                    <a:pt x="1674019" y="2882741"/>
                    <a:pt x="1462564" y="2957036"/>
                    <a:pt x="1244441" y="2957036"/>
                  </a:cubicBezTo>
                  <a:cubicBezTo>
                    <a:pt x="1027271" y="2957036"/>
                    <a:pt x="816769" y="2882741"/>
                    <a:pt x="647224" y="2745581"/>
                  </a:cubicBezTo>
                  <a:cubicBezTo>
                    <a:pt x="385286" y="2536984"/>
                    <a:pt x="253841" y="2205514"/>
                    <a:pt x="302419" y="18740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587032CD-74B3-44C8-B188-3AAA3D7390DD}"/>
                </a:ext>
              </a:extLst>
            </p:cNvPr>
            <p:cNvSpPr/>
            <p:nvPr/>
          </p:nvSpPr>
          <p:spPr>
            <a:xfrm>
              <a:off x="4525732" y="2771299"/>
              <a:ext cx="676275" cy="1295400"/>
            </a:xfrm>
            <a:custGeom>
              <a:avLst/>
              <a:gdLst>
                <a:gd name="connsiteX0" fmla="*/ 673966 w 676275"/>
                <a:gd name="connsiteY0" fmla="*/ 728186 h 1295400"/>
                <a:gd name="connsiteX1" fmla="*/ 662536 w 676275"/>
                <a:gd name="connsiteY1" fmla="*/ 7144 h 1295400"/>
                <a:gd name="connsiteX2" fmla="*/ 14836 w 676275"/>
                <a:gd name="connsiteY2" fmla="*/ 655796 h 1295400"/>
                <a:gd name="connsiteX3" fmla="*/ 220576 w 676275"/>
                <a:gd name="connsiteY3" fmla="*/ 1289209 h 1295400"/>
                <a:gd name="connsiteX4" fmla="*/ 673966 w 676275"/>
                <a:gd name="connsiteY4" fmla="*/ 728186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275" h="1295400">
                  <a:moveTo>
                    <a:pt x="673966" y="728186"/>
                  </a:moveTo>
                  <a:lnTo>
                    <a:pt x="662536" y="7144"/>
                  </a:lnTo>
                  <a:cubicBezTo>
                    <a:pt x="327256" y="56674"/>
                    <a:pt x="64366" y="320516"/>
                    <a:pt x="14836" y="655796"/>
                  </a:cubicBezTo>
                  <a:cubicBezTo>
                    <a:pt x="-18502" y="887254"/>
                    <a:pt x="57698" y="1121569"/>
                    <a:pt x="220576" y="1289209"/>
                  </a:cubicBezTo>
                  <a:lnTo>
                    <a:pt x="673966" y="72818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49ACDE2A-526B-428F-A474-2DC70F6F79FB}"/>
                </a:ext>
              </a:extLst>
            </p:cNvPr>
            <p:cNvSpPr/>
            <p:nvPr/>
          </p:nvSpPr>
          <p:spPr>
            <a:xfrm>
              <a:off x="7001351" y="3239929"/>
              <a:ext cx="200025" cy="200025"/>
            </a:xfrm>
            <a:custGeom>
              <a:avLst/>
              <a:gdLst>
                <a:gd name="connsiteX0" fmla="*/ 197644 w 200025"/>
                <a:gd name="connsiteY0" fmla="*/ 102394 h 200025"/>
                <a:gd name="connsiteX1" fmla="*/ 102394 w 200025"/>
                <a:gd name="connsiteY1" fmla="*/ 197644 h 200025"/>
                <a:gd name="connsiteX2" fmla="*/ 7144 w 200025"/>
                <a:gd name="connsiteY2" fmla="*/ 102394 h 200025"/>
                <a:gd name="connsiteX3" fmla="*/ 102394 w 200025"/>
                <a:gd name="connsiteY3" fmla="*/ 7144 h 200025"/>
                <a:gd name="connsiteX4" fmla="*/ 197644 w 200025"/>
                <a:gd name="connsiteY4" fmla="*/ 10239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00025">
                  <a:moveTo>
                    <a:pt x="197644" y="102394"/>
                  </a:moveTo>
                  <a:cubicBezTo>
                    <a:pt x="197644" y="154781"/>
                    <a:pt x="154781" y="197644"/>
                    <a:pt x="102394" y="197644"/>
                  </a:cubicBezTo>
                  <a:cubicBezTo>
                    <a:pt x="50006" y="197644"/>
                    <a:pt x="7144" y="154781"/>
                    <a:pt x="7144" y="102394"/>
                  </a:cubicBezTo>
                  <a:cubicBezTo>
                    <a:pt x="7144" y="50006"/>
                    <a:pt x="50006" y="7144"/>
                    <a:pt x="102394" y="7144"/>
                  </a:cubicBezTo>
                  <a:cubicBezTo>
                    <a:pt x="154781" y="7144"/>
                    <a:pt x="197644" y="49054"/>
                    <a:pt x="197644" y="1023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2" name="Graphic 24">
            <a:extLst>
              <a:ext uri="{FF2B5EF4-FFF2-40B4-BE49-F238E27FC236}">
                <a16:creationId xmlns:a16="http://schemas.microsoft.com/office/drawing/2014/main" id="{E8C72067-4061-4E26-98FC-E19EE053C28E}"/>
              </a:ext>
            </a:extLst>
          </p:cNvPr>
          <p:cNvGrpSpPr>
            <a:grpSpLocks noChangeAspect="1"/>
          </p:cNvGrpSpPr>
          <p:nvPr/>
        </p:nvGrpSpPr>
        <p:grpSpPr>
          <a:xfrm>
            <a:off x="3368931" y="2306529"/>
            <a:ext cx="359229" cy="502920"/>
            <a:chOff x="4724400" y="1447800"/>
            <a:chExt cx="3048000" cy="4267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5004C42-BCAE-432B-82A1-ECC30A7DE81D}"/>
                </a:ext>
              </a:extLst>
            </p:cNvPr>
            <p:cNvSpPr/>
            <p:nvPr/>
          </p:nvSpPr>
          <p:spPr>
            <a:xfrm>
              <a:off x="4717256" y="1440656"/>
              <a:ext cx="3057525" cy="4276725"/>
            </a:xfrm>
            <a:custGeom>
              <a:avLst/>
              <a:gdLst>
                <a:gd name="connsiteX0" fmla="*/ 2674144 w 3057525"/>
                <a:gd name="connsiteY0" fmla="*/ 616744 h 4276725"/>
                <a:gd name="connsiteX1" fmla="*/ 2445544 w 3057525"/>
                <a:gd name="connsiteY1" fmla="*/ 388144 h 4276725"/>
                <a:gd name="connsiteX2" fmla="*/ 2445544 w 3057525"/>
                <a:gd name="connsiteY2" fmla="*/ 7144 h 4276725"/>
                <a:gd name="connsiteX3" fmla="*/ 83344 w 3057525"/>
                <a:gd name="connsiteY3" fmla="*/ 7144 h 4276725"/>
                <a:gd name="connsiteX4" fmla="*/ 7144 w 3057525"/>
                <a:gd name="connsiteY4" fmla="*/ 83344 h 4276725"/>
                <a:gd name="connsiteX5" fmla="*/ 7144 w 3057525"/>
                <a:gd name="connsiteY5" fmla="*/ 4198144 h 4276725"/>
                <a:gd name="connsiteX6" fmla="*/ 83344 w 3057525"/>
                <a:gd name="connsiteY6" fmla="*/ 4274344 h 4276725"/>
                <a:gd name="connsiteX7" fmla="*/ 2978944 w 3057525"/>
                <a:gd name="connsiteY7" fmla="*/ 4274344 h 4276725"/>
                <a:gd name="connsiteX8" fmla="*/ 3055144 w 3057525"/>
                <a:gd name="connsiteY8" fmla="*/ 4198144 h 4276725"/>
                <a:gd name="connsiteX9" fmla="*/ 3055144 w 3057525"/>
                <a:gd name="connsiteY9" fmla="*/ 616744 h 4276725"/>
                <a:gd name="connsiteX10" fmla="*/ 2674144 w 3057525"/>
                <a:gd name="connsiteY10" fmla="*/ 616744 h 4276725"/>
                <a:gd name="connsiteX11" fmla="*/ 2674144 w 3057525"/>
                <a:gd name="connsiteY11" fmla="*/ 1226344 h 4276725"/>
                <a:gd name="connsiteX12" fmla="*/ 2445544 w 3057525"/>
                <a:gd name="connsiteY12" fmla="*/ 1454944 h 4276725"/>
                <a:gd name="connsiteX13" fmla="*/ 2140744 w 3057525"/>
                <a:gd name="connsiteY13" fmla="*/ 1454944 h 4276725"/>
                <a:gd name="connsiteX14" fmla="*/ 1912144 w 3057525"/>
                <a:gd name="connsiteY14" fmla="*/ 1226344 h 4276725"/>
                <a:gd name="connsiteX15" fmla="*/ 1912144 w 3057525"/>
                <a:gd name="connsiteY15" fmla="*/ 1150144 h 4276725"/>
                <a:gd name="connsiteX16" fmla="*/ 1607344 w 3057525"/>
                <a:gd name="connsiteY16" fmla="*/ 1150144 h 4276725"/>
                <a:gd name="connsiteX17" fmla="*/ 1531144 w 3057525"/>
                <a:gd name="connsiteY17" fmla="*/ 1226344 h 4276725"/>
                <a:gd name="connsiteX18" fmla="*/ 1531144 w 3057525"/>
                <a:gd name="connsiteY18" fmla="*/ 2140744 h 4276725"/>
                <a:gd name="connsiteX19" fmla="*/ 1912144 w 3057525"/>
                <a:gd name="connsiteY19" fmla="*/ 2140744 h 4276725"/>
                <a:gd name="connsiteX20" fmla="*/ 1912144 w 3057525"/>
                <a:gd name="connsiteY20" fmla="*/ 2064544 h 4276725"/>
                <a:gd name="connsiteX21" fmla="*/ 2140744 w 3057525"/>
                <a:gd name="connsiteY21" fmla="*/ 1835944 h 4276725"/>
                <a:gd name="connsiteX22" fmla="*/ 2445544 w 3057525"/>
                <a:gd name="connsiteY22" fmla="*/ 1835944 h 4276725"/>
                <a:gd name="connsiteX23" fmla="*/ 2674144 w 3057525"/>
                <a:gd name="connsiteY23" fmla="*/ 2064544 h 4276725"/>
                <a:gd name="connsiteX24" fmla="*/ 2674144 w 3057525"/>
                <a:gd name="connsiteY24" fmla="*/ 2369344 h 4276725"/>
                <a:gd name="connsiteX25" fmla="*/ 2445544 w 3057525"/>
                <a:gd name="connsiteY25" fmla="*/ 2597944 h 4276725"/>
                <a:gd name="connsiteX26" fmla="*/ 2140744 w 3057525"/>
                <a:gd name="connsiteY26" fmla="*/ 2597944 h 4276725"/>
                <a:gd name="connsiteX27" fmla="*/ 1912144 w 3057525"/>
                <a:gd name="connsiteY27" fmla="*/ 2369344 h 4276725"/>
                <a:gd name="connsiteX28" fmla="*/ 1912144 w 3057525"/>
                <a:gd name="connsiteY28" fmla="*/ 2293144 h 4276725"/>
                <a:gd name="connsiteX29" fmla="*/ 1531144 w 3057525"/>
                <a:gd name="connsiteY29" fmla="*/ 2293144 h 4276725"/>
                <a:gd name="connsiteX30" fmla="*/ 1531144 w 3057525"/>
                <a:gd name="connsiteY30" fmla="*/ 3207544 h 4276725"/>
                <a:gd name="connsiteX31" fmla="*/ 1607344 w 3057525"/>
                <a:gd name="connsiteY31" fmla="*/ 3283744 h 4276725"/>
                <a:gd name="connsiteX32" fmla="*/ 1912144 w 3057525"/>
                <a:gd name="connsiteY32" fmla="*/ 3283744 h 4276725"/>
                <a:gd name="connsiteX33" fmla="*/ 1912144 w 3057525"/>
                <a:gd name="connsiteY33" fmla="*/ 3207544 h 4276725"/>
                <a:gd name="connsiteX34" fmla="*/ 2140744 w 3057525"/>
                <a:gd name="connsiteY34" fmla="*/ 2978944 h 4276725"/>
                <a:gd name="connsiteX35" fmla="*/ 2445544 w 3057525"/>
                <a:gd name="connsiteY35" fmla="*/ 2978944 h 4276725"/>
                <a:gd name="connsiteX36" fmla="*/ 2674144 w 3057525"/>
                <a:gd name="connsiteY36" fmla="*/ 3207544 h 4276725"/>
                <a:gd name="connsiteX37" fmla="*/ 2674144 w 3057525"/>
                <a:gd name="connsiteY37" fmla="*/ 3512344 h 4276725"/>
                <a:gd name="connsiteX38" fmla="*/ 2445544 w 3057525"/>
                <a:gd name="connsiteY38" fmla="*/ 3740944 h 4276725"/>
                <a:gd name="connsiteX39" fmla="*/ 2140744 w 3057525"/>
                <a:gd name="connsiteY39" fmla="*/ 3740944 h 4276725"/>
                <a:gd name="connsiteX40" fmla="*/ 1912144 w 3057525"/>
                <a:gd name="connsiteY40" fmla="*/ 3512344 h 4276725"/>
                <a:gd name="connsiteX41" fmla="*/ 1912144 w 3057525"/>
                <a:gd name="connsiteY41" fmla="*/ 3436144 h 4276725"/>
                <a:gd name="connsiteX42" fmla="*/ 1607344 w 3057525"/>
                <a:gd name="connsiteY42" fmla="*/ 3436144 h 4276725"/>
                <a:gd name="connsiteX43" fmla="*/ 1378744 w 3057525"/>
                <a:gd name="connsiteY43" fmla="*/ 3207544 h 4276725"/>
                <a:gd name="connsiteX44" fmla="*/ 1378744 w 3057525"/>
                <a:gd name="connsiteY44" fmla="*/ 2293144 h 4276725"/>
                <a:gd name="connsiteX45" fmla="*/ 997744 w 3057525"/>
                <a:gd name="connsiteY45" fmla="*/ 2293144 h 4276725"/>
                <a:gd name="connsiteX46" fmla="*/ 997744 w 3057525"/>
                <a:gd name="connsiteY46" fmla="*/ 2369344 h 4276725"/>
                <a:gd name="connsiteX47" fmla="*/ 769144 w 3057525"/>
                <a:gd name="connsiteY47" fmla="*/ 2597944 h 4276725"/>
                <a:gd name="connsiteX48" fmla="*/ 464344 w 3057525"/>
                <a:gd name="connsiteY48" fmla="*/ 2597944 h 4276725"/>
                <a:gd name="connsiteX49" fmla="*/ 235744 w 3057525"/>
                <a:gd name="connsiteY49" fmla="*/ 2369344 h 4276725"/>
                <a:gd name="connsiteX50" fmla="*/ 235744 w 3057525"/>
                <a:gd name="connsiteY50" fmla="*/ 2064544 h 4276725"/>
                <a:gd name="connsiteX51" fmla="*/ 464344 w 3057525"/>
                <a:gd name="connsiteY51" fmla="*/ 1835944 h 4276725"/>
                <a:gd name="connsiteX52" fmla="*/ 769144 w 3057525"/>
                <a:gd name="connsiteY52" fmla="*/ 1835944 h 4276725"/>
                <a:gd name="connsiteX53" fmla="*/ 997744 w 3057525"/>
                <a:gd name="connsiteY53" fmla="*/ 2064544 h 4276725"/>
                <a:gd name="connsiteX54" fmla="*/ 997744 w 3057525"/>
                <a:gd name="connsiteY54" fmla="*/ 2140744 h 4276725"/>
                <a:gd name="connsiteX55" fmla="*/ 1378744 w 3057525"/>
                <a:gd name="connsiteY55" fmla="*/ 2140744 h 4276725"/>
                <a:gd name="connsiteX56" fmla="*/ 1378744 w 3057525"/>
                <a:gd name="connsiteY56" fmla="*/ 1226344 h 4276725"/>
                <a:gd name="connsiteX57" fmla="*/ 1607344 w 3057525"/>
                <a:gd name="connsiteY57" fmla="*/ 997744 h 4276725"/>
                <a:gd name="connsiteX58" fmla="*/ 1912144 w 3057525"/>
                <a:gd name="connsiteY58" fmla="*/ 997744 h 4276725"/>
                <a:gd name="connsiteX59" fmla="*/ 1912144 w 3057525"/>
                <a:gd name="connsiteY59" fmla="*/ 921544 h 4276725"/>
                <a:gd name="connsiteX60" fmla="*/ 2140744 w 3057525"/>
                <a:gd name="connsiteY60" fmla="*/ 692944 h 4276725"/>
                <a:gd name="connsiteX61" fmla="*/ 2445544 w 3057525"/>
                <a:gd name="connsiteY61" fmla="*/ 692944 h 4276725"/>
                <a:gd name="connsiteX62" fmla="*/ 2674144 w 3057525"/>
                <a:gd name="connsiteY62" fmla="*/ 921544 h 4276725"/>
                <a:gd name="connsiteX63" fmla="*/ 2674144 w 3057525"/>
                <a:gd name="connsiteY63" fmla="*/ 1226344 h 427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057525" h="4276725">
                  <a:moveTo>
                    <a:pt x="2674144" y="616744"/>
                  </a:moveTo>
                  <a:cubicBezTo>
                    <a:pt x="2547461" y="616744"/>
                    <a:pt x="2445544" y="514826"/>
                    <a:pt x="2445544" y="388144"/>
                  </a:cubicBezTo>
                  <a:lnTo>
                    <a:pt x="2445544" y="7144"/>
                  </a:ln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lnTo>
                    <a:pt x="7144" y="4198144"/>
                  </a:lnTo>
                  <a:cubicBezTo>
                    <a:pt x="7144" y="4240054"/>
                    <a:pt x="41434" y="4274344"/>
                    <a:pt x="83344" y="4274344"/>
                  </a:cubicBezTo>
                  <a:lnTo>
                    <a:pt x="2978944" y="4274344"/>
                  </a:lnTo>
                  <a:cubicBezTo>
                    <a:pt x="3020854" y="4274344"/>
                    <a:pt x="3055144" y="4240054"/>
                    <a:pt x="3055144" y="4198144"/>
                  </a:cubicBezTo>
                  <a:lnTo>
                    <a:pt x="3055144" y="616744"/>
                  </a:lnTo>
                  <a:lnTo>
                    <a:pt x="2674144" y="616744"/>
                  </a:lnTo>
                  <a:close/>
                  <a:moveTo>
                    <a:pt x="2674144" y="1226344"/>
                  </a:moveTo>
                  <a:cubicBezTo>
                    <a:pt x="2674144" y="1353026"/>
                    <a:pt x="2572226" y="1454944"/>
                    <a:pt x="2445544" y="1454944"/>
                  </a:cubicBezTo>
                  <a:lnTo>
                    <a:pt x="2140744" y="1454944"/>
                  </a:lnTo>
                  <a:cubicBezTo>
                    <a:pt x="2014061" y="1454944"/>
                    <a:pt x="1912144" y="1353026"/>
                    <a:pt x="1912144" y="1226344"/>
                  </a:cubicBezTo>
                  <a:lnTo>
                    <a:pt x="1912144" y="1150144"/>
                  </a:lnTo>
                  <a:lnTo>
                    <a:pt x="1607344" y="1150144"/>
                  </a:lnTo>
                  <a:cubicBezTo>
                    <a:pt x="1565434" y="1150144"/>
                    <a:pt x="1531144" y="1184434"/>
                    <a:pt x="1531144" y="1226344"/>
                  </a:cubicBezTo>
                  <a:lnTo>
                    <a:pt x="1531144" y="2140744"/>
                  </a:lnTo>
                  <a:lnTo>
                    <a:pt x="1912144" y="2140744"/>
                  </a:lnTo>
                  <a:lnTo>
                    <a:pt x="1912144" y="2064544"/>
                  </a:lnTo>
                  <a:cubicBezTo>
                    <a:pt x="1912144" y="1937861"/>
                    <a:pt x="2014061" y="1835944"/>
                    <a:pt x="2140744" y="1835944"/>
                  </a:cubicBezTo>
                  <a:lnTo>
                    <a:pt x="2445544" y="1835944"/>
                  </a:lnTo>
                  <a:cubicBezTo>
                    <a:pt x="2572226" y="1835944"/>
                    <a:pt x="2674144" y="1937861"/>
                    <a:pt x="2674144" y="2064544"/>
                  </a:cubicBezTo>
                  <a:lnTo>
                    <a:pt x="2674144" y="2369344"/>
                  </a:lnTo>
                  <a:cubicBezTo>
                    <a:pt x="2674144" y="2496026"/>
                    <a:pt x="2572226" y="2597944"/>
                    <a:pt x="2445544" y="2597944"/>
                  </a:cubicBezTo>
                  <a:lnTo>
                    <a:pt x="2140744" y="2597944"/>
                  </a:lnTo>
                  <a:cubicBezTo>
                    <a:pt x="2014061" y="2597944"/>
                    <a:pt x="1912144" y="2496026"/>
                    <a:pt x="1912144" y="2369344"/>
                  </a:cubicBezTo>
                  <a:lnTo>
                    <a:pt x="1912144" y="2293144"/>
                  </a:lnTo>
                  <a:lnTo>
                    <a:pt x="1531144" y="2293144"/>
                  </a:lnTo>
                  <a:lnTo>
                    <a:pt x="1531144" y="3207544"/>
                  </a:lnTo>
                  <a:cubicBezTo>
                    <a:pt x="1531144" y="3249454"/>
                    <a:pt x="1565434" y="3283744"/>
                    <a:pt x="1607344" y="3283744"/>
                  </a:cubicBezTo>
                  <a:lnTo>
                    <a:pt x="1912144" y="3283744"/>
                  </a:lnTo>
                  <a:lnTo>
                    <a:pt x="1912144" y="3207544"/>
                  </a:lnTo>
                  <a:cubicBezTo>
                    <a:pt x="1912144" y="3080861"/>
                    <a:pt x="2014061" y="2978944"/>
                    <a:pt x="2140744" y="2978944"/>
                  </a:cubicBezTo>
                  <a:lnTo>
                    <a:pt x="2445544" y="2978944"/>
                  </a:lnTo>
                  <a:cubicBezTo>
                    <a:pt x="2572226" y="2978944"/>
                    <a:pt x="2674144" y="3080861"/>
                    <a:pt x="2674144" y="3207544"/>
                  </a:cubicBezTo>
                  <a:lnTo>
                    <a:pt x="2674144" y="3512344"/>
                  </a:lnTo>
                  <a:cubicBezTo>
                    <a:pt x="2674144" y="3639026"/>
                    <a:pt x="2572226" y="3740944"/>
                    <a:pt x="2445544" y="3740944"/>
                  </a:cubicBezTo>
                  <a:lnTo>
                    <a:pt x="2140744" y="3740944"/>
                  </a:lnTo>
                  <a:cubicBezTo>
                    <a:pt x="2014061" y="3740944"/>
                    <a:pt x="1912144" y="3639026"/>
                    <a:pt x="1912144" y="3512344"/>
                  </a:cubicBezTo>
                  <a:lnTo>
                    <a:pt x="1912144" y="3436144"/>
                  </a:lnTo>
                  <a:lnTo>
                    <a:pt x="1607344" y="3436144"/>
                  </a:lnTo>
                  <a:cubicBezTo>
                    <a:pt x="1480661" y="3436144"/>
                    <a:pt x="1378744" y="3334226"/>
                    <a:pt x="1378744" y="3207544"/>
                  </a:cubicBezTo>
                  <a:lnTo>
                    <a:pt x="1378744" y="2293144"/>
                  </a:lnTo>
                  <a:lnTo>
                    <a:pt x="997744" y="2293144"/>
                  </a:lnTo>
                  <a:lnTo>
                    <a:pt x="997744" y="2369344"/>
                  </a:lnTo>
                  <a:cubicBezTo>
                    <a:pt x="997744" y="2496026"/>
                    <a:pt x="895826" y="2597944"/>
                    <a:pt x="769144" y="2597944"/>
                  </a:cubicBezTo>
                  <a:lnTo>
                    <a:pt x="464344" y="2597944"/>
                  </a:lnTo>
                  <a:cubicBezTo>
                    <a:pt x="337661" y="2597944"/>
                    <a:pt x="235744" y="2496026"/>
                    <a:pt x="235744" y="2369344"/>
                  </a:cubicBezTo>
                  <a:lnTo>
                    <a:pt x="235744" y="2064544"/>
                  </a:lnTo>
                  <a:cubicBezTo>
                    <a:pt x="235744" y="1937861"/>
                    <a:pt x="337661" y="1835944"/>
                    <a:pt x="464344" y="1835944"/>
                  </a:cubicBezTo>
                  <a:lnTo>
                    <a:pt x="769144" y="1835944"/>
                  </a:lnTo>
                  <a:cubicBezTo>
                    <a:pt x="895826" y="1835944"/>
                    <a:pt x="997744" y="1937861"/>
                    <a:pt x="997744" y="2064544"/>
                  </a:cubicBezTo>
                  <a:lnTo>
                    <a:pt x="997744" y="2140744"/>
                  </a:lnTo>
                  <a:lnTo>
                    <a:pt x="1378744" y="2140744"/>
                  </a:lnTo>
                  <a:lnTo>
                    <a:pt x="1378744" y="1226344"/>
                  </a:lnTo>
                  <a:cubicBezTo>
                    <a:pt x="1378744" y="1099661"/>
                    <a:pt x="1480661" y="997744"/>
                    <a:pt x="1607344" y="997744"/>
                  </a:cubicBezTo>
                  <a:lnTo>
                    <a:pt x="1912144" y="997744"/>
                  </a:lnTo>
                  <a:lnTo>
                    <a:pt x="1912144" y="921544"/>
                  </a:lnTo>
                  <a:cubicBezTo>
                    <a:pt x="1912144" y="794861"/>
                    <a:pt x="2014061" y="692944"/>
                    <a:pt x="2140744" y="692944"/>
                  </a:cubicBezTo>
                  <a:lnTo>
                    <a:pt x="2445544" y="692944"/>
                  </a:lnTo>
                  <a:cubicBezTo>
                    <a:pt x="2572226" y="692944"/>
                    <a:pt x="2674144" y="794861"/>
                    <a:pt x="2674144" y="921544"/>
                  </a:cubicBezTo>
                  <a:lnTo>
                    <a:pt x="2674144" y="1226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903A275-5D63-4E2F-9B69-1EB8E2630666}"/>
                </a:ext>
              </a:extLst>
            </p:cNvPr>
            <p:cNvSpPr/>
            <p:nvPr/>
          </p:nvSpPr>
          <p:spPr>
            <a:xfrm>
              <a:off x="7308056" y="1548289"/>
              <a:ext cx="361950" cy="361950"/>
            </a:xfrm>
            <a:custGeom>
              <a:avLst/>
              <a:gdLst>
                <a:gd name="connsiteX0" fmla="*/ 83344 w 361950"/>
                <a:gd name="connsiteY0" fmla="*/ 356711 h 361950"/>
                <a:gd name="connsiteX1" fmla="*/ 356711 w 361950"/>
                <a:gd name="connsiteY1" fmla="*/ 356711 h 361950"/>
                <a:gd name="connsiteX2" fmla="*/ 7144 w 361950"/>
                <a:gd name="connsiteY2" fmla="*/ 7144 h 361950"/>
                <a:gd name="connsiteX3" fmla="*/ 7144 w 361950"/>
                <a:gd name="connsiteY3" fmla="*/ 280511 h 361950"/>
                <a:gd name="connsiteX4" fmla="*/ 83344 w 361950"/>
                <a:gd name="connsiteY4" fmla="*/ 356711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950" h="361950">
                  <a:moveTo>
                    <a:pt x="83344" y="356711"/>
                  </a:moveTo>
                  <a:lnTo>
                    <a:pt x="356711" y="356711"/>
                  </a:lnTo>
                  <a:lnTo>
                    <a:pt x="7144" y="7144"/>
                  </a:lnTo>
                  <a:lnTo>
                    <a:pt x="7144" y="280511"/>
                  </a:lnTo>
                  <a:cubicBezTo>
                    <a:pt x="7144" y="322421"/>
                    <a:pt x="41434" y="356711"/>
                    <a:pt x="83344" y="3567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FEF36CDE-911C-40D6-9122-B121787C1A51}"/>
                </a:ext>
              </a:extLst>
            </p:cNvPr>
            <p:cNvSpPr/>
            <p:nvPr/>
          </p:nvSpPr>
          <p:spPr>
            <a:xfrm>
              <a:off x="5098256" y="3421856"/>
              <a:ext cx="466725" cy="466725"/>
            </a:xfrm>
            <a:custGeom>
              <a:avLst/>
              <a:gdLst>
                <a:gd name="connsiteX0" fmla="*/ 83344 w 466725"/>
                <a:gd name="connsiteY0" fmla="*/ 7144 h 466725"/>
                <a:gd name="connsiteX1" fmla="*/ 388144 w 466725"/>
                <a:gd name="connsiteY1" fmla="*/ 7144 h 466725"/>
                <a:gd name="connsiteX2" fmla="*/ 464344 w 466725"/>
                <a:gd name="connsiteY2" fmla="*/ 83344 h 466725"/>
                <a:gd name="connsiteX3" fmla="*/ 464344 w 466725"/>
                <a:gd name="connsiteY3" fmla="*/ 388144 h 466725"/>
                <a:gd name="connsiteX4" fmla="*/ 388144 w 466725"/>
                <a:gd name="connsiteY4" fmla="*/ 464344 h 466725"/>
                <a:gd name="connsiteX5" fmla="*/ 83344 w 466725"/>
                <a:gd name="connsiteY5" fmla="*/ 464344 h 466725"/>
                <a:gd name="connsiteX6" fmla="*/ 7144 w 466725"/>
                <a:gd name="connsiteY6" fmla="*/ 388144 h 466725"/>
                <a:gd name="connsiteX7" fmla="*/ 7144 w 466725"/>
                <a:gd name="connsiteY7" fmla="*/ 83344 h 466725"/>
                <a:gd name="connsiteX8" fmla="*/ 83344 w 466725"/>
                <a:gd name="connsiteY8" fmla="*/ 71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5" h="466725">
                  <a:moveTo>
                    <a:pt x="83344" y="7144"/>
                  </a:moveTo>
                  <a:lnTo>
                    <a:pt x="388144" y="7144"/>
                  </a:lnTo>
                  <a:cubicBezTo>
                    <a:pt x="430054" y="7144"/>
                    <a:pt x="464344" y="41434"/>
                    <a:pt x="464344" y="83344"/>
                  </a:cubicBezTo>
                  <a:lnTo>
                    <a:pt x="464344" y="388144"/>
                  </a:lnTo>
                  <a:cubicBezTo>
                    <a:pt x="464344" y="430054"/>
                    <a:pt x="430054" y="464344"/>
                    <a:pt x="388144" y="464344"/>
                  </a:cubicBezTo>
                  <a:lnTo>
                    <a:pt x="83344" y="464344"/>
                  </a:lnTo>
                  <a:cubicBezTo>
                    <a:pt x="41434" y="464344"/>
                    <a:pt x="7144" y="430054"/>
                    <a:pt x="7144" y="388144"/>
                  </a:cubicBezTo>
                  <a:lnTo>
                    <a:pt x="7144" y="83344"/>
                  </a:lnTo>
                  <a:cubicBezTo>
                    <a:pt x="7144" y="41434"/>
                    <a:pt x="41434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225B5D2B-943B-4F98-A6F9-7D3CC52E9DBC}"/>
                </a:ext>
              </a:extLst>
            </p:cNvPr>
            <p:cNvSpPr/>
            <p:nvPr/>
          </p:nvSpPr>
          <p:spPr>
            <a:xfrm>
              <a:off x="6774656" y="3421856"/>
              <a:ext cx="466725" cy="466725"/>
            </a:xfrm>
            <a:custGeom>
              <a:avLst/>
              <a:gdLst>
                <a:gd name="connsiteX0" fmla="*/ 83344 w 466725"/>
                <a:gd name="connsiteY0" fmla="*/ 7144 h 466725"/>
                <a:gd name="connsiteX1" fmla="*/ 388144 w 466725"/>
                <a:gd name="connsiteY1" fmla="*/ 7144 h 466725"/>
                <a:gd name="connsiteX2" fmla="*/ 464344 w 466725"/>
                <a:gd name="connsiteY2" fmla="*/ 83344 h 466725"/>
                <a:gd name="connsiteX3" fmla="*/ 464344 w 466725"/>
                <a:gd name="connsiteY3" fmla="*/ 388144 h 466725"/>
                <a:gd name="connsiteX4" fmla="*/ 388144 w 466725"/>
                <a:gd name="connsiteY4" fmla="*/ 464344 h 466725"/>
                <a:gd name="connsiteX5" fmla="*/ 83344 w 466725"/>
                <a:gd name="connsiteY5" fmla="*/ 464344 h 466725"/>
                <a:gd name="connsiteX6" fmla="*/ 7144 w 466725"/>
                <a:gd name="connsiteY6" fmla="*/ 388144 h 466725"/>
                <a:gd name="connsiteX7" fmla="*/ 7144 w 466725"/>
                <a:gd name="connsiteY7" fmla="*/ 83344 h 466725"/>
                <a:gd name="connsiteX8" fmla="*/ 83344 w 466725"/>
                <a:gd name="connsiteY8" fmla="*/ 71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5" h="466725">
                  <a:moveTo>
                    <a:pt x="83344" y="7144"/>
                  </a:moveTo>
                  <a:lnTo>
                    <a:pt x="388144" y="7144"/>
                  </a:lnTo>
                  <a:cubicBezTo>
                    <a:pt x="430054" y="7144"/>
                    <a:pt x="464344" y="41434"/>
                    <a:pt x="464344" y="83344"/>
                  </a:cubicBezTo>
                  <a:lnTo>
                    <a:pt x="464344" y="388144"/>
                  </a:lnTo>
                  <a:cubicBezTo>
                    <a:pt x="464344" y="430054"/>
                    <a:pt x="430054" y="464344"/>
                    <a:pt x="388144" y="464344"/>
                  </a:cubicBezTo>
                  <a:lnTo>
                    <a:pt x="83344" y="464344"/>
                  </a:lnTo>
                  <a:cubicBezTo>
                    <a:pt x="41434" y="464344"/>
                    <a:pt x="7144" y="430054"/>
                    <a:pt x="7144" y="388144"/>
                  </a:cubicBezTo>
                  <a:lnTo>
                    <a:pt x="7144" y="83344"/>
                  </a:lnTo>
                  <a:cubicBezTo>
                    <a:pt x="7144" y="41434"/>
                    <a:pt x="41434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EE8A36FA-FE58-4887-891A-FBF09B43E440}"/>
                </a:ext>
              </a:extLst>
            </p:cNvPr>
            <p:cNvSpPr/>
            <p:nvPr/>
          </p:nvSpPr>
          <p:spPr>
            <a:xfrm>
              <a:off x="6774656" y="2278856"/>
              <a:ext cx="466725" cy="466725"/>
            </a:xfrm>
            <a:custGeom>
              <a:avLst/>
              <a:gdLst>
                <a:gd name="connsiteX0" fmla="*/ 388144 w 466725"/>
                <a:gd name="connsiteY0" fmla="*/ 7144 h 466725"/>
                <a:gd name="connsiteX1" fmla="*/ 83344 w 466725"/>
                <a:gd name="connsiteY1" fmla="*/ 7144 h 466725"/>
                <a:gd name="connsiteX2" fmla="*/ 7144 w 466725"/>
                <a:gd name="connsiteY2" fmla="*/ 83344 h 466725"/>
                <a:gd name="connsiteX3" fmla="*/ 7144 w 466725"/>
                <a:gd name="connsiteY3" fmla="*/ 388144 h 466725"/>
                <a:gd name="connsiteX4" fmla="*/ 83344 w 466725"/>
                <a:gd name="connsiteY4" fmla="*/ 464344 h 466725"/>
                <a:gd name="connsiteX5" fmla="*/ 388144 w 466725"/>
                <a:gd name="connsiteY5" fmla="*/ 464344 h 466725"/>
                <a:gd name="connsiteX6" fmla="*/ 464344 w 466725"/>
                <a:gd name="connsiteY6" fmla="*/ 388144 h 466725"/>
                <a:gd name="connsiteX7" fmla="*/ 464344 w 466725"/>
                <a:gd name="connsiteY7" fmla="*/ 83344 h 466725"/>
                <a:gd name="connsiteX8" fmla="*/ 388144 w 466725"/>
                <a:gd name="connsiteY8" fmla="*/ 71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5" h="466725">
                  <a:moveTo>
                    <a:pt x="388144" y="7144"/>
                  </a:move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lnTo>
                    <a:pt x="7144" y="388144"/>
                  </a:lnTo>
                  <a:cubicBezTo>
                    <a:pt x="7144" y="430054"/>
                    <a:pt x="41434" y="464344"/>
                    <a:pt x="83344" y="464344"/>
                  </a:cubicBezTo>
                  <a:lnTo>
                    <a:pt x="388144" y="464344"/>
                  </a:lnTo>
                  <a:cubicBezTo>
                    <a:pt x="430054" y="464344"/>
                    <a:pt x="464344" y="430054"/>
                    <a:pt x="464344" y="388144"/>
                  </a:cubicBezTo>
                  <a:lnTo>
                    <a:pt x="464344" y="83344"/>
                  </a:lnTo>
                  <a:cubicBezTo>
                    <a:pt x="464344" y="41434"/>
                    <a:pt x="430054" y="7144"/>
                    <a:pt x="3881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53EFAA8E-251C-41BB-941C-181F8636200A}"/>
                </a:ext>
              </a:extLst>
            </p:cNvPr>
            <p:cNvSpPr/>
            <p:nvPr/>
          </p:nvSpPr>
          <p:spPr>
            <a:xfrm>
              <a:off x="6774656" y="4564856"/>
              <a:ext cx="466725" cy="466725"/>
            </a:xfrm>
            <a:custGeom>
              <a:avLst/>
              <a:gdLst>
                <a:gd name="connsiteX0" fmla="*/ 83344 w 466725"/>
                <a:gd name="connsiteY0" fmla="*/ 464344 h 466725"/>
                <a:gd name="connsiteX1" fmla="*/ 388144 w 466725"/>
                <a:gd name="connsiteY1" fmla="*/ 464344 h 466725"/>
                <a:gd name="connsiteX2" fmla="*/ 464344 w 466725"/>
                <a:gd name="connsiteY2" fmla="*/ 388144 h 466725"/>
                <a:gd name="connsiteX3" fmla="*/ 464344 w 466725"/>
                <a:gd name="connsiteY3" fmla="*/ 83344 h 466725"/>
                <a:gd name="connsiteX4" fmla="*/ 388144 w 466725"/>
                <a:gd name="connsiteY4" fmla="*/ 7144 h 466725"/>
                <a:gd name="connsiteX5" fmla="*/ 83344 w 466725"/>
                <a:gd name="connsiteY5" fmla="*/ 7144 h 466725"/>
                <a:gd name="connsiteX6" fmla="*/ 7144 w 466725"/>
                <a:gd name="connsiteY6" fmla="*/ 83344 h 466725"/>
                <a:gd name="connsiteX7" fmla="*/ 7144 w 466725"/>
                <a:gd name="connsiteY7" fmla="*/ 388144 h 466725"/>
                <a:gd name="connsiteX8" fmla="*/ 83344 w 466725"/>
                <a:gd name="connsiteY8" fmla="*/ 4643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5" h="466725">
                  <a:moveTo>
                    <a:pt x="83344" y="464344"/>
                  </a:moveTo>
                  <a:lnTo>
                    <a:pt x="388144" y="464344"/>
                  </a:lnTo>
                  <a:cubicBezTo>
                    <a:pt x="430054" y="464344"/>
                    <a:pt x="464344" y="430054"/>
                    <a:pt x="464344" y="388144"/>
                  </a:cubicBezTo>
                  <a:lnTo>
                    <a:pt x="464344" y="83344"/>
                  </a:lnTo>
                  <a:cubicBezTo>
                    <a:pt x="464344" y="41434"/>
                    <a:pt x="430054" y="7144"/>
                    <a:pt x="388144" y="7144"/>
                  </a:cubicBez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lnTo>
                    <a:pt x="7144" y="388144"/>
                  </a:lnTo>
                  <a:cubicBezTo>
                    <a:pt x="7144" y="430054"/>
                    <a:pt x="41434" y="464344"/>
                    <a:pt x="83344" y="464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9" name="Graphic 25">
            <a:extLst>
              <a:ext uri="{FF2B5EF4-FFF2-40B4-BE49-F238E27FC236}">
                <a16:creationId xmlns:a16="http://schemas.microsoft.com/office/drawing/2014/main" id="{5CBDFBEA-B7A9-4640-AAA0-7B2109F29E28}"/>
              </a:ext>
            </a:extLst>
          </p:cNvPr>
          <p:cNvGrpSpPr>
            <a:grpSpLocks noChangeAspect="1"/>
          </p:cNvGrpSpPr>
          <p:nvPr/>
        </p:nvGrpSpPr>
        <p:grpSpPr>
          <a:xfrm>
            <a:off x="3297085" y="4113443"/>
            <a:ext cx="502920" cy="502920"/>
            <a:chOff x="4229100" y="1562100"/>
            <a:chExt cx="4038600" cy="40386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92265CE5-A34B-4360-AC1C-CBAB02A09E8E}"/>
                </a:ext>
              </a:extLst>
            </p:cNvPr>
            <p:cNvSpPr/>
            <p:nvPr/>
          </p:nvSpPr>
          <p:spPr>
            <a:xfrm>
              <a:off x="4221956" y="2850356"/>
              <a:ext cx="3667125" cy="2752725"/>
            </a:xfrm>
            <a:custGeom>
              <a:avLst/>
              <a:gdLst>
                <a:gd name="connsiteX0" fmla="*/ 83344 w 3667125"/>
                <a:gd name="connsiteY0" fmla="*/ 2750344 h 2752725"/>
                <a:gd name="connsiteX1" fmla="*/ 3588544 w 3667125"/>
                <a:gd name="connsiteY1" fmla="*/ 2750344 h 2752725"/>
                <a:gd name="connsiteX2" fmla="*/ 3664744 w 3667125"/>
                <a:gd name="connsiteY2" fmla="*/ 2674144 h 2752725"/>
                <a:gd name="connsiteX3" fmla="*/ 3588544 w 3667125"/>
                <a:gd name="connsiteY3" fmla="*/ 2597944 h 2752725"/>
                <a:gd name="connsiteX4" fmla="*/ 3283744 w 3667125"/>
                <a:gd name="connsiteY4" fmla="*/ 2597944 h 2752725"/>
                <a:gd name="connsiteX5" fmla="*/ 3283744 w 3667125"/>
                <a:gd name="connsiteY5" fmla="*/ 1607344 h 2752725"/>
                <a:gd name="connsiteX6" fmla="*/ 3282791 w 3667125"/>
                <a:gd name="connsiteY6" fmla="*/ 1601629 h 2752725"/>
                <a:gd name="connsiteX7" fmla="*/ 3403759 w 3667125"/>
                <a:gd name="connsiteY7" fmla="*/ 1516856 h 2752725"/>
                <a:gd name="connsiteX8" fmla="*/ 3436144 w 3667125"/>
                <a:gd name="connsiteY8" fmla="*/ 1453991 h 2752725"/>
                <a:gd name="connsiteX9" fmla="*/ 3403759 w 3667125"/>
                <a:gd name="connsiteY9" fmla="*/ 1391126 h 2752725"/>
                <a:gd name="connsiteX10" fmla="*/ 3282791 w 3667125"/>
                <a:gd name="connsiteY10" fmla="*/ 1306354 h 2752725"/>
                <a:gd name="connsiteX11" fmla="*/ 3283744 w 3667125"/>
                <a:gd name="connsiteY11" fmla="*/ 1300639 h 2752725"/>
                <a:gd name="connsiteX12" fmla="*/ 3283744 w 3667125"/>
                <a:gd name="connsiteY12" fmla="*/ 83344 h 2752725"/>
                <a:gd name="connsiteX13" fmla="*/ 3207544 w 3667125"/>
                <a:gd name="connsiteY13" fmla="*/ 7144 h 2752725"/>
                <a:gd name="connsiteX14" fmla="*/ 3131344 w 3667125"/>
                <a:gd name="connsiteY14" fmla="*/ 83344 h 2752725"/>
                <a:gd name="connsiteX15" fmla="*/ 3131344 w 3667125"/>
                <a:gd name="connsiteY15" fmla="*/ 1208246 h 2752725"/>
                <a:gd name="connsiteX16" fmla="*/ 2369344 w 3667125"/>
                <a:gd name="connsiteY16" fmla="*/ 894874 h 2752725"/>
                <a:gd name="connsiteX17" fmla="*/ 2369344 w 3667125"/>
                <a:gd name="connsiteY17" fmla="*/ 311944 h 2752725"/>
                <a:gd name="connsiteX18" fmla="*/ 2293144 w 3667125"/>
                <a:gd name="connsiteY18" fmla="*/ 235744 h 2752725"/>
                <a:gd name="connsiteX19" fmla="*/ 2216944 w 3667125"/>
                <a:gd name="connsiteY19" fmla="*/ 311944 h 2752725"/>
                <a:gd name="connsiteX20" fmla="*/ 2216944 w 3667125"/>
                <a:gd name="connsiteY20" fmla="*/ 865346 h 2752725"/>
                <a:gd name="connsiteX21" fmla="*/ 1454944 w 3667125"/>
                <a:gd name="connsiteY21" fmla="*/ 865346 h 2752725"/>
                <a:gd name="connsiteX22" fmla="*/ 1454944 w 3667125"/>
                <a:gd name="connsiteY22" fmla="*/ 464344 h 2752725"/>
                <a:gd name="connsiteX23" fmla="*/ 1378744 w 3667125"/>
                <a:gd name="connsiteY23" fmla="*/ 388144 h 2752725"/>
                <a:gd name="connsiteX24" fmla="*/ 1302544 w 3667125"/>
                <a:gd name="connsiteY24" fmla="*/ 464344 h 2752725"/>
                <a:gd name="connsiteX25" fmla="*/ 1302544 w 3667125"/>
                <a:gd name="connsiteY25" fmla="*/ 893921 h 2752725"/>
                <a:gd name="connsiteX26" fmla="*/ 540544 w 3667125"/>
                <a:gd name="connsiteY26" fmla="*/ 1207294 h 2752725"/>
                <a:gd name="connsiteX27" fmla="*/ 540544 w 3667125"/>
                <a:gd name="connsiteY27" fmla="*/ 921544 h 2752725"/>
                <a:gd name="connsiteX28" fmla="*/ 464344 w 3667125"/>
                <a:gd name="connsiteY28" fmla="*/ 845344 h 2752725"/>
                <a:gd name="connsiteX29" fmla="*/ 388144 w 3667125"/>
                <a:gd name="connsiteY29" fmla="*/ 921544 h 2752725"/>
                <a:gd name="connsiteX30" fmla="*/ 388144 w 3667125"/>
                <a:gd name="connsiteY30" fmla="*/ 1308259 h 2752725"/>
                <a:gd name="connsiteX31" fmla="*/ 268129 w 3667125"/>
                <a:gd name="connsiteY31" fmla="*/ 1392079 h 2752725"/>
                <a:gd name="connsiteX32" fmla="*/ 235744 w 3667125"/>
                <a:gd name="connsiteY32" fmla="*/ 1454944 h 2752725"/>
                <a:gd name="connsiteX33" fmla="*/ 268129 w 3667125"/>
                <a:gd name="connsiteY33" fmla="*/ 1517809 h 2752725"/>
                <a:gd name="connsiteX34" fmla="*/ 389096 w 3667125"/>
                <a:gd name="connsiteY34" fmla="*/ 1602581 h 2752725"/>
                <a:gd name="connsiteX35" fmla="*/ 388144 w 3667125"/>
                <a:gd name="connsiteY35" fmla="*/ 1608296 h 2752725"/>
                <a:gd name="connsiteX36" fmla="*/ 388144 w 3667125"/>
                <a:gd name="connsiteY36" fmla="*/ 2598896 h 2752725"/>
                <a:gd name="connsiteX37" fmla="*/ 83344 w 3667125"/>
                <a:gd name="connsiteY37" fmla="*/ 2598896 h 2752725"/>
                <a:gd name="connsiteX38" fmla="*/ 7144 w 3667125"/>
                <a:gd name="connsiteY38" fmla="*/ 2675096 h 2752725"/>
                <a:gd name="connsiteX39" fmla="*/ 83344 w 3667125"/>
                <a:gd name="connsiteY39" fmla="*/ 2750344 h 2752725"/>
                <a:gd name="connsiteX40" fmla="*/ 1302544 w 3667125"/>
                <a:gd name="connsiteY40" fmla="*/ 2597944 h 2752725"/>
                <a:gd name="connsiteX41" fmla="*/ 540544 w 3667125"/>
                <a:gd name="connsiteY41" fmla="*/ 2597944 h 2752725"/>
                <a:gd name="connsiteX42" fmla="*/ 540544 w 3667125"/>
                <a:gd name="connsiteY42" fmla="*/ 1702594 h 2752725"/>
                <a:gd name="connsiteX43" fmla="*/ 1302544 w 3667125"/>
                <a:gd name="connsiteY43" fmla="*/ 2015966 h 2752725"/>
                <a:gd name="connsiteX44" fmla="*/ 1302544 w 3667125"/>
                <a:gd name="connsiteY44" fmla="*/ 2597944 h 2752725"/>
                <a:gd name="connsiteX45" fmla="*/ 2216944 w 3667125"/>
                <a:gd name="connsiteY45" fmla="*/ 2597944 h 2752725"/>
                <a:gd name="connsiteX46" fmla="*/ 1454944 w 3667125"/>
                <a:gd name="connsiteY46" fmla="*/ 2597944 h 2752725"/>
                <a:gd name="connsiteX47" fmla="*/ 1454944 w 3667125"/>
                <a:gd name="connsiteY47" fmla="*/ 2044541 h 2752725"/>
                <a:gd name="connsiteX48" fmla="*/ 2216944 w 3667125"/>
                <a:gd name="connsiteY48" fmla="*/ 2044541 h 2752725"/>
                <a:gd name="connsiteX49" fmla="*/ 2216944 w 3667125"/>
                <a:gd name="connsiteY49" fmla="*/ 2597944 h 2752725"/>
                <a:gd name="connsiteX50" fmla="*/ 3131344 w 3667125"/>
                <a:gd name="connsiteY50" fmla="*/ 2597944 h 2752725"/>
                <a:gd name="connsiteX51" fmla="*/ 2369344 w 3667125"/>
                <a:gd name="connsiteY51" fmla="*/ 2597944 h 2752725"/>
                <a:gd name="connsiteX52" fmla="*/ 2369344 w 3667125"/>
                <a:gd name="connsiteY52" fmla="*/ 2015966 h 2752725"/>
                <a:gd name="connsiteX53" fmla="*/ 3131344 w 3667125"/>
                <a:gd name="connsiteY53" fmla="*/ 1702594 h 2752725"/>
                <a:gd name="connsiteX54" fmla="*/ 3131344 w 3667125"/>
                <a:gd name="connsiteY54" fmla="*/ 2597944 h 2752725"/>
                <a:gd name="connsiteX55" fmla="*/ 1785461 w 3667125"/>
                <a:gd name="connsiteY55" fmla="*/ 1260634 h 2752725"/>
                <a:gd name="connsiteX56" fmla="*/ 1885474 w 3667125"/>
                <a:gd name="connsiteY56" fmla="*/ 1260634 h 2752725"/>
                <a:gd name="connsiteX57" fmla="*/ 1954054 w 3667125"/>
                <a:gd name="connsiteY57" fmla="*/ 1294924 h 2752725"/>
                <a:gd name="connsiteX58" fmla="*/ 2055971 w 3667125"/>
                <a:gd name="connsiteY58" fmla="*/ 1260634 h 2752725"/>
                <a:gd name="connsiteX59" fmla="*/ 2021681 w 3667125"/>
                <a:gd name="connsiteY59" fmla="*/ 1158716 h 2752725"/>
                <a:gd name="connsiteX60" fmla="*/ 1954054 w 3667125"/>
                <a:gd name="connsiteY60" fmla="*/ 1124426 h 2752725"/>
                <a:gd name="connsiteX61" fmla="*/ 1912144 w 3667125"/>
                <a:gd name="connsiteY61" fmla="*/ 1109186 h 2752725"/>
                <a:gd name="connsiteX62" fmla="*/ 1912144 w 3667125"/>
                <a:gd name="connsiteY62" fmla="*/ 1005364 h 2752725"/>
                <a:gd name="connsiteX63" fmla="*/ 2293144 w 3667125"/>
                <a:gd name="connsiteY63" fmla="*/ 1455896 h 2752725"/>
                <a:gd name="connsiteX64" fmla="*/ 1912144 w 3667125"/>
                <a:gd name="connsiteY64" fmla="*/ 1906429 h 2752725"/>
                <a:gd name="connsiteX65" fmla="*/ 1912144 w 3667125"/>
                <a:gd name="connsiteY65" fmla="*/ 1801654 h 2752725"/>
                <a:gd name="connsiteX66" fmla="*/ 1954054 w 3667125"/>
                <a:gd name="connsiteY66" fmla="*/ 1786414 h 2752725"/>
                <a:gd name="connsiteX67" fmla="*/ 2064544 w 3667125"/>
                <a:gd name="connsiteY67" fmla="*/ 1608296 h 2752725"/>
                <a:gd name="connsiteX68" fmla="*/ 1954054 w 3667125"/>
                <a:gd name="connsiteY68" fmla="*/ 1430179 h 2752725"/>
                <a:gd name="connsiteX69" fmla="*/ 1785461 w 3667125"/>
                <a:gd name="connsiteY69" fmla="*/ 1346359 h 2752725"/>
                <a:gd name="connsiteX70" fmla="*/ 1759744 w 3667125"/>
                <a:gd name="connsiteY70" fmla="*/ 1304449 h 2752725"/>
                <a:gd name="connsiteX71" fmla="*/ 1785461 w 3667125"/>
                <a:gd name="connsiteY71" fmla="*/ 1260634 h 2752725"/>
                <a:gd name="connsiteX72" fmla="*/ 1785461 w 3667125"/>
                <a:gd name="connsiteY72" fmla="*/ 1260634 h 2752725"/>
                <a:gd name="connsiteX73" fmla="*/ 1759744 w 3667125"/>
                <a:gd name="connsiteY73" fmla="*/ 1004411 h 2752725"/>
                <a:gd name="connsiteX74" fmla="*/ 1759744 w 3667125"/>
                <a:gd name="connsiteY74" fmla="*/ 1109186 h 2752725"/>
                <a:gd name="connsiteX75" fmla="*/ 1717834 w 3667125"/>
                <a:gd name="connsiteY75" fmla="*/ 1124426 h 2752725"/>
                <a:gd name="connsiteX76" fmla="*/ 1607344 w 3667125"/>
                <a:gd name="connsiteY76" fmla="*/ 1302544 h 2752725"/>
                <a:gd name="connsiteX77" fmla="*/ 1717834 w 3667125"/>
                <a:gd name="connsiteY77" fmla="*/ 1480661 h 2752725"/>
                <a:gd name="connsiteX78" fmla="*/ 1886426 w 3667125"/>
                <a:gd name="connsiteY78" fmla="*/ 1564481 h 2752725"/>
                <a:gd name="connsiteX79" fmla="*/ 1912144 w 3667125"/>
                <a:gd name="connsiteY79" fmla="*/ 1606391 h 2752725"/>
                <a:gd name="connsiteX80" fmla="*/ 1886426 w 3667125"/>
                <a:gd name="connsiteY80" fmla="*/ 1648301 h 2752725"/>
                <a:gd name="connsiteX81" fmla="*/ 1786414 w 3667125"/>
                <a:gd name="connsiteY81" fmla="*/ 1648301 h 2752725"/>
                <a:gd name="connsiteX82" fmla="*/ 1717834 w 3667125"/>
                <a:gd name="connsiteY82" fmla="*/ 1614011 h 2752725"/>
                <a:gd name="connsiteX83" fmla="*/ 1615916 w 3667125"/>
                <a:gd name="connsiteY83" fmla="*/ 1648301 h 2752725"/>
                <a:gd name="connsiteX84" fmla="*/ 1650206 w 3667125"/>
                <a:gd name="connsiteY84" fmla="*/ 1750219 h 2752725"/>
                <a:gd name="connsiteX85" fmla="*/ 1717834 w 3667125"/>
                <a:gd name="connsiteY85" fmla="*/ 1784509 h 2752725"/>
                <a:gd name="connsiteX86" fmla="*/ 1759744 w 3667125"/>
                <a:gd name="connsiteY86" fmla="*/ 1799749 h 2752725"/>
                <a:gd name="connsiteX87" fmla="*/ 1759744 w 3667125"/>
                <a:gd name="connsiteY87" fmla="*/ 1903571 h 2752725"/>
                <a:gd name="connsiteX88" fmla="*/ 1378744 w 3667125"/>
                <a:gd name="connsiteY88" fmla="*/ 1453039 h 2752725"/>
                <a:gd name="connsiteX89" fmla="*/ 1759744 w 3667125"/>
                <a:gd name="connsiteY89" fmla="*/ 1004411 h 275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3667125" h="2752725">
                  <a:moveTo>
                    <a:pt x="83344" y="2750344"/>
                  </a:moveTo>
                  <a:lnTo>
                    <a:pt x="3588544" y="2750344"/>
                  </a:lnTo>
                  <a:cubicBezTo>
                    <a:pt x="3630454" y="2750344"/>
                    <a:pt x="3664744" y="2716054"/>
                    <a:pt x="3664744" y="2674144"/>
                  </a:cubicBezTo>
                  <a:cubicBezTo>
                    <a:pt x="3664744" y="2632234"/>
                    <a:pt x="3630454" y="2597944"/>
                    <a:pt x="3588544" y="2597944"/>
                  </a:cubicBezTo>
                  <a:lnTo>
                    <a:pt x="3283744" y="2597944"/>
                  </a:lnTo>
                  <a:lnTo>
                    <a:pt x="3283744" y="1607344"/>
                  </a:lnTo>
                  <a:cubicBezTo>
                    <a:pt x="3283744" y="1605439"/>
                    <a:pt x="3282791" y="1603534"/>
                    <a:pt x="3282791" y="1601629"/>
                  </a:cubicBezTo>
                  <a:lnTo>
                    <a:pt x="3403759" y="1516856"/>
                  </a:lnTo>
                  <a:cubicBezTo>
                    <a:pt x="3423761" y="1502569"/>
                    <a:pt x="3436144" y="1479709"/>
                    <a:pt x="3436144" y="1453991"/>
                  </a:cubicBezTo>
                  <a:cubicBezTo>
                    <a:pt x="3436144" y="1428274"/>
                    <a:pt x="3423761" y="1405414"/>
                    <a:pt x="3403759" y="1391126"/>
                  </a:cubicBezTo>
                  <a:lnTo>
                    <a:pt x="3282791" y="1306354"/>
                  </a:lnTo>
                  <a:cubicBezTo>
                    <a:pt x="3282791" y="1304449"/>
                    <a:pt x="3283744" y="1302544"/>
                    <a:pt x="3283744" y="1300639"/>
                  </a:cubicBezTo>
                  <a:lnTo>
                    <a:pt x="3283744" y="83344"/>
                  </a:lnTo>
                  <a:cubicBezTo>
                    <a:pt x="3283744" y="41434"/>
                    <a:pt x="3249454" y="7144"/>
                    <a:pt x="3207544" y="7144"/>
                  </a:cubicBezTo>
                  <a:cubicBezTo>
                    <a:pt x="3165634" y="7144"/>
                    <a:pt x="3131344" y="41434"/>
                    <a:pt x="3131344" y="83344"/>
                  </a:cubicBezTo>
                  <a:lnTo>
                    <a:pt x="3131344" y="1208246"/>
                  </a:lnTo>
                  <a:cubicBezTo>
                    <a:pt x="2897029" y="1060609"/>
                    <a:pt x="2639854" y="954881"/>
                    <a:pt x="2369344" y="894874"/>
                  </a:cubicBezTo>
                  <a:lnTo>
                    <a:pt x="2369344" y="311944"/>
                  </a:lnTo>
                  <a:cubicBezTo>
                    <a:pt x="2369344" y="270034"/>
                    <a:pt x="2335054" y="235744"/>
                    <a:pt x="2293144" y="235744"/>
                  </a:cubicBezTo>
                  <a:cubicBezTo>
                    <a:pt x="2251234" y="235744"/>
                    <a:pt x="2216944" y="270034"/>
                    <a:pt x="2216944" y="311944"/>
                  </a:cubicBezTo>
                  <a:lnTo>
                    <a:pt x="2216944" y="865346"/>
                  </a:lnTo>
                  <a:cubicBezTo>
                    <a:pt x="1964531" y="825341"/>
                    <a:pt x="1707356" y="825341"/>
                    <a:pt x="1454944" y="865346"/>
                  </a:cubicBezTo>
                  <a:lnTo>
                    <a:pt x="1454944" y="464344"/>
                  </a:lnTo>
                  <a:cubicBezTo>
                    <a:pt x="1454944" y="422434"/>
                    <a:pt x="1420654" y="388144"/>
                    <a:pt x="1378744" y="388144"/>
                  </a:cubicBezTo>
                  <a:cubicBezTo>
                    <a:pt x="1336834" y="388144"/>
                    <a:pt x="1302544" y="422434"/>
                    <a:pt x="1302544" y="464344"/>
                  </a:cubicBezTo>
                  <a:lnTo>
                    <a:pt x="1302544" y="893921"/>
                  </a:lnTo>
                  <a:cubicBezTo>
                    <a:pt x="1032034" y="953929"/>
                    <a:pt x="774859" y="1060609"/>
                    <a:pt x="540544" y="1207294"/>
                  </a:cubicBezTo>
                  <a:lnTo>
                    <a:pt x="540544" y="921544"/>
                  </a:lnTo>
                  <a:cubicBezTo>
                    <a:pt x="540544" y="879634"/>
                    <a:pt x="506254" y="845344"/>
                    <a:pt x="464344" y="845344"/>
                  </a:cubicBezTo>
                  <a:cubicBezTo>
                    <a:pt x="422434" y="845344"/>
                    <a:pt x="388144" y="879634"/>
                    <a:pt x="388144" y="921544"/>
                  </a:cubicBezTo>
                  <a:lnTo>
                    <a:pt x="388144" y="1308259"/>
                  </a:lnTo>
                  <a:lnTo>
                    <a:pt x="268129" y="1392079"/>
                  </a:lnTo>
                  <a:cubicBezTo>
                    <a:pt x="248126" y="1406366"/>
                    <a:pt x="235744" y="1429226"/>
                    <a:pt x="235744" y="1454944"/>
                  </a:cubicBezTo>
                  <a:cubicBezTo>
                    <a:pt x="235744" y="1480661"/>
                    <a:pt x="248126" y="1503521"/>
                    <a:pt x="268129" y="1517809"/>
                  </a:cubicBezTo>
                  <a:lnTo>
                    <a:pt x="389096" y="1602581"/>
                  </a:lnTo>
                  <a:cubicBezTo>
                    <a:pt x="389096" y="1604486"/>
                    <a:pt x="388144" y="1606391"/>
                    <a:pt x="388144" y="1608296"/>
                  </a:cubicBezTo>
                  <a:lnTo>
                    <a:pt x="388144" y="2598896"/>
                  </a:lnTo>
                  <a:lnTo>
                    <a:pt x="83344" y="2598896"/>
                  </a:lnTo>
                  <a:cubicBezTo>
                    <a:pt x="41434" y="2598896"/>
                    <a:pt x="7144" y="2633186"/>
                    <a:pt x="7144" y="2675096"/>
                  </a:cubicBezTo>
                  <a:cubicBezTo>
                    <a:pt x="7144" y="2717006"/>
                    <a:pt x="41434" y="2750344"/>
                    <a:pt x="83344" y="2750344"/>
                  </a:cubicBezTo>
                  <a:close/>
                  <a:moveTo>
                    <a:pt x="1302544" y="2597944"/>
                  </a:moveTo>
                  <a:lnTo>
                    <a:pt x="540544" y="2597944"/>
                  </a:lnTo>
                  <a:lnTo>
                    <a:pt x="540544" y="1702594"/>
                  </a:lnTo>
                  <a:cubicBezTo>
                    <a:pt x="774859" y="1850231"/>
                    <a:pt x="1032034" y="1955959"/>
                    <a:pt x="1302544" y="2015966"/>
                  </a:cubicBezTo>
                  <a:lnTo>
                    <a:pt x="1302544" y="2597944"/>
                  </a:lnTo>
                  <a:close/>
                  <a:moveTo>
                    <a:pt x="2216944" y="2597944"/>
                  </a:moveTo>
                  <a:lnTo>
                    <a:pt x="1454944" y="2597944"/>
                  </a:lnTo>
                  <a:lnTo>
                    <a:pt x="1454944" y="2044541"/>
                  </a:lnTo>
                  <a:cubicBezTo>
                    <a:pt x="1707356" y="2084546"/>
                    <a:pt x="1964531" y="2084546"/>
                    <a:pt x="2216944" y="2044541"/>
                  </a:cubicBezTo>
                  <a:lnTo>
                    <a:pt x="2216944" y="2597944"/>
                  </a:lnTo>
                  <a:close/>
                  <a:moveTo>
                    <a:pt x="3131344" y="2597944"/>
                  </a:moveTo>
                  <a:lnTo>
                    <a:pt x="2369344" y="2597944"/>
                  </a:lnTo>
                  <a:lnTo>
                    <a:pt x="2369344" y="2015966"/>
                  </a:lnTo>
                  <a:cubicBezTo>
                    <a:pt x="2639854" y="1955959"/>
                    <a:pt x="2897029" y="1849279"/>
                    <a:pt x="3131344" y="1702594"/>
                  </a:cubicBezTo>
                  <a:lnTo>
                    <a:pt x="3131344" y="2597944"/>
                  </a:lnTo>
                  <a:close/>
                  <a:moveTo>
                    <a:pt x="1785461" y="1260634"/>
                  </a:moveTo>
                  <a:cubicBezTo>
                    <a:pt x="1816894" y="1245394"/>
                    <a:pt x="1854041" y="1245394"/>
                    <a:pt x="1885474" y="1260634"/>
                  </a:cubicBezTo>
                  <a:lnTo>
                    <a:pt x="1954054" y="1294924"/>
                  </a:lnTo>
                  <a:cubicBezTo>
                    <a:pt x="1992154" y="1313974"/>
                    <a:pt x="2037874" y="1298734"/>
                    <a:pt x="2055971" y="1260634"/>
                  </a:cubicBezTo>
                  <a:cubicBezTo>
                    <a:pt x="2075021" y="1222534"/>
                    <a:pt x="2059781" y="1176814"/>
                    <a:pt x="2021681" y="1158716"/>
                  </a:cubicBezTo>
                  <a:lnTo>
                    <a:pt x="1954054" y="1124426"/>
                  </a:lnTo>
                  <a:cubicBezTo>
                    <a:pt x="1940719" y="1117759"/>
                    <a:pt x="1926431" y="1112996"/>
                    <a:pt x="1912144" y="1109186"/>
                  </a:cubicBezTo>
                  <a:lnTo>
                    <a:pt x="1912144" y="1005364"/>
                  </a:lnTo>
                  <a:cubicBezTo>
                    <a:pt x="2132171" y="1042511"/>
                    <a:pt x="2293144" y="1233011"/>
                    <a:pt x="2293144" y="1455896"/>
                  </a:cubicBezTo>
                  <a:cubicBezTo>
                    <a:pt x="2293144" y="1678781"/>
                    <a:pt x="2132171" y="1869281"/>
                    <a:pt x="1912144" y="1906429"/>
                  </a:cubicBezTo>
                  <a:lnTo>
                    <a:pt x="1912144" y="1801654"/>
                  </a:lnTo>
                  <a:cubicBezTo>
                    <a:pt x="1926431" y="1797844"/>
                    <a:pt x="1940719" y="1793081"/>
                    <a:pt x="1954054" y="1786414"/>
                  </a:cubicBezTo>
                  <a:cubicBezTo>
                    <a:pt x="2021681" y="1752124"/>
                    <a:pt x="2064544" y="1683544"/>
                    <a:pt x="2064544" y="1608296"/>
                  </a:cubicBezTo>
                  <a:cubicBezTo>
                    <a:pt x="2064544" y="1533049"/>
                    <a:pt x="2021681" y="1463516"/>
                    <a:pt x="1954054" y="1430179"/>
                  </a:cubicBezTo>
                  <a:lnTo>
                    <a:pt x="1785461" y="1346359"/>
                  </a:lnTo>
                  <a:cubicBezTo>
                    <a:pt x="1769269" y="1338739"/>
                    <a:pt x="1759744" y="1322546"/>
                    <a:pt x="1759744" y="1304449"/>
                  </a:cubicBezTo>
                  <a:cubicBezTo>
                    <a:pt x="1759744" y="1286351"/>
                    <a:pt x="1770221" y="1268254"/>
                    <a:pt x="1785461" y="1260634"/>
                  </a:cubicBezTo>
                  <a:lnTo>
                    <a:pt x="1785461" y="1260634"/>
                  </a:lnTo>
                  <a:close/>
                  <a:moveTo>
                    <a:pt x="1759744" y="1004411"/>
                  </a:moveTo>
                  <a:lnTo>
                    <a:pt x="1759744" y="1109186"/>
                  </a:lnTo>
                  <a:cubicBezTo>
                    <a:pt x="1745456" y="1112996"/>
                    <a:pt x="1731169" y="1117759"/>
                    <a:pt x="1717834" y="1124426"/>
                  </a:cubicBezTo>
                  <a:cubicBezTo>
                    <a:pt x="1650206" y="1158716"/>
                    <a:pt x="1607344" y="1227296"/>
                    <a:pt x="1607344" y="1302544"/>
                  </a:cubicBezTo>
                  <a:cubicBezTo>
                    <a:pt x="1607344" y="1377791"/>
                    <a:pt x="1650206" y="1447324"/>
                    <a:pt x="1717834" y="1480661"/>
                  </a:cubicBezTo>
                  <a:lnTo>
                    <a:pt x="1886426" y="1564481"/>
                  </a:lnTo>
                  <a:cubicBezTo>
                    <a:pt x="1902619" y="1572101"/>
                    <a:pt x="1912144" y="1588294"/>
                    <a:pt x="1912144" y="1606391"/>
                  </a:cubicBezTo>
                  <a:cubicBezTo>
                    <a:pt x="1912144" y="1624489"/>
                    <a:pt x="1901666" y="1640681"/>
                    <a:pt x="1886426" y="1648301"/>
                  </a:cubicBezTo>
                  <a:cubicBezTo>
                    <a:pt x="1854994" y="1663541"/>
                    <a:pt x="1817846" y="1663541"/>
                    <a:pt x="1786414" y="1648301"/>
                  </a:cubicBezTo>
                  <a:lnTo>
                    <a:pt x="1717834" y="1614011"/>
                  </a:lnTo>
                  <a:cubicBezTo>
                    <a:pt x="1679734" y="1594961"/>
                    <a:pt x="1634014" y="1610201"/>
                    <a:pt x="1615916" y="1648301"/>
                  </a:cubicBezTo>
                  <a:cubicBezTo>
                    <a:pt x="1596866" y="1686401"/>
                    <a:pt x="1612106" y="1732121"/>
                    <a:pt x="1650206" y="1750219"/>
                  </a:cubicBezTo>
                  <a:lnTo>
                    <a:pt x="1717834" y="1784509"/>
                  </a:lnTo>
                  <a:cubicBezTo>
                    <a:pt x="1731169" y="1791176"/>
                    <a:pt x="1745456" y="1795939"/>
                    <a:pt x="1759744" y="1799749"/>
                  </a:cubicBezTo>
                  <a:lnTo>
                    <a:pt x="1759744" y="1903571"/>
                  </a:lnTo>
                  <a:cubicBezTo>
                    <a:pt x="1539716" y="1866424"/>
                    <a:pt x="1378744" y="1675924"/>
                    <a:pt x="1378744" y="1453039"/>
                  </a:cubicBezTo>
                  <a:cubicBezTo>
                    <a:pt x="1378744" y="1230154"/>
                    <a:pt x="1539716" y="1041559"/>
                    <a:pt x="1759744" y="10044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19116598-81E9-4EC9-AAF1-439540B50701}"/>
                </a:ext>
              </a:extLst>
            </p:cNvPr>
            <p:cNvSpPr/>
            <p:nvPr/>
          </p:nvSpPr>
          <p:spPr>
            <a:xfrm>
              <a:off x="4221149" y="2088356"/>
              <a:ext cx="3362325" cy="1381125"/>
            </a:xfrm>
            <a:custGeom>
              <a:avLst/>
              <a:gdLst>
                <a:gd name="connsiteX0" fmla="*/ 3193111 w 3362325"/>
                <a:gd name="connsiteY0" fmla="*/ 538639 h 1381125"/>
                <a:gd name="connsiteX1" fmla="*/ 3208351 w 3362325"/>
                <a:gd name="connsiteY1" fmla="*/ 540544 h 1381125"/>
                <a:gd name="connsiteX2" fmla="*/ 3282646 w 3362325"/>
                <a:gd name="connsiteY2" fmla="*/ 479584 h 1381125"/>
                <a:gd name="connsiteX3" fmla="*/ 3358846 w 3362325"/>
                <a:gd name="connsiteY3" fmla="*/ 98584 h 1381125"/>
                <a:gd name="connsiteX4" fmla="*/ 3358846 w 3362325"/>
                <a:gd name="connsiteY4" fmla="*/ 97631 h 1381125"/>
                <a:gd name="connsiteX5" fmla="*/ 3357893 w 3362325"/>
                <a:gd name="connsiteY5" fmla="*/ 66199 h 1381125"/>
                <a:gd name="connsiteX6" fmla="*/ 3354083 w 3362325"/>
                <a:gd name="connsiteY6" fmla="*/ 57626 h 1381125"/>
                <a:gd name="connsiteX7" fmla="*/ 3346463 w 3362325"/>
                <a:gd name="connsiteY7" fmla="*/ 40481 h 1381125"/>
                <a:gd name="connsiteX8" fmla="*/ 3343606 w 3362325"/>
                <a:gd name="connsiteY8" fmla="*/ 37624 h 1381125"/>
                <a:gd name="connsiteX9" fmla="*/ 3342653 w 3362325"/>
                <a:gd name="connsiteY9" fmla="*/ 34766 h 1381125"/>
                <a:gd name="connsiteX10" fmla="*/ 3335033 w 3362325"/>
                <a:gd name="connsiteY10" fmla="*/ 29051 h 1381125"/>
                <a:gd name="connsiteX11" fmla="*/ 3318841 w 3362325"/>
                <a:gd name="connsiteY11" fmla="*/ 16669 h 1381125"/>
                <a:gd name="connsiteX12" fmla="*/ 3308363 w 3362325"/>
                <a:gd name="connsiteY12" fmla="*/ 12859 h 1381125"/>
                <a:gd name="connsiteX13" fmla="*/ 3289313 w 3362325"/>
                <a:gd name="connsiteY13" fmla="*/ 8096 h 1381125"/>
                <a:gd name="connsiteX14" fmla="*/ 3283598 w 3362325"/>
                <a:gd name="connsiteY14" fmla="*/ 7144 h 1381125"/>
                <a:gd name="connsiteX15" fmla="*/ 2902598 w 3362325"/>
                <a:gd name="connsiteY15" fmla="*/ 7144 h 1381125"/>
                <a:gd name="connsiteX16" fmla="*/ 2826398 w 3362325"/>
                <a:gd name="connsiteY16" fmla="*/ 83344 h 1381125"/>
                <a:gd name="connsiteX17" fmla="*/ 2902598 w 3362325"/>
                <a:gd name="connsiteY17" fmla="*/ 159544 h 1381125"/>
                <a:gd name="connsiteX18" fmla="*/ 3039758 w 3362325"/>
                <a:gd name="connsiteY18" fmla="*/ 159544 h 1381125"/>
                <a:gd name="connsiteX19" fmla="*/ 2287283 w 3362325"/>
                <a:gd name="connsiteY19" fmla="*/ 680561 h 1381125"/>
                <a:gd name="connsiteX20" fmla="*/ 1717688 w 3362325"/>
                <a:gd name="connsiteY20" fmla="*/ 395764 h 1381125"/>
                <a:gd name="connsiteX21" fmla="*/ 1648156 w 3362325"/>
                <a:gd name="connsiteY21" fmla="*/ 396716 h 1381125"/>
                <a:gd name="connsiteX22" fmla="*/ 47956 w 3362325"/>
                <a:gd name="connsiteY22" fmla="*/ 1234916 h 1381125"/>
                <a:gd name="connsiteX23" fmla="*/ 15571 w 3362325"/>
                <a:gd name="connsiteY23" fmla="*/ 1337786 h 1381125"/>
                <a:gd name="connsiteX24" fmla="*/ 118441 w 3362325"/>
                <a:gd name="connsiteY24" fmla="*/ 1370171 h 1381125"/>
                <a:gd name="connsiteX25" fmla="*/ 1685303 w 3362325"/>
                <a:gd name="connsiteY25" fmla="*/ 550069 h 1381125"/>
                <a:gd name="connsiteX26" fmla="*/ 2259661 w 3362325"/>
                <a:gd name="connsiteY26" fmla="*/ 837724 h 1381125"/>
                <a:gd name="connsiteX27" fmla="*/ 2336813 w 3362325"/>
                <a:gd name="connsiteY27" fmla="*/ 832009 h 1381125"/>
                <a:gd name="connsiteX28" fmla="*/ 3172156 w 3362325"/>
                <a:gd name="connsiteY28" fmla="*/ 253841 h 1381125"/>
                <a:gd name="connsiteX29" fmla="*/ 3133103 w 3362325"/>
                <a:gd name="connsiteY29" fmla="*/ 449104 h 1381125"/>
                <a:gd name="connsiteX30" fmla="*/ 3193111 w 3362325"/>
                <a:gd name="connsiteY30" fmla="*/ 538639 h 138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362325" h="1381125">
                  <a:moveTo>
                    <a:pt x="3193111" y="538639"/>
                  </a:moveTo>
                  <a:cubicBezTo>
                    <a:pt x="3197873" y="539591"/>
                    <a:pt x="3203588" y="540544"/>
                    <a:pt x="3208351" y="540544"/>
                  </a:cubicBezTo>
                  <a:cubicBezTo>
                    <a:pt x="3244546" y="540544"/>
                    <a:pt x="3275978" y="514826"/>
                    <a:pt x="3282646" y="479584"/>
                  </a:cubicBezTo>
                  <a:lnTo>
                    <a:pt x="3358846" y="98584"/>
                  </a:lnTo>
                  <a:lnTo>
                    <a:pt x="3358846" y="97631"/>
                  </a:lnTo>
                  <a:cubicBezTo>
                    <a:pt x="3360751" y="87154"/>
                    <a:pt x="3360751" y="76676"/>
                    <a:pt x="3357893" y="66199"/>
                  </a:cubicBezTo>
                  <a:cubicBezTo>
                    <a:pt x="3356941" y="63341"/>
                    <a:pt x="3355988" y="60484"/>
                    <a:pt x="3354083" y="57626"/>
                  </a:cubicBezTo>
                  <a:cubicBezTo>
                    <a:pt x="3352178" y="51911"/>
                    <a:pt x="3350273" y="45244"/>
                    <a:pt x="3346463" y="40481"/>
                  </a:cubicBezTo>
                  <a:cubicBezTo>
                    <a:pt x="3345511" y="39529"/>
                    <a:pt x="3344558" y="38576"/>
                    <a:pt x="3343606" y="37624"/>
                  </a:cubicBezTo>
                  <a:cubicBezTo>
                    <a:pt x="3342653" y="36671"/>
                    <a:pt x="3342653" y="35719"/>
                    <a:pt x="3342653" y="34766"/>
                  </a:cubicBezTo>
                  <a:cubicBezTo>
                    <a:pt x="3340748" y="31909"/>
                    <a:pt x="3337891" y="30956"/>
                    <a:pt x="3335033" y="29051"/>
                  </a:cubicBezTo>
                  <a:cubicBezTo>
                    <a:pt x="3330271" y="24289"/>
                    <a:pt x="3325508" y="20479"/>
                    <a:pt x="3318841" y="16669"/>
                  </a:cubicBezTo>
                  <a:cubicBezTo>
                    <a:pt x="3315031" y="14764"/>
                    <a:pt x="3311221" y="13811"/>
                    <a:pt x="3308363" y="12859"/>
                  </a:cubicBezTo>
                  <a:cubicBezTo>
                    <a:pt x="3302648" y="10954"/>
                    <a:pt x="3295981" y="9049"/>
                    <a:pt x="3289313" y="8096"/>
                  </a:cubicBezTo>
                  <a:cubicBezTo>
                    <a:pt x="3287408" y="8096"/>
                    <a:pt x="3285503" y="7144"/>
                    <a:pt x="3283598" y="7144"/>
                  </a:cubicBezTo>
                  <a:lnTo>
                    <a:pt x="2902598" y="7144"/>
                  </a:lnTo>
                  <a:cubicBezTo>
                    <a:pt x="2860688" y="7144"/>
                    <a:pt x="2826398" y="41434"/>
                    <a:pt x="2826398" y="83344"/>
                  </a:cubicBezTo>
                  <a:cubicBezTo>
                    <a:pt x="2826398" y="125254"/>
                    <a:pt x="2860688" y="159544"/>
                    <a:pt x="2902598" y="159544"/>
                  </a:cubicBezTo>
                  <a:lnTo>
                    <a:pt x="3039758" y="159544"/>
                  </a:lnTo>
                  <a:lnTo>
                    <a:pt x="2287283" y="680561"/>
                  </a:lnTo>
                  <a:lnTo>
                    <a:pt x="1717688" y="395764"/>
                  </a:lnTo>
                  <a:cubicBezTo>
                    <a:pt x="1695781" y="385286"/>
                    <a:pt x="1670063" y="385286"/>
                    <a:pt x="1648156" y="396716"/>
                  </a:cubicBezTo>
                  <a:lnTo>
                    <a:pt x="47956" y="1234916"/>
                  </a:lnTo>
                  <a:cubicBezTo>
                    <a:pt x="10808" y="1253966"/>
                    <a:pt x="-3479" y="1300639"/>
                    <a:pt x="15571" y="1337786"/>
                  </a:cubicBezTo>
                  <a:cubicBezTo>
                    <a:pt x="34621" y="1374934"/>
                    <a:pt x="81293" y="1389221"/>
                    <a:pt x="118441" y="1370171"/>
                  </a:cubicBezTo>
                  <a:lnTo>
                    <a:pt x="1685303" y="550069"/>
                  </a:lnTo>
                  <a:lnTo>
                    <a:pt x="2259661" y="837724"/>
                  </a:lnTo>
                  <a:cubicBezTo>
                    <a:pt x="2284426" y="850106"/>
                    <a:pt x="2313953" y="848201"/>
                    <a:pt x="2336813" y="832009"/>
                  </a:cubicBezTo>
                  <a:lnTo>
                    <a:pt x="3172156" y="253841"/>
                  </a:lnTo>
                  <a:lnTo>
                    <a:pt x="3133103" y="449104"/>
                  </a:lnTo>
                  <a:cubicBezTo>
                    <a:pt x="3125483" y="490061"/>
                    <a:pt x="3152153" y="531019"/>
                    <a:pt x="3193111" y="5386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E68D097-19D6-4B1F-BDF2-2D43172412EB}"/>
                </a:ext>
              </a:extLst>
            </p:cNvPr>
            <p:cNvSpPr/>
            <p:nvPr/>
          </p:nvSpPr>
          <p:spPr>
            <a:xfrm>
              <a:off x="5060156" y="5136356"/>
              <a:ext cx="161925" cy="161925"/>
            </a:xfrm>
            <a:custGeom>
              <a:avLst/>
              <a:gdLst>
                <a:gd name="connsiteX0" fmla="*/ 7144 w 161925"/>
                <a:gd name="connsiteY0" fmla="*/ 7144 h 161925"/>
                <a:gd name="connsiteX1" fmla="*/ 159544 w 161925"/>
                <a:gd name="connsiteY1" fmla="*/ 7144 h 161925"/>
                <a:gd name="connsiteX2" fmla="*/ 159544 w 161925"/>
                <a:gd name="connsiteY2" fmla="*/ 159544 h 161925"/>
                <a:gd name="connsiteX3" fmla="*/ 7144 w 161925"/>
                <a:gd name="connsiteY3" fmla="*/ 159544 h 161925"/>
                <a:gd name="connsiteX4" fmla="*/ 7144 w 161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6560AF3-C2D0-4A6D-A6E9-45EFAD4A8DF7}"/>
                </a:ext>
              </a:extLst>
            </p:cNvPr>
            <p:cNvSpPr/>
            <p:nvPr/>
          </p:nvSpPr>
          <p:spPr>
            <a:xfrm>
              <a:off x="5060156" y="3536156"/>
              <a:ext cx="161925" cy="161925"/>
            </a:xfrm>
            <a:custGeom>
              <a:avLst/>
              <a:gdLst>
                <a:gd name="connsiteX0" fmla="*/ 7144 w 161925"/>
                <a:gd name="connsiteY0" fmla="*/ 7144 h 161925"/>
                <a:gd name="connsiteX1" fmla="*/ 159544 w 161925"/>
                <a:gd name="connsiteY1" fmla="*/ 7144 h 161925"/>
                <a:gd name="connsiteX2" fmla="*/ 159544 w 161925"/>
                <a:gd name="connsiteY2" fmla="*/ 159544 h 161925"/>
                <a:gd name="connsiteX3" fmla="*/ 7144 w 161925"/>
                <a:gd name="connsiteY3" fmla="*/ 159544 h 161925"/>
                <a:gd name="connsiteX4" fmla="*/ 7144 w 161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094A6499-B215-41DF-A2E2-E9E55EE47B0A}"/>
                </a:ext>
              </a:extLst>
            </p:cNvPr>
            <p:cNvSpPr/>
            <p:nvPr/>
          </p:nvSpPr>
          <p:spPr>
            <a:xfrm>
              <a:off x="5060156" y="3231356"/>
              <a:ext cx="161925" cy="161925"/>
            </a:xfrm>
            <a:custGeom>
              <a:avLst/>
              <a:gdLst>
                <a:gd name="connsiteX0" fmla="*/ 7144 w 161925"/>
                <a:gd name="connsiteY0" fmla="*/ 7144 h 161925"/>
                <a:gd name="connsiteX1" fmla="*/ 159544 w 161925"/>
                <a:gd name="connsiteY1" fmla="*/ 7144 h 161925"/>
                <a:gd name="connsiteX2" fmla="*/ 159544 w 161925"/>
                <a:gd name="connsiteY2" fmla="*/ 159544 h 161925"/>
                <a:gd name="connsiteX3" fmla="*/ 7144 w 161925"/>
                <a:gd name="connsiteY3" fmla="*/ 159544 h 161925"/>
                <a:gd name="connsiteX4" fmla="*/ 7144 w 161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EDE25139-5E24-46D5-AEC9-3B4989E08C1F}"/>
                </a:ext>
              </a:extLst>
            </p:cNvPr>
            <p:cNvSpPr/>
            <p:nvPr/>
          </p:nvSpPr>
          <p:spPr>
            <a:xfrm>
              <a:off x="6888956" y="3536156"/>
              <a:ext cx="161925" cy="161925"/>
            </a:xfrm>
            <a:custGeom>
              <a:avLst/>
              <a:gdLst>
                <a:gd name="connsiteX0" fmla="*/ 7144 w 161925"/>
                <a:gd name="connsiteY0" fmla="*/ 7144 h 161925"/>
                <a:gd name="connsiteX1" fmla="*/ 159544 w 161925"/>
                <a:gd name="connsiteY1" fmla="*/ 7144 h 161925"/>
                <a:gd name="connsiteX2" fmla="*/ 159544 w 161925"/>
                <a:gd name="connsiteY2" fmla="*/ 159544 h 161925"/>
                <a:gd name="connsiteX3" fmla="*/ 7144 w 161925"/>
                <a:gd name="connsiteY3" fmla="*/ 159544 h 161925"/>
                <a:gd name="connsiteX4" fmla="*/ 7144 w 161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5A9EBC8E-F65E-4FB0-940F-B82DF39FDBAF}"/>
                </a:ext>
              </a:extLst>
            </p:cNvPr>
            <p:cNvSpPr/>
            <p:nvPr/>
          </p:nvSpPr>
          <p:spPr>
            <a:xfrm>
              <a:off x="6888956" y="3231356"/>
              <a:ext cx="161925" cy="161925"/>
            </a:xfrm>
            <a:custGeom>
              <a:avLst/>
              <a:gdLst>
                <a:gd name="connsiteX0" fmla="*/ 7144 w 161925"/>
                <a:gd name="connsiteY0" fmla="*/ 7144 h 161925"/>
                <a:gd name="connsiteX1" fmla="*/ 159544 w 161925"/>
                <a:gd name="connsiteY1" fmla="*/ 7144 h 161925"/>
                <a:gd name="connsiteX2" fmla="*/ 159544 w 161925"/>
                <a:gd name="connsiteY2" fmla="*/ 159544 h 161925"/>
                <a:gd name="connsiteX3" fmla="*/ 7144 w 161925"/>
                <a:gd name="connsiteY3" fmla="*/ 159544 h 161925"/>
                <a:gd name="connsiteX4" fmla="*/ 7144 w 161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1C80A46D-916B-414E-99E5-324132B1F3C9}"/>
                </a:ext>
              </a:extLst>
            </p:cNvPr>
            <p:cNvSpPr/>
            <p:nvPr/>
          </p:nvSpPr>
          <p:spPr>
            <a:xfrm>
              <a:off x="5060156" y="4831556"/>
              <a:ext cx="161925" cy="161925"/>
            </a:xfrm>
            <a:custGeom>
              <a:avLst/>
              <a:gdLst>
                <a:gd name="connsiteX0" fmla="*/ 7144 w 161925"/>
                <a:gd name="connsiteY0" fmla="*/ 7144 h 161925"/>
                <a:gd name="connsiteX1" fmla="*/ 159544 w 161925"/>
                <a:gd name="connsiteY1" fmla="*/ 7144 h 161925"/>
                <a:gd name="connsiteX2" fmla="*/ 159544 w 161925"/>
                <a:gd name="connsiteY2" fmla="*/ 159544 h 161925"/>
                <a:gd name="connsiteX3" fmla="*/ 7144 w 161925"/>
                <a:gd name="connsiteY3" fmla="*/ 159544 h 161925"/>
                <a:gd name="connsiteX4" fmla="*/ 7144 w 161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B8CD418D-2B7F-42AD-8523-CEFDF2F4DAA0}"/>
                </a:ext>
              </a:extLst>
            </p:cNvPr>
            <p:cNvSpPr/>
            <p:nvPr/>
          </p:nvSpPr>
          <p:spPr>
            <a:xfrm>
              <a:off x="6888956" y="5136356"/>
              <a:ext cx="161925" cy="161925"/>
            </a:xfrm>
            <a:custGeom>
              <a:avLst/>
              <a:gdLst>
                <a:gd name="connsiteX0" fmla="*/ 7144 w 161925"/>
                <a:gd name="connsiteY0" fmla="*/ 7144 h 161925"/>
                <a:gd name="connsiteX1" fmla="*/ 159544 w 161925"/>
                <a:gd name="connsiteY1" fmla="*/ 7144 h 161925"/>
                <a:gd name="connsiteX2" fmla="*/ 159544 w 161925"/>
                <a:gd name="connsiteY2" fmla="*/ 159544 h 161925"/>
                <a:gd name="connsiteX3" fmla="*/ 7144 w 161925"/>
                <a:gd name="connsiteY3" fmla="*/ 159544 h 161925"/>
                <a:gd name="connsiteX4" fmla="*/ 7144 w 161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8155CC85-DE73-4C01-93BC-46B53884A2EE}"/>
                </a:ext>
              </a:extLst>
            </p:cNvPr>
            <p:cNvSpPr/>
            <p:nvPr/>
          </p:nvSpPr>
          <p:spPr>
            <a:xfrm>
              <a:off x="6888956" y="4831556"/>
              <a:ext cx="161925" cy="161925"/>
            </a:xfrm>
            <a:custGeom>
              <a:avLst/>
              <a:gdLst>
                <a:gd name="connsiteX0" fmla="*/ 7144 w 161925"/>
                <a:gd name="connsiteY0" fmla="*/ 7144 h 161925"/>
                <a:gd name="connsiteX1" fmla="*/ 159544 w 161925"/>
                <a:gd name="connsiteY1" fmla="*/ 7144 h 161925"/>
                <a:gd name="connsiteX2" fmla="*/ 159544 w 161925"/>
                <a:gd name="connsiteY2" fmla="*/ 159544 h 161925"/>
                <a:gd name="connsiteX3" fmla="*/ 7144 w 161925"/>
                <a:gd name="connsiteY3" fmla="*/ 159544 h 161925"/>
                <a:gd name="connsiteX4" fmla="*/ 7144 w 161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9EAD2C8E-6282-4133-9ECF-A8FD1C4A4FBE}"/>
                </a:ext>
              </a:extLst>
            </p:cNvPr>
            <p:cNvSpPr/>
            <p:nvPr/>
          </p:nvSpPr>
          <p:spPr>
            <a:xfrm>
              <a:off x="5974556" y="5136356"/>
              <a:ext cx="161925" cy="161925"/>
            </a:xfrm>
            <a:custGeom>
              <a:avLst/>
              <a:gdLst>
                <a:gd name="connsiteX0" fmla="*/ 7144 w 161925"/>
                <a:gd name="connsiteY0" fmla="*/ 7144 h 161925"/>
                <a:gd name="connsiteX1" fmla="*/ 159544 w 161925"/>
                <a:gd name="connsiteY1" fmla="*/ 7144 h 161925"/>
                <a:gd name="connsiteX2" fmla="*/ 159544 w 161925"/>
                <a:gd name="connsiteY2" fmla="*/ 159544 h 161925"/>
                <a:gd name="connsiteX3" fmla="*/ 7144 w 161925"/>
                <a:gd name="connsiteY3" fmla="*/ 159544 h 161925"/>
                <a:gd name="connsiteX4" fmla="*/ 7144 w 161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123F7456-1AC2-4212-B5C8-51464CD0A3A2}"/>
                </a:ext>
              </a:extLst>
            </p:cNvPr>
            <p:cNvSpPr/>
            <p:nvPr/>
          </p:nvSpPr>
          <p:spPr>
            <a:xfrm>
              <a:off x="5974556" y="3383756"/>
              <a:ext cx="161925" cy="161925"/>
            </a:xfrm>
            <a:custGeom>
              <a:avLst/>
              <a:gdLst>
                <a:gd name="connsiteX0" fmla="*/ 7144 w 161925"/>
                <a:gd name="connsiteY0" fmla="*/ 7144 h 161925"/>
                <a:gd name="connsiteX1" fmla="*/ 159544 w 161925"/>
                <a:gd name="connsiteY1" fmla="*/ 7144 h 161925"/>
                <a:gd name="connsiteX2" fmla="*/ 159544 w 161925"/>
                <a:gd name="connsiteY2" fmla="*/ 159544 h 161925"/>
                <a:gd name="connsiteX3" fmla="*/ 7144 w 161925"/>
                <a:gd name="connsiteY3" fmla="*/ 159544 h 161925"/>
                <a:gd name="connsiteX4" fmla="*/ 7144 w 161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91098C6B-DC11-49CA-B996-39783F44ED16}"/>
                </a:ext>
              </a:extLst>
            </p:cNvPr>
            <p:cNvSpPr/>
            <p:nvPr/>
          </p:nvSpPr>
          <p:spPr>
            <a:xfrm>
              <a:off x="5974556" y="3078956"/>
              <a:ext cx="161925" cy="161925"/>
            </a:xfrm>
            <a:custGeom>
              <a:avLst/>
              <a:gdLst>
                <a:gd name="connsiteX0" fmla="*/ 7144 w 161925"/>
                <a:gd name="connsiteY0" fmla="*/ 7144 h 161925"/>
                <a:gd name="connsiteX1" fmla="*/ 159544 w 161925"/>
                <a:gd name="connsiteY1" fmla="*/ 7144 h 161925"/>
                <a:gd name="connsiteX2" fmla="*/ 159544 w 161925"/>
                <a:gd name="connsiteY2" fmla="*/ 159544 h 161925"/>
                <a:gd name="connsiteX3" fmla="*/ 7144 w 161925"/>
                <a:gd name="connsiteY3" fmla="*/ 159544 h 161925"/>
                <a:gd name="connsiteX4" fmla="*/ 7144 w 161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2C8DB4-38DE-491B-B181-ACE5A8012698}"/>
                </a:ext>
              </a:extLst>
            </p:cNvPr>
            <p:cNvSpPr/>
            <p:nvPr/>
          </p:nvSpPr>
          <p:spPr>
            <a:xfrm>
              <a:off x="7650956" y="1554956"/>
              <a:ext cx="619125" cy="619125"/>
            </a:xfrm>
            <a:custGeom>
              <a:avLst/>
              <a:gdLst>
                <a:gd name="connsiteX0" fmla="*/ 311944 w 619125"/>
                <a:gd name="connsiteY0" fmla="*/ 616744 h 619125"/>
                <a:gd name="connsiteX1" fmla="*/ 616744 w 619125"/>
                <a:gd name="connsiteY1" fmla="*/ 311944 h 619125"/>
                <a:gd name="connsiteX2" fmla="*/ 311944 w 619125"/>
                <a:gd name="connsiteY2" fmla="*/ 7144 h 619125"/>
                <a:gd name="connsiteX3" fmla="*/ 7144 w 619125"/>
                <a:gd name="connsiteY3" fmla="*/ 311944 h 619125"/>
                <a:gd name="connsiteX4" fmla="*/ 311944 w 619125"/>
                <a:gd name="connsiteY4" fmla="*/ 616744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5" h="619125">
                  <a:moveTo>
                    <a:pt x="311944" y="616744"/>
                  </a:moveTo>
                  <a:cubicBezTo>
                    <a:pt x="480536" y="616744"/>
                    <a:pt x="616744" y="480536"/>
                    <a:pt x="616744" y="311944"/>
                  </a:cubicBezTo>
                  <a:cubicBezTo>
                    <a:pt x="616744" y="143351"/>
                    <a:pt x="480536" y="7144"/>
                    <a:pt x="311944" y="7144"/>
                  </a:cubicBezTo>
                  <a:cubicBezTo>
                    <a:pt x="143351" y="7144"/>
                    <a:pt x="7144" y="143351"/>
                    <a:pt x="7144" y="311944"/>
                  </a:cubicBezTo>
                  <a:cubicBezTo>
                    <a:pt x="7144" y="480536"/>
                    <a:pt x="143351" y="616744"/>
                    <a:pt x="311944" y="616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24" name="Graphic 26">
            <a:extLst>
              <a:ext uri="{FF2B5EF4-FFF2-40B4-BE49-F238E27FC236}">
                <a16:creationId xmlns:a16="http://schemas.microsoft.com/office/drawing/2014/main" id="{5D60D300-A386-4DD4-ACC4-7A413AD2ABE6}"/>
              </a:ext>
            </a:extLst>
          </p:cNvPr>
          <p:cNvSpPr>
            <a:spLocks noChangeAspect="1"/>
          </p:cNvSpPr>
          <p:nvPr/>
        </p:nvSpPr>
        <p:spPr>
          <a:xfrm>
            <a:off x="2222543" y="3162925"/>
            <a:ext cx="502920" cy="502920"/>
          </a:xfrm>
          <a:custGeom>
            <a:avLst/>
            <a:gdLst>
              <a:gd name="connsiteX0" fmla="*/ 4141946 w 4581525"/>
              <a:gd name="connsiteY0" fmla="*/ 4045744 h 4581525"/>
              <a:gd name="connsiteX1" fmla="*/ 3819049 w 4581525"/>
              <a:gd name="connsiteY1" fmla="*/ 2842736 h 4581525"/>
              <a:gd name="connsiteX2" fmla="*/ 2826544 w 4581525"/>
              <a:gd name="connsiteY2" fmla="*/ 616744 h 4581525"/>
              <a:gd name="connsiteX3" fmla="*/ 2672239 w 4581525"/>
              <a:gd name="connsiteY3" fmla="*/ 677704 h 4581525"/>
              <a:gd name="connsiteX4" fmla="*/ 3205639 w 4581525"/>
              <a:gd name="connsiteY4" fmla="*/ 2429351 h 4581525"/>
              <a:gd name="connsiteX5" fmla="*/ 3744754 w 4581525"/>
              <a:gd name="connsiteY5" fmla="*/ 4045744 h 4581525"/>
              <a:gd name="connsiteX6" fmla="*/ 3551396 w 4581525"/>
              <a:gd name="connsiteY6" fmla="*/ 4045744 h 4581525"/>
              <a:gd name="connsiteX7" fmla="*/ 3056096 w 4581525"/>
              <a:gd name="connsiteY7" fmla="*/ 2461736 h 4581525"/>
              <a:gd name="connsiteX8" fmla="*/ 2555081 w 4581525"/>
              <a:gd name="connsiteY8" fmla="*/ 794861 h 4581525"/>
              <a:gd name="connsiteX9" fmla="*/ 1833086 w 4581525"/>
              <a:gd name="connsiteY9" fmla="*/ 2842736 h 4581525"/>
              <a:gd name="connsiteX10" fmla="*/ 1510189 w 4581525"/>
              <a:gd name="connsiteY10" fmla="*/ 4045744 h 4581525"/>
              <a:gd name="connsiteX11" fmla="*/ 1347311 w 4581525"/>
              <a:gd name="connsiteY11" fmla="*/ 4045744 h 4581525"/>
              <a:gd name="connsiteX12" fmla="*/ 1684496 w 4581525"/>
              <a:gd name="connsiteY12" fmla="*/ 2810351 h 4581525"/>
              <a:gd name="connsiteX13" fmla="*/ 2482691 w 4581525"/>
              <a:gd name="connsiteY13" fmla="*/ 647224 h 4581525"/>
              <a:gd name="connsiteX14" fmla="*/ 2064544 w 4581525"/>
              <a:gd name="connsiteY14" fmla="*/ 235744 h 4581525"/>
              <a:gd name="connsiteX15" fmla="*/ 1072039 w 4581525"/>
              <a:gd name="connsiteY15" fmla="*/ 2461736 h 4581525"/>
              <a:gd name="connsiteX16" fmla="*/ 576739 w 4581525"/>
              <a:gd name="connsiteY16" fmla="*/ 4045744 h 4581525"/>
              <a:gd name="connsiteX17" fmla="*/ 540544 w 4581525"/>
              <a:gd name="connsiteY17" fmla="*/ 4045744 h 4581525"/>
              <a:gd name="connsiteX18" fmla="*/ 540544 w 4581525"/>
              <a:gd name="connsiteY18" fmla="*/ 7144 h 4581525"/>
              <a:gd name="connsiteX19" fmla="*/ 388144 w 4581525"/>
              <a:gd name="connsiteY19" fmla="*/ 7144 h 4581525"/>
              <a:gd name="connsiteX20" fmla="*/ 388144 w 4581525"/>
              <a:gd name="connsiteY20" fmla="*/ 388144 h 4581525"/>
              <a:gd name="connsiteX21" fmla="*/ 159544 w 4581525"/>
              <a:gd name="connsiteY21" fmla="*/ 388144 h 4581525"/>
              <a:gd name="connsiteX22" fmla="*/ 159544 w 4581525"/>
              <a:gd name="connsiteY22" fmla="*/ 540544 h 4581525"/>
              <a:gd name="connsiteX23" fmla="*/ 388144 w 4581525"/>
              <a:gd name="connsiteY23" fmla="*/ 540544 h 4581525"/>
              <a:gd name="connsiteX24" fmla="*/ 388144 w 4581525"/>
              <a:gd name="connsiteY24" fmla="*/ 692944 h 4581525"/>
              <a:gd name="connsiteX25" fmla="*/ 159544 w 4581525"/>
              <a:gd name="connsiteY25" fmla="*/ 692944 h 4581525"/>
              <a:gd name="connsiteX26" fmla="*/ 159544 w 4581525"/>
              <a:gd name="connsiteY26" fmla="*/ 845344 h 4581525"/>
              <a:gd name="connsiteX27" fmla="*/ 388144 w 4581525"/>
              <a:gd name="connsiteY27" fmla="*/ 845344 h 4581525"/>
              <a:gd name="connsiteX28" fmla="*/ 388144 w 4581525"/>
              <a:gd name="connsiteY28" fmla="*/ 1073944 h 4581525"/>
              <a:gd name="connsiteX29" fmla="*/ 159544 w 4581525"/>
              <a:gd name="connsiteY29" fmla="*/ 1073944 h 4581525"/>
              <a:gd name="connsiteX30" fmla="*/ 159544 w 4581525"/>
              <a:gd name="connsiteY30" fmla="*/ 1226344 h 4581525"/>
              <a:gd name="connsiteX31" fmla="*/ 388144 w 4581525"/>
              <a:gd name="connsiteY31" fmla="*/ 1226344 h 4581525"/>
              <a:gd name="connsiteX32" fmla="*/ 388144 w 4581525"/>
              <a:gd name="connsiteY32" fmla="*/ 1454944 h 4581525"/>
              <a:gd name="connsiteX33" fmla="*/ 159544 w 4581525"/>
              <a:gd name="connsiteY33" fmla="*/ 1454944 h 4581525"/>
              <a:gd name="connsiteX34" fmla="*/ 159544 w 4581525"/>
              <a:gd name="connsiteY34" fmla="*/ 1607344 h 4581525"/>
              <a:gd name="connsiteX35" fmla="*/ 388144 w 4581525"/>
              <a:gd name="connsiteY35" fmla="*/ 1607344 h 4581525"/>
              <a:gd name="connsiteX36" fmla="*/ 388144 w 4581525"/>
              <a:gd name="connsiteY36" fmla="*/ 1835944 h 4581525"/>
              <a:gd name="connsiteX37" fmla="*/ 159544 w 4581525"/>
              <a:gd name="connsiteY37" fmla="*/ 1835944 h 4581525"/>
              <a:gd name="connsiteX38" fmla="*/ 159544 w 4581525"/>
              <a:gd name="connsiteY38" fmla="*/ 1988344 h 4581525"/>
              <a:gd name="connsiteX39" fmla="*/ 388144 w 4581525"/>
              <a:gd name="connsiteY39" fmla="*/ 1988344 h 4581525"/>
              <a:gd name="connsiteX40" fmla="*/ 388144 w 4581525"/>
              <a:gd name="connsiteY40" fmla="*/ 2216944 h 4581525"/>
              <a:gd name="connsiteX41" fmla="*/ 159544 w 4581525"/>
              <a:gd name="connsiteY41" fmla="*/ 2216944 h 4581525"/>
              <a:gd name="connsiteX42" fmla="*/ 159544 w 4581525"/>
              <a:gd name="connsiteY42" fmla="*/ 2369344 h 4581525"/>
              <a:gd name="connsiteX43" fmla="*/ 388144 w 4581525"/>
              <a:gd name="connsiteY43" fmla="*/ 2369344 h 4581525"/>
              <a:gd name="connsiteX44" fmla="*/ 388144 w 4581525"/>
              <a:gd name="connsiteY44" fmla="*/ 2597944 h 4581525"/>
              <a:gd name="connsiteX45" fmla="*/ 159544 w 4581525"/>
              <a:gd name="connsiteY45" fmla="*/ 2597944 h 4581525"/>
              <a:gd name="connsiteX46" fmla="*/ 159544 w 4581525"/>
              <a:gd name="connsiteY46" fmla="*/ 2750344 h 4581525"/>
              <a:gd name="connsiteX47" fmla="*/ 388144 w 4581525"/>
              <a:gd name="connsiteY47" fmla="*/ 2750344 h 4581525"/>
              <a:gd name="connsiteX48" fmla="*/ 388144 w 4581525"/>
              <a:gd name="connsiteY48" fmla="*/ 2978944 h 4581525"/>
              <a:gd name="connsiteX49" fmla="*/ 159544 w 4581525"/>
              <a:gd name="connsiteY49" fmla="*/ 2978944 h 4581525"/>
              <a:gd name="connsiteX50" fmla="*/ 159544 w 4581525"/>
              <a:gd name="connsiteY50" fmla="*/ 3131344 h 4581525"/>
              <a:gd name="connsiteX51" fmla="*/ 388144 w 4581525"/>
              <a:gd name="connsiteY51" fmla="*/ 3131344 h 4581525"/>
              <a:gd name="connsiteX52" fmla="*/ 388144 w 4581525"/>
              <a:gd name="connsiteY52" fmla="*/ 3359944 h 4581525"/>
              <a:gd name="connsiteX53" fmla="*/ 159544 w 4581525"/>
              <a:gd name="connsiteY53" fmla="*/ 3359944 h 4581525"/>
              <a:gd name="connsiteX54" fmla="*/ 159544 w 4581525"/>
              <a:gd name="connsiteY54" fmla="*/ 3512344 h 4581525"/>
              <a:gd name="connsiteX55" fmla="*/ 388144 w 4581525"/>
              <a:gd name="connsiteY55" fmla="*/ 3512344 h 4581525"/>
              <a:gd name="connsiteX56" fmla="*/ 388144 w 4581525"/>
              <a:gd name="connsiteY56" fmla="*/ 3740944 h 4581525"/>
              <a:gd name="connsiteX57" fmla="*/ 159544 w 4581525"/>
              <a:gd name="connsiteY57" fmla="*/ 3740944 h 4581525"/>
              <a:gd name="connsiteX58" fmla="*/ 159544 w 4581525"/>
              <a:gd name="connsiteY58" fmla="*/ 3893344 h 4581525"/>
              <a:gd name="connsiteX59" fmla="*/ 388144 w 4581525"/>
              <a:gd name="connsiteY59" fmla="*/ 3893344 h 4581525"/>
              <a:gd name="connsiteX60" fmla="*/ 388144 w 4581525"/>
              <a:gd name="connsiteY60" fmla="*/ 4045744 h 4581525"/>
              <a:gd name="connsiteX61" fmla="*/ 7144 w 4581525"/>
              <a:gd name="connsiteY61" fmla="*/ 4045744 h 4581525"/>
              <a:gd name="connsiteX62" fmla="*/ 7144 w 4581525"/>
              <a:gd name="connsiteY62" fmla="*/ 4198144 h 4581525"/>
              <a:gd name="connsiteX63" fmla="*/ 388144 w 4581525"/>
              <a:gd name="connsiteY63" fmla="*/ 4198144 h 4581525"/>
              <a:gd name="connsiteX64" fmla="*/ 388144 w 4581525"/>
              <a:gd name="connsiteY64" fmla="*/ 4579144 h 4581525"/>
              <a:gd name="connsiteX65" fmla="*/ 540544 w 4581525"/>
              <a:gd name="connsiteY65" fmla="*/ 4579144 h 4581525"/>
              <a:gd name="connsiteX66" fmla="*/ 540544 w 4581525"/>
              <a:gd name="connsiteY66" fmla="*/ 4198144 h 4581525"/>
              <a:gd name="connsiteX67" fmla="*/ 769144 w 4581525"/>
              <a:gd name="connsiteY67" fmla="*/ 4198144 h 4581525"/>
              <a:gd name="connsiteX68" fmla="*/ 769144 w 4581525"/>
              <a:gd name="connsiteY68" fmla="*/ 4502944 h 4581525"/>
              <a:gd name="connsiteX69" fmla="*/ 921544 w 4581525"/>
              <a:gd name="connsiteY69" fmla="*/ 4502944 h 4581525"/>
              <a:gd name="connsiteX70" fmla="*/ 921544 w 4581525"/>
              <a:gd name="connsiteY70" fmla="*/ 4198144 h 4581525"/>
              <a:gd name="connsiteX71" fmla="*/ 1150144 w 4581525"/>
              <a:gd name="connsiteY71" fmla="*/ 4198144 h 4581525"/>
              <a:gd name="connsiteX72" fmla="*/ 1150144 w 4581525"/>
              <a:gd name="connsiteY72" fmla="*/ 4502944 h 4581525"/>
              <a:gd name="connsiteX73" fmla="*/ 1302544 w 4581525"/>
              <a:gd name="connsiteY73" fmla="*/ 4502944 h 4581525"/>
              <a:gd name="connsiteX74" fmla="*/ 1302544 w 4581525"/>
              <a:gd name="connsiteY74" fmla="*/ 4198144 h 4581525"/>
              <a:gd name="connsiteX75" fmla="*/ 1531144 w 4581525"/>
              <a:gd name="connsiteY75" fmla="*/ 4198144 h 4581525"/>
              <a:gd name="connsiteX76" fmla="*/ 1531144 w 4581525"/>
              <a:gd name="connsiteY76" fmla="*/ 4502944 h 4581525"/>
              <a:gd name="connsiteX77" fmla="*/ 1683544 w 4581525"/>
              <a:gd name="connsiteY77" fmla="*/ 4502944 h 4581525"/>
              <a:gd name="connsiteX78" fmla="*/ 1683544 w 4581525"/>
              <a:gd name="connsiteY78" fmla="*/ 4198144 h 4581525"/>
              <a:gd name="connsiteX79" fmla="*/ 1912144 w 4581525"/>
              <a:gd name="connsiteY79" fmla="*/ 4198144 h 4581525"/>
              <a:gd name="connsiteX80" fmla="*/ 1912144 w 4581525"/>
              <a:gd name="connsiteY80" fmla="*/ 4502944 h 4581525"/>
              <a:gd name="connsiteX81" fmla="*/ 2064544 w 4581525"/>
              <a:gd name="connsiteY81" fmla="*/ 4502944 h 4581525"/>
              <a:gd name="connsiteX82" fmla="*/ 2064544 w 4581525"/>
              <a:gd name="connsiteY82" fmla="*/ 4198144 h 4581525"/>
              <a:gd name="connsiteX83" fmla="*/ 2293144 w 4581525"/>
              <a:gd name="connsiteY83" fmla="*/ 4198144 h 4581525"/>
              <a:gd name="connsiteX84" fmla="*/ 2293144 w 4581525"/>
              <a:gd name="connsiteY84" fmla="*/ 4502944 h 4581525"/>
              <a:gd name="connsiteX85" fmla="*/ 2445544 w 4581525"/>
              <a:gd name="connsiteY85" fmla="*/ 4502944 h 4581525"/>
              <a:gd name="connsiteX86" fmla="*/ 2445544 w 4581525"/>
              <a:gd name="connsiteY86" fmla="*/ 4198144 h 4581525"/>
              <a:gd name="connsiteX87" fmla="*/ 2674144 w 4581525"/>
              <a:gd name="connsiteY87" fmla="*/ 4198144 h 4581525"/>
              <a:gd name="connsiteX88" fmla="*/ 2674144 w 4581525"/>
              <a:gd name="connsiteY88" fmla="*/ 4502944 h 4581525"/>
              <a:gd name="connsiteX89" fmla="*/ 2826544 w 4581525"/>
              <a:gd name="connsiteY89" fmla="*/ 4502944 h 4581525"/>
              <a:gd name="connsiteX90" fmla="*/ 2826544 w 4581525"/>
              <a:gd name="connsiteY90" fmla="*/ 4198144 h 4581525"/>
              <a:gd name="connsiteX91" fmla="*/ 3055144 w 4581525"/>
              <a:gd name="connsiteY91" fmla="*/ 4198144 h 4581525"/>
              <a:gd name="connsiteX92" fmla="*/ 3055144 w 4581525"/>
              <a:gd name="connsiteY92" fmla="*/ 4502944 h 4581525"/>
              <a:gd name="connsiteX93" fmla="*/ 3207544 w 4581525"/>
              <a:gd name="connsiteY93" fmla="*/ 4502944 h 4581525"/>
              <a:gd name="connsiteX94" fmla="*/ 3207544 w 4581525"/>
              <a:gd name="connsiteY94" fmla="*/ 4198144 h 4581525"/>
              <a:gd name="connsiteX95" fmla="*/ 3436144 w 4581525"/>
              <a:gd name="connsiteY95" fmla="*/ 4198144 h 4581525"/>
              <a:gd name="connsiteX96" fmla="*/ 3436144 w 4581525"/>
              <a:gd name="connsiteY96" fmla="*/ 4502944 h 4581525"/>
              <a:gd name="connsiteX97" fmla="*/ 3588544 w 4581525"/>
              <a:gd name="connsiteY97" fmla="*/ 4502944 h 4581525"/>
              <a:gd name="connsiteX98" fmla="*/ 3588544 w 4581525"/>
              <a:gd name="connsiteY98" fmla="*/ 4198144 h 4581525"/>
              <a:gd name="connsiteX99" fmla="*/ 3817144 w 4581525"/>
              <a:gd name="connsiteY99" fmla="*/ 4198144 h 4581525"/>
              <a:gd name="connsiteX100" fmla="*/ 3817144 w 4581525"/>
              <a:gd name="connsiteY100" fmla="*/ 4502944 h 4581525"/>
              <a:gd name="connsiteX101" fmla="*/ 3969544 w 4581525"/>
              <a:gd name="connsiteY101" fmla="*/ 4502944 h 4581525"/>
              <a:gd name="connsiteX102" fmla="*/ 3969544 w 4581525"/>
              <a:gd name="connsiteY102" fmla="*/ 4198144 h 4581525"/>
              <a:gd name="connsiteX103" fmla="*/ 4198144 w 4581525"/>
              <a:gd name="connsiteY103" fmla="*/ 4198144 h 4581525"/>
              <a:gd name="connsiteX104" fmla="*/ 4198144 w 4581525"/>
              <a:gd name="connsiteY104" fmla="*/ 4502944 h 4581525"/>
              <a:gd name="connsiteX105" fmla="*/ 4350544 w 4581525"/>
              <a:gd name="connsiteY105" fmla="*/ 4502944 h 4581525"/>
              <a:gd name="connsiteX106" fmla="*/ 4350544 w 4581525"/>
              <a:gd name="connsiteY106" fmla="*/ 4198144 h 4581525"/>
              <a:gd name="connsiteX107" fmla="*/ 4579144 w 4581525"/>
              <a:gd name="connsiteY107" fmla="*/ 4198144 h 4581525"/>
              <a:gd name="connsiteX108" fmla="*/ 4579144 w 4581525"/>
              <a:gd name="connsiteY108" fmla="*/ 4045744 h 4581525"/>
              <a:gd name="connsiteX109" fmla="*/ 4141946 w 4581525"/>
              <a:gd name="connsiteY109" fmla="*/ 4045744 h 458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4581525" h="4581525">
                <a:moveTo>
                  <a:pt x="4141946" y="4045744"/>
                </a:moveTo>
                <a:cubicBezTo>
                  <a:pt x="4009549" y="3651409"/>
                  <a:pt x="3901916" y="3250406"/>
                  <a:pt x="3819049" y="2842736"/>
                </a:cubicBezTo>
                <a:cubicBezTo>
                  <a:pt x="3381851" y="833914"/>
                  <a:pt x="2978944" y="616744"/>
                  <a:pt x="2826544" y="616744"/>
                </a:cubicBezTo>
                <a:cubicBezTo>
                  <a:pt x="2769394" y="619601"/>
                  <a:pt x="2716054" y="641509"/>
                  <a:pt x="2672239" y="677704"/>
                </a:cubicBezTo>
                <a:cubicBezTo>
                  <a:pt x="2858929" y="1067276"/>
                  <a:pt x="3036094" y="1648301"/>
                  <a:pt x="3205639" y="2429351"/>
                </a:cubicBezTo>
                <a:cubicBezTo>
                  <a:pt x="3509486" y="3827621"/>
                  <a:pt x="3710464" y="4021931"/>
                  <a:pt x="3744754" y="4045744"/>
                </a:cubicBezTo>
                <a:lnTo>
                  <a:pt x="3551396" y="4045744"/>
                </a:lnTo>
                <a:cubicBezTo>
                  <a:pt x="3363754" y="3744754"/>
                  <a:pt x="3183731" y="3047524"/>
                  <a:pt x="3056096" y="2461736"/>
                </a:cubicBezTo>
                <a:cubicBezTo>
                  <a:pt x="2878931" y="1645444"/>
                  <a:pt x="2706529" y="1125379"/>
                  <a:pt x="2555081" y="794861"/>
                </a:cubicBezTo>
                <a:cubicBezTo>
                  <a:pt x="2367439" y="1032034"/>
                  <a:pt x="2107406" y="1582579"/>
                  <a:pt x="1833086" y="2842736"/>
                </a:cubicBezTo>
                <a:cubicBezTo>
                  <a:pt x="1750219" y="3250406"/>
                  <a:pt x="1642586" y="3651409"/>
                  <a:pt x="1510189" y="4045744"/>
                </a:cubicBezTo>
                <a:lnTo>
                  <a:pt x="1347311" y="4045744"/>
                </a:lnTo>
                <a:cubicBezTo>
                  <a:pt x="1487329" y="3641884"/>
                  <a:pt x="1599724" y="3229451"/>
                  <a:pt x="1684496" y="2810351"/>
                </a:cubicBezTo>
                <a:cubicBezTo>
                  <a:pt x="1930241" y="1685449"/>
                  <a:pt x="2197894" y="958691"/>
                  <a:pt x="2482691" y="647224"/>
                </a:cubicBezTo>
                <a:cubicBezTo>
                  <a:pt x="2295049" y="296704"/>
                  <a:pt x="2145506" y="235744"/>
                  <a:pt x="2064544" y="235744"/>
                </a:cubicBezTo>
                <a:cubicBezTo>
                  <a:pt x="1912144" y="235744"/>
                  <a:pt x="1509236" y="452914"/>
                  <a:pt x="1072039" y="2461736"/>
                </a:cubicBezTo>
                <a:cubicBezTo>
                  <a:pt x="944404" y="3047524"/>
                  <a:pt x="764381" y="3744754"/>
                  <a:pt x="576739" y="4045744"/>
                </a:cubicBezTo>
                <a:lnTo>
                  <a:pt x="540544" y="4045744"/>
                </a:lnTo>
                <a:lnTo>
                  <a:pt x="540544" y="7144"/>
                </a:lnTo>
                <a:lnTo>
                  <a:pt x="388144" y="7144"/>
                </a:lnTo>
                <a:lnTo>
                  <a:pt x="388144" y="388144"/>
                </a:lnTo>
                <a:lnTo>
                  <a:pt x="159544" y="388144"/>
                </a:lnTo>
                <a:lnTo>
                  <a:pt x="159544" y="540544"/>
                </a:lnTo>
                <a:lnTo>
                  <a:pt x="388144" y="540544"/>
                </a:lnTo>
                <a:lnTo>
                  <a:pt x="388144" y="692944"/>
                </a:lnTo>
                <a:lnTo>
                  <a:pt x="159544" y="692944"/>
                </a:lnTo>
                <a:lnTo>
                  <a:pt x="159544" y="845344"/>
                </a:lnTo>
                <a:lnTo>
                  <a:pt x="388144" y="845344"/>
                </a:lnTo>
                <a:lnTo>
                  <a:pt x="388144" y="1073944"/>
                </a:lnTo>
                <a:lnTo>
                  <a:pt x="159544" y="1073944"/>
                </a:lnTo>
                <a:lnTo>
                  <a:pt x="159544" y="1226344"/>
                </a:lnTo>
                <a:lnTo>
                  <a:pt x="388144" y="1226344"/>
                </a:lnTo>
                <a:lnTo>
                  <a:pt x="388144" y="1454944"/>
                </a:lnTo>
                <a:lnTo>
                  <a:pt x="159544" y="1454944"/>
                </a:lnTo>
                <a:lnTo>
                  <a:pt x="159544" y="1607344"/>
                </a:lnTo>
                <a:lnTo>
                  <a:pt x="388144" y="1607344"/>
                </a:lnTo>
                <a:lnTo>
                  <a:pt x="388144" y="1835944"/>
                </a:lnTo>
                <a:lnTo>
                  <a:pt x="159544" y="1835944"/>
                </a:lnTo>
                <a:lnTo>
                  <a:pt x="159544" y="1988344"/>
                </a:lnTo>
                <a:lnTo>
                  <a:pt x="388144" y="1988344"/>
                </a:lnTo>
                <a:lnTo>
                  <a:pt x="388144" y="2216944"/>
                </a:lnTo>
                <a:lnTo>
                  <a:pt x="159544" y="2216944"/>
                </a:lnTo>
                <a:lnTo>
                  <a:pt x="159544" y="2369344"/>
                </a:lnTo>
                <a:lnTo>
                  <a:pt x="388144" y="2369344"/>
                </a:lnTo>
                <a:lnTo>
                  <a:pt x="388144" y="2597944"/>
                </a:lnTo>
                <a:lnTo>
                  <a:pt x="159544" y="2597944"/>
                </a:lnTo>
                <a:lnTo>
                  <a:pt x="159544" y="2750344"/>
                </a:lnTo>
                <a:lnTo>
                  <a:pt x="388144" y="2750344"/>
                </a:lnTo>
                <a:lnTo>
                  <a:pt x="388144" y="2978944"/>
                </a:lnTo>
                <a:lnTo>
                  <a:pt x="159544" y="2978944"/>
                </a:lnTo>
                <a:lnTo>
                  <a:pt x="159544" y="3131344"/>
                </a:lnTo>
                <a:lnTo>
                  <a:pt x="388144" y="3131344"/>
                </a:lnTo>
                <a:lnTo>
                  <a:pt x="388144" y="3359944"/>
                </a:lnTo>
                <a:lnTo>
                  <a:pt x="159544" y="3359944"/>
                </a:lnTo>
                <a:lnTo>
                  <a:pt x="159544" y="3512344"/>
                </a:lnTo>
                <a:lnTo>
                  <a:pt x="388144" y="3512344"/>
                </a:lnTo>
                <a:lnTo>
                  <a:pt x="388144" y="3740944"/>
                </a:lnTo>
                <a:lnTo>
                  <a:pt x="159544" y="3740944"/>
                </a:lnTo>
                <a:lnTo>
                  <a:pt x="159544" y="3893344"/>
                </a:lnTo>
                <a:lnTo>
                  <a:pt x="388144" y="3893344"/>
                </a:lnTo>
                <a:lnTo>
                  <a:pt x="388144" y="4045744"/>
                </a:lnTo>
                <a:lnTo>
                  <a:pt x="7144" y="4045744"/>
                </a:lnTo>
                <a:lnTo>
                  <a:pt x="7144" y="4198144"/>
                </a:lnTo>
                <a:lnTo>
                  <a:pt x="388144" y="4198144"/>
                </a:lnTo>
                <a:lnTo>
                  <a:pt x="388144" y="4579144"/>
                </a:lnTo>
                <a:lnTo>
                  <a:pt x="540544" y="4579144"/>
                </a:lnTo>
                <a:lnTo>
                  <a:pt x="540544" y="4198144"/>
                </a:lnTo>
                <a:lnTo>
                  <a:pt x="769144" y="4198144"/>
                </a:lnTo>
                <a:lnTo>
                  <a:pt x="769144" y="4502944"/>
                </a:lnTo>
                <a:lnTo>
                  <a:pt x="921544" y="4502944"/>
                </a:lnTo>
                <a:lnTo>
                  <a:pt x="921544" y="4198144"/>
                </a:lnTo>
                <a:lnTo>
                  <a:pt x="1150144" y="4198144"/>
                </a:lnTo>
                <a:lnTo>
                  <a:pt x="1150144" y="4502944"/>
                </a:lnTo>
                <a:lnTo>
                  <a:pt x="1302544" y="4502944"/>
                </a:lnTo>
                <a:lnTo>
                  <a:pt x="1302544" y="4198144"/>
                </a:lnTo>
                <a:lnTo>
                  <a:pt x="1531144" y="4198144"/>
                </a:lnTo>
                <a:lnTo>
                  <a:pt x="1531144" y="4502944"/>
                </a:lnTo>
                <a:lnTo>
                  <a:pt x="1683544" y="4502944"/>
                </a:lnTo>
                <a:lnTo>
                  <a:pt x="1683544" y="4198144"/>
                </a:lnTo>
                <a:lnTo>
                  <a:pt x="1912144" y="4198144"/>
                </a:lnTo>
                <a:lnTo>
                  <a:pt x="1912144" y="4502944"/>
                </a:lnTo>
                <a:lnTo>
                  <a:pt x="2064544" y="4502944"/>
                </a:lnTo>
                <a:lnTo>
                  <a:pt x="2064544" y="4198144"/>
                </a:lnTo>
                <a:lnTo>
                  <a:pt x="2293144" y="4198144"/>
                </a:lnTo>
                <a:lnTo>
                  <a:pt x="2293144" y="4502944"/>
                </a:lnTo>
                <a:lnTo>
                  <a:pt x="2445544" y="4502944"/>
                </a:lnTo>
                <a:lnTo>
                  <a:pt x="2445544" y="4198144"/>
                </a:lnTo>
                <a:lnTo>
                  <a:pt x="2674144" y="4198144"/>
                </a:lnTo>
                <a:lnTo>
                  <a:pt x="2674144" y="4502944"/>
                </a:lnTo>
                <a:lnTo>
                  <a:pt x="2826544" y="4502944"/>
                </a:lnTo>
                <a:lnTo>
                  <a:pt x="2826544" y="4198144"/>
                </a:lnTo>
                <a:lnTo>
                  <a:pt x="3055144" y="4198144"/>
                </a:lnTo>
                <a:lnTo>
                  <a:pt x="3055144" y="4502944"/>
                </a:lnTo>
                <a:lnTo>
                  <a:pt x="3207544" y="4502944"/>
                </a:lnTo>
                <a:lnTo>
                  <a:pt x="3207544" y="4198144"/>
                </a:lnTo>
                <a:lnTo>
                  <a:pt x="3436144" y="4198144"/>
                </a:lnTo>
                <a:lnTo>
                  <a:pt x="3436144" y="4502944"/>
                </a:lnTo>
                <a:lnTo>
                  <a:pt x="3588544" y="4502944"/>
                </a:lnTo>
                <a:lnTo>
                  <a:pt x="3588544" y="4198144"/>
                </a:lnTo>
                <a:lnTo>
                  <a:pt x="3817144" y="4198144"/>
                </a:lnTo>
                <a:lnTo>
                  <a:pt x="3817144" y="4502944"/>
                </a:lnTo>
                <a:lnTo>
                  <a:pt x="3969544" y="4502944"/>
                </a:lnTo>
                <a:lnTo>
                  <a:pt x="3969544" y="4198144"/>
                </a:lnTo>
                <a:lnTo>
                  <a:pt x="4198144" y="4198144"/>
                </a:lnTo>
                <a:lnTo>
                  <a:pt x="4198144" y="4502944"/>
                </a:lnTo>
                <a:lnTo>
                  <a:pt x="4350544" y="4502944"/>
                </a:lnTo>
                <a:lnTo>
                  <a:pt x="4350544" y="4198144"/>
                </a:lnTo>
                <a:lnTo>
                  <a:pt x="4579144" y="4198144"/>
                </a:lnTo>
                <a:lnTo>
                  <a:pt x="4579144" y="4045744"/>
                </a:lnTo>
                <a:lnTo>
                  <a:pt x="4141946" y="404574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25" name="Graphic 27">
            <a:extLst>
              <a:ext uri="{FF2B5EF4-FFF2-40B4-BE49-F238E27FC236}">
                <a16:creationId xmlns:a16="http://schemas.microsoft.com/office/drawing/2014/main" id="{362A39A7-F83D-4F2A-873F-018510949130}"/>
              </a:ext>
            </a:extLst>
          </p:cNvPr>
          <p:cNvGrpSpPr>
            <a:grpSpLocks noChangeAspect="1"/>
          </p:cNvGrpSpPr>
          <p:nvPr/>
        </p:nvGrpSpPr>
        <p:grpSpPr>
          <a:xfrm>
            <a:off x="3297085" y="4944961"/>
            <a:ext cx="502920" cy="502920"/>
            <a:chOff x="4067175" y="1400175"/>
            <a:chExt cx="4362450" cy="43624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4BCFF43-79FB-407B-8BA2-827E8F66EB6C}"/>
                </a:ext>
              </a:extLst>
            </p:cNvPr>
            <p:cNvSpPr/>
            <p:nvPr/>
          </p:nvSpPr>
          <p:spPr>
            <a:xfrm>
              <a:off x="4059734" y="1392828"/>
              <a:ext cx="3886200" cy="1628775"/>
            </a:xfrm>
            <a:custGeom>
              <a:avLst/>
              <a:gdLst>
                <a:gd name="connsiteX0" fmla="*/ 2148662 w 3886200"/>
                <a:gd name="connsiteY0" fmla="*/ 1464672 h 1628775"/>
                <a:gd name="connsiteX1" fmla="*/ 2230576 w 3886200"/>
                <a:gd name="connsiteY1" fmla="*/ 1464672 h 1628775"/>
                <a:gd name="connsiteX2" fmla="*/ 3740289 w 3886200"/>
                <a:gd name="connsiteY2" fmla="*/ 285477 h 1628775"/>
                <a:gd name="connsiteX3" fmla="*/ 3679329 w 3886200"/>
                <a:gd name="connsiteY3" fmla="*/ 1081767 h 1628775"/>
                <a:gd name="connsiteX4" fmla="*/ 3740289 w 3886200"/>
                <a:gd name="connsiteY4" fmla="*/ 1153204 h 1628775"/>
                <a:gd name="connsiteX5" fmla="*/ 3740289 w 3886200"/>
                <a:gd name="connsiteY5" fmla="*/ 1153204 h 1628775"/>
                <a:gd name="connsiteX6" fmla="*/ 3745051 w 3886200"/>
                <a:gd name="connsiteY6" fmla="*/ 1153204 h 1628775"/>
                <a:gd name="connsiteX7" fmla="*/ 3811726 w 3886200"/>
                <a:gd name="connsiteY7" fmla="*/ 1091292 h 1628775"/>
                <a:gd name="connsiteX8" fmla="*/ 3884116 w 3886200"/>
                <a:gd name="connsiteY8" fmla="*/ 151174 h 1628775"/>
                <a:gd name="connsiteX9" fmla="*/ 3823157 w 3886200"/>
                <a:gd name="connsiteY9" fmla="*/ 79737 h 1628775"/>
                <a:gd name="connsiteX10" fmla="*/ 3823157 w 3886200"/>
                <a:gd name="connsiteY10" fmla="*/ 79737 h 1628775"/>
                <a:gd name="connsiteX11" fmla="*/ 2809697 w 3886200"/>
                <a:gd name="connsiteY11" fmla="*/ 7347 h 1628775"/>
                <a:gd name="connsiteX12" fmla="*/ 2738259 w 3886200"/>
                <a:gd name="connsiteY12" fmla="*/ 69259 h 1628775"/>
                <a:gd name="connsiteX13" fmla="*/ 2800172 w 3886200"/>
                <a:gd name="connsiteY13" fmla="*/ 140697 h 1628775"/>
                <a:gd name="connsiteX14" fmla="*/ 3632657 w 3886200"/>
                <a:gd name="connsiteY14" fmla="*/ 199752 h 1628775"/>
                <a:gd name="connsiteX15" fmla="*/ 2190571 w 3886200"/>
                <a:gd name="connsiteY15" fmla="*/ 1327512 h 1628775"/>
                <a:gd name="connsiteX16" fmla="*/ 1152346 w 3886200"/>
                <a:gd name="connsiteY16" fmla="*/ 509314 h 1628775"/>
                <a:gd name="connsiteX17" fmla="*/ 1064716 w 3886200"/>
                <a:gd name="connsiteY17" fmla="*/ 513124 h 1628775"/>
                <a:gd name="connsiteX18" fmla="*/ 28396 w 3886200"/>
                <a:gd name="connsiteY18" fmla="*/ 1508487 h 1628775"/>
                <a:gd name="connsiteX19" fmla="*/ 24586 w 3886200"/>
                <a:gd name="connsiteY19" fmla="*/ 1602784 h 1628775"/>
                <a:gd name="connsiteX20" fmla="*/ 118884 w 3886200"/>
                <a:gd name="connsiteY20" fmla="*/ 1606594 h 1628775"/>
                <a:gd name="connsiteX21" fmla="*/ 120789 w 3886200"/>
                <a:gd name="connsiteY21" fmla="*/ 1604689 h 1628775"/>
                <a:gd name="connsiteX22" fmla="*/ 1116151 w 3886200"/>
                <a:gd name="connsiteY22" fmla="*/ 650284 h 1628775"/>
                <a:gd name="connsiteX23" fmla="*/ 2148662 w 3886200"/>
                <a:gd name="connsiteY23" fmla="*/ 1464672 h 162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86200" h="1628775">
                  <a:moveTo>
                    <a:pt x="2148662" y="1464672"/>
                  </a:moveTo>
                  <a:cubicBezTo>
                    <a:pt x="2172474" y="1483722"/>
                    <a:pt x="2206764" y="1483722"/>
                    <a:pt x="2230576" y="1464672"/>
                  </a:cubicBezTo>
                  <a:lnTo>
                    <a:pt x="3740289" y="285477"/>
                  </a:lnTo>
                  <a:lnTo>
                    <a:pt x="3679329" y="1081767"/>
                  </a:lnTo>
                  <a:cubicBezTo>
                    <a:pt x="3676472" y="1118914"/>
                    <a:pt x="3704094" y="1150347"/>
                    <a:pt x="3740289" y="1153204"/>
                  </a:cubicBezTo>
                  <a:cubicBezTo>
                    <a:pt x="3740289" y="1153204"/>
                    <a:pt x="3740289" y="1153204"/>
                    <a:pt x="3740289" y="1153204"/>
                  </a:cubicBezTo>
                  <a:cubicBezTo>
                    <a:pt x="3742194" y="1153204"/>
                    <a:pt x="3744099" y="1153204"/>
                    <a:pt x="3745051" y="1153204"/>
                  </a:cubicBezTo>
                  <a:cubicBezTo>
                    <a:pt x="3780294" y="1153204"/>
                    <a:pt x="3808869" y="1126534"/>
                    <a:pt x="3811726" y="1091292"/>
                  </a:cubicBezTo>
                  <a:lnTo>
                    <a:pt x="3884116" y="151174"/>
                  </a:lnTo>
                  <a:cubicBezTo>
                    <a:pt x="3886974" y="114027"/>
                    <a:pt x="3859351" y="82594"/>
                    <a:pt x="3823157" y="79737"/>
                  </a:cubicBezTo>
                  <a:cubicBezTo>
                    <a:pt x="3823157" y="79737"/>
                    <a:pt x="3823157" y="79737"/>
                    <a:pt x="3823157" y="79737"/>
                  </a:cubicBezTo>
                  <a:lnTo>
                    <a:pt x="2809697" y="7347"/>
                  </a:lnTo>
                  <a:cubicBezTo>
                    <a:pt x="2772549" y="4489"/>
                    <a:pt x="2741116" y="32112"/>
                    <a:pt x="2738259" y="69259"/>
                  </a:cubicBezTo>
                  <a:cubicBezTo>
                    <a:pt x="2735401" y="106407"/>
                    <a:pt x="2763024" y="137839"/>
                    <a:pt x="2800172" y="140697"/>
                  </a:cubicBezTo>
                  <a:lnTo>
                    <a:pt x="3632657" y="199752"/>
                  </a:lnTo>
                  <a:lnTo>
                    <a:pt x="2190571" y="1327512"/>
                  </a:lnTo>
                  <a:lnTo>
                    <a:pt x="1152346" y="509314"/>
                  </a:lnTo>
                  <a:cubicBezTo>
                    <a:pt x="1126629" y="488359"/>
                    <a:pt x="1088529" y="490264"/>
                    <a:pt x="1064716" y="513124"/>
                  </a:cubicBezTo>
                  <a:lnTo>
                    <a:pt x="28396" y="1508487"/>
                  </a:lnTo>
                  <a:cubicBezTo>
                    <a:pt x="1726" y="1533252"/>
                    <a:pt x="-179" y="1576114"/>
                    <a:pt x="24586" y="1602784"/>
                  </a:cubicBezTo>
                  <a:cubicBezTo>
                    <a:pt x="49351" y="1629454"/>
                    <a:pt x="92214" y="1631359"/>
                    <a:pt x="118884" y="1606594"/>
                  </a:cubicBezTo>
                  <a:cubicBezTo>
                    <a:pt x="119836" y="1605642"/>
                    <a:pt x="119836" y="1605642"/>
                    <a:pt x="120789" y="1604689"/>
                  </a:cubicBezTo>
                  <a:lnTo>
                    <a:pt x="1116151" y="650284"/>
                  </a:lnTo>
                  <a:lnTo>
                    <a:pt x="2148662" y="1464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ACFDC863-8931-45B6-A5F5-8490E34947FB}"/>
                </a:ext>
              </a:extLst>
            </p:cNvPr>
            <p:cNvSpPr/>
            <p:nvPr/>
          </p:nvSpPr>
          <p:spPr>
            <a:xfrm>
              <a:off x="5697379" y="3868579"/>
              <a:ext cx="619125" cy="1314450"/>
            </a:xfrm>
            <a:custGeom>
              <a:avLst/>
              <a:gdLst>
                <a:gd name="connsiteX0" fmla="*/ 7144 w 619125"/>
                <a:gd name="connsiteY0" fmla="*/ 7144 h 1314450"/>
                <a:gd name="connsiteX1" fmla="*/ 616744 w 619125"/>
                <a:gd name="connsiteY1" fmla="*/ 7144 h 1314450"/>
                <a:gd name="connsiteX2" fmla="*/ 616744 w 619125"/>
                <a:gd name="connsiteY2" fmla="*/ 1312069 h 1314450"/>
                <a:gd name="connsiteX3" fmla="*/ 7144 w 619125"/>
                <a:gd name="connsiteY3" fmla="*/ 1312069 h 131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5" h="1314450">
                  <a:moveTo>
                    <a:pt x="7144" y="7144"/>
                  </a:moveTo>
                  <a:lnTo>
                    <a:pt x="616744" y="7144"/>
                  </a:lnTo>
                  <a:lnTo>
                    <a:pt x="616744" y="1312069"/>
                  </a:lnTo>
                  <a:lnTo>
                    <a:pt x="7144" y="13120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77F3AFE7-E9FA-4302-A756-E4B25BDA2C55}"/>
                </a:ext>
              </a:extLst>
            </p:cNvPr>
            <p:cNvSpPr/>
            <p:nvPr/>
          </p:nvSpPr>
          <p:spPr>
            <a:xfrm>
              <a:off x="4240054" y="4401979"/>
              <a:ext cx="609600" cy="781050"/>
            </a:xfrm>
            <a:custGeom>
              <a:avLst/>
              <a:gdLst>
                <a:gd name="connsiteX0" fmla="*/ 7144 w 609600"/>
                <a:gd name="connsiteY0" fmla="*/ 7144 h 781050"/>
                <a:gd name="connsiteX1" fmla="*/ 607219 w 609600"/>
                <a:gd name="connsiteY1" fmla="*/ 7144 h 781050"/>
                <a:gd name="connsiteX2" fmla="*/ 607219 w 609600"/>
                <a:gd name="connsiteY2" fmla="*/ 778669 h 781050"/>
                <a:gd name="connsiteX3" fmla="*/ 7144 w 609600"/>
                <a:gd name="connsiteY3" fmla="*/ 778669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781050">
                  <a:moveTo>
                    <a:pt x="7144" y="7144"/>
                  </a:moveTo>
                  <a:lnTo>
                    <a:pt x="607219" y="7144"/>
                  </a:lnTo>
                  <a:lnTo>
                    <a:pt x="607219" y="778669"/>
                  </a:lnTo>
                  <a:lnTo>
                    <a:pt x="7144" y="778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7C2B6A9-52D7-430F-9C76-6C7E43D74028}"/>
                </a:ext>
              </a:extLst>
            </p:cNvPr>
            <p:cNvSpPr/>
            <p:nvPr/>
          </p:nvSpPr>
          <p:spPr>
            <a:xfrm>
              <a:off x="7154704" y="2994184"/>
              <a:ext cx="619125" cy="1190625"/>
            </a:xfrm>
            <a:custGeom>
              <a:avLst/>
              <a:gdLst>
                <a:gd name="connsiteX0" fmla="*/ 7144 w 619125"/>
                <a:gd name="connsiteY0" fmla="*/ 1192054 h 1190625"/>
                <a:gd name="connsiteX1" fmla="*/ 479584 w 619125"/>
                <a:gd name="connsiteY1" fmla="*/ 1063466 h 1190625"/>
                <a:gd name="connsiteX2" fmla="*/ 616744 w 619125"/>
                <a:gd name="connsiteY2" fmla="*/ 1073944 h 1190625"/>
                <a:gd name="connsiteX3" fmla="*/ 616744 w 619125"/>
                <a:gd name="connsiteY3" fmla="*/ 7144 h 1190625"/>
                <a:gd name="connsiteX4" fmla="*/ 7144 w 619125"/>
                <a:gd name="connsiteY4" fmla="*/ 7144 h 1190625"/>
                <a:gd name="connsiteX5" fmla="*/ 7144 w 619125"/>
                <a:gd name="connsiteY5" fmla="*/ 1192054 h 119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125" h="1190625">
                  <a:moveTo>
                    <a:pt x="7144" y="1192054"/>
                  </a:moveTo>
                  <a:cubicBezTo>
                    <a:pt x="140494" y="1110139"/>
                    <a:pt x="307181" y="1063466"/>
                    <a:pt x="479584" y="1063466"/>
                  </a:cubicBezTo>
                  <a:cubicBezTo>
                    <a:pt x="525304" y="1063466"/>
                    <a:pt x="571024" y="1067276"/>
                    <a:pt x="616744" y="1073944"/>
                  </a:cubicBezTo>
                  <a:lnTo>
                    <a:pt x="616744" y="7144"/>
                  </a:lnTo>
                  <a:lnTo>
                    <a:pt x="7144" y="7144"/>
                  </a:lnTo>
                  <a:lnTo>
                    <a:pt x="7144" y="119205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C937EF98-4822-4488-A62B-ED744506BB90}"/>
                </a:ext>
              </a:extLst>
            </p:cNvPr>
            <p:cNvSpPr/>
            <p:nvPr/>
          </p:nvSpPr>
          <p:spPr>
            <a:xfrm>
              <a:off x="7488079" y="5040154"/>
              <a:ext cx="390525" cy="304800"/>
            </a:xfrm>
            <a:custGeom>
              <a:avLst/>
              <a:gdLst>
                <a:gd name="connsiteX0" fmla="*/ 239554 w 390525"/>
                <a:gd name="connsiteY0" fmla="*/ 7144 h 304800"/>
                <a:gd name="connsiteX1" fmla="*/ 7144 w 390525"/>
                <a:gd name="connsiteY1" fmla="*/ 7144 h 304800"/>
                <a:gd name="connsiteX2" fmla="*/ 7144 w 390525"/>
                <a:gd name="connsiteY2" fmla="*/ 302419 h 304800"/>
                <a:gd name="connsiteX3" fmla="*/ 150971 w 390525"/>
                <a:gd name="connsiteY3" fmla="*/ 302419 h 304800"/>
                <a:gd name="connsiteX4" fmla="*/ 159544 w 390525"/>
                <a:gd name="connsiteY4" fmla="*/ 301466 h 304800"/>
                <a:gd name="connsiteX5" fmla="*/ 168116 w 390525"/>
                <a:gd name="connsiteY5" fmla="*/ 302419 h 304800"/>
                <a:gd name="connsiteX6" fmla="*/ 239554 w 390525"/>
                <a:gd name="connsiteY6" fmla="*/ 302419 h 304800"/>
                <a:gd name="connsiteX7" fmla="*/ 387191 w 390525"/>
                <a:gd name="connsiteY7" fmla="*/ 154781 h 304800"/>
                <a:gd name="connsiteX8" fmla="*/ 239554 w 390525"/>
                <a:gd name="connsiteY8" fmla="*/ 7144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304800">
                  <a:moveTo>
                    <a:pt x="239554" y="7144"/>
                  </a:moveTo>
                  <a:lnTo>
                    <a:pt x="7144" y="7144"/>
                  </a:lnTo>
                  <a:lnTo>
                    <a:pt x="7144" y="302419"/>
                  </a:lnTo>
                  <a:lnTo>
                    <a:pt x="150971" y="302419"/>
                  </a:lnTo>
                  <a:cubicBezTo>
                    <a:pt x="153829" y="302419"/>
                    <a:pt x="156686" y="301466"/>
                    <a:pt x="159544" y="301466"/>
                  </a:cubicBezTo>
                  <a:cubicBezTo>
                    <a:pt x="162401" y="301466"/>
                    <a:pt x="165259" y="302419"/>
                    <a:pt x="168116" y="302419"/>
                  </a:cubicBezTo>
                  <a:lnTo>
                    <a:pt x="239554" y="302419"/>
                  </a:lnTo>
                  <a:cubicBezTo>
                    <a:pt x="321469" y="302419"/>
                    <a:pt x="387191" y="236696"/>
                    <a:pt x="387191" y="154781"/>
                  </a:cubicBezTo>
                  <a:cubicBezTo>
                    <a:pt x="387191" y="72866"/>
                    <a:pt x="321469" y="7144"/>
                    <a:pt x="23955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94314F7D-8FC8-45C2-8497-F191F4224F36}"/>
                </a:ext>
              </a:extLst>
            </p:cNvPr>
            <p:cNvSpPr/>
            <p:nvPr/>
          </p:nvSpPr>
          <p:spPr>
            <a:xfrm>
              <a:off x="7488079" y="4621054"/>
              <a:ext cx="381000" cy="295275"/>
            </a:xfrm>
            <a:custGeom>
              <a:avLst/>
              <a:gdLst>
                <a:gd name="connsiteX0" fmla="*/ 239554 w 381000"/>
                <a:gd name="connsiteY0" fmla="*/ 7144 h 295275"/>
                <a:gd name="connsiteX1" fmla="*/ 7144 w 381000"/>
                <a:gd name="connsiteY1" fmla="*/ 7144 h 295275"/>
                <a:gd name="connsiteX2" fmla="*/ 7144 w 381000"/>
                <a:gd name="connsiteY2" fmla="*/ 292894 h 295275"/>
                <a:gd name="connsiteX3" fmla="*/ 239554 w 381000"/>
                <a:gd name="connsiteY3" fmla="*/ 292894 h 295275"/>
                <a:gd name="connsiteX4" fmla="*/ 382429 w 381000"/>
                <a:gd name="connsiteY4" fmla="*/ 150019 h 295275"/>
                <a:gd name="connsiteX5" fmla="*/ 239554 w 381000"/>
                <a:gd name="connsiteY5" fmla="*/ 714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0" h="295275">
                  <a:moveTo>
                    <a:pt x="239554" y="7144"/>
                  </a:moveTo>
                  <a:lnTo>
                    <a:pt x="7144" y="7144"/>
                  </a:lnTo>
                  <a:lnTo>
                    <a:pt x="7144" y="292894"/>
                  </a:lnTo>
                  <a:lnTo>
                    <a:pt x="239554" y="292894"/>
                  </a:lnTo>
                  <a:cubicBezTo>
                    <a:pt x="318611" y="292894"/>
                    <a:pt x="382429" y="229076"/>
                    <a:pt x="382429" y="150019"/>
                  </a:cubicBezTo>
                  <a:cubicBezTo>
                    <a:pt x="382429" y="70961"/>
                    <a:pt x="318611" y="7144"/>
                    <a:pt x="23955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361DF2CC-8BB9-47F0-90D5-449CF9260B96}"/>
                </a:ext>
              </a:extLst>
            </p:cNvPr>
            <p:cNvSpPr/>
            <p:nvPr/>
          </p:nvSpPr>
          <p:spPr>
            <a:xfrm>
              <a:off x="6847907" y="4184717"/>
              <a:ext cx="1581150" cy="1581150"/>
            </a:xfrm>
            <a:custGeom>
              <a:avLst/>
              <a:gdLst>
                <a:gd name="connsiteX0" fmla="*/ 983548 w 1581150"/>
                <a:gd name="connsiteY0" fmla="*/ 31048 h 1581150"/>
                <a:gd name="connsiteX1" fmla="*/ 960688 w 1581150"/>
                <a:gd name="connsiteY1" fmla="*/ 25333 h 1581150"/>
                <a:gd name="connsiteX2" fmla="*/ 25333 w 1581150"/>
                <a:gd name="connsiteY2" fmla="*/ 626361 h 1581150"/>
                <a:gd name="connsiteX3" fmla="*/ 626361 w 1581150"/>
                <a:gd name="connsiteY3" fmla="*/ 1561716 h 1581150"/>
                <a:gd name="connsiteX4" fmla="*/ 1561716 w 1581150"/>
                <a:gd name="connsiteY4" fmla="*/ 960688 h 1581150"/>
                <a:gd name="connsiteX5" fmla="*/ 983548 w 1581150"/>
                <a:gd name="connsiteY5" fmla="*/ 31048 h 1581150"/>
                <a:gd name="connsiteX6" fmla="*/ 1158808 w 1581150"/>
                <a:gd name="connsiteY6" fmla="*/ 1013076 h 1581150"/>
                <a:gd name="connsiteX7" fmla="*/ 879725 w 1581150"/>
                <a:gd name="connsiteY7" fmla="*/ 1292158 h 1581150"/>
                <a:gd name="connsiteX8" fmla="*/ 866391 w 1581150"/>
                <a:gd name="connsiteY8" fmla="*/ 1292158 h 1581150"/>
                <a:gd name="connsiteX9" fmla="*/ 866391 w 1581150"/>
                <a:gd name="connsiteY9" fmla="*/ 1368358 h 1581150"/>
                <a:gd name="connsiteX10" fmla="*/ 799716 w 1581150"/>
                <a:gd name="connsiteY10" fmla="*/ 1435033 h 1581150"/>
                <a:gd name="connsiteX11" fmla="*/ 733041 w 1581150"/>
                <a:gd name="connsiteY11" fmla="*/ 1368358 h 1581150"/>
                <a:gd name="connsiteX12" fmla="*/ 733041 w 1581150"/>
                <a:gd name="connsiteY12" fmla="*/ 1292158 h 1581150"/>
                <a:gd name="connsiteX13" fmla="*/ 675891 w 1581150"/>
                <a:gd name="connsiteY13" fmla="*/ 1292158 h 1581150"/>
                <a:gd name="connsiteX14" fmla="*/ 675891 w 1581150"/>
                <a:gd name="connsiteY14" fmla="*/ 1368358 h 1581150"/>
                <a:gd name="connsiteX15" fmla="*/ 609216 w 1581150"/>
                <a:gd name="connsiteY15" fmla="*/ 1435033 h 1581150"/>
                <a:gd name="connsiteX16" fmla="*/ 542541 w 1581150"/>
                <a:gd name="connsiteY16" fmla="*/ 1368358 h 1581150"/>
                <a:gd name="connsiteX17" fmla="*/ 542541 w 1581150"/>
                <a:gd name="connsiteY17" fmla="*/ 1292158 h 1581150"/>
                <a:gd name="connsiteX18" fmla="*/ 475866 w 1581150"/>
                <a:gd name="connsiteY18" fmla="*/ 1292158 h 1581150"/>
                <a:gd name="connsiteX19" fmla="*/ 409191 w 1581150"/>
                <a:gd name="connsiteY19" fmla="*/ 1225483 h 1581150"/>
                <a:gd name="connsiteX20" fmla="*/ 475866 w 1581150"/>
                <a:gd name="connsiteY20" fmla="*/ 1158808 h 1581150"/>
                <a:gd name="connsiteX21" fmla="*/ 513966 w 1581150"/>
                <a:gd name="connsiteY21" fmla="*/ 1158808 h 1581150"/>
                <a:gd name="connsiteX22" fmla="*/ 513966 w 1581150"/>
                <a:gd name="connsiteY22" fmla="*/ 444433 h 1581150"/>
                <a:gd name="connsiteX23" fmla="*/ 475866 w 1581150"/>
                <a:gd name="connsiteY23" fmla="*/ 444433 h 1581150"/>
                <a:gd name="connsiteX24" fmla="*/ 409191 w 1581150"/>
                <a:gd name="connsiteY24" fmla="*/ 377758 h 1581150"/>
                <a:gd name="connsiteX25" fmla="*/ 475866 w 1581150"/>
                <a:gd name="connsiteY25" fmla="*/ 311083 h 1581150"/>
                <a:gd name="connsiteX26" fmla="*/ 542541 w 1581150"/>
                <a:gd name="connsiteY26" fmla="*/ 311083 h 1581150"/>
                <a:gd name="connsiteX27" fmla="*/ 542541 w 1581150"/>
                <a:gd name="connsiteY27" fmla="*/ 225358 h 1581150"/>
                <a:gd name="connsiteX28" fmla="*/ 609216 w 1581150"/>
                <a:gd name="connsiteY28" fmla="*/ 158683 h 1581150"/>
                <a:gd name="connsiteX29" fmla="*/ 675891 w 1581150"/>
                <a:gd name="connsiteY29" fmla="*/ 225358 h 1581150"/>
                <a:gd name="connsiteX30" fmla="*/ 675891 w 1581150"/>
                <a:gd name="connsiteY30" fmla="*/ 311083 h 1581150"/>
                <a:gd name="connsiteX31" fmla="*/ 733041 w 1581150"/>
                <a:gd name="connsiteY31" fmla="*/ 311083 h 1581150"/>
                <a:gd name="connsiteX32" fmla="*/ 733041 w 1581150"/>
                <a:gd name="connsiteY32" fmla="*/ 225358 h 1581150"/>
                <a:gd name="connsiteX33" fmla="*/ 799716 w 1581150"/>
                <a:gd name="connsiteY33" fmla="*/ 158683 h 1581150"/>
                <a:gd name="connsiteX34" fmla="*/ 866391 w 1581150"/>
                <a:gd name="connsiteY34" fmla="*/ 225358 h 1581150"/>
                <a:gd name="connsiteX35" fmla="*/ 866391 w 1581150"/>
                <a:gd name="connsiteY35" fmla="*/ 311083 h 1581150"/>
                <a:gd name="connsiteX36" fmla="*/ 879725 w 1581150"/>
                <a:gd name="connsiteY36" fmla="*/ 311083 h 1581150"/>
                <a:gd name="connsiteX37" fmla="*/ 1158808 w 1581150"/>
                <a:gd name="connsiteY37" fmla="*/ 588261 h 1581150"/>
                <a:gd name="connsiteX38" fmla="*/ 1060701 w 1581150"/>
                <a:gd name="connsiteY38" fmla="*/ 801621 h 1581150"/>
                <a:gd name="connsiteX39" fmla="*/ 1158808 w 1581150"/>
                <a:gd name="connsiteY39" fmla="*/ 1013076 h 1581150"/>
                <a:gd name="connsiteX40" fmla="*/ 1158808 w 1581150"/>
                <a:gd name="connsiteY40" fmla="*/ 1013076 h 158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581150" h="1581150">
                  <a:moveTo>
                    <a:pt x="983548" y="31048"/>
                  </a:moveTo>
                  <a:cubicBezTo>
                    <a:pt x="975928" y="31048"/>
                    <a:pt x="968308" y="29143"/>
                    <a:pt x="960688" y="25333"/>
                  </a:cubicBezTo>
                  <a:cubicBezTo>
                    <a:pt x="536825" y="-67059"/>
                    <a:pt x="117725" y="201546"/>
                    <a:pt x="25333" y="626361"/>
                  </a:cubicBezTo>
                  <a:cubicBezTo>
                    <a:pt x="-67059" y="1051176"/>
                    <a:pt x="201546" y="1469323"/>
                    <a:pt x="626361" y="1561716"/>
                  </a:cubicBezTo>
                  <a:cubicBezTo>
                    <a:pt x="1051176" y="1654108"/>
                    <a:pt x="1469323" y="1385503"/>
                    <a:pt x="1561716" y="960688"/>
                  </a:cubicBezTo>
                  <a:cubicBezTo>
                    <a:pt x="1652203" y="545398"/>
                    <a:pt x="1395981" y="132966"/>
                    <a:pt x="983548" y="31048"/>
                  </a:cubicBezTo>
                  <a:close/>
                  <a:moveTo>
                    <a:pt x="1158808" y="1013076"/>
                  </a:moveTo>
                  <a:cubicBezTo>
                    <a:pt x="1158808" y="1167381"/>
                    <a:pt x="1034031" y="1292158"/>
                    <a:pt x="879725" y="1292158"/>
                  </a:cubicBezTo>
                  <a:lnTo>
                    <a:pt x="866391" y="1292158"/>
                  </a:lnTo>
                  <a:lnTo>
                    <a:pt x="866391" y="1368358"/>
                  </a:lnTo>
                  <a:cubicBezTo>
                    <a:pt x="866391" y="1405506"/>
                    <a:pt x="836863" y="1435033"/>
                    <a:pt x="799716" y="1435033"/>
                  </a:cubicBezTo>
                  <a:cubicBezTo>
                    <a:pt x="762568" y="1435033"/>
                    <a:pt x="733041" y="1405506"/>
                    <a:pt x="733041" y="1368358"/>
                  </a:cubicBezTo>
                  <a:lnTo>
                    <a:pt x="733041" y="1292158"/>
                  </a:lnTo>
                  <a:lnTo>
                    <a:pt x="675891" y="1292158"/>
                  </a:lnTo>
                  <a:lnTo>
                    <a:pt x="675891" y="1368358"/>
                  </a:lnTo>
                  <a:cubicBezTo>
                    <a:pt x="675891" y="1405506"/>
                    <a:pt x="646363" y="1435033"/>
                    <a:pt x="609216" y="1435033"/>
                  </a:cubicBezTo>
                  <a:cubicBezTo>
                    <a:pt x="572068" y="1435033"/>
                    <a:pt x="542541" y="1405506"/>
                    <a:pt x="542541" y="1368358"/>
                  </a:cubicBezTo>
                  <a:lnTo>
                    <a:pt x="542541" y="1292158"/>
                  </a:lnTo>
                  <a:lnTo>
                    <a:pt x="475866" y="1292158"/>
                  </a:lnTo>
                  <a:cubicBezTo>
                    <a:pt x="438718" y="1292158"/>
                    <a:pt x="409191" y="1262631"/>
                    <a:pt x="409191" y="1225483"/>
                  </a:cubicBezTo>
                  <a:cubicBezTo>
                    <a:pt x="409191" y="1188336"/>
                    <a:pt x="438718" y="1158808"/>
                    <a:pt x="475866" y="1158808"/>
                  </a:cubicBezTo>
                  <a:lnTo>
                    <a:pt x="513966" y="1158808"/>
                  </a:lnTo>
                  <a:lnTo>
                    <a:pt x="513966" y="444433"/>
                  </a:lnTo>
                  <a:lnTo>
                    <a:pt x="475866" y="444433"/>
                  </a:lnTo>
                  <a:cubicBezTo>
                    <a:pt x="438718" y="444433"/>
                    <a:pt x="409191" y="414906"/>
                    <a:pt x="409191" y="377758"/>
                  </a:cubicBezTo>
                  <a:cubicBezTo>
                    <a:pt x="409191" y="340611"/>
                    <a:pt x="438718" y="311083"/>
                    <a:pt x="475866" y="311083"/>
                  </a:cubicBezTo>
                  <a:lnTo>
                    <a:pt x="542541" y="311083"/>
                  </a:lnTo>
                  <a:lnTo>
                    <a:pt x="542541" y="225358"/>
                  </a:lnTo>
                  <a:cubicBezTo>
                    <a:pt x="542541" y="188211"/>
                    <a:pt x="572068" y="158683"/>
                    <a:pt x="609216" y="158683"/>
                  </a:cubicBezTo>
                  <a:cubicBezTo>
                    <a:pt x="646363" y="158683"/>
                    <a:pt x="675891" y="188211"/>
                    <a:pt x="675891" y="225358"/>
                  </a:cubicBezTo>
                  <a:lnTo>
                    <a:pt x="675891" y="311083"/>
                  </a:lnTo>
                  <a:lnTo>
                    <a:pt x="733041" y="311083"/>
                  </a:lnTo>
                  <a:lnTo>
                    <a:pt x="733041" y="225358"/>
                  </a:lnTo>
                  <a:cubicBezTo>
                    <a:pt x="733041" y="188211"/>
                    <a:pt x="762568" y="158683"/>
                    <a:pt x="799716" y="158683"/>
                  </a:cubicBezTo>
                  <a:cubicBezTo>
                    <a:pt x="836863" y="158683"/>
                    <a:pt x="866391" y="188211"/>
                    <a:pt x="866391" y="225358"/>
                  </a:cubicBezTo>
                  <a:lnTo>
                    <a:pt x="866391" y="311083"/>
                  </a:lnTo>
                  <a:lnTo>
                    <a:pt x="879725" y="311083"/>
                  </a:lnTo>
                  <a:cubicBezTo>
                    <a:pt x="1033078" y="310131"/>
                    <a:pt x="1157856" y="434908"/>
                    <a:pt x="1158808" y="588261"/>
                  </a:cubicBezTo>
                  <a:cubicBezTo>
                    <a:pt x="1158808" y="670176"/>
                    <a:pt x="1123566" y="748281"/>
                    <a:pt x="1060701" y="801621"/>
                  </a:cubicBezTo>
                  <a:cubicBezTo>
                    <a:pt x="1122613" y="854008"/>
                    <a:pt x="1158808" y="931161"/>
                    <a:pt x="1158808" y="1013076"/>
                  </a:cubicBezTo>
                  <a:lnTo>
                    <a:pt x="1158808" y="1013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33" name="Graphic 28">
            <a:extLst>
              <a:ext uri="{FF2B5EF4-FFF2-40B4-BE49-F238E27FC236}">
                <a16:creationId xmlns:a16="http://schemas.microsoft.com/office/drawing/2014/main" id="{5E03D3EC-2434-4B0F-8B07-32E18F2F2ECB}"/>
              </a:ext>
            </a:extLst>
          </p:cNvPr>
          <p:cNvGrpSpPr>
            <a:grpSpLocks noChangeAspect="1"/>
          </p:cNvGrpSpPr>
          <p:nvPr/>
        </p:nvGrpSpPr>
        <p:grpSpPr>
          <a:xfrm>
            <a:off x="3344310" y="5716234"/>
            <a:ext cx="408471" cy="502920"/>
            <a:chOff x="3838575" y="614363"/>
            <a:chExt cx="4819650" cy="59340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AA725EB5-04C4-4358-9AF6-603EAF9DA7EA}"/>
                </a:ext>
              </a:extLst>
            </p:cNvPr>
            <p:cNvSpPr/>
            <p:nvPr/>
          </p:nvSpPr>
          <p:spPr>
            <a:xfrm>
              <a:off x="7796689" y="4073367"/>
              <a:ext cx="819150" cy="2486025"/>
            </a:xfrm>
            <a:custGeom>
              <a:avLst/>
              <a:gdLst>
                <a:gd name="connsiteX0" fmla="*/ 102394 w 819150"/>
                <a:gd name="connsiteY0" fmla="*/ 7144 h 2486025"/>
                <a:gd name="connsiteX1" fmla="*/ 720567 w 819150"/>
                <a:gd name="connsiteY1" fmla="*/ 7144 h 2486025"/>
                <a:gd name="connsiteX2" fmla="*/ 815817 w 819150"/>
                <a:gd name="connsiteY2" fmla="*/ 102394 h 2486025"/>
                <a:gd name="connsiteX3" fmla="*/ 815817 w 819150"/>
                <a:gd name="connsiteY3" fmla="*/ 2384584 h 2486025"/>
                <a:gd name="connsiteX4" fmla="*/ 720567 w 819150"/>
                <a:gd name="connsiteY4" fmla="*/ 2479834 h 2486025"/>
                <a:gd name="connsiteX5" fmla="*/ 102394 w 819150"/>
                <a:gd name="connsiteY5" fmla="*/ 2479834 h 2486025"/>
                <a:gd name="connsiteX6" fmla="*/ 7144 w 819150"/>
                <a:gd name="connsiteY6" fmla="*/ 2384584 h 2486025"/>
                <a:gd name="connsiteX7" fmla="*/ 7144 w 819150"/>
                <a:gd name="connsiteY7" fmla="*/ 102394 h 2486025"/>
                <a:gd name="connsiteX8" fmla="*/ 102394 w 819150"/>
                <a:gd name="connsiteY8" fmla="*/ 7144 h 24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9150" h="2486025">
                  <a:moveTo>
                    <a:pt x="102394" y="7144"/>
                  </a:moveTo>
                  <a:lnTo>
                    <a:pt x="720567" y="7144"/>
                  </a:lnTo>
                  <a:cubicBezTo>
                    <a:pt x="772954" y="7144"/>
                    <a:pt x="815817" y="50006"/>
                    <a:pt x="815817" y="102394"/>
                  </a:cubicBezTo>
                  <a:lnTo>
                    <a:pt x="815817" y="2384584"/>
                  </a:lnTo>
                  <a:cubicBezTo>
                    <a:pt x="815817" y="2436971"/>
                    <a:pt x="772954" y="2479834"/>
                    <a:pt x="720567" y="2479834"/>
                  </a:cubicBezTo>
                  <a:lnTo>
                    <a:pt x="102394" y="2479834"/>
                  </a:lnTo>
                  <a:cubicBezTo>
                    <a:pt x="50006" y="2479834"/>
                    <a:pt x="7144" y="2436971"/>
                    <a:pt x="7144" y="2384584"/>
                  </a:cubicBezTo>
                  <a:lnTo>
                    <a:pt x="7144" y="102394"/>
                  </a:lnTo>
                  <a:cubicBezTo>
                    <a:pt x="7144" y="50006"/>
                    <a:pt x="50006" y="7144"/>
                    <a:pt x="1023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035CDF50-CD4F-46DA-94B2-13BD9AD4A9BF}"/>
                </a:ext>
              </a:extLst>
            </p:cNvPr>
            <p:cNvSpPr/>
            <p:nvPr/>
          </p:nvSpPr>
          <p:spPr>
            <a:xfrm>
              <a:off x="6536531" y="4857274"/>
              <a:ext cx="819150" cy="1685925"/>
            </a:xfrm>
            <a:custGeom>
              <a:avLst/>
              <a:gdLst>
                <a:gd name="connsiteX0" fmla="*/ 102394 w 819150"/>
                <a:gd name="connsiteY0" fmla="*/ 7144 h 1685925"/>
                <a:gd name="connsiteX1" fmla="*/ 720566 w 819150"/>
                <a:gd name="connsiteY1" fmla="*/ 7144 h 1685925"/>
                <a:gd name="connsiteX2" fmla="*/ 815816 w 819150"/>
                <a:gd name="connsiteY2" fmla="*/ 102394 h 1685925"/>
                <a:gd name="connsiteX3" fmla="*/ 815816 w 819150"/>
                <a:gd name="connsiteY3" fmla="*/ 1588294 h 1685925"/>
                <a:gd name="connsiteX4" fmla="*/ 720566 w 819150"/>
                <a:gd name="connsiteY4" fmla="*/ 1683544 h 1685925"/>
                <a:gd name="connsiteX5" fmla="*/ 102394 w 819150"/>
                <a:gd name="connsiteY5" fmla="*/ 1683544 h 1685925"/>
                <a:gd name="connsiteX6" fmla="*/ 7144 w 819150"/>
                <a:gd name="connsiteY6" fmla="*/ 1588294 h 1685925"/>
                <a:gd name="connsiteX7" fmla="*/ 7144 w 819150"/>
                <a:gd name="connsiteY7" fmla="*/ 102394 h 1685925"/>
                <a:gd name="connsiteX8" fmla="*/ 102394 w 819150"/>
                <a:gd name="connsiteY8" fmla="*/ 7144 h 168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9150" h="1685925">
                  <a:moveTo>
                    <a:pt x="102394" y="7144"/>
                  </a:moveTo>
                  <a:lnTo>
                    <a:pt x="720566" y="7144"/>
                  </a:lnTo>
                  <a:cubicBezTo>
                    <a:pt x="772954" y="7144"/>
                    <a:pt x="815816" y="50006"/>
                    <a:pt x="815816" y="102394"/>
                  </a:cubicBezTo>
                  <a:lnTo>
                    <a:pt x="815816" y="1588294"/>
                  </a:lnTo>
                  <a:cubicBezTo>
                    <a:pt x="815816" y="1640681"/>
                    <a:pt x="772954" y="1683544"/>
                    <a:pt x="720566" y="1683544"/>
                  </a:cubicBezTo>
                  <a:lnTo>
                    <a:pt x="102394" y="1683544"/>
                  </a:lnTo>
                  <a:cubicBezTo>
                    <a:pt x="50006" y="1683544"/>
                    <a:pt x="7144" y="1640681"/>
                    <a:pt x="7144" y="1588294"/>
                  </a:cubicBezTo>
                  <a:lnTo>
                    <a:pt x="7144" y="102394"/>
                  </a:lnTo>
                  <a:cubicBezTo>
                    <a:pt x="7144" y="50006"/>
                    <a:pt x="50006" y="7144"/>
                    <a:pt x="1023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E614033B-6687-4FBB-BD91-19CC4CA8FFD0}"/>
                </a:ext>
              </a:extLst>
            </p:cNvPr>
            <p:cNvSpPr/>
            <p:nvPr/>
          </p:nvSpPr>
          <p:spPr>
            <a:xfrm>
              <a:off x="5276374" y="5665947"/>
              <a:ext cx="819150" cy="876300"/>
            </a:xfrm>
            <a:custGeom>
              <a:avLst/>
              <a:gdLst>
                <a:gd name="connsiteX0" fmla="*/ 102394 w 819150"/>
                <a:gd name="connsiteY0" fmla="*/ 7144 h 876300"/>
                <a:gd name="connsiteX1" fmla="*/ 720566 w 819150"/>
                <a:gd name="connsiteY1" fmla="*/ 7144 h 876300"/>
                <a:gd name="connsiteX2" fmla="*/ 815816 w 819150"/>
                <a:gd name="connsiteY2" fmla="*/ 102394 h 876300"/>
                <a:gd name="connsiteX3" fmla="*/ 815816 w 819150"/>
                <a:gd name="connsiteY3" fmla="*/ 779622 h 876300"/>
                <a:gd name="connsiteX4" fmla="*/ 720566 w 819150"/>
                <a:gd name="connsiteY4" fmla="*/ 874872 h 876300"/>
                <a:gd name="connsiteX5" fmla="*/ 102394 w 819150"/>
                <a:gd name="connsiteY5" fmla="*/ 874872 h 876300"/>
                <a:gd name="connsiteX6" fmla="*/ 7144 w 819150"/>
                <a:gd name="connsiteY6" fmla="*/ 779622 h 876300"/>
                <a:gd name="connsiteX7" fmla="*/ 7144 w 819150"/>
                <a:gd name="connsiteY7" fmla="*/ 102394 h 876300"/>
                <a:gd name="connsiteX8" fmla="*/ 102394 w 819150"/>
                <a:gd name="connsiteY8" fmla="*/ 7144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9150" h="876300">
                  <a:moveTo>
                    <a:pt x="102394" y="7144"/>
                  </a:moveTo>
                  <a:lnTo>
                    <a:pt x="720566" y="7144"/>
                  </a:lnTo>
                  <a:cubicBezTo>
                    <a:pt x="772954" y="7144"/>
                    <a:pt x="815816" y="50006"/>
                    <a:pt x="815816" y="102394"/>
                  </a:cubicBezTo>
                  <a:lnTo>
                    <a:pt x="815816" y="779622"/>
                  </a:lnTo>
                  <a:cubicBezTo>
                    <a:pt x="815816" y="832009"/>
                    <a:pt x="772954" y="874872"/>
                    <a:pt x="720566" y="874872"/>
                  </a:cubicBezTo>
                  <a:lnTo>
                    <a:pt x="102394" y="874872"/>
                  </a:lnTo>
                  <a:cubicBezTo>
                    <a:pt x="50006" y="874872"/>
                    <a:pt x="7144" y="832009"/>
                    <a:pt x="7144" y="779622"/>
                  </a:cubicBezTo>
                  <a:lnTo>
                    <a:pt x="7144" y="102394"/>
                  </a:lnTo>
                  <a:cubicBezTo>
                    <a:pt x="7144" y="50006"/>
                    <a:pt x="50006" y="7144"/>
                    <a:pt x="1023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A3A8B87E-9EB6-452D-AE58-B3EEBEBB1BCD}"/>
                </a:ext>
              </a:extLst>
            </p:cNvPr>
            <p:cNvSpPr/>
            <p:nvPr/>
          </p:nvSpPr>
          <p:spPr>
            <a:xfrm>
              <a:off x="4017169" y="5440204"/>
              <a:ext cx="819150" cy="1104900"/>
            </a:xfrm>
            <a:custGeom>
              <a:avLst/>
              <a:gdLst>
                <a:gd name="connsiteX0" fmla="*/ 102394 w 819150"/>
                <a:gd name="connsiteY0" fmla="*/ 7144 h 1104900"/>
                <a:gd name="connsiteX1" fmla="*/ 720566 w 819150"/>
                <a:gd name="connsiteY1" fmla="*/ 7144 h 1104900"/>
                <a:gd name="connsiteX2" fmla="*/ 815816 w 819150"/>
                <a:gd name="connsiteY2" fmla="*/ 102394 h 1104900"/>
                <a:gd name="connsiteX3" fmla="*/ 815816 w 819150"/>
                <a:gd name="connsiteY3" fmla="*/ 1005364 h 1104900"/>
                <a:gd name="connsiteX4" fmla="*/ 720566 w 819150"/>
                <a:gd name="connsiteY4" fmla="*/ 1100614 h 1104900"/>
                <a:gd name="connsiteX5" fmla="*/ 102394 w 819150"/>
                <a:gd name="connsiteY5" fmla="*/ 1100614 h 1104900"/>
                <a:gd name="connsiteX6" fmla="*/ 7144 w 819150"/>
                <a:gd name="connsiteY6" fmla="*/ 1005364 h 1104900"/>
                <a:gd name="connsiteX7" fmla="*/ 7144 w 819150"/>
                <a:gd name="connsiteY7" fmla="*/ 102394 h 1104900"/>
                <a:gd name="connsiteX8" fmla="*/ 102394 w 819150"/>
                <a:gd name="connsiteY8" fmla="*/ 7144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9150" h="1104900">
                  <a:moveTo>
                    <a:pt x="102394" y="7144"/>
                  </a:moveTo>
                  <a:lnTo>
                    <a:pt x="720566" y="7144"/>
                  </a:lnTo>
                  <a:cubicBezTo>
                    <a:pt x="772954" y="7144"/>
                    <a:pt x="815816" y="50006"/>
                    <a:pt x="815816" y="102394"/>
                  </a:cubicBezTo>
                  <a:lnTo>
                    <a:pt x="815816" y="1005364"/>
                  </a:lnTo>
                  <a:cubicBezTo>
                    <a:pt x="815816" y="1057751"/>
                    <a:pt x="772954" y="1100614"/>
                    <a:pt x="720566" y="1100614"/>
                  </a:cubicBezTo>
                  <a:lnTo>
                    <a:pt x="102394" y="1100614"/>
                  </a:lnTo>
                  <a:cubicBezTo>
                    <a:pt x="50006" y="1100614"/>
                    <a:pt x="7144" y="1057751"/>
                    <a:pt x="7144" y="1005364"/>
                  </a:cubicBezTo>
                  <a:lnTo>
                    <a:pt x="7144" y="102394"/>
                  </a:lnTo>
                  <a:cubicBezTo>
                    <a:pt x="7144" y="50006"/>
                    <a:pt x="49054" y="7144"/>
                    <a:pt x="10239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DE77A98-2E82-4AD2-84FD-231F12F56B1D}"/>
                </a:ext>
              </a:extLst>
            </p:cNvPr>
            <p:cNvSpPr/>
            <p:nvPr/>
          </p:nvSpPr>
          <p:spPr>
            <a:xfrm>
              <a:off x="3979667" y="2792254"/>
              <a:ext cx="4676775" cy="2486025"/>
            </a:xfrm>
            <a:custGeom>
              <a:avLst/>
              <a:gdLst>
                <a:gd name="connsiteX0" fmla="*/ 4232788 w 4676775"/>
                <a:gd name="connsiteY0" fmla="*/ 7144 h 2486025"/>
                <a:gd name="connsiteX1" fmla="*/ 3877505 w 4676775"/>
                <a:gd name="connsiteY1" fmla="*/ 185261 h 2486025"/>
                <a:gd name="connsiteX2" fmla="*/ 3807973 w 4676775"/>
                <a:gd name="connsiteY2" fmla="*/ 575786 h 2486025"/>
                <a:gd name="connsiteX3" fmla="*/ 3294575 w 4676775"/>
                <a:gd name="connsiteY3" fmla="*/ 939641 h 2486025"/>
                <a:gd name="connsiteX4" fmla="*/ 2735458 w 4676775"/>
                <a:gd name="connsiteY4" fmla="*/ 866299 h 2486025"/>
                <a:gd name="connsiteX5" fmla="*/ 2558293 w 4676775"/>
                <a:gd name="connsiteY5" fmla="*/ 1400651 h 2486025"/>
                <a:gd name="connsiteX6" fmla="*/ 2082043 w 4676775"/>
                <a:gd name="connsiteY6" fmla="*/ 1802606 h 2486025"/>
                <a:gd name="connsiteX7" fmla="*/ 1650560 w 4676775"/>
                <a:gd name="connsiteY7" fmla="*/ 1604486 h 2486025"/>
                <a:gd name="connsiteX8" fmla="*/ 1287658 w 4676775"/>
                <a:gd name="connsiteY8" fmla="*/ 1910239 h 2486025"/>
                <a:gd name="connsiteX9" fmla="*/ 887608 w 4676775"/>
                <a:gd name="connsiteY9" fmla="*/ 1748314 h 2486025"/>
                <a:gd name="connsiteX10" fmla="*/ 434218 w 4676775"/>
                <a:gd name="connsiteY10" fmla="*/ 1372076 h 2486025"/>
                <a:gd name="connsiteX11" fmla="*/ 8450 w 4676775"/>
                <a:gd name="connsiteY11" fmla="*/ 1780699 h 2486025"/>
                <a:gd name="connsiteX12" fmla="*/ 365638 w 4676775"/>
                <a:gd name="connsiteY12" fmla="*/ 2249329 h 2486025"/>
                <a:gd name="connsiteX13" fmla="*/ 872368 w 4676775"/>
                <a:gd name="connsiteY13" fmla="*/ 1947386 h 2486025"/>
                <a:gd name="connsiteX14" fmla="*/ 1272418 w 4676775"/>
                <a:gd name="connsiteY14" fmla="*/ 2110264 h 2486025"/>
                <a:gd name="connsiteX15" fmla="*/ 1767718 w 4676775"/>
                <a:gd name="connsiteY15" fmla="*/ 2483644 h 2486025"/>
                <a:gd name="connsiteX16" fmla="*/ 2149670 w 4676775"/>
                <a:gd name="connsiteY16" fmla="*/ 1994059 h 2486025"/>
                <a:gd name="connsiteX17" fmla="*/ 2664020 w 4676775"/>
                <a:gd name="connsiteY17" fmla="*/ 1560671 h 2486025"/>
                <a:gd name="connsiteX18" fmla="*/ 3205993 w 4676775"/>
                <a:gd name="connsiteY18" fmla="*/ 1616869 h 2486025"/>
                <a:gd name="connsiteX19" fmla="*/ 3390778 w 4676775"/>
                <a:gd name="connsiteY19" fmla="*/ 1104424 h 2486025"/>
                <a:gd name="connsiteX20" fmla="*/ 3899413 w 4676775"/>
                <a:gd name="connsiteY20" fmla="*/ 744379 h 2486025"/>
                <a:gd name="connsiteX21" fmla="*/ 4436623 w 4676775"/>
                <a:gd name="connsiteY21" fmla="*/ 843439 h 2486025"/>
                <a:gd name="connsiteX22" fmla="*/ 4660461 w 4676775"/>
                <a:gd name="connsiteY22" fmla="*/ 345281 h 2486025"/>
                <a:gd name="connsiteX23" fmla="*/ 4232788 w 4676775"/>
                <a:gd name="connsiteY23" fmla="*/ 7144 h 24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676775" h="2486025">
                  <a:moveTo>
                    <a:pt x="4232788" y="7144"/>
                  </a:moveTo>
                  <a:cubicBezTo>
                    <a:pt x="4092770" y="7144"/>
                    <a:pt x="3961325" y="72866"/>
                    <a:pt x="3877505" y="185261"/>
                  </a:cubicBezTo>
                  <a:cubicBezTo>
                    <a:pt x="3793685" y="297656"/>
                    <a:pt x="3767968" y="442436"/>
                    <a:pt x="3807973" y="575786"/>
                  </a:cubicBezTo>
                  <a:lnTo>
                    <a:pt x="3294575" y="939641"/>
                  </a:lnTo>
                  <a:cubicBezTo>
                    <a:pt x="3149795" y="784384"/>
                    <a:pt x="2915480" y="753904"/>
                    <a:pt x="2735458" y="866299"/>
                  </a:cubicBezTo>
                  <a:cubicBezTo>
                    <a:pt x="2555435" y="978694"/>
                    <a:pt x="2481140" y="1203484"/>
                    <a:pt x="2558293" y="1400651"/>
                  </a:cubicBezTo>
                  <a:lnTo>
                    <a:pt x="2082043" y="1802606"/>
                  </a:lnTo>
                  <a:cubicBezTo>
                    <a:pt x="1988698" y="1658779"/>
                    <a:pt x="1821058" y="1581626"/>
                    <a:pt x="1650560" y="1604486"/>
                  </a:cubicBezTo>
                  <a:cubicBezTo>
                    <a:pt x="1481015" y="1627346"/>
                    <a:pt x="1339093" y="1746409"/>
                    <a:pt x="1287658" y="1910239"/>
                  </a:cubicBezTo>
                  <a:lnTo>
                    <a:pt x="887608" y="1748314"/>
                  </a:lnTo>
                  <a:cubicBezTo>
                    <a:pt x="854270" y="1525429"/>
                    <a:pt x="659008" y="1363504"/>
                    <a:pt x="434218" y="1372076"/>
                  </a:cubicBezTo>
                  <a:cubicBezTo>
                    <a:pt x="209428" y="1380649"/>
                    <a:pt x="26548" y="1555909"/>
                    <a:pt x="8450" y="1780699"/>
                  </a:cubicBezTo>
                  <a:cubicBezTo>
                    <a:pt x="-8695" y="2005489"/>
                    <a:pt x="144658" y="2206466"/>
                    <a:pt x="365638" y="2249329"/>
                  </a:cubicBezTo>
                  <a:cubicBezTo>
                    <a:pt x="586618" y="2292191"/>
                    <a:pt x="804740" y="2162652"/>
                    <a:pt x="872368" y="1947386"/>
                  </a:cubicBezTo>
                  <a:lnTo>
                    <a:pt x="1272418" y="2110264"/>
                  </a:lnTo>
                  <a:cubicBezTo>
                    <a:pt x="1307660" y="2349341"/>
                    <a:pt x="1528640" y="2515077"/>
                    <a:pt x="1767718" y="2483644"/>
                  </a:cubicBezTo>
                  <a:cubicBezTo>
                    <a:pt x="2006795" y="2452211"/>
                    <a:pt x="2177293" y="2234089"/>
                    <a:pt x="2149670" y="1994059"/>
                  </a:cubicBezTo>
                  <a:lnTo>
                    <a:pt x="2664020" y="1560671"/>
                  </a:lnTo>
                  <a:cubicBezTo>
                    <a:pt x="2810705" y="1701641"/>
                    <a:pt x="3034543" y="1724501"/>
                    <a:pt x="3205993" y="1616869"/>
                  </a:cubicBezTo>
                  <a:cubicBezTo>
                    <a:pt x="3378395" y="1508284"/>
                    <a:pt x="3454595" y="1296829"/>
                    <a:pt x="3390778" y="1104424"/>
                  </a:cubicBezTo>
                  <a:lnTo>
                    <a:pt x="3899413" y="744379"/>
                  </a:lnTo>
                  <a:cubicBezTo>
                    <a:pt x="4034668" y="896779"/>
                    <a:pt x="4255648" y="937736"/>
                    <a:pt x="4436623" y="843439"/>
                  </a:cubicBezTo>
                  <a:cubicBezTo>
                    <a:pt x="4616645" y="749141"/>
                    <a:pt x="4709990" y="543401"/>
                    <a:pt x="4660461" y="345281"/>
                  </a:cubicBezTo>
                  <a:cubicBezTo>
                    <a:pt x="4613788" y="146209"/>
                    <a:pt x="4436623" y="7144"/>
                    <a:pt x="42327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48300AAD-048F-45AB-9709-243FD38C803D}"/>
                </a:ext>
              </a:extLst>
            </p:cNvPr>
            <p:cNvSpPr/>
            <p:nvPr/>
          </p:nvSpPr>
          <p:spPr>
            <a:xfrm>
              <a:off x="5364004" y="1280637"/>
              <a:ext cx="619125" cy="142875"/>
            </a:xfrm>
            <a:custGeom>
              <a:avLst/>
              <a:gdLst>
                <a:gd name="connsiteX0" fmla="*/ 73819 w 619125"/>
                <a:gd name="connsiteY0" fmla="*/ 137636 h 142875"/>
                <a:gd name="connsiteX1" fmla="*/ 613886 w 619125"/>
                <a:gd name="connsiteY1" fmla="*/ 137636 h 142875"/>
                <a:gd name="connsiteX2" fmla="*/ 406241 w 619125"/>
                <a:gd name="connsiteY2" fmla="*/ 7144 h 142875"/>
                <a:gd name="connsiteX3" fmla="*/ 72866 w 619125"/>
                <a:gd name="connsiteY3" fmla="*/ 7144 h 142875"/>
                <a:gd name="connsiteX4" fmla="*/ 7144 w 619125"/>
                <a:gd name="connsiteY4" fmla="*/ 72866 h 142875"/>
                <a:gd name="connsiteX5" fmla="*/ 73819 w 619125"/>
                <a:gd name="connsiteY5" fmla="*/ 137636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125" h="142875">
                  <a:moveTo>
                    <a:pt x="73819" y="137636"/>
                  </a:moveTo>
                  <a:lnTo>
                    <a:pt x="613886" y="137636"/>
                  </a:lnTo>
                  <a:cubicBezTo>
                    <a:pt x="577691" y="54769"/>
                    <a:pt x="498634" y="7144"/>
                    <a:pt x="406241" y="7144"/>
                  </a:cubicBezTo>
                  <a:lnTo>
                    <a:pt x="72866" y="7144"/>
                  </a:lnTo>
                  <a:cubicBezTo>
                    <a:pt x="36671" y="7144"/>
                    <a:pt x="7144" y="36671"/>
                    <a:pt x="7144" y="72866"/>
                  </a:cubicBezTo>
                  <a:cubicBezTo>
                    <a:pt x="8096" y="108109"/>
                    <a:pt x="37624" y="137636"/>
                    <a:pt x="73819" y="1376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3C2A0AD-CDA4-422F-978D-5F7432A6ACE6}"/>
                </a:ext>
              </a:extLst>
            </p:cNvPr>
            <p:cNvSpPr/>
            <p:nvPr/>
          </p:nvSpPr>
          <p:spPr>
            <a:xfrm>
              <a:off x="5122069" y="1601629"/>
              <a:ext cx="762000" cy="781050"/>
            </a:xfrm>
            <a:custGeom>
              <a:avLst/>
              <a:gdLst>
                <a:gd name="connsiteX0" fmla="*/ 381476 w 762000"/>
                <a:gd name="connsiteY0" fmla="*/ 776764 h 781050"/>
                <a:gd name="connsiteX1" fmla="*/ 755809 w 762000"/>
                <a:gd name="connsiteY1" fmla="*/ 389096 h 781050"/>
                <a:gd name="connsiteX2" fmla="*/ 755809 w 762000"/>
                <a:gd name="connsiteY2" fmla="*/ 7144 h 781050"/>
                <a:gd name="connsiteX3" fmla="*/ 350996 w 762000"/>
                <a:gd name="connsiteY3" fmla="*/ 7144 h 781050"/>
                <a:gd name="connsiteX4" fmla="*/ 7144 w 762000"/>
                <a:gd name="connsiteY4" fmla="*/ 197644 h 781050"/>
                <a:gd name="connsiteX5" fmla="*/ 7144 w 762000"/>
                <a:gd name="connsiteY5" fmla="*/ 389096 h 781050"/>
                <a:gd name="connsiteX6" fmla="*/ 381476 w 762000"/>
                <a:gd name="connsiteY6" fmla="*/ 776764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0" h="781050">
                  <a:moveTo>
                    <a:pt x="381476" y="776764"/>
                  </a:moveTo>
                  <a:cubicBezTo>
                    <a:pt x="586264" y="776764"/>
                    <a:pt x="755809" y="599599"/>
                    <a:pt x="755809" y="389096"/>
                  </a:cubicBezTo>
                  <a:lnTo>
                    <a:pt x="755809" y="7144"/>
                  </a:lnTo>
                  <a:lnTo>
                    <a:pt x="350996" y="7144"/>
                  </a:lnTo>
                  <a:cubicBezTo>
                    <a:pt x="232886" y="137636"/>
                    <a:pt x="101441" y="186214"/>
                    <a:pt x="7144" y="197644"/>
                  </a:cubicBezTo>
                  <a:lnTo>
                    <a:pt x="7144" y="389096"/>
                  </a:lnTo>
                  <a:cubicBezTo>
                    <a:pt x="7144" y="598646"/>
                    <a:pt x="176689" y="776764"/>
                    <a:pt x="381476" y="7767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0A482378-9B01-49AE-8951-6A5979EC4F79}"/>
                </a:ext>
              </a:extLst>
            </p:cNvPr>
            <p:cNvSpPr/>
            <p:nvPr/>
          </p:nvSpPr>
          <p:spPr>
            <a:xfrm>
              <a:off x="5123974" y="1438752"/>
              <a:ext cx="142875" cy="171450"/>
            </a:xfrm>
            <a:custGeom>
              <a:avLst/>
              <a:gdLst>
                <a:gd name="connsiteX0" fmla="*/ 74771 w 142875"/>
                <a:gd name="connsiteY0" fmla="*/ 7144 h 171450"/>
                <a:gd name="connsiteX1" fmla="*/ 7144 w 142875"/>
                <a:gd name="connsiteY1" fmla="*/ 167164 h 171450"/>
                <a:gd name="connsiteX2" fmla="*/ 142399 w 142875"/>
                <a:gd name="connsiteY2" fmla="*/ 105251 h 171450"/>
                <a:gd name="connsiteX3" fmla="*/ 74771 w 142875"/>
                <a:gd name="connsiteY3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171450">
                  <a:moveTo>
                    <a:pt x="74771" y="7144"/>
                  </a:moveTo>
                  <a:cubicBezTo>
                    <a:pt x="40481" y="54769"/>
                    <a:pt x="17621" y="109061"/>
                    <a:pt x="7144" y="167164"/>
                  </a:cubicBezTo>
                  <a:cubicBezTo>
                    <a:pt x="55721" y="156686"/>
                    <a:pt x="102394" y="134779"/>
                    <a:pt x="142399" y="105251"/>
                  </a:cubicBezTo>
                  <a:cubicBezTo>
                    <a:pt x="112871" y="77629"/>
                    <a:pt x="90011" y="44291"/>
                    <a:pt x="74771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6061066-A50E-45F0-803C-FA2F719F3DB8}"/>
                </a:ext>
              </a:extLst>
            </p:cNvPr>
            <p:cNvSpPr/>
            <p:nvPr/>
          </p:nvSpPr>
          <p:spPr>
            <a:xfrm>
              <a:off x="4789646" y="2754154"/>
              <a:ext cx="628650" cy="314325"/>
            </a:xfrm>
            <a:custGeom>
              <a:avLst/>
              <a:gdLst>
                <a:gd name="connsiteX0" fmla="*/ 625316 w 628650"/>
                <a:gd name="connsiteY0" fmla="*/ 128111 h 314325"/>
                <a:gd name="connsiteX1" fmla="*/ 442436 w 628650"/>
                <a:gd name="connsiteY1" fmla="*/ 7144 h 314325"/>
                <a:gd name="connsiteX2" fmla="*/ 238601 w 628650"/>
                <a:gd name="connsiteY2" fmla="*/ 7144 h 314325"/>
                <a:gd name="connsiteX3" fmla="*/ 7144 w 628650"/>
                <a:gd name="connsiteY3" fmla="*/ 238601 h 314325"/>
                <a:gd name="connsiteX4" fmla="*/ 7144 w 628650"/>
                <a:gd name="connsiteY4" fmla="*/ 315754 h 314325"/>
                <a:gd name="connsiteX5" fmla="*/ 625316 w 628650"/>
                <a:gd name="connsiteY5" fmla="*/ 315754 h 314325"/>
                <a:gd name="connsiteX6" fmla="*/ 625316 w 628650"/>
                <a:gd name="connsiteY6" fmla="*/ 128111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8650" h="314325">
                  <a:moveTo>
                    <a:pt x="625316" y="128111"/>
                  </a:moveTo>
                  <a:lnTo>
                    <a:pt x="442436" y="7144"/>
                  </a:lnTo>
                  <a:lnTo>
                    <a:pt x="238601" y="7144"/>
                  </a:lnTo>
                  <a:cubicBezTo>
                    <a:pt x="110966" y="9049"/>
                    <a:pt x="8096" y="110966"/>
                    <a:pt x="7144" y="238601"/>
                  </a:cubicBezTo>
                  <a:lnTo>
                    <a:pt x="7144" y="315754"/>
                  </a:lnTo>
                  <a:lnTo>
                    <a:pt x="625316" y="315754"/>
                  </a:lnTo>
                  <a:lnTo>
                    <a:pt x="625316" y="12811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0B53FE0B-9415-424A-8F7F-1F6844455BFE}"/>
                </a:ext>
              </a:extLst>
            </p:cNvPr>
            <p:cNvSpPr/>
            <p:nvPr/>
          </p:nvSpPr>
          <p:spPr>
            <a:xfrm>
              <a:off x="5348764" y="2535079"/>
              <a:ext cx="333375" cy="180975"/>
            </a:xfrm>
            <a:custGeom>
              <a:avLst/>
              <a:gdLst>
                <a:gd name="connsiteX0" fmla="*/ 327184 w 333375"/>
                <a:gd name="connsiteY0" fmla="*/ 7144 h 180975"/>
                <a:gd name="connsiteX1" fmla="*/ 157639 w 333375"/>
                <a:gd name="connsiteY1" fmla="*/ 32861 h 180975"/>
                <a:gd name="connsiteX2" fmla="*/ 7144 w 333375"/>
                <a:gd name="connsiteY2" fmla="*/ 12859 h 180975"/>
                <a:gd name="connsiteX3" fmla="*/ 7144 w 333375"/>
                <a:gd name="connsiteY3" fmla="*/ 82391 h 180975"/>
                <a:gd name="connsiteX4" fmla="*/ 162401 w 333375"/>
                <a:gd name="connsiteY4" fmla="*/ 182404 h 180975"/>
                <a:gd name="connsiteX5" fmla="*/ 328136 w 333375"/>
                <a:gd name="connsiteY5" fmla="*/ 80486 h 180975"/>
                <a:gd name="connsiteX6" fmla="*/ 328136 w 333375"/>
                <a:gd name="connsiteY6" fmla="*/ 7144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3375" h="180975">
                  <a:moveTo>
                    <a:pt x="327184" y="7144"/>
                  </a:moveTo>
                  <a:cubicBezTo>
                    <a:pt x="271939" y="23336"/>
                    <a:pt x="214789" y="32861"/>
                    <a:pt x="157639" y="32861"/>
                  </a:cubicBezTo>
                  <a:cubicBezTo>
                    <a:pt x="106204" y="32861"/>
                    <a:pt x="55721" y="26194"/>
                    <a:pt x="7144" y="12859"/>
                  </a:cubicBezTo>
                  <a:lnTo>
                    <a:pt x="7144" y="82391"/>
                  </a:lnTo>
                  <a:lnTo>
                    <a:pt x="162401" y="182404"/>
                  </a:lnTo>
                  <a:lnTo>
                    <a:pt x="328136" y="80486"/>
                  </a:lnTo>
                  <a:lnTo>
                    <a:pt x="328136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9E318D4E-4466-47CB-AAA2-EF89E709138E}"/>
                </a:ext>
              </a:extLst>
            </p:cNvPr>
            <p:cNvSpPr/>
            <p:nvPr/>
          </p:nvSpPr>
          <p:spPr>
            <a:xfrm>
              <a:off x="3831431" y="606267"/>
              <a:ext cx="3362325" cy="3362325"/>
            </a:xfrm>
            <a:custGeom>
              <a:avLst/>
              <a:gdLst>
                <a:gd name="connsiteX0" fmla="*/ 1683544 w 3362325"/>
                <a:gd name="connsiteY0" fmla="*/ 3359944 h 3362325"/>
                <a:gd name="connsiteX1" fmla="*/ 3359944 w 3362325"/>
                <a:gd name="connsiteY1" fmla="*/ 1683544 h 3362325"/>
                <a:gd name="connsiteX2" fmla="*/ 1683544 w 3362325"/>
                <a:gd name="connsiteY2" fmla="*/ 7144 h 3362325"/>
                <a:gd name="connsiteX3" fmla="*/ 7144 w 3362325"/>
                <a:gd name="connsiteY3" fmla="*/ 1684496 h 3362325"/>
                <a:gd name="connsiteX4" fmla="*/ 1683544 w 3362325"/>
                <a:gd name="connsiteY4" fmla="*/ 3359944 h 3362325"/>
                <a:gd name="connsiteX5" fmla="*/ 774859 w 3362325"/>
                <a:gd name="connsiteY5" fmla="*/ 2386489 h 3362325"/>
                <a:gd name="connsiteX6" fmla="*/ 1196816 w 3362325"/>
                <a:gd name="connsiteY6" fmla="*/ 1964531 h 3362325"/>
                <a:gd name="connsiteX7" fmla="*/ 1333024 w 3362325"/>
                <a:gd name="connsiteY7" fmla="*/ 1964531 h 3362325"/>
                <a:gd name="connsiteX8" fmla="*/ 1333024 w 3362325"/>
                <a:gd name="connsiteY8" fmla="*/ 1847374 h 3362325"/>
                <a:gd name="connsiteX9" fmla="*/ 1107281 w 3362325"/>
                <a:gd name="connsiteY9" fmla="*/ 1384459 h 3362325"/>
                <a:gd name="connsiteX10" fmla="*/ 1107281 w 3362325"/>
                <a:gd name="connsiteY10" fmla="*/ 1061561 h 3362325"/>
                <a:gd name="connsiteX11" fmla="*/ 1463516 w 3362325"/>
                <a:gd name="connsiteY11" fmla="*/ 534829 h 3362325"/>
                <a:gd name="connsiteX12" fmla="*/ 1605439 w 3362325"/>
                <a:gd name="connsiteY12" fmla="*/ 491966 h 3362325"/>
                <a:gd name="connsiteX13" fmla="*/ 1938814 w 3362325"/>
                <a:gd name="connsiteY13" fmla="*/ 491966 h 3362325"/>
                <a:gd name="connsiteX14" fmla="*/ 2356961 w 3362325"/>
                <a:gd name="connsiteY14" fmla="*/ 909161 h 3362325"/>
                <a:gd name="connsiteX15" fmla="*/ 2329339 w 3362325"/>
                <a:gd name="connsiteY15" fmla="*/ 975836 h 3362325"/>
                <a:gd name="connsiteX16" fmla="*/ 2262664 w 3362325"/>
                <a:gd name="connsiteY16" fmla="*/ 1003459 h 3362325"/>
                <a:gd name="connsiteX17" fmla="*/ 2236946 w 3362325"/>
                <a:gd name="connsiteY17" fmla="*/ 1003459 h 3362325"/>
                <a:gd name="connsiteX18" fmla="*/ 2236946 w 3362325"/>
                <a:gd name="connsiteY18" fmla="*/ 1385411 h 3362325"/>
                <a:gd name="connsiteX19" fmla="*/ 2035016 w 3362325"/>
                <a:gd name="connsiteY19" fmla="*/ 1834039 h 3362325"/>
                <a:gd name="connsiteX20" fmla="*/ 2035016 w 3362325"/>
                <a:gd name="connsiteY20" fmla="*/ 1966436 h 3362325"/>
                <a:gd name="connsiteX21" fmla="*/ 2169319 w 3362325"/>
                <a:gd name="connsiteY21" fmla="*/ 1966436 h 3362325"/>
                <a:gd name="connsiteX22" fmla="*/ 2593181 w 3362325"/>
                <a:gd name="connsiteY22" fmla="*/ 2388394 h 3362325"/>
                <a:gd name="connsiteX23" fmla="*/ 2593181 w 3362325"/>
                <a:gd name="connsiteY23" fmla="*/ 2564606 h 3362325"/>
                <a:gd name="connsiteX24" fmla="*/ 2492216 w 3362325"/>
                <a:gd name="connsiteY24" fmla="*/ 2655094 h 3362325"/>
                <a:gd name="connsiteX25" fmla="*/ 873919 w 3362325"/>
                <a:gd name="connsiteY25" fmla="*/ 2655094 h 3362325"/>
                <a:gd name="connsiteX26" fmla="*/ 774859 w 3362325"/>
                <a:gd name="connsiteY26" fmla="*/ 2564606 h 3362325"/>
                <a:gd name="connsiteX27" fmla="*/ 774859 w 3362325"/>
                <a:gd name="connsiteY27" fmla="*/ 2386489 h 3362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62325" h="3362325">
                  <a:moveTo>
                    <a:pt x="1683544" y="3359944"/>
                  </a:moveTo>
                  <a:cubicBezTo>
                    <a:pt x="2607469" y="3359944"/>
                    <a:pt x="3359944" y="2608421"/>
                    <a:pt x="3359944" y="1683544"/>
                  </a:cubicBezTo>
                  <a:cubicBezTo>
                    <a:pt x="3359944" y="759619"/>
                    <a:pt x="2608421" y="7144"/>
                    <a:pt x="1683544" y="7144"/>
                  </a:cubicBezTo>
                  <a:cubicBezTo>
                    <a:pt x="758666" y="7144"/>
                    <a:pt x="7144" y="759619"/>
                    <a:pt x="7144" y="1684496"/>
                  </a:cubicBezTo>
                  <a:cubicBezTo>
                    <a:pt x="7144" y="2608421"/>
                    <a:pt x="758666" y="3359944"/>
                    <a:pt x="1683544" y="3359944"/>
                  </a:cubicBezTo>
                  <a:close/>
                  <a:moveTo>
                    <a:pt x="774859" y="2386489"/>
                  </a:moveTo>
                  <a:cubicBezTo>
                    <a:pt x="776764" y="2154079"/>
                    <a:pt x="964406" y="1966436"/>
                    <a:pt x="1196816" y="1964531"/>
                  </a:cubicBezTo>
                  <a:lnTo>
                    <a:pt x="1333024" y="1964531"/>
                  </a:lnTo>
                  <a:lnTo>
                    <a:pt x="1333024" y="1847374"/>
                  </a:lnTo>
                  <a:cubicBezTo>
                    <a:pt x="1190149" y="1741646"/>
                    <a:pt x="1107281" y="1573054"/>
                    <a:pt x="1107281" y="1384459"/>
                  </a:cubicBezTo>
                  <a:lnTo>
                    <a:pt x="1107281" y="1061561"/>
                  </a:lnTo>
                  <a:cubicBezTo>
                    <a:pt x="1107281" y="829151"/>
                    <a:pt x="1248251" y="620554"/>
                    <a:pt x="1463516" y="534829"/>
                  </a:cubicBezTo>
                  <a:cubicBezTo>
                    <a:pt x="1505426" y="506254"/>
                    <a:pt x="1554956" y="491014"/>
                    <a:pt x="1605439" y="491966"/>
                  </a:cubicBezTo>
                  <a:lnTo>
                    <a:pt x="1938814" y="491966"/>
                  </a:lnTo>
                  <a:cubicBezTo>
                    <a:pt x="2169319" y="491966"/>
                    <a:pt x="2356961" y="678656"/>
                    <a:pt x="2356961" y="909161"/>
                  </a:cubicBezTo>
                  <a:cubicBezTo>
                    <a:pt x="2356961" y="933926"/>
                    <a:pt x="2346484" y="958691"/>
                    <a:pt x="2329339" y="975836"/>
                  </a:cubicBezTo>
                  <a:cubicBezTo>
                    <a:pt x="2311241" y="993934"/>
                    <a:pt x="2287429" y="1003459"/>
                    <a:pt x="2262664" y="1003459"/>
                  </a:cubicBezTo>
                  <a:lnTo>
                    <a:pt x="2236946" y="1003459"/>
                  </a:lnTo>
                  <a:lnTo>
                    <a:pt x="2236946" y="1385411"/>
                  </a:lnTo>
                  <a:cubicBezTo>
                    <a:pt x="2235994" y="1556861"/>
                    <a:pt x="2162651" y="1719739"/>
                    <a:pt x="2035016" y="1834039"/>
                  </a:cubicBezTo>
                  <a:lnTo>
                    <a:pt x="2035016" y="1966436"/>
                  </a:lnTo>
                  <a:lnTo>
                    <a:pt x="2169319" y="1966436"/>
                  </a:lnTo>
                  <a:cubicBezTo>
                    <a:pt x="2399824" y="1966436"/>
                    <a:pt x="2593181" y="2157889"/>
                    <a:pt x="2593181" y="2388394"/>
                  </a:cubicBezTo>
                  <a:lnTo>
                    <a:pt x="2593181" y="2564606"/>
                  </a:lnTo>
                  <a:cubicBezTo>
                    <a:pt x="2593181" y="2616994"/>
                    <a:pt x="2544604" y="2655094"/>
                    <a:pt x="2492216" y="2655094"/>
                  </a:cubicBezTo>
                  <a:lnTo>
                    <a:pt x="873919" y="2655094"/>
                  </a:lnTo>
                  <a:cubicBezTo>
                    <a:pt x="821531" y="2655094"/>
                    <a:pt x="774859" y="2616994"/>
                    <a:pt x="774859" y="2564606"/>
                  </a:cubicBezTo>
                  <a:lnTo>
                    <a:pt x="774859" y="23864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9E104C60-642B-4B7F-B772-4238AD9314EA}"/>
                </a:ext>
              </a:extLst>
            </p:cNvPr>
            <p:cNvSpPr/>
            <p:nvPr/>
          </p:nvSpPr>
          <p:spPr>
            <a:xfrm>
              <a:off x="5597366" y="2755107"/>
              <a:ext cx="638175" cy="314325"/>
            </a:xfrm>
            <a:custGeom>
              <a:avLst/>
              <a:gdLst>
                <a:gd name="connsiteX0" fmla="*/ 7144 w 638175"/>
                <a:gd name="connsiteY0" fmla="*/ 129064 h 314325"/>
                <a:gd name="connsiteX1" fmla="*/ 7144 w 638175"/>
                <a:gd name="connsiteY1" fmla="*/ 315754 h 314325"/>
                <a:gd name="connsiteX2" fmla="*/ 636746 w 638175"/>
                <a:gd name="connsiteY2" fmla="*/ 315754 h 314325"/>
                <a:gd name="connsiteX3" fmla="*/ 636746 w 638175"/>
                <a:gd name="connsiteY3" fmla="*/ 238601 h 314325"/>
                <a:gd name="connsiteX4" fmla="*/ 402431 w 638175"/>
                <a:gd name="connsiteY4" fmla="*/ 7144 h 314325"/>
                <a:gd name="connsiteX5" fmla="*/ 196691 w 638175"/>
                <a:gd name="connsiteY5" fmla="*/ 7144 h 314325"/>
                <a:gd name="connsiteX6" fmla="*/ 7144 w 638175"/>
                <a:gd name="connsiteY6" fmla="*/ 12906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8175" h="314325">
                  <a:moveTo>
                    <a:pt x="7144" y="129064"/>
                  </a:moveTo>
                  <a:lnTo>
                    <a:pt x="7144" y="315754"/>
                  </a:lnTo>
                  <a:lnTo>
                    <a:pt x="636746" y="315754"/>
                  </a:lnTo>
                  <a:lnTo>
                    <a:pt x="636746" y="238601"/>
                  </a:lnTo>
                  <a:cubicBezTo>
                    <a:pt x="636746" y="112871"/>
                    <a:pt x="528161" y="7144"/>
                    <a:pt x="402431" y="7144"/>
                  </a:cubicBezTo>
                  <a:lnTo>
                    <a:pt x="196691" y="7144"/>
                  </a:lnTo>
                  <a:lnTo>
                    <a:pt x="7144" y="12906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6" name="Graphic 29">
            <a:extLst>
              <a:ext uri="{FF2B5EF4-FFF2-40B4-BE49-F238E27FC236}">
                <a16:creationId xmlns:a16="http://schemas.microsoft.com/office/drawing/2014/main" id="{69AE8070-62ED-4B77-BB55-843207FFF309}"/>
              </a:ext>
            </a:extLst>
          </p:cNvPr>
          <p:cNvGrpSpPr>
            <a:grpSpLocks noChangeAspect="1"/>
          </p:cNvGrpSpPr>
          <p:nvPr/>
        </p:nvGrpSpPr>
        <p:grpSpPr>
          <a:xfrm>
            <a:off x="2167878" y="4113443"/>
            <a:ext cx="612250" cy="502920"/>
            <a:chOff x="4114800" y="1828800"/>
            <a:chExt cx="4267200" cy="3505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221BB00C-CD19-4B27-98AB-7AEF765A1CEB}"/>
                </a:ext>
              </a:extLst>
            </p:cNvPr>
            <p:cNvSpPr/>
            <p:nvPr/>
          </p:nvSpPr>
          <p:spPr>
            <a:xfrm>
              <a:off x="5326856" y="4260056"/>
              <a:ext cx="771525" cy="1076325"/>
            </a:xfrm>
            <a:custGeom>
              <a:avLst/>
              <a:gdLst>
                <a:gd name="connsiteX0" fmla="*/ 769144 w 771525"/>
                <a:gd name="connsiteY0" fmla="*/ 1073944 h 1076325"/>
                <a:gd name="connsiteX1" fmla="*/ 83344 w 771525"/>
                <a:gd name="connsiteY1" fmla="*/ 1073944 h 1076325"/>
                <a:gd name="connsiteX2" fmla="*/ 83344 w 771525"/>
                <a:gd name="connsiteY2" fmla="*/ 921544 h 1076325"/>
                <a:gd name="connsiteX3" fmla="*/ 769144 w 771525"/>
                <a:gd name="connsiteY3" fmla="*/ 921544 h 1076325"/>
                <a:gd name="connsiteX4" fmla="*/ 769144 w 771525"/>
                <a:gd name="connsiteY4" fmla="*/ 1073944 h 1076325"/>
                <a:gd name="connsiteX5" fmla="*/ 769144 w 771525"/>
                <a:gd name="connsiteY5" fmla="*/ 464344 h 1076325"/>
                <a:gd name="connsiteX6" fmla="*/ 83344 w 771525"/>
                <a:gd name="connsiteY6" fmla="*/ 464344 h 1076325"/>
                <a:gd name="connsiteX7" fmla="*/ 83344 w 771525"/>
                <a:gd name="connsiteY7" fmla="*/ 311944 h 1076325"/>
                <a:gd name="connsiteX8" fmla="*/ 769144 w 771525"/>
                <a:gd name="connsiteY8" fmla="*/ 311944 h 1076325"/>
                <a:gd name="connsiteX9" fmla="*/ 769144 w 771525"/>
                <a:gd name="connsiteY9" fmla="*/ 464344 h 1076325"/>
                <a:gd name="connsiteX10" fmla="*/ 7144 w 771525"/>
                <a:gd name="connsiteY10" fmla="*/ 7144 h 1076325"/>
                <a:gd name="connsiteX11" fmla="*/ 692944 w 771525"/>
                <a:gd name="connsiteY11" fmla="*/ 7144 h 1076325"/>
                <a:gd name="connsiteX12" fmla="*/ 692944 w 771525"/>
                <a:gd name="connsiteY12" fmla="*/ 159544 h 1076325"/>
                <a:gd name="connsiteX13" fmla="*/ 7144 w 771525"/>
                <a:gd name="connsiteY13" fmla="*/ 159544 h 1076325"/>
                <a:gd name="connsiteX14" fmla="*/ 7144 w 771525"/>
                <a:gd name="connsiteY14" fmla="*/ 7144 h 1076325"/>
                <a:gd name="connsiteX15" fmla="*/ 7144 w 771525"/>
                <a:gd name="connsiteY15" fmla="*/ 616744 h 1076325"/>
                <a:gd name="connsiteX16" fmla="*/ 692944 w 771525"/>
                <a:gd name="connsiteY16" fmla="*/ 616744 h 1076325"/>
                <a:gd name="connsiteX17" fmla="*/ 692944 w 771525"/>
                <a:gd name="connsiteY17" fmla="*/ 769144 h 1076325"/>
                <a:gd name="connsiteX18" fmla="*/ 7144 w 771525"/>
                <a:gd name="connsiteY18" fmla="*/ 769144 h 1076325"/>
                <a:gd name="connsiteX19" fmla="*/ 7144 w 771525"/>
                <a:gd name="connsiteY19" fmla="*/ 616744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71525" h="1076325">
                  <a:moveTo>
                    <a:pt x="769144" y="1073944"/>
                  </a:moveTo>
                  <a:lnTo>
                    <a:pt x="83344" y="1073944"/>
                  </a:lnTo>
                  <a:lnTo>
                    <a:pt x="83344" y="921544"/>
                  </a:lnTo>
                  <a:lnTo>
                    <a:pt x="769144" y="921544"/>
                  </a:lnTo>
                  <a:lnTo>
                    <a:pt x="769144" y="1073944"/>
                  </a:lnTo>
                  <a:close/>
                  <a:moveTo>
                    <a:pt x="769144" y="464344"/>
                  </a:moveTo>
                  <a:lnTo>
                    <a:pt x="83344" y="464344"/>
                  </a:lnTo>
                  <a:lnTo>
                    <a:pt x="83344" y="311944"/>
                  </a:lnTo>
                  <a:lnTo>
                    <a:pt x="769144" y="311944"/>
                  </a:lnTo>
                  <a:lnTo>
                    <a:pt x="769144" y="464344"/>
                  </a:lnTo>
                  <a:close/>
                  <a:moveTo>
                    <a:pt x="7144" y="7144"/>
                  </a:moveTo>
                  <a:lnTo>
                    <a:pt x="692944" y="7144"/>
                  </a:lnTo>
                  <a:lnTo>
                    <a:pt x="6929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  <a:moveTo>
                    <a:pt x="7144" y="616744"/>
                  </a:moveTo>
                  <a:lnTo>
                    <a:pt x="692944" y="616744"/>
                  </a:lnTo>
                  <a:lnTo>
                    <a:pt x="692944" y="769144"/>
                  </a:lnTo>
                  <a:lnTo>
                    <a:pt x="7144" y="769144"/>
                  </a:lnTo>
                  <a:lnTo>
                    <a:pt x="7144" y="616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15493D61-E720-487F-92CE-A2EC78D7D16E}"/>
                </a:ext>
              </a:extLst>
            </p:cNvPr>
            <p:cNvSpPr/>
            <p:nvPr/>
          </p:nvSpPr>
          <p:spPr>
            <a:xfrm>
              <a:off x="4107656" y="4869656"/>
              <a:ext cx="771525" cy="466725"/>
            </a:xfrm>
            <a:custGeom>
              <a:avLst/>
              <a:gdLst>
                <a:gd name="connsiteX0" fmla="*/ 769144 w 771525"/>
                <a:gd name="connsiteY0" fmla="*/ 464344 h 466725"/>
                <a:gd name="connsiteX1" fmla="*/ 83344 w 771525"/>
                <a:gd name="connsiteY1" fmla="*/ 464344 h 466725"/>
                <a:gd name="connsiteX2" fmla="*/ 83344 w 771525"/>
                <a:gd name="connsiteY2" fmla="*/ 311944 h 466725"/>
                <a:gd name="connsiteX3" fmla="*/ 769144 w 771525"/>
                <a:gd name="connsiteY3" fmla="*/ 311944 h 466725"/>
                <a:gd name="connsiteX4" fmla="*/ 769144 w 771525"/>
                <a:gd name="connsiteY4" fmla="*/ 464344 h 466725"/>
                <a:gd name="connsiteX5" fmla="*/ 7144 w 771525"/>
                <a:gd name="connsiteY5" fmla="*/ 7144 h 466725"/>
                <a:gd name="connsiteX6" fmla="*/ 692944 w 771525"/>
                <a:gd name="connsiteY6" fmla="*/ 7144 h 466725"/>
                <a:gd name="connsiteX7" fmla="*/ 692944 w 771525"/>
                <a:gd name="connsiteY7" fmla="*/ 159544 h 466725"/>
                <a:gd name="connsiteX8" fmla="*/ 7144 w 771525"/>
                <a:gd name="connsiteY8" fmla="*/ 159544 h 466725"/>
                <a:gd name="connsiteX9" fmla="*/ 7144 w 771525"/>
                <a:gd name="connsiteY9" fmla="*/ 71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525" h="466725">
                  <a:moveTo>
                    <a:pt x="769144" y="464344"/>
                  </a:moveTo>
                  <a:lnTo>
                    <a:pt x="83344" y="464344"/>
                  </a:lnTo>
                  <a:lnTo>
                    <a:pt x="83344" y="311944"/>
                  </a:lnTo>
                  <a:lnTo>
                    <a:pt x="769144" y="311944"/>
                  </a:lnTo>
                  <a:lnTo>
                    <a:pt x="769144" y="464344"/>
                  </a:lnTo>
                  <a:close/>
                  <a:moveTo>
                    <a:pt x="7144" y="7144"/>
                  </a:moveTo>
                  <a:lnTo>
                    <a:pt x="692944" y="7144"/>
                  </a:lnTo>
                  <a:lnTo>
                    <a:pt x="6929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04298F48-790D-4018-BA96-B856C94F0AB9}"/>
                </a:ext>
              </a:extLst>
            </p:cNvPr>
            <p:cNvSpPr/>
            <p:nvPr/>
          </p:nvSpPr>
          <p:spPr>
            <a:xfrm>
              <a:off x="6469856" y="4564856"/>
              <a:ext cx="771525" cy="771525"/>
            </a:xfrm>
            <a:custGeom>
              <a:avLst/>
              <a:gdLst>
                <a:gd name="connsiteX0" fmla="*/ 7144 w 771525"/>
                <a:gd name="connsiteY0" fmla="*/ 311944 h 771525"/>
                <a:gd name="connsiteX1" fmla="*/ 692944 w 771525"/>
                <a:gd name="connsiteY1" fmla="*/ 311944 h 771525"/>
                <a:gd name="connsiteX2" fmla="*/ 692944 w 771525"/>
                <a:gd name="connsiteY2" fmla="*/ 464344 h 771525"/>
                <a:gd name="connsiteX3" fmla="*/ 7144 w 771525"/>
                <a:gd name="connsiteY3" fmla="*/ 464344 h 771525"/>
                <a:gd name="connsiteX4" fmla="*/ 7144 w 771525"/>
                <a:gd name="connsiteY4" fmla="*/ 311944 h 771525"/>
                <a:gd name="connsiteX5" fmla="*/ 769144 w 771525"/>
                <a:gd name="connsiteY5" fmla="*/ 769144 h 771525"/>
                <a:gd name="connsiteX6" fmla="*/ 83344 w 771525"/>
                <a:gd name="connsiteY6" fmla="*/ 769144 h 771525"/>
                <a:gd name="connsiteX7" fmla="*/ 83344 w 771525"/>
                <a:gd name="connsiteY7" fmla="*/ 616744 h 771525"/>
                <a:gd name="connsiteX8" fmla="*/ 769144 w 771525"/>
                <a:gd name="connsiteY8" fmla="*/ 616744 h 771525"/>
                <a:gd name="connsiteX9" fmla="*/ 769144 w 771525"/>
                <a:gd name="connsiteY9" fmla="*/ 769144 h 771525"/>
                <a:gd name="connsiteX10" fmla="*/ 769144 w 771525"/>
                <a:gd name="connsiteY10" fmla="*/ 159544 h 771525"/>
                <a:gd name="connsiteX11" fmla="*/ 83344 w 771525"/>
                <a:gd name="connsiteY11" fmla="*/ 159544 h 771525"/>
                <a:gd name="connsiteX12" fmla="*/ 83344 w 771525"/>
                <a:gd name="connsiteY12" fmla="*/ 7144 h 771525"/>
                <a:gd name="connsiteX13" fmla="*/ 769144 w 771525"/>
                <a:gd name="connsiteY13" fmla="*/ 7144 h 771525"/>
                <a:gd name="connsiteX14" fmla="*/ 769144 w 771525"/>
                <a:gd name="connsiteY14" fmla="*/ 159544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71525" h="771525">
                  <a:moveTo>
                    <a:pt x="7144" y="311944"/>
                  </a:moveTo>
                  <a:lnTo>
                    <a:pt x="692944" y="311944"/>
                  </a:lnTo>
                  <a:lnTo>
                    <a:pt x="692944" y="464344"/>
                  </a:lnTo>
                  <a:lnTo>
                    <a:pt x="7144" y="464344"/>
                  </a:lnTo>
                  <a:lnTo>
                    <a:pt x="7144" y="311944"/>
                  </a:lnTo>
                  <a:close/>
                  <a:moveTo>
                    <a:pt x="769144" y="769144"/>
                  </a:moveTo>
                  <a:lnTo>
                    <a:pt x="83344" y="769144"/>
                  </a:lnTo>
                  <a:lnTo>
                    <a:pt x="83344" y="616744"/>
                  </a:lnTo>
                  <a:lnTo>
                    <a:pt x="769144" y="616744"/>
                  </a:lnTo>
                  <a:lnTo>
                    <a:pt x="769144" y="769144"/>
                  </a:lnTo>
                  <a:close/>
                  <a:moveTo>
                    <a:pt x="769144" y="159544"/>
                  </a:moveTo>
                  <a:lnTo>
                    <a:pt x="83344" y="159544"/>
                  </a:lnTo>
                  <a:lnTo>
                    <a:pt x="83344" y="7144"/>
                  </a:lnTo>
                  <a:lnTo>
                    <a:pt x="769144" y="7144"/>
                  </a:lnTo>
                  <a:lnTo>
                    <a:pt x="769144" y="159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8FA92C0A-93DE-4641-BBEA-0FE50FC3A234}"/>
                </a:ext>
              </a:extLst>
            </p:cNvPr>
            <p:cNvSpPr/>
            <p:nvPr/>
          </p:nvSpPr>
          <p:spPr>
            <a:xfrm>
              <a:off x="7536656" y="3345656"/>
              <a:ext cx="847725" cy="1990725"/>
            </a:xfrm>
            <a:custGeom>
              <a:avLst/>
              <a:gdLst>
                <a:gd name="connsiteX0" fmla="*/ 7144 w 847725"/>
                <a:gd name="connsiteY0" fmla="*/ 7144 h 1990725"/>
                <a:gd name="connsiteX1" fmla="*/ 692944 w 847725"/>
                <a:gd name="connsiteY1" fmla="*/ 7144 h 1990725"/>
                <a:gd name="connsiteX2" fmla="*/ 692944 w 847725"/>
                <a:gd name="connsiteY2" fmla="*/ 159544 h 1990725"/>
                <a:gd name="connsiteX3" fmla="*/ 7144 w 847725"/>
                <a:gd name="connsiteY3" fmla="*/ 159544 h 1990725"/>
                <a:gd name="connsiteX4" fmla="*/ 7144 w 847725"/>
                <a:gd name="connsiteY4" fmla="*/ 7144 h 1990725"/>
                <a:gd name="connsiteX5" fmla="*/ 769144 w 847725"/>
                <a:gd name="connsiteY5" fmla="*/ 311944 h 1990725"/>
                <a:gd name="connsiteX6" fmla="*/ 769144 w 847725"/>
                <a:gd name="connsiteY6" fmla="*/ 464344 h 1990725"/>
                <a:gd name="connsiteX7" fmla="*/ 83344 w 847725"/>
                <a:gd name="connsiteY7" fmla="*/ 464344 h 1990725"/>
                <a:gd name="connsiteX8" fmla="*/ 83344 w 847725"/>
                <a:gd name="connsiteY8" fmla="*/ 311944 h 1990725"/>
                <a:gd name="connsiteX9" fmla="*/ 769144 w 847725"/>
                <a:gd name="connsiteY9" fmla="*/ 311944 h 1990725"/>
                <a:gd name="connsiteX10" fmla="*/ 7144 w 847725"/>
                <a:gd name="connsiteY10" fmla="*/ 769144 h 1990725"/>
                <a:gd name="connsiteX11" fmla="*/ 7144 w 847725"/>
                <a:gd name="connsiteY11" fmla="*/ 616744 h 1990725"/>
                <a:gd name="connsiteX12" fmla="*/ 692944 w 847725"/>
                <a:gd name="connsiteY12" fmla="*/ 616744 h 1990725"/>
                <a:gd name="connsiteX13" fmla="*/ 692944 w 847725"/>
                <a:gd name="connsiteY13" fmla="*/ 769144 h 1990725"/>
                <a:gd name="connsiteX14" fmla="*/ 7144 w 847725"/>
                <a:gd name="connsiteY14" fmla="*/ 769144 h 1990725"/>
                <a:gd name="connsiteX15" fmla="*/ 769144 w 847725"/>
                <a:gd name="connsiteY15" fmla="*/ 921544 h 1990725"/>
                <a:gd name="connsiteX16" fmla="*/ 769144 w 847725"/>
                <a:gd name="connsiteY16" fmla="*/ 1073944 h 1990725"/>
                <a:gd name="connsiteX17" fmla="*/ 83344 w 847725"/>
                <a:gd name="connsiteY17" fmla="*/ 1073944 h 1990725"/>
                <a:gd name="connsiteX18" fmla="*/ 83344 w 847725"/>
                <a:gd name="connsiteY18" fmla="*/ 921544 h 1990725"/>
                <a:gd name="connsiteX19" fmla="*/ 769144 w 847725"/>
                <a:gd name="connsiteY19" fmla="*/ 921544 h 1990725"/>
                <a:gd name="connsiteX20" fmla="*/ 83344 w 847725"/>
                <a:gd name="connsiteY20" fmla="*/ 1531144 h 1990725"/>
                <a:gd name="connsiteX21" fmla="*/ 769144 w 847725"/>
                <a:gd name="connsiteY21" fmla="*/ 1531144 h 1990725"/>
                <a:gd name="connsiteX22" fmla="*/ 769144 w 847725"/>
                <a:gd name="connsiteY22" fmla="*/ 1683544 h 1990725"/>
                <a:gd name="connsiteX23" fmla="*/ 83344 w 847725"/>
                <a:gd name="connsiteY23" fmla="*/ 1683544 h 1990725"/>
                <a:gd name="connsiteX24" fmla="*/ 83344 w 847725"/>
                <a:gd name="connsiteY24" fmla="*/ 1531144 h 1990725"/>
                <a:gd name="connsiteX25" fmla="*/ 845344 w 847725"/>
                <a:gd name="connsiteY25" fmla="*/ 1988344 h 1990725"/>
                <a:gd name="connsiteX26" fmla="*/ 159544 w 847725"/>
                <a:gd name="connsiteY26" fmla="*/ 1988344 h 1990725"/>
                <a:gd name="connsiteX27" fmla="*/ 159544 w 847725"/>
                <a:gd name="connsiteY27" fmla="*/ 1835944 h 1990725"/>
                <a:gd name="connsiteX28" fmla="*/ 845344 w 847725"/>
                <a:gd name="connsiteY28" fmla="*/ 1835944 h 1990725"/>
                <a:gd name="connsiteX29" fmla="*/ 845344 w 847725"/>
                <a:gd name="connsiteY29" fmla="*/ 1988344 h 1990725"/>
                <a:gd name="connsiteX30" fmla="*/ 845344 w 847725"/>
                <a:gd name="connsiteY30" fmla="*/ 1378744 h 1990725"/>
                <a:gd name="connsiteX31" fmla="*/ 159544 w 847725"/>
                <a:gd name="connsiteY31" fmla="*/ 1378744 h 1990725"/>
                <a:gd name="connsiteX32" fmla="*/ 159544 w 847725"/>
                <a:gd name="connsiteY32" fmla="*/ 1226344 h 1990725"/>
                <a:gd name="connsiteX33" fmla="*/ 845344 w 847725"/>
                <a:gd name="connsiteY33" fmla="*/ 1226344 h 1990725"/>
                <a:gd name="connsiteX34" fmla="*/ 845344 w 847725"/>
                <a:gd name="connsiteY34" fmla="*/ 1378744 h 199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847725" h="1990725">
                  <a:moveTo>
                    <a:pt x="7144" y="7144"/>
                  </a:moveTo>
                  <a:lnTo>
                    <a:pt x="692944" y="7144"/>
                  </a:lnTo>
                  <a:lnTo>
                    <a:pt x="6929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  <a:moveTo>
                    <a:pt x="769144" y="311944"/>
                  </a:moveTo>
                  <a:lnTo>
                    <a:pt x="769144" y="464344"/>
                  </a:lnTo>
                  <a:lnTo>
                    <a:pt x="83344" y="464344"/>
                  </a:lnTo>
                  <a:lnTo>
                    <a:pt x="83344" y="311944"/>
                  </a:lnTo>
                  <a:lnTo>
                    <a:pt x="769144" y="311944"/>
                  </a:lnTo>
                  <a:close/>
                  <a:moveTo>
                    <a:pt x="7144" y="769144"/>
                  </a:moveTo>
                  <a:lnTo>
                    <a:pt x="7144" y="616744"/>
                  </a:lnTo>
                  <a:lnTo>
                    <a:pt x="692944" y="616744"/>
                  </a:lnTo>
                  <a:lnTo>
                    <a:pt x="692944" y="769144"/>
                  </a:lnTo>
                  <a:lnTo>
                    <a:pt x="7144" y="769144"/>
                  </a:lnTo>
                  <a:close/>
                  <a:moveTo>
                    <a:pt x="769144" y="921544"/>
                  </a:moveTo>
                  <a:lnTo>
                    <a:pt x="769144" y="1073944"/>
                  </a:lnTo>
                  <a:lnTo>
                    <a:pt x="83344" y="1073944"/>
                  </a:lnTo>
                  <a:lnTo>
                    <a:pt x="83344" y="921544"/>
                  </a:lnTo>
                  <a:lnTo>
                    <a:pt x="769144" y="921544"/>
                  </a:lnTo>
                  <a:close/>
                  <a:moveTo>
                    <a:pt x="83344" y="1531144"/>
                  </a:moveTo>
                  <a:lnTo>
                    <a:pt x="769144" y="1531144"/>
                  </a:lnTo>
                  <a:lnTo>
                    <a:pt x="769144" y="1683544"/>
                  </a:lnTo>
                  <a:lnTo>
                    <a:pt x="83344" y="1683544"/>
                  </a:lnTo>
                  <a:lnTo>
                    <a:pt x="83344" y="1531144"/>
                  </a:lnTo>
                  <a:close/>
                  <a:moveTo>
                    <a:pt x="845344" y="1988344"/>
                  </a:moveTo>
                  <a:lnTo>
                    <a:pt x="159544" y="1988344"/>
                  </a:lnTo>
                  <a:lnTo>
                    <a:pt x="159544" y="1835944"/>
                  </a:lnTo>
                  <a:lnTo>
                    <a:pt x="845344" y="1835944"/>
                  </a:lnTo>
                  <a:lnTo>
                    <a:pt x="845344" y="1988344"/>
                  </a:lnTo>
                  <a:close/>
                  <a:moveTo>
                    <a:pt x="845344" y="1378744"/>
                  </a:moveTo>
                  <a:lnTo>
                    <a:pt x="159544" y="1378744"/>
                  </a:lnTo>
                  <a:lnTo>
                    <a:pt x="159544" y="1226344"/>
                  </a:lnTo>
                  <a:lnTo>
                    <a:pt x="845344" y="1226344"/>
                  </a:lnTo>
                  <a:lnTo>
                    <a:pt x="845344" y="1378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620EF49E-1810-4771-AFA2-F151BF06A2CF}"/>
                </a:ext>
              </a:extLst>
            </p:cNvPr>
            <p:cNvSpPr/>
            <p:nvPr/>
          </p:nvSpPr>
          <p:spPr>
            <a:xfrm>
              <a:off x="4411468" y="1821656"/>
              <a:ext cx="3819525" cy="2447925"/>
            </a:xfrm>
            <a:custGeom>
              <a:avLst/>
              <a:gdLst>
                <a:gd name="connsiteX0" fmla="*/ 1352110 w 3819525"/>
                <a:gd name="connsiteY0" fmla="*/ 863441 h 2447925"/>
                <a:gd name="connsiteX1" fmla="*/ 1244477 w 3819525"/>
                <a:gd name="connsiteY1" fmla="*/ 872966 h 2447925"/>
                <a:gd name="connsiteX2" fmla="*/ 25277 w 3819525"/>
                <a:gd name="connsiteY2" fmla="*/ 2320766 h 2447925"/>
                <a:gd name="connsiteX3" fmla="*/ 11942 w 3819525"/>
                <a:gd name="connsiteY3" fmla="*/ 2396014 h 2447925"/>
                <a:gd name="connsiteX4" fmla="*/ 70045 w 3819525"/>
                <a:gd name="connsiteY4" fmla="*/ 2445544 h 2447925"/>
                <a:gd name="connsiteX5" fmla="*/ 141482 w 3819525"/>
                <a:gd name="connsiteY5" fmla="*/ 2418874 h 2447925"/>
                <a:gd name="connsiteX6" fmla="*/ 1313057 w 3819525"/>
                <a:gd name="connsiteY6" fmla="*/ 1028224 h 2447925"/>
                <a:gd name="connsiteX7" fmla="*/ 2169355 w 3819525"/>
                <a:gd name="connsiteY7" fmla="*/ 1741646 h 2447925"/>
                <a:gd name="connsiteX8" fmla="*/ 2273177 w 3819525"/>
                <a:gd name="connsiteY8" fmla="*/ 1735931 h 2447925"/>
                <a:gd name="connsiteX9" fmla="*/ 3665732 w 3819525"/>
                <a:gd name="connsiteY9" fmla="*/ 273844 h 2447925"/>
                <a:gd name="connsiteX10" fmla="*/ 3665732 w 3819525"/>
                <a:gd name="connsiteY10" fmla="*/ 464344 h 2447925"/>
                <a:gd name="connsiteX11" fmla="*/ 3741932 w 3819525"/>
                <a:gd name="connsiteY11" fmla="*/ 540544 h 2447925"/>
                <a:gd name="connsiteX12" fmla="*/ 3818132 w 3819525"/>
                <a:gd name="connsiteY12" fmla="*/ 464344 h 2447925"/>
                <a:gd name="connsiteX13" fmla="*/ 3818132 w 3819525"/>
                <a:gd name="connsiteY13" fmla="*/ 82391 h 2447925"/>
                <a:gd name="connsiteX14" fmla="*/ 3814322 w 3819525"/>
                <a:gd name="connsiteY14" fmla="*/ 61436 h 2447925"/>
                <a:gd name="connsiteX15" fmla="*/ 3812417 w 3819525"/>
                <a:gd name="connsiteY15" fmla="*/ 52864 h 2447925"/>
                <a:gd name="connsiteX16" fmla="*/ 3807655 w 3819525"/>
                <a:gd name="connsiteY16" fmla="*/ 46196 h 2447925"/>
                <a:gd name="connsiteX17" fmla="*/ 3795272 w 3819525"/>
                <a:gd name="connsiteY17" fmla="*/ 29051 h 2447925"/>
                <a:gd name="connsiteX18" fmla="*/ 3794320 w 3819525"/>
                <a:gd name="connsiteY18" fmla="*/ 28099 h 2447925"/>
                <a:gd name="connsiteX19" fmla="*/ 3785747 w 3819525"/>
                <a:gd name="connsiteY19" fmla="*/ 22384 h 2447925"/>
                <a:gd name="connsiteX20" fmla="*/ 3770507 w 3819525"/>
                <a:gd name="connsiteY20" fmla="*/ 12859 h 2447925"/>
                <a:gd name="connsiteX21" fmla="*/ 3752410 w 3819525"/>
                <a:gd name="connsiteY21" fmla="*/ 9049 h 2447925"/>
                <a:gd name="connsiteX22" fmla="*/ 3741932 w 3819525"/>
                <a:gd name="connsiteY22" fmla="*/ 7144 h 2447925"/>
                <a:gd name="connsiteX23" fmla="*/ 3360932 w 3819525"/>
                <a:gd name="connsiteY23" fmla="*/ 7144 h 2447925"/>
                <a:gd name="connsiteX24" fmla="*/ 3284732 w 3819525"/>
                <a:gd name="connsiteY24" fmla="*/ 83344 h 2447925"/>
                <a:gd name="connsiteX25" fmla="*/ 3360932 w 3819525"/>
                <a:gd name="connsiteY25" fmla="*/ 159544 h 2447925"/>
                <a:gd name="connsiteX26" fmla="*/ 3563815 w 3819525"/>
                <a:gd name="connsiteY26" fmla="*/ 159544 h 2447925"/>
                <a:gd name="connsiteX27" fmla="*/ 2211265 w 3819525"/>
                <a:gd name="connsiteY27" fmla="*/ 1579721 h 2447925"/>
                <a:gd name="connsiteX28" fmla="*/ 1352110 w 3819525"/>
                <a:gd name="connsiteY28" fmla="*/ 863441 h 2447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819525" h="2447925">
                  <a:moveTo>
                    <a:pt x="1352110" y="863441"/>
                  </a:moveTo>
                  <a:cubicBezTo>
                    <a:pt x="1319725" y="836771"/>
                    <a:pt x="1272100" y="840581"/>
                    <a:pt x="1244477" y="872966"/>
                  </a:cubicBezTo>
                  <a:lnTo>
                    <a:pt x="25277" y="2320766"/>
                  </a:lnTo>
                  <a:cubicBezTo>
                    <a:pt x="7180" y="2341721"/>
                    <a:pt x="2417" y="2370296"/>
                    <a:pt x="11942" y="2396014"/>
                  </a:cubicBezTo>
                  <a:cubicBezTo>
                    <a:pt x="21467" y="2421731"/>
                    <a:pt x="43375" y="2440781"/>
                    <a:pt x="70045" y="2445544"/>
                  </a:cubicBezTo>
                  <a:cubicBezTo>
                    <a:pt x="96715" y="2450306"/>
                    <a:pt x="124337" y="2439829"/>
                    <a:pt x="141482" y="2418874"/>
                  </a:cubicBezTo>
                  <a:lnTo>
                    <a:pt x="1313057" y="1028224"/>
                  </a:lnTo>
                  <a:lnTo>
                    <a:pt x="2169355" y="1741646"/>
                  </a:lnTo>
                  <a:cubicBezTo>
                    <a:pt x="2199835" y="1767364"/>
                    <a:pt x="2245555" y="1764506"/>
                    <a:pt x="2273177" y="1735931"/>
                  </a:cubicBezTo>
                  <a:lnTo>
                    <a:pt x="3665732" y="273844"/>
                  </a:lnTo>
                  <a:lnTo>
                    <a:pt x="3665732" y="464344"/>
                  </a:lnTo>
                  <a:cubicBezTo>
                    <a:pt x="3665732" y="506254"/>
                    <a:pt x="3700022" y="540544"/>
                    <a:pt x="3741932" y="540544"/>
                  </a:cubicBezTo>
                  <a:cubicBezTo>
                    <a:pt x="3783842" y="540544"/>
                    <a:pt x="3818132" y="506254"/>
                    <a:pt x="3818132" y="464344"/>
                  </a:cubicBezTo>
                  <a:lnTo>
                    <a:pt x="3818132" y="82391"/>
                  </a:lnTo>
                  <a:cubicBezTo>
                    <a:pt x="3818132" y="75724"/>
                    <a:pt x="3816227" y="68104"/>
                    <a:pt x="3814322" y="61436"/>
                  </a:cubicBezTo>
                  <a:cubicBezTo>
                    <a:pt x="3813370" y="58579"/>
                    <a:pt x="3813370" y="55721"/>
                    <a:pt x="3812417" y="52864"/>
                  </a:cubicBezTo>
                  <a:cubicBezTo>
                    <a:pt x="3810512" y="50006"/>
                    <a:pt x="3809560" y="48101"/>
                    <a:pt x="3807655" y="46196"/>
                  </a:cubicBezTo>
                  <a:cubicBezTo>
                    <a:pt x="3804797" y="39529"/>
                    <a:pt x="3800035" y="33814"/>
                    <a:pt x="3795272" y="29051"/>
                  </a:cubicBezTo>
                  <a:lnTo>
                    <a:pt x="3794320" y="28099"/>
                  </a:lnTo>
                  <a:cubicBezTo>
                    <a:pt x="3791462" y="26194"/>
                    <a:pt x="3788605" y="24289"/>
                    <a:pt x="3785747" y="22384"/>
                  </a:cubicBezTo>
                  <a:cubicBezTo>
                    <a:pt x="3780985" y="18574"/>
                    <a:pt x="3776222" y="14764"/>
                    <a:pt x="3770507" y="12859"/>
                  </a:cubicBezTo>
                  <a:cubicBezTo>
                    <a:pt x="3764792" y="10954"/>
                    <a:pt x="3759077" y="10001"/>
                    <a:pt x="3752410" y="9049"/>
                  </a:cubicBezTo>
                  <a:cubicBezTo>
                    <a:pt x="3749552" y="8096"/>
                    <a:pt x="3745742" y="7144"/>
                    <a:pt x="3741932" y="7144"/>
                  </a:cubicBezTo>
                  <a:lnTo>
                    <a:pt x="3360932" y="7144"/>
                  </a:lnTo>
                  <a:cubicBezTo>
                    <a:pt x="3319022" y="7144"/>
                    <a:pt x="3284732" y="41434"/>
                    <a:pt x="3284732" y="83344"/>
                  </a:cubicBezTo>
                  <a:cubicBezTo>
                    <a:pt x="3284732" y="125254"/>
                    <a:pt x="3319022" y="159544"/>
                    <a:pt x="3360932" y="159544"/>
                  </a:cubicBezTo>
                  <a:lnTo>
                    <a:pt x="3563815" y="159544"/>
                  </a:lnTo>
                  <a:lnTo>
                    <a:pt x="2211265" y="1579721"/>
                  </a:lnTo>
                  <a:lnTo>
                    <a:pt x="1352110" y="8634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2" name="Graphic 30">
            <a:extLst>
              <a:ext uri="{FF2B5EF4-FFF2-40B4-BE49-F238E27FC236}">
                <a16:creationId xmlns:a16="http://schemas.microsoft.com/office/drawing/2014/main" id="{55E64A32-D4AD-4983-97B8-3A11605A8DB9}"/>
              </a:ext>
            </a:extLst>
          </p:cNvPr>
          <p:cNvGrpSpPr>
            <a:grpSpLocks noChangeAspect="1"/>
          </p:cNvGrpSpPr>
          <p:nvPr/>
        </p:nvGrpSpPr>
        <p:grpSpPr>
          <a:xfrm>
            <a:off x="2161897" y="2306529"/>
            <a:ext cx="624212" cy="502920"/>
            <a:chOff x="4238625" y="1962150"/>
            <a:chExt cx="4019550" cy="32385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7065AC8-81D9-4875-A279-B20A88E28C26}"/>
                </a:ext>
              </a:extLst>
            </p:cNvPr>
            <p:cNvSpPr/>
            <p:nvPr/>
          </p:nvSpPr>
          <p:spPr>
            <a:xfrm>
              <a:off x="4507706" y="3669506"/>
              <a:ext cx="304800" cy="1162050"/>
            </a:xfrm>
            <a:custGeom>
              <a:avLst/>
              <a:gdLst>
                <a:gd name="connsiteX0" fmla="*/ 7144 w 304800"/>
                <a:gd name="connsiteY0" fmla="*/ 7144 h 1162050"/>
                <a:gd name="connsiteX1" fmla="*/ 302419 w 304800"/>
                <a:gd name="connsiteY1" fmla="*/ 7144 h 1162050"/>
                <a:gd name="connsiteX2" fmla="*/ 302419 w 304800"/>
                <a:gd name="connsiteY2" fmla="*/ 1159669 h 1162050"/>
                <a:gd name="connsiteX3" fmla="*/ 7144 w 304800"/>
                <a:gd name="connsiteY3" fmla="*/ 1159669 h 1162050"/>
                <a:gd name="connsiteX4" fmla="*/ 7144 w 304800"/>
                <a:gd name="connsiteY4" fmla="*/ 7144 h 116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1162050">
                  <a:moveTo>
                    <a:pt x="7144" y="7144"/>
                  </a:moveTo>
                  <a:lnTo>
                    <a:pt x="302419" y="7144"/>
                  </a:lnTo>
                  <a:lnTo>
                    <a:pt x="302419" y="1159669"/>
                  </a:lnTo>
                  <a:lnTo>
                    <a:pt x="7144" y="115966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826B15B3-2985-446D-B418-477FA82EA784}"/>
                </a:ext>
              </a:extLst>
            </p:cNvPr>
            <p:cNvSpPr/>
            <p:nvPr/>
          </p:nvSpPr>
          <p:spPr>
            <a:xfrm>
              <a:off x="4231481" y="4955381"/>
              <a:ext cx="4029075" cy="247650"/>
            </a:xfrm>
            <a:custGeom>
              <a:avLst/>
              <a:gdLst>
                <a:gd name="connsiteX0" fmla="*/ 3218021 w 4029075"/>
                <a:gd name="connsiteY0" fmla="*/ 7144 h 247650"/>
                <a:gd name="connsiteX1" fmla="*/ 7144 w 4029075"/>
                <a:gd name="connsiteY1" fmla="*/ 7144 h 247650"/>
                <a:gd name="connsiteX2" fmla="*/ 7144 w 4029075"/>
                <a:gd name="connsiteY2" fmla="*/ 245269 h 247650"/>
                <a:gd name="connsiteX3" fmla="*/ 4026694 w 4029075"/>
                <a:gd name="connsiteY3" fmla="*/ 245269 h 247650"/>
                <a:gd name="connsiteX4" fmla="*/ 4026694 w 4029075"/>
                <a:gd name="connsiteY4" fmla="*/ 7144 h 247650"/>
                <a:gd name="connsiteX5" fmla="*/ 3218021 w 4029075"/>
                <a:gd name="connsiteY5" fmla="*/ 7144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29075" h="247650">
                  <a:moveTo>
                    <a:pt x="3218021" y="7144"/>
                  </a:moveTo>
                  <a:lnTo>
                    <a:pt x="7144" y="7144"/>
                  </a:lnTo>
                  <a:lnTo>
                    <a:pt x="7144" y="245269"/>
                  </a:lnTo>
                  <a:lnTo>
                    <a:pt x="4026694" y="245269"/>
                  </a:lnTo>
                  <a:lnTo>
                    <a:pt x="4026694" y="7144"/>
                  </a:lnTo>
                  <a:lnTo>
                    <a:pt x="3218021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ED19DEE4-8494-4A9D-BC3C-452FF2CAEF85}"/>
                </a:ext>
              </a:extLst>
            </p:cNvPr>
            <p:cNvSpPr/>
            <p:nvPr/>
          </p:nvSpPr>
          <p:spPr>
            <a:xfrm>
              <a:off x="5364956" y="3888581"/>
              <a:ext cx="304800" cy="942975"/>
            </a:xfrm>
            <a:custGeom>
              <a:avLst/>
              <a:gdLst>
                <a:gd name="connsiteX0" fmla="*/ 7144 w 304800"/>
                <a:gd name="connsiteY0" fmla="*/ 7144 h 942975"/>
                <a:gd name="connsiteX1" fmla="*/ 302419 w 304800"/>
                <a:gd name="connsiteY1" fmla="*/ 7144 h 942975"/>
                <a:gd name="connsiteX2" fmla="*/ 302419 w 304800"/>
                <a:gd name="connsiteY2" fmla="*/ 940594 h 942975"/>
                <a:gd name="connsiteX3" fmla="*/ 7144 w 304800"/>
                <a:gd name="connsiteY3" fmla="*/ 940594 h 942975"/>
                <a:gd name="connsiteX4" fmla="*/ 7144 w 304800"/>
                <a:gd name="connsiteY4" fmla="*/ 7144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942975">
                  <a:moveTo>
                    <a:pt x="7144" y="7144"/>
                  </a:moveTo>
                  <a:lnTo>
                    <a:pt x="302419" y="7144"/>
                  </a:lnTo>
                  <a:lnTo>
                    <a:pt x="302419" y="940594"/>
                  </a:lnTo>
                  <a:lnTo>
                    <a:pt x="7144" y="94059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810BE34E-DE2C-45AE-84D1-43CF8DBA0B5D}"/>
                </a:ext>
              </a:extLst>
            </p:cNvPr>
            <p:cNvSpPr/>
            <p:nvPr/>
          </p:nvSpPr>
          <p:spPr>
            <a:xfrm>
              <a:off x="6222206" y="2383631"/>
              <a:ext cx="304800" cy="2447925"/>
            </a:xfrm>
            <a:custGeom>
              <a:avLst/>
              <a:gdLst>
                <a:gd name="connsiteX0" fmla="*/ 302419 w 304800"/>
                <a:gd name="connsiteY0" fmla="*/ 476726 h 2447925"/>
                <a:gd name="connsiteX1" fmla="*/ 302419 w 304800"/>
                <a:gd name="connsiteY1" fmla="*/ 7144 h 2447925"/>
                <a:gd name="connsiteX2" fmla="*/ 7144 w 304800"/>
                <a:gd name="connsiteY2" fmla="*/ 7144 h 2447925"/>
                <a:gd name="connsiteX3" fmla="*/ 7144 w 304800"/>
                <a:gd name="connsiteY3" fmla="*/ 2445544 h 2447925"/>
                <a:gd name="connsiteX4" fmla="*/ 302419 w 304800"/>
                <a:gd name="connsiteY4" fmla="*/ 2445544 h 2447925"/>
                <a:gd name="connsiteX5" fmla="*/ 302419 w 304800"/>
                <a:gd name="connsiteY5" fmla="*/ 476726 h 2447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00" h="2447925">
                  <a:moveTo>
                    <a:pt x="302419" y="476726"/>
                  </a:moveTo>
                  <a:lnTo>
                    <a:pt x="302419" y="7144"/>
                  </a:lnTo>
                  <a:lnTo>
                    <a:pt x="7144" y="7144"/>
                  </a:lnTo>
                  <a:lnTo>
                    <a:pt x="7144" y="2445544"/>
                  </a:lnTo>
                  <a:lnTo>
                    <a:pt x="302419" y="2445544"/>
                  </a:lnTo>
                  <a:lnTo>
                    <a:pt x="302419" y="4767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5DF3C290-AD3C-46E4-991D-3FF06F0F0D13}"/>
                </a:ext>
              </a:extLst>
            </p:cNvPr>
            <p:cNvSpPr/>
            <p:nvPr/>
          </p:nvSpPr>
          <p:spPr>
            <a:xfrm>
              <a:off x="4936331" y="2602706"/>
              <a:ext cx="304800" cy="2228850"/>
            </a:xfrm>
            <a:custGeom>
              <a:avLst/>
              <a:gdLst>
                <a:gd name="connsiteX0" fmla="*/ 302419 w 304800"/>
                <a:gd name="connsiteY0" fmla="*/ 1222534 h 2228850"/>
                <a:gd name="connsiteX1" fmla="*/ 302419 w 304800"/>
                <a:gd name="connsiteY1" fmla="*/ 7144 h 2228850"/>
                <a:gd name="connsiteX2" fmla="*/ 7144 w 304800"/>
                <a:gd name="connsiteY2" fmla="*/ 7144 h 2228850"/>
                <a:gd name="connsiteX3" fmla="*/ 7144 w 304800"/>
                <a:gd name="connsiteY3" fmla="*/ 2226469 h 2228850"/>
                <a:gd name="connsiteX4" fmla="*/ 302419 w 304800"/>
                <a:gd name="connsiteY4" fmla="*/ 2226469 h 2228850"/>
                <a:gd name="connsiteX5" fmla="*/ 302419 w 304800"/>
                <a:gd name="connsiteY5" fmla="*/ 1222534 h 222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00" h="2228850">
                  <a:moveTo>
                    <a:pt x="302419" y="1222534"/>
                  </a:moveTo>
                  <a:lnTo>
                    <a:pt x="302419" y="7144"/>
                  </a:lnTo>
                  <a:lnTo>
                    <a:pt x="7144" y="7144"/>
                  </a:lnTo>
                  <a:lnTo>
                    <a:pt x="7144" y="2226469"/>
                  </a:lnTo>
                  <a:lnTo>
                    <a:pt x="302419" y="2226469"/>
                  </a:lnTo>
                  <a:lnTo>
                    <a:pt x="302419" y="122253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A7EAC5DD-C5C7-46FC-B215-5447960B7F82}"/>
                </a:ext>
              </a:extLst>
            </p:cNvPr>
            <p:cNvSpPr/>
            <p:nvPr/>
          </p:nvSpPr>
          <p:spPr>
            <a:xfrm>
              <a:off x="5793581" y="3240881"/>
              <a:ext cx="304800" cy="1590675"/>
            </a:xfrm>
            <a:custGeom>
              <a:avLst/>
              <a:gdLst>
                <a:gd name="connsiteX0" fmla="*/ 302419 w 304800"/>
                <a:gd name="connsiteY0" fmla="*/ 7144 h 1590675"/>
                <a:gd name="connsiteX1" fmla="*/ 7144 w 304800"/>
                <a:gd name="connsiteY1" fmla="*/ 7144 h 1590675"/>
                <a:gd name="connsiteX2" fmla="*/ 7144 w 304800"/>
                <a:gd name="connsiteY2" fmla="*/ 1588294 h 1590675"/>
                <a:gd name="connsiteX3" fmla="*/ 302419 w 304800"/>
                <a:gd name="connsiteY3" fmla="*/ 1588294 h 1590675"/>
                <a:gd name="connsiteX4" fmla="*/ 302419 w 304800"/>
                <a:gd name="connsiteY4" fmla="*/ 7144 h 159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1590675">
                  <a:moveTo>
                    <a:pt x="302419" y="7144"/>
                  </a:moveTo>
                  <a:lnTo>
                    <a:pt x="7144" y="7144"/>
                  </a:lnTo>
                  <a:lnTo>
                    <a:pt x="7144" y="1588294"/>
                  </a:lnTo>
                  <a:lnTo>
                    <a:pt x="302419" y="1588294"/>
                  </a:lnTo>
                  <a:lnTo>
                    <a:pt x="30241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D569150-54F1-4710-8208-9CE57B9B60F0}"/>
                </a:ext>
              </a:extLst>
            </p:cNvPr>
            <p:cNvSpPr/>
            <p:nvPr/>
          </p:nvSpPr>
          <p:spPr>
            <a:xfrm>
              <a:off x="7508081" y="2602706"/>
              <a:ext cx="304800" cy="2228850"/>
            </a:xfrm>
            <a:custGeom>
              <a:avLst/>
              <a:gdLst>
                <a:gd name="connsiteX0" fmla="*/ 7144 w 304800"/>
                <a:gd name="connsiteY0" fmla="*/ 7144 h 2228850"/>
                <a:gd name="connsiteX1" fmla="*/ 302419 w 304800"/>
                <a:gd name="connsiteY1" fmla="*/ 7144 h 2228850"/>
                <a:gd name="connsiteX2" fmla="*/ 302419 w 304800"/>
                <a:gd name="connsiteY2" fmla="*/ 2226469 h 2228850"/>
                <a:gd name="connsiteX3" fmla="*/ 7144 w 304800"/>
                <a:gd name="connsiteY3" fmla="*/ 2226469 h 2228850"/>
                <a:gd name="connsiteX4" fmla="*/ 7144 w 304800"/>
                <a:gd name="connsiteY4" fmla="*/ 7144 h 222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2228850">
                  <a:moveTo>
                    <a:pt x="7144" y="7144"/>
                  </a:moveTo>
                  <a:lnTo>
                    <a:pt x="302419" y="7144"/>
                  </a:lnTo>
                  <a:lnTo>
                    <a:pt x="302419" y="2226469"/>
                  </a:lnTo>
                  <a:lnTo>
                    <a:pt x="7144" y="222646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95061B08-5532-4B17-AF02-5F37382BA8AD}"/>
                </a:ext>
              </a:extLst>
            </p:cNvPr>
            <p:cNvSpPr/>
            <p:nvPr/>
          </p:nvSpPr>
          <p:spPr>
            <a:xfrm>
              <a:off x="6650831" y="2917031"/>
              <a:ext cx="304800" cy="1914525"/>
            </a:xfrm>
            <a:custGeom>
              <a:avLst/>
              <a:gdLst>
                <a:gd name="connsiteX0" fmla="*/ 7144 w 304800"/>
                <a:gd name="connsiteY0" fmla="*/ 7144 h 1914525"/>
                <a:gd name="connsiteX1" fmla="*/ 302419 w 304800"/>
                <a:gd name="connsiteY1" fmla="*/ 7144 h 1914525"/>
                <a:gd name="connsiteX2" fmla="*/ 302419 w 304800"/>
                <a:gd name="connsiteY2" fmla="*/ 1912144 h 1914525"/>
                <a:gd name="connsiteX3" fmla="*/ 7144 w 304800"/>
                <a:gd name="connsiteY3" fmla="*/ 1912144 h 1914525"/>
                <a:gd name="connsiteX4" fmla="*/ 7144 w 304800"/>
                <a:gd name="connsiteY4" fmla="*/ 7144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1914525">
                  <a:moveTo>
                    <a:pt x="7144" y="7144"/>
                  </a:moveTo>
                  <a:lnTo>
                    <a:pt x="302419" y="7144"/>
                  </a:lnTo>
                  <a:lnTo>
                    <a:pt x="302419" y="1912144"/>
                  </a:lnTo>
                  <a:lnTo>
                    <a:pt x="7144" y="1912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25027277-38BD-497C-AFEE-8749E7806DDE}"/>
                </a:ext>
              </a:extLst>
            </p:cNvPr>
            <p:cNvSpPr/>
            <p:nvPr/>
          </p:nvSpPr>
          <p:spPr>
            <a:xfrm>
              <a:off x="7079456" y="1955006"/>
              <a:ext cx="304800" cy="2876550"/>
            </a:xfrm>
            <a:custGeom>
              <a:avLst/>
              <a:gdLst>
                <a:gd name="connsiteX0" fmla="*/ 302419 w 304800"/>
                <a:gd name="connsiteY0" fmla="*/ 584359 h 2876550"/>
                <a:gd name="connsiteX1" fmla="*/ 302419 w 304800"/>
                <a:gd name="connsiteY1" fmla="*/ 7144 h 2876550"/>
                <a:gd name="connsiteX2" fmla="*/ 7144 w 304800"/>
                <a:gd name="connsiteY2" fmla="*/ 7144 h 2876550"/>
                <a:gd name="connsiteX3" fmla="*/ 7144 w 304800"/>
                <a:gd name="connsiteY3" fmla="*/ 2874169 h 2876550"/>
                <a:gd name="connsiteX4" fmla="*/ 302419 w 304800"/>
                <a:gd name="connsiteY4" fmla="*/ 2874169 h 2876550"/>
                <a:gd name="connsiteX5" fmla="*/ 302419 w 304800"/>
                <a:gd name="connsiteY5" fmla="*/ 584359 h 287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00" h="2876550">
                  <a:moveTo>
                    <a:pt x="302419" y="584359"/>
                  </a:moveTo>
                  <a:lnTo>
                    <a:pt x="302419" y="7144"/>
                  </a:lnTo>
                  <a:lnTo>
                    <a:pt x="7144" y="7144"/>
                  </a:lnTo>
                  <a:lnTo>
                    <a:pt x="7144" y="2874169"/>
                  </a:lnTo>
                  <a:lnTo>
                    <a:pt x="302419" y="2874169"/>
                  </a:lnTo>
                  <a:lnTo>
                    <a:pt x="302419" y="5843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2" name="Graphic 31">
            <a:extLst>
              <a:ext uri="{FF2B5EF4-FFF2-40B4-BE49-F238E27FC236}">
                <a16:creationId xmlns:a16="http://schemas.microsoft.com/office/drawing/2014/main" id="{14D32871-E174-4006-8D8F-D13C1F155DCC}"/>
              </a:ext>
            </a:extLst>
          </p:cNvPr>
          <p:cNvGrpSpPr>
            <a:grpSpLocks noChangeAspect="1"/>
          </p:cNvGrpSpPr>
          <p:nvPr/>
        </p:nvGrpSpPr>
        <p:grpSpPr>
          <a:xfrm>
            <a:off x="4313597" y="5716234"/>
            <a:ext cx="409618" cy="502920"/>
            <a:chOff x="4533900" y="1476375"/>
            <a:chExt cx="3429000" cy="42100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E34147ED-8B84-455D-A914-FA628FA5A992}"/>
                </a:ext>
              </a:extLst>
            </p:cNvPr>
            <p:cNvSpPr/>
            <p:nvPr/>
          </p:nvSpPr>
          <p:spPr>
            <a:xfrm>
              <a:off x="5698331" y="2545556"/>
              <a:ext cx="161925" cy="742950"/>
            </a:xfrm>
            <a:custGeom>
              <a:avLst/>
              <a:gdLst>
                <a:gd name="connsiteX0" fmla="*/ 7144 w 161925"/>
                <a:gd name="connsiteY0" fmla="*/ 7144 h 742950"/>
                <a:gd name="connsiteX1" fmla="*/ 159544 w 161925"/>
                <a:gd name="connsiteY1" fmla="*/ 7144 h 742950"/>
                <a:gd name="connsiteX2" fmla="*/ 159544 w 161925"/>
                <a:gd name="connsiteY2" fmla="*/ 740569 h 742950"/>
                <a:gd name="connsiteX3" fmla="*/ 7144 w 161925"/>
                <a:gd name="connsiteY3" fmla="*/ 740569 h 742950"/>
                <a:gd name="connsiteX4" fmla="*/ 7144 w 161925"/>
                <a:gd name="connsiteY4" fmla="*/ 7144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742950">
                  <a:moveTo>
                    <a:pt x="7144" y="7144"/>
                  </a:moveTo>
                  <a:lnTo>
                    <a:pt x="159544" y="7144"/>
                  </a:lnTo>
                  <a:lnTo>
                    <a:pt x="159544" y="740569"/>
                  </a:lnTo>
                  <a:lnTo>
                    <a:pt x="7144" y="74056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B3718D34-FC17-457F-B4FA-AD793E01D838}"/>
                </a:ext>
              </a:extLst>
            </p:cNvPr>
            <p:cNvSpPr/>
            <p:nvPr/>
          </p:nvSpPr>
          <p:spPr>
            <a:xfrm>
              <a:off x="4530566" y="5193506"/>
              <a:ext cx="3200400" cy="495300"/>
            </a:xfrm>
            <a:custGeom>
              <a:avLst/>
              <a:gdLst>
                <a:gd name="connsiteX0" fmla="*/ 7144 w 3200400"/>
                <a:gd name="connsiteY0" fmla="*/ 247174 h 495300"/>
                <a:gd name="connsiteX1" fmla="*/ 7144 w 3200400"/>
                <a:gd name="connsiteY1" fmla="*/ 250031 h 495300"/>
                <a:gd name="connsiteX2" fmla="*/ 267176 w 3200400"/>
                <a:gd name="connsiteY2" fmla="*/ 492919 h 495300"/>
                <a:gd name="connsiteX3" fmla="*/ 3086576 w 3200400"/>
                <a:gd name="connsiteY3" fmla="*/ 492919 h 495300"/>
                <a:gd name="connsiteX4" fmla="*/ 3194209 w 3200400"/>
                <a:gd name="connsiteY4" fmla="*/ 393859 h 495300"/>
                <a:gd name="connsiteX5" fmla="*/ 3194209 w 3200400"/>
                <a:gd name="connsiteY5" fmla="*/ 7144 h 495300"/>
                <a:gd name="connsiteX6" fmla="*/ 267176 w 3200400"/>
                <a:gd name="connsiteY6" fmla="*/ 7144 h 495300"/>
                <a:gd name="connsiteX7" fmla="*/ 7144 w 3200400"/>
                <a:gd name="connsiteY7" fmla="*/ 247174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00400" h="495300">
                  <a:moveTo>
                    <a:pt x="7144" y="247174"/>
                  </a:moveTo>
                  <a:lnTo>
                    <a:pt x="7144" y="250031"/>
                  </a:lnTo>
                  <a:cubicBezTo>
                    <a:pt x="7144" y="384334"/>
                    <a:pt x="123349" y="492919"/>
                    <a:pt x="267176" y="492919"/>
                  </a:cubicBezTo>
                  <a:lnTo>
                    <a:pt x="3086576" y="492919"/>
                  </a:lnTo>
                  <a:cubicBezTo>
                    <a:pt x="3146584" y="492919"/>
                    <a:pt x="3194209" y="448151"/>
                    <a:pt x="3194209" y="393859"/>
                  </a:cubicBezTo>
                  <a:lnTo>
                    <a:pt x="3194209" y="7144"/>
                  </a:lnTo>
                  <a:lnTo>
                    <a:pt x="267176" y="7144"/>
                  </a:lnTo>
                  <a:cubicBezTo>
                    <a:pt x="125254" y="7144"/>
                    <a:pt x="9049" y="114776"/>
                    <a:pt x="7144" y="2471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D042016-2F57-4692-AA77-F3B5484CDDF5}"/>
                </a:ext>
              </a:extLst>
            </p:cNvPr>
            <p:cNvSpPr/>
            <p:nvPr/>
          </p:nvSpPr>
          <p:spPr>
            <a:xfrm>
              <a:off x="4526756" y="1469231"/>
              <a:ext cx="3438525" cy="3695700"/>
            </a:xfrm>
            <a:custGeom>
              <a:avLst/>
              <a:gdLst>
                <a:gd name="connsiteX0" fmla="*/ 3323749 w 3438525"/>
                <a:gd name="connsiteY0" fmla="*/ 3598069 h 3695700"/>
                <a:gd name="connsiteX1" fmla="*/ 3436144 w 3438525"/>
                <a:gd name="connsiteY1" fmla="*/ 3499009 h 3695700"/>
                <a:gd name="connsiteX2" fmla="*/ 3436144 w 3438525"/>
                <a:gd name="connsiteY2" fmla="*/ 106204 h 3695700"/>
                <a:gd name="connsiteX3" fmla="*/ 3323749 w 3438525"/>
                <a:gd name="connsiteY3" fmla="*/ 7144 h 3695700"/>
                <a:gd name="connsiteX4" fmla="*/ 119539 w 3438525"/>
                <a:gd name="connsiteY4" fmla="*/ 7144 h 3695700"/>
                <a:gd name="connsiteX5" fmla="*/ 7144 w 3438525"/>
                <a:gd name="connsiteY5" fmla="*/ 106204 h 3695700"/>
                <a:gd name="connsiteX6" fmla="*/ 7144 w 3438525"/>
                <a:gd name="connsiteY6" fmla="*/ 3692366 h 3695700"/>
                <a:gd name="connsiteX7" fmla="*/ 270986 w 3438525"/>
                <a:gd name="connsiteY7" fmla="*/ 3598069 h 3695700"/>
                <a:gd name="connsiteX8" fmla="*/ 3323749 w 3438525"/>
                <a:gd name="connsiteY8" fmla="*/ 3598069 h 3695700"/>
                <a:gd name="connsiteX9" fmla="*/ 778669 w 3438525"/>
                <a:gd name="connsiteY9" fmla="*/ 623411 h 3695700"/>
                <a:gd name="connsiteX10" fmla="*/ 845344 w 3438525"/>
                <a:gd name="connsiteY10" fmla="*/ 556736 h 3695700"/>
                <a:gd name="connsiteX11" fmla="*/ 912019 w 3438525"/>
                <a:gd name="connsiteY11" fmla="*/ 623411 h 3695700"/>
                <a:gd name="connsiteX12" fmla="*/ 912019 w 3438525"/>
                <a:gd name="connsiteY12" fmla="*/ 1816894 h 3695700"/>
                <a:gd name="connsiteX13" fmla="*/ 1045369 w 3438525"/>
                <a:gd name="connsiteY13" fmla="*/ 1816894 h 3695700"/>
                <a:gd name="connsiteX14" fmla="*/ 1045369 w 3438525"/>
                <a:gd name="connsiteY14" fmla="*/ 1014889 h 3695700"/>
                <a:gd name="connsiteX15" fmla="*/ 1062514 w 3438525"/>
                <a:gd name="connsiteY15" fmla="*/ 969169 h 3695700"/>
                <a:gd name="connsiteX16" fmla="*/ 1108234 w 3438525"/>
                <a:gd name="connsiteY16" fmla="*/ 950119 h 3695700"/>
                <a:gd name="connsiteX17" fmla="*/ 1397794 w 3438525"/>
                <a:gd name="connsiteY17" fmla="*/ 950119 h 3695700"/>
                <a:gd name="connsiteX18" fmla="*/ 1444466 w 3438525"/>
                <a:gd name="connsiteY18" fmla="*/ 968216 h 3695700"/>
                <a:gd name="connsiteX19" fmla="*/ 1464469 w 3438525"/>
                <a:gd name="connsiteY19" fmla="*/ 1014889 h 3695700"/>
                <a:gd name="connsiteX20" fmla="*/ 1464469 w 3438525"/>
                <a:gd name="connsiteY20" fmla="*/ 1816894 h 3695700"/>
                <a:gd name="connsiteX21" fmla="*/ 1531144 w 3438525"/>
                <a:gd name="connsiteY21" fmla="*/ 1816894 h 3695700"/>
                <a:gd name="connsiteX22" fmla="*/ 1531144 w 3438525"/>
                <a:gd name="connsiteY22" fmla="*/ 1247299 h 3695700"/>
                <a:gd name="connsiteX23" fmla="*/ 1599724 w 3438525"/>
                <a:gd name="connsiteY23" fmla="*/ 1178719 h 3695700"/>
                <a:gd name="connsiteX24" fmla="*/ 1889284 w 3438525"/>
                <a:gd name="connsiteY24" fmla="*/ 1178719 h 3695700"/>
                <a:gd name="connsiteX25" fmla="*/ 1959769 w 3438525"/>
                <a:gd name="connsiteY25" fmla="*/ 1247299 h 3695700"/>
                <a:gd name="connsiteX26" fmla="*/ 1959769 w 3438525"/>
                <a:gd name="connsiteY26" fmla="*/ 1816894 h 3695700"/>
                <a:gd name="connsiteX27" fmla="*/ 2026444 w 3438525"/>
                <a:gd name="connsiteY27" fmla="*/ 1816894 h 3695700"/>
                <a:gd name="connsiteX28" fmla="*/ 2026444 w 3438525"/>
                <a:gd name="connsiteY28" fmla="*/ 808196 h 3695700"/>
                <a:gd name="connsiteX29" fmla="*/ 2044541 w 3438525"/>
                <a:gd name="connsiteY29" fmla="*/ 760571 h 3695700"/>
                <a:gd name="connsiteX30" fmla="*/ 2091214 w 3438525"/>
                <a:gd name="connsiteY30" fmla="*/ 740569 h 3695700"/>
                <a:gd name="connsiteX31" fmla="*/ 2380774 w 3438525"/>
                <a:gd name="connsiteY31" fmla="*/ 740569 h 3695700"/>
                <a:gd name="connsiteX32" fmla="*/ 2427446 w 3438525"/>
                <a:gd name="connsiteY32" fmla="*/ 760571 h 3695700"/>
                <a:gd name="connsiteX33" fmla="*/ 2445544 w 3438525"/>
                <a:gd name="connsiteY33" fmla="*/ 808196 h 3695700"/>
                <a:gd name="connsiteX34" fmla="*/ 2445544 w 3438525"/>
                <a:gd name="connsiteY34" fmla="*/ 1816894 h 3695700"/>
                <a:gd name="connsiteX35" fmla="*/ 2594134 w 3438525"/>
                <a:gd name="connsiteY35" fmla="*/ 1816894 h 3695700"/>
                <a:gd name="connsiteX36" fmla="*/ 2660809 w 3438525"/>
                <a:gd name="connsiteY36" fmla="*/ 1883569 h 3695700"/>
                <a:gd name="connsiteX37" fmla="*/ 2594134 w 3438525"/>
                <a:gd name="connsiteY37" fmla="*/ 1950244 h 3695700"/>
                <a:gd name="connsiteX38" fmla="*/ 849154 w 3438525"/>
                <a:gd name="connsiteY38" fmla="*/ 1950244 h 3695700"/>
                <a:gd name="connsiteX39" fmla="*/ 778669 w 3438525"/>
                <a:gd name="connsiteY39" fmla="*/ 1886426 h 3695700"/>
                <a:gd name="connsiteX40" fmla="*/ 778669 w 3438525"/>
                <a:gd name="connsiteY40" fmla="*/ 623411 h 3695700"/>
                <a:gd name="connsiteX41" fmla="*/ 544354 w 3438525"/>
                <a:gd name="connsiteY41" fmla="*/ 2445544 h 3695700"/>
                <a:gd name="connsiteX42" fmla="*/ 2897981 w 3438525"/>
                <a:gd name="connsiteY42" fmla="*/ 2445544 h 3695700"/>
                <a:gd name="connsiteX43" fmla="*/ 2964656 w 3438525"/>
                <a:gd name="connsiteY43" fmla="*/ 2512219 h 3695700"/>
                <a:gd name="connsiteX44" fmla="*/ 2897981 w 3438525"/>
                <a:gd name="connsiteY44" fmla="*/ 2578894 h 3695700"/>
                <a:gd name="connsiteX45" fmla="*/ 544354 w 3438525"/>
                <a:gd name="connsiteY45" fmla="*/ 2578894 h 3695700"/>
                <a:gd name="connsiteX46" fmla="*/ 477679 w 3438525"/>
                <a:gd name="connsiteY46" fmla="*/ 2512219 h 3695700"/>
                <a:gd name="connsiteX47" fmla="*/ 544354 w 3438525"/>
                <a:gd name="connsiteY47" fmla="*/ 2445544 h 3695700"/>
                <a:gd name="connsiteX48" fmla="*/ 544354 w 3438525"/>
                <a:gd name="connsiteY48" fmla="*/ 2921794 h 3695700"/>
                <a:gd name="connsiteX49" fmla="*/ 2897981 w 3438525"/>
                <a:gd name="connsiteY49" fmla="*/ 2921794 h 3695700"/>
                <a:gd name="connsiteX50" fmla="*/ 2964656 w 3438525"/>
                <a:gd name="connsiteY50" fmla="*/ 2988469 h 3695700"/>
                <a:gd name="connsiteX51" fmla="*/ 2897981 w 3438525"/>
                <a:gd name="connsiteY51" fmla="*/ 3055144 h 3695700"/>
                <a:gd name="connsiteX52" fmla="*/ 544354 w 3438525"/>
                <a:gd name="connsiteY52" fmla="*/ 3055144 h 3695700"/>
                <a:gd name="connsiteX53" fmla="*/ 477679 w 3438525"/>
                <a:gd name="connsiteY53" fmla="*/ 2988469 h 3695700"/>
                <a:gd name="connsiteX54" fmla="*/ 544354 w 3438525"/>
                <a:gd name="connsiteY54" fmla="*/ 2921794 h 3695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438525" h="3695700">
                  <a:moveTo>
                    <a:pt x="3323749" y="3598069"/>
                  </a:moveTo>
                  <a:cubicBezTo>
                    <a:pt x="3383756" y="3598069"/>
                    <a:pt x="3436144" y="3554254"/>
                    <a:pt x="3436144" y="3499009"/>
                  </a:cubicBezTo>
                  <a:lnTo>
                    <a:pt x="3436144" y="106204"/>
                  </a:lnTo>
                  <a:cubicBezTo>
                    <a:pt x="3436144" y="51911"/>
                    <a:pt x="3383756" y="7144"/>
                    <a:pt x="3323749" y="7144"/>
                  </a:cubicBezTo>
                  <a:lnTo>
                    <a:pt x="119539" y="7144"/>
                  </a:lnTo>
                  <a:cubicBezTo>
                    <a:pt x="59531" y="7144"/>
                    <a:pt x="7144" y="51911"/>
                    <a:pt x="7144" y="106204"/>
                  </a:cubicBezTo>
                  <a:lnTo>
                    <a:pt x="7144" y="3692366"/>
                  </a:lnTo>
                  <a:cubicBezTo>
                    <a:pt x="83344" y="3634264"/>
                    <a:pt x="171926" y="3598069"/>
                    <a:pt x="270986" y="3598069"/>
                  </a:cubicBezTo>
                  <a:lnTo>
                    <a:pt x="3323749" y="3598069"/>
                  </a:lnTo>
                  <a:close/>
                  <a:moveTo>
                    <a:pt x="778669" y="623411"/>
                  </a:moveTo>
                  <a:cubicBezTo>
                    <a:pt x="778669" y="586264"/>
                    <a:pt x="808196" y="556736"/>
                    <a:pt x="845344" y="556736"/>
                  </a:cubicBezTo>
                  <a:cubicBezTo>
                    <a:pt x="882491" y="556736"/>
                    <a:pt x="912019" y="586264"/>
                    <a:pt x="912019" y="623411"/>
                  </a:cubicBezTo>
                  <a:lnTo>
                    <a:pt x="912019" y="1816894"/>
                  </a:lnTo>
                  <a:lnTo>
                    <a:pt x="1045369" y="1816894"/>
                  </a:lnTo>
                  <a:lnTo>
                    <a:pt x="1045369" y="1014889"/>
                  </a:lnTo>
                  <a:cubicBezTo>
                    <a:pt x="1044416" y="997744"/>
                    <a:pt x="1051084" y="981551"/>
                    <a:pt x="1062514" y="969169"/>
                  </a:cubicBezTo>
                  <a:cubicBezTo>
                    <a:pt x="1073944" y="956786"/>
                    <a:pt x="1091089" y="950119"/>
                    <a:pt x="1108234" y="950119"/>
                  </a:cubicBezTo>
                  <a:lnTo>
                    <a:pt x="1397794" y="950119"/>
                  </a:lnTo>
                  <a:cubicBezTo>
                    <a:pt x="1414939" y="949166"/>
                    <a:pt x="1432084" y="955834"/>
                    <a:pt x="1444466" y="968216"/>
                  </a:cubicBezTo>
                  <a:cubicBezTo>
                    <a:pt x="1456849" y="980599"/>
                    <a:pt x="1464469" y="996791"/>
                    <a:pt x="1464469" y="1014889"/>
                  </a:cubicBezTo>
                  <a:lnTo>
                    <a:pt x="1464469" y="1816894"/>
                  </a:lnTo>
                  <a:lnTo>
                    <a:pt x="1531144" y="1816894"/>
                  </a:lnTo>
                  <a:lnTo>
                    <a:pt x="1531144" y="1247299"/>
                  </a:lnTo>
                  <a:cubicBezTo>
                    <a:pt x="1532096" y="1210151"/>
                    <a:pt x="1562576" y="1179671"/>
                    <a:pt x="1599724" y="1178719"/>
                  </a:cubicBezTo>
                  <a:lnTo>
                    <a:pt x="1889284" y="1178719"/>
                  </a:lnTo>
                  <a:cubicBezTo>
                    <a:pt x="1927384" y="1179671"/>
                    <a:pt x="1957864" y="1209199"/>
                    <a:pt x="1959769" y="1247299"/>
                  </a:cubicBezTo>
                  <a:lnTo>
                    <a:pt x="1959769" y="1816894"/>
                  </a:lnTo>
                  <a:lnTo>
                    <a:pt x="2026444" y="1816894"/>
                  </a:lnTo>
                  <a:lnTo>
                    <a:pt x="2026444" y="808196"/>
                  </a:lnTo>
                  <a:cubicBezTo>
                    <a:pt x="2026444" y="790099"/>
                    <a:pt x="2032159" y="773906"/>
                    <a:pt x="2044541" y="760571"/>
                  </a:cubicBezTo>
                  <a:cubicBezTo>
                    <a:pt x="2056924" y="748189"/>
                    <a:pt x="2073116" y="740569"/>
                    <a:pt x="2091214" y="740569"/>
                  </a:cubicBezTo>
                  <a:lnTo>
                    <a:pt x="2380774" y="740569"/>
                  </a:lnTo>
                  <a:cubicBezTo>
                    <a:pt x="2398871" y="740569"/>
                    <a:pt x="2415064" y="748189"/>
                    <a:pt x="2427446" y="760571"/>
                  </a:cubicBezTo>
                  <a:cubicBezTo>
                    <a:pt x="2439829" y="772954"/>
                    <a:pt x="2446496" y="790099"/>
                    <a:pt x="2445544" y="808196"/>
                  </a:cubicBezTo>
                  <a:lnTo>
                    <a:pt x="2445544" y="1816894"/>
                  </a:lnTo>
                  <a:lnTo>
                    <a:pt x="2594134" y="1816894"/>
                  </a:lnTo>
                  <a:cubicBezTo>
                    <a:pt x="2631281" y="1816894"/>
                    <a:pt x="2660809" y="1846421"/>
                    <a:pt x="2660809" y="1883569"/>
                  </a:cubicBezTo>
                  <a:cubicBezTo>
                    <a:pt x="2660809" y="1920716"/>
                    <a:pt x="2631281" y="1950244"/>
                    <a:pt x="2594134" y="1950244"/>
                  </a:cubicBezTo>
                  <a:lnTo>
                    <a:pt x="849154" y="1950244"/>
                  </a:lnTo>
                  <a:cubicBezTo>
                    <a:pt x="812006" y="1950244"/>
                    <a:pt x="778669" y="1923574"/>
                    <a:pt x="778669" y="1886426"/>
                  </a:cubicBezTo>
                  <a:lnTo>
                    <a:pt x="778669" y="623411"/>
                  </a:lnTo>
                  <a:close/>
                  <a:moveTo>
                    <a:pt x="544354" y="2445544"/>
                  </a:moveTo>
                  <a:lnTo>
                    <a:pt x="2897981" y="2445544"/>
                  </a:lnTo>
                  <a:cubicBezTo>
                    <a:pt x="2935129" y="2445544"/>
                    <a:pt x="2964656" y="2475071"/>
                    <a:pt x="2964656" y="2512219"/>
                  </a:cubicBezTo>
                  <a:cubicBezTo>
                    <a:pt x="2964656" y="2549366"/>
                    <a:pt x="2935129" y="2578894"/>
                    <a:pt x="2897981" y="2578894"/>
                  </a:cubicBezTo>
                  <a:lnTo>
                    <a:pt x="544354" y="2578894"/>
                  </a:lnTo>
                  <a:cubicBezTo>
                    <a:pt x="507206" y="2578894"/>
                    <a:pt x="477679" y="2549366"/>
                    <a:pt x="477679" y="2512219"/>
                  </a:cubicBezTo>
                  <a:cubicBezTo>
                    <a:pt x="477679" y="2475071"/>
                    <a:pt x="508159" y="2445544"/>
                    <a:pt x="544354" y="2445544"/>
                  </a:cubicBezTo>
                  <a:close/>
                  <a:moveTo>
                    <a:pt x="544354" y="2921794"/>
                  </a:moveTo>
                  <a:lnTo>
                    <a:pt x="2897981" y="2921794"/>
                  </a:lnTo>
                  <a:cubicBezTo>
                    <a:pt x="2935129" y="2921794"/>
                    <a:pt x="2964656" y="2951321"/>
                    <a:pt x="2964656" y="2988469"/>
                  </a:cubicBezTo>
                  <a:cubicBezTo>
                    <a:pt x="2964656" y="3025616"/>
                    <a:pt x="2935129" y="3055144"/>
                    <a:pt x="2897981" y="3055144"/>
                  </a:cubicBezTo>
                  <a:lnTo>
                    <a:pt x="544354" y="3055144"/>
                  </a:lnTo>
                  <a:cubicBezTo>
                    <a:pt x="507206" y="3055144"/>
                    <a:pt x="477679" y="3025616"/>
                    <a:pt x="477679" y="2988469"/>
                  </a:cubicBezTo>
                  <a:cubicBezTo>
                    <a:pt x="477679" y="2951321"/>
                    <a:pt x="508159" y="2921794"/>
                    <a:pt x="544354" y="29217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66648B62-8053-408D-8517-3FB6302F32C3}"/>
                </a:ext>
              </a:extLst>
            </p:cNvPr>
            <p:cNvSpPr/>
            <p:nvPr/>
          </p:nvSpPr>
          <p:spPr>
            <a:xfrm>
              <a:off x="6184106" y="2774156"/>
              <a:ext cx="171450" cy="514350"/>
            </a:xfrm>
            <a:custGeom>
              <a:avLst/>
              <a:gdLst>
                <a:gd name="connsiteX0" fmla="*/ 7144 w 171450"/>
                <a:gd name="connsiteY0" fmla="*/ 7144 h 514350"/>
                <a:gd name="connsiteX1" fmla="*/ 169069 w 171450"/>
                <a:gd name="connsiteY1" fmla="*/ 7144 h 514350"/>
                <a:gd name="connsiteX2" fmla="*/ 169069 w 171450"/>
                <a:gd name="connsiteY2" fmla="*/ 511969 h 514350"/>
                <a:gd name="connsiteX3" fmla="*/ 7144 w 171450"/>
                <a:gd name="connsiteY3" fmla="*/ 511969 h 514350"/>
                <a:gd name="connsiteX4" fmla="*/ 7144 w 171450"/>
                <a:gd name="connsiteY4" fmla="*/ 7144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514350">
                  <a:moveTo>
                    <a:pt x="7144" y="7144"/>
                  </a:moveTo>
                  <a:lnTo>
                    <a:pt x="169069" y="7144"/>
                  </a:lnTo>
                  <a:lnTo>
                    <a:pt x="169069" y="511969"/>
                  </a:lnTo>
                  <a:lnTo>
                    <a:pt x="7144" y="51196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4E88DEE4-65FB-4448-A2F0-6ABDD09BC929}"/>
                </a:ext>
              </a:extLst>
            </p:cNvPr>
            <p:cNvSpPr/>
            <p:nvPr/>
          </p:nvSpPr>
          <p:spPr>
            <a:xfrm>
              <a:off x="6679406" y="2336006"/>
              <a:ext cx="161925" cy="952500"/>
            </a:xfrm>
            <a:custGeom>
              <a:avLst/>
              <a:gdLst>
                <a:gd name="connsiteX0" fmla="*/ 7144 w 161925"/>
                <a:gd name="connsiteY0" fmla="*/ 7144 h 952500"/>
                <a:gd name="connsiteX1" fmla="*/ 159544 w 161925"/>
                <a:gd name="connsiteY1" fmla="*/ 7144 h 952500"/>
                <a:gd name="connsiteX2" fmla="*/ 159544 w 161925"/>
                <a:gd name="connsiteY2" fmla="*/ 950119 h 952500"/>
                <a:gd name="connsiteX3" fmla="*/ 7144 w 161925"/>
                <a:gd name="connsiteY3" fmla="*/ 950119 h 952500"/>
                <a:gd name="connsiteX4" fmla="*/ 7144 w 161925"/>
                <a:gd name="connsiteY4" fmla="*/ 7144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952500">
                  <a:moveTo>
                    <a:pt x="7144" y="7144"/>
                  </a:moveTo>
                  <a:lnTo>
                    <a:pt x="159544" y="7144"/>
                  </a:lnTo>
                  <a:lnTo>
                    <a:pt x="159544" y="950119"/>
                  </a:lnTo>
                  <a:lnTo>
                    <a:pt x="7144" y="95011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8" name="Graphic 32">
            <a:extLst>
              <a:ext uri="{FF2B5EF4-FFF2-40B4-BE49-F238E27FC236}">
                <a16:creationId xmlns:a16="http://schemas.microsoft.com/office/drawing/2014/main" id="{FA2F44B8-723C-4964-AB86-1AFC91F00821}"/>
              </a:ext>
            </a:extLst>
          </p:cNvPr>
          <p:cNvSpPr>
            <a:spLocks noChangeAspect="1"/>
          </p:cNvSpPr>
          <p:nvPr/>
        </p:nvSpPr>
        <p:spPr>
          <a:xfrm>
            <a:off x="5300293" y="5716234"/>
            <a:ext cx="558437" cy="502920"/>
          </a:xfrm>
          <a:custGeom>
            <a:avLst/>
            <a:gdLst>
              <a:gd name="connsiteX0" fmla="*/ 4396264 w 4886325"/>
              <a:gd name="connsiteY0" fmla="*/ 7147 h 4400550"/>
              <a:gd name="connsiteX1" fmla="*/ 3908584 w 4886325"/>
              <a:gd name="connsiteY1" fmla="*/ 492922 h 4400550"/>
              <a:gd name="connsiteX2" fmla="*/ 4045744 w 4886325"/>
              <a:gd name="connsiteY2" fmla="*/ 832012 h 4400550"/>
              <a:gd name="connsiteX3" fmla="*/ 3155156 w 4886325"/>
              <a:gd name="connsiteY3" fmla="*/ 2614140 h 4400550"/>
              <a:gd name="connsiteX4" fmla="*/ 3096101 w 4886325"/>
              <a:gd name="connsiteY4" fmla="*/ 2608425 h 4400550"/>
              <a:gd name="connsiteX5" fmla="*/ 2912269 w 4886325"/>
              <a:gd name="connsiteY5" fmla="*/ 2644619 h 4400550"/>
              <a:gd name="connsiteX6" fmla="*/ 2220754 w 4886325"/>
              <a:gd name="connsiteY6" fmla="*/ 1866427 h 4400550"/>
              <a:gd name="connsiteX7" fmla="*/ 2283619 w 4886325"/>
              <a:gd name="connsiteY7" fmla="*/ 1632112 h 4400550"/>
              <a:gd name="connsiteX8" fmla="*/ 1795939 w 4886325"/>
              <a:gd name="connsiteY8" fmla="*/ 1144432 h 4400550"/>
              <a:gd name="connsiteX9" fmla="*/ 1308259 w 4886325"/>
              <a:gd name="connsiteY9" fmla="*/ 1632112 h 4400550"/>
              <a:gd name="connsiteX10" fmla="*/ 1428274 w 4886325"/>
              <a:gd name="connsiteY10" fmla="*/ 1948342 h 4400550"/>
              <a:gd name="connsiteX11" fmla="*/ 581501 w 4886325"/>
              <a:gd name="connsiteY11" fmla="*/ 3429479 h 4400550"/>
              <a:gd name="connsiteX12" fmla="*/ 494824 w 4886325"/>
              <a:gd name="connsiteY12" fmla="*/ 3420907 h 4400550"/>
              <a:gd name="connsiteX13" fmla="*/ 7144 w 4886325"/>
              <a:gd name="connsiteY13" fmla="*/ 3908587 h 4400550"/>
              <a:gd name="connsiteX14" fmla="*/ 494824 w 4886325"/>
              <a:gd name="connsiteY14" fmla="*/ 4396267 h 4400550"/>
              <a:gd name="connsiteX15" fmla="*/ 982504 w 4886325"/>
              <a:gd name="connsiteY15" fmla="*/ 3908587 h 4400550"/>
              <a:gd name="connsiteX16" fmla="*/ 862489 w 4886325"/>
              <a:gd name="connsiteY16" fmla="*/ 3592357 h 4400550"/>
              <a:gd name="connsiteX17" fmla="*/ 1708309 w 4886325"/>
              <a:gd name="connsiteY17" fmla="*/ 2111219 h 4400550"/>
              <a:gd name="connsiteX18" fmla="*/ 1977866 w 4886325"/>
              <a:gd name="connsiteY18" fmla="*/ 2083597 h 4400550"/>
              <a:gd name="connsiteX19" fmla="*/ 2669381 w 4886325"/>
              <a:gd name="connsiteY19" fmla="*/ 2861790 h 4400550"/>
              <a:gd name="connsiteX20" fmla="*/ 2607469 w 4886325"/>
              <a:gd name="connsiteY20" fmla="*/ 3096104 h 4400550"/>
              <a:gd name="connsiteX21" fmla="*/ 3093244 w 4886325"/>
              <a:gd name="connsiteY21" fmla="*/ 3585690 h 4400550"/>
              <a:gd name="connsiteX22" fmla="*/ 3582829 w 4886325"/>
              <a:gd name="connsiteY22" fmla="*/ 3099915 h 4400550"/>
              <a:gd name="connsiteX23" fmla="*/ 3445669 w 4886325"/>
              <a:gd name="connsiteY23" fmla="*/ 2758919 h 4400550"/>
              <a:gd name="connsiteX24" fmla="*/ 4336256 w 4886325"/>
              <a:gd name="connsiteY24" fmla="*/ 976792 h 4400550"/>
              <a:gd name="connsiteX25" fmla="*/ 4395312 w 4886325"/>
              <a:gd name="connsiteY25" fmla="*/ 982507 h 4400550"/>
              <a:gd name="connsiteX26" fmla="*/ 4882991 w 4886325"/>
              <a:gd name="connsiteY26" fmla="*/ 494827 h 4400550"/>
              <a:gd name="connsiteX27" fmla="*/ 4396264 w 4886325"/>
              <a:gd name="connsiteY27" fmla="*/ 7147 h 440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886325" h="4400550">
                <a:moveTo>
                  <a:pt x="4396264" y="7147"/>
                </a:moveTo>
                <a:cubicBezTo>
                  <a:pt x="4127659" y="6194"/>
                  <a:pt x="3909536" y="224317"/>
                  <a:pt x="3908584" y="492922"/>
                </a:cubicBezTo>
                <a:cubicBezTo>
                  <a:pt x="3908584" y="619604"/>
                  <a:pt x="3957161" y="741524"/>
                  <a:pt x="4045744" y="832012"/>
                </a:cubicBezTo>
                <a:lnTo>
                  <a:pt x="3155156" y="2614140"/>
                </a:lnTo>
                <a:cubicBezTo>
                  <a:pt x="3136106" y="2611282"/>
                  <a:pt x="3116104" y="2608425"/>
                  <a:pt x="3096101" y="2608425"/>
                </a:cubicBezTo>
                <a:cubicBezTo>
                  <a:pt x="3033236" y="2608425"/>
                  <a:pt x="2970371" y="2620807"/>
                  <a:pt x="2912269" y="2644619"/>
                </a:cubicBezTo>
                <a:lnTo>
                  <a:pt x="2220754" y="1866427"/>
                </a:lnTo>
                <a:cubicBezTo>
                  <a:pt x="2260759" y="1794989"/>
                  <a:pt x="2282666" y="1714979"/>
                  <a:pt x="2283619" y="1632112"/>
                </a:cubicBezTo>
                <a:cubicBezTo>
                  <a:pt x="2283619" y="1362554"/>
                  <a:pt x="2065496" y="1144432"/>
                  <a:pt x="1795939" y="1144432"/>
                </a:cubicBezTo>
                <a:cubicBezTo>
                  <a:pt x="1526381" y="1144432"/>
                  <a:pt x="1308259" y="1362554"/>
                  <a:pt x="1308259" y="1632112"/>
                </a:cubicBezTo>
                <a:cubicBezTo>
                  <a:pt x="1309211" y="1748317"/>
                  <a:pt x="1351121" y="1860712"/>
                  <a:pt x="1428274" y="1948342"/>
                </a:cubicBezTo>
                <a:lnTo>
                  <a:pt x="581501" y="3429479"/>
                </a:lnTo>
                <a:cubicBezTo>
                  <a:pt x="552926" y="3423765"/>
                  <a:pt x="523399" y="3420907"/>
                  <a:pt x="494824" y="3420907"/>
                </a:cubicBezTo>
                <a:cubicBezTo>
                  <a:pt x="225266" y="3420907"/>
                  <a:pt x="7144" y="3639029"/>
                  <a:pt x="7144" y="3908587"/>
                </a:cubicBezTo>
                <a:cubicBezTo>
                  <a:pt x="7144" y="4178144"/>
                  <a:pt x="225266" y="4396267"/>
                  <a:pt x="494824" y="4396267"/>
                </a:cubicBezTo>
                <a:cubicBezTo>
                  <a:pt x="764381" y="4396267"/>
                  <a:pt x="982504" y="4178144"/>
                  <a:pt x="982504" y="3908587"/>
                </a:cubicBezTo>
                <a:cubicBezTo>
                  <a:pt x="981551" y="3792382"/>
                  <a:pt x="939641" y="3679987"/>
                  <a:pt x="862489" y="3592357"/>
                </a:cubicBezTo>
                <a:lnTo>
                  <a:pt x="1708309" y="2111219"/>
                </a:lnTo>
                <a:cubicBezTo>
                  <a:pt x="1798796" y="2129317"/>
                  <a:pt x="1893094" y="2119792"/>
                  <a:pt x="1977866" y="2083597"/>
                </a:cubicBezTo>
                <a:lnTo>
                  <a:pt x="2669381" y="2861790"/>
                </a:lnTo>
                <a:cubicBezTo>
                  <a:pt x="2629376" y="2933227"/>
                  <a:pt x="2608421" y="3014190"/>
                  <a:pt x="2607469" y="3096104"/>
                </a:cubicBezTo>
                <a:cubicBezTo>
                  <a:pt x="2606516" y="3365662"/>
                  <a:pt x="2824639" y="3584737"/>
                  <a:pt x="3093244" y="3585690"/>
                </a:cubicBezTo>
                <a:cubicBezTo>
                  <a:pt x="3362801" y="3586642"/>
                  <a:pt x="3581876" y="3368519"/>
                  <a:pt x="3582829" y="3099915"/>
                </a:cubicBezTo>
                <a:cubicBezTo>
                  <a:pt x="3582829" y="2973232"/>
                  <a:pt x="3534251" y="2850359"/>
                  <a:pt x="3445669" y="2758919"/>
                </a:cubicBezTo>
                <a:lnTo>
                  <a:pt x="4336256" y="976792"/>
                </a:lnTo>
                <a:cubicBezTo>
                  <a:pt x="4355306" y="979649"/>
                  <a:pt x="4375309" y="982507"/>
                  <a:pt x="4395312" y="982507"/>
                </a:cubicBezTo>
                <a:cubicBezTo>
                  <a:pt x="4664869" y="982507"/>
                  <a:pt x="4882991" y="764384"/>
                  <a:pt x="4882991" y="494827"/>
                </a:cubicBezTo>
                <a:cubicBezTo>
                  <a:pt x="4882991" y="225269"/>
                  <a:pt x="4665822" y="7147"/>
                  <a:pt x="4396264" y="7147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69" name="Graphic 33">
            <a:extLst>
              <a:ext uri="{FF2B5EF4-FFF2-40B4-BE49-F238E27FC236}">
                <a16:creationId xmlns:a16="http://schemas.microsoft.com/office/drawing/2014/main" id="{92A5793F-2FBD-4058-B095-9136024F3722}"/>
              </a:ext>
            </a:extLst>
          </p:cNvPr>
          <p:cNvGrpSpPr>
            <a:grpSpLocks noChangeAspect="1"/>
          </p:cNvGrpSpPr>
          <p:nvPr/>
        </p:nvGrpSpPr>
        <p:grpSpPr>
          <a:xfrm>
            <a:off x="6435819" y="5716234"/>
            <a:ext cx="543200" cy="502920"/>
            <a:chOff x="4000500" y="1500188"/>
            <a:chExt cx="4495800" cy="41624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880C506-B7ED-4A06-8BA5-C099E643FA8B}"/>
                </a:ext>
              </a:extLst>
            </p:cNvPr>
            <p:cNvSpPr/>
            <p:nvPr/>
          </p:nvSpPr>
          <p:spPr>
            <a:xfrm>
              <a:off x="7955756" y="1569244"/>
              <a:ext cx="161925" cy="161925"/>
            </a:xfrm>
            <a:custGeom>
              <a:avLst/>
              <a:gdLst>
                <a:gd name="connsiteX0" fmla="*/ 159544 w 161925"/>
                <a:gd name="connsiteY0" fmla="*/ 83344 h 161925"/>
                <a:gd name="connsiteX1" fmla="*/ 83344 w 161925"/>
                <a:gd name="connsiteY1" fmla="*/ 159544 h 161925"/>
                <a:gd name="connsiteX2" fmla="*/ 7144 w 161925"/>
                <a:gd name="connsiteY2" fmla="*/ 83344 h 161925"/>
                <a:gd name="connsiteX3" fmla="*/ 83344 w 161925"/>
                <a:gd name="connsiteY3" fmla="*/ 7144 h 161925"/>
                <a:gd name="connsiteX4" fmla="*/ 159544 w 161925"/>
                <a:gd name="connsiteY4" fmla="*/ 833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159544" y="83344"/>
                  </a:moveTo>
                  <a:cubicBezTo>
                    <a:pt x="159544" y="125254"/>
                    <a:pt x="125254" y="159544"/>
                    <a:pt x="83344" y="159544"/>
                  </a:cubicBezTo>
                  <a:cubicBezTo>
                    <a:pt x="41434" y="159544"/>
                    <a:pt x="7144" y="125254"/>
                    <a:pt x="7144" y="83344"/>
                  </a:cubicBezTo>
                  <a:cubicBezTo>
                    <a:pt x="7144" y="41434"/>
                    <a:pt x="41434" y="7144"/>
                    <a:pt x="83344" y="7144"/>
                  </a:cubicBezTo>
                  <a:cubicBezTo>
                    <a:pt x="125254" y="7144"/>
                    <a:pt x="159544" y="41434"/>
                    <a:pt x="159544" y="83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DF63C3AE-1A25-4A4B-873A-2706416628AD}"/>
                </a:ext>
              </a:extLst>
            </p:cNvPr>
            <p:cNvSpPr/>
            <p:nvPr/>
          </p:nvSpPr>
          <p:spPr>
            <a:xfrm>
              <a:off x="7803356" y="2331244"/>
              <a:ext cx="161925" cy="161925"/>
            </a:xfrm>
            <a:custGeom>
              <a:avLst/>
              <a:gdLst>
                <a:gd name="connsiteX0" fmla="*/ 159544 w 161925"/>
                <a:gd name="connsiteY0" fmla="*/ 83344 h 161925"/>
                <a:gd name="connsiteX1" fmla="*/ 83344 w 161925"/>
                <a:gd name="connsiteY1" fmla="*/ 159544 h 161925"/>
                <a:gd name="connsiteX2" fmla="*/ 7144 w 161925"/>
                <a:gd name="connsiteY2" fmla="*/ 83344 h 161925"/>
                <a:gd name="connsiteX3" fmla="*/ 83344 w 161925"/>
                <a:gd name="connsiteY3" fmla="*/ 7144 h 161925"/>
                <a:gd name="connsiteX4" fmla="*/ 159544 w 161925"/>
                <a:gd name="connsiteY4" fmla="*/ 833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159544" y="83344"/>
                  </a:moveTo>
                  <a:cubicBezTo>
                    <a:pt x="159544" y="125254"/>
                    <a:pt x="125254" y="159544"/>
                    <a:pt x="83344" y="159544"/>
                  </a:cubicBezTo>
                  <a:cubicBezTo>
                    <a:pt x="41434" y="159544"/>
                    <a:pt x="7144" y="125254"/>
                    <a:pt x="7144" y="83344"/>
                  </a:cubicBezTo>
                  <a:cubicBezTo>
                    <a:pt x="7144" y="41434"/>
                    <a:pt x="41434" y="7144"/>
                    <a:pt x="83344" y="7144"/>
                  </a:cubicBezTo>
                  <a:cubicBezTo>
                    <a:pt x="125254" y="7144"/>
                    <a:pt x="159544" y="41434"/>
                    <a:pt x="159544" y="83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A0B0D90B-42B0-413C-8EF3-B756770E9D50}"/>
                </a:ext>
              </a:extLst>
            </p:cNvPr>
            <p:cNvSpPr/>
            <p:nvPr/>
          </p:nvSpPr>
          <p:spPr>
            <a:xfrm>
              <a:off x="3992880" y="1492897"/>
              <a:ext cx="3667125" cy="3667125"/>
            </a:xfrm>
            <a:custGeom>
              <a:avLst/>
              <a:gdLst>
                <a:gd name="connsiteX0" fmla="*/ 3665220 w 3667125"/>
                <a:gd name="connsiteY0" fmla="*/ 1836091 h 3667125"/>
                <a:gd name="connsiteX1" fmla="*/ 2536508 w 3667125"/>
                <a:gd name="connsiteY1" fmla="*/ 146356 h 3667125"/>
                <a:gd name="connsiteX2" fmla="*/ 542925 w 3667125"/>
                <a:gd name="connsiteY2" fmla="*/ 542596 h 3667125"/>
                <a:gd name="connsiteX3" fmla="*/ 542925 w 3667125"/>
                <a:gd name="connsiteY3" fmla="*/ 3128633 h 3667125"/>
                <a:gd name="connsiteX4" fmla="*/ 3128963 w 3667125"/>
                <a:gd name="connsiteY4" fmla="*/ 3128633 h 3667125"/>
                <a:gd name="connsiteX5" fmla="*/ 3665220 w 3667125"/>
                <a:gd name="connsiteY5" fmla="*/ 1836091 h 3667125"/>
                <a:gd name="connsiteX6" fmla="*/ 1836420 w 3667125"/>
                <a:gd name="connsiteY6" fmla="*/ 3512491 h 3667125"/>
                <a:gd name="connsiteX7" fmla="*/ 195263 w 3667125"/>
                <a:gd name="connsiteY7" fmla="*/ 2163751 h 3667125"/>
                <a:gd name="connsiteX8" fmla="*/ 1198245 w 3667125"/>
                <a:gd name="connsiteY8" fmla="*/ 290183 h 3667125"/>
                <a:gd name="connsiteX9" fmla="*/ 3230880 w 3667125"/>
                <a:gd name="connsiteY9" fmla="*/ 907403 h 3667125"/>
                <a:gd name="connsiteX10" fmla="*/ 3022283 w 3667125"/>
                <a:gd name="connsiteY10" fmla="*/ 3021953 h 3667125"/>
                <a:gd name="connsiteX11" fmla="*/ 1836420 w 3667125"/>
                <a:gd name="connsiteY11" fmla="*/ 3512491 h 3667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67125" h="3667125">
                  <a:moveTo>
                    <a:pt x="3665220" y="1836091"/>
                  </a:moveTo>
                  <a:cubicBezTo>
                    <a:pt x="3665220" y="1095998"/>
                    <a:pt x="3219450" y="429248"/>
                    <a:pt x="2536508" y="146356"/>
                  </a:cubicBezTo>
                  <a:cubicBezTo>
                    <a:pt x="1853565" y="-136537"/>
                    <a:pt x="1065848" y="19673"/>
                    <a:pt x="542925" y="542596"/>
                  </a:cubicBezTo>
                  <a:cubicBezTo>
                    <a:pt x="-171450" y="1256971"/>
                    <a:pt x="-171450" y="2414258"/>
                    <a:pt x="542925" y="3128633"/>
                  </a:cubicBezTo>
                  <a:cubicBezTo>
                    <a:pt x="1257300" y="3843008"/>
                    <a:pt x="2414588" y="3843008"/>
                    <a:pt x="3128963" y="3128633"/>
                  </a:cubicBezTo>
                  <a:cubicBezTo>
                    <a:pt x="3473768" y="2786686"/>
                    <a:pt x="3666173" y="2321866"/>
                    <a:pt x="3665220" y="1836091"/>
                  </a:cubicBezTo>
                  <a:close/>
                  <a:moveTo>
                    <a:pt x="1836420" y="3512491"/>
                  </a:moveTo>
                  <a:cubicBezTo>
                    <a:pt x="1037273" y="3511538"/>
                    <a:pt x="350520" y="2946706"/>
                    <a:pt x="195263" y="2163751"/>
                  </a:cubicBezTo>
                  <a:cubicBezTo>
                    <a:pt x="40005" y="1380796"/>
                    <a:pt x="460058" y="595936"/>
                    <a:pt x="1198245" y="290183"/>
                  </a:cubicBezTo>
                  <a:cubicBezTo>
                    <a:pt x="1936433" y="-15569"/>
                    <a:pt x="2787015" y="243511"/>
                    <a:pt x="3230880" y="907403"/>
                  </a:cubicBezTo>
                  <a:cubicBezTo>
                    <a:pt x="3674745" y="1571296"/>
                    <a:pt x="3587115" y="2457121"/>
                    <a:pt x="3022283" y="3021953"/>
                  </a:cubicBezTo>
                  <a:cubicBezTo>
                    <a:pt x="2707958" y="3337231"/>
                    <a:pt x="2281238" y="3514396"/>
                    <a:pt x="1836420" y="35124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A1CD29E0-7990-425B-B884-DE5E64F1E5BF}"/>
                </a:ext>
              </a:extLst>
            </p:cNvPr>
            <p:cNvSpPr/>
            <p:nvPr/>
          </p:nvSpPr>
          <p:spPr>
            <a:xfrm>
              <a:off x="4328636" y="1796564"/>
              <a:ext cx="2962275" cy="1752600"/>
            </a:xfrm>
            <a:custGeom>
              <a:avLst/>
              <a:gdLst>
                <a:gd name="connsiteX0" fmla="*/ 510064 w 2962275"/>
                <a:gd name="connsiteY0" fmla="*/ 922824 h 1752600"/>
                <a:gd name="connsiteX1" fmla="*/ 845344 w 2962275"/>
                <a:gd name="connsiteY1" fmla="*/ 1122849 h 1752600"/>
                <a:gd name="connsiteX2" fmla="*/ 827246 w 2962275"/>
                <a:gd name="connsiteY2" fmla="*/ 1513374 h 1752600"/>
                <a:gd name="connsiteX3" fmla="*/ 1061561 w 2962275"/>
                <a:gd name="connsiteY3" fmla="*/ 1747689 h 1752600"/>
                <a:gd name="connsiteX4" fmla="*/ 1480661 w 2962275"/>
                <a:gd name="connsiteY4" fmla="*/ 1747689 h 1752600"/>
                <a:gd name="connsiteX5" fmla="*/ 1714976 w 2962275"/>
                <a:gd name="connsiteY5" fmla="*/ 1513374 h 1752600"/>
                <a:gd name="connsiteX6" fmla="*/ 1715929 w 2962275"/>
                <a:gd name="connsiteY6" fmla="*/ 1090464 h 1752600"/>
                <a:gd name="connsiteX7" fmla="*/ 2106454 w 2962275"/>
                <a:gd name="connsiteY7" fmla="*/ 928539 h 1752600"/>
                <a:gd name="connsiteX8" fmla="*/ 2405539 w 2962275"/>
                <a:gd name="connsiteY8" fmla="*/ 1226671 h 1752600"/>
                <a:gd name="connsiteX9" fmla="*/ 2838926 w 2962275"/>
                <a:gd name="connsiteY9" fmla="*/ 1226671 h 1752600"/>
                <a:gd name="connsiteX10" fmla="*/ 2961799 w 2962275"/>
                <a:gd name="connsiteY10" fmla="*/ 1103799 h 1752600"/>
                <a:gd name="connsiteX11" fmla="*/ 1436846 w 2962275"/>
                <a:gd name="connsiteY11" fmla="*/ 8424 h 1752600"/>
                <a:gd name="connsiteX12" fmla="*/ 7144 w 2962275"/>
                <a:gd name="connsiteY12" fmla="*/ 1227624 h 1752600"/>
                <a:gd name="connsiteX13" fmla="*/ 136684 w 2962275"/>
                <a:gd name="connsiteY13" fmla="*/ 1227624 h 1752600"/>
                <a:gd name="connsiteX14" fmla="*/ 510064 w 2962275"/>
                <a:gd name="connsiteY14" fmla="*/ 922824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62275" h="1752600">
                  <a:moveTo>
                    <a:pt x="510064" y="922824"/>
                  </a:moveTo>
                  <a:cubicBezTo>
                    <a:pt x="650081" y="922824"/>
                    <a:pt x="779621" y="999976"/>
                    <a:pt x="845344" y="1122849"/>
                  </a:cubicBezTo>
                  <a:cubicBezTo>
                    <a:pt x="912019" y="1246674"/>
                    <a:pt x="904399" y="1396216"/>
                    <a:pt x="827246" y="1513374"/>
                  </a:cubicBezTo>
                  <a:lnTo>
                    <a:pt x="1061561" y="1747689"/>
                  </a:lnTo>
                  <a:cubicBezTo>
                    <a:pt x="1188244" y="1662916"/>
                    <a:pt x="1353979" y="1662916"/>
                    <a:pt x="1480661" y="1747689"/>
                  </a:cubicBezTo>
                  <a:lnTo>
                    <a:pt x="1714976" y="1513374"/>
                  </a:lnTo>
                  <a:cubicBezTo>
                    <a:pt x="1630204" y="1384786"/>
                    <a:pt x="1630204" y="1218099"/>
                    <a:pt x="1715929" y="1090464"/>
                  </a:cubicBezTo>
                  <a:cubicBezTo>
                    <a:pt x="1801654" y="962829"/>
                    <a:pt x="1955959" y="899011"/>
                    <a:pt x="2106454" y="928539"/>
                  </a:cubicBezTo>
                  <a:cubicBezTo>
                    <a:pt x="2256949" y="958066"/>
                    <a:pt x="2375059" y="1076176"/>
                    <a:pt x="2405539" y="1226671"/>
                  </a:cubicBezTo>
                  <a:lnTo>
                    <a:pt x="2838926" y="1226671"/>
                  </a:lnTo>
                  <a:lnTo>
                    <a:pt x="2961799" y="1103799"/>
                  </a:lnTo>
                  <a:cubicBezTo>
                    <a:pt x="2767489" y="432286"/>
                    <a:pt x="2137886" y="-20151"/>
                    <a:pt x="1436846" y="8424"/>
                  </a:cubicBezTo>
                  <a:cubicBezTo>
                    <a:pt x="736759" y="37951"/>
                    <a:pt x="147161" y="540871"/>
                    <a:pt x="7144" y="1227624"/>
                  </a:cubicBezTo>
                  <a:lnTo>
                    <a:pt x="136684" y="1227624"/>
                  </a:lnTo>
                  <a:cubicBezTo>
                    <a:pt x="172879" y="1050459"/>
                    <a:pt x="329089" y="922824"/>
                    <a:pt x="510064" y="9228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8B530B08-084D-42CF-A5DE-5A5D798AEA97}"/>
                </a:ext>
              </a:extLst>
            </p:cNvPr>
            <p:cNvSpPr/>
            <p:nvPr/>
          </p:nvSpPr>
          <p:spPr>
            <a:xfrm>
              <a:off x="7559516" y="2461737"/>
              <a:ext cx="276225" cy="276225"/>
            </a:xfrm>
            <a:custGeom>
              <a:avLst/>
              <a:gdLst>
                <a:gd name="connsiteX0" fmla="*/ 7144 w 276225"/>
                <a:gd name="connsiteY0" fmla="*/ 165259 h 276225"/>
                <a:gd name="connsiteX1" fmla="*/ 165259 w 276225"/>
                <a:gd name="connsiteY1" fmla="*/ 7144 h 276225"/>
                <a:gd name="connsiteX2" fmla="*/ 272891 w 276225"/>
                <a:gd name="connsiteY2" fmla="*/ 114776 h 276225"/>
                <a:gd name="connsiteX3" fmla="*/ 114776 w 276225"/>
                <a:gd name="connsiteY3" fmla="*/ 272891 h 276225"/>
                <a:gd name="connsiteX4" fmla="*/ 7144 w 276225"/>
                <a:gd name="connsiteY4" fmla="*/ 165259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25" h="276225">
                  <a:moveTo>
                    <a:pt x="7144" y="165259"/>
                  </a:moveTo>
                  <a:lnTo>
                    <a:pt x="165259" y="7144"/>
                  </a:lnTo>
                  <a:lnTo>
                    <a:pt x="272891" y="114776"/>
                  </a:lnTo>
                  <a:lnTo>
                    <a:pt x="114776" y="272891"/>
                  </a:lnTo>
                  <a:lnTo>
                    <a:pt x="7144" y="1652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317B3857-3B0C-45B0-8968-259027F338DE}"/>
                </a:ext>
              </a:extLst>
            </p:cNvPr>
            <p:cNvSpPr/>
            <p:nvPr/>
          </p:nvSpPr>
          <p:spPr>
            <a:xfrm>
              <a:off x="8184356" y="1569244"/>
              <a:ext cx="314325" cy="161925"/>
            </a:xfrm>
            <a:custGeom>
              <a:avLst/>
              <a:gdLst>
                <a:gd name="connsiteX0" fmla="*/ 7144 w 314325"/>
                <a:gd name="connsiteY0" fmla="*/ 7144 h 161925"/>
                <a:gd name="connsiteX1" fmla="*/ 311944 w 314325"/>
                <a:gd name="connsiteY1" fmla="*/ 7144 h 161925"/>
                <a:gd name="connsiteX2" fmla="*/ 311944 w 314325"/>
                <a:gd name="connsiteY2" fmla="*/ 159544 h 161925"/>
                <a:gd name="connsiteX3" fmla="*/ 7144 w 314325"/>
                <a:gd name="connsiteY3" fmla="*/ 159544 h 161925"/>
                <a:gd name="connsiteX4" fmla="*/ 7144 w 3143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25" h="161925">
                  <a:moveTo>
                    <a:pt x="7144" y="7144"/>
                  </a:moveTo>
                  <a:lnTo>
                    <a:pt x="311944" y="7144"/>
                  </a:lnTo>
                  <a:lnTo>
                    <a:pt x="3119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0B221134-F041-4897-BB31-2105AF32B2BC}"/>
                </a:ext>
              </a:extLst>
            </p:cNvPr>
            <p:cNvSpPr/>
            <p:nvPr/>
          </p:nvSpPr>
          <p:spPr>
            <a:xfrm>
              <a:off x="7834789" y="1780699"/>
              <a:ext cx="257175" cy="504825"/>
            </a:xfrm>
            <a:custGeom>
              <a:avLst/>
              <a:gdLst>
                <a:gd name="connsiteX0" fmla="*/ 7144 w 257175"/>
                <a:gd name="connsiteY0" fmla="*/ 470059 h 504825"/>
                <a:gd name="connsiteX1" fmla="*/ 100489 w 257175"/>
                <a:gd name="connsiteY1" fmla="*/ 7144 h 504825"/>
                <a:gd name="connsiteX2" fmla="*/ 250031 w 257175"/>
                <a:gd name="connsiteY2" fmla="*/ 36671 h 504825"/>
                <a:gd name="connsiteX3" fmla="*/ 156686 w 257175"/>
                <a:gd name="connsiteY3" fmla="*/ 499586 h 504825"/>
                <a:gd name="connsiteX4" fmla="*/ 7144 w 257175"/>
                <a:gd name="connsiteY4" fmla="*/ 470059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175" h="504825">
                  <a:moveTo>
                    <a:pt x="7144" y="470059"/>
                  </a:moveTo>
                  <a:lnTo>
                    <a:pt x="100489" y="7144"/>
                  </a:lnTo>
                  <a:lnTo>
                    <a:pt x="250031" y="36671"/>
                  </a:lnTo>
                  <a:lnTo>
                    <a:pt x="156686" y="499586"/>
                  </a:lnTo>
                  <a:lnTo>
                    <a:pt x="7144" y="4700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4F35B474-0736-4605-9DCF-B0838B45AB05}"/>
                </a:ext>
              </a:extLst>
            </p:cNvPr>
            <p:cNvSpPr/>
            <p:nvPr/>
          </p:nvSpPr>
          <p:spPr>
            <a:xfrm>
              <a:off x="4298156" y="3070384"/>
              <a:ext cx="3057525" cy="1781175"/>
            </a:xfrm>
            <a:custGeom>
              <a:avLst/>
              <a:gdLst>
                <a:gd name="connsiteX0" fmla="*/ 3033236 w 3057525"/>
                <a:gd name="connsiteY0" fmla="*/ 7144 h 1781175"/>
                <a:gd name="connsiteX1" fmla="*/ 2957036 w 3057525"/>
                <a:gd name="connsiteY1" fmla="*/ 83344 h 1781175"/>
                <a:gd name="connsiteX2" fmla="*/ 2902744 w 3057525"/>
                <a:gd name="connsiteY2" fmla="*/ 106204 h 1781175"/>
                <a:gd name="connsiteX3" fmla="*/ 2437924 w 3057525"/>
                <a:gd name="connsiteY3" fmla="*/ 106204 h 1781175"/>
                <a:gd name="connsiteX4" fmla="*/ 2210276 w 3057525"/>
                <a:gd name="connsiteY4" fmla="*/ 382429 h 1781175"/>
                <a:gd name="connsiteX5" fmla="*/ 1854041 w 3057525"/>
                <a:gd name="connsiteY5" fmla="*/ 348139 h 1781175"/>
                <a:gd name="connsiteX6" fmla="*/ 1619726 w 3057525"/>
                <a:gd name="connsiteY6" fmla="*/ 582454 h 1781175"/>
                <a:gd name="connsiteX7" fmla="*/ 1553051 w 3057525"/>
                <a:gd name="connsiteY7" fmla="*/ 1079659 h 1781175"/>
                <a:gd name="connsiteX8" fmla="*/ 1051084 w 3057525"/>
                <a:gd name="connsiteY8" fmla="*/ 1079659 h 1781175"/>
                <a:gd name="connsiteX9" fmla="*/ 984409 w 3057525"/>
                <a:gd name="connsiteY9" fmla="*/ 582454 h 1781175"/>
                <a:gd name="connsiteX10" fmla="*/ 750094 w 3057525"/>
                <a:gd name="connsiteY10" fmla="*/ 347186 h 1781175"/>
                <a:gd name="connsiteX11" fmla="*/ 394811 w 3057525"/>
                <a:gd name="connsiteY11" fmla="*/ 382429 h 1781175"/>
                <a:gd name="connsiteX12" fmla="*/ 167164 w 3057525"/>
                <a:gd name="connsiteY12" fmla="*/ 106204 h 1781175"/>
                <a:gd name="connsiteX13" fmla="*/ 14764 w 3057525"/>
                <a:gd name="connsiteY13" fmla="*/ 106204 h 1781175"/>
                <a:gd name="connsiteX14" fmla="*/ 7144 w 3057525"/>
                <a:gd name="connsiteY14" fmla="*/ 258604 h 1781175"/>
                <a:gd name="connsiteX15" fmla="*/ 1531144 w 3057525"/>
                <a:gd name="connsiteY15" fmla="*/ 1782604 h 1781175"/>
                <a:gd name="connsiteX16" fmla="*/ 3055144 w 3057525"/>
                <a:gd name="connsiteY16" fmla="*/ 258604 h 1781175"/>
                <a:gd name="connsiteX17" fmla="*/ 3033236 w 3057525"/>
                <a:gd name="connsiteY17" fmla="*/ 7144 h 178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57525" h="1781175">
                  <a:moveTo>
                    <a:pt x="3033236" y="7144"/>
                  </a:moveTo>
                  <a:lnTo>
                    <a:pt x="2957036" y="83344"/>
                  </a:lnTo>
                  <a:cubicBezTo>
                    <a:pt x="2942749" y="97631"/>
                    <a:pt x="2923699" y="106204"/>
                    <a:pt x="2902744" y="106204"/>
                  </a:cubicBezTo>
                  <a:lnTo>
                    <a:pt x="2437924" y="106204"/>
                  </a:lnTo>
                  <a:cubicBezTo>
                    <a:pt x="2413159" y="230029"/>
                    <a:pt x="2327434" y="333851"/>
                    <a:pt x="2210276" y="382429"/>
                  </a:cubicBezTo>
                  <a:cubicBezTo>
                    <a:pt x="2093119" y="431006"/>
                    <a:pt x="1959769" y="417671"/>
                    <a:pt x="1854041" y="348139"/>
                  </a:cubicBezTo>
                  <a:lnTo>
                    <a:pt x="1619726" y="582454"/>
                  </a:lnTo>
                  <a:cubicBezTo>
                    <a:pt x="1725454" y="741521"/>
                    <a:pt x="1696879" y="953929"/>
                    <a:pt x="1553051" y="1079659"/>
                  </a:cubicBezTo>
                  <a:cubicBezTo>
                    <a:pt x="1409224" y="1205389"/>
                    <a:pt x="1194911" y="1205389"/>
                    <a:pt x="1051084" y="1079659"/>
                  </a:cubicBezTo>
                  <a:cubicBezTo>
                    <a:pt x="907256" y="953929"/>
                    <a:pt x="878681" y="741521"/>
                    <a:pt x="984409" y="582454"/>
                  </a:cubicBezTo>
                  <a:lnTo>
                    <a:pt x="750094" y="347186"/>
                  </a:lnTo>
                  <a:cubicBezTo>
                    <a:pt x="645319" y="417671"/>
                    <a:pt x="511969" y="431006"/>
                    <a:pt x="394811" y="382429"/>
                  </a:cubicBezTo>
                  <a:cubicBezTo>
                    <a:pt x="277654" y="333851"/>
                    <a:pt x="192881" y="230981"/>
                    <a:pt x="167164" y="106204"/>
                  </a:cubicBezTo>
                  <a:lnTo>
                    <a:pt x="14764" y="106204"/>
                  </a:lnTo>
                  <a:cubicBezTo>
                    <a:pt x="10001" y="156686"/>
                    <a:pt x="7144" y="207169"/>
                    <a:pt x="7144" y="258604"/>
                  </a:cubicBezTo>
                  <a:cubicBezTo>
                    <a:pt x="7144" y="1100614"/>
                    <a:pt x="689134" y="1782604"/>
                    <a:pt x="1531144" y="1782604"/>
                  </a:cubicBezTo>
                  <a:cubicBezTo>
                    <a:pt x="2373154" y="1782604"/>
                    <a:pt x="3055144" y="1100614"/>
                    <a:pt x="3055144" y="258604"/>
                  </a:cubicBezTo>
                  <a:cubicBezTo>
                    <a:pt x="3055144" y="174784"/>
                    <a:pt x="3047524" y="90011"/>
                    <a:pt x="303323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B353A813-D7FE-4F92-970A-44FDD6934E97}"/>
                </a:ext>
              </a:extLst>
            </p:cNvPr>
            <p:cNvSpPr/>
            <p:nvPr/>
          </p:nvSpPr>
          <p:spPr>
            <a:xfrm>
              <a:off x="4602956" y="2864644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2426"/>
                    <a:pt x="362426" y="464344"/>
                    <a:pt x="235744" y="464344"/>
                  </a:cubicBezTo>
                  <a:cubicBezTo>
                    <a:pt x="109061" y="464344"/>
                    <a:pt x="7144" y="362426"/>
                    <a:pt x="7144" y="235744"/>
                  </a:cubicBezTo>
                  <a:cubicBezTo>
                    <a:pt x="7144" y="109061"/>
                    <a:pt x="109061" y="7144"/>
                    <a:pt x="235744" y="7144"/>
                  </a:cubicBezTo>
                  <a:cubicBezTo>
                    <a:pt x="362426" y="7144"/>
                    <a:pt x="464344" y="110014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5F436EC9-79C1-4A30-A1EF-7B5B4F05FA7A}"/>
                </a:ext>
              </a:extLst>
            </p:cNvPr>
            <p:cNvSpPr/>
            <p:nvPr/>
          </p:nvSpPr>
          <p:spPr>
            <a:xfrm>
              <a:off x="5364956" y="3626644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2426"/>
                    <a:pt x="362426" y="464344"/>
                    <a:pt x="235744" y="464344"/>
                  </a:cubicBezTo>
                  <a:cubicBezTo>
                    <a:pt x="109061" y="464344"/>
                    <a:pt x="7144" y="362426"/>
                    <a:pt x="7144" y="235744"/>
                  </a:cubicBezTo>
                  <a:cubicBezTo>
                    <a:pt x="7144" y="109061"/>
                    <a:pt x="109061" y="7144"/>
                    <a:pt x="235744" y="7144"/>
                  </a:cubicBezTo>
                  <a:cubicBezTo>
                    <a:pt x="362426" y="7144"/>
                    <a:pt x="464344" y="110014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A761E6B8-214B-4CE9-AC1E-0E54550B0E64}"/>
                </a:ext>
              </a:extLst>
            </p:cNvPr>
            <p:cNvSpPr/>
            <p:nvPr/>
          </p:nvSpPr>
          <p:spPr>
            <a:xfrm>
              <a:off x="6126956" y="2864644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2426"/>
                    <a:pt x="362426" y="464344"/>
                    <a:pt x="235744" y="464344"/>
                  </a:cubicBezTo>
                  <a:cubicBezTo>
                    <a:pt x="109061" y="464344"/>
                    <a:pt x="7144" y="362426"/>
                    <a:pt x="7144" y="235744"/>
                  </a:cubicBezTo>
                  <a:cubicBezTo>
                    <a:pt x="7144" y="109061"/>
                    <a:pt x="109061" y="7144"/>
                    <a:pt x="235744" y="7144"/>
                  </a:cubicBezTo>
                  <a:cubicBezTo>
                    <a:pt x="362426" y="7144"/>
                    <a:pt x="464344" y="110014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AE0009C4-5DCA-45E3-B98A-219470660A44}"/>
                </a:ext>
              </a:extLst>
            </p:cNvPr>
            <p:cNvSpPr/>
            <p:nvPr/>
          </p:nvSpPr>
          <p:spPr>
            <a:xfrm>
              <a:off x="6794659" y="4294347"/>
              <a:ext cx="1000125" cy="1000125"/>
            </a:xfrm>
            <a:custGeom>
              <a:avLst/>
              <a:gdLst>
                <a:gd name="connsiteX0" fmla="*/ 761524 w 1000125"/>
                <a:gd name="connsiteY0" fmla="*/ 7144 h 1000125"/>
                <a:gd name="connsiteX1" fmla="*/ 7144 w 1000125"/>
                <a:gd name="connsiteY1" fmla="*/ 761524 h 1000125"/>
                <a:gd name="connsiteX2" fmla="*/ 246221 w 1000125"/>
                <a:gd name="connsiteY2" fmla="*/ 1000601 h 1000125"/>
                <a:gd name="connsiteX3" fmla="*/ 1000601 w 1000125"/>
                <a:gd name="connsiteY3" fmla="*/ 246221 h 1000125"/>
                <a:gd name="connsiteX4" fmla="*/ 761524 w 1000125"/>
                <a:gd name="connsiteY4" fmla="*/ 7144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25" h="1000125">
                  <a:moveTo>
                    <a:pt x="761524" y="7144"/>
                  </a:moveTo>
                  <a:cubicBezTo>
                    <a:pt x="583406" y="322421"/>
                    <a:pt x="322421" y="583406"/>
                    <a:pt x="7144" y="761524"/>
                  </a:cubicBezTo>
                  <a:lnTo>
                    <a:pt x="246221" y="1000601"/>
                  </a:lnTo>
                  <a:lnTo>
                    <a:pt x="1000601" y="246221"/>
                  </a:lnTo>
                  <a:lnTo>
                    <a:pt x="76152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AD9AC355-CCE3-4A6F-BB63-B20E48C28A60}"/>
                </a:ext>
              </a:extLst>
            </p:cNvPr>
            <p:cNvSpPr/>
            <p:nvPr/>
          </p:nvSpPr>
          <p:spPr>
            <a:xfrm>
              <a:off x="7141369" y="4641057"/>
              <a:ext cx="1028700" cy="1028700"/>
            </a:xfrm>
            <a:custGeom>
              <a:avLst/>
              <a:gdLst>
                <a:gd name="connsiteX0" fmla="*/ 761524 w 1028700"/>
                <a:gd name="connsiteY0" fmla="*/ 7144 h 1028700"/>
                <a:gd name="connsiteX1" fmla="*/ 7144 w 1028700"/>
                <a:gd name="connsiteY1" fmla="*/ 761524 h 1028700"/>
                <a:gd name="connsiteX2" fmla="*/ 114776 w 1028700"/>
                <a:gd name="connsiteY2" fmla="*/ 869156 h 1028700"/>
                <a:gd name="connsiteX3" fmla="*/ 869156 w 1028700"/>
                <a:gd name="connsiteY3" fmla="*/ 869156 h 1028700"/>
                <a:gd name="connsiteX4" fmla="*/ 869156 w 1028700"/>
                <a:gd name="connsiteY4" fmla="*/ 114776 h 1028700"/>
                <a:gd name="connsiteX5" fmla="*/ 761524 w 1028700"/>
                <a:gd name="connsiteY5" fmla="*/ 7144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8700" h="1028700">
                  <a:moveTo>
                    <a:pt x="761524" y="7144"/>
                  </a:moveTo>
                  <a:lnTo>
                    <a:pt x="7144" y="761524"/>
                  </a:lnTo>
                  <a:lnTo>
                    <a:pt x="114776" y="869156"/>
                  </a:lnTo>
                  <a:cubicBezTo>
                    <a:pt x="323374" y="1077754"/>
                    <a:pt x="660559" y="1077754"/>
                    <a:pt x="869156" y="869156"/>
                  </a:cubicBezTo>
                  <a:cubicBezTo>
                    <a:pt x="1077754" y="660559"/>
                    <a:pt x="1077754" y="323374"/>
                    <a:pt x="869156" y="114776"/>
                  </a:cubicBezTo>
                  <a:lnTo>
                    <a:pt x="76152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83" name="Graphic 34">
            <a:extLst>
              <a:ext uri="{FF2B5EF4-FFF2-40B4-BE49-F238E27FC236}">
                <a16:creationId xmlns:a16="http://schemas.microsoft.com/office/drawing/2014/main" id="{0CBFED65-DA7C-4CF0-9E79-534A97341131}"/>
              </a:ext>
            </a:extLst>
          </p:cNvPr>
          <p:cNvGrpSpPr>
            <a:grpSpLocks noChangeAspect="1"/>
          </p:cNvGrpSpPr>
          <p:nvPr/>
        </p:nvGrpSpPr>
        <p:grpSpPr>
          <a:xfrm>
            <a:off x="4240004" y="4944961"/>
            <a:ext cx="556804" cy="502920"/>
            <a:chOff x="3886200" y="1447800"/>
            <a:chExt cx="4724400" cy="4267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2750FAD2-EA26-4055-88C7-6EDECCFDAA09}"/>
                </a:ext>
              </a:extLst>
            </p:cNvPr>
            <p:cNvSpPr/>
            <p:nvPr/>
          </p:nvSpPr>
          <p:spPr>
            <a:xfrm>
              <a:off x="5861209" y="3726656"/>
              <a:ext cx="771525" cy="1990725"/>
            </a:xfrm>
            <a:custGeom>
              <a:avLst/>
              <a:gdLst>
                <a:gd name="connsiteX0" fmla="*/ 7144 w 771525"/>
                <a:gd name="connsiteY0" fmla="*/ 7144 h 1990725"/>
                <a:gd name="connsiteX1" fmla="*/ 769144 w 771525"/>
                <a:gd name="connsiteY1" fmla="*/ 7144 h 1990725"/>
                <a:gd name="connsiteX2" fmla="*/ 769144 w 771525"/>
                <a:gd name="connsiteY2" fmla="*/ 1988344 h 1990725"/>
                <a:gd name="connsiteX3" fmla="*/ 7144 w 771525"/>
                <a:gd name="connsiteY3" fmla="*/ 1988344 h 1990725"/>
                <a:gd name="connsiteX4" fmla="*/ 7144 w 771525"/>
                <a:gd name="connsiteY4" fmla="*/ 7144 h 199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1990725">
                  <a:moveTo>
                    <a:pt x="7144" y="7144"/>
                  </a:moveTo>
                  <a:lnTo>
                    <a:pt x="769144" y="7144"/>
                  </a:lnTo>
                  <a:lnTo>
                    <a:pt x="769144" y="1988344"/>
                  </a:lnTo>
                  <a:lnTo>
                    <a:pt x="7144" y="19883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E8948E6D-45F5-4786-93B9-E6340AE87650}"/>
                </a:ext>
              </a:extLst>
            </p:cNvPr>
            <p:cNvSpPr/>
            <p:nvPr/>
          </p:nvSpPr>
          <p:spPr>
            <a:xfrm>
              <a:off x="7460456" y="2964656"/>
              <a:ext cx="771525" cy="2752725"/>
            </a:xfrm>
            <a:custGeom>
              <a:avLst/>
              <a:gdLst>
                <a:gd name="connsiteX0" fmla="*/ 7144 w 771525"/>
                <a:gd name="connsiteY0" fmla="*/ 7144 h 2752725"/>
                <a:gd name="connsiteX1" fmla="*/ 769144 w 771525"/>
                <a:gd name="connsiteY1" fmla="*/ 7144 h 2752725"/>
                <a:gd name="connsiteX2" fmla="*/ 769144 w 771525"/>
                <a:gd name="connsiteY2" fmla="*/ 2749391 h 2752725"/>
                <a:gd name="connsiteX3" fmla="*/ 7144 w 771525"/>
                <a:gd name="connsiteY3" fmla="*/ 2749391 h 2752725"/>
                <a:gd name="connsiteX4" fmla="*/ 7144 w 771525"/>
                <a:gd name="connsiteY4" fmla="*/ 7144 h 275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2752725">
                  <a:moveTo>
                    <a:pt x="7144" y="7144"/>
                  </a:moveTo>
                  <a:lnTo>
                    <a:pt x="769144" y="7144"/>
                  </a:lnTo>
                  <a:lnTo>
                    <a:pt x="769144" y="2749391"/>
                  </a:lnTo>
                  <a:lnTo>
                    <a:pt x="7144" y="274939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3EC07762-4892-49EA-9D5C-FD451F7050B5}"/>
                </a:ext>
              </a:extLst>
            </p:cNvPr>
            <p:cNvSpPr/>
            <p:nvPr/>
          </p:nvSpPr>
          <p:spPr>
            <a:xfrm>
              <a:off x="4261009" y="3879056"/>
              <a:ext cx="771525" cy="1838325"/>
            </a:xfrm>
            <a:custGeom>
              <a:avLst/>
              <a:gdLst>
                <a:gd name="connsiteX0" fmla="*/ 7144 w 771525"/>
                <a:gd name="connsiteY0" fmla="*/ 7144 h 1838325"/>
                <a:gd name="connsiteX1" fmla="*/ 769144 w 771525"/>
                <a:gd name="connsiteY1" fmla="*/ 7144 h 1838325"/>
                <a:gd name="connsiteX2" fmla="*/ 769144 w 771525"/>
                <a:gd name="connsiteY2" fmla="*/ 1835944 h 1838325"/>
                <a:gd name="connsiteX3" fmla="*/ 7144 w 771525"/>
                <a:gd name="connsiteY3" fmla="*/ 1835944 h 1838325"/>
                <a:gd name="connsiteX4" fmla="*/ 7144 w 771525"/>
                <a:gd name="connsiteY4" fmla="*/ 7144 h 183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1838325">
                  <a:moveTo>
                    <a:pt x="7144" y="7144"/>
                  </a:moveTo>
                  <a:lnTo>
                    <a:pt x="769144" y="7144"/>
                  </a:lnTo>
                  <a:lnTo>
                    <a:pt x="769144" y="1835944"/>
                  </a:lnTo>
                  <a:lnTo>
                    <a:pt x="7144" y="18359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3031BC34-F819-414A-AEBF-4C92BE1A9C93}"/>
                </a:ext>
              </a:extLst>
            </p:cNvPr>
            <p:cNvSpPr/>
            <p:nvPr/>
          </p:nvSpPr>
          <p:spPr>
            <a:xfrm>
              <a:off x="3879555" y="1440418"/>
              <a:ext cx="4733925" cy="2219325"/>
            </a:xfrm>
            <a:custGeom>
              <a:avLst/>
              <a:gdLst>
                <a:gd name="connsiteX0" fmla="*/ 4709138 w 4733925"/>
                <a:gd name="connsiteY0" fmla="*/ 29289 h 2219325"/>
                <a:gd name="connsiteX1" fmla="*/ 4601505 w 4733925"/>
                <a:gd name="connsiteY1" fmla="*/ 29289 h 2219325"/>
                <a:gd name="connsiteX2" fmla="*/ 3626145 w 4733925"/>
                <a:gd name="connsiteY2" fmla="*/ 1004649 h 2219325"/>
                <a:gd name="connsiteX3" fmla="*/ 3261337 w 4733925"/>
                <a:gd name="connsiteY3" fmla="*/ 639842 h 2219325"/>
                <a:gd name="connsiteX4" fmla="*/ 3153705 w 4733925"/>
                <a:gd name="connsiteY4" fmla="*/ 639842 h 2219325"/>
                <a:gd name="connsiteX5" fmla="*/ 2064997 w 4733925"/>
                <a:gd name="connsiteY5" fmla="*/ 1728549 h 2219325"/>
                <a:gd name="connsiteX6" fmla="*/ 1281090 w 4733925"/>
                <a:gd name="connsiteY6" fmla="*/ 944642 h 2219325"/>
                <a:gd name="connsiteX7" fmla="*/ 1173457 w 4733925"/>
                <a:gd name="connsiteY7" fmla="*/ 944642 h 2219325"/>
                <a:gd name="connsiteX8" fmla="*/ 30457 w 4733925"/>
                <a:gd name="connsiteY8" fmla="*/ 2087642 h 2219325"/>
                <a:gd name="connsiteX9" fmla="*/ 9502 w 4733925"/>
                <a:gd name="connsiteY9" fmla="*/ 2161937 h 2219325"/>
                <a:gd name="connsiteX10" fmla="*/ 63795 w 4733925"/>
                <a:gd name="connsiteY10" fmla="*/ 2216229 h 2219325"/>
                <a:gd name="connsiteX11" fmla="*/ 138090 w 4733925"/>
                <a:gd name="connsiteY11" fmla="*/ 2195274 h 2219325"/>
                <a:gd name="connsiteX12" fmla="*/ 1226797 w 4733925"/>
                <a:gd name="connsiteY12" fmla="*/ 1106567 h 2219325"/>
                <a:gd name="connsiteX13" fmla="*/ 2010705 w 4733925"/>
                <a:gd name="connsiteY13" fmla="*/ 1890474 h 2219325"/>
                <a:gd name="connsiteX14" fmla="*/ 2118337 w 4733925"/>
                <a:gd name="connsiteY14" fmla="*/ 1890474 h 2219325"/>
                <a:gd name="connsiteX15" fmla="*/ 3207045 w 4733925"/>
                <a:gd name="connsiteY15" fmla="*/ 800814 h 2219325"/>
                <a:gd name="connsiteX16" fmla="*/ 3571852 w 4733925"/>
                <a:gd name="connsiteY16" fmla="*/ 1165622 h 2219325"/>
                <a:gd name="connsiteX17" fmla="*/ 3679485 w 4733925"/>
                <a:gd name="connsiteY17" fmla="*/ 1165622 h 2219325"/>
                <a:gd name="connsiteX18" fmla="*/ 4708185 w 4733925"/>
                <a:gd name="connsiteY18" fmla="*/ 136922 h 2219325"/>
                <a:gd name="connsiteX19" fmla="*/ 4709138 w 4733925"/>
                <a:gd name="connsiteY19" fmla="*/ 29289 h 221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33925" h="2219325">
                  <a:moveTo>
                    <a:pt x="4709138" y="29289"/>
                  </a:moveTo>
                  <a:cubicBezTo>
                    <a:pt x="4679610" y="-238"/>
                    <a:pt x="4631032" y="-238"/>
                    <a:pt x="4601505" y="29289"/>
                  </a:cubicBezTo>
                  <a:lnTo>
                    <a:pt x="3626145" y="1004649"/>
                  </a:lnTo>
                  <a:lnTo>
                    <a:pt x="3261337" y="639842"/>
                  </a:lnTo>
                  <a:cubicBezTo>
                    <a:pt x="3231810" y="610314"/>
                    <a:pt x="3183232" y="610314"/>
                    <a:pt x="3153705" y="639842"/>
                  </a:cubicBezTo>
                  <a:lnTo>
                    <a:pt x="2064997" y="1728549"/>
                  </a:lnTo>
                  <a:lnTo>
                    <a:pt x="1281090" y="944642"/>
                  </a:lnTo>
                  <a:cubicBezTo>
                    <a:pt x="1251562" y="915114"/>
                    <a:pt x="1202985" y="915114"/>
                    <a:pt x="1173457" y="944642"/>
                  </a:cubicBezTo>
                  <a:lnTo>
                    <a:pt x="30457" y="2087642"/>
                  </a:lnTo>
                  <a:cubicBezTo>
                    <a:pt x="10455" y="2106692"/>
                    <a:pt x="2835" y="2135267"/>
                    <a:pt x="9502" y="2161937"/>
                  </a:cubicBezTo>
                  <a:cubicBezTo>
                    <a:pt x="16170" y="2188607"/>
                    <a:pt x="37125" y="2209562"/>
                    <a:pt x="63795" y="2216229"/>
                  </a:cubicBezTo>
                  <a:cubicBezTo>
                    <a:pt x="90465" y="2222897"/>
                    <a:pt x="119040" y="2215277"/>
                    <a:pt x="138090" y="2195274"/>
                  </a:cubicBezTo>
                  <a:lnTo>
                    <a:pt x="1226797" y="1106567"/>
                  </a:lnTo>
                  <a:lnTo>
                    <a:pt x="2010705" y="1890474"/>
                  </a:lnTo>
                  <a:cubicBezTo>
                    <a:pt x="2040232" y="1920002"/>
                    <a:pt x="2088810" y="1920002"/>
                    <a:pt x="2118337" y="1890474"/>
                  </a:cubicBezTo>
                  <a:lnTo>
                    <a:pt x="3207045" y="800814"/>
                  </a:lnTo>
                  <a:lnTo>
                    <a:pt x="3571852" y="1165622"/>
                  </a:lnTo>
                  <a:cubicBezTo>
                    <a:pt x="3601380" y="1195149"/>
                    <a:pt x="3649957" y="1195149"/>
                    <a:pt x="3679485" y="1165622"/>
                  </a:cubicBezTo>
                  <a:lnTo>
                    <a:pt x="4708185" y="136922"/>
                  </a:lnTo>
                  <a:cubicBezTo>
                    <a:pt x="4738665" y="107394"/>
                    <a:pt x="4738665" y="59769"/>
                    <a:pt x="4709138" y="292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88" name="Graphic 35">
            <a:extLst>
              <a:ext uri="{FF2B5EF4-FFF2-40B4-BE49-F238E27FC236}">
                <a16:creationId xmlns:a16="http://schemas.microsoft.com/office/drawing/2014/main" id="{3FD74AD8-7222-4C0A-BE58-9C55648554B7}"/>
              </a:ext>
            </a:extLst>
          </p:cNvPr>
          <p:cNvGrpSpPr>
            <a:grpSpLocks noChangeAspect="1"/>
          </p:cNvGrpSpPr>
          <p:nvPr/>
        </p:nvGrpSpPr>
        <p:grpSpPr>
          <a:xfrm>
            <a:off x="9655792" y="5716234"/>
            <a:ext cx="655204" cy="502920"/>
            <a:chOff x="3810000" y="1709738"/>
            <a:chExt cx="4876800" cy="37433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5E519DFC-3A95-410E-AE36-8FC331338DB5}"/>
                </a:ext>
              </a:extLst>
            </p:cNvPr>
            <p:cNvSpPr/>
            <p:nvPr/>
          </p:nvSpPr>
          <p:spPr>
            <a:xfrm>
              <a:off x="3802856" y="2516029"/>
              <a:ext cx="4886325" cy="2933700"/>
            </a:xfrm>
            <a:custGeom>
              <a:avLst/>
              <a:gdLst>
                <a:gd name="connsiteX0" fmla="*/ 4802981 w 4886325"/>
                <a:gd name="connsiteY0" fmla="*/ 2770346 h 2933700"/>
                <a:gd name="connsiteX1" fmla="*/ 4559141 w 4886325"/>
                <a:gd name="connsiteY1" fmla="*/ 2770346 h 2933700"/>
                <a:gd name="connsiteX2" fmla="*/ 4559141 w 4886325"/>
                <a:gd name="connsiteY2" fmla="*/ 2038826 h 2933700"/>
                <a:gd name="connsiteX3" fmla="*/ 4478179 w 4886325"/>
                <a:gd name="connsiteY3" fmla="*/ 1957864 h 2933700"/>
                <a:gd name="connsiteX4" fmla="*/ 3827621 w 4886325"/>
                <a:gd name="connsiteY4" fmla="*/ 1957864 h 2933700"/>
                <a:gd name="connsiteX5" fmla="*/ 3746659 w 4886325"/>
                <a:gd name="connsiteY5" fmla="*/ 2038826 h 2933700"/>
                <a:gd name="connsiteX6" fmla="*/ 3746659 w 4886325"/>
                <a:gd name="connsiteY6" fmla="*/ 2770346 h 2933700"/>
                <a:gd name="connsiteX7" fmla="*/ 3421856 w 4886325"/>
                <a:gd name="connsiteY7" fmla="*/ 2770346 h 2933700"/>
                <a:gd name="connsiteX8" fmla="*/ 3421856 w 4886325"/>
                <a:gd name="connsiteY8" fmla="*/ 575786 h 2933700"/>
                <a:gd name="connsiteX9" fmla="*/ 3340894 w 4886325"/>
                <a:gd name="connsiteY9" fmla="*/ 494824 h 2933700"/>
                <a:gd name="connsiteX10" fmla="*/ 2690336 w 4886325"/>
                <a:gd name="connsiteY10" fmla="*/ 494824 h 2933700"/>
                <a:gd name="connsiteX11" fmla="*/ 2609374 w 4886325"/>
                <a:gd name="connsiteY11" fmla="*/ 575786 h 2933700"/>
                <a:gd name="connsiteX12" fmla="*/ 2609374 w 4886325"/>
                <a:gd name="connsiteY12" fmla="*/ 2770346 h 2933700"/>
                <a:gd name="connsiteX13" fmla="*/ 2284571 w 4886325"/>
                <a:gd name="connsiteY13" fmla="*/ 2770346 h 2933700"/>
                <a:gd name="connsiteX14" fmla="*/ 2284571 w 4886325"/>
                <a:gd name="connsiteY14" fmla="*/ 1551146 h 2933700"/>
                <a:gd name="connsiteX15" fmla="*/ 2203609 w 4886325"/>
                <a:gd name="connsiteY15" fmla="*/ 1470184 h 2933700"/>
                <a:gd name="connsiteX16" fmla="*/ 1553051 w 4886325"/>
                <a:gd name="connsiteY16" fmla="*/ 1470184 h 2933700"/>
                <a:gd name="connsiteX17" fmla="*/ 1472089 w 4886325"/>
                <a:gd name="connsiteY17" fmla="*/ 1551146 h 2933700"/>
                <a:gd name="connsiteX18" fmla="*/ 1472089 w 4886325"/>
                <a:gd name="connsiteY18" fmla="*/ 2770346 h 2933700"/>
                <a:gd name="connsiteX19" fmla="*/ 1147286 w 4886325"/>
                <a:gd name="connsiteY19" fmla="*/ 2770346 h 2933700"/>
                <a:gd name="connsiteX20" fmla="*/ 1147286 w 4886325"/>
                <a:gd name="connsiteY20" fmla="*/ 88106 h 2933700"/>
                <a:gd name="connsiteX21" fmla="*/ 1066324 w 4886325"/>
                <a:gd name="connsiteY21" fmla="*/ 7144 h 2933700"/>
                <a:gd name="connsiteX22" fmla="*/ 413861 w 4886325"/>
                <a:gd name="connsiteY22" fmla="*/ 7144 h 2933700"/>
                <a:gd name="connsiteX23" fmla="*/ 332899 w 4886325"/>
                <a:gd name="connsiteY23" fmla="*/ 88106 h 2933700"/>
                <a:gd name="connsiteX24" fmla="*/ 332899 w 4886325"/>
                <a:gd name="connsiteY24" fmla="*/ 2770346 h 2933700"/>
                <a:gd name="connsiteX25" fmla="*/ 88106 w 4886325"/>
                <a:gd name="connsiteY25" fmla="*/ 2770346 h 2933700"/>
                <a:gd name="connsiteX26" fmla="*/ 7144 w 4886325"/>
                <a:gd name="connsiteY26" fmla="*/ 2851309 h 2933700"/>
                <a:gd name="connsiteX27" fmla="*/ 88106 w 4886325"/>
                <a:gd name="connsiteY27" fmla="*/ 2932271 h 2933700"/>
                <a:gd name="connsiteX28" fmla="*/ 4802029 w 4886325"/>
                <a:gd name="connsiteY28" fmla="*/ 2932271 h 2933700"/>
                <a:gd name="connsiteX29" fmla="*/ 4882991 w 4886325"/>
                <a:gd name="connsiteY29" fmla="*/ 2851309 h 2933700"/>
                <a:gd name="connsiteX30" fmla="*/ 4802981 w 4886325"/>
                <a:gd name="connsiteY30" fmla="*/ 2770346 h 293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886325" h="2933700">
                  <a:moveTo>
                    <a:pt x="4802981" y="2770346"/>
                  </a:moveTo>
                  <a:lnTo>
                    <a:pt x="4559141" y="2770346"/>
                  </a:lnTo>
                  <a:lnTo>
                    <a:pt x="4559141" y="2038826"/>
                  </a:lnTo>
                  <a:cubicBezTo>
                    <a:pt x="4559141" y="1994059"/>
                    <a:pt x="4522947" y="1957864"/>
                    <a:pt x="4478179" y="1957864"/>
                  </a:cubicBezTo>
                  <a:lnTo>
                    <a:pt x="3827621" y="1957864"/>
                  </a:lnTo>
                  <a:cubicBezTo>
                    <a:pt x="3782854" y="1957864"/>
                    <a:pt x="3746659" y="1994059"/>
                    <a:pt x="3746659" y="2038826"/>
                  </a:cubicBezTo>
                  <a:lnTo>
                    <a:pt x="3746659" y="2770346"/>
                  </a:lnTo>
                  <a:lnTo>
                    <a:pt x="3421856" y="2770346"/>
                  </a:lnTo>
                  <a:lnTo>
                    <a:pt x="3421856" y="575786"/>
                  </a:lnTo>
                  <a:cubicBezTo>
                    <a:pt x="3421856" y="531019"/>
                    <a:pt x="3385661" y="494824"/>
                    <a:pt x="3340894" y="494824"/>
                  </a:cubicBezTo>
                  <a:lnTo>
                    <a:pt x="2690336" y="494824"/>
                  </a:lnTo>
                  <a:cubicBezTo>
                    <a:pt x="2645569" y="494824"/>
                    <a:pt x="2609374" y="531019"/>
                    <a:pt x="2609374" y="575786"/>
                  </a:cubicBezTo>
                  <a:lnTo>
                    <a:pt x="2609374" y="2770346"/>
                  </a:lnTo>
                  <a:lnTo>
                    <a:pt x="2284571" y="2770346"/>
                  </a:lnTo>
                  <a:lnTo>
                    <a:pt x="2284571" y="1551146"/>
                  </a:lnTo>
                  <a:cubicBezTo>
                    <a:pt x="2284571" y="1506379"/>
                    <a:pt x="2248376" y="1470184"/>
                    <a:pt x="2203609" y="1470184"/>
                  </a:cubicBezTo>
                  <a:lnTo>
                    <a:pt x="1553051" y="1470184"/>
                  </a:lnTo>
                  <a:cubicBezTo>
                    <a:pt x="1508284" y="1470184"/>
                    <a:pt x="1472089" y="1506379"/>
                    <a:pt x="1472089" y="1551146"/>
                  </a:cubicBezTo>
                  <a:lnTo>
                    <a:pt x="1472089" y="2770346"/>
                  </a:lnTo>
                  <a:lnTo>
                    <a:pt x="1147286" y="2770346"/>
                  </a:lnTo>
                  <a:lnTo>
                    <a:pt x="1147286" y="88106"/>
                  </a:lnTo>
                  <a:cubicBezTo>
                    <a:pt x="1147286" y="43339"/>
                    <a:pt x="1111091" y="7144"/>
                    <a:pt x="1066324" y="7144"/>
                  </a:cubicBezTo>
                  <a:lnTo>
                    <a:pt x="413861" y="7144"/>
                  </a:lnTo>
                  <a:cubicBezTo>
                    <a:pt x="369094" y="7144"/>
                    <a:pt x="332899" y="43339"/>
                    <a:pt x="332899" y="88106"/>
                  </a:cubicBezTo>
                  <a:lnTo>
                    <a:pt x="332899" y="2770346"/>
                  </a:lnTo>
                  <a:lnTo>
                    <a:pt x="88106" y="2770346"/>
                  </a:lnTo>
                  <a:cubicBezTo>
                    <a:pt x="43339" y="2770346"/>
                    <a:pt x="7144" y="2806541"/>
                    <a:pt x="7144" y="2851309"/>
                  </a:cubicBezTo>
                  <a:cubicBezTo>
                    <a:pt x="7144" y="2896076"/>
                    <a:pt x="43339" y="2932271"/>
                    <a:pt x="88106" y="2932271"/>
                  </a:cubicBezTo>
                  <a:lnTo>
                    <a:pt x="4802029" y="2932271"/>
                  </a:lnTo>
                  <a:cubicBezTo>
                    <a:pt x="4846797" y="2932271"/>
                    <a:pt x="4882991" y="2896076"/>
                    <a:pt x="4882991" y="2851309"/>
                  </a:cubicBezTo>
                  <a:cubicBezTo>
                    <a:pt x="4882991" y="2806541"/>
                    <a:pt x="4847749" y="2770346"/>
                    <a:pt x="4802981" y="277034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CE1708A4-22FF-4867-9894-FF36A724887D}"/>
                </a:ext>
              </a:extLst>
            </p:cNvPr>
            <p:cNvSpPr/>
            <p:nvPr/>
          </p:nvSpPr>
          <p:spPr>
            <a:xfrm>
              <a:off x="4453133" y="1702594"/>
              <a:ext cx="3990975" cy="1876425"/>
            </a:xfrm>
            <a:custGeom>
              <a:avLst/>
              <a:gdLst>
                <a:gd name="connsiteX0" fmla="*/ 1164712 w 3990975"/>
                <a:gd name="connsiteY0" fmla="*/ 1442561 h 1876425"/>
                <a:gd name="connsiteX1" fmla="*/ 1286632 w 3990975"/>
                <a:gd name="connsiteY1" fmla="*/ 1442561 h 1876425"/>
                <a:gd name="connsiteX2" fmla="*/ 2364862 w 3990975"/>
                <a:gd name="connsiteY2" fmla="*/ 210979 h 1876425"/>
                <a:gd name="connsiteX3" fmla="*/ 3725032 w 3990975"/>
                <a:gd name="connsiteY3" fmla="*/ 1714024 h 1876425"/>
                <a:gd name="connsiteX4" fmla="*/ 3420232 w 3990975"/>
                <a:gd name="connsiteY4" fmla="*/ 1714024 h 1876425"/>
                <a:gd name="connsiteX5" fmla="*/ 3339269 w 3990975"/>
                <a:gd name="connsiteY5" fmla="*/ 1794986 h 1876425"/>
                <a:gd name="connsiteX6" fmla="*/ 3420232 w 3990975"/>
                <a:gd name="connsiteY6" fmla="*/ 1875949 h 1876425"/>
                <a:gd name="connsiteX7" fmla="*/ 3553582 w 3990975"/>
                <a:gd name="connsiteY7" fmla="*/ 1875949 h 1876425"/>
                <a:gd name="connsiteX8" fmla="*/ 3795517 w 3990975"/>
                <a:gd name="connsiteY8" fmla="*/ 1875949 h 1876425"/>
                <a:gd name="connsiteX9" fmla="*/ 3879337 w 3990975"/>
                <a:gd name="connsiteY9" fmla="*/ 1875949 h 1876425"/>
                <a:gd name="connsiteX10" fmla="*/ 3966014 w 3990975"/>
                <a:gd name="connsiteY10" fmla="*/ 1851184 h 1876425"/>
                <a:gd name="connsiteX11" fmla="*/ 3989827 w 3990975"/>
                <a:gd name="connsiteY11" fmla="*/ 1757839 h 1876425"/>
                <a:gd name="connsiteX12" fmla="*/ 3989827 w 3990975"/>
                <a:gd name="connsiteY12" fmla="*/ 1662589 h 1876425"/>
                <a:gd name="connsiteX13" fmla="*/ 3989827 w 3990975"/>
                <a:gd name="connsiteY13" fmla="*/ 1418749 h 1876425"/>
                <a:gd name="connsiteX14" fmla="*/ 3989827 w 3990975"/>
                <a:gd name="connsiteY14" fmla="*/ 1307306 h 1876425"/>
                <a:gd name="connsiteX15" fmla="*/ 3908864 w 3990975"/>
                <a:gd name="connsiteY15" fmla="*/ 1226344 h 1876425"/>
                <a:gd name="connsiteX16" fmla="*/ 3827902 w 3990975"/>
                <a:gd name="connsiteY16" fmla="*/ 1307306 h 1876425"/>
                <a:gd name="connsiteX17" fmla="*/ 3827902 w 3990975"/>
                <a:gd name="connsiteY17" fmla="*/ 1584484 h 1876425"/>
                <a:gd name="connsiteX18" fmla="*/ 2423917 w 3990975"/>
                <a:gd name="connsiteY18" fmla="*/ 33814 h 1876425"/>
                <a:gd name="connsiteX19" fmla="*/ 2362957 w 3990975"/>
                <a:gd name="connsiteY19" fmla="*/ 7144 h 1876425"/>
                <a:gd name="connsiteX20" fmla="*/ 2301997 w 3990975"/>
                <a:gd name="connsiteY20" fmla="*/ 34766 h 1876425"/>
                <a:gd name="connsiteX21" fmla="*/ 1225672 w 3990975"/>
                <a:gd name="connsiteY21" fmla="*/ 1265396 h 1876425"/>
                <a:gd name="connsiteX22" fmla="*/ 149346 w 3990975"/>
                <a:gd name="connsiteY22" fmla="*/ 34766 h 1876425"/>
                <a:gd name="connsiteX23" fmla="*/ 35046 w 3990975"/>
                <a:gd name="connsiteY23" fmla="*/ 27146 h 1876425"/>
                <a:gd name="connsiteX24" fmla="*/ 27427 w 3990975"/>
                <a:gd name="connsiteY24" fmla="*/ 141446 h 1876425"/>
                <a:gd name="connsiteX25" fmla="*/ 1164712 w 3990975"/>
                <a:gd name="connsiteY25" fmla="*/ 1442561 h 1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990975" h="1876425">
                  <a:moveTo>
                    <a:pt x="1164712" y="1442561"/>
                  </a:moveTo>
                  <a:cubicBezTo>
                    <a:pt x="1195192" y="1477804"/>
                    <a:pt x="1256152" y="1477804"/>
                    <a:pt x="1286632" y="1442561"/>
                  </a:cubicBezTo>
                  <a:lnTo>
                    <a:pt x="2364862" y="210979"/>
                  </a:lnTo>
                  <a:lnTo>
                    <a:pt x="3725032" y="1714024"/>
                  </a:lnTo>
                  <a:lnTo>
                    <a:pt x="3420232" y="1714024"/>
                  </a:lnTo>
                  <a:cubicBezTo>
                    <a:pt x="3375464" y="1714024"/>
                    <a:pt x="3339269" y="1750219"/>
                    <a:pt x="3339269" y="1794986"/>
                  </a:cubicBezTo>
                  <a:cubicBezTo>
                    <a:pt x="3339269" y="1839754"/>
                    <a:pt x="3375464" y="1875949"/>
                    <a:pt x="3420232" y="1875949"/>
                  </a:cubicBezTo>
                  <a:lnTo>
                    <a:pt x="3553582" y="1875949"/>
                  </a:lnTo>
                  <a:lnTo>
                    <a:pt x="3795517" y="1875949"/>
                  </a:lnTo>
                  <a:lnTo>
                    <a:pt x="3879337" y="1875949"/>
                  </a:lnTo>
                  <a:cubicBezTo>
                    <a:pt x="3910769" y="1875949"/>
                    <a:pt x="3942202" y="1875949"/>
                    <a:pt x="3966014" y="1851184"/>
                  </a:cubicBezTo>
                  <a:cubicBezTo>
                    <a:pt x="3991732" y="1825466"/>
                    <a:pt x="3989827" y="1791176"/>
                    <a:pt x="3989827" y="1757839"/>
                  </a:cubicBezTo>
                  <a:cubicBezTo>
                    <a:pt x="3989827" y="1726406"/>
                    <a:pt x="3989827" y="1694021"/>
                    <a:pt x="3989827" y="1662589"/>
                  </a:cubicBezTo>
                  <a:cubicBezTo>
                    <a:pt x="3989827" y="1581626"/>
                    <a:pt x="3989827" y="1499711"/>
                    <a:pt x="3989827" y="1418749"/>
                  </a:cubicBezTo>
                  <a:cubicBezTo>
                    <a:pt x="3989827" y="1381601"/>
                    <a:pt x="3989827" y="1344454"/>
                    <a:pt x="3989827" y="1307306"/>
                  </a:cubicBezTo>
                  <a:cubicBezTo>
                    <a:pt x="3989827" y="1262539"/>
                    <a:pt x="3953632" y="1226344"/>
                    <a:pt x="3908864" y="1226344"/>
                  </a:cubicBezTo>
                  <a:cubicBezTo>
                    <a:pt x="3864097" y="1226344"/>
                    <a:pt x="3827902" y="1262539"/>
                    <a:pt x="3827902" y="1307306"/>
                  </a:cubicBezTo>
                  <a:lnTo>
                    <a:pt x="3827902" y="1584484"/>
                  </a:lnTo>
                  <a:lnTo>
                    <a:pt x="2423917" y="33814"/>
                  </a:lnTo>
                  <a:cubicBezTo>
                    <a:pt x="2408677" y="16669"/>
                    <a:pt x="2386769" y="10001"/>
                    <a:pt x="2362957" y="7144"/>
                  </a:cubicBezTo>
                  <a:cubicBezTo>
                    <a:pt x="2340097" y="7144"/>
                    <a:pt x="2318189" y="17621"/>
                    <a:pt x="2301997" y="34766"/>
                  </a:cubicBezTo>
                  <a:lnTo>
                    <a:pt x="1225672" y="1265396"/>
                  </a:lnTo>
                  <a:lnTo>
                    <a:pt x="149346" y="34766"/>
                  </a:lnTo>
                  <a:cubicBezTo>
                    <a:pt x="119819" y="1429"/>
                    <a:pt x="68384" y="-2381"/>
                    <a:pt x="35046" y="27146"/>
                  </a:cubicBezTo>
                  <a:cubicBezTo>
                    <a:pt x="756" y="56674"/>
                    <a:pt x="-2101" y="108109"/>
                    <a:pt x="27427" y="141446"/>
                  </a:cubicBezTo>
                  <a:lnTo>
                    <a:pt x="1164712" y="144256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91" name="Graphic 36">
            <a:extLst>
              <a:ext uri="{FF2B5EF4-FFF2-40B4-BE49-F238E27FC236}">
                <a16:creationId xmlns:a16="http://schemas.microsoft.com/office/drawing/2014/main" id="{0ECBC8F7-C1E7-4B08-83D0-79882AB1B86E}"/>
              </a:ext>
            </a:extLst>
          </p:cNvPr>
          <p:cNvGrpSpPr>
            <a:grpSpLocks noChangeAspect="1"/>
          </p:cNvGrpSpPr>
          <p:nvPr/>
        </p:nvGrpSpPr>
        <p:grpSpPr>
          <a:xfrm>
            <a:off x="7515570" y="5716234"/>
            <a:ext cx="502920" cy="502920"/>
            <a:chOff x="4114800" y="1447800"/>
            <a:chExt cx="4267200" cy="4267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08F77E49-F3A8-4091-9F8D-C89C13B95767}"/>
                </a:ext>
              </a:extLst>
            </p:cNvPr>
            <p:cNvSpPr/>
            <p:nvPr/>
          </p:nvSpPr>
          <p:spPr>
            <a:xfrm>
              <a:off x="4108609" y="4030504"/>
              <a:ext cx="1076325" cy="1685925"/>
            </a:xfrm>
            <a:custGeom>
              <a:avLst/>
              <a:gdLst>
                <a:gd name="connsiteX0" fmla="*/ 83344 w 1076325"/>
                <a:gd name="connsiteY0" fmla="*/ 7144 h 1685925"/>
                <a:gd name="connsiteX1" fmla="*/ 997744 w 1076325"/>
                <a:gd name="connsiteY1" fmla="*/ 7144 h 1685925"/>
                <a:gd name="connsiteX2" fmla="*/ 1073944 w 1076325"/>
                <a:gd name="connsiteY2" fmla="*/ 83344 h 1685925"/>
                <a:gd name="connsiteX3" fmla="*/ 1073944 w 1076325"/>
                <a:gd name="connsiteY3" fmla="*/ 1607344 h 1685925"/>
                <a:gd name="connsiteX4" fmla="*/ 997744 w 1076325"/>
                <a:gd name="connsiteY4" fmla="*/ 1683544 h 1685925"/>
                <a:gd name="connsiteX5" fmla="*/ 83344 w 1076325"/>
                <a:gd name="connsiteY5" fmla="*/ 1683544 h 1685925"/>
                <a:gd name="connsiteX6" fmla="*/ 7144 w 1076325"/>
                <a:gd name="connsiteY6" fmla="*/ 1607344 h 1685925"/>
                <a:gd name="connsiteX7" fmla="*/ 7144 w 1076325"/>
                <a:gd name="connsiteY7" fmla="*/ 83344 h 1685925"/>
                <a:gd name="connsiteX8" fmla="*/ 83344 w 1076325"/>
                <a:gd name="connsiteY8" fmla="*/ 7144 h 168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325" h="1685925">
                  <a:moveTo>
                    <a:pt x="83344" y="7144"/>
                  </a:moveTo>
                  <a:lnTo>
                    <a:pt x="997744" y="7144"/>
                  </a:lnTo>
                  <a:cubicBezTo>
                    <a:pt x="1039654" y="7144"/>
                    <a:pt x="1073944" y="41434"/>
                    <a:pt x="1073944" y="83344"/>
                  </a:cubicBezTo>
                  <a:lnTo>
                    <a:pt x="1073944" y="1607344"/>
                  </a:lnTo>
                  <a:cubicBezTo>
                    <a:pt x="1073944" y="1649254"/>
                    <a:pt x="1039654" y="1683544"/>
                    <a:pt x="997744" y="1683544"/>
                  </a:cubicBezTo>
                  <a:lnTo>
                    <a:pt x="83344" y="1683544"/>
                  </a:lnTo>
                  <a:cubicBezTo>
                    <a:pt x="41434" y="1683544"/>
                    <a:pt x="7144" y="1649254"/>
                    <a:pt x="7144" y="1607344"/>
                  </a:cubicBezTo>
                  <a:lnTo>
                    <a:pt x="7144" y="83344"/>
                  </a:lnTo>
                  <a:cubicBezTo>
                    <a:pt x="7144" y="41434"/>
                    <a:pt x="41434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8594DB79-115C-49A4-8D68-BD63C01BF4B8}"/>
                </a:ext>
              </a:extLst>
            </p:cNvPr>
            <p:cNvSpPr/>
            <p:nvPr/>
          </p:nvSpPr>
          <p:spPr>
            <a:xfrm>
              <a:off x="7308056" y="3269456"/>
              <a:ext cx="1076325" cy="2447925"/>
            </a:xfrm>
            <a:custGeom>
              <a:avLst/>
              <a:gdLst>
                <a:gd name="connsiteX0" fmla="*/ 83344 w 1076325"/>
                <a:gd name="connsiteY0" fmla="*/ 7144 h 2447925"/>
                <a:gd name="connsiteX1" fmla="*/ 997744 w 1076325"/>
                <a:gd name="connsiteY1" fmla="*/ 7144 h 2447925"/>
                <a:gd name="connsiteX2" fmla="*/ 1073944 w 1076325"/>
                <a:gd name="connsiteY2" fmla="*/ 83344 h 2447925"/>
                <a:gd name="connsiteX3" fmla="*/ 1073944 w 1076325"/>
                <a:gd name="connsiteY3" fmla="*/ 2368391 h 2447925"/>
                <a:gd name="connsiteX4" fmla="*/ 997744 w 1076325"/>
                <a:gd name="connsiteY4" fmla="*/ 2444591 h 2447925"/>
                <a:gd name="connsiteX5" fmla="*/ 83344 w 1076325"/>
                <a:gd name="connsiteY5" fmla="*/ 2444591 h 2447925"/>
                <a:gd name="connsiteX6" fmla="*/ 7144 w 1076325"/>
                <a:gd name="connsiteY6" fmla="*/ 2368391 h 2447925"/>
                <a:gd name="connsiteX7" fmla="*/ 7144 w 1076325"/>
                <a:gd name="connsiteY7" fmla="*/ 83344 h 2447925"/>
                <a:gd name="connsiteX8" fmla="*/ 83344 w 1076325"/>
                <a:gd name="connsiteY8" fmla="*/ 7144 h 2447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325" h="2447925">
                  <a:moveTo>
                    <a:pt x="83344" y="7144"/>
                  </a:moveTo>
                  <a:lnTo>
                    <a:pt x="997744" y="7144"/>
                  </a:lnTo>
                  <a:cubicBezTo>
                    <a:pt x="1039654" y="7144"/>
                    <a:pt x="1073944" y="41434"/>
                    <a:pt x="1073944" y="83344"/>
                  </a:cubicBezTo>
                  <a:lnTo>
                    <a:pt x="1073944" y="2368391"/>
                  </a:lnTo>
                  <a:cubicBezTo>
                    <a:pt x="1073944" y="2410301"/>
                    <a:pt x="1039654" y="2444591"/>
                    <a:pt x="997744" y="2444591"/>
                  </a:cubicBezTo>
                  <a:lnTo>
                    <a:pt x="83344" y="2444591"/>
                  </a:lnTo>
                  <a:cubicBezTo>
                    <a:pt x="41434" y="2444591"/>
                    <a:pt x="7144" y="2410301"/>
                    <a:pt x="7144" y="2368391"/>
                  </a:cubicBezTo>
                  <a:lnTo>
                    <a:pt x="7144" y="83344"/>
                  </a:lnTo>
                  <a:cubicBezTo>
                    <a:pt x="7144" y="40481"/>
                    <a:pt x="41434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17FDD746-D436-4C38-A08B-774195163797}"/>
                </a:ext>
              </a:extLst>
            </p:cNvPr>
            <p:cNvSpPr/>
            <p:nvPr/>
          </p:nvSpPr>
          <p:spPr>
            <a:xfrm>
              <a:off x="5708809" y="3649504"/>
              <a:ext cx="1076325" cy="2066925"/>
            </a:xfrm>
            <a:custGeom>
              <a:avLst/>
              <a:gdLst>
                <a:gd name="connsiteX0" fmla="*/ 83344 w 1076325"/>
                <a:gd name="connsiteY0" fmla="*/ 7144 h 2066925"/>
                <a:gd name="connsiteX1" fmla="*/ 997744 w 1076325"/>
                <a:gd name="connsiteY1" fmla="*/ 7144 h 2066925"/>
                <a:gd name="connsiteX2" fmla="*/ 1073944 w 1076325"/>
                <a:gd name="connsiteY2" fmla="*/ 83344 h 2066925"/>
                <a:gd name="connsiteX3" fmla="*/ 1073944 w 1076325"/>
                <a:gd name="connsiteY3" fmla="*/ 1988344 h 2066925"/>
                <a:gd name="connsiteX4" fmla="*/ 997744 w 1076325"/>
                <a:gd name="connsiteY4" fmla="*/ 2064544 h 2066925"/>
                <a:gd name="connsiteX5" fmla="*/ 83344 w 1076325"/>
                <a:gd name="connsiteY5" fmla="*/ 2064544 h 2066925"/>
                <a:gd name="connsiteX6" fmla="*/ 7144 w 1076325"/>
                <a:gd name="connsiteY6" fmla="*/ 1988344 h 2066925"/>
                <a:gd name="connsiteX7" fmla="*/ 7144 w 1076325"/>
                <a:gd name="connsiteY7" fmla="*/ 83344 h 2066925"/>
                <a:gd name="connsiteX8" fmla="*/ 83344 w 1076325"/>
                <a:gd name="connsiteY8" fmla="*/ 7144 h 2066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325" h="2066925">
                  <a:moveTo>
                    <a:pt x="83344" y="7144"/>
                  </a:moveTo>
                  <a:lnTo>
                    <a:pt x="997744" y="7144"/>
                  </a:lnTo>
                  <a:cubicBezTo>
                    <a:pt x="1039654" y="7144"/>
                    <a:pt x="1073944" y="41434"/>
                    <a:pt x="1073944" y="83344"/>
                  </a:cubicBezTo>
                  <a:lnTo>
                    <a:pt x="1073944" y="1988344"/>
                  </a:lnTo>
                  <a:cubicBezTo>
                    <a:pt x="1073944" y="2030254"/>
                    <a:pt x="1039654" y="2064544"/>
                    <a:pt x="997744" y="2064544"/>
                  </a:cubicBezTo>
                  <a:lnTo>
                    <a:pt x="83344" y="2064544"/>
                  </a:lnTo>
                  <a:cubicBezTo>
                    <a:pt x="41434" y="2064544"/>
                    <a:pt x="7144" y="2030254"/>
                    <a:pt x="7144" y="1988344"/>
                  </a:cubicBezTo>
                  <a:lnTo>
                    <a:pt x="7144" y="83344"/>
                  </a:lnTo>
                  <a:cubicBezTo>
                    <a:pt x="7144" y="41434"/>
                    <a:pt x="40481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8048E025-5507-41DA-B565-93DFD410B53E}"/>
                </a:ext>
              </a:extLst>
            </p:cNvPr>
            <p:cNvSpPr/>
            <p:nvPr/>
          </p:nvSpPr>
          <p:spPr>
            <a:xfrm>
              <a:off x="4108155" y="1440656"/>
              <a:ext cx="4276725" cy="1990725"/>
            </a:xfrm>
            <a:custGeom>
              <a:avLst/>
              <a:gdLst>
                <a:gd name="connsiteX0" fmla="*/ 4268130 w 4276725"/>
                <a:gd name="connsiteY0" fmla="*/ 56674 h 1990725"/>
                <a:gd name="connsiteX1" fmla="*/ 4264320 w 4276725"/>
                <a:gd name="connsiteY1" fmla="*/ 49054 h 1990725"/>
                <a:gd name="connsiteX2" fmla="*/ 4253842 w 4276725"/>
                <a:gd name="connsiteY2" fmla="*/ 32861 h 1990725"/>
                <a:gd name="connsiteX3" fmla="*/ 4228125 w 4276725"/>
                <a:gd name="connsiteY3" fmla="*/ 13811 h 1990725"/>
                <a:gd name="connsiteX4" fmla="*/ 4226220 w 4276725"/>
                <a:gd name="connsiteY4" fmla="*/ 12859 h 1990725"/>
                <a:gd name="connsiteX5" fmla="*/ 4199550 w 4276725"/>
                <a:gd name="connsiteY5" fmla="*/ 7144 h 1990725"/>
                <a:gd name="connsiteX6" fmla="*/ 4196692 w 4276725"/>
                <a:gd name="connsiteY6" fmla="*/ 7144 h 1990725"/>
                <a:gd name="connsiteX7" fmla="*/ 3891892 w 4276725"/>
                <a:gd name="connsiteY7" fmla="*/ 7144 h 1990725"/>
                <a:gd name="connsiteX8" fmla="*/ 3815692 w 4276725"/>
                <a:gd name="connsiteY8" fmla="*/ 83344 h 1990725"/>
                <a:gd name="connsiteX9" fmla="*/ 3891892 w 4276725"/>
                <a:gd name="connsiteY9" fmla="*/ 159544 h 1990725"/>
                <a:gd name="connsiteX10" fmla="*/ 4012860 w 4276725"/>
                <a:gd name="connsiteY10" fmla="*/ 159544 h 1990725"/>
                <a:gd name="connsiteX11" fmla="*/ 2749845 w 4276725"/>
                <a:gd name="connsiteY11" fmla="*/ 1423511 h 1990725"/>
                <a:gd name="connsiteX12" fmla="*/ 2080237 w 4276725"/>
                <a:gd name="connsiteY12" fmla="*/ 753904 h 1990725"/>
                <a:gd name="connsiteX13" fmla="*/ 1972605 w 4276725"/>
                <a:gd name="connsiteY13" fmla="*/ 753904 h 1990725"/>
                <a:gd name="connsiteX14" fmla="*/ 1188697 w 4276725"/>
                <a:gd name="connsiteY14" fmla="*/ 1537811 h 1990725"/>
                <a:gd name="connsiteX15" fmla="*/ 823890 w 4276725"/>
                <a:gd name="connsiteY15" fmla="*/ 1173004 h 1990725"/>
                <a:gd name="connsiteX16" fmla="*/ 716257 w 4276725"/>
                <a:gd name="connsiteY16" fmla="*/ 1173004 h 1990725"/>
                <a:gd name="connsiteX17" fmla="*/ 30457 w 4276725"/>
                <a:gd name="connsiteY17" fmla="*/ 1858804 h 1990725"/>
                <a:gd name="connsiteX18" fmla="*/ 9502 w 4276725"/>
                <a:gd name="connsiteY18" fmla="*/ 1933099 h 1990725"/>
                <a:gd name="connsiteX19" fmla="*/ 63795 w 4276725"/>
                <a:gd name="connsiteY19" fmla="*/ 1987391 h 1990725"/>
                <a:gd name="connsiteX20" fmla="*/ 138090 w 4276725"/>
                <a:gd name="connsiteY20" fmla="*/ 1966436 h 1990725"/>
                <a:gd name="connsiteX21" fmla="*/ 769597 w 4276725"/>
                <a:gd name="connsiteY21" fmla="*/ 1334929 h 1990725"/>
                <a:gd name="connsiteX22" fmla="*/ 1134405 w 4276725"/>
                <a:gd name="connsiteY22" fmla="*/ 1699736 h 1990725"/>
                <a:gd name="connsiteX23" fmla="*/ 1242037 w 4276725"/>
                <a:gd name="connsiteY23" fmla="*/ 1699736 h 1990725"/>
                <a:gd name="connsiteX24" fmla="*/ 2025945 w 4276725"/>
                <a:gd name="connsiteY24" fmla="*/ 915829 h 1990725"/>
                <a:gd name="connsiteX25" fmla="*/ 2695552 w 4276725"/>
                <a:gd name="connsiteY25" fmla="*/ 1585436 h 1990725"/>
                <a:gd name="connsiteX26" fmla="*/ 2803185 w 4276725"/>
                <a:gd name="connsiteY26" fmla="*/ 1585436 h 1990725"/>
                <a:gd name="connsiteX27" fmla="*/ 4121445 w 4276725"/>
                <a:gd name="connsiteY27" fmla="*/ 267176 h 1990725"/>
                <a:gd name="connsiteX28" fmla="*/ 4121445 w 4276725"/>
                <a:gd name="connsiteY28" fmla="*/ 388144 h 1990725"/>
                <a:gd name="connsiteX29" fmla="*/ 4197645 w 4276725"/>
                <a:gd name="connsiteY29" fmla="*/ 464344 h 1990725"/>
                <a:gd name="connsiteX30" fmla="*/ 4273845 w 4276725"/>
                <a:gd name="connsiteY30" fmla="*/ 388144 h 1990725"/>
                <a:gd name="connsiteX31" fmla="*/ 4273845 w 4276725"/>
                <a:gd name="connsiteY31" fmla="*/ 83344 h 1990725"/>
                <a:gd name="connsiteX32" fmla="*/ 4268130 w 4276725"/>
                <a:gd name="connsiteY32" fmla="*/ 56674 h 199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76725" h="1990725">
                  <a:moveTo>
                    <a:pt x="4268130" y="56674"/>
                  </a:moveTo>
                  <a:cubicBezTo>
                    <a:pt x="4267177" y="53816"/>
                    <a:pt x="4266225" y="51911"/>
                    <a:pt x="4264320" y="49054"/>
                  </a:cubicBezTo>
                  <a:cubicBezTo>
                    <a:pt x="4261463" y="43339"/>
                    <a:pt x="4257652" y="37624"/>
                    <a:pt x="4253842" y="32861"/>
                  </a:cubicBezTo>
                  <a:cubicBezTo>
                    <a:pt x="4247175" y="24289"/>
                    <a:pt x="4238602" y="17621"/>
                    <a:pt x="4228125" y="13811"/>
                  </a:cubicBezTo>
                  <a:cubicBezTo>
                    <a:pt x="4227172" y="13811"/>
                    <a:pt x="4227172" y="12859"/>
                    <a:pt x="4226220" y="12859"/>
                  </a:cubicBezTo>
                  <a:cubicBezTo>
                    <a:pt x="4217647" y="9049"/>
                    <a:pt x="4209075" y="8096"/>
                    <a:pt x="4199550" y="7144"/>
                  </a:cubicBezTo>
                  <a:cubicBezTo>
                    <a:pt x="4198597" y="7144"/>
                    <a:pt x="4197645" y="7144"/>
                    <a:pt x="4196692" y="7144"/>
                  </a:cubicBezTo>
                  <a:lnTo>
                    <a:pt x="3891892" y="7144"/>
                  </a:lnTo>
                  <a:cubicBezTo>
                    <a:pt x="3849982" y="7144"/>
                    <a:pt x="3815692" y="41434"/>
                    <a:pt x="3815692" y="83344"/>
                  </a:cubicBezTo>
                  <a:cubicBezTo>
                    <a:pt x="3815692" y="125254"/>
                    <a:pt x="3849982" y="159544"/>
                    <a:pt x="3891892" y="159544"/>
                  </a:cubicBezTo>
                  <a:lnTo>
                    <a:pt x="4012860" y="159544"/>
                  </a:lnTo>
                  <a:lnTo>
                    <a:pt x="2749845" y="1423511"/>
                  </a:lnTo>
                  <a:lnTo>
                    <a:pt x="2080237" y="753904"/>
                  </a:lnTo>
                  <a:cubicBezTo>
                    <a:pt x="2050710" y="724376"/>
                    <a:pt x="2002132" y="724376"/>
                    <a:pt x="1972605" y="753904"/>
                  </a:cubicBezTo>
                  <a:lnTo>
                    <a:pt x="1188697" y="1537811"/>
                  </a:lnTo>
                  <a:lnTo>
                    <a:pt x="823890" y="1173004"/>
                  </a:lnTo>
                  <a:cubicBezTo>
                    <a:pt x="794362" y="1143476"/>
                    <a:pt x="745785" y="1143476"/>
                    <a:pt x="716257" y="1173004"/>
                  </a:cubicBezTo>
                  <a:lnTo>
                    <a:pt x="30457" y="1858804"/>
                  </a:lnTo>
                  <a:cubicBezTo>
                    <a:pt x="10455" y="1877854"/>
                    <a:pt x="2835" y="1906429"/>
                    <a:pt x="9502" y="1933099"/>
                  </a:cubicBezTo>
                  <a:cubicBezTo>
                    <a:pt x="16170" y="1959769"/>
                    <a:pt x="37125" y="1980724"/>
                    <a:pt x="63795" y="1987391"/>
                  </a:cubicBezTo>
                  <a:cubicBezTo>
                    <a:pt x="90465" y="1994059"/>
                    <a:pt x="119040" y="1986439"/>
                    <a:pt x="138090" y="1966436"/>
                  </a:cubicBezTo>
                  <a:lnTo>
                    <a:pt x="769597" y="1334929"/>
                  </a:lnTo>
                  <a:lnTo>
                    <a:pt x="1134405" y="1699736"/>
                  </a:lnTo>
                  <a:cubicBezTo>
                    <a:pt x="1163932" y="1729264"/>
                    <a:pt x="1212510" y="1729264"/>
                    <a:pt x="1242037" y="1699736"/>
                  </a:cubicBezTo>
                  <a:lnTo>
                    <a:pt x="2025945" y="915829"/>
                  </a:lnTo>
                  <a:lnTo>
                    <a:pt x="2695552" y="1585436"/>
                  </a:lnTo>
                  <a:cubicBezTo>
                    <a:pt x="2725080" y="1614964"/>
                    <a:pt x="2773657" y="1614964"/>
                    <a:pt x="2803185" y="1585436"/>
                  </a:cubicBezTo>
                  <a:lnTo>
                    <a:pt x="4121445" y="267176"/>
                  </a:lnTo>
                  <a:lnTo>
                    <a:pt x="4121445" y="388144"/>
                  </a:lnTo>
                  <a:cubicBezTo>
                    <a:pt x="4121445" y="430054"/>
                    <a:pt x="4155735" y="464344"/>
                    <a:pt x="4197645" y="464344"/>
                  </a:cubicBezTo>
                  <a:cubicBezTo>
                    <a:pt x="4239555" y="464344"/>
                    <a:pt x="4273845" y="430054"/>
                    <a:pt x="4273845" y="388144"/>
                  </a:cubicBezTo>
                  <a:lnTo>
                    <a:pt x="4273845" y="83344"/>
                  </a:lnTo>
                  <a:cubicBezTo>
                    <a:pt x="4273845" y="73819"/>
                    <a:pt x="4271940" y="65246"/>
                    <a:pt x="4268130" y="566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96" name="Graphic 37">
            <a:extLst>
              <a:ext uri="{FF2B5EF4-FFF2-40B4-BE49-F238E27FC236}">
                <a16:creationId xmlns:a16="http://schemas.microsoft.com/office/drawing/2014/main" id="{C2BF4215-7278-4891-B878-0087B8838C87}"/>
              </a:ext>
            </a:extLst>
          </p:cNvPr>
          <p:cNvGrpSpPr>
            <a:grpSpLocks noChangeAspect="1"/>
          </p:cNvGrpSpPr>
          <p:nvPr/>
        </p:nvGrpSpPr>
        <p:grpSpPr>
          <a:xfrm>
            <a:off x="2203520" y="4944961"/>
            <a:ext cx="540966" cy="502920"/>
            <a:chOff x="4081463" y="1566863"/>
            <a:chExt cx="4333875" cy="40290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52AD901A-15BC-4DE5-A239-2FCFD4C5D304}"/>
                </a:ext>
              </a:extLst>
            </p:cNvPr>
            <p:cNvSpPr/>
            <p:nvPr/>
          </p:nvSpPr>
          <p:spPr>
            <a:xfrm>
              <a:off x="5441157" y="2776062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1474"/>
                    <a:pt x="362426" y="464344"/>
                    <a:pt x="235744" y="464344"/>
                  </a:cubicBezTo>
                  <a:cubicBezTo>
                    <a:pt x="109061" y="464344"/>
                    <a:pt x="7144" y="362426"/>
                    <a:pt x="7144" y="235744"/>
                  </a:cubicBezTo>
                  <a:cubicBezTo>
                    <a:pt x="7144" y="110014"/>
                    <a:pt x="109061" y="7144"/>
                    <a:pt x="235744" y="7144"/>
                  </a:cubicBezTo>
                  <a:cubicBezTo>
                    <a:pt x="362426" y="7144"/>
                    <a:pt x="464344" y="110014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FA16FEA2-4F1A-4EA4-9066-688227D071B5}"/>
                </a:ext>
              </a:extLst>
            </p:cNvPr>
            <p:cNvSpPr/>
            <p:nvPr/>
          </p:nvSpPr>
          <p:spPr>
            <a:xfrm>
              <a:off x="6886099" y="2623662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1474"/>
                    <a:pt x="362426" y="464344"/>
                    <a:pt x="235744" y="464344"/>
                  </a:cubicBezTo>
                  <a:cubicBezTo>
                    <a:pt x="109061" y="464344"/>
                    <a:pt x="7144" y="362426"/>
                    <a:pt x="7144" y="235744"/>
                  </a:cubicBezTo>
                  <a:cubicBezTo>
                    <a:pt x="7144" y="110014"/>
                    <a:pt x="109061" y="7144"/>
                    <a:pt x="235744" y="7144"/>
                  </a:cubicBezTo>
                  <a:cubicBezTo>
                    <a:pt x="362426" y="7144"/>
                    <a:pt x="464344" y="110014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7E6C7FD7-8F2F-41A8-B568-E83DBCE049C2}"/>
                </a:ext>
              </a:extLst>
            </p:cNvPr>
            <p:cNvSpPr/>
            <p:nvPr/>
          </p:nvSpPr>
          <p:spPr>
            <a:xfrm>
              <a:off x="7950994" y="3688557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1474"/>
                    <a:pt x="362426" y="464344"/>
                    <a:pt x="235744" y="464344"/>
                  </a:cubicBezTo>
                  <a:cubicBezTo>
                    <a:pt x="109061" y="464344"/>
                    <a:pt x="7144" y="362426"/>
                    <a:pt x="7144" y="235744"/>
                  </a:cubicBezTo>
                  <a:cubicBezTo>
                    <a:pt x="7144" y="110014"/>
                    <a:pt x="109061" y="7144"/>
                    <a:pt x="235744" y="7144"/>
                  </a:cubicBezTo>
                  <a:cubicBezTo>
                    <a:pt x="362426" y="7144"/>
                    <a:pt x="464344" y="110014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C33ECF8F-3ACA-43BF-835B-DA2E7E18D0C1}"/>
                </a:ext>
              </a:extLst>
            </p:cNvPr>
            <p:cNvSpPr/>
            <p:nvPr/>
          </p:nvSpPr>
          <p:spPr>
            <a:xfrm>
              <a:off x="4546759" y="1940719"/>
              <a:ext cx="962025" cy="923925"/>
            </a:xfrm>
            <a:custGeom>
              <a:avLst/>
              <a:gdLst>
                <a:gd name="connsiteX0" fmla="*/ 7144 w 962025"/>
                <a:gd name="connsiteY0" fmla="*/ 118586 h 923925"/>
                <a:gd name="connsiteX1" fmla="*/ 111919 w 962025"/>
                <a:gd name="connsiteY1" fmla="*/ 7144 h 923925"/>
                <a:gd name="connsiteX2" fmla="*/ 962501 w 962025"/>
                <a:gd name="connsiteY2" fmla="*/ 807244 h 923925"/>
                <a:gd name="connsiteX3" fmla="*/ 858679 w 962025"/>
                <a:gd name="connsiteY3" fmla="*/ 917734 h 923925"/>
                <a:gd name="connsiteX4" fmla="*/ 7144 w 962025"/>
                <a:gd name="connsiteY4" fmla="*/ 118586 h 923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2025" h="923925">
                  <a:moveTo>
                    <a:pt x="7144" y="118586"/>
                  </a:moveTo>
                  <a:lnTo>
                    <a:pt x="111919" y="7144"/>
                  </a:lnTo>
                  <a:lnTo>
                    <a:pt x="962501" y="807244"/>
                  </a:lnTo>
                  <a:lnTo>
                    <a:pt x="858679" y="917734"/>
                  </a:lnTo>
                  <a:lnTo>
                    <a:pt x="7144" y="11858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41D5CC50-28F2-41BD-B012-3CC769FD4CCA}"/>
                </a:ext>
              </a:extLst>
            </p:cNvPr>
            <p:cNvSpPr/>
            <p:nvPr/>
          </p:nvSpPr>
          <p:spPr>
            <a:xfrm>
              <a:off x="7276624" y="3014187"/>
              <a:ext cx="752475" cy="752475"/>
            </a:xfrm>
            <a:custGeom>
              <a:avLst/>
              <a:gdLst>
                <a:gd name="connsiteX0" fmla="*/ 7144 w 752475"/>
                <a:gd name="connsiteY0" fmla="*/ 114776 h 752475"/>
                <a:gd name="connsiteX1" fmla="*/ 114776 w 752475"/>
                <a:gd name="connsiteY1" fmla="*/ 7144 h 752475"/>
                <a:gd name="connsiteX2" fmla="*/ 749141 w 752475"/>
                <a:gd name="connsiteY2" fmla="*/ 641509 h 752475"/>
                <a:gd name="connsiteX3" fmla="*/ 641509 w 752475"/>
                <a:gd name="connsiteY3" fmla="*/ 749141 h 752475"/>
                <a:gd name="connsiteX4" fmla="*/ 7144 w 752475"/>
                <a:gd name="connsiteY4" fmla="*/ 114776 h 75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2475" h="752475">
                  <a:moveTo>
                    <a:pt x="7144" y="114776"/>
                  </a:moveTo>
                  <a:lnTo>
                    <a:pt x="114776" y="7144"/>
                  </a:lnTo>
                  <a:lnTo>
                    <a:pt x="749141" y="641509"/>
                  </a:lnTo>
                  <a:lnTo>
                    <a:pt x="641509" y="749141"/>
                  </a:lnTo>
                  <a:lnTo>
                    <a:pt x="7144" y="1147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7452D85B-2F85-4138-ADCA-374B0C114747}"/>
                </a:ext>
              </a:extLst>
            </p:cNvPr>
            <p:cNvSpPr/>
            <p:nvPr/>
          </p:nvSpPr>
          <p:spPr>
            <a:xfrm>
              <a:off x="5965032" y="2808447"/>
              <a:ext cx="866775" cy="247650"/>
            </a:xfrm>
            <a:custGeom>
              <a:avLst/>
              <a:gdLst>
                <a:gd name="connsiteX0" fmla="*/ 7144 w 866775"/>
                <a:gd name="connsiteY0" fmla="*/ 95726 h 247650"/>
                <a:gd name="connsiteX1" fmla="*/ 846296 w 866775"/>
                <a:gd name="connsiteY1" fmla="*/ 7144 h 247650"/>
                <a:gd name="connsiteX2" fmla="*/ 862489 w 866775"/>
                <a:gd name="connsiteY2" fmla="*/ 158591 h 247650"/>
                <a:gd name="connsiteX3" fmla="*/ 23336 w 866775"/>
                <a:gd name="connsiteY3" fmla="*/ 247174 h 247650"/>
                <a:gd name="connsiteX4" fmla="*/ 7144 w 866775"/>
                <a:gd name="connsiteY4" fmla="*/ 9572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775" h="247650">
                  <a:moveTo>
                    <a:pt x="7144" y="95726"/>
                  </a:moveTo>
                  <a:lnTo>
                    <a:pt x="846296" y="7144"/>
                  </a:lnTo>
                  <a:lnTo>
                    <a:pt x="862489" y="158591"/>
                  </a:lnTo>
                  <a:lnTo>
                    <a:pt x="23336" y="247174"/>
                  </a:lnTo>
                  <a:lnTo>
                    <a:pt x="7144" y="957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839CB372-A08B-4709-80FD-62BE5E6D4544}"/>
                </a:ext>
              </a:extLst>
            </p:cNvPr>
            <p:cNvSpPr/>
            <p:nvPr/>
          </p:nvSpPr>
          <p:spPr>
            <a:xfrm>
              <a:off x="4148614" y="1559719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1474"/>
                    <a:pt x="362426" y="464344"/>
                    <a:pt x="235744" y="464344"/>
                  </a:cubicBezTo>
                  <a:cubicBezTo>
                    <a:pt x="109061" y="464344"/>
                    <a:pt x="7144" y="362426"/>
                    <a:pt x="7144" y="235744"/>
                  </a:cubicBezTo>
                  <a:cubicBezTo>
                    <a:pt x="7144" y="110014"/>
                    <a:pt x="109061" y="7144"/>
                    <a:pt x="235744" y="7144"/>
                  </a:cubicBezTo>
                  <a:cubicBezTo>
                    <a:pt x="362426" y="7144"/>
                    <a:pt x="464344" y="109061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D4D0D35A-54B9-4C0F-BCDB-72F795585A98}"/>
                </a:ext>
              </a:extLst>
            </p:cNvPr>
            <p:cNvSpPr/>
            <p:nvPr/>
          </p:nvSpPr>
          <p:spPr>
            <a:xfrm>
              <a:off x="4073961" y="3613903"/>
              <a:ext cx="4267200" cy="1990725"/>
            </a:xfrm>
            <a:custGeom>
              <a:avLst/>
              <a:gdLst>
                <a:gd name="connsiteX0" fmla="*/ 4188978 w 4267200"/>
                <a:gd name="connsiteY0" fmla="*/ 1527692 h 1990725"/>
                <a:gd name="connsiteX1" fmla="*/ 4112778 w 4267200"/>
                <a:gd name="connsiteY1" fmla="*/ 1603892 h 1990725"/>
                <a:gd name="connsiteX2" fmla="*/ 4112778 w 4267200"/>
                <a:gd name="connsiteY2" fmla="*/ 1724860 h 1990725"/>
                <a:gd name="connsiteX3" fmla="*/ 2798328 w 4267200"/>
                <a:gd name="connsiteY3" fmla="*/ 408505 h 1990725"/>
                <a:gd name="connsiteX4" fmla="*/ 2690695 w 4267200"/>
                <a:gd name="connsiteY4" fmla="*/ 408505 h 1990725"/>
                <a:gd name="connsiteX5" fmla="*/ 2022040 w 4267200"/>
                <a:gd name="connsiteY5" fmla="*/ 1077160 h 1990725"/>
                <a:gd name="connsiteX6" fmla="*/ 1239085 w 4267200"/>
                <a:gd name="connsiteY6" fmla="*/ 294205 h 1990725"/>
                <a:gd name="connsiteX7" fmla="*/ 1131452 w 4267200"/>
                <a:gd name="connsiteY7" fmla="*/ 294205 h 1990725"/>
                <a:gd name="connsiteX8" fmla="*/ 766645 w 4267200"/>
                <a:gd name="connsiteY8" fmla="*/ 659013 h 1990725"/>
                <a:gd name="connsiteX9" fmla="*/ 136090 w 4267200"/>
                <a:gd name="connsiteY9" fmla="*/ 28457 h 1990725"/>
                <a:gd name="connsiteX10" fmla="*/ 29410 w 4267200"/>
                <a:gd name="connsiteY10" fmla="*/ 29410 h 1990725"/>
                <a:gd name="connsiteX11" fmla="*/ 28457 w 4267200"/>
                <a:gd name="connsiteY11" fmla="*/ 136090 h 1990725"/>
                <a:gd name="connsiteX12" fmla="*/ 713305 w 4267200"/>
                <a:gd name="connsiteY12" fmla="*/ 820938 h 1990725"/>
                <a:gd name="connsiteX13" fmla="*/ 820937 w 4267200"/>
                <a:gd name="connsiteY13" fmla="*/ 820938 h 1990725"/>
                <a:gd name="connsiteX14" fmla="*/ 1185745 w 4267200"/>
                <a:gd name="connsiteY14" fmla="*/ 456130 h 1990725"/>
                <a:gd name="connsiteX15" fmla="*/ 1968700 w 4267200"/>
                <a:gd name="connsiteY15" fmla="*/ 1239085 h 1990725"/>
                <a:gd name="connsiteX16" fmla="*/ 2076332 w 4267200"/>
                <a:gd name="connsiteY16" fmla="*/ 1239085 h 1990725"/>
                <a:gd name="connsiteX17" fmla="*/ 2744987 w 4267200"/>
                <a:gd name="connsiteY17" fmla="*/ 570430 h 1990725"/>
                <a:gd name="connsiteX18" fmla="*/ 4006097 w 4267200"/>
                <a:gd name="connsiteY18" fmla="*/ 1831540 h 1990725"/>
                <a:gd name="connsiteX19" fmla="*/ 3885130 w 4267200"/>
                <a:gd name="connsiteY19" fmla="*/ 1831540 h 1990725"/>
                <a:gd name="connsiteX20" fmla="*/ 3808930 w 4267200"/>
                <a:gd name="connsiteY20" fmla="*/ 1907740 h 1990725"/>
                <a:gd name="connsiteX21" fmla="*/ 3885130 w 4267200"/>
                <a:gd name="connsiteY21" fmla="*/ 1983940 h 1990725"/>
                <a:gd name="connsiteX22" fmla="*/ 4188978 w 4267200"/>
                <a:gd name="connsiteY22" fmla="*/ 1983940 h 1990725"/>
                <a:gd name="connsiteX23" fmla="*/ 4218505 w 4267200"/>
                <a:gd name="connsiteY23" fmla="*/ 1978225 h 1990725"/>
                <a:gd name="connsiteX24" fmla="*/ 4220410 w 4267200"/>
                <a:gd name="connsiteY24" fmla="*/ 1977273 h 1990725"/>
                <a:gd name="connsiteX25" fmla="*/ 4240413 w 4267200"/>
                <a:gd name="connsiteY25" fmla="*/ 1963938 h 1990725"/>
                <a:gd name="connsiteX26" fmla="*/ 4256605 w 4267200"/>
                <a:gd name="connsiteY26" fmla="*/ 1942030 h 1990725"/>
                <a:gd name="connsiteX27" fmla="*/ 4260415 w 4267200"/>
                <a:gd name="connsiteY27" fmla="*/ 1934410 h 1990725"/>
                <a:gd name="connsiteX28" fmla="*/ 4266130 w 4267200"/>
                <a:gd name="connsiteY28" fmla="*/ 1907740 h 1990725"/>
                <a:gd name="connsiteX29" fmla="*/ 4266130 w 4267200"/>
                <a:gd name="connsiteY29" fmla="*/ 1603892 h 1990725"/>
                <a:gd name="connsiteX30" fmla="*/ 4188978 w 4267200"/>
                <a:gd name="connsiteY30" fmla="*/ 1527692 h 199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267200" h="1990725">
                  <a:moveTo>
                    <a:pt x="4188978" y="1527692"/>
                  </a:moveTo>
                  <a:cubicBezTo>
                    <a:pt x="4147068" y="1527692"/>
                    <a:pt x="4112778" y="1561982"/>
                    <a:pt x="4112778" y="1603892"/>
                  </a:cubicBezTo>
                  <a:lnTo>
                    <a:pt x="4112778" y="1724860"/>
                  </a:lnTo>
                  <a:lnTo>
                    <a:pt x="2798328" y="408505"/>
                  </a:lnTo>
                  <a:cubicBezTo>
                    <a:pt x="2768800" y="378977"/>
                    <a:pt x="2720222" y="378977"/>
                    <a:pt x="2690695" y="408505"/>
                  </a:cubicBezTo>
                  <a:lnTo>
                    <a:pt x="2022040" y="1077160"/>
                  </a:lnTo>
                  <a:lnTo>
                    <a:pt x="1239085" y="294205"/>
                  </a:lnTo>
                  <a:cubicBezTo>
                    <a:pt x="1209557" y="264677"/>
                    <a:pt x="1160980" y="264677"/>
                    <a:pt x="1131452" y="294205"/>
                  </a:cubicBezTo>
                  <a:lnTo>
                    <a:pt x="766645" y="659013"/>
                  </a:lnTo>
                  <a:lnTo>
                    <a:pt x="136090" y="28457"/>
                  </a:lnTo>
                  <a:cubicBezTo>
                    <a:pt x="106562" y="-118"/>
                    <a:pt x="58937" y="-118"/>
                    <a:pt x="29410" y="29410"/>
                  </a:cubicBezTo>
                  <a:cubicBezTo>
                    <a:pt x="-118" y="58938"/>
                    <a:pt x="-118" y="106563"/>
                    <a:pt x="28457" y="136090"/>
                  </a:cubicBezTo>
                  <a:lnTo>
                    <a:pt x="713305" y="820938"/>
                  </a:lnTo>
                  <a:cubicBezTo>
                    <a:pt x="742832" y="850465"/>
                    <a:pt x="791410" y="850465"/>
                    <a:pt x="820937" y="820938"/>
                  </a:cubicBezTo>
                  <a:lnTo>
                    <a:pt x="1185745" y="456130"/>
                  </a:lnTo>
                  <a:lnTo>
                    <a:pt x="1968700" y="1239085"/>
                  </a:lnTo>
                  <a:cubicBezTo>
                    <a:pt x="1998227" y="1268613"/>
                    <a:pt x="2046805" y="1268613"/>
                    <a:pt x="2076332" y="1239085"/>
                  </a:cubicBezTo>
                  <a:lnTo>
                    <a:pt x="2744987" y="570430"/>
                  </a:lnTo>
                  <a:lnTo>
                    <a:pt x="4006097" y="1831540"/>
                  </a:lnTo>
                  <a:lnTo>
                    <a:pt x="3885130" y="1831540"/>
                  </a:lnTo>
                  <a:cubicBezTo>
                    <a:pt x="3843220" y="1831540"/>
                    <a:pt x="3808930" y="1865830"/>
                    <a:pt x="3808930" y="1907740"/>
                  </a:cubicBezTo>
                  <a:cubicBezTo>
                    <a:pt x="3808930" y="1949650"/>
                    <a:pt x="3843220" y="1983940"/>
                    <a:pt x="3885130" y="1983940"/>
                  </a:cubicBezTo>
                  <a:lnTo>
                    <a:pt x="4188978" y="1983940"/>
                  </a:lnTo>
                  <a:cubicBezTo>
                    <a:pt x="4198503" y="1983940"/>
                    <a:pt x="4208980" y="1982035"/>
                    <a:pt x="4218505" y="1978225"/>
                  </a:cubicBezTo>
                  <a:cubicBezTo>
                    <a:pt x="4219458" y="1978225"/>
                    <a:pt x="4219458" y="1977273"/>
                    <a:pt x="4220410" y="1977273"/>
                  </a:cubicBezTo>
                  <a:cubicBezTo>
                    <a:pt x="4228030" y="1973463"/>
                    <a:pt x="4234698" y="1969653"/>
                    <a:pt x="4240413" y="1963938"/>
                  </a:cubicBezTo>
                  <a:cubicBezTo>
                    <a:pt x="4247080" y="1957270"/>
                    <a:pt x="4251843" y="1950603"/>
                    <a:pt x="4256605" y="1942030"/>
                  </a:cubicBezTo>
                  <a:cubicBezTo>
                    <a:pt x="4257558" y="1939173"/>
                    <a:pt x="4259463" y="1937267"/>
                    <a:pt x="4260415" y="1934410"/>
                  </a:cubicBezTo>
                  <a:cubicBezTo>
                    <a:pt x="4264225" y="1925838"/>
                    <a:pt x="4265178" y="1917265"/>
                    <a:pt x="4266130" y="1907740"/>
                  </a:cubicBezTo>
                  <a:lnTo>
                    <a:pt x="4266130" y="1603892"/>
                  </a:lnTo>
                  <a:cubicBezTo>
                    <a:pt x="4265178" y="1561030"/>
                    <a:pt x="4230888" y="1527692"/>
                    <a:pt x="4188978" y="152769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05" name="Graphic 38">
            <a:extLst>
              <a:ext uri="{FF2B5EF4-FFF2-40B4-BE49-F238E27FC236}">
                <a16:creationId xmlns:a16="http://schemas.microsoft.com/office/drawing/2014/main" id="{A924014A-DF61-45B5-BACD-63E4E892EBB0}"/>
              </a:ext>
            </a:extLst>
          </p:cNvPr>
          <p:cNvGrpSpPr>
            <a:grpSpLocks noChangeAspect="1"/>
          </p:cNvGrpSpPr>
          <p:nvPr/>
        </p:nvGrpSpPr>
        <p:grpSpPr>
          <a:xfrm>
            <a:off x="2222543" y="5716234"/>
            <a:ext cx="502920" cy="502920"/>
            <a:chOff x="4114800" y="1447800"/>
            <a:chExt cx="4267200" cy="4267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679043F8-CA92-4038-B158-6A18865AAADA}"/>
                </a:ext>
              </a:extLst>
            </p:cNvPr>
            <p:cNvSpPr/>
            <p:nvPr/>
          </p:nvSpPr>
          <p:spPr>
            <a:xfrm>
              <a:off x="4107656" y="1440656"/>
              <a:ext cx="4276725" cy="2828925"/>
            </a:xfrm>
            <a:custGeom>
              <a:avLst/>
              <a:gdLst>
                <a:gd name="connsiteX0" fmla="*/ 4198144 w 4276725"/>
                <a:gd name="connsiteY0" fmla="*/ 7144 h 2828925"/>
                <a:gd name="connsiteX1" fmla="*/ 83344 w 4276725"/>
                <a:gd name="connsiteY1" fmla="*/ 7144 h 2828925"/>
                <a:gd name="connsiteX2" fmla="*/ 7144 w 4276725"/>
                <a:gd name="connsiteY2" fmla="*/ 83344 h 2828925"/>
                <a:gd name="connsiteX3" fmla="*/ 7144 w 4276725"/>
                <a:gd name="connsiteY3" fmla="*/ 2826544 h 2828925"/>
                <a:gd name="connsiteX4" fmla="*/ 4274344 w 4276725"/>
                <a:gd name="connsiteY4" fmla="*/ 2826544 h 2828925"/>
                <a:gd name="connsiteX5" fmla="*/ 4274344 w 4276725"/>
                <a:gd name="connsiteY5" fmla="*/ 83344 h 2828925"/>
                <a:gd name="connsiteX6" fmla="*/ 4198144 w 4276725"/>
                <a:gd name="connsiteY6" fmla="*/ 7144 h 2828925"/>
                <a:gd name="connsiteX7" fmla="*/ 3207544 w 4276725"/>
                <a:gd name="connsiteY7" fmla="*/ 83344 h 2828925"/>
                <a:gd name="connsiteX8" fmla="*/ 3512344 w 4276725"/>
                <a:gd name="connsiteY8" fmla="*/ 83344 h 2828925"/>
                <a:gd name="connsiteX9" fmla="*/ 3512344 w 4276725"/>
                <a:gd name="connsiteY9" fmla="*/ 235744 h 2828925"/>
                <a:gd name="connsiteX10" fmla="*/ 3207544 w 4276725"/>
                <a:gd name="connsiteY10" fmla="*/ 235744 h 2828925"/>
                <a:gd name="connsiteX11" fmla="*/ 3207544 w 4276725"/>
                <a:gd name="connsiteY11" fmla="*/ 83344 h 2828925"/>
                <a:gd name="connsiteX12" fmla="*/ 3512344 w 4276725"/>
                <a:gd name="connsiteY12" fmla="*/ 540544 h 2828925"/>
                <a:gd name="connsiteX13" fmla="*/ 3817144 w 4276725"/>
                <a:gd name="connsiteY13" fmla="*/ 540544 h 2828925"/>
                <a:gd name="connsiteX14" fmla="*/ 3817144 w 4276725"/>
                <a:gd name="connsiteY14" fmla="*/ 692944 h 2828925"/>
                <a:gd name="connsiteX15" fmla="*/ 3512344 w 4276725"/>
                <a:gd name="connsiteY15" fmla="*/ 692944 h 2828925"/>
                <a:gd name="connsiteX16" fmla="*/ 3512344 w 4276725"/>
                <a:gd name="connsiteY16" fmla="*/ 540544 h 2828925"/>
                <a:gd name="connsiteX17" fmla="*/ 2978944 w 4276725"/>
                <a:gd name="connsiteY17" fmla="*/ 83344 h 2828925"/>
                <a:gd name="connsiteX18" fmla="*/ 3131344 w 4276725"/>
                <a:gd name="connsiteY18" fmla="*/ 83344 h 2828925"/>
                <a:gd name="connsiteX19" fmla="*/ 3131344 w 4276725"/>
                <a:gd name="connsiteY19" fmla="*/ 235744 h 2828925"/>
                <a:gd name="connsiteX20" fmla="*/ 2978944 w 4276725"/>
                <a:gd name="connsiteY20" fmla="*/ 235744 h 2828925"/>
                <a:gd name="connsiteX21" fmla="*/ 2978944 w 4276725"/>
                <a:gd name="connsiteY21" fmla="*/ 83344 h 2828925"/>
                <a:gd name="connsiteX22" fmla="*/ 2978944 w 4276725"/>
                <a:gd name="connsiteY22" fmla="*/ 311944 h 2828925"/>
                <a:gd name="connsiteX23" fmla="*/ 3436144 w 4276725"/>
                <a:gd name="connsiteY23" fmla="*/ 311944 h 2828925"/>
                <a:gd name="connsiteX24" fmla="*/ 3436144 w 4276725"/>
                <a:gd name="connsiteY24" fmla="*/ 464344 h 2828925"/>
                <a:gd name="connsiteX25" fmla="*/ 2978944 w 4276725"/>
                <a:gd name="connsiteY25" fmla="*/ 464344 h 2828925"/>
                <a:gd name="connsiteX26" fmla="*/ 2978944 w 4276725"/>
                <a:gd name="connsiteY26" fmla="*/ 311944 h 2828925"/>
                <a:gd name="connsiteX27" fmla="*/ 2978944 w 4276725"/>
                <a:gd name="connsiteY27" fmla="*/ 540544 h 2828925"/>
                <a:gd name="connsiteX28" fmla="*/ 3436144 w 4276725"/>
                <a:gd name="connsiteY28" fmla="*/ 540544 h 2828925"/>
                <a:gd name="connsiteX29" fmla="*/ 3436144 w 4276725"/>
                <a:gd name="connsiteY29" fmla="*/ 692944 h 2828925"/>
                <a:gd name="connsiteX30" fmla="*/ 2978944 w 4276725"/>
                <a:gd name="connsiteY30" fmla="*/ 692944 h 2828925"/>
                <a:gd name="connsiteX31" fmla="*/ 2978944 w 4276725"/>
                <a:gd name="connsiteY31" fmla="*/ 540544 h 2828925"/>
                <a:gd name="connsiteX32" fmla="*/ 2140744 w 4276725"/>
                <a:gd name="connsiteY32" fmla="*/ 83344 h 2828925"/>
                <a:gd name="connsiteX33" fmla="*/ 2719864 w 4276725"/>
                <a:gd name="connsiteY33" fmla="*/ 346234 h 2828925"/>
                <a:gd name="connsiteX34" fmla="*/ 2894171 w 4276725"/>
                <a:gd name="connsiteY34" fmla="*/ 957739 h 2828925"/>
                <a:gd name="connsiteX35" fmla="*/ 3087529 w 4276725"/>
                <a:gd name="connsiteY35" fmla="*/ 1151096 h 2828925"/>
                <a:gd name="connsiteX36" fmla="*/ 3588544 w 4276725"/>
                <a:gd name="connsiteY36" fmla="*/ 1151096 h 2828925"/>
                <a:gd name="connsiteX37" fmla="*/ 3588544 w 4276725"/>
                <a:gd name="connsiteY37" fmla="*/ 998696 h 2828925"/>
                <a:gd name="connsiteX38" fmla="*/ 3740944 w 4276725"/>
                <a:gd name="connsiteY38" fmla="*/ 998696 h 2828925"/>
                <a:gd name="connsiteX39" fmla="*/ 3740944 w 4276725"/>
                <a:gd name="connsiteY39" fmla="*/ 1227296 h 2828925"/>
                <a:gd name="connsiteX40" fmla="*/ 3664744 w 4276725"/>
                <a:gd name="connsiteY40" fmla="*/ 1303496 h 2828925"/>
                <a:gd name="connsiteX41" fmla="*/ 3055144 w 4276725"/>
                <a:gd name="connsiteY41" fmla="*/ 1303496 h 2828925"/>
                <a:gd name="connsiteX42" fmla="*/ 3000851 w 4276725"/>
                <a:gd name="connsiteY42" fmla="*/ 1281589 h 2828925"/>
                <a:gd name="connsiteX43" fmla="*/ 2847499 w 4276725"/>
                <a:gd name="connsiteY43" fmla="*/ 1128236 h 2828925"/>
                <a:gd name="connsiteX44" fmla="*/ 2323624 w 4276725"/>
                <a:gd name="connsiteY44" fmla="*/ 1586389 h 2828925"/>
                <a:gd name="connsiteX45" fmla="*/ 1646396 w 4276725"/>
                <a:gd name="connsiteY45" fmla="*/ 1425416 h 2828925"/>
                <a:gd name="connsiteX46" fmla="*/ 1512094 w 4276725"/>
                <a:gd name="connsiteY46" fmla="*/ 1581626 h 2828925"/>
                <a:gd name="connsiteX47" fmla="*/ 1453991 w 4276725"/>
                <a:gd name="connsiteY47" fmla="*/ 1608296 h 2828925"/>
                <a:gd name="connsiteX48" fmla="*/ 769144 w 4276725"/>
                <a:gd name="connsiteY48" fmla="*/ 1608296 h 2828925"/>
                <a:gd name="connsiteX49" fmla="*/ 769144 w 4276725"/>
                <a:gd name="connsiteY49" fmla="*/ 1836896 h 2828925"/>
                <a:gd name="connsiteX50" fmla="*/ 616744 w 4276725"/>
                <a:gd name="connsiteY50" fmla="*/ 1836896 h 2828925"/>
                <a:gd name="connsiteX51" fmla="*/ 616744 w 4276725"/>
                <a:gd name="connsiteY51" fmla="*/ 1532096 h 2828925"/>
                <a:gd name="connsiteX52" fmla="*/ 692944 w 4276725"/>
                <a:gd name="connsiteY52" fmla="*/ 1455896 h 2828925"/>
                <a:gd name="connsiteX53" fmla="*/ 1419701 w 4276725"/>
                <a:gd name="connsiteY53" fmla="*/ 1455896 h 2828925"/>
                <a:gd name="connsiteX54" fmla="*/ 1540669 w 4276725"/>
                <a:gd name="connsiteY54" fmla="*/ 1314926 h 2828925"/>
                <a:gd name="connsiteX55" fmla="*/ 1454944 w 4276725"/>
                <a:gd name="connsiteY55" fmla="*/ 511969 h 2828925"/>
                <a:gd name="connsiteX56" fmla="*/ 2140744 w 4276725"/>
                <a:gd name="connsiteY56" fmla="*/ 83344 h 2828925"/>
                <a:gd name="connsiteX57" fmla="*/ 159544 w 4276725"/>
                <a:gd name="connsiteY57" fmla="*/ 311944 h 2828925"/>
                <a:gd name="connsiteX58" fmla="*/ 235744 w 4276725"/>
                <a:gd name="connsiteY58" fmla="*/ 235744 h 2828925"/>
                <a:gd name="connsiteX59" fmla="*/ 1150144 w 4276725"/>
                <a:gd name="connsiteY59" fmla="*/ 235744 h 2828925"/>
                <a:gd name="connsiteX60" fmla="*/ 1226344 w 4276725"/>
                <a:gd name="connsiteY60" fmla="*/ 311944 h 2828925"/>
                <a:gd name="connsiteX61" fmla="*/ 1226344 w 4276725"/>
                <a:gd name="connsiteY61" fmla="*/ 997744 h 2828925"/>
                <a:gd name="connsiteX62" fmla="*/ 1150144 w 4276725"/>
                <a:gd name="connsiteY62" fmla="*/ 1073944 h 2828925"/>
                <a:gd name="connsiteX63" fmla="*/ 235744 w 4276725"/>
                <a:gd name="connsiteY63" fmla="*/ 1073944 h 2828925"/>
                <a:gd name="connsiteX64" fmla="*/ 159544 w 4276725"/>
                <a:gd name="connsiteY64" fmla="*/ 997744 h 2828925"/>
                <a:gd name="connsiteX65" fmla="*/ 159544 w 4276725"/>
                <a:gd name="connsiteY65" fmla="*/ 311944 h 2828925"/>
                <a:gd name="connsiteX66" fmla="*/ 311944 w 4276725"/>
                <a:gd name="connsiteY66" fmla="*/ 2064544 h 2828925"/>
                <a:gd name="connsiteX67" fmla="*/ 311944 w 4276725"/>
                <a:gd name="connsiteY67" fmla="*/ 1912144 h 2828925"/>
                <a:gd name="connsiteX68" fmla="*/ 616744 w 4276725"/>
                <a:gd name="connsiteY68" fmla="*/ 1912144 h 2828925"/>
                <a:gd name="connsiteX69" fmla="*/ 616744 w 4276725"/>
                <a:gd name="connsiteY69" fmla="*/ 2064544 h 2828925"/>
                <a:gd name="connsiteX70" fmla="*/ 311944 w 4276725"/>
                <a:gd name="connsiteY70" fmla="*/ 2064544 h 2828925"/>
                <a:gd name="connsiteX71" fmla="*/ 616744 w 4276725"/>
                <a:gd name="connsiteY71" fmla="*/ 2369344 h 2828925"/>
                <a:gd name="connsiteX72" fmla="*/ 921544 w 4276725"/>
                <a:gd name="connsiteY72" fmla="*/ 2369344 h 2828925"/>
                <a:gd name="connsiteX73" fmla="*/ 921544 w 4276725"/>
                <a:gd name="connsiteY73" fmla="*/ 2521744 h 2828925"/>
                <a:gd name="connsiteX74" fmla="*/ 616744 w 4276725"/>
                <a:gd name="connsiteY74" fmla="*/ 2521744 h 2828925"/>
                <a:gd name="connsiteX75" fmla="*/ 616744 w 4276725"/>
                <a:gd name="connsiteY75" fmla="*/ 2369344 h 2828925"/>
                <a:gd name="connsiteX76" fmla="*/ 83344 w 4276725"/>
                <a:gd name="connsiteY76" fmla="*/ 1912144 h 2828925"/>
                <a:gd name="connsiteX77" fmla="*/ 235744 w 4276725"/>
                <a:gd name="connsiteY77" fmla="*/ 1912144 h 2828925"/>
                <a:gd name="connsiteX78" fmla="*/ 235744 w 4276725"/>
                <a:gd name="connsiteY78" fmla="*/ 2064544 h 2828925"/>
                <a:gd name="connsiteX79" fmla="*/ 83344 w 4276725"/>
                <a:gd name="connsiteY79" fmla="*/ 2064544 h 2828925"/>
                <a:gd name="connsiteX80" fmla="*/ 83344 w 4276725"/>
                <a:gd name="connsiteY80" fmla="*/ 1912144 h 2828925"/>
                <a:gd name="connsiteX81" fmla="*/ 83344 w 4276725"/>
                <a:gd name="connsiteY81" fmla="*/ 2140744 h 2828925"/>
                <a:gd name="connsiteX82" fmla="*/ 540544 w 4276725"/>
                <a:gd name="connsiteY82" fmla="*/ 2140744 h 2828925"/>
                <a:gd name="connsiteX83" fmla="*/ 540544 w 4276725"/>
                <a:gd name="connsiteY83" fmla="*/ 2293144 h 2828925"/>
                <a:gd name="connsiteX84" fmla="*/ 83344 w 4276725"/>
                <a:gd name="connsiteY84" fmla="*/ 2293144 h 2828925"/>
                <a:gd name="connsiteX85" fmla="*/ 83344 w 4276725"/>
                <a:gd name="connsiteY85" fmla="*/ 2140744 h 2828925"/>
                <a:gd name="connsiteX86" fmla="*/ 83344 w 4276725"/>
                <a:gd name="connsiteY86" fmla="*/ 2369344 h 2828925"/>
                <a:gd name="connsiteX87" fmla="*/ 540544 w 4276725"/>
                <a:gd name="connsiteY87" fmla="*/ 2369344 h 2828925"/>
                <a:gd name="connsiteX88" fmla="*/ 540544 w 4276725"/>
                <a:gd name="connsiteY88" fmla="*/ 2521744 h 2828925"/>
                <a:gd name="connsiteX89" fmla="*/ 83344 w 4276725"/>
                <a:gd name="connsiteY89" fmla="*/ 2521744 h 2828925"/>
                <a:gd name="connsiteX90" fmla="*/ 83344 w 4276725"/>
                <a:gd name="connsiteY90" fmla="*/ 2369344 h 2828925"/>
                <a:gd name="connsiteX91" fmla="*/ 1302544 w 4276725"/>
                <a:gd name="connsiteY91" fmla="*/ 2750344 h 2828925"/>
                <a:gd name="connsiteX92" fmla="*/ 83344 w 4276725"/>
                <a:gd name="connsiteY92" fmla="*/ 2750344 h 2828925"/>
                <a:gd name="connsiteX93" fmla="*/ 83344 w 4276725"/>
                <a:gd name="connsiteY93" fmla="*/ 2597944 h 2828925"/>
                <a:gd name="connsiteX94" fmla="*/ 1302544 w 4276725"/>
                <a:gd name="connsiteY94" fmla="*/ 2597944 h 2828925"/>
                <a:gd name="connsiteX95" fmla="*/ 1302544 w 4276725"/>
                <a:gd name="connsiteY95" fmla="*/ 2750344 h 2828925"/>
                <a:gd name="connsiteX96" fmla="*/ 1302544 w 4276725"/>
                <a:gd name="connsiteY96" fmla="*/ 2521744 h 2828925"/>
                <a:gd name="connsiteX97" fmla="*/ 997744 w 4276725"/>
                <a:gd name="connsiteY97" fmla="*/ 2521744 h 2828925"/>
                <a:gd name="connsiteX98" fmla="*/ 997744 w 4276725"/>
                <a:gd name="connsiteY98" fmla="*/ 2369344 h 2828925"/>
                <a:gd name="connsiteX99" fmla="*/ 1302544 w 4276725"/>
                <a:gd name="connsiteY99" fmla="*/ 2369344 h 2828925"/>
                <a:gd name="connsiteX100" fmla="*/ 1302544 w 4276725"/>
                <a:gd name="connsiteY100" fmla="*/ 2521744 h 2828925"/>
                <a:gd name="connsiteX101" fmla="*/ 1302544 w 4276725"/>
                <a:gd name="connsiteY101" fmla="*/ 2293144 h 2828925"/>
                <a:gd name="connsiteX102" fmla="*/ 616744 w 4276725"/>
                <a:gd name="connsiteY102" fmla="*/ 2293144 h 2828925"/>
                <a:gd name="connsiteX103" fmla="*/ 616744 w 4276725"/>
                <a:gd name="connsiteY103" fmla="*/ 2140744 h 2828925"/>
                <a:gd name="connsiteX104" fmla="*/ 1302544 w 4276725"/>
                <a:gd name="connsiteY104" fmla="*/ 2140744 h 2828925"/>
                <a:gd name="connsiteX105" fmla="*/ 1302544 w 4276725"/>
                <a:gd name="connsiteY105" fmla="*/ 2293144 h 2828925"/>
                <a:gd name="connsiteX106" fmla="*/ 1302544 w 4276725"/>
                <a:gd name="connsiteY106" fmla="*/ 2064544 h 2828925"/>
                <a:gd name="connsiteX107" fmla="*/ 692944 w 4276725"/>
                <a:gd name="connsiteY107" fmla="*/ 2064544 h 2828925"/>
                <a:gd name="connsiteX108" fmla="*/ 692944 w 4276725"/>
                <a:gd name="connsiteY108" fmla="*/ 1912144 h 2828925"/>
                <a:gd name="connsiteX109" fmla="*/ 1302544 w 4276725"/>
                <a:gd name="connsiteY109" fmla="*/ 1912144 h 2828925"/>
                <a:gd name="connsiteX110" fmla="*/ 1302544 w 4276725"/>
                <a:gd name="connsiteY110" fmla="*/ 2064544 h 2828925"/>
                <a:gd name="connsiteX111" fmla="*/ 1835944 w 4276725"/>
                <a:gd name="connsiteY111" fmla="*/ 2674144 h 2828925"/>
                <a:gd name="connsiteX112" fmla="*/ 1759744 w 4276725"/>
                <a:gd name="connsiteY112" fmla="*/ 2750344 h 2828925"/>
                <a:gd name="connsiteX113" fmla="*/ 1454944 w 4276725"/>
                <a:gd name="connsiteY113" fmla="*/ 2750344 h 2828925"/>
                <a:gd name="connsiteX114" fmla="*/ 1378744 w 4276725"/>
                <a:gd name="connsiteY114" fmla="*/ 2674144 h 2828925"/>
                <a:gd name="connsiteX115" fmla="*/ 1378744 w 4276725"/>
                <a:gd name="connsiteY115" fmla="*/ 2064544 h 2828925"/>
                <a:gd name="connsiteX116" fmla="*/ 1454944 w 4276725"/>
                <a:gd name="connsiteY116" fmla="*/ 1988344 h 2828925"/>
                <a:gd name="connsiteX117" fmla="*/ 1759744 w 4276725"/>
                <a:gd name="connsiteY117" fmla="*/ 1988344 h 2828925"/>
                <a:gd name="connsiteX118" fmla="*/ 1835944 w 4276725"/>
                <a:gd name="connsiteY118" fmla="*/ 2064544 h 2828925"/>
                <a:gd name="connsiteX119" fmla="*/ 1835944 w 4276725"/>
                <a:gd name="connsiteY119" fmla="*/ 2674144 h 2828925"/>
                <a:gd name="connsiteX120" fmla="*/ 2369344 w 4276725"/>
                <a:gd name="connsiteY120" fmla="*/ 2674144 h 2828925"/>
                <a:gd name="connsiteX121" fmla="*/ 2293144 w 4276725"/>
                <a:gd name="connsiteY121" fmla="*/ 2750344 h 2828925"/>
                <a:gd name="connsiteX122" fmla="*/ 1988344 w 4276725"/>
                <a:gd name="connsiteY122" fmla="*/ 2750344 h 2828925"/>
                <a:gd name="connsiteX123" fmla="*/ 1912144 w 4276725"/>
                <a:gd name="connsiteY123" fmla="*/ 2674144 h 2828925"/>
                <a:gd name="connsiteX124" fmla="*/ 1912144 w 4276725"/>
                <a:gd name="connsiteY124" fmla="*/ 1912144 h 2828925"/>
                <a:gd name="connsiteX125" fmla="*/ 1988344 w 4276725"/>
                <a:gd name="connsiteY125" fmla="*/ 1835944 h 2828925"/>
                <a:gd name="connsiteX126" fmla="*/ 2293144 w 4276725"/>
                <a:gd name="connsiteY126" fmla="*/ 1835944 h 2828925"/>
                <a:gd name="connsiteX127" fmla="*/ 2369344 w 4276725"/>
                <a:gd name="connsiteY127" fmla="*/ 1912144 h 2828925"/>
                <a:gd name="connsiteX128" fmla="*/ 2369344 w 4276725"/>
                <a:gd name="connsiteY128" fmla="*/ 2674144 h 2828925"/>
                <a:gd name="connsiteX129" fmla="*/ 2902744 w 4276725"/>
                <a:gd name="connsiteY129" fmla="*/ 2674144 h 2828925"/>
                <a:gd name="connsiteX130" fmla="*/ 2826544 w 4276725"/>
                <a:gd name="connsiteY130" fmla="*/ 2750344 h 2828925"/>
                <a:gd name="connsiteX131" fmla="*/ 2521744 w 4276725"/>
                <a:gd name="connsiteY131" fmla="*/ 2750344 h 2828925"/>
                <a:gd name="connsiteX132" fmla="*/ 2445544 w 4276725"/>
                <a:gd name="connsiteY132" fmla="*/ 2674144 h 2828925"/>
                <a:gd name="connsiteX133" fmla="*/ 2445544 w 4276725"/>
                <a:gd name="connsiteY133" fmla="*/ 1759744 h 2828925"/>
                <a:gd name="connsiteX134" fmla="*/ 2521744 w 4276725"/>
                <a:gd name="connsiteY134" fmla="*/ 1683544 h 2828925"/>
                <a:gd name="connsiteX135" fmla="*/ 2826544 w 4276725"/>
                <a:gd name="connsiteY135" fmla="*/ 1683544 h 2828925"/>
                <a:gd name="connsiteX136" fmla="*/ 2902744 w 4276725"/>
                <a:gd name="connsiteY136" fmla="*/ 1759744 h 2828925"/>
                <a:gd name="connsiteX137" fmla="*/ 2902744 w 4276725"/>
                <a:gd name="connsiteY137" fmla="*/ 2674144 h 2828925"/>
                <a:gd name="connsiteX138" fmla="*/ 4198144 w 4276725"/>
                <a:gd name="connsiteY138" fmla="*/ 2674144 h 2828925"/>
                <a:gd name="connsiteX139" fmla="*/ 4121944 w 4276725"/>
                <a:gd name="connsiteY139" fmla="*/ 2750344 h 2828925"/>
                <a:gd name="connsiteX140" fmla="*/ 3055144 w 4276725"/>
                <a:gd name="connsiteY140" fmla="*/ 2750344 h 2828925"/>
                <a:gd name="connsiteX141" fmla="*/ 2978944 w 4276725"/>
                <a:gd name="connsiteY141" fmla="*/ 2674144 h 2828925"/>
                <a:gd name="connsiteX142" fmla="*/ 2978944 w 4276725"/>
                <a:gd name="connsiteY142" fmla="*/ 2369344 h 2828925"/>
                <a:gd name="connsiteX143" fmla="*/ 3055144 w 4276725"/>
                <a:gd name="connsiteY143" fmla="*/ 2293144 h 2828925"/>
                <a:gd name="connsiteX144" fmla="*/ 4121944 w 4276725"/>
                <a:gd name="connsiteY144" fmla="*/ 2293144 h 2828925"/>
                <a:gd name="connsiteX145" fmla="*/ 4198144 w 4276725"/>
                <a:gd name="connsiteY145" fmla="*/ 2369344 h 2828925"/>
                <a:gd name="connsiteX146" fmla="*/ 4198144 w 4276725"/>
                <a:gd name="connsiteY146" fmla="*/ 2674144 h 2828925"/>
                <a:gd name="connsiteX147" fmla="*/ 4198144 w 4276725"/>
                <a:gd name="connsiteY147" fmla="*/ 2140744 h 2828925"/>
                <a:gd name="connsiteX148" fmla="*/ 4121944 w 4276725"/>
                <a:gd name="connsiteY148" fmla="*/ 2216944 h 2828925"/>
                <a:gd name="connsiteX149" fmla="*/ 3055144 w 4276725"/>
                <a:gd name="connsiteY149" fmla="*/ 2216944 h 2828925"/>
                <a:gd name="connsiteX150" fmla="*/ 2978944 w 4276725"/>
                <a:gd name="connsiteY150" fmla="*/ 2140744 h 2828925"/>
                <a:gd name="connsiteX151" fmla="*/ 2978944 w 4276725"/>
                <a:gd name="connsiteY151" fmla="*/ 1835944 h 2828925"/>
                <a:gd name="connsiteX152" fmla="*/ 3055144 w 4276725"/>
                <a:gd name="connsiteY152" fmla="*/ 1759744 h 2828925"/>
                <a:gd name="connsiteX153" fmla="*/ 4121944 w 4276725"/>
                <a:gd name="connsiteY153" fmla="*/ 1759744 h 2828925"/>
                <a:gd name="connsiteX154" fmla="*/ 4198144 w 4276725"/>
                <a:gd name="connsiteY154" fmla="*/ 1835944 h 2828925"/>
                <a:gd name="connsiteX155" fmla="*/ 4198144 w 4276725"/>
                <a:gd name="connsiteY155" fmla="*/ 2140744 h 2828925"/>
                <a:gd name="connsiteX156" fmla="*/ 4198144 w 4276725"/>
                <a:gd name="connsiteY156" fmla="*/ 1607344 h 2828925"/>
                <a:gd name="connsiteX157" fmla="*/ 2978944 w 4276725"/>
                <a:gd name="connsiteY157" fmla="*/ 1607344 h 2828925"/>
                <a:gd name="connsiteX158" fmla="*/ 2978944 w 4276725"/>
                <a:gd name="connsiteY158" fmla="*/ 1454944 h 2828925"/>
                <a:gd name="connsiteX159" fmla="*/ 4198144 w 4276725"/>
                <a:gd name="connsiteY159" fmla="*/ 1454944 h 2828925"/>
                <a:gd name="connsiteX160" fmla="*/ 4198144 w 4276725"/>
                <a:gd name="connsiteY160" fmla="*/ 1607344 h 2828925"/>
                <a:gd name="connsiteX161" fmla="*/ 4198144 w 4276725"/>
                <a:gd name="connsiteY161" fmla="*/ 921544 h 2828925"/>
                <a:gd name="connsiteX162" fmla="*/ 2978944 w 4276725"/>
                <a:gd name="connsiteY162" fmla="*/ 921544 h 2828925"/>
                <a:gd name="connsiteX163" fmla="*/ 2978944 w 4276725"/>
                <a:gd name="connsiteY163" fmla="*/ 769144 h 2828925"/>
                <a:gd name="connsiteX164" fmla="*/ 4198144 w 4276725"/>
                <a:gd name="connsiteY164" fmla="*/ 769144 h 2828925"/>
                <a:gd name="connsiteX165" fmla="*/ 4198144 w 4276725"/>
                <a:gd name="connsiteY165" fmla="*/ 921544 h 2828925"/>
                <a:gd name="connsiteX166" fmla="*/ 4198144 w 4276725"/>
                <a:gd name="connsiteY166" fmla="*/ 692944 h 2828925"/>
                <a:gd name="connsiteX167" fmla="*/ 3893344 w 4276725"/>
                <a:gd name="connsiteY167" fmla="*/ 692944 h 2828925"/>
                <a:gd name="connsiteX168" fmla="*/ 3893344 w 4276725"/>
                <a:gd name="connsiteY168" fmla="*/ 540544 h 2828925"/>
                <a:gd name="connsiteX169" fmla="*/ 4198144 w 4276725"/>
                <a:gd name="connsiteY169" fmla="*/ 540544 h 2828925"/>
                <a:gd name="connsiteX170" fmla="*/ 4198144 w 4276725"/>
                <a:gd name="connsiteY170" fmla="*/ 692944 h 2828925"/>
                <a:gd name="connsiteX171" fmla="*/ 4198144 w 4276725"/>
                <a:gd name="connsiteY171" fmla="*/ 464344 h 2828925"/>
                <a:gd name="connsiteX172" fmla="*/ 3512344 w 4276725"/>
                <a:gd name="connsiteY172" fmla="*/ 464344 h 2828925"/>
                <a:gd name="connsiteX173" fmla="*/ 3512344 w 4276725"/>
                <a:gd name="connsiteY173" fmla="*/ 311944 h 2828925"/>
                <a:gd name="connsiteX174" fmla="*/ 4198144 w 4276725"/>
                <a:gd name="connsiteY174" fmla="*/ 311944 h 2828925"/>
                <a:gd name="connsiteX175" fmla="*/ 4198144 w 4276725"/>
                <a:gd name="connsiteY175" fmla="*/ 464344 h 2828925"/>
                <a:gd name="connsiteX176" fmla="*/ 4198144 w 4276725"/>
                <a:gd name="connsiteY176" fmla="*/ 235744 h 2828925"/>
                <a:gd name="connsiteX177" fmla="*/ 3588544 w 4276725"/>
                <a:gd name="connsiteY177" fmla="*/ 235744 h 2828925"/>
                <a:gd name="connsiteX178" fmla="*/ 3588544 w 4276725"/>
                <a:gd name="connsiteY178" fmla="*/ 83344 h 2828925"/>
                <a:gd name="connsiteX179" fmla="*/ 4198144 w 4276725"/>
                <a:gd name="connsiteY179" fmla="*/ 83344 h 2828925"/>
                <a:gd name="connsiteX180" fmla="*/ 4198144 w 4276725"/>
                <a:gd name="connsiteY180" fmla="*/ 235744 h 282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4276725" h="2828925">
                  <a:moveTo>
                    <a:pt x="4198144" y="7144"/>
                  </a:move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lnTo>
                    <a:pt x="7144" y="2826544"/>
                  </a:lnTo>
                  <a:lnTo>
                    <a:pt x="4274344" y="2826544"/>
                  </a:lnTo>
                  <a:lnTo>
                    <a:pt x="4274344" y="83344"/>
                  </a:lnTo>
                  <a:cubicBezTo>
                    <a:pt x="4274344" y="41434"/>
                    <a:pt x="4240054" y="7144"/>
                    <a:pt x="4198144" y="7144"/>
                  </a:cubicBezTo>
                  <a:close/>
                  <a:moveTo>
                    <a:pt x="3207544" y="83344"/>
                  </a:moveTo>
                  <a:lnTo>
                    <a:pt x="3512344" y="83344"/>
                  </a:lnTo>
                  <a:lnTo>
                    <a:pt x="3512344" y="235744"/>
                  </a:lnTo>
                  <a:lnTo>
                    <a:pt x="3207544" y="235744"/>
                  </a:lnTo>
                  <a:lnTo>
                    <a:pt x="3207544" y="83344"/>
                  </a:lnTo>
                  <a:close/>
                  <a:moveTo>
                    <a:pt x="3512344" y="540544"/>
                  </a:moveTo>
                  <a:lnTo>
                    <a:pt x="3817144" y="540544"/>
                  </a:lnTo>
                  <a:lnTo>
                    <a:pt x="3817144" y="692944"/>
                  </a:lnTo>
                  <a:lnTo>
                    <a:pt x="3512344" y="692944"/>
                  </a:lnTo>
                  <a:lnTo>
                    <a:pt x="3512344" y="540544"/>
                  </a:lnTo>
                  <a:close/>
                  <a:moveTo>
                    <a:pt x="2978944" y="83344"/>
                  </a:moveTo>
                  <a:lnTo>
                    <a:pt x="3131344" y="83344"/>
                  </a:lnTo>
                  <a:lnTo>
                    <a:pt x="3131344" y="235744"/>
                  </a:lnTo>
                  <a:lnTo>
                    <a:pt x="2978944" y="235744"/>
                  </a:lnTo>
                  <a:lnTo>
                    <a:pt x="2978944" y="83344"/>
                  </a:lnTo>
                  <a:close/>
                  <a:moveTo>
                    <a:pt x="2978944" y="311944"/>
                  </a:moveTo>
                  <a:lnTo>
                    <a:pt x="3436144" y="311944"/>
                  </a:lnTo>
                  <a:lnTo>
                    <a:pt x="3436144" y="464344"/>
                  </a:lnTo>
                  <a:lnTo>
                    <a:pt x="2978944" y="464344"/>
                  </a:lnTo>
                  <a:lnTo>
                    <a:pt x="2978944" y="311944"/>
                  </a:lnTo>
                  <a:close/>
                  <a:moveTo>
                    <a:pt x="2978944" y="540544"/>
                  </a:moveTo>
                  <a:lnTo>
                    <a:pt x="3436144" y="540544"/>
                  </a:lnTo>
                  <a:lnTo>
                    <a:pt x="3436144" y="692944"/>
                  </a:lnTo>
                  <a:lnTo>
                    <a:pt x="2978944" y="692944"/>
                  </a:lnTo>
                  <a:lnTo>
                    <a:pt x="2978944" y="540544"/>
                  </a:lnTo>
                  <a:close/>
                  <a:moveTo>
                    <a:pt x="2140744" y="83344"/>
                  </a:moveTo>
                  <a:cubicBezTo>
                    <a:pt x="2362676" y="81439"/>
                    <a:pt x="2574131" y="177641"/>
                    <a:pt x="2719864" y="346234"/>
                  </a:cubicBezTo>
                  <a:cubicBezTo>
                    <a:pt x="2865596" y="514826"/>
                    <a:pt x="2928461" y="737711"/>
                    <a:pt x="2894171" y="957739"/>
                  </a:cubicBezTo>
                  <a:lnTo>
                    <a:pt x="3087529" y="1151096"/>
                  </a:lnTo>
                  <a:lnTo>
                    <a:pt x="3588544" y="1151096"/>
                  </a:lnTo>
                  <a:lnTo>
                    <a:pt x="3588544" y="998696"/>
                  </a:lnTo>
                  <a:lnTo>
                    <a:pt x="3740944" y="998696"/>
                  </a:lnTo>
                  <a:lnTo>
                    <a:pt x="3740944" y="1227296"/>
                  </a:lnTo>
                  <a:cubicBezTo>
                    <a:pt x="3740944" y="1269206"/>
                    <a:pt x="3706654" y="1303496"/>
                    <a:pt x="3664744" y="1303496"/>
                  </a:cubicBezTo>
                  <a:lnTo>
                    <a:pt x="3055144" y="1303496"/>
                  </a:lnTo>
                  <a:cubicBezTo>
                    <a:pt x="3035141" y="1303496"/>
                    <a:pt x="3015139" y="1295876"/>
                    <a:pt x="3000851" y="1281589"/>
                  </a:cubicBezTo>
                  <a:lnTo>
                    <a:pt x="2847499" y="1128236"/>
                  </a:lnTo>
                  <a:cubicBezTo>
                    <a:pt x="2757011" y="1356836"/>
                    <a:pt x="2561749" y="1527334"/>
                    <a:pt x="2323624" y="1586389"/>
                  </a:cubicBezTo>
                  <a:cubicBezTo>
                    <a:pt x="2085499" y="1645444"/>
                    <a:pt x="1833086" y="1585436"/>
                    <a:pt x="1646396" y="1425416"/>
                  </a:cubicBezTo>
                  <a:lnTo>
                    <a:pt x="1512094" y="1581626"/>
                  </a:lnTo>
                  <a:cubicBezTo>
                    <a:pt x="1497806" y="1598771"/>
                    <a:pt x="1476851" y="1608296"/>
                    <a:pt x="1453991" y="1608296"/>
                  </a:cubicBezTo>
                  <a:lnTo>
                    <a:pt x="769144" y="1608296"/>
                  </a:lnTo>
                  <a:lnTo>
                    <a:pt x="769144" y="1836896"/>
                  </a:lnTo>
                  <a:lnTo>
                    <a:pt x="616744" y="1836896"/>
                  </a:lnTo>
                  <a:lnTo>
                    <a:pt x="616744" y="1532096"/>
                  </a:lnTo>
                  <a:cubicBezTo>
                    <a:pt x="616744" y="1490186"/>
                    <a:pt x="651034" y="1455896"/>
                    <a:pt x="692944" y="1455896"/>
                  </a:cubicBezTo>
                  <a:lnTo>
                    <a:pt x="1419701" y="1455896"/>
                  </a:lnTo>
                  <a:lnTo>
                    <a:pt x="1540669" y="1314926"/>
                  </a:lnTo>
                  <a:cubicBezTo>
                    <a:pt x="1360646" y="1085374"/>
                    <a:pt x="1327309" y="773906"/>
                    <a:pt x="1454944" y="511969"/>
                  </a:cubicBezTo>
                  <a:cubicBezTo>
                    <a:pt x="1583531" y="249079"/>
                    <a:pt x="1849279" y="82391"/>
                    <a:pt x="2140744" y="83344"/>
                  </a:cubicBezTo>
                  <a:close/>
                  <a:moveTo>
                    <a:pt x="159544" y="311944"/>
                  </a:moveTo>
                  <a:cubicBezTo>
                    <a:pt x="159544" y="270034"/>
                    <a:pt x="193834" y="235744"/>
                    <a:pt x="235744" y="235744"/>
                  </a:cubicBezTo>
                  <a:lnTo>
                    <a:pt x="1150144" y="235744"/>
                  </a:lnTo>
                  <a:cubicBezTo>
                    <a:pt x="1192054" y="235744"/>
                    <a:pt x="1226344" y="270034"/>
                    <a:pt x="1226344" y="311944"/>
                  </a:cubicBezTo>
                  <a:lnTo>
                    <a:pt x="1226344" y="997744"/>
                  </a:lnTo>
                  <a:cubicBezTo>
                    <a:pt x="1226344" y="1039654"/>
                    <a:pt x="1192054" y="1073944"/>
                    <a:pt x="1150144" y="1073944"/>
                  </a:cubicBezTo>
                  <a:lnTo>
                    <a:pt x="235744" y="1073944"/>
                  </a:lnTo>
                  <a:cubicBezTo>
                    <a:pt x="193834" y="1073944"/>
                    <a:pt x="159544" y="1039654"/>
                    <a:pt x="159544" y="997744"/>
                  </a:cubicBezTo>
                  <a:lnTo>
                    <a:pt x="159544" y="311944"/>
                  </a:lnTo>
                  <a:close/>
                  <a:moveTo>
                    <a:pt x="311944" y="2064544"/>
                  </a:moveTo>
                  <a:lnTo>
                    <a:pt x="311944" y="1912144"/>
                  </a:lnTo>
                  <a:lnTo>
                    <a:pt x="616744" y="1912144"/>
                  </a:lnTo>
                  <a:lnTo>
                    <a:pt x="616744" y="2064544"/>
                  </a:lnTo>
                  <a:lnTo>
                    <a:pt x="311944" y="2064544"/>
                  </a:lnTo>
                  <a:close/>
                  <a:moveTo>
                    <a:pt x="616744" y="2369344"/>
                  </a:moveTo>
                  <a:lnTo>
                    <a:pt x="921544" y="2369344"/>
                  </a:lnTo>
                  <a:lnTo>
                    <a:pt x="921544" y="2521744"/>
                  </a:lnTo>
                  <a:lnTo>
                    <a:pt x="616744" y="2521744"/>
                  </a:lnTo>
                  <a:lnTo>
                    <a:pt x="616744" y="2369344"/>
                  </a:lnTo>
                  <a:close/>
                  <a:moveTo>
                    <a:pt x="83344" y="1912144"/>
                  </a:moveTo>
                  <a:lnTo>
                    <a:pt x="235744" y="1912144"/>
                  </a:lnTo>
                  <a:lnTo>
                    <a:pt x="235744" y="2064544"/>
                  </a:lnTo>
                  <a:lnTo>
                    <a:pt x="83344" y="2064544"/>
                  </a:lnTo>
                  <a:lnTo>
                    <a:pt x="83344" y="1912144"/>
                  </a:lnTo>
                  <a:close/>
                  <a:moveTo>
                    <a:pt x="83344" y="2140744"/>
                  </a:moveTo>
                  <a:lnTo>
                    <a:pt x="540544" y="2140744"/>
                  </a:lnTo>
                  <a:lnTo>
                    <a:pt x="540544" y="2293144"/>
                  </a:lnTo>
                  <a:lnTo>
                    <a:pt x="83344" y="2293144"/>
                  </a:lnTo>
                  <a:lnTo>
                    <a:pt x="83344" y="2140744"/>
                  </a:lnTo>
                  <a:close/>
                  <a:moveTo>
                    <a:pt x="83344" y="2369344"/>
                  </a:moveTo>
                  <a:lnTo>
                    <a:pt x="540544" y="2369344"/>
                  </a:lnTo>
                  <a:lnTo>
                    <a:pt x="540544" y="2521744"/>
                  </a:lnTo>
                  <a:lnTo>
                    <a:pt x="83344" y="2521744"/>
                  </a:lnTo>
                  <a:lnTo>
                    <a:pt x="83344" y="2369344"/>
                  </a:lnTo>
                  <a:close/>
                  <a:moveTo>
                    <a:pt x="1302544" y="2750344"/>
                  </a:moveTo>
                  <a:lnTo>
                    <a:pt x="83344" y="2750344"/>
                  </a:lnTo>
                  <a:lnTo>
                    <a:pt x="83344" y="2597944"/>
                  </a:lnTo>
                  <a:lnTo>
                    <a:pt x="1302544" y="2597944"/>
                  </a:lnTo>
                  <a:lnTo>
                    <a:pt x="1302544" y="2750344"/>
                  </a:lnTo>
                  <a:close/>
                  <a:moveTo>
                    <a:pt x="1302544" y="2521744"/>
                  </a:moveTo>
                  <a:lnTo>
                    <a:pt x="997744" y="2521744"/>
                  </a:lnTo>
                  <a:lnTo>
                    <a:pt x="997744" y="2369344"/>
                  </a:lnTo>
                  <a:lnTo>
                    <a:pt x="1302544" y="2369344"/>
                  </a:lnTo>
                  <a:lnTo>
                    <a:pt x="1302544" y="2521744"/>
                  </a:lnTo>
                  <a:close/>
                  <a:moveTo>
                    <a:pt x="1302544" y="2293144"/>
                  </a:moveTo>
                  <a:lnTo>
                    <a:pt x="616744" y="2293144"/>
                  </a:lnTo>
                  <a:lnTo>
                    <a:pt x="616744" y="2140744"/>
                  </a:lnTo>
                  <a:lnTo>
                    <a:pt x="1302544" y="2140744"/>
                  </a:lnTo>
                  <a:lnTo>
                    <a:pt x="1302544" y="2293144"/>
                  </a:lnTo>
                  <a:close/>
                  <a:moveTo>
                    <a:pt x="1302544" y="2064544"/>
                  </a:moveTo>
                  <a:lnTo>
                    <a:pt x="692944" y="2064544"/>
                  </a:lnTo>
                  <a:lnTo>
                    <a:pt x="692944" y="1912144"/>
                  </a:lnTo>
                  <a:lnTo>
                    <a:pt x="1302544" y="1912144"/>
                  </a:lnTo>
                  <a:lnTo>
                    <a:pt x="1302544" y="2064544"/>
                  </a:lnTo>
                  <a:close/>
                  <a:moveTo>
                    <a:pt x="1835944" y="2674144"/>
                  </a:moveTo>
                  <a:cubicBezTo>
                    <a:pt x="1835944" y="2716054"/>
                    <a:pt x="1801654" y="2750344"/>
                    <a:pt x="1759744" y="2750344"/>
                  </a:cubicBezTo>
                  <a:lnTo>
                    <a:pt x="1454944" y="2750344"/>
                  </a:lnTo>
                  <a:cubicBezTo>
                    <a:pt x="1413034" y="2750344"/>
                    <a:pt x="1378744" y="2716054"/>
                    <a:pt x="1378744" y="2674144"/>
                  </a:cubicBezTo>
                  <a:lnTo>
                    <a:pt x="1378744" y="2064544"/>
                  </a:lnTo>
                  <a:cubicBezTo>
                    <a:pt x="1378744" y="2022634"/>
                    <a:pt x="1413034" y="1988344"/>
                    <a:pt x="1454944" y="1988344"/>
                  </a:cubicBezTo>
                  <a:lnTo>
                    <a:pt x="1759744" y="1988344"/>
                  </a:lnTo>
                  <a:cubicBezTo>
                    <a:pt x="1801654" y="1988344"/>
                    <a:pt x="1835944" y="2022634"/>
                    <a:pt x="1835944" y="2064544"/>
                  </a:cubicBezTo>
                  <a:lnTo>
                    <a:pt x="1835944" y="2674144"/>
                  </a:lnTo>
                  <a:close/>
                  <a:moveTo>
                    <a:pt x="2369344" y="2674144"/>
                  </a:moveTo>
                  <a:cubicBezTo>
                    <a:pt x="2369344" y="2716054"/>
                    <a:pt x="2335054" y="2750344"/>
                    <a:pt x="2293144" y="2750344"/>
                  </a:cubicBezTo>
                  <a:lnTo>
                    <a:pt x="1988344" y="2750344"/>
                  </a:lnTo>
                  <a:cubicBezTo>
                    <a:pt x="1946434" y="2750344"/>
                    <a:pt x="1912144" y="2716054"/>
                    <a:pt x="1912144" y="2674144"/>
                  </a:cubicBezTo>
                  <a:lnTo>
                    <a:pt x="1912144" y="1912144"/>
                  </a:lnTo>
                  <a:cubicBezTo>
                    <a:pt x="1912144" y="1870234"/>
                    <a:pt x="1946434" y="1835944"/>
                    <a:pt x="1988344" y="1835944"/>
                  </a:cubicBezTo>
                  <a:lnTo>
                    <a:pt x="2293144" y="1835944"/>
                  </a:lnTo>
                  <a:cubicBezTo>
                    <a:pt x="2335054" y="1835944"/>
                    <a:pt x="2369344" y="1870234"/>
                    <a:pt x="2369344" y="1912144"/>
                  </a:cubicBezTo>
                  <a:lnTo>
                    <a:pt x="2369344" y="2674144"/>
                  </a:lnTo>
                  <a:close/>
                  <a:moveTo>
                    <a:pt x="2902744" y="2674144"/>
                  </a:moveTo>
                  <a:cubicBezTo>
                    <a:pt x="2902744" y="2716054"/>
                    <a:pt x="2868454" y="2750344"/>
                    <a:pt x="2826544" y="2750344"/>
                  </a:cubicBezTo>
                  <a:lnTo>
                    <a:pt x="2521744" y="2750344"/>
                  </a:lnTo>
                  <a:cubicBezTo>
                    <a:pt x="2479834" y="2750344"/>
                    <a:pt x="2445544" y="2716054"/>
                    <a:pt x="2445544" y="2674144"/>
                  </a:cubicBezTo>
                  <a:lnTo>
                    <a:pt x="2445544" y="1759744"/>
                  </a:lnTo>
                  <a:cubicBezTo>
                    <a:pt x="2445544" y="1717834"/>
                    <a:pt x="2479834" y="1683544"/>
                    <a:pt x="2521744" y="1683544"/>
                  </a:cubicBezTo>
                  <a:lnTo>
                    <a:pt x="2826544" y="1683544"/>
                  </a:lnTo>
                  <a:cubicBezTo>
                    <a:pt x="2868454" y="1683544"/>
                    <a:pt x="2902744" y="1717834"/>
                    <a:pt x="2902744" y="1759744"/>
                  </a:cubicBezTo>
                  <a:lnTo>
                    <a:pt x="2902744" y="2674144"/>
                  </a:lnTo>
                  <a:close/>
                  <a:moveTo>
                    <a:pt x="4198144" y="2674144"/>
                  </a:moveTo>
                  <a:cubicBezTo>
                    <a:pt x="4198144" y="2716054"/>
                    <a:pt x="4163854" y="2750344"/>
                    <a:pt x="4121944" y="2750344"/>
                  </a:cubicBezTo>
                  <a:lnTo>
                    <a:pt x="3055144" y="2750344"/>
                  </a:lnTo>
                  <a:cubicBezTo>
                    <a:pt x="3013234" y="2750344"/>
                    <a:pt x="2978944" y="2716054"/>
                    <a:pt x="2978944" y="2674144"/>
                  </a:cubicBezTo>
                  <a:lnTo>
                    <a:pt x="2978944" y="2369344"/>
                  </a:lnTo>
                  <a:cubicBezTo>
                    <a:pt x="2978944" y="2327434"/>
                    <a:pt x="3013234" y="2293144"/>
                    <a:pt x="3055144" y="2293144"/>
                  </a:cubicBezTo>
                  <a:lnTo>
                    <a:pt x="4121944" y="2293144"/>
                  </a:lnTo>
                  <a:cubicBezTo>
                    <a:pt x="4163854" y="2293144"/>
                    <a:pt x="4198144" y="2327434"/>
                    <a:pt x="4198144" y="2369344"/>
                  </a:cubicBezTo>
                  <a:lnTo>
                    <a:pt x="4198144" y="2674144"/>
                  </a:lnTo>
                  <a:close/>
                  <a:moveTo>
                    <a:pt x="4198144" y="2140744"/>
                  </a:moveTo>
                  <a:cubicBezTo>
                    <a:pt x="4198144" y="2182654"/>
                    <a:pt x="4163854" y="2216944"/>
                    <a:pt x="4121944" y="2216944"/>
                  </a:cubicBezTo>
                  <a:lnTo>
                    <a:pt x="3055144" y="2216944"/>
                  </a:lnTo>
                  <a:cubicBezTo>
                    <a:pt x="3013234" y="2216944"/>
                    <a:pt x="2978944" y="2182654"/>
                    <a:pt x="2978944" y="2140744"/>
                  </a:cubicBezTo>
                  <a:lnTo>
                    <a:pt x="2978944" y="1835944"/>
                  </a:lnTo>
                  <a:cubicBezTo>
                    <a:pt x="2978944" y="1794034"/>
                    <a:pt x="3013234" y="1759744"/>
                    <a:pt x="3055144" y="1759744"/>
                  </a:cubicBezTo>
                  <a:lnTo>
                    <a:pt x="4121944" y="1759744"/>
                  </a:lnTo>
                  <a:cubicBezTo>
                    <a:pt x="4163854" y="1759744"/>
                    <a:pt x="4198144" y="1794034"/>
                    <a:pt x="4198144" y="1835944"/>
                  </a:cubicBezTo>
                  <a:lnTo>
                    <a:pt x="4198144" y="2140744"/>
                  </a:lnTo>
                  <a:close/>
                  <a:moveTo>
                    <a:pt x="4198144" y="1607344"/>
                  </a:moveTo>
                  <a:lnTo>
                    <a:pt x="2978944" y="1607344"/>
                  </a:lnTo>
                  <a:lnTo>
                    <a:pt x="2978944" y="1454944"/>
                  </a:lnTo>
                  <a:lnTo>
                    <a:pt x="4198144" y="1454944"/>
                  </a:lnTo>
                  <a:lnTo>
                    <a:pt x="4198144" y="1607344"/>
                  </a:lnTo>
                  <a:close/>
                  <a:moveTo>
                    <a:pt x="4198144" y="921544"/>
                  </a:moveTo>
                  <a:lnTo>
                    <a:pt x="2978944" y="921544"/>
                  </a:lnTo>
                  <a:lnTo>
                    <a:pt x="2978944" y="769144"/>
                  </a:lnTo>
                  <a:lnTo>
                    <a:pt x="4198144" y="769144"/>
                  </a:lnTo>
                  <a:lnTo>
                    <a:pt x="4198144" y="921544"/>
                  </a:lnTo>
                  <a:close/>
                  <a:moveTo>
                    <a:pt x="4198144" y="692944"/>
                  </a:moveTo>
                  <a:lnTo>
                    <a:pt x="3893344" y="692944"/>
                  </a:lnTo>
                  <a:lnTo>
                    <a:pt x="3893344" y="540544"/>
                  </a:lnTo>
                  <a:lnTo>
                    <a:pt x="4198144" y="540544"/>
                  </a:lnTo>
                  <a:lnTo>
                    <a:pt x="4198144" y="692944"/>
                  </a:lnTo>
                  <a:close/>
                  <a:moveTo>
                    <a:pt x="4198144" y="464344"/>
                  </a:moveTo>
                  <a:lnTo>
                    <a:pt x="3512344" y="464344"/>
                  </a:lnTo>
                  <a:lnTo>
                    <a:pt x="3512344" y="311944"/>
                  </a:lnTo>
                  <a:lnTo>
                    <a:pt x="4198144" y="311944"/>
                  </a:lnTo>
                  <a:lnTo>
                    <a:pt x="4198144" y="464344"/>
                  </a:lnTo>
                  <a:close/>
                  <a:moveTo>
                    <a:pt x="4198144" y="235744"/>
                  </a:moveTo>
                  <a:lnTo>
                    <a:pt x="3588544" y="235744"/>
                  </a:lnTo>
                  <a:lnTo>
                    <a:pt x="3588544" y="83344"/>
                  </a:lnTo>
                  <a:lnTo>
                    <a:pt x="4198144" y="83344"/>
                  </a:lnTo>
                  <a:lnTo>
                    <a:pt x="4198144" y="235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28444B82-A71C-48E0-8EC1-882AF4446702}"/>
                </a:ext>
              </a:extLst>
            </p:cNvPr>
            <p:cNvSpPr/>
            <p:nvPr/>
          </p:nvSpPr>
          <p:spPr>
            <a:xfrm>
              <a:off x="4107656" y="4412456"/>
              <a:ext cx="4276725" cy="314325"/>
            </a:xfrm>
            <a:custGeom>
              <a:avLst/>
              <a:gdLst>
                <a:gd name="connsiteX0" fmla="*/ 7144 w 4276725"/>
                <a:gd name="connsiteY0" fmla="*/ 235744 h 314325"/>
                <a:gd name="connsiteX1" fmla="*/ 83344 w 4276725"/>
                <a:gd name="connsiteY1" fmla="*/ 311944 h 314325"/>
                <a:gd name="connsiteX2" fmla="*/ 4198144 w 4276725"/>
                <a:gd name="connsiteY2" fmla="*/ 311944 h 314325"/>
                <a:gd name="connsiteX3" fmla="*/ 4274344 w 4276725"/>
                <a:gd name="connsiteY3" fmla="*/ 235744 h 314325"/>
                <a:gd name="connsiteX4" fmla="*/ 4274344 w 4276725"/>
                <a:gd name="connsiteY4" fmla="*/ 7144 h 314325"/>
                <a:gd name="connsiteX5" fmla="*/ 7144 w 4276725"/>
                <a:gd name="connsiteY5" fmla="*/ 7144 h 314325"/>
                <a:gd name="connsiteX6" fmla="*/ 7144 w 4276725"/>
                <a:gd name="connsiteY6" fmla="*/ 235744 h 314325"/>
                <a:gd name="connsiteX7" fmla="*/ 2064544 w 4276725"/>
                <a:gd name="connsiteY7" fmla="*/ 83344 h 314325"/>
                <a:gd name="connsiteX8" fmla="*/ 2293144 w 4276725"/>
                <a:gd name="connsiteY8" fmla="*/ 83344 h 314325"/>
                <a:gd name="connsiteX9" fmla="*/ 2293144 w 4276725"/>
                <a:gd name="connsiteY9" fmla="*/ 235744 h 314325"/>
                <a:gd name="connsiteX10" fmla="*/ 2064544 w 4276725"/>
                <a:gd name="connsiteY10" fmla="*/ 235744 h 314325"/>
                <a:gd name="connsiteX11" fmla="*/ 2064544 w 4276725"/>
                <a:gd name="connsiteY11" fmla="*/ 833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76725" h="314325">
                  <a:moveTo>
                    <a:pt x="7144" y="235744"/>
                  </a:moveTo>
                  <a:cubicBezTo>
                    <a:pt x="7144" y="277654"/>
                    <a:pt x="41434" y="311944"/>
                    <a:pt x="83344" y="311944"/>
                  </a:cubicBezTo>
                  <a:lnTo>
                    <a:pt x="4198144" y="311944"/>
                  </a:lnTo>
                  <a:cubicBezTo>
                    <a:pt x="4240054" y="311944"/>
                    <a:pt x="4274344" y="277654"/>
                    <a:pt x="4274344" y="235744"/>
                  </a:cubicBezTo>
                  <a:lnTo>
                    <a:pt x="4274344" y="7144"/>
                  </a:lnTo>
                  <a:lnTo>
                    <a:pt x="7144" y="7144"/>
                  </a:lnTo>
                  <a:lnTo>
                    <a:pt x="7144" y="235744"/>
                  </a:lnTo>
                  <a:close/>
                  <a:moveTo>
                    <a:pt x="2064544" y="83344"/>
                  </a:moveTo>
                  <a:lnTo>
                    <a:pt x="2293144" y="83344"/>
                  </a:lnTo>
                  <a:lnTo>
                    <a:pt x="2293144" y="235744"/>
                  </a:lnTo>
                  <a:lnTo>
                    <a:pt x="2064544" y="235744"/>
                  </a:lnTo>
                  <a:lnTo>
                    <a:pt x="2064544" y="83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4ABDC884-3BD0-4927-B25F-F890B32D22F6}"/>
                </a:ext>
              </a:extLst>
            </p:cNvPr>
            <p:cNvSpPr/>
            <p:nvPr/>
          </p:nvSpPr>
          <p:spPr>
            <a:xfrm>
              <a:off x="5620226" y="4869656"/>
              <a:ext cx="1323975" cy="847725"/>
            </a:xfrm>
            <a:custGeom>
              <a:avLst/>
              <a:gdLst>
                <a:gd name="connsiteX0" fmla="*/ 1009174 w 1323975"/>
                <a:gd name="connsiteY0" fmla="*/ 692944 h 847725"/>
                <a:gd name="connsiteX1" fmla="*/ 932974 w 1323975"/>
                <a:gd name="connsiteY1" fmla="*/ 616744 h 847725"/>
                <a:gd name="connsiteX2" fmla="*/ 932974 w 1323975"/>
                <a:gd name="connsiteY2" fmla="*/ 7144 h 847725"/>
                <a:gd name="connsiteX3" fmla="*/ 399574 w 1323975"/>
                <a:gd name="connsiteY3" fmla="*/ 7144 h 847725"/>
                <a:gd name="connsiteX4" fmla="*/ 399574 w 1323975"/>
                <a:gd name="connsiteY4" fmla="*/ 616744 h 847725"/>
                <a:gd name="connsiteX5" fmla="*/ 323374 w 1323975"/>
                <a:gd name="connsiteY5" fmla="*/ 692944 h 847725"/>
                <a:gd name="connsiteX6" fmla="*/ 197644 w 1323975"/>
                <a:gd name="connsiteY6" fmla="*/ 692944 h 847725"/>
                <a:gd name="connsiteX7" fmla="*/ 7144 w 1323975"/>
                <a:gd name="connsiteY7" fmla="*/ 845344 h 847725"/>
                <a:gd name="connsiteX8" fmla="*/ 1325404 w 1323975"/>
                <a:gd name="connsiteY8" fmla="*/ 845344 h 847725"/>
                <a:gd name="connsiteX9" fmla="*/ 1134904 w 1323975"/>
                <a:gd name="connsiteY9" fmla="*/ 692944 h 847725"/>
                <a:gd name="connsiteX10" fmla="*/ 1009174 w 1323975"/>
                <a:gd name="connsiteY10" fmla="*/ 692944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23975" h="847725">
                  <a:moveTo>
                    <a:pt x="1009174" y="692944"/>
                  </a:moveTo>
                  <a:cubicBezTo>
                    <a:pt x="967264" y="692944"/>
                    <a:pt x="932974" y="658654"/>
                    <a:pt x="932974" y="616744"/>
                  </a:cubicBezTo>
                  <a:lnTo>
                    <a:pt x="932974" y="7144"/>
                  </a:lnTo>
                  <a:lnTo>
                    <a:pt x="399574" y="7144"/>
                  </a:lnTo>
                  <a:lnTo>
                    <a:pt x="399574" y="616744"/>
                  </a:lnTo>
                  <a:cubicBezTo>
                    <a:pt x="399574" y="658654"/>
                    <a:pt x="365284" y="692944"/>
                    <a:pt x="323374" y="692944"/>
                  </a:cubicBezTo>
                  <a:lnTo>
                    <a:pt x="197644" y="692944"/>
                  </a:lnTo>
                  <a:lnTo>
                    <a:pt x="7144" y="845344"/>
                  </a:lnTo>
                  <a:lnTo>
                    <a:pt x="1325404" y="845344"/>
                  </a:lnTo>
                  <a:lnTo>
                    <a:pt x="1134904" y="692944"/>
                  </a:lnTo>
                  <a:lnTo>
                    <a:pt x="1009174" y="692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1671350F-4D80-4A76-A884-814C1A1647BA}"/>
                </a:ext>
              </a:extLst>
            </p:cNvPr>
            <p:cNvSpPr/>
            <p:nvPr/>
          </p:nvSpPr>
          <p:spPr>
            <a:xfrm>
              <a:off x="5631997" y="1674971"/>
              <a:ext cx="1209675" cy="1219200"/>
            </a:xfrm>
            <a:custGeom>
              <a:avLst/>
              <a:gdLst>
                <a:gd name="connsiteX0" fmla="*/ 329701 w 1209675"/>
                <a:gd name="connsiteY0" fmla="*/ 713899 h 1219200"/>
                <a:gd name="connsiteX1" fmla="*/ 444953 w 1209675"/>
                <a:gd name="connsiteY1" fmla="*/ 812959 h 1219200"/>
                <a:gd name="connsiteX2" fmla="*/ 221116 w 1209675"/>
                <a:gd name="connsiteY2" fmla="*/ 1074896 h 1219200"/>
                <a:gd name="connsiteX3" fmla="*/ 795473 w 1209675"/>
                <a:gd name="connsiteY3" fmla="*/ 1193959 h 1219200"/>
                <a:gd name="connsiteX4" fmla="*/ 1203143 w 1209675"/>
                <a:gd name="connsiteY4" fmla="*/ 772954 h 1219200"/>
                <a:gd name="connsiteX5" fmla="*/ 1193618 w 1209675"/>
                <a:gd name="connsiteY5" fmla="*/ 763429 h 1219200"/>
                <a:gd name="connsiteX6" fmla="*/ 616403 w 1209675"/>
                <a:gd name="connsiteY6" fmla="*/ 763429 h 1219200"/>
                <a:gd name="connsiteX7" fmla="*/ 540203 w 1209675"/>
                <a:gd name="connsiteY7" fmla="*/ 687229 h 1219200"/>
                <a:gd name="connsiteX8" fmla="*/ 540203 w 1209675"/>
                <a:gd name="connsiteY8" fmla="*/ 7144 h 1219200"/>
                <a:gd name="connsiteX9" fmla="*/ 59191 w 1209675"/>
                <a:gd name="connsiteY9" fmla="*/ 364331 h 1219200"/>
                <a:gd name="connsiteX10" fmla="*/ 118246 w 1209675"/>
                <a:gd name="connsiteY10" fmla="*/ 960596 h 1219200"/>
                <a:gd name="connsiteX11" fmla="*/ 329701 w 1209675"/>
                <a:gd name="connsiteY11" fmla="*/ 713899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9675" h="1219200">
                  <a:moveTo>
                    <a:pt x="329701" y="713899"/>
                  </a:moveTo>
                  <a:lnTo>
                    <a:pt x="444953" y="812959"/>
                  </a:lnTo>
                  <a:lnTo>
                    <a:pt x="221116" y="1074896"/>
                  </a:lnTo>
                  <a:cubicBezTo>
                    <a:pt x="379231" y="1210151"/>
                    <a:pt x="596401" y="1254919"/>
                    <a:pt x="795473" y="1193959"/>
                  </a:cubicBezTo>
                  <a:cubicBezTo>
                    <a:pt x="994546" y="1132999"/>
                    <a:pt x="1148851" y="973931"/>
                    <a:pt x="1203143" y="772954"/>
                  </a:cubicBezTo>
                  <a:lnTo>
                    <a:pt x="1193618" y="763429"/>
                  </a:lnTo>
                  <a:lnTo>
                    <a:pt x="616403" y="763429"/>
                  </a:lnTo>
                  <a:cubicBezTo>
                    <a:pt x="574493" y="763429"/>
                    <a:pt x="540203" y="729139"/>
                    <a:pt x="540203" y="687229"/>
                  </a:cubicBezTo>
                  <a:lnTo>
                    <a:pt x="540203" y="7144"/>
                  </a:lnTo>
                  <a:cubicBezTo>
                    <a:pt x="327796" y="33814"/>
                    <a:pt x="144916" y="169069"/>
                    <a:pt x="59191" y="364331"/>
                  </a:cubicBezTo>
                  <a:cubicBezTo>
                    <a:pt x="-27487" y="559594"/>
                    <a:pt x="-4627" y="786289"/>
                    <a:pt x="118246" y="960596"/>
                  </a:cubicBezTo>
                  <a:lnTo>
                    <a:pt x="329701" y="71389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7ADDD9C1-D31A-4C1A-AEF5-10E6F4546E9B}"/>
                </a:ext>
              </a:extLst>
            </p:cNvPr>
            <p:cNvSpPr/>
            <p:nvPr/>
          </p:nvSpPr>
          <p:spPr>
            <a:xfrm>
              <a:off x="6317456" y="1674971"/>
              <a:ext cx="542925" cy="609600"/>
            </a:xfrm>
            <a:custGeom>
              <a:avLst/>
              <a:gdLst>
                <a:gd name="connsiteX0" fmla="*/ 181451 w 542925"/>
                <a:gd name="connsiteY0" fmla="*/ 436721 h 609600"/>
                <a:gd name="connsiteX1" fmla="*/ 289084 w 542925"/>
                <a:gd name="connsiteY1" fmla="*/ 329089 h 609600"/>
                <a:gd name="connsiteX2" fmla="*/ 538639 w 542925"/>
                <a:gd name="connsiteY2" fmla="*/ 578644 h 609600"/>
                <a:gd name="connsiteX3" fmla="*/ 7144 w 542925"/>
                <a:gd name="connsiteY3" fmla="*/ 7144 h 609600"/>
                <a:gd name="connsiteX4" fmla="*/ 7144 w 542925"/>
                <a:gd name="connsiteY4" fmla="*/ 611029 h 609600"/>
                <a:gd name="connsiteX5" fmla="*/ 356711 w 542925"/>
                <a:gd name="connsiteY5" fmla="*/ 611029 h 609600"/>
                <a:gd name="connsiteX6" fmla="*/ 181451 w 542925"/>
                <a:gd name="connsiteY6" fmla="*/ 436721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925" h="609600">
                  <a:moveTo>
                    <a:pt x="181451" y="436721"/>
                  </a:moveTo>
                  <a:lnTo>
                    <a:pt x="289084" y="329089"/>
                  </a:lnTo>
                  <a:lnTo>
                    <a:pt x="538639" y="578644"/>
                  </a:lnTo>
                  <a:cubicBezTo>
                    <a:pt x="522446" y="285274"/>
                    <a:pt x="298609" y="44291"/>
                    <a:pt x="7144" y="7144"/>
                  </a:cubicBezTo>
                  <a:lnTo>
                    <a:pt x="7144" y="611029"/>
                  </a:lnTo>
                  <a:lnTo>
                    <a:pt x="356711" y="611029"/>
                  </a:lnTo>
                  <a:lnTo>
                    <a:pt x="181451" y="4367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DCD1DCB5-2E9C-4355-9096-7D63A2304FA7}"/>
                </a:ext>
              </a:extLst>
            </p:cNvPr>
            <p:cNvSpPr/>
            <p:nvPr/>
          </p:nvSpPr>
          <p:spPr>
            <a:xfrm>
              <a:off x="4412456" y="1821656"/>
              <a:ext cx="771525" cy="542925"/>
            </a:xfrm>
            <a:custGeom>
              <a:avLst/>
              <a:gdLst>
                <a:gd name="connsiteX0" fmla="*/ 7144 w 771525"/>
                <a:gd name="connsiteY0" fmla="*/ 7144 h 542925"/>
                <a:gd name="connsiteX1" fmla="*/ 769144 w 771525"/>
                <a:gd name="connsiteY1" fmla="*/ 7144 h 542925"/>
                <a:gd name="connsiteX2" fmla="*/ 769144 w 771525"/>
                <a:gd name="connsiteY2" fmla="*/ 540544 h 542925"/>
                <a:gd name="connsiteX3" fmla="*/ 7144 w 771525"/>
                <a:gd name="connsiteY3" fmla="*/ 540544 h 542925"/>
                <a:gd name="connsiteX4" fmla="*/ 7144 w 771525"/>
                <a:gd name="connsiteY4" fmla="*/ 7144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542925">
                  <a:moveTo>
                    <a:pt x="7144" y="7144"/>
                  </a:moveTo>
                  <a:lnTo>
                    <a:pt x="769144" y="7144"/>
                  </a:lnTo>
                  <a:lnTo>
                    <a:pt x="769144" y="540544"/>
                  </a:lnTo>
                  <a:lnTo>
                    <a:pt x="7144" y="540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E6C65320-4855-49CF-A989-CC19A82DE2DB}"/>
                </a:ext>
              </a:extLst>
            </p:cNvPr>
            <p:cNvSpPr/>
            <p:nvPr/>
          </p:nvSpPr>
          <p:spPr>
            <a:xfrm>
              <a:off x="7231856" y="3345656"/>
              <a:ext cx="923925" cy="161925"/>
            </a:xfrm>
            <a:custGeom>
              <a:avLst/>
              <a:gdLst>
                <a:gd name="connsiteX0" fmla="*/ 7144 w 923925"/>
                <a:gd name="connsiteY0" fmla="*/ 7144 h 161925"/>
                <a:gd name="connsiteX1" fmla="*/ 921544 w 923925"/>
                <a:gd name="connsiteY1" fmla="*/ 7144 h 161925"/>
                <a:gd name="connsiteX2" fmla="*/ 921544 w 923925"/>
                <a:gd name="connsiteY2" fmla="*/ 159544 h 161925"/>
                <a:gd name="connsiteX3" fmla="*/ 7144 w 923925"/>
                <a:gd name="connsiteY3" fmla="*/ 159544 h 161925"/>
                <a:gd name="connsiteX4" fmla="*/ 7144 w 923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161925">
                  <a:moveTo>
                    <a:pt x="7144" y="7144"/>
                  </a:moveTo>
                  <a:lnTo>
                    <a:pt x="921544" y="7144"/>
                  </a:lnTo>
                  <a:lnTo>
                    <a:pt x="921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0D09E39A-4D66-4164-9BA5-E38CF7A25D53}"/>
                </a:ext>
              </a:extLst>
            </p:cNvPr>
            <p:cNvSpPr/>
            <p:nvPr/>
          </p:nvSpPr>
          <p:spPr>
            <a:xfrm>
              <a:off x="7231856" y="3879056"/>
              <a:ext cx="923925" cy="161925"/>
            </a:xfrm>
            <a:custGeom>
              <a:avLst/>
              <a:gdLst>
                <a:gd name="connsiteX0" fmla="*/ 7144 w 923925"/>
                <a:gd name="connsiteY0" fmla="*/ 7144 h 161925"/>
                <a:gd name="connsiteX1" fmla="*/ 921544 w 923925"/>
                <a:gd name="connsiteY1" fmla="*/ 7144 h 161925"/>
                <a:gd name="connsiteX2" fmla="*/ 921544 w 923925"/>
                <a:gd name="connsiteY2" fmla="*/ 159544 h 161925"/>
                <a:gd name="connsiteX3" fmla="*/ 7144 w 923925"/>
                <a:gd name="connsiteY3" fmla="*/ 159544 h 161925"/>
                <a:gd name="connsiteX4" fmla="*/ 7144 w 923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161925">
                  <a:moveTo>
                    <a:pt x="7144" y="7144"/>
                  </a:moveTo>
                  <a:lnTo>
                    <a:pt x="921544" y="7144"/>
                  </a:lnTo>
                  <a:lnTo>
                    <a:pt x="921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5910ECE-9EA8-4124-8ED3-4DB0AF11353C}"/>
                </a:ext>
              </a:extLst>
            </p:cNvPr>
            <p:cNvSpPr/>
            <p:nvPr/>
          </p:nvSpPr>
          <p:spPr>
            <a:xfrm>
              <a:off x="5631656" y="3574256"/>
              <a:ext cx="161925" cy="466725"/>
            </a:xfrm>
            <a:custGeom>
              <a:avLst/>
              <a:gdLst>
                <a:gd name="connsiteX0" fmla="*/ 7144 w 161925"/>
                <a:gd name="connsiteY0" fmla="*/ 7144 h 466725"/>
                <a:gd name="connsiteX1" fmla="*/ 159544 w 161925"/>
                <a:gd name="connsiteY1" fmla="*/ 7144 h 466725"/>
                <a:gd name="connsiteX2" fmla="*/ 159544 w 161925"/>
                <a:gd name="connsiteY2" fmla="*/ 464344 h 466725"/>
                <a:gd name="connsiteX3" fmla="*/ 7144 w 161925"/>
                <a:gd name="connsiteY3" fmla="*/ 464344 h 466725"/>
                <a:gd name="connsiteX4" fmla="*/ 7144 w 161925"/>
                <a:gd name="connsiteY4" fmla="*/ 71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4667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464344"/>
                  </a:lnTo>
                  <a:lnTo>
                    <a:pt x="7144" y="4643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D1B73719-974F-45AF-8E4B-695916656564}"/>
                </a:ext>
              </a:extLst>
            </p:cNvPr>
            <p:cNvSpPr/>
            <p:nvPr/>
          </p:nvSpPr>
          <p:spPr>
            <a:xfrm>
              <a:off x="6165056" y="3421856"/>
              <a:ext cx="161925" cy="619125"/>
            </a:xfrm>
            <a:custGeom>
              <a:avLst/>
              <a:gdLst>
                <a:gd name="connsiteX0" fmla="*/ 7144 w 161925"/>
                <a:gd name="connsiteY0" fmla="*/ 7144 h 619125"/>
                <a:gd name="connsiteX1" fmla="*/ 159544 w 161925"/>
                <a:gd name="connsiteY1" fmla="*/ 7144 h 619125"/>
                <a:gd name="connsiteX2" fmla="*/ 159544 w 161925"/>
                <a:gd name="connsiteY2" fmla="*/ 616744 h 619125"/>
                <a:gd name="connsiteX3" fmla="*/ 7144 w 161925"/>
                <a:gd name="connsiteY3" fmla="*/ 616744 h 619125"/>
                <a:gd name="connsiteX4" fmla="*/ 7144 w 161925"/>
                <a:gd name="connsiteY4" fmla="*/ 7144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6191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616744"/>
                  </a:lnTo>
                  <a:lnTo>
                    <a:pt x="7144" y="6167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1F533E7E-4B93-4871-807D-4E8DDC1E3046}"/>
                </a:ext>
              </a:extLst>
            </p:cNvPr>
            <p:cNvSpPr/>
            <p:nvPr/>
          </p:nvSpPr>
          <p:spPr>
            <a:xfrm>
              <a:off x="6698456" y="3269456"/>
              <a:ext cx="161925" cy="771525"/>
            </a:xfrm>
            <a:custGeom>
              <a:avLst/>
              <a:gdLst>
                <a:gd name="connsiteX0" fmla="*/ 7144 w 161925"/>
                <a:gd name="connsiteY0" fmla="*/ 7144 h 771525"/>
                <a:gd name="connsiteX1" fmla="*/ 159544 w 161925"/>
                <a:gd name="connsiteY1" fmla="*/ 7144 h 771525"/>
                <a:gd name="connsiteX2" fmla="*/ 159544 w 161925"/>
                <a:gd name="connsiteY2" fmla="*/ 769144 h 771525"/>
                <a:gd name="connsiteX3" fmla="*/ 7144 w 161925"/>
                <a:gd name="connsiteY3" fmla="*/ 769144 h 771525"/>
                <a:gd name="connsiteX4" fmla="*/ 7144 w 161925"/>
                <a:gd name="connsiteY4" fmla="*/ 7144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7715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769144"/>
                  </a:lnTo>
                  <a:lnTo>
                    <a:pt x="7144" y="769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17" name="Graphic 39">
            <a:extLst>
              <a:ext uri="{FF2B5EF4-FFF2-40B4-BE49-F238E27FC236}">
                <a16:creationId xmlns:a16="http://schemas.microsoft.com/office/drawing/2014/main" id="{9F926A35-49D6-4FB8-B5F2-B35210AA700A}"/>
              </a:ext>
            </a:extLst>
          </p:cNvPr>
          <p:cNvGrpSpPr>
            <a:grpSpLocks noChangeAspect="1"/>
          </p:cNvGrpSpPr>
          <p:nvPr/>
        </p:nvGrpSpPr>
        <p:grpSpPr>
          <a:xfrm>
            <a:off x="8564250" y="1386598"/>
            <a:ext cx="502920" cy="502920"/>
            <a:chOff x="4114800" y="1447800"/>
            <a:chExt cx="4267200" cy="4267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AEB4FBA2-FA1E-4872-8754-77D9EFE01EE9}"/>
                </a:ext>
              </a:extLst>
            </p:cNvPr>
            <p:cNvSpPr/>
            <p:nvPr/>
          </p:nvSpPr>
          <p:spPr>
            <a:xfrm>
              <a:off x="5707856" y="4031456"/>
              <a:ext cx="1076325" cy="1685925"/>
            </a:xfrm>
            <a:custGeom>
              <a:avLst/>
              <a:gdLst>
                <a:gd name="connsiteX0" fmla="*/ 83344 w 1076325"/>
                <a:gd name="connsiteY0" fmla="*/ 7144 h 1685925"/>
                <a:gd name="connsiteX1" fmla="*/ 997744 w 1076325"/>
                <a:gd name="connsiteY1" fmla="*/ 7144 h 1685925"/>
                <a:gd name="connsiteX2" fmla="*/ 1073944 w 1076325"/>
                <a:gd name="connsiteY2" fmla="*/ 83344 h 1685925"/>
                <a:gd name="connsiteX3" fmla="*/ 1073944 w 1076325"/>
                <a:gd name="connsiteY3" fmla="*/ 1607344 h 1685925"/>
                <a:gd name="connsiteX4" fmla="*/ 997744 w 1076325"/>
                <a:gd name="connsiteY4" fmla="*/ 1683544 h 1685925"/>
                <a:gd name="connsiteX5" fmla="*/ 83344 w 1076325"/>
                <a:gd name="connsiteY5" fmla="*/ 1683544 h 1685925"/>
                <a:gd name="connsiteX6" fmla="*/ 7144 w 1076325"/>
                <a:gd name="connsiteY6" fmla="*/ 1607344 h 1685925"/>
                <a:gd name="connsiteX7" fmla="*/ 7144 w 1076325"/>
                <a:gd name="connsiteY7" fmla="*/ 83344 h 1685925"/>
                <a:gd name="connsiteX8" fmla="*/ 83344 w 1076325"/>
                <a:gd name="connsiteY8" fmla="*/ 7144 h 168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325" h="1685925">
                  <a:moveTo>
                    <a:pt x="83344" y="7144"/>
                  </a:moveTo>
                  <a:lnTo>
                    <a:pt x="997744" y="7144"/>
                  </a:lnTo>
                  <a:cubicBezTo>
                    <a:pt x="1039654" y="7144"/>
                    <a:pt x="1073944" y="41434"/>
                    <a:pt x="1073944" y="83344"/>
                  </a:cubicBezTo>
                  <a:lnTo>
                    <a:pt x="1073944" y="1607344"/>
                  </a:lnTo>
                  <a:cubicBezTo>
                    <a:pt x="1073944" y="1649254"/>
                    <a:pt x="1039654" y="1683544"/>
                    <a:pt x="997744" y="1683544"/>
                  </a:cubicBezTo>
                  <a:lnTo>
                    <a:pt x="83344" y="1683544"/>
                  </a:lnTo>
                  <a:cubicBezTo>
                    <a:pt x="41434" y="1683544"/>
                    <a:pt x="7144" y="1649254"/>
                    <a:pt x="7144" y="1607344"/>
                  </a:cubicBezTo>
                  <a:lnTo>
                    <a:pt x="7144" y="83344"/>
                  </a:lnTo>
                  <a:cubicBezTo>
                    <a:pt x="7144" y="41434"/>
                    <a:pt x="41434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D105066B-65D5-4EC9-A82F-81DE53CD3B74}"/>
                </a:ext>
              </a:extLst>
            </p:cNvPr>
            <p:cNvSpPr/>
            <p:nvPr/>
          </p:nvSpPr>
          <p:spPr>
            <a:xfrm>
              <a:off x="7308056" y="3269456"/>
              <a:ext cx="1076325" cy="2447925"/>
            </a:xfrm>
            <a:custGeom>
              <a:avLst/>
              <a:gdLst>
                <a:gd name="connsiteX0" fmla="*/ 83344 w 1076325"/>
                <a:gd name="connsiteY0" fmla="*/ 7144 h 2447925"/>
                <a:gd name="connsiteX1" fmla="*/ 997744 w 1076325"/>
                <a:gd name="connsiteY1" fmla="*/ 7144 h 2447925"/>
                <a:gd name="connsiteX2" fmla="*/ 1073944 w 1076325"/>
                <a:gd name="connsiteY2" fmla="*/ 83344 h 2447925"/>
                <a:gd name="connsiteX3" fmla="*/ 1073944 w 1076325"/>
                <a:gd name="connsiteY3" fmla="*/ 2369344 h 2447925"/>
                <a:gd name="connsiteX4" fmla="*/ 997744 w 1076325"/>
                <a:gd name="connsiteY4" fmla="*/ 2445544 h 2447925"/>
                <a:gd name="connsiteX5" fmla="*/ 83344 w 1076325"/>
                <a:gd name="connsiteY5" fmla="*/ 2445544 h 2447925"/>
                <a:gd name="connsiteX6" fmla="*/ 7144 w 1076325"/>
                <a:gd name="connsiteY6" fmla="*/ 2369344 h 2447925"/>
                <a:gd name="connsiteX7" fmla="*/ 7144 w 1076325"/>
                <a:gd name="connsiteY7" fmla="*/ 83344 h 2447925"/>
                <a:gd name="connsiteX8" fmla="*/ 83344 w 1076325"/>
                <a:gd name="connsiteY8" fmla="*/ 7144 h 2447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325" h="2447925">
                  <a:moveTo>
                    <a:pt x="83344" y="7144"/>
                  </a:moveTo>
                  <a:lnTo>
                    <a:pt x="997744" y="7144"/>
                  </a:lnTo>
                  <a:cubicBezTo>
                    <a:pt x="1039654" y="7144"/>
                    <a:pt x="1073944" y="41434"/>
                    <a:pt x="1073944" y="83344"/>
                  </a:cubicBezTo>
                  <a:lnTo>
                    <a:pt x="1073944" y="2369344"/>
                  </a:lnTo>
                  <a:cubicBezTo>
                    <a:pt x="1073944" y="2411254"/>
                    <a:pt x="1039654" y="2445544"/>
                    <a:pt x="997744" y="2445544"/>
                  </a:cubicBezTo>
                  <a:lnTo>
                    <a:pt x="83344" y="2445544"/>
                  </a:lnTo>
                  <a:cubicBezTo>
                    <a:pt x="41434" y="2445544"/>
                    <a:pt x="7144" y="2411254"/>
                    <a:pt x="7144" y="2369344"/>
                  </a:cubicBezTo>
                  <a:lnTo>
                    <a:pt x="7144" y="83344"/>
                  </a:lnTo>
                  <a:cubicBezTo>
                    <a:pt x="7144" y="41434"/>
                    <a:pt x="41434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78FBD66A-C914-4D8B-AF53-3C7A53390B91}"/>
                </a:ext>
              </a:extLst>
            </p:cNvPr>
            <p:cNvSpPr/>
            <p:nvPr/>
          </p:nvSpPr>
          <p:spPr>
            <a:xfrm>
              <a:off x="4107656" y="3650456"/>
              <a:ext cx="1076325" cy="2066925"/>
            </a:xfrm>
            <a:custGeom>
              <a:avLst/>
              <a:gdLst>
                <a:gd name="connsiteX0" fmla="*/ 83344 w 1076325"/>
                <a:gd name="connsiteY0" fmla="*/ 7144 h 2066925"/>
                <a:gd name="connsiteX1" fmla="*/ 997744 w 1076325"/>
                <a:gd name="connsiteY1" fmla="*/ 7144 h 2066925"/>
                <a:gd name="connsiteX2" fmla="*/ 1073944 w 1076325"/>
                <a:gd name="connsiteY2" fmla="*/ 83344 h 2066925"/>
                <a:gd name="connsiteX3" fmla="*/ 1073944 w 1076325"/>
                <a:gd name="connsiteY3" fmla="*/ 1988344 h 2066925"/>
                <a:gd name="connsiteX4" fmla="*/ 997744 w 1076325"/>
                <a:gd name="connsiteY4" fmla="*/ 2064544 h 2066925"/>
                <a:gd name="connsiteX5" fmla="*/ 83344 w 1076325"/>
                <a:gd name="connsiteY5" fmla="*/ 2064544 h 2066925"/>
                <a:gd name="connsiteX6" fmla="*/ 7144 w 1076325"/>
                <a:gd name="connsiteY6" fmla="*/ 1988344 h 2066925"/>
                <a:gd name="connsiteX7" fmla="*/ 7144 w 1076325"/>
                <a:gd name="connsiteY7" fmla="*/ 83344 h 2066925"/>
                <a:gd name="connsiteX8" fmla="*/ 83344 w 1076325"/>
                <a:gd name="connsiteY8" fmla="*/ 7144 h 2066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325" h="2066925">
                  <a:moveTo>
                    <a:pt x="83344" y="7144"/>
                  </a:moveTo>
                  <a:lnTo>
                    <a:pt x="997744" y="7144"/>
                  </a:lnTo>
                  <a:cubicBezTo>
                    <a:pt x="1039654" y="7144"/>
                    <a:pt x="1073944" y="41434"/>
                    <a:pt x="1073944" y="83344"/>
                  </a:cubicBezTo>
                  <a:lnTo>
                    <a:pt x="1073944" y="1988344"/>
                  </a:lnTo>
                  <a:cubicBezTo>
                    <a:pt x="1073944" y="2030254"/>
                    <a:pt x="1039654" y="2064544"/>
                    <a:pt x="997744" y="2064544"/>
                  </a:cubicBezTo>
                  <a:lnTo>
                    <a:pt x="83344" y="2064544"/>
                  </a:lnTo>
                  <a:cubicBezTo>
                    <a:pt x="41434" y="2064544"/>
                    <a:pt x="7144" y="2030254"/>
                    <a:pt x="7144" y="1988344"/>
                  </a:cubicBezTo>
                  <a:lnTo>
                    <a:pt x="7144" y="83344"/>
                  </a:lnTo>
                  <a:cubicBezTo>
                    <a:pt x="7144" y="41434"/>
                    <a:pt x="41434" y="7144"/>
                    <a:pt x="833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802CE21F-C9A5-483F-B703-CC89CB6533D2}"/>
                </a:ext>
              </a:extLst>
            </p:cNvPr>
            <p:cNvSpPr/>
            <p:nvPr/>
          </p:nvSpPr>
          <p:spPr>
            <a:xfrm>
              <a:off x="5403056" y="1516856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2426"/>
                    <a:pt x="362426" y="464344"/>
                    <a:pt x="235744" y="464344"/>
                  </a:cubicBezTo>
                  <a:cubicBezTo>
                    <a:pt x="109061" y="464344"/>
                    <a:pt x="7144" y="362426"/>
                    <a:pt x="7144" y="235744"/>
                  </a:cubicBezTo>
                  <a:cubicBezTo>
                    <a:pt x="7144" y="109061"/>
                    <a:pt x="109061" y="7144"/>
                    <a:pt x="235744" y="7144"/>
                  </a:cubicBezTo>
                  <a:cubicBezTo>
                    <a:pt x="362426" y="7144"/>
                    <a:pt x="464344" y="109061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EBC8A53C-220F-4F96-96E9-84B7104577B3}"/>
                </a:ext>
              </a:extLst>
            </p:cNvPr>
            <p:cNvSpPr/>
            <p:nvPr/>
          </p:nvSpPr>
          <p:spPr>
            <a:xfrm>
              <a:off x="4505801" y="1898809"/>
              <a:ext cx="971550" cy="923925"/>
            </a:xfrm>
            <a:custGeom>
              <a:avLst/>
              <a:gdLst>
                <a:gd name="connsiteX0" fmla="*/ 7144 w 971550"/>
                <a:gd name="connsiteY0" fmla="*/ 808196 h 923925"/>
                <a:gd name="connsiteX1" fmla="*/ 859631 w 971550"/>
                <a:gd name="connsiteY1" fmla="*/ 7144 h 923925"/>
                <a:gd name="connsiteX2" fmla="*/ 964406 w 971550"/>
                <a:gd name="connsiteY2" fmla="*/ 118586 h 923925"/>
                <a:gd name="connsiteX3" fmla="*/ 111919 w 971550"/>
                <a:gd name="connsiteY3" fmla="*/ 919639 h 923925"/>
                <a:gd name="connsiteX4" fmla="*/ 7144 w 971550"/>
                <a:gd name="connsiteY4" fmla="*/ 808196 h 923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550" h="923925">
                  <a:moveTo>
                    <a:pt x="7144" y="808196"/>
                  </a:moveTo>
                  <a:lnTo>
                    <a:pt x="859631" y="7144"/>
                  </a:lnTo>
                  <a:lnTo>
                    <a:pt x="964406" y="118586"/>
                  </a:lnTo>
                  <a:lnTo>
                    <a:pt x="111919" y="919639"/>
                  </a:lnTo>
                  <a:lnTo>
                    <a:pt x="7144" y="80819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16012E3F-391E-4312-885B-DE00DAC70B6B}"/>
                </a:ext>
              </a:extLst>
            </p:cNvPr>
            <p:cNvSpPr/>
            <p:nvPr/>
          </p:nvSpPr>
          <p:spPr>
            <a:xfrm>
              <a:off x="7241381" y="1831181"/>
              <a:ext cx="752475" cy="752475"/>
            </a:xfrm>
            <a:custGeom>
              <a:avLst/>
              <a:gdLst>
                <a:gd name="connsiteX0" fmla="*/ 7144 w 752475"/>
                <a:gd name="connsiteY0" fmla="*/ 642461 h 752475"/>
                <a:gd name="connsiteX1" fmla="*/ 642461 w 752475"/>
                <a:gd name="connsiteY1" fmla="*/ 7144 h 752475"/>
                <a:gd name="connsiteX2" fmla="*/ 750094 w 752475"/>
                <a:gd name="connsiteY2" fmla="*/ 114776 h 752475"/>
                <a:gd name="connsiteX3" fmla="*/ 114776 w 752475"/>
                <a:gd name="connsiteY3" fmla="*/ 750094 h 752475"/>
                <a:gd name="connsiteX4" fmla="*/ 7144 w 752475"/>
                <a:gd name="connsiteY4" fmla="*/ 642461 h 75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2475" h="752475">
                  <a:moveTo>
                    <a:pt x="7144" y="642461"/>
                  </a:moveTo>
                  <a:lnTo>
                    <a:pt x="642461" y="7144"/>
                  </a:lnTo>
                  <a:lnTo>
                    <a:pt x="750094" y="114776"/>
                  </a:lnTo>
                  <a:lnTo>
                    <a:pt x="114776" y="750094"/>
                  </a:lnTo>
                  <a:lnTo>
                    <a:pt x="7144" y="64246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A1A0CC90-7324-49F8-B512-A9228C946C08}"/>
                </a:ext>
              </a:extLst>
            </p:cNvPr>
            <p:cNvSpPr/>
            <p:nvPr/>
          </p:nvSpPr>
          <p:spPr>
            <a:xfrm>
              <a:off x="5840254" y="1854994"/>
              <a:ext cx="1038225" cy="781050"/>
            </a:xfrm>
            <a:custGeom>
              <a:avLst/>
              <a:gdLst>
                <a:gd name="connsiteX0" fmla="*/ 7144 w 1038225"/>
                <a:gd name="connsiteY0" fmla="*/ 132874 h 781050"/>
                <a:gd name="connsiteX1" fmla="*/ 92869 w 1038225"/>
                <a:gd name="connsiteY1" fmla="*/ 7144 h 781050"/>
                <a:gd name="connsiteX2" fmla="*/ 1037749 w 1038225"/>
                <a:gd name="connsiteY2" fmla="*/ 653891 h 781050"/>
                <a:gd name="connsiteX3" fmla="*/ 952024 w 1038225"/>
                <a:gd name="connsiteY3" fmla="*/ 779621 h 781050"/>
                <a:gd name="connsiteX4" fmla="*/ 7144 w 1038225"/>
                <a:gd name="connsiteY4" fmla="*/ 132874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8225" h="781050">
                  <a:moveTo>
                    <a:pt x="7144" y="132874"/>
                  </a:moveTo>
                  <a:lnTo>
                    <a:pt x="92869" y="7144"/>
                  </a:lnTo>
                  <a:lnTo>
                    <a:pt x="1037749" y="653891"/>
                  </a:lnTo>
                  <a:lnTo>
                    <a:pt x="952024" y="779621"/>
                  </a:lnTo>
                  <a:lnTo>
                    <a:pt x="7144" y="1328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439BF2CD-44FB-4BEB-9B00-87B923AE07D7}"/>
                </a:ext>
              </a:extLst>
            </p:cNvPr>
            <p:cNvSpPr/>
            <p:nvPr/>
          </p:nvSpPr>
          <p:spPr>
            <a:xfrm>
              <a:off x="6850856" y="2507456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2426"/>
                    <a:pt x="362426" y="464344"/>
                    <a:pt x="235744" y="464344"/>
                  </a:cubicBezTo>
                  <a:cubicBezTo>
                    <a:pt x="109061" y="464344"/>
                    <a:pt x="7144" y="362426"/>
                    <a:pt x="7144" y="235744"/>
                  </a:cubicBezTo>
                  <a:cubicBezTo>
                    <a:pt x="7144" y="109061"/>
                    <a:pt x="109061" y="7144"/>
                    <a:pt x="235744" y="7144"/>
                  </a:cubicBezTo>
                  <a:cubicBezTo>
                    <a:pt x="362426" y="7144"/>
                    <a:pt x="464344" y="109061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E6F0E16F-F165-4118-AA05-28B5ED91B6EC}"/>
                </a:ext>
              </a:extLst>
            </p:cNvPr>
            <p:cNvSpPr/>
            <p:nvPr/>
          </p:nvSpPr>
          <p:spPr>
            <a:xfrm>
              <a:off x="7917656" y="1440656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2426"/>
                    <a:pt x="362426" y="464344"/>
                    <a:pt x="235744" y="464344"/>
                  </a:cubicBezTo>
                  <a:cubicBezTo>
                    <a:pt x="109061" y="464344"/>
                    <a:pt x="7144" y="362426"/>
                    <a:pt x="7144" y="235744"/>
                  </a:cubicBezTo>
                  <a:cubicBezTo>
                    <a:pt x="7144" y="109061"/>
                    <a:pt x="109061" y="7144"/>
                    <a:pt x="235744" y="7144"/>
                  </a:cubicBezTo>
                  <a:cubicBezTo>
                    <a:pt x="362426" y="7144"/>
                    <a:pt x="464344" y="109061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ABC23C3C-7CB1-439C-BEA3-2D38F8A125A9}"/>
                </a:ext>
              </a:extLst>
            </p:cNvPr>
            <p:cNvSpPr/>
            <p:nvPr/>
          </p:nvSpPr>
          <p:spPr>
            <a:xfrm>
              <a:off x="4107656" y="2736056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2426"/>
                    <a:pt x="362426" y="464344"/>
                    <a:pt x="235744" y="464344"/>
                  </a:cubicBezTo>
                  <a:cubicBezTo>
                    <a:pt x="109061" y="464344"/>
                    <a:pt x="7144" y="362426"/>
                    <a:pt x="7144" y="235744"/>
                  </a:cubicBezTo>
                  <a:cubicBezTo>
                    <a:pt x="7144" y="109061"/>
                    <a:pt x="109061" y="7144"/>
                    <a:pt x="235744" y="7144"/>
                  </a:cubicBezTo>
                  <a:cubicBezTo>
                    <a:pt x="362426" y="7144"/>
                    <a:pt x="464344" y="109061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28" name="Graphic 40">
            <a:extLst>
              <a:ext uri="{FF2B5EF4-FFF2-40B4-BE49-F238E27FC236}">
                <a16:creationId xmlns:a16="http://schemas.microsoft.com/office/drawing/2014/main" id="{C20E1A68-7937-4306-8ED8-C09E1F2BAEF1}"/>
              </a:ext>
            </a:extLst>
          </p:cNvPr>
          <p:cNvGrpSpPr>
            <a:grpSpLocks noChangeAspect="1"/>
          </p:cNvGrpSpPr>
          <p:nvPr/>
        </p:nvGrpSpPr>
        <p:grpSpPr>
          <a:xfrm>
            <a:off x="9731934" y="1386598"/>
            <a:ext cx="502920" cy="502920"/>
            <a:chOff x="4114800" y="1447800"/>
            <a:chExt cx="4267200" cy="4267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56C25831-43C0-4AFD-8D19-D35EBC848F9B}"/>
                </a:ext>
              </a:extLst>
            </p:cNvPr>
            <p:cNvSpPr/>
            <p:nvPr/>
          </p:nvSpPr>
          <p:spPr>
            <a:xfrm>
              <a:off x="4107656" y="1440656"/>
              <a:ext cx="4276725" cy="161925"/>
            </a:xfrm>
            <a:custGeom>
              <a:avLst/>
              <a:gdLst>
                <a:gd name="connsiteX0" fmla="*/ 4198144 w 4276725"/>
                <a:gd name="connsiteY0" fmla="*/ 7144 h 161925"/>
                <a:gd name="connsiteX1" fmla="*/ 83344 w 4276725"/>
                <a:gd name="connsiteY1" fmla="*/ 7144 h 161925"/>
                <a:gd name="connsiteX2" fmla="*/ 7144 w 4276725"/>
                <a:gd name="connsiteY2" fmla="*/ 83344 h 161925"/>
                <a:gd name="connsiteX3" fmla="*/ 83344 w 4276725"/>
                <a:gd name="connsiteY3" fmla="*/ 159544 h 161925"/>
                <a:gd name="connsiteX4" fmla="*/ 4198144 w 4276725"/>
                <a:gd name="connsiteY4" fmla="*/ 159544 h 161925"/>
                <a:gd name="connsiteX5" fmla="*/ 4274344 w 4276725"/>
                <a:gd name="connsiteY5" fmla="*/ 83344 h 161925"/>
                <a:gd name="connsiteX6" fmla="*/ 4198144 w 4276725"/>
                <a:gd name="connsiteY6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76725" h="161925">
                  <a:moveTo>
                    <a:pt x="4198144" y="7144"/>
                  </a:move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cubicBezTo>
                    <a:pt x="7144" y="125254"/>
                    <a:pt x="41434" y="159544"/>
                    <a:pt x="83344" y="159544"/>
                  </a:cubicBezTo>
                  <a:lnTo>
                    <a:pt x="4198144" y="159544"/>
                  </a:lnTo>
                  <a:cubicBezTo>
                    <a:pt x="4240054" y="159544"/>
                    <a:pt x="4274344" y="125254"/>
                    <a:pt x="4274344" y="83344"/>
                  </a:cubicBezTo>
                  <a:cubicBezTo>
                    <a:pt x="4274344" y="41434"/>
                    <a:pt x="4240054" y="7144"/>
                    <a:pt x="41981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B07A2173-BB80-46AC-B2F0-4CDD9539010E}"/>
                </a:ext>
              </a:extLst>
            </p:cNvPr>
            <p:cNvSpPr/>
            <p:nvPr/>
          </p:nvSpPr>
          <p:spPr>
            <a:xfrm>
              <a:off x="5174456" y="3269456"/>
              <a:ext cx="161925" cy="1762125"/>
            </a:xfrm>
            <a:custGeom>
              <a:avLst/>
              <a:gdLst>
                <a:gd name="connsiteX0" fmla="*/ 7144 w 161925"/>
                <a:gd name="connsiteY0" fmla="*/ 7144 h 1762125"/>
                <a:gd name="connsiteX1" fmla="*/ 159544 w 161925"/>
                <a:gd name="connsiteY1" fmla="*/ 7144 h 1762125"/>
                <a:gd name="connsiteX2" fmla="*/ 159544 w 161925"/>
                <a:gd name="connsiteY2" fmla="*/ 1759744 h 1762125"/>
                <a:gd name="connsiteX3" fmla="*/ 7144 w 161925"/>
                <a:gd name="connsiteY3" fmla="*/ 1759744 h 1762125"/>
                <a:gd name="connsiteX4" fmla="*/ 7144 w 161925"/>
                <a:gd name="connsiteY4" fmla="*/ 7144 h 1762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7621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759744"/>
                  </a:lnTo>
                  <a:lnTo>
                    <a:pt x="7144" y="17597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67568984-045F-45A8-B79A-82862573E5DF}"/>
                </a:ext>
              </a:extLst>
            </p:cNvPr>
            <p:cNvSpPr/>
            <p:nvPr/>
          </p:nvSpPr>
          <p:spPr>
            <a:xfrm>
              <a:off x="6546017" y="2893219"/>
              <a:ext cx="619125" cy="1114425"/>
            </a:xfrm>
            <a:custGeom>
              <a:avLst/>
              <a:gdLst>
                <a:gd name="connsiteX0" fmla="*/ 157678 w 619125"/>
                <a:gd name="connsiteY0" fmla="*/ 1115854 h 1114425"/>
                <a:gd name="connsiteX1" fmla="*/ 616783 w 619125"/>
                <a:gd name="connsiteY1" fmla="*/ 656749 h 1114425"/>
                <a:gd name="connsiteX2" fmla="*/ 616783 w 619125"/>
                <a:gd name="connsiteY2" fmla="*/ 7144 h 1114425"/>
                <a:gd name="connsiteX3" fmla="*/ 322461 w 619125"/>
                <a:gd name="connsiteY3" fmla="*/ 111919 h 1114425"/>
                <a:gd name="connsiteX4" fmla="*/ 385326 w 619125"/>
                <a:gd name="connsiteY4" fmla="*/ 365284 h 1114425"/>
                <a:gd name="connsiteX5" fmla="*/ 237688 w 619125"/>
                <a:gd name="connsiteY5" fmla="*/ 402431 h 1114425"/>
                <a:gd name="connsiteX6" fmla="*/ 191968 w 619125"/>
                <a:gd name="connsiteY6" fmla="*/ 221456 h 1114425"/>
                <a:gd name="connsiteX7" fmla="*/ 157678 w 619125"/>
                <a:gd name="connsiteY7" fmla="*/ 1115854 h 1114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125" h="1114425">
                  <a:moveTo>
                    <a:pt x="157678" y="1115854"/>
                  </a:moveTo>
                  <a:lnTo>
                    <a:pt x="616783" y="656749"/>
                  </a:lnTo>
                  <a:lnTo>
                    <a:pt x="616783" y="7144"/>
                  </a:lnTo>
                  <a:cubicBezTo>
                    <a:pt x="512008" y="18574"/>
                    <a:pt x="411043" y="54769"/>
                    <a:pt x="322461" y="111919"/>
                  </a:cubicBezTo>
                  <a:lnTo>
                    <a:pt x="385326" y="365284"/>
                  </a:lnTo>
                  <a:lnTo>
                    <a:pt x="237688" y="402431"/>
                  </a:lnTo>
                  <a:lnTo>
                    <a:pt x="191968" y="221456"/>
                  </a:lnTo>
                  <a:cubicBezTo>
                    <a:pt x="-40442" y="468154"/>
                    <a:pt x="-55682" y="850106"/>
                    <a:pt x="157678" y="11158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53026CC3-CC59-4A8D-A491-DBAA679921F3}"/>
                </a:ext>
              </a:extLst>
            </p:cNvPr>
            <p:cNvSpPr/>
            <p:nvPr/>
          </p:nvSpPr>
          <p:spPr>
            <a:xfrm>
              <a:off x="6805136" y="3650456"/>
              <a:ext cx="1114425" cy="619125"/>
            </a:xfrm>
            <a:custGeom>
              <a:avLst/>
              <a:gdLst>
                <a:gd name="connsiteX0" fmla="*/ 294799 w 1114425"/>
                <a:gd name="connsiteY0" fmla="*/ 602456 h 619125"/>
                <a:gd name="connsiteX1" fmla="*/ 441484 w 1114425"/>
                <a:gd name="connsiteY1" fmla="*/ 280511 h 619125"/>
                <a:gd name="connsiteX2" fmla="*/ 580549 w 1114425"/>
                <a:gd name="connsiteY2" fmla="*/ 343376 h 619125"/>
                <a:gd name="connsiteX3" fmla="*/ 456724 w 1114425"/>
                <a:gd name="connsiteY3" fmla="*/ 615791 h 619125"/>
                <a:gd name="connsiteX4" fmla="*/ 1115854 w 1114425"/>
                <a:gd name="connsiteY4" fmla="*/ 7144 h 619125"/>
                <a:gd name="connsiteX5" fmla="*/ 466249 w 1114425"/>
                <a:gd name="connsiteY5" fmla="*/ 7144 h 619125"/>
                <a:gd name="connsiteX6" fmla="*/ 7144 w 1114425"/>
                <a:gd name="connsiteY6" fmla="*/ 466249 h 619125"/>
                <a:gd name="connsiteX7" fmla="*/ 294799 w 1114425"/>
                <a:gd name="connsiteY7" fmla="*/ 602456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425" h="619125">
                  <a:moveTo>
                    <a:pt x="294799" y="602456"/>
                  </a:moveTo>
                  <a:lnTo>
                    <a:pt x="441484" y="280511"/>
                  </a:lnTo>
                  <a:lnTo>
                    <a:pt x="580549" y="343376"/>
                  </a:lnTo>
                  <a:lnTo>
                    <a:pt x="456724" y="615791"/>
                  </a:lnTo>
                  <a:cubicBezTo>
                    <a:pt x="796766" y="605314"/>
                    <a:pt x="1077754" y="346234"/>
                    <a:pt x="1115854" y="7144"/>
                  </a:cubicBezTo>
                  <a:lnTo>
                    <a:pt x="466249" y="7144"/>
                  </a:lnTo>
                  <a:lnTo>
                    <a:pt x="7144" y="466249"/>
                  </a:lnTo>
                  <a:cubicBezTo>
                    <a:pt x="90011" y="533876"/>
                    <a:pt x="189071" y="580549"/>
                    <a:pt x="294799" y="602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9C2B75CE-EA68-4981-A2AB-C71596F29518}"/>
                </a:ext>
              </a:extLst>
            </p:cNvPr>
            <p:cNvSpPr/>
            <p:nvPr/>
          </p:nvSpPr>
          <p:spPr>
            <a:xfrm>
              <a:off x="7308056" y="2892266"/>
              <a:ext cx="619125" cy="619125"/>
            </a:xfrm>
            <a:custGeom>
              <a:avLst/>
              <a:gdLst>
                <a:gd name="connsiteX0" fmla="*/ 385286 w 619125"/>
                <a:gd name="connsiteY0" fmla="*/ 176689 h 619125"/>
                <a:gd name="connsiteX1" fmla="*/ 308134 w 619125"/>
                <a:gd name="connsiteY1" fmla="*/ 408146 h 619125"/>
                <a:gd name="connsiteX2" fmla="*/ 163354 w 619125"/>
                <a:gd name="connsiteY2" fmla="*/ 359569 h 619125"/>
                <a:gd name="connsiteX3" fmla="*/ 254794 w 619125"/>
                <a:gd name="connsiteY3" fmla="*/ 84296 h 619125"/>
                <a:gd name="connsiteX4" fmla="*/ 7144 w 619125"/>
                <a:gd name="connsiteY4" fmla="*/ 7144 h 619125"/>
                <a:gd name="connsiteX5" fmla="*/ 7144 w 619125"/>
                <a:gd name="connsiteY5" fmla="*/ 612934 h 619125"/>
                <a:gd name="connsiteX6" fmla="*/ 611981 w 619125"/>
                <a:gd name="connsiteY6" fmla="*/ 612934 h 619125"/>
                <a:gd name="connsiteX7" fmla="*/ 385286 w 619125"/>
                <a:gd name="connsiteY7" fmla="*/ 176689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125" h="619125">
                  <a:moveTo>
                    <a:pt x="385286" y="176689"/>
                  </a:moveTo>
                  <a:lnTo>
                    <a:pt x="308134" y="408146"/>
                  </a:lnTo>
                  <a:lnTo>
                    <a:pt x="163354" y="359569"/>
                  </a:lnTo>
                  <a:lnTo>
                    <a:pt x="254794" y="84296"/>
                  </a:lnTo>
                  <a:cubicBezTo>
                    <a:pt x="177641" y="43339"/>
                    <a:pt x="93821" y="16669"/>
                    <a:pt x="7144" y="7144"/>
                  </a:cubicBezTo>
                  <a:lnTo>
                    <a:pt x="7144" y="612934"/>
                  </a:lnTo>
                  <a:lnTo>
                    <a:pt x="611981" y="612934"/>
                  </a:lnTo>
                  <a:cubicBezTo>
                    <a:pt x="592931" y="444341"/>
                    <a:pt x="511969" y="289084"/>
                    <a:pt x="385286" y="1766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FC8406CE-82BF-48D3-9237-55A90BD287BC}"/>
                </a:ext>
              </a:extLst>
            </p:cNvPr>
            <p:cNvSpPr/>
            <p:nvPr/>
          </p:nvSpPr>
          <p:spPr>
            <a:xfrm>
              <a:off x="4564856" y="3574256"/>
              <a:ext cx="161925" cy="1457325"/>
            </a:xfrm>
            <a:custGeom>
              <a:avLst/>
              <a:gdLst>
                <a:gd name="connsiteX0" fmla="*/ 7144 w 161925"/>
                <a:gd name="connsiteY0" fmla="*/ 7144 h 1457325"/>
                <a:gd name="connsiteX1" fmla="*/ 159544 w 161925"/>
                <a:gd name="connsiteY1" fmla="*/ 7144 h 1457325"/>
                <a:gd name="connsiteX2" fmla="*/ 159544 w 161925"/>
                <a:gd name="connsiteY2" fmla="*/ 1454944 h 1457325"/>
                <a:gd name="connsiteX3" fmla="*/ 7144 w 161925"/>
                <a:gd name="connsiteY3" fmla="*/ 1454944 h 1457325"/>
                <a:gd name="connsiteX4" fmla="*/ 7144 w 161925"/>
                <a:gd name="connsiteY4" fmla="*/ 7144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4573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454944"/>
                  </a:lnTo>
                  <a:lnTo>
                    <a:pt x="7144" y="14549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504C0110-5C90-42B5-AE92-6B1063060E78}"/>
                </a:ext>
              </a:extLst>
            </p:cNvPr>
            <p:cNvSpPr/>
            <p:nvPr/>
          </p:nvSpPr>
          <p:spPr>
            <a:xfrm>
              <a:off x="5784056" y="2812256"/>
              <a:ext cx="161925" cy="2219325"/>
            </a:xfrm>
            <a:custGeom>
              <a:avLst/>
              <a:gdLst>
                <a:gd name="connsiteX0" fmla="*/ 7144 w 161925"/>
                <a:gd name="connsiteY0" fmla="*/ 7144 h 2219325"/>
                <a:gd name="connsiteX1" fmla="*/ 159544 w 161925"/>
                <a:gd name="connsiteY1" fmla="*/ 7144 h 2219325"/>
                <a:gd name="connsiteX2" fmla="*/ 159544 w 161925"/>
                <a:gd name="connsiteY2" fmla="*/ 2216944 h 2219325"/>
                <a:gd name="connsiteX3" fmla="*/ 7144 w 161925"/>
                <a:gd name="connsiteY3" fmla="*/ 2216944 h 2219325"/>
                <a:gd name="connsiteX4" fmla="*/ 7144 w 161925"/>
                <a:gd name="connsiteY4" fmla="*/ 7144 h 221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22193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2216944"/>
                  </a:lnTo>
                  <a:lnTo>
                    <a:pt x="7144" y="22169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636A6E18-2B71-441D-BB5D-65965F3BFA78}"/>
                </a:ext>
              </a:extLst>
            </p:cNvPr>
            <p:cNvSpPr/>
            <p:nvPr/>
          </p:nvSpPr>
          <p:spPr>
            <a:xfrm>
              <a:off x="4260056" y="1745456"/>
              <a:ext cx="3971925" cy="3514725"/>
            </a:xfrm>
            <a:custGeom>
              <a:avLst/>
              <a:gdLst>
                <a:gd name="connsiteX0" fmla="*/ 7144 w 3971925"/>
                <a:gd name="connsiteY0" fmla="*/ 3512344 h 3514725"/>
                <a:gd name="connsiteX1" fmla="*/ 3969544 w 3971925"/>
                <a:gd name="connsiteY1" fmla="*/ 3512344 h 3514725"/>
                <a:gd name="connsiteX2" fmla="*/ 3969544 w 3971925"/>
                <a:gd name="connsiteY2" fmla="*/ 7144 h 3514725"/>
                <a:gd name="connsiteX3" fmla="*/ 7144 w 3971925"/>
                <a:gd name="connsiteY3" fmla="*/ 7144 h 3514725"/>
                <a:gd name="connsiteX4" fmla="*/ 7144 w 3971925"/>
                <a:gd name="connsiteY4" fmla="*/ 3512344 h 3514725"/>
                <a:gd name="connsiteX5" fmla="*/ 1226344 w 3971925"/>
                <a:gd name="connsiteY5" fmla="*/ 3359944 h 3514725"/>
                <a:gd name="connsiteX6" fmla="*/ 1150144 w 3971925"/>
                <a:gd name="connsiteY6" fmla="*/ 3436144 h 3514725"/>
                <a:gd name="connsiteX7" fmla="*/ 845344 w 3971925"/>
                <a:gd name="connsiteY7" fmla="*/ 3436144 h 3514725"/>
                <a:gd name="connsiteX8" fmla="*/ 769144 w 3971925"/>
                <a:gd name="connsiteY8" fmla="*/ 3359944 h 3514725"/>
                <a:gd name="connsiteX9" fmla="*/ 769144 w 3971925"/>
                <a:gd name="connsiteY9" fmla="*/ 1454944 h 3514725"/>
                <a:gd name="connsiteX10" fmla="*/ 845344 w 3971925"/>
                <a:gd name="connsiteY10" fmla="*/ 1378744 h 3514725"/>
                <a:gd name="connsiteX11" fmla="*/ 1150144 w 3971925"/>
                <a:gd name="connsiteY11" fmla="*/ 1378744 h 3514725"/>
                <a:gd name="connsiteX12" fmla="*/ 1226344 w 3971925"/>
                <a:gd name="connsiteY12" fmla="*/ 1454944 h 3514725"/>
                <a:gd name="connsiteX13" fmla="*/ 1226344 w 3971925"/>
                <a:gd name="connsiteY13" fmla="*/ 3359944 h 3514725"/>
                <a:gd name="connsiteX14" fmla="*/ 3740944 w 3971925"/>
                <a:gd name="connsiteY14" fmla="*/ 3359944 h 3514725"/>
                <a:gd name="connsiteX15" fmla="*/ 3283744 w 3971925"/>
                <a:gd name="connsiteY15" fmla="*/ 3359944 h 3514725"/>
                <a:gd name="connsiteX16" fmla="*/ 3283744 w 3971925"/>
                <a:gd name="connsiteY16" fmla="*/ 3207544 h 3514725"/>
                <a:gd name="connsiteX17" fmla="*/ 3740944 w 3971925"/>
                <a:gd name="connsiteY17" fmla="*/ 3207544 h 3514725"/>
                <a:gd name="connsiteX18" fmla="*/ 3740944 w 3971925"/>
                <a:gd name="connsiteY18" fmla="*/ 3359944 h 3514725"/>
                <a:gd name="connsiteX19" fmla="*/ 3740944 w 3971925"/>
                <a:gd name="connsiteY19" fmla="*/ 3131344 h 3514725"/>
                <a:gd name="connsiteX20" fmla="*/ 3283744 w 3971925"/>
                <a:gd name="connsiteY20" fmla="*/ 3131344 h 3514725"/>
                <a:gd name="connsiteX21" fmla="*/ 3283744 w 3971925"/>
                <a:gd name="connsiteY21" fmla="*/ 2978944 h 3514725"/>
                <a:gd name="connsiteX22" fmla="*/ 3740944 w 3971925"/>
                <a:gd name="connsiteY22" fmla="*/ 2978944 h 3514725"/>
                <a:gd name="connsiteX23" fmla="*/ 3740944 w 3971925"/>
                <a:gd name="connsiteY23" fmla="*/ 3131344 h 3514725"/>
                <a:gd name="connsiteX24" fmla="*/ 3740944 w 3971925"/>
                <a:gd name="connsiteY24" fmla="*/ 2902744 h 3514725"/>
                <a:gd name="connsiteX25" fmla="*/ 3283744 w 3971925"/>
                <a:gd name="connsiteY25" fmla="*/ 2902744 h 3514725"/>
                <a:gd name="connsiteX26" fmla="*/ 3283744 w 3971925"/>
                <a:gd name="connsiteY26" fmla="*/ 2750344 h 3514725"/>
                <a:gd name="connsiteX27" fmla="*/ 3740944 w 3971925"/>
                <a:gd name="connsiteY27" fmla="*/ 2750344 h 3514725"/>
                <a:gd name="connsiteX28" fmla="*/ 3740944 w 3971925"/>
                <a:gd name="connsiteY28" fmla="*/ 2902744 h 3514725"/>
                <a:gd name="connsiteX29" fmla="*/ 3131344 w 3971925"/>
                <a:gd name="connsiteY29" fmla="*/ 83344 h 3514725"/>
                <a:gd name="connsiteX30" fmla="*/ 3817144 w 3971925"/>
                <a:gd name="connsiteY30" fmla="*/ 83344 h 3514725"/>
                <a:gd name="connsiteX31" fmla="*/ 3817144 w 3971925"/>
                <a:gd name="connsiteY31" fmla="*/ 235744 h 3514725"/>
                <a:gd name="connsiteX32" fmla="*/ 3131344 w 3971925"/>
                <a:gd name="connsiteY32" fmla="*/ 235744 h 3514725"/>
                <a:gd name="connsiteX33" fmla="*/ 3131344 w 3971925"/>
                <a:gd name="connsiteY33" fmla="*/ 83344 h 3514725"/>
                <a:gd name="connsiteX34" fmla="*/ 3131344 w 3971925"/>
                <a:gd name="connsiteY34" fmla="*/ 311944 h 3514725"/>
                <a:gd name="connsiteX35" fmla="*/ 3817144 w 3971925"/>
                <a:gd name="connsiteY35" fmla="*/ 311944 h 3514725"/>
                <a:gd name="connsiteX36" fmla="*/ 3817144 w 3971925"/>
                <a:gd name="connsiteY36" fmla="*/ 464344 h 3514725"/>
                <a:gd name="connsiteX37" fmla="*/ 3131344 w 3971925"/>
                <a:gd name="connsiteY37" fmla="*/ 464344 h 3514725"/>
                <a:gd name="connsiteX38" fmla="*/ 3131344 w 3971925"/>
                <a:gd name="connsiteY38" fmla="*/ 311944 h 3514725"/>
                <a:gd name="connsiteX39" fmla="*/ 3131344 w 3971925"/>
                <a:gd name="connsiteY39" fmla="*/ 540544 h 3514725"/>
                <a:gd name="connsiteX40" fmla="*/ 3817144 w 3971925"/>
                <a:gd name="connsiteY40" fmla="*/ 540544 h 3514725"/>
                <a:gd name="connsiteX41" fmla="*/ 3817144 w 3971925"/>
                <a:gd name="connsiteY41" fmla="*/ 692944 h 3514725"/>
                <a:gd name="connsiteX42" fmla="*/ 3131344 w 3971925"/>
                <a:gd name="connsiteY42" fmla="*/ 692944 h 3514725"/>
                <a:gd name="connsiteX43" fmla="*/ 3131344 w 3971925"/>
                <a:gd name="connsiteY43" fmla="*/ 540544 h 3514725"/>
                <a:gd name="connsiteX44" fmla="*/ 2597944 w 3971925"/>
                <a:gd name="connsiteY44" fmla="*/ 83344 h 3514725"/>
                <a:gd name="connsiteX45" fmla="*/ 2750344 w 3971925"/>
                <a:gd name="connsiteY45" fmla="*/ 83344 h 3514725"/>
                <a:gd name="connsiteX46" fmla="*/ 2750344 w 3971925"/>
                <a:gd name="connsiteY46" fmla="*/ 235744 h 3514725"/>
                <a:gd name="connsiteX47" fmla="*/ 2597944 w 3971925"/>
                <a:gd name="connsiteY47" fmla="*/ 235744 h 3514725"/>
                <a:gd name="connsiteX48" fmla="*/ 2597944 w 3971925"/>
                <a:gd name="connsiteY48" fmla="*/ 83344 h 3514725"/>
                <a:gd name="connsiteX49" fmla="*/ 1988344 w 3971925"/>
                <a:gd name="connsiteY49" fmla="*/ 83344 h 3514725"/>
                <a:gd name="connsiteX50" fmla="*/ 2521744 w 3971925"/>
                <a:gd name="connsiteY50" fmla="*/ 83344 h 3514725"/>
                <a:gd name="connsiteX51" fmla="*/ 2521744 w 3971925"/>
                <a:gd name="connsiteY51" fmla="*/ 235744 h 3514725"/>
                <a:gd name="connsiteX52" fmla="*/ 1988344 w 3971925"/>
                <a:gd name="connsiteY52" fmla="*/ 235744 h 3514725"/>
                <a:gd name="connsiteX53" fmla="*/ 1988344 w 3971925"/>
                <a:gd name="connsiteY53" fmla="*/ 83344 h 3514725"/>
                <a:gd name="connsiteX54" fmla="*/ 1988344 w 3971925"/>
                <a:gd name="connsiteY54" fmla="*/ 311944 h 3514725"/>
                <a:gd name="connsiteX55" fmla="*/ 2750344 w 3971925"/>
                <a:gd name="connsiteY55" fmla="*/ 311944 h 3514725"/>
                <a:gd name="connsiteX56" fmla="*/ 2750344 w 3971925"/>
                <a:gd name="connsiteY56" fmla="*/ 464344 h 3514725"/>
                <a:gd name="connsiteX57" fmla="*/ 1988344 w 3971925"/>
                <a:gd name="connsiteY57" fmla="*/ 464344 h 3514725"/>
                <a:gd name="connsiteX58" fmla="*/ 1988344 w 3971925"/>
                <a:gd name="connsiteY58" fmla="*/ 311944 h 3514725"/>
                <a:gd name="connsiteX59" fmla="*/ 1988344 w 3971925"/>
                <a:gd name="connsiteY59" fmla="*/ 540544 h 3514725"/>
                <a:gd name="connsiteX60" fmla="*/ 2369344 w 3971925"/>
                <a:gd name="connsiteY60" fmla="*/ 540544 h 3514725"/>
                <a:gd name="connsiteX61" fmla="*/ 2443639 w 3971925"/>
                <a:gd name="connsiteY61" fmla="*/ 598646 h 3514725"/>
                <a:gd name="connsiteX62" fmla="*/ 2570321 w 3971925"/>
                <a:gd name="connsiteY62" fmla="*/ 1105376 h 3514725"/>
                <a:gd name="connsiteX63" fmla="*/ 3352324 w 3971925"/>
                <a:gd name="connsiteY63" fmla="*/ 1086326 h 3514725"/>
                <a:gd name="connsiteX64" fmla="*/ 3440906 w 3971925"/>
                <a:gd name="connsiteY64" fmla="*/ 821531 h 3514725"/>
                <a:gd name="connsiteX65" fmla="*/ 3513296 w 3971925"/>
                <a:gd name="connsiteY65" fmla="*/ 769144 h 3514725"/>
                <a:gd name="connsiteX66" fmla="*/ 3818096 w 3971925"/>
                <a:gd name="connsiteY66" fmla="*/ 769144 h 3514725"/>
                <a:gd name="connsiteX67" fmla="*/ 3818096 w 3971925"/>
                <a:gd name="connsiteY67" fmla="*/ 921544 h 3514725"/>
                <a:gd name="connsiteX68" fmla="*/ 3568541 w 3971925"/>
                <a:gd name="connsiteY68" fmla="*/ 921544 h 3514725"/>
                <a:gd name="connsiteX69" fmla="*/ 3485674 w 3971925"/>
                <a:gd name="connsiteY69" fmla="*/ 1169194 h 3514725"/>
                <a:gd name="connsiteX70" fmla="*/ 3774281 w 3971925"/>
                <a:gd name="connsiteY70" fmla="*/ 2103596 h 3514725"/>
                <a:gd name="connsiteX71" fmla="*/ 2979896 w 3971925"/>
                <a:gd name="connsiteY71" fmla="*/ 2674144 h 3514725"/>
                <a:gd name="connsiteX72" fmla="*/ 2933224 w 3971925"/>
                <a:gd name="connsiteY72" fmla="*/ 2672239 h 3514725"/>
                <a:gd name="connsiteX73" fmla="*/ 2792254 w 3971925"/>
                <a:gd name="connsiteY73" fmla="*/ 2978944 h 3514725"/>
                <a:gd name="connsiteX74" fmla="*/ 3207544 w 3971925"/>
                <a:gd name="connsiteY74" fmla="*/ 2978944 h 3514725"/>
                <a:gd name="connsiteX75" fmla="*/ 3207544 w 3971925"/>
                <a:gd name="connsiteY75" fmla="*/ 3131344 h 3514725"/>
                <a:gd name="connsiteX76" fmla="*/ 2674144 w 3971925"/>
                <a:gd name="connsiteY76" fmla="*/ 3131344 h 3514725"/>
                <a:gd name="connsiteX77" fmla="*/ 2610326 w 3971925"/>
                <a:gd name="connsiteY77" fmla="*/ 3096101 h 3514725"/>
                <a:gd name="connsiteX78" fmla="*/ 2604611 w 3971925"/>
                <a:gd name="connsiteY78" fmla="*/ 3023711 h 3514725"/>
                <a:gd name="connsiteX79" fmla="*/ 2775109 w 3971925"/>
                <a:gd name="connsiteY79" fmla="*/ 2648426 h 3514725"/>
                <a:gd name="connsiteX80" fmla="*/ 2162651 w 3971925"/>
                <a:gd name="connsiteY80" fmla="*/ 2027396 h 3514725"/>
                <a:gd name="connsiteX81" fmla="*/ 2436019 w 3971925"/>
                <a:gd name="connsiteY81" fmla="*/ 1198721 h 3514725"/>
                <a:gd name="connsiteX82" fmla="*/ 2310289 w 3971925"/>
                <a:gd name="connsiteY82" fmla="*/ 692944 h 3514725"/>
                <a:gd name="connsiteX83" fmla="*/ 1988344 w 3971925"/>
                <a:gd name="connsiteY83" fmla="*/ 692944 h 3514725"/>
                <a:gd name="connsiteX84" fmla="*/ 1988344 w 3971925"/>
                <a:gd name="connsiteY84" fmla="*/ 540544 h 3514725"/>
                <a:gd name="connsiteX85" fmla="*/ 1988344 w 3971925"/>
                <a:gd name="connsiteY85" fmla="*/ 2597944 h 3514725"/>
                <a:gd name="connsiteX86" fmla="*/ 2445544 w 3971925"/>
                <a:gd name="connsiteY86" fmla="*/ 2597944 h 3514725"/>
                <a:gd name="connsiteX87" fmla="*/ 2445544 w 3971925"/>
                <a:gd name="connsiteY87" fmla="*/ 2750344 h 3514725"/>
                <a:gd name="connsiteX88" fmla="*/ 1988344 w 3971925"/>
                <a:gd name="connsiteY88" fmla="*/ 2750344 h 3514725"/>
                <a:gd name="connsiteX89" fmla="*/ 1988344 w 3971925"/>
                <a:gd name="connsiteY89" fmla="*/ 2597944 h 3514725"/>
                <a:gd name="connsiteX90" fmla="*/ 1988344 w 3971925"/>
                <a:gd name="connsiteY90" fmla="*/ 2826544 h 3514725"/>
                <a:gd name="connsiteX91" fmla="*/ 2445544 w 3971925"/>
                <a:gd name="connsiteY91" fmla="*/ 2826544 h 3514725"/>
                <a:gd name="connsiteX92" fmla="*/ 2445544 w 3971925"/>
                <a:gd name="connsiteY92" fmla="*/ 2978944 h 3514725"/>
                <a:gd name="connsiteX93" fmla="*/ 1988344 w 3971925"/>
                <a:gd name="connsiteY93" fmla="*/ 2978944 h 3514725"/>
                <a:gd name="connsiteX94" fmla="*/ 1988344 w 3971925"/>
                <a:gd name="connsiteY94" fmla="*/ 2826544 h 3514725"/>
                <a:gd name="connsiteX95" fmla="*/ 1988344 w 3971925"/>
                <a:gd name="connsiteY95" fmla="*/ 3055144 h 3514725"/>
                <a:gd name="connsiteX96" fmla="*/ 2445544 w 3971925"/>
                <a:gd name="connsiteY96" fmla="*/ 3055144 h 3514725"/>
                <a:gd name="connsiteX97" fmla="*/ 2445544 w 3971925"/>
                <a:gd name="connsiteY97" fmla="*/ 3207544 h 3514725"/>
                <a:gd name="connsiteX98" fmla="*/ 1988344 w 3971925"/>
                <a:gd name="connsiteY98" fmla="*/ 3207544 h 3514725"/>
                <a:gd name="connsiteX99" fmla="*/ 1988344 w 3971925"/>
                <a:gd name="connsiteY99" fmla="*/ 3055144 h 3514725"/>
                <a:gd name="connsiteX100" fmla="*/ 1988344 w 3971925"/>
                <a:gd name="connsiteY100" fmla="*/ 3283744 h 3514725"/>
                <a:gd name="connsiteX101" fmla="*/ 2445544 w 3971925"/>
                <a:gd name="connsiteY101" fmla="*/ 3283744 h 3514725"/>
                <a:gd name="connsiteX102" fmla="*/ 2445544 w 3971925"/>
                <a:gd name="connsiteY102" fmla="*/ 3436144 h 3514725"/>
                <a:gd name="connsiteX103" fmla="*/ 1988344 w 3971925"/>
                <a:gd name="connsiteY103" fmla="*/ 3436144 h 3514725"/>
                <a:gd name="connsiteX104" fmla="*/ 1988344 w 3971925"/>
                <a:gd name="connsiteY104" fmla="*/ 3283744 h 3514725"/>
                <a:gd name="connsiteX105" fmla="*/ 1378744 w 3971925"/>
                <a:gd name="connsiteY105" fmla="*/ 997744 h 3514725"/>
                <a:gd name="connsiteX106" fmla="*/ 1454944 w 3971925"/>
                <a:gd name="connsiteY106" fmla="*/ 921544 h 3514725"/>
                <a:gd name="connsiteX107" fmla="*/ 1759744 w 3971925"/>
                <a:gd name="connsiteY107" fmla="*/ 921544 h 3514725"/>
                <a:gd name="connsiteX108" fmla="*/ 1835944 w 3971925"/>
                <a:gd name="connsiteY108" fmla="*/ 997744 h 3514725"/>
                <a:gd name="connsiteX109" fmla="*/ 1835944 w 3971925"/>
                <a:gd name="connsiteY109" fmla="*/ 3359944 h 3514725"/>
                <a:gd name="connsiteX110" fmla="*/ 1759744 w 3971925"/>
                <a:gd name="connsiteY110" fmla="*/ 3436144 h 3514725"/>
                <a:gd name="connsiteX111" fmla="*/ 1454944 w 3971925"/>
                <a:gd name="connsiteY111" fmla="*/ 3436144 h 3514725"/>
                <a:gd name="connsiteX112" fmla="*/ 1378744 w 3971925"/>
                <a:gd name="connsiteY112" fmla="*/ 3359944 h 3514725"/>
                <a:gd name="connsiteX113" fmla="*/ 1378744 w 3971925"/>
                <a:gd name="connsiteY113" fmla="*/ 997744 h 3514725"/>
                <a:gd name="connsiteX114" fmla="*/ 769144 w 3971925"/>
                <a:gd name="connsiteY114" fmla="*/ 464344 h 3514725"/>
                <a:gd name="connsiteX115" fmla="*/ 769144 w 3971925"/>
                <a:gd name="connsiteY115" fmla="*/ 311944 h 3514725"/>
                <a:gd name="connsiteX116" fmla="*/ 1226344 w 3971925"/>
                <a:gd name="connsiteY116" fmla="*/ 311944 h 3514725"/>
                <a:gd name="connsiteX117" fmla="*/ 1226344 w 3971925"/>
                <a:gd name="connsiteY117" fmla="*/ 388144 h 3514725"/>
                <a:gd name="connsiteX118" fmla="*/ 1302544 w 3971925"/>
                <a:gd name="connsiteY118" fmla="*/ 388144 h 3514725"/>
                <a:gd name="connsiteX119" fmla="*/ 1302544 w 3971925"/>
                <a:gd name="connsiteY119" fmla="*/ 845344 h 3514725"/>
                <a:gd name="connsiteX120" fmla="*/ 1150144 w 3971925"/>
                <a:gd name="connsiteY120" fmla="*/ 845344 h 3514725"/>
                <a:gd name="connsiteX121" fmla="*/ 1150144 w 3971925"/>
                <a:gd name="connsiteY121" fmla="*/ 571976 h 3514725"/>
                <a:gd name="connsiteX122" fmla="*/ 366236 w 3971925"/>
                <a:gd name="connsiteY122" fmla="*/ 1355884 h 3514725"/>
                <a:gd name="connsiteX123" fmla="*/ 258604 w 3971925"/>
                <a:gd name="connsiteY123" fmla="*/ 1248251 h 3514725"/>
                <a:gd name="connsiteX124" fmla="*/ 1042511 w 3971925"/>
                <a:gd name="connsiteY124" fmla="*/ 464344 h 3514725"/>
                <a:gd name="connsiteX125" fmla="*/ 769144 w 3971925"/>
                <a:gd name="connsiteY125" fmla="*/ 464344 h 3514725"/>
                <a:gd name="connsiteX126" fmla="*/ 159544 w 3971925"/>
                <a:gd name="connsiteY126" fmla="*/ 1759744 h 3514725"/>
                <a:gd name="connsiteX127" fmla="*/ 235744 w 3971925"/>
                <a:gd name="connsiteY127" fmla="*/ 1683544 h 3514725"/>
                <a:gd name="connsiteX128" fmla="*/ 540544 w 3971925"/>
                <a:gd name="connsiteY128" fmla="*/ 1683544 h 3514725"/>
                <a:gd name="connsiteX129" fmla="*/ 616744 w 3971925"/>
                <a:gd name="connsiteY129" fmla="*/ 1759744 h 3514725"/>
                <a:gd name="connsiteX130" fmla="*/ 616744 w 3971925"/>
                <a:gd name="connsiteY130" fmla="*/ 3359944 h 3514725"/>
                <a:gd name="connsiteX131" fmla="*/ 540544 w 3971925"/>
                <a:gd name="connsiteY131" fmla="*/ 3436144 h 3514725"/>
                <a:gd name="connsiteX132" fmla="*/ 235744 w 3971925"/>
                <a:gd name="connsiteY132" fmla="*/ 3436144 h 3514725"/>
                <a:gd name="connsiteX133" fmla="*/ 159544 w 3971925"/>
                <a:gd name="connsiteY133" fmla="*/ 3359944 h 3514725"/>
                <a:gd name="connsiteX134" fmla="*/ 159544 w 3971925"/>
                <a:gd name="connsiteY134" fmla="*/ 1759744 h 351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3971925" h="3514725">
                  <a:moveTo>
                    <a:pt x="7144" y="3512344"/>
                  </a:moveTo>
                  <a:lnTo>
                    <a:pt x="3969544" y="3512344"/>
                  </a:lnTo>
                  <a:lnTo>
                    <a:pt x="3969544" y="7144"/>
                  </a:lnTo>
                  <a:lnTo>
                    <a:pt x="7144" y="7144"/>
                  </a:lnTo>
                  <a:lnTo>
                    <a:pt x="7144" y="3512344"/>
                  </a:lnTo>
                  <a:close/>
                  <a:moveTo>
                    <a:pt x="1226344" y="3359944"/>
                  </a:moveTo>
                  <a:cubicBezTo>
                    <a:pt x="1226344" y="3401854"/>
                    <a:pt x="1192054" y="3436144"/>
                    <a:pt x="1150144" y="3436144"/>
                  </a:cubicBezTo>
                  <a:lnTo>
                    <a:pt x="845344" y="3436144"/>
                  </a:lnTo>
                  <a:cubicBezTo>
                    <a:pt x="803434" y="3436144"/>
                    <a:pt x="769144" y="3401854"/>
                    <a:pt x="769144" y="3359944"/>
                  </a:cubicBezTo>
                  <a:lnTo>
                    <a:pt x="769144" y="1454944"/>
                  </a:lnTo>
                  <a:cubicBezTo>
                    <a:pt x="769144" y="1413034"/>
                    <a:pt x="803434" y="1378744"/>
                    <a:pt x="845344" y="1378744"/>
                  </a:cubicBezTo>
                  <a:lnTo>
                    <a:pt x="1150144" y="1378744"/>
                  </a:lnTo>
                  <a:cubicBezTo>
                    <a:pt x="1192054" y="1378744"/>
                    <a:pt x="1226344" y="1413034"/>
                    <a:pt x="1226344" y="1454944"/>
                  </a:cubicBezTo>
                  <a:lnTo>
                    <a:pt x="1226344" y="3359944"/>
                  </a:lnTo>
                  <a:close/>
                  <a:moveTo>
                    <a:pt x="3740944" y="3359944"/>
                  </a:moveTo>
                  <a:lnTo>
                    <a:pt x="3283744" y="3359944"/>
                  </a:lnTo>
                  <a:lnTo>
                    <a:pt x="3283744" y="3207544"/>
                  </a:lnTo>
                  <a:lnTo>
                    <a:pt x="3740944" y="3207544"/>
                  </a:lnTo>
                  <a:lnTo>
                    <a:pt x="3740944" y="3359944"/>
                  </a:lnTo>
                  <a:close/>
                  <a:moveTo>
                    <a:pt x="3740944" y="3131344"/>
                  </a:moveTo>
                  <a:lnTo>
                    <a:pt x="3283744" y="3131344"/>
                  </a:lnTo>
                  <a:lnTo>
                    <a:pt x="3283744" y="2978944"/>
                  </a:lnTo>
                  <a:lnTo>
                    <a:pt x="3740944" y="2978944"/>
                  </a:lnTo>
                  <a:lnTo>
                    <a:pt x="3740944" y="3131344"/>
                  </a:lnTo>
                  <a:close/>
                  <a:moveTo>
                    <a:pt x="3740944" y="2902744"/>
                  </a:moveTo>
                  <a:lnTo>
                    <a:pt x="3283744" y="2902744"/>
                  </a:lnTo>
                  <a:lnTo>
                    <a:pt x="3283744" y="2750344"/>
                  </a:lnTo>
                  <a:lnTo>
                    <a:pt x="3740944" y="2750344"/>
                  </a:lnTo>
                  <a:lnTo>
                    <a:pt x="3740944" y="2902744"/>
                  </a:lnTo>
                  <a:close/>
                  <a:moveTo>
                    <a:pt x="3131344" y="83344"/>
                  </a:moveTo>
                  <a:lnTo>
                    <a:pt x="3817144" y="83344"/>
                  </a:lnTo>
                  <a:lnTo>
                    <a:pt x="3817144" y="235744"/>
                  </a:lnTo>
                  <a:lnTo>
                    <a:pt x="3131344" y="235744"/>
                  </a:lnTo>
                  <a:lnTo>
                    <a:pt x="3131344" y="83344"/>
                  </a:lnTo>
                  <a:close/>
                  <a:moveTo>
                    <a:pt x="3131344" y="311944"/>
                  </a:moveTo>
                  <a:lnTo>
                    <a:pt x="3817144" y="311944"/>
                  </a:lnTo>
                  <a:lnTo>
                    <a:pt x="3817144" y="464344"/>
                  </a:lnTo>
                  <a:lnTo>
                    <a:pt x="3131344" y="464344"/>
                  </a:lnTo>
                  <a:lnTo>
                    <a:pt x="3131344" y="311944"/>
                  </a:lnTo>
                  <a:close/>
                  <a:moveTo>
                    <a:pt x="3131344" y="540544"/>
                  </a:moveTo>
                  <a:lnTo>
                    <a:pt x="3817144" y="540544"/>
                  </a:lnTo>
                  <a:lnTo>
                    <a:pt x="3817144" y="692944"/>
                  </a:lnTo>
                  <a:lnTo>
                    <a:pt x="3131344" y="692944"/>
                  </a:lnTo>
                  <a:lnTo>
                    <a:pt x="3131344" y="540544"/>
                  </a:lnTo>
                  <a:close/>
                  <a:moveTo>
                    <a:pt x="2597944" y="83344"/>
                  </a:moveTo>
                  <a:lnTo>
                    <a:pt x="2750344" y="83344"/>
                  </a:lnTo>
                  <a:lnTo>
                    <a:pt x="2750344" y="235744"/>
                  </a:lnTo>
                  <a:lnTo>
                    <a:pt x="2597944" y="235744"/>
                  </a:lnTo>
                  <a:lnTo>
                    <a:pt x="2597944" y="83344"/>
                  </a:lnTo>
                  <a:close/>
                  <a:moveTo>
                    <a:pt x="1988344" y="83344"/>
                  </a:moveTo>
                  <a:lnTo>
                    <a:pt x="2521744" y="83344"/>
                  </a:lnTo>
                  <a:lnTo>
                    <a:pt x="2521744" y="235744"/>
                  </a:lnTo>
                  <a:lnTo>
                    <a:pt x="1988344" y="235744"/>
                  </a:lnTo>
                  <a:lnTo>
                    <a:pt x="1988344" y="83344"/>
                  </a:lnTo>
                  <a:close/>
                  <a:moveTo>
                    <a:pt x="1988344" y="311944"/>
                  </a:moveTo>
                  <a:lnTo>
                    <a:pt x="2750344" y="311944"/>
                  </a:lnTo>
                  <a:lnTo>
                    <a:pt x="2750344" y="464344"/>
                  </a:lnTo>
                  <a:lnTo>
                    <a:pt x="1988344" y="464344"/>
                  </a:lnTo>
                  <a:lnTo>
                    <a:pt x="1988344" y="311944"/>
                  </a:lnTo>
                  <a:close/>
                  <a:moveTo>
                    <a:pt x="1988344" y="540544"/>
                  </a:moveTo>
                  <a:lnTo>
                    <a:pt x="2369344" y="540544"/>
                  </a:lnTo>
                  <a:cubicBezTo>
                    <a:pt x="2404586" y="540544"/>
                    <a:pt x="2435066" y="564356"/>
                    <a:pt x="2443639" y="598646"/>
                  </a:cubicBezTo>
                  <a:lnTo>
                    <a:pt x="2570321" y="1105376"/>
                  </a:lnTo>
                  <a:cubicBezTo>
                    <a:pt x="2811304" y="969169"/>
                    <a:pt x="3104674" y="962501"/>
                    <a:pt x="3352324" y="1086326"/>
                  </a:cubicBezTo>
                  <a:lnTo>
                    <a:pt x="3440906" y="821531"/>
                  </a:lnTo>
                  <a:cubicBezTo>
                    <a:pt x="3451384" y="790099"/>
                    <a:pt x="3479959" y="769144"/>
                    <a:pt x="3513296" y="769144"/>
                  </a:cubicBezTo>
                  <a:lnTo>
                    <a:pt x="3818096" y="769144"/>
                  </a:lnTo>
                  <a:lnTo>
                    <a:pt x="3818096" y="921544"/>
                  </a:lnTo>
                  <a:lnTo>
                    <a:pt x="3568541" y="921544"/>
                  </a:lnTo>
                  <a:lnTo>
                    <a:pt x="3485674" y="1169194"/>
                  </a:lnTo>
                  <a:cubicBezTo>
                    <a:pt x="3773329" y="1386364"/>
                    <a:pt x="3889534" y="1762601"/>
                    <a:pt x="3774281" y="2103596"/>
                  </a:cubicBezTo>
                  <a:cubicBezTo>
                    <a:pt x="3659981" y="2444591"/>
                    <a:pt x="3339941" y="2674144"/>
                    <a:pt x="2979896" y="2674144"/>
                  </a:cubicBezTo>
                  <a:cubicBezTo>
                    <a:pt x="2963704" y="2674144"/>
                    <a:pt x="2948464" y="2672239"/>
                    <a:pt x="2933224" y="2672239"/>
                  </a:cubicBezTo>
                  <a:lnTo>
                    <a:pt x="2792254" y="2978944"/>
                  </a:lnTo>
                  <a:lnTo>
                    <a:pt x="3207544" y="2978944"/>
                  </a:lnTo>
                  <a:lnTo>
                    <a:pt x="3207544" y="3131344"/>
                  </a:lnTo>
                  <a:lnTo>
                    <a:pt x="2674144" y="3131344"/>
                  </a:lnTo>
                  <a:cubicBezTo>
                    <a:pt x="2648426" y="3131344"/>
                    <a:pt x="2623661" y="3118009"/>
                    <a:pt x="2610326" y="3096101"/>
                  </a:cubicBezTo>
                  <a:cubicBezTo>
                    <a:pt x="2596039" y="3074194"/>
                    <a:pt x="2594134" y="3046571"/>
                    <a:pt x="2604611" y="3023711"/>
                  </a:cubicBezTo>
                  <a:lnTo>
                    <a:pt x="2775109" y="2648426"/>
                  </a:lnTo>
                  <a:cubicBezTo>
                    <a:pt x="2470309" y="2573179"/>
                    <a:pt x="2234089" y="2333149"/>
                    <a:pt x="2162651" y="2027396"/>
                  </a:cubicBezTo>
                  <a:cubicBezTo>
                    <a:pt x="2091214" y="1721644"/>
                    <a:pt x="2196941" y="1401604"/>
                    <a:pt x="2436019" y="1198721"/>
                  </a:cubicBezTo>
                  <a:lnTo>
                    <a:pt x="2310289" y="692944"/>
                  </a:lnTo>
                  <a:lnTo>
                    <a:pt x="1988344" y="692944"/>
                  </a:lnTo>
                  <a:lnTo>
                    <a:pt x="1988344" y="540544"/>
                  </a:lnTo>
                  <a:close/>
                  <a:moveTo>
                    <a:pt x="1988344" y="2597944"/>
                  </a:moveTo>
                  <a:lnTo>
                    <a:pt x="2445544" y="2597944"/>
                  </a:lnTo>
                  <a:lnTo>
                    <a:pt x="2445544" y="2750344"/>
                  </a:lnTo>
                  <a:lnTo>
                    <a:pt x="1988344" y="2750344"/>
                  </a:lnTo>
                  <a:lnTo>
                    <a:pt x="1988344" y="2597944"/>
                  </a:lnTo>
                  <a:close/>
                  <a:moveTo>
                    <a:pt x="1988344" y="2826544"/>
                  </a:moveTo>
                  <a:lnTo>
                    <a:pt x="2445544" y="2826544"/>
                  </a:lnTo>
                  <a:lnTo>
                    <a:pt x="2445544" y="2978944"/>
                  </a:lnTo>
                  <a:lnTo>
                    <a:pt x="1988344" y="2978944"/>
                  </a:lnTo>
                  <a:lnTo>
                    <a:pt x="1988344" y="2826544"/>
                  </a:lnTo>
                  <a:close/>
                  <a:moveTo>
                    <a:pt x="1988344" y="3055144"/>
                  </a:moveTo>
                  <a:lnTo>
                    <a:pt x="2445544" y="3055144"/>
                  </a:lnTo>
                  <a:lnTo>
                    <a:pt x="2445544" y="3207544"/>
                  </a:lnTo>
                  <a:lnTo>
                    <a:pt x="1988344" y="3207544"/>
                  </a:lnTo>
                  <a:lnTo>
                    <a:pt x="1988344" y="3055144"/>
                  </a:lnTo>
                  <a:close/>
                  <a:moveTo>
                    <a:pt x="1988344" y="3283744"/>
                  </a:moveTo>
                  <a:lnTo>
                    <a:pt x="2445544" y="3283744"/>
                  </a:lnTo>
                  <a:lnTo>
                    <a:pt x="2445544" y="3436144"/>
                  </a:lnTo>
                  <a:lnTo>
                    <a:pt x="1988344" y="3436144"/>
                  </a:lnTo>
                  <a:lnTo>
                    <a:pt x="1988344" y="3283744"/>
                  </a:lnTo>
                  <a:close/>
                  <a:moveTo>
                    <a:pt x="1378744" y="997744"/>
                  </a:moveTo>
                  <a:cubicBezTo>
                    <a:pt x="1378744" y="955834"/>
                    <a:pt x="1413034" y="921544"/>
                    <a:pt x="1454944" y="921544"/>
                  </a:cubicBezTo>
                  <a:lnTo>
                    <a:pt x="1759744" y="921544"/>
                  </a:lnTo>
                  <a:cubicBezTo>
                    <a:pt x="1801654" y="921544"/>
                    <a:pt x="1835944" y="955834"/>
                    <a:pt x="1835944" y="997744"/>
                  </a:cubicBezTo>
                  <a:lnTo>
                    <a:pt x="1835944" y="3359944"/>
                  </a:lnTo>
                  <a:cubicBezTo>
                    <a:pt x="1835944" y="3401854"/>
                    <a:pt x="1801654" y="3436144"/>
                    <a:pt x="1759744" y="3436144"/>
                  </a:cubicBezTo>
                  <a:lnTo>
                    <a:pt x="1454944" y="3436144"/>
                  </a:lnTo>
                  <a:cubicBezTo>
                    <a:pt x="1413034" y="3436144"/>
                    <a:pt x="1378744" y="3401854"/>
                    <a:pt x="1378744" y="3359944"/>
                  </a:cubicBezTo>
                  <a:lnTo>
                    <a:pt x="1378744" y="997744"/>
                  </a:lnTo>
                  <a:close/>
                  <a:moveTo>
                    <a:pt x="769144" y="464344"/>
                  </a:moveTo>
                  <a:lnTo>
                    <a:pt x="769144" y="311944"/>
                  </a:lnTo>
                  <a:lnTo>
                    <a:pt x="1226344" y="311944"/>
                  </a:lnTo>
                  <a:lnTo>
                    <a:pt x="1226344" y="388144"/>
                  </a:lnTo>
                  <a:lnTo>
                    <a:pt x="1302544" y="388144"/>
                  </a:lnTo>
                  <a:lnTo>
                    <a:pt x="1302544" y="845344"/>
                  </a:lnTo>
                  <a:lnTo>
                    <a:pt x="1150144" y="845344"/>
                  </a:lnTo>
                  <a:lnTo>
                    <a:pt x="1150144" y="571976"/>
                  </a:lnTo>
                  <a:lnTo>
                    <a:pt x="366236" y="1355884"/>
                  </a:lnTo>
                  <a:lnTo>
                    <a:pt x="258604" y="1248251"/>
                  </a:lnTo>
                  <a:lnTo>
                    <a:pt x="1042511" y="464344"/>
                  </a:lnTo>
                  <a:lnTo>
                    <a:pt x="769144" y="464344"/>
                  </a:lnTo>
                  <a:close/>
                  <a:moveTo>
                    <a:pt x="159544" y="1759744"/>
                  </a:moveTo>
                  <a:cubicBezTo>
                    <a:pt x="159544" y="1717834"/>
                    <a:pt x="193834" y="1683544"/>
                    <a:pt x="235744" y="1683544"/>
                  </a:cubicBezTo>
                  <a:lnTo>
                    <a:pt x="540544" y="1683544"/>
                  </a:lnTo>
                  <a:cubicBezTo>
                    <a:pt x="582454" y="1683544"/>
                    <a:pt x="616744" y="1717834"/>
                    <a:pt x="616744" y="1759744"/>
                  </a:cubicBezTo>
                  <a:lnTo>
                    <a:pt x="616744" y="3359944"/>
                  </a:lnTo>
                  <a:cubicBezTo>
                    <a:pt x="616744" y="3401854"/>
                    <a:pt x="582454" y="3436144"/>
                    <a:pt x="540544" y="3436144"/>
                  </a:cubicBezTo>
                  <a:lnTo>
                    <a:pt x="235744" y="3436144"/>
                  </a:lnTo>
                  <a:cubicBezTo>
                    <a:pt x="193834" y="3436144"/>
                    <a:pt x="159544" y="3401854"/>
                    <a:pt x="159544" y="3359944"/>
                  </a:cubicBezTo>
                  <a:lnTo>
                    <a:pt x="159544" y="1759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7F0D936D-2C24-45EE-95CF-C81E13B24694}"/>
                </a:ext>
              </a:extLst>
            </p:cNvPr>
            <p:cNvSpPr/>
            <p:nvPr/>
          </p:nvSpPr>
          <p:spPr>
            <a:xfrm>
              <a:off x="6165056" y="5326856"/>
              <a:ext cx="161925" cy="238125"/>
            </a:xfrm>
            <a:custGeom>
              <a:avLst/>
              <a:gdLst>
                <a:gd name="connsiteX0" fmla="*/ 7144 w 161925"/>
                <a:gd name="connsiteY0" fmla="*/ 7144 h 238125"/>
                <a:gd name="connsiteX1" fmla="*/ 159544 w 161925"/>
                <a:gd name="connsiteY1" fmla="*/ 7144 h 238125"/>
                <a:gd name="connsiteX2" fmla="*/ 159544 w 161925"/>
                <a:gd name="connsiteY2" fmla="*/ 235744 h 238125"/>
                <a:gd name="connsiteX3" fmla="*/ 7144 w 161925"/>
                <a:gd name="connsiteY3" fmla="*/ 235744 h 238125"/>
                <a:gd name="connsiteX4" fmla="*/ 7144 w 161925"/>
                <a:gd name="connsiteY4" fmla="*/ 7144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2381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235744"/>
                  </a:lnTo>
                  <a:lnTo>
                    <a:pt x="7144" y="2357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B71B376F-9DB2-43E0-ABD4-62A00586B60E}"/>
                </a:ext>
              </a:extLst>
            </p:cNvPr>
            <p:cNvSpPr/>
            <p:nvPr/>
          </p:nvSpPr>
          <p:spPr>
            <a:xfrm>
              <a:off x="6155531" y="5631656"/>
              <a:ext cx="180975" cy="85725"/>
            </a:xfrm>
            <a:custGeom>
              <a:avLst/>
              <a:gdLst>
                <a:gd name="connsiteX0" fmla="*/ 57626 w 180975"/>
                <a:gd name="connsiteY0" fmla="*/ 7144 h 85725"/>
                <a:gd name="connsiteX1" fmla="*/ 7144 w 180975"/>
                <a:gd name="connsiteY1" fmla="*/ 83344 h 85725"/>
                <a:gd name="connsiteX2" fmla="*/ 178594 w 180975"/>
                <a:gd name="connsiteY2" fmla="*/ 83344 h 85725"/>
                <a:gd name="connsiteX3" fmla="*/ 128111 w 180975"/>
                <a:gd name="connsiteY3" fmla="*/ 7144 h 85725"/>
                <a:gd name="connsiteX4" fmla="*/ 57626 w 180975"/>
                <a:gd name="connsiteY4" fmla="*/ 71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975" h="85725">
                  <a:moveTo>
                    <a:pt x="57626" y="7144"/>
                  </a:moveTo>
                  <a:lnTo>
                    <a:pt x="7144" y="83344"/>
                  </a:lnTo>
                  <a:lnTo>
                    <a:pt x="178594" y="83344"/>
                  </a:lnTo>
                  <a:lnTo>
                    <a:pt x="128111" y="7144"/>
                  </a:lnTo>
                  <a:lnTo>
                    <a:pt x="57626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39" name="Graphic 41">
            <a:extLst>
              <a:ext uri="{FF2B5EF4-FFF2-40B4-BE49-F238E27FC236}">
                <a16:creationId xmlns:a16="http://schemas.microsoft.com/office/drawing/2014/main" id="{E0380FE5-81A9-4BC2-A5A3-B0DC6F213000}"/>
              </a:ext>
            </a:extLst>
          </p:cNvPr>
          <p:cNvGrpSpPr>
            <a:grpSpLocks noChangeAspect="1"/>
          </p:cNvGrpSpPr>
          <p:nvPr/>
        </p:nvGrpSpPr>
        <p:grpSpPr>
          <a:xfrm>
            <a:off x="6444011" y="1386598"/>
            <a:ext cx="526817" cy="502920"/>
            <a:chOff x="3938588" y="1376363"/>
            <a:chExt cx="4619625" cy="44100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342BC809-44AF-4B4F-9C4B-9C970E48E349}"/>
                </a:ext>
              </a:extLst>
            </p:cNvPr>
            <p:cNvSpPr/>
            <p:nvPr/>
          </p:nvSpPr>
          <p:spPr>
            <a:xfrm>
              <a:off x="4898232" y="3968776"/>
              <a:ext cx="2828925" cy="1819275"/>
            </a:xfrm>
            <a:custGeom>
              <a:avLst/>
              <a:gdLst>
                <a:gd name="connsiteX0" fmla="*/ 2670334 w 2828925"/>
                <a:gd name="connsiteY0" fmla="*/ 1516672 h 1819275"/>
                <a:gd name="connsiteX1" fmla="*/ 920591 w 2828925"/>
                <a:gd name="connsiteY1" fmla="*/ 1516672 h 1819275"/>
                <a:gd name="connsiteX2" fmla="*/ 852011 w 2828925"/>
                <a:gd name="connsiteY2" fmla="*/ 1474762 h 1819275"/>
                <a:gd name="connsiteX3" fmla="*/ 471964 w 2828925"/>
                <a:gd name="connsiteY3" fmla="*/ 713715 h 1819275"/>
                <a:gd name="connsiteX4" fmla="*/ 475774 w 2828925"/>
                <a:gd name="connsiteY4" fmla="*/ 639419 h 1819275"/>
                <a:gd name="connsiteX5" fmla="*/ 540544 w 2828925"/>
                <a:gd name="connsiteY5" fmla="*/ 603225 h 1819275"/>
                <a:gd name="connsiteX6" fmla="*/ 769144 w 2828925"/>
                <a:gd name="connsiteY6" fmla="*/ 603225 h 1819275"/>
                <a:gd name="connsiteX7" fmla="*/ 822484 w 2828925"/>
                <a:gd name="connsiteY7" fmla="*/ 625132 h 1819275"/>
                <a:gd name="connsiteX8" fmla="*/ 1117759 w 2828925"/>
                <a:gd name="connsiteY8" fmla="*/ 920407 h 1819275"/>
                <a:gd name="connsiteX9" fmla="*/ 1333024 w 2828925"/>
                <a:gd name="connsiteY9" fmla="*/ 920407 h 1819275"/>
                <a:gd name="connsiteX10" fmla="*/ 1391126 w 2828925"/>
                <a:gd name="connsiteY10" fmla="*/ 862305 h 1819275"/>
                <a:gd name="connsiteX11" fmla="*/ 1391126 w 2828925"/>
                <a:gd name="connsiteY11" fmla="*/ 647040 h 1819275"/>
                <a:gd name="connsiteX12" fmla="*/ 795814 w 2828925"/>
                <a:gd name="connsiteY12" fmla="*/ 51727 h 1819275"/>
                <a:gd name="connsiteX13" fmla="*/ 616744 w 2828925"/>
                <a:gd name="connsiteY13" fmla="*/ 24105 h 1819275"/>
                <a:gd name="connsiteX14" fmla="*/ 7144 w 2828925"/>
                <a:gd name="connsiteY14" fmla="*/ 343192 h 1819275"/>
                <a:gd name="connsiteX15" fmla="*/ 7144 w 2828925"/>
                <a:gd name="connsiteY15" fmla="*/ 1179487 h 1819275"/>
                <a:gd name="connsiteX16" fmla="*/ 602456 w 2828925"/>
                <a:gd name="connsiteY16" fmla="*/ 1774800 h 1819275"/>
                <a:gd name="connsiteX17" fmla="*/ 710089 w 2828925"/>
                <a:gd name="connsiteY17" fmla="*/ 1819567 h 1819275"/>
                <a:gd name="connsiteX18" fmla="*/ 2670334 w 2828925"/>
                <a:gd name="connsiteY18" fmla="*/ 1819567 h 1819275"/>
                <a:gd name="connsiteX19" fmla="*/ 2822734 w 2828925"/>
                <a:gd name="connsiteY19" fmla="*/ 1667167 h 1819275"/>
                <a:gd name="connsiteX20" fmla="*/ 2670334 w 2828925"/>
                <a:gd name="connsiteY20" fmla="*/ 1516672 h 181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828925" h="1819275">
                  <a:moveTo>
                    <a:pt x="2670334" y="1516672"/>
                  </a:moveTo>
                  <a:lnTo>
                    <a:pt x="920591" y="1516672"/>
                  </a:lnTo>
                  <a:cubicBezTo>
                    <a:pt x="892016" y="1516672"/>
                    <a:pt x="865346" y="1500480"/>
                    <a:pt x="852011" y="1474762"/>
                  </a:cubicBezTo>
                  <a:lnTo>
                    <a:pt x="471964" y="713715"/>
                  </a:lnTo>
                  <a:cubicBezTo>
                    <a:pt x="460534" y="689902"/>
                    <a:pt x="461486" y="662280"/>
                    <a:pt x="475774" y="639419"/>
                  </a:cubicBezTo>
                  <a:cubicBezTo>
                    <a:pt x="490061" y="616559"/>
                    <a:pt x="513874" y="603225"/>
                    <a:pt x="540544" y="603225"/>
                  </a:cubicBezTo>
                  <a:lnTo>
                    <a:pt x="769144" y="603225"/>
                  </a:lnTo>
                  <a:cubicBezTo>
                    <a:pt x="789146" y="603225"/>
                    <a:pt x="809149" y="610844"/>
                    <a:pt x="822484" y="625132"/>
                  </a:cubicBezTo>
                  <a:lnTo>
                    <a:pt x="1117759" y="920407"/>
                  </a:lnTo>
                  <a:cubicBezTo>
                    <a:pt x="1176814" y="979462"/>
                    <a:pt x="1273016" y="979462"/>
                    <a:pt x="1333024" y="920407"/>
                  </a:cubicBezTo>
                  <a:lnTo>
                    <a:pt x="1391126" y="862305"/>
                  </a:lnTo>
                  <a:cubicBezTo>
                    <a:pt x="1450181" y="803250"/>
                    <a:pt x="1450181" y="707047"/>
                    <a:pt x="1391126" y="647040"/>
                  </a:cubicBezTo>
                  <a:lnTo>
                    <a:pt x="795814" y="51727"/>
                  </a:lnTo>
                  <a:cubicBezTo>
                    <a:pt x="748189" y="5055"/>
                    <a:pt x="676751" y="-6375"/>
                    <a:pt x="616744" y="24105"/>
                  </a:cubicBezTo>
                  <a:lnTo>
                    <a:pt x="7144" y="343192"/>
                  </a:lnTo>
                  <a:lnTo>
                    <a:pt x="7144" y="1179487"/>
                  </a:lnTo>
                  <a:lnTo>
                    <a:pt x="602456" y="1774800"/>
                  </a:lnTo>
                  <a:cubicBezTo>
                    <a:pt x="631031" y="1803375"/>
                    <a:pt x="670084" y="1819567"/>
                    <a:pt x="710089" y="1819567"/>
                  </a:cubicBezTo>
                  <a:lnTo>
                    <a:pt x="2670334" y="1819567"/>
                  </a:lnTo>
                  <a:cubicBezTo>
                    <a:pt x="2754154" y="1819567"/>
                    <a:pt x="2822734" y="1750987"/>
                    <a:pt x="2822734" y="1667167"/>
                  </a:cubicBezTo>
                  <a:cubicBezTo>
                    <a:pt x="2822734" y="1584300"/>
                    <a:pt x="2755106" y="1516672"/>
                    <a:pt x="2670334" y="15166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A04DA22-C7FA-4A09-8170-F1A7A1BE2EF2}"/>
                </a:ext>
              </a:extLst>
            </p:cNvPr>
            <p:cNvSpPr/>
            <p:nvPr/>
          </p:nvSpPr>
          <p:spPr>
            <a:xfrm>
              <a:off x="4594384" y="4184809"/>
              <a:ext cx="161925" cy="1076325"/>
            </a:xfrm>
            <a:custGeom>
              <a:avLst/>
              <a:gdLst>
                <a:gd name="connsiteX0" fmla="*/ 7144 w 161925"/>
                <a:gd name="connsiteY0" fmla="*/ 7144 h 1076325"/>
                <a:gd name="connsiteX1" fmla="*/ 159544 w 161925"/>
                <a:gd name="connsiteY1" fmla="*/ 7144 h 1076325"/>
                <a:gd name="connsiteX2" fmla="*/ 159544 w 161925"/>
                <a:gd name="connsiteY2" fmla="*/ 1072039 h 1076325"/>
                <a:gd name="connsiteX3" fmla="*/ 7144 w 161925"/>
                <a:gd name="connsiteY3" fmla="*/ 1072039 h 1076325"/>
                <a:gd name="connsiteX4" fmla="*/ 7144 w 161925"/>
                <a:gd name="connsiteY4" fmla="*/ 7144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0763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072039"/>
                  </a:lnTo>
                  <a:lnTo>
                    <a:pt x="7144" y="107203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722058BE-2DE0-470F-B56D-34051037B3DA}"/>
                </a:ext>
              </a:extLst>
            </p:cNvPr>
            <p:cNvSpPr/>
            <p:nvPr/>
          </p:nvSpPr>
          <p:spPr>
            <a:xfrm>
              <a:off x="6496527" y="3271362"/>
              <a:ext cx="1381125" cy="1381125"/>
            </a:xfrm>
            <a:custGeom>
              <a:avLst/>
              <a:gdLst>
                <a:gd name="connsiteX0" fmla="*/ 691992 w 1381125"/>
                <a:gd name="connsiteY0" fmla="*/ 7144 h 1381125"/>
                <a:gd name="connsiteX1" fmla="*/ 7144 w 1381125"/>
                <a:gd name="connsiteY1" fmla="*/ 691991 h 1381125"/>
                <a:gd name="connsiteX2" fmla="*/ 691992 w 1381125"/>
                <a:gd name="connsiteY2" fmla="*/ 1376839 h 1381125"/>
                <a:gd name="connsiteX3" fmla="*/ 1376839 w 1381125"/>
                <a:gd name="connsiteY3" fmla="*/ 691991 h 1381125"/>
                <a:gd name="connsiteX4" fmla="*/ 691992 w 1381125"/>
                <a:gd name="connsiteY4" fmla="*/ 7144 h 1381125"/>
                <a:gd name="connsiteX5" fmla="*/ 1072039 w 1381125"/>
                <a:gd name="connsiteY5" fmla="*/ 844391 h 1381125"/>
                <a:gd name="connsiteX6" fmla="*/ 843439 w 1381125"/>
                <a:gd name="connsiteY6" fmla="*/ 1072991 h 1381125"/>
                <a:gd name="connsiteX7" fmla="*/ 843439 w 1381125"/>
                <a:gd name="connsiteY7" fmla="*/ 1149191 h 1381125"/>
                <a:gd name="connsiteX8" fmla="*/ 691039 w 1381125"/>
                <a:gd name="connsiteY8" fmla="*/ 1149191 h 1381125"/>
                <a:gd name="connsiteX9" fmla="*/ 691039 w 1381125"/>
                <a:gd name="connsiteY9" fmla="*/ 1072991 h 1381125"/>
                <a:gd name="connsiteX10" fmla="*/ 614839 w 1381125"/>
                <a:gd name="connsiteY10" fmla="*/ 1072991 h 1381125"/>
                <a:gd name="connsiteX11" fmla="*/ 614839 w 1381125"/>
                <a:gd name="connsiteY11" fmla="*/ 1149191 h 1381125"/>
                <a:gd name="connsiteX12" fmla="*/ 462439 w 1381125"/>
                <a:gd name="connsiteY12" fmla="*/ 1149191 h 1381125"/>
                <a:gd name="connsiteX13" fmla="*/ 462439 w 1381125"/>
                <a:gd name="connsiteY13" fmla="*/ 1072991 h 1381125"/>
                <a:gd name="connsiteX14" fmla="*/ 386239 w 1381125"/>
                <a:gd name="connsiteY14" fmla="*/ 1072991 h 1381125"/>
                <a:gd name="connsiteX15" fmla="*/ 386239 w 1381125"/>
                <a:gd name="connsiteY15" fmla="*/ 311944 h 1381125"/>
                <a:gd name="connsiteX16" fmla="*/ 462439 w 1381125"/>
                <a:gd name="connsiteY16" fmla="*/ 311944 h 1381125"/>
                <a:gd name="connsiteX17" fmla="*/ 462439 w 1381125"/>
                <a:gd name="connsiteY17" fmla="*/ 235744 h 1381125"/>
                <a:gd name="connsiteX18" fmla="*/ 614839 w 1381125"/>
                <a:gd name="connsiteY18" fmla="*/ 235744 h 1381125"/>
                <a:gd name="connsiteX19" fmla="*/ 614839 w 1381125"/>
                <a:gd name="connsiteY19" fmla="*/ 311944 h 1381125"/>
                <a:gd name="connsiteX20" fmla="*/ 691039 w 1381125"/>
                <a:gd name="connsiteY20" fmla="*/ 311944 h 1381125"/>
                <a:gd name="connsiteX21" fmla="*/ 691039 w 1381125"/>
                <a:gd name="connsiteY21" fmla="*/ 235744 h 1381125"/>
                <a:gd name="connsiteX22" fmla="*/ 843439 w 1381125"/>
                <a:gd name="connsiteY22" fmla="*/ 235744 h 1381125"/>
                <a:gd name="connsiteX23" fmla="*/ 843439 w 1381125"/>
                <a:gd name="connsiteY23" fmla="*/ 311944 h 1381125"/>
                <a:gd name="connsiteX24" fmla="*/ 1052036 w 1381125"/>
                <a:gd name="connsiteY24" fmla="*/ 447199 h 1381125"/>
                <a:gd name="connsiteX25" fmla="*/ 1012031 w 1381125"/>
                <a:gd name="connsiteY25" fmla="*/ 692944 h 1381125"/>
                <a:gd name="connsiteX26" fmla="*/ 1072039 w 1381125"/>
                <a:gd name="connsiteY26" fmla="*/ 844391 h 138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81125" h="1381125">
                  <a:moveTo>
                    <a:pt x="691992" y="7144"/>
                  </a:moveTo>
                  <a:cubicBezTo>
                    <a:pt x="313849" y="7144"/>
                    <a:pt x="7144" y="313849"/>
                    <a:pt x="7144" y="691991"/>
                  </a:cubicBezTo>
                  <a:cubicBezTo>
                    <a:pt x="7144" y="1070134"/>
                    <a:pt x="313849" y="1376839"/>
                    <a:pt x="691992" y="1376839"/>
                  </a:cubicBezTo>
                  <a:cubicBezTo>
                    <a:pt x="1070134" y="1376839"/>
                    <a:pt x="1376839" y="1070134"/>
                    <a:pt x="1376839" y="691991"/>
                  </a:cubicBezTo>
                  <a:cubicBezTo>
                    <a:pt x="1376839" y="313849"/>
                    <a:pt x="1070134" y="8096"/>
                    <a:pt x="691992" y="7144"/>
                  </a:cubicBezTo>
                  <a:close/>
                  <a:moveTo>
                    <a:pt x="1072039" y="844391"/>
                  </a:moveTo>
                  <a:cubicBezTo>
                    <a:pt x="1072039" y="970121"/>
                    <a:pt x="970121" y="1072991"/>
                    <a:pt x="843439" y="1072991"/>
                  </a:cubicBezTo>
                  <a:lnTo>
                    <a:pt x="843439" y="1149191"/>
                  </a:lnTo>
                  <a:lnTo>
                    <a:pt x="691039" y="1149191"/>
                  </a:lnTo>
                  <a:lnTo>
                    <a:pt x="691039" y="1072991"/>
                  </a:lnTo>
                  <a:lnTo>
                    <a:pt x="614839" y="1072991"/>
                  </a:lnTo>
                  <a:lnTo>
                    <a:pt x="614839" y="1149191"/>
                  </a:lnTo>
                  <a:lnTo>
                    <a:pt x="462439" y="1149191"/>
                  </a:lnTo>
                  <a:lnTo>
                    <a:pt x="462439" y="1072991"/>
                  </a:lnTo>
                  <a:lnTo>
                    <a:pt x="386239" y="1072991"/>
                  </a:lnTo>
                  <a:lnTo>
                    <a:pt x="386239" y="311944"/>
                  </a:lnTo>
                  <a:lnTo>
                    <a:pt x="462439" y="311944"/>
                  </a:lnTo>
                  <a:lnTo>
                    <a:pt x="462439" y="235744"/>
                  </a:lnTo>
                  <a:lnTo>
                    <a:pt x="614839" y="235744"/>
                  </a:lnTo>
                  <a:lnTo>
                    <a:pt x="614839" y="311944"/>
                  </a:lnTo>
                  <a:lnTo>
                    <a:pt x="691039" y="311944"/>
                  </a:lnTo>
                  <a:lnTo>
                    <a:pt x="691039" y="235744"/>
                  </a:lnTo>
                  <a:lnTo>
                    <a:pt x="843439" y="235744"/>
                  </a:lnTo>
                  <a:lnTo>
                    <a:pt x="843439" y="311944"/>
                  </a:lnTo>
                  <a:cubicBezTo>
                    <a:pt x="933926" y="311944"/>
                    <a:pt x="1015842" y="364331"/>
                    <a:pt x="1052036" y="447199"/>
                  </a:cubicBezTo>
                  <a:cubicBezTo>
                    <a:pt x="1088231" y="530066"/>
                    <a:pt x="1072992" y="626269"/>
                    <a:pt x="1012031" y="692944"/>
                  </a:cubicBezTo>
                  <a:cubicBezTo>
                    <a:pt x="1051084" y="733901"/>
                    <a:pt x="1072039" y="788194"/>
                    <a:pt x="1072039" y="8443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AE93890A-54E2-4457-AF86-7E5AD4E054B3}"/>
                </a:ext>
              </a:extLst>
            </p:cNvPr>
            <p:cNvSpPr/>
            <p:nvPr/>
          </p:nvSpPr>
          <p:spPr>
            <a:xfrm>
              <a:off x="7028974" y="3727609"/>
              <a:ext cx="390525" cy="161925"/>
            </a:xfrm>
            <a:custGeom>
              <a:avLst/>
              <a:gdLst>
                <a:gd name="connsiteX0" fmla="*/ 311944 w 390525"/>
                <a:gd name="connsiteY0" fmla="*/ 7144 h 161925"/>
                <a:gd name="connsiteX1" fmla="*/ 7144 w 390525"/>
                <a:gd name="connsiteY1" fmla="*/ 7144 h 161925"/>
                <a:gd name="connsiteX2" fmla="*/ 7144 w 390525"/>
                <a:gd name="connsiteY2" fmla="*/ 159544 h 161925"/>
                <a:gd name="connsiteX3" fmla="*/ 311944 w 390525"/>
                <a:gd name="connsiteY3" fmla="*/ 159544 h 161925"/>
                <a:gd name="connsiteX4" fmla="*/ 388144 w 390525"/>
                <a:gd name="connsiteY4" fmla="*/ 83344 h 161925"/>
                <a:gd name="connsiteX5" fmla="*/ 311944 w 390525"/>
                <a:gd name="connsiteY5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0525" h="161925">
                  <a:moveTo>
                    <a:pt x="311944" y="7144"/>
                  </a:moveTo>
                  <a:lnTo>
                    <a:pt x="7144" y="7144"/>
                  </a:lnTo>
                  <a:lnTo>
                    <a:pt x="7144" y="159544"/>
                  </a:lnTo>
                  <a:lnTo>
                    <a:pt x="311944" y="159544"/>
                  </a:lnTo>
                  <a:cubicBezTo>
                    <a:pt x="353854" y="159544"/>
                    <a:pt x="388144" y="125254"/>
                    <a:pt x="388144" y="83344"/>
                  </a:cubicBezTo>
                  <a:cubicBezTo>
                    <a:pt x="388144" y="41434"/>
                    <a:pt x="353854" y="7144"/>
                    <a:pt x="3119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F4A23437-6F6C-4A07-8162-0E5D5E26BABC}"/>
                </a:ext>
              </a:extLst>
            </p:cNvPr>
            <p:cNvSpPr/>
            <p:nvPr/>
          </p:nvSpPr>
          <p:spPr>
            <a:xfrm>
              <a:off x="7028974" y="4032409"/>
              <a:ext cx="390525" cy="161925"/>
            </a:xfrm>
            <a:custGeom>
              <a:avLst/>
              <a:gdLst>
                <a:gd name="connsiteX0" fmla="*/ 311944 w 390525"/>
                <a:gd name="connsiteY0" fmla="*/ 7144 h 161925"/>
                <a:gd name="connsiteX1" fmla="*/ 7144 w 390525"/>
                <a:gd name="connsiteY1" fmla="*/ 7144 h 161925"/>
                <a:gd name="connsiteX2" fmla="*/ 7144 w 390525"/>
                <a:gd name="connsiteY2" fmla="*/ 159544 h 161925"/>
                <a:gd name="connsiteX3" fmla="*/ 311944 w 390525"/>
                <a:gd name="connsiteY3" fmla="*/ 159544 h 161925"/>
                <a:gd name="connsiteX4" fmla="*/ 388144 w 390525"/>
                <a:gd name="connsiteY4" fmla="*/ 83344 h 161925"/>
                <a:gd name="connsiteX5" fmla="*/ 311944 w 390525"/>
                <a:gd name="connsiteY5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0525" h="161925">
                  <a:moveTo>
                    <a:pt x="311944" y="7144"/>
                  </a:moveTo>
                  <a:lnTo>
                    <a:pt x="7144" y="7144"/>
                  </a:lnTo>
                  <a:lnTo>
                    <a:pt x="7144" y="159544"/>
                  </a:lnTo>
                  <a:lnTo>
                    <a:pt x="311944" y="159544"/>
                  </a:lnTo>
                  <a:cubicBezTo>
                    <a:pt x="353854" y="159544"/>
                    <a:pt x="388144" y="125254"/>
                    <a:pt x="388144" y="83344"/>
                  </a:cubicBezTo>
                  <a:cubicBezTo>
                    <a:pt x="388144" y="41434"/>
                    <a:pt x="353854" y="7144"/>
                    <a:pt x="3119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EBAF2A85-84B0-4FA5-A239-C4536B86E1EB}"/>
                </a:ext>
              </a:extLst>
            </p:cNvPr>
            <p:cNvSpPr/>
            <p:nvPr/>
          </p:nvSpPr>
          <p:spPr>
            <a:xfrm>
              <a:off x="4138137" y="4337209"/>
              <a:ext cx="314325" cy="847725"/>
            </a:xfrm>
            <a:custGeom>
              <a:avLst/>
              <a:gdLst>
                <a:gd name="connsiteX0" fmla="*/ 7144 w 314325"/>
                <a:gd name="connsiteY0" fmla="*/ 7144 h 847725"/>
                <a:gd name="connsiteX1" fmla="*/ 311944 w 314325"/>
                <a:gd name="connsiteY1" fmla="*/ 7144 h 847725"/>
                <a:gd name="connsiteX2" fmla="*/ 311944 w 314325"/>
                <a:gd name="connsiteY2" fmla="*/ 844391 h 847725"/>
                <a:gd name="connsiteX3" fmla="*/ 7144 w 314325"/>
                <a:gd name="connsiteY3" fmla="*/ 844391 h 847725"/>
                <a:gd name="connsiteX4" fmla="*/ 7144 w 314325"/>
                <a:gd name="connsiteY4" fmla="*/ 7144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25" h="847725">
                  <a:moveTo>
                    <a:pt x="7144" y="7144"/>
                  </a:moveTo>
                  <a:lnTo>
                    <a:pt x="311944" y="7144"/>
                  </a:lnTo>
                  <a:lnTo>
                    <a:pt x="311944" y="844391"/>
                  </a:lnTo>
                  <a:lnTo>
                    <a:pt x="7144" y="84439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5DD75A94-EE58-443F-9092-45AF2118328C}"/>
                </a:ext>
              </a:extLst>
            </p:cNvPr>
            <p:cNvSpPr/>
            <p:nvPr/>
          </p:nvSpPr>
          <p:spPr>
            <a:xfrm>
              <a:off x="4241007" y="1553052"/>
              <a:ext cx="409575" cy="590550"/>
            </a:xfrm>
            <a:custGeom>
              <a:avLst/>
              <a:gdLst>
                <a:gd name="connsiteX0" fmla="*/ 55721 w 409575"/>
                <a:gd name="connsiteY0" fmla="*/ 279559 h 590550"/>
                <a:gd name="connsiteX1" fmla="*/ 55721 w 409575"/>
                <a:gd name="connsiteY1" fmla="*/ 584359 h 590550"/>
                <a:gd name="connsiteX2" fmla="*/ 360521 w 409575"/>
                <a:gd name="connsiteY2" fmla="*/ 584359 h 590550"/>
                <a:gd name="connsiteX3" fmla="*/ 360521 w 409575"/>
                <a:gd name="connsiteY3" fmla="*/ 279559 h 590550"/>
                <a:gd name="connsiteX4" fmla="*/ 410051 w 409575"/>
                <a:gd name="connsiteY4" fmla="*/ 208121 h 590550"/>
                <a:gd name="connsiteX5" fmla="*/ 208121 w 409575"/>
                <a:gd name="connsiteY5" fmla="*/ 7144 h 590550"/>
                <a:gd name="connsiteX6" fmla="*/ 7144 w 409575"/>
                <a:gd name="connsiteY6" fmla="*/ 208121 h 590550"/>
                <a:gd name="connsiteX7" fmla="*/ 55721 w 409575"/>
                <a:gd name="connsiteY7" fmla="*/ 279559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75" h="590550">
                  <a:moveTo>
                    <a:pt x="55721" y="279559"/>
                  </a:moveTo>
                  <a:lnTo>
                    <a:pt x="55721" y="584359"/>
                  </a:lnTo>
                  <a:lnTo>
                    <a:pt x="360521" y="584359"/>
                  </a:lnTo>
                  <a:lnTo>
                    <a:pt x="360521" y="279559"/>
                  </a:lnTo>
                  <a:cubicBezTo>
                    <a:pt x="360521" y="248126"/>
                    <a:pt x="380524" y="219551"/>
                    <a:pt x="410051" y="208121"/>
                  </a:cubicBezTo>
                  <a:lnTo>
                    <a:pt x="208121" y="7144"/>
                  </a:lnTo>
                  <a:lnTo>
                    <a:pt x="7144" y="208121"/>
                  </a:lnTo>
                  <a:cubicBezTo>
                    <a:pt x="36671" y="219551"/>
                    <a:pt x="55721" y="248126"/>
                    <a:pt x="55721" y="2795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874D73E6-ABAA-4957-862B-A4AF1943B6D4}"/>
                </a:ext>
              </a:extLst>
            </p:cNvPr>
            <p:cNvSpPr/>
            <p:nvPr/>
          </p:nvSpPr>
          <p:spPr>
            <a:xfrm>
              <a:off x="5533549" y="1780699"/>
              <a:ext cx="409575" cy="590550"/>
            </a:xfrm>
            <a:custGeom>
              <a:avLst/>
              <a:gdLst>
                <a:gd name="connsiteX0" fmla="*/ 56674 w 409575"/>
                <a:gd name="connsiteY0" fmla="*/ 280511 h 590550"/>
                <a:gd name="connsiteX1" fmla="*/ 56674 w 409575"/>
                <a:gd name="connsiteY1" fmla="*/ 585311 h 590550"/>
                <a:gd name="connsiteX2" fmla="*/ 361474 w 409575"/>
                <a:gd name="connsiteY2" fmla="*/ 585311 h 590550"/>
                <a:gd name="connsiteX3" fmla="*/ 361474 w 409575"/>
                <a:gd name="connsiteY3" fmla="*/ 280511 h 590550"/>
                <a:gd name="connsiteX4" fmla="*/ 411004 w 409575"/>
                <a:gd name="connsiteY4" fmla="*/ 209074 h 590550"/>
                <a:gd name="connsiteX5" fmla="*/ 209074 w 409575"/>
                <a:gd name="connsiteY5" fmla="*/ 7144 h 590550"/>
                <a:gd name="connsiteX6" fmla="*/ 7144 w 409575"/>
                <a:gd name="connsiteY6" fmla="*/ 209074 h 590550"/>
                <a:gd name="connsiteX7" fmla="*/ 56674 w 409575"/>
                <a:gd name="connsiteY7" fmla="*/ 280511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75" h="590550">
                  <a:moveTo>
                    <a:pt x="56674" y="280511"/>
                  </a:moveTo>
                  <a:lnTo>
                    <a:pt x="56674" y="585311"/>
                  </a:lnTo>
                  <a:lnTo>
                    <a:pt x="361474" y="585311"/>
                  </a:lnTo>
                  <a:lnTo>
                    <a:pt x="361474" y="280511"/>
                  </a:lnTo>
                  <a:cubicBezTo>
                    <a:pt x="361474" y="249079"/>
                    <a:pt x="381476" y="220504"/>
                    <a:pt x="411004" y="209074"/>
                  </a:cubicBezTo>
                  <a:lnTo>
                    <a:pt x="209074" y="7144"/>
                  </a:lnTo>
                  <a:lnTo>
                    <a:pt x="7144" y="209074"/>
                  </a:lnTo>
                  <a:cubicBezTo>
                    <a:pt x="37624" y="220504"/>
                    <a:pt x="56674" y="249079"/>
                    <a:pt x="56674" y="2805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65ADDFE8-3BCB-4F77-8C13-501BA7202F5B}"/>
                </a:ext>
              </a:extLst>
            </p:cNvPr>
            <p:cNvSpPr/>
            <p:nvPr/>
          </p:nvSpPr>
          <p:spPr>
            <a:xfrm>
              <a:off x="4848702" y="2997994"/>
              <a:ext cx="409575" cy="590550"/>
            </a:xfrm>
            <a:custGeom>
              <a:avLst/>
              <a:gdLst>
                <a:gd name="connsiteX0" fmla="*/ 56674 w 409575"/>
                <a:gd name="connsiteY0" fmla="*/ 585311 h 590550"/>
                <a:gd name="connsiteX1" fmla="*/ 361474 w 409575"/>
                <a:gd name="connsiteY1" fmla="*/ 585311 h 590550"/>
                <a:gd name="connsiteX2" fmla="*/ 361474 w 409575"/>
                <a:gd name="connsiteY2" fmla="*/ 280511 h 590550"/>
                <a:gd name="connsiteX3" fmla="*/ 411004 w 409575"/>
                <a:gd name="connsiteY3" fmla="*/ 209074 h 590550"/>
                <a:gd name="connsiteX4" fmla="*/ 209074 w 409575"/>
                <a:gd name="connsiteY4" fmla="*/ 7144 h 590550"/>
                <a:gd name="connsiteX5" fmla="*/ 7144 w 409575"/>
                <a:gd name="connsiteY5" fmla="*/ 209074 h 590550"/>
                <a:gd name="connsiteX6" fmla="*/ 56674 w 409575"/>
                <a:gd name="connsiteY6" fmla="*/ 280511 h 590550"/>
                <a:gd name="connsiteX7" fmla="*/ 56674 w 409575"/>
                <a:gd name="connsiteY7" fmla="*/ 585311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75" h="590550">
                  <a:moveTo>
                    <a:pt x="56674" y="585311"/>
                  </a:moveTo>
                  <a:lnTo>
                    <a:pt x="361474" y="585311"/>
                  </a:lnTo>
                  <a:lnTo>
                    <a:pt x="361474" y="280511"/>
                  </a:lnTo>
                  <a:cubicBezTo>
                    <a:pt x="361474" y="249079"/>
                    <a:pt x="381476" y="220504"/>
                    <a:pt x="411004" y="209074"/>
                  </a:cubicBezTo>
                  <a:lnTo>
                    <a:pt x="209074" y="7144"/>
                  </a:lnTo>
                  <a:lnTo>
                    <a:pt x="7144" y="209074"/>
                  </a:lnTo>
                  <a:cubicBezTo>
                    <a:pt x="36671" y="220504"/>
                    <a:pt x="56674" y="249079"/>
                    <a:pt x="56674" y="280511"/>
                  </a:cubicBezTo>
                  <a:lnTo>
                    <a:pt x="56674" y="58531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E44F64E7-477E-440D-BEC7-83113FDD18AC}"/>
                </a:ext>
              </a:extLst>
            </p:cNvPr>
            <p:cNvSpPr/>
            <p:nvPr/>
          </p:nvSpPr>
          <p:spPr>
            <a:xfrm>
              <a:off x="6191727" y="2815114"/>
              <a:ext cx="466725" cy="466725"/>
            </a:xfrm>
            <a:custGeom>
              <a:avLst/>
              <a:gdLst>
                <a:gd name="connsiteX0" fmla="*/ 159544 w 466725"/>
                <a:gd name="connsiteY0" fmla="*/ 7144 h 466725"/>
                <a:gd name="connsiteX1" fmla="*/ 159544 w 466725"/>
                <a:gd name="connsiteY1" fmla="*/ 159544 h 466725"/>
                <a:gd name="connsiteX2" fmla="*/ 7144 w 466725"/>
                <a:gd name="connsiteY2" fmla="*/ 159544 h 466725"/>
                <a:gd name="connsiteX3" fmla="*/ 7144 w 466725"/>
                <a:gd name="connsiteY3" fmla="*/ 311944 h 466725"/>
                <a:gd name="connsiteX4" fmla="*/ 159544 w 466725"/>
                <a:gd name="connsiteY4" fmla="*/ 311944 h 466725"/>
                <a:gd name="connsiteX5" fmla="*/ 159544 w 466725"/>
                <a:gd name="connsiteY5" fmla="*/ 464344 h 466725"/>
                <a:gd name="connsiteX6" fmla="*/ 311944 w 466725"/>
                <a:gd name="connsiteY6" fmla="*/ 464344 h 466725"/>
                <a:gd name="connsiteX7" fmla="*/ 311944 w 466725"/>
                <a:gd name="connsiteY7" fmla="*/ 311944 h 466725"/>
                <a:gd name="connsiteX8" fmla="*/ 464344 w 466725"/>
                <a:gd name="connsiteY8" fmla="*/ 311944 h 466725"/>
                <a:gd name="connsiteX9" fmla="*/ 464344 w 466725"/>
                <a:gd name="connsiteY9" fmla="*/ 159544 h 466725"/>
                <a:gd name="connsiteX10" fmla="*/ 311944 w 466725"/>
                <a:gd name="connsiteY10" fmla="*/ 159544 h 466725"/>
                <a:gd name="connsiteX11" fmla="*/ 311944 w 466725"/>
                <a:gd name="connsiteY11" fmla="*/ 7144 h 466725"/>
                <a:gd name="connsiteX12" fmla="*/ 159544 w 466725"/>
                <a:gd name="connsiteY12" fmla="*/ 71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6725" h="466725">
                  <a:moveTo>
                    <a:pt x="159544" y="7144"/>
                  </a:moveTo>
                  <a:lnTo>
                    <a:pt x="159544" y="159544"/>
                  </a:lnTo>
                  <a:lnTo>
                    <a:pt x="7144" y="159544"/>
                  </a:lnTo>
                  <a:lnTo>
                    <a:pt x="7144" y="311944"/>
                  </a:lnTo>
                  <a:lnTo>
                    <a:pt x="159544" y="311944"/>
                  </a:lnTo>
                  <a:lnTo>
                    <a:pt x="159544" y="464344"/>
                  </a:lnTo>
                  <a:lnTo>
                    <a:pt x="311944" y="464344"/>
                  </a:lnTo>
                  <a:lnTo>
                    <a:pt x="311944" y="311944"/>
                  </a:lnTo>
                  <a:lnTo>
                    <a:pt x="464344" y="311944"/>
                  </a:lnTo>
                  <a:lnTo>
                    <a:pt x="464344" y="159544"/>
                  </a:lnTo>
                  <a:lnTo>
                    <a:pt x="311944" y="159544"/>
                  </a:lnTo>
                  <a:lnTo>
                    <a:pt x="311944" y="7144"/>
                  </a:lnTo>
                  <a:lnTo>
                    <a:pt x="1595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934BD1E8-3AB5-4024-A30D-1243991FA085}"/>
                </a:ext>
              </a:extLst>
            </p:cNvPr>
            <p:cNvSpPr/>
            <p:nvPr/>
          </p:nvSpPr>
          <p:spPr>
            <a:xfrm>
              <a:off x="5811679" y="3423762"/>
              <a:ext cx="466725" cy="466725"/>
            </a:xfrm>
            <a:custGeom>
              <a:avLst/>
              <a:gdLst>
                <a:gd name="connsiteX0" fmla="*/ 159544 w 466725"/>
                <a:gd name="connsiteY0" fmla="*/ 7144 h 466725"/>
                <a:gd name="connsiteX1" fmla="*/ 159544 w 466725"/>
                <a:gd name="connsiteY1" fmla="*/ 159544 h 466725"/>
                <a:gd name="connsiteX2" fmla="*/ 7144 w 466725"/>
                <a:gd name="connsiteY2" fmla="*/ 159544 h 466725"/>
                <a:gd name="connsiteX3" fmla="*/ 7144 w 466725"/>
                <a:gd name="connsiteY3" fmla="*/ 311944 h 466725"/>
                <a:gd name="connsiteX4" fmla="*/ 159544 w 466725"/>
                <a:gd name="connsiteY4" fmla="*/ 311944 h 466725"/>
                <a:gd name="connsiteX5" fmla="*/ 159544 w 466725"/>
                <a:gd name="connsiteY5" fmla="*/ 464344 h 466725"/>
                <a:gd name="connsiteX6" fmla="*/ 311944 w 466725"/>
                <a:gd name="connsiteY6" fmla="*/ 464344 h 466725"/>
                <a:gd name="connsiteX7" fmla="*/ 311944 w 466725"/>
                <a:gd name="connsiteY7" fmla="*/ 311944 h 466725"/>
                <a:gd name="connsiteX8" fmla="*/ 464344 w 466725"/>
                <a:gd name="connsiteY8" fmla="*/ 311944 h 466725"/>
                <a:gd name="connsiteX9" fmla="*/ 464344 w 466725"/>
                <a:gd name="connsiteY9" fmla="*/ 159544 h 466725"/>
                <a:gd name="connsiteX10" fmla="*/ 311944 w 466725"/>
                <a:gd name="connsiteY10" fmla="*/ 159544 h 466725"/>
                <a:gd name="connsiteX11" fmla="*/ 311944 w 466725"/>
                <a:gd name="connsiteY11" fmla="*/ 7144 h 466725"/>
                <a:gd name="connsiteX12" fmla="*/ 159544 w 466725"/>
                <a:gd name="connsiteY12" fmla="*/ 71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6725" h="466725">
                  <a:moveTo>
                    <a:pt x="159544" y="7144"/>
                  </a:moveTo>
                  <a:lnTo>
                    <a:pt x="159544" y="159544"/>
                  </a:lnTo>
                  <a:lnTo>
                    <a:pt x="7144" y="159544"/>
                  </a:lnTo>
                  <a:lnTo>
                    <a:pt x="7144" y="311944"/>
                  </a:lnTo>
                  <a:lnTo>
                    <a:pt x="159544" y="311944"/>
                  </a:lnTo>
                  <a:lnTo>
                    <a:pt x="159544" y="464344"/>
                  </a:lnTo>
                  <a:lnTo>
                    <a:pt x="311944" y="464344"/>
                  </a:lnTo>
                  <a:lnTo>
                    <a:pt x="311944" y="311944"/>
                  </a:lnTo>
                  <a:lnTo>
                    <a:pt x="464344" y="311944"/>
                  </a:lnTo>
                  <a:lnTo>
                    <a:pt x="464344" y="159544"/>
                  </a:lnTo>
                  <a:lnTo>
                    <a:pt x="311944" y="159544"/>
                  </a:lnTo>
                  <a:lnTo>
                    <a:pt x="311944" y="7144"/>
                  </a:lnTo>
                  <a:lnTo>
                    <a:pt x="1595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DAE17C2C-A7F8-4159-84E3-A2D123915B25}"/>
                </a:ext>
              </a:extLst>
            </p:cNvPr>
            <p:cNvSpPr/>
            <p:nvPr/>
          </p:nvSpPr>
          <p:spPr>
            <a:xfrm>
              <a:off x="7713822" y="2815114"/>
              <a:ext cx="466725" cy="466725"/>
            </a:xfrm>
            <a:custGeom>
              <a:avLst/>
              <a:gdLst>
                <a:gd name="connsiteX0" fmla="*/ 464344 w 466725"/>
                <a:gd name="connsiteY0" fmla="*/ 159544 h 466725"/>
                <a:gd name="connsiteX1" fmla="*/ 311944 w 466725"/>
                <a:gd name="connsiteY1" fmla="*/ 159544 h 466725"/>
                <a:gd name="connsiteX2" fmla="*/ 311944 w 466725"/>
                <a:gd name="connsiteY2" fmla="*/ 7144 h 466725"/>
                <a:gd name="connsiteX3" fmla="*/ 159544 w 466725"/>
                <a:gd name="connsiteY3" fmla="*/ 7144 h 466725"/>
                <a:gd name="connsiteX4" fmla="*/ 159544 w 466725"/>
                <a:gd name="connsiteY4" fmla="*/ 159544 h 466725"/>
                <a:gd name="connsiteX5" fmla="*/ 7144 w 466725"/>
                <a:gd name="connsiteY5" fmla="*/ 159544 h 466725"/>
                <a:gd name="connsiteX6" fmla="*/ 7144 w 466725"/>
                <a:gd name="connsiteY6" fmla="*/ 311944 h 466725"/>
                <a:gd name="connsiteX7" fmla="*/ 159544 w 466725"/>
                <a:gd name="connsiteY7" fmla="*/ 311944 h 466725"/>
                <a:gd name="connsiteX8" fmla="*/ 159544 w 466725"/>
                <a:gd name="connsiteY8" fmla="*/ 464344 h 466725"/>
                <a:gd name="connsiteX9" fmla="*/ 311944 w 466725"/>
                <a:gd name="connsiteY9" fmla="*/ 464344 h 466725"/>
                <a:gd name="connsiteX10" fmla="*/ 311944 w 466725"/>
                <a:gd name="connsiteY10" fmla="*/ 311944 h 466725"/>
                <a:gd name="connsiteX11" fmla="*/ 464344 w 466725"/>
                <a:gd name="connsiteY11" fmla="*/ 311944 h 466725"/>
                <a:gd name="connsiteX12" fmla="*/ 464344 w 466725"/>
                <a:gd name="connsiteY12" fmla="*/ 1595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6725" h="466725">
                  <a:moveTo>
                    <a:pt x="464344" y="159544"/>
                  </a:moveTo>
                  <a:lnTo>
                    <a:pt x="311944" y="159544"/>
                  </a:lnTo>
                  <a:lnTo>
                    <a:pt x="311944" y="7144"/>
                  </a:ln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311944"/>
                  </a:lnTo>
                  <a:lnTo>
                    <a:pt x="159544" y="311944"/>
                  </a:lnTo>
                  <a:lnTo>
                    <a:pt x="159544" y="464344"/>
                  </a:lnTo>
                  <a:lnTo>
                    <a:pt x="311944" y="464344"/>
                  </a:lnTo>
                  <a:lnTo>
                    <a:pt x="311944" y="311944"/>
                  </a:lnTo>
                  <a:lnTo>
                    <a:pt x="464344" y="311944"/>
                  </a:lnTo>
                  <a:lnTo>
                    <a:pt x="464344" y="159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D2407B6B-DF4F-4767-8ECC-6DC3465FA791}"/>
                </a:ext>
              </a:extLst>
            </p:cNvPr>
            <p:cNvSpPr/>
            <p:nvPr/>
          </p:nvSpPr>
          <p:spPr>
            <a:xfrm>
              <a:off x="8093869" y="3423762"/>
              <a:ext cx="466725" cy="466725"/>
            </a:xfrm>
            <a:custGeom>
              <a:avLst/>
              <a:gdLst>
                <a:gd name="connsiteX0" fmla="*/ 311944 w 466725"/>
                <a:gd name="connsiteY0" fmla="*/ 7144 h 466725"/>
                <a:gd name="connsiteX1" fmla="*/ 159544 w 466725"/>
                <a:gd name="connsiteY1" fmla="*/ 7144 h 466725"/>
                <a:gd name="connsiteX2" fmla="*/ 159544 w 466725"/>
                <a:gd name="connsiteY2" fmla="*/ 159544 h 466725"/>
                <a:gd name="connsiteX3" fmla="*/ 7144 w 466725"/>
                <a:gd name="connsiteY3" fmla="*/ 159544 h 466725"/>
                <a:gd name="connsiteX4" fmla="*/ 7144 w 466725"/>
                <a:gd name="connsiteY4" fmla="*/ 311944 h 466725"/>
                <a:gd name="connsiteX5" fmla="*/ 159544 w 466725"/>
                <a:gd name="connsiteY5" fmla="*/ 311944 h 466725"/>
                <a:gd name="connsiteX6" fmla="*/ 159544 w 466725"/>
                <a:gd name="connsiteY6" fmla="*/ 464344 h 466725"/>
                <a:gd name="connsiteX7" fmla="*/ 311944 w 466725"/>
                <a:gd name="connsiteY7" fmla="*/ 464344 h 466725"/>
                <a:gd name="connsiteX8" fmla="*/ 311944 w 466725"/>
                <a:gd name="connsiteY8" fmla="*/ 311944 h 466725"/>
                <a:gd name="connsiteX9" fmla="*/ 464344 w 466725"/>
                <a:gd name="connsiteY9" fmla="*/ 311944 h 466725"/>
                <a:gd name="connsiteX10" fmla="*/ 464344 w 466725"/>
                <a:gd name="connsiteY10" fmla="*/ 159544 h 466725"/>
                <a:gd name="connsiteX11" fmla="*/ 311944 w 466725"/>
                <a:gd name="connsiteY11" fmla="*/ 159544 h 466725"/>
                <a:gd name="connsiteX12" fmla="*/ 311944 w 466725"/>
                <a:gd name="connsiteY12" fmla="*/ 71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6725" h="466725">
                  <a:moveTo>
                    <a:pt x="3119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311944"/>
                  </a:lnTo>
                  <a:lnTo>
                    <a:pt x="159544" y="311944"/>
                  </a:lnTo>
                  <a:lnTo>
                    <a:pt x="159544" y="464344"/>
                  </a:lnTo>
                  <a:lnTo>
                    <a:pt x="311944" y="464344"/>
                  </a:lnTo>
                  <a:lnTo>
                    <a:pt x="311944" y="311944"/>
                  </a:lnTo>
                  <a:lnTo>
                    <a:pt x="464344" y="311944"/>
                  </a:lnTo>
                  <a:lnTo>
                    <a:pt x="464344" y="159544"/>
                  </a:lnTo>
                  <a:lnTo>
                    <a:pt x="311944" y="159544"/>
                  </a:lnTo>
                  <a:lnTo>
                    <a:pt x="3119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E061D4FB-4BDC-4892-A48B-AE610B12A24F}"/>
                </a:ext>
              </a:extLst>
            </p:cNvPr>
            <p:cNvSpPr/>
            <p:nvPr/>
          </p:nvSpPr>
          <p:spPr>
            <a:xfrm>
              <a:off x="3931444" y="1369219"/>
              <a:ext cx="4629150" cy="2190750"/>
            </a:xfrm>
            <a:custGeom>
              <a:avLst/>
              <a:gdLst>
                <a:gd name="connsiteX0" fmla="*/ 4580097 w 4629150"/>
                <a:gd name="connsiteY0" fmla="*/ 12859 h 2190750"/>
                <a:gd name="connsiteX1" fmla="*/ 4550569 w 4629150"/>
                <a:gd name="connsiteY1" fmla="*/ 8096 h 2190750"/>
                <a:gd name="connsiteX2" fmla="*/ 4550569 w 4629150"/>
                <a:gd name="connsiteY2" fmla="*/ 7144 h 2190750"/>
                <a:gd name="connsiteX3" fmla="*/ 4018121 w 4629150"/>
                <a:gd name="connsiteY3" fmla="*/ 7144 h 2190750"/>
                <a:gd name="connsiteX4" fmla="*/ 4018121 w 4629150"/>
                <a:gd name="connsiteY4" fmla="*/ 159544 h 2190750"/>
                <a:gd name="connsiteX5" fmla="*/ 4366737 w 4629150"/>
                <a:gd name="connsiteY5" fmla="*/ 159544 h 2190750"/>
                <a:gd name="connsiteX6" fmla="*/ 3560921 w 4629150"/>
                <a:gd name="connsiteY6" fmla="*/ 965359 h 2190750"/>
                <a:gd name="connsiteX7" fmla="*/ 3081814 w 4629150"/>
                <a:gd name="connsiteY7" fmla="*/ 486251 h 2190750"/>
                <a:gd name="connsiteX8" fmla="*/ 2977991 w 4629150"/>
                <a:gd name="connsiteY8" fmla="*/ 483394 h 2190750"/>
                <a:gd name="connsiteX9" fmla="*/ 1737836 w 4629150"/>
                <a:gd name="connsiteY9" fmla="*/ 1576864 h 2190750"/>
                <a:gd name="connsiteX10" fmla="*/ 1179671 w 4629150"/>
                <a:gd name="connsiteY10" fmla="*/ 1018699 h 2190750"/>
                <a:gd name="connsiteX11" fmla="*/ 1072039 w 4629150"/>
                <a:gd name="connsiteY11" fmla="*/ 1018699 h 2190750"/>
                <a:gd name="connsiteX12" fmla="*/ 7144 w 4629150"/>
                <a:gd name="connsiteY12" fmla="*/ 2083594 h 2190750"/>
                <a:gd name="connsiteX13" fmla="*/ 114776 w 4629150"/>
                <a:gd name="connsiteY13" fmla="*/ 2191226 h 2190750"/>
                <a:gd name="connsiteX14" fmla="*/ 1126331 w 4629150"/>
                <a:gd name="connsiteY14" fmla="*/ 1179671 h 2190750"/>
                <a:gd name="connsiteX15" fmla="*/ 1681639 w 4629150"/>
                <a:gd name="connsiteY15" fmla="*/ 1734979 h 2190750"/>
                <a:gd name="connsiteX16" fmla="*/ 1785461 w 4629150"/>
                <a:gd name="connsiteY16" fmla="*/ 1737836 h 2190750"/>
                <a:gd name="connsiteX17" fmla="*/ 3025616 w 4629150"/>
                <a:gd name="connsiteY17" fmla="*/ 644366 h 2190750"/>
                <a:gd name="connsiteX18" fmla="*/ 3507581 w 4629150"/>
                <a:gd name="connsiteY18" fmla="*/ 1126331 h 2190750"/>
                <a:gd name="connsiteX19" fmla="*/ 3615214 w 4629150"/>
                <a:gd name="connsiteY19" fmla="*/ 1126331 h 2190750"/>
                <a:gd name="connsiteX20" fmla="*/ 4474369 w 4629150"/>
                <a:gd name="connsiteY20" fmla="*/ 267176 h 2190750"/>
                <a:gd name="connsiteX21" fmla="*/ 4474369 w 4629150"/>
                <a:gd name="connsiteY21" fmla="*/ 539591 h 2190750"/>
                <a:gd name="connsiteX22" fmla="*/ 4626769 w 4629150"/>
                <a:gd name="connsiteY22" fmla="*/ 539591 h 2190750"/>
                <a:gd name="connsiteX23" fmla="*/ 4626769 w 4629150"/>
                <a:gd name="connsiteY23" fmla="*/ 83344 h 2190750"/>
                <a:gd name="connsiteX24" fmla="*/ 4580097 w 4629150"/>
                <a:gd name="connsiteY24" fmla="*/ 12859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629150" h="2190750">
                  <a:moveTo>
                    <a:pt x="4580097" y="12859"/>
                  </a:moveTo>
                  <a:cubicBezTo>
                    <a:pt x="4570572" y="9049"/>
                    <a:pt x="4561047" y="7144"/>
                    <a:pt x="4550569" y="8096"/>
                  </a:cubicBezTo>
                  <a:lnTo>
                    <a:pt x="4550569" y="7144"/>
                  </a:lnTo>
                  <a:lnTo>
                    <a:pt x="4018121" y="7144"/>
                  </a:lnTo>
                  <a:lnTo>
                    <a:pt x="4018121" y="159544"/>
                  </a:lnTo>
                  <a:lnTo>
                    <a:pt x="4366737" y="159544"/>
                  </a:lnTo>
                  <a:lnTo>
                    <a:pt x="3560921" y="965359"/>
                  </a:lnTo>
                  <a:lnTo>
                    <a:pt x="3081814" y="486251"/>
                  </a:lnTo>
                  <a:cubicBezTo>
                    <a:pt x="3053239" y="457676"/>
                    <a:pt x="3007519" y="456724"/>
                    <a:pt x="2977991" y="483394"/>
                  </a:cubicBezTo>
                  <a:lnTo>
                    <a:pt x="1737836" y="1576864"/>
                  </a:lnTo>
                  <a:lnTo>
                    <a:pt x="1179671" y="1018699"/>
                  </a:lnTo>
                  <a:cubicBezTo>
                    <a:pt x="1150144" y="989171"/>
                    <a:pt x="1101566" y="989171"/>
                    <a:pt x="1072039" y="1018699"/>
                  </a:cubicBezTo>
                  <a:lnTo>
                    <a:pt x="7144" y="2083594"/>
                  </a:lnTo>
                  <a:lnTo>
                    <a:pt x="114776" y="2191226"/>
                  </a:lnTo>
                  <a:lnTo>
                    <a:pt x="1126331" y="1179671"/>
                  </a:lnTo>
                  <a:lnTo>
                    <a:pt x="1681639" y="1734979"/>
                  </a:lnTo>
                  <a:cubicBezTo>
                    <a:pt x="1710214" y="1763554"/>
                    <a:pt x="1755934" y="1764506"/>
                    <a:pt x="1785461" y="1737836"/>
                  </a:cubicBezTo>
                  <a:lnTo>
                    <a:pt x="3025616" y="644366"/>
                  </a:lnTo>
                  <a:lnTo>
                    <a:pt x="3507581" y="1126331"/>
                  </a:lnTo>
                  <a:cubicBezTo>
                    <a:pt x="3537109" y="1155859"/>
                    <a:pt x="3585686" y="1155859"/>
                    <a:pt x="3615214" y="1126331"/>
                  </a:cubicBezTo>
                  <a:lnTo>
                    <a:pt x="4474369" y="267176"/>
                  </a:lnTo>
                  <a:lnTo>
                    <a:pt x="4474369" y="539591"/>
                  </a:lnTo>
                  <a:lnTo>
                    <a:pt x="4626769" y="539591"/>
                  </a:lnTo>
                  <a:lnTo>
                    <a:pt x="4626769" y="83344"/>
                  </a:lnTo>
                  <a:cubicBezTo>
                    <a:pt x="4626769" y="52864"/>
                    <a:pt x="4608672" y="24289"/>
                    <a:pt x="4580097" y="128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54" name="Graphic 42">
            <a:extLst>
              <a:ext uri="{FF2B5EF4-FFF2-40B4-BE49-F238E27FC236}">
                <a16:creationId xmlns:a16="http://schemas.microsoft.com/office/drawing/2014/main" id="{A827DE5F-784B-4CEB-B3F4-E6F73F6DEE2F}"/>
              </a:ext>
            </a:extLst>
          </p:cNvPr>
          <p:cNvGrpSpPr>
            <a:grpSpLocks noChangeAspect="1"/>
          </p:cNvGrpSpPr>
          <p:nvPr/>
        </p:nvGrpSpPr>
        <p:grpSpPr>
          <a:xfrm>
            <a:off x="8552302" y="5716234"/>
            <a:ext cx="526817" cy="502920"/>
            <a:chOff x="3938588" y="1376363"/>
            <a:chExt cx="4619625" cy="44100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8EF42884-24A2-4B16-94E0-624D53E80A00}"/>
                </a:ext>
              </a:extLst>
            </p:cNvPr>
            <p:cNvSpPr/>
            <p:nvPr/>
          </p:nvSpPr>
          <p:spPr>
            <a:xfrm>
              <a:off x="4898232" y="1367314"/>
              <a:ext cx="2828925" cy="1819275"/>
            </a:xfrm>
            <a:custGeom>
              <a:avLst/>
              <a:gdLst>
                <a:gd name="connsiteX0" fmla="*/ 665321 w 2828925"/>
                <a:gd name="connsiteY0" fmla="*/ 1819751 h 1819275"/>
                <a:gd name="connsiteX1" fmla="*/ 794861 w 2828925"/>
                <a:gd name="connsiteY1" fmla="*/ 1776889 h 1819275"/>
                <a:gd name="connsiteX2" fmla="*/ 1390174 w 2828925"/>
                <a:gd name="connsiteY2" fmla="*/ 1181576 h 1819275"/>
                <a:gd name="connsiteX3" fmla="*/ 1390174 w 2828925"/>
                <a:gd name="connsiteY3" fmla="*/ 966311 h 1819275"/>
                <a:gd name="connsiteX4" fmla="*/ 1332071 w 2828925"/>
                <a:gd name="connsiteY4" fmla="*/ 908209 h 1819275"/>
                <a:gd name="connsiteX5" fmla="*/ 1116806 w 2828925"/>
                <a:gd name="connsiteY5" fmla="*/ 908209 h 1819275"/>
                <a:gd name="connsiteX6" fmla="*/ 821531 w 2828925"/>
                <a:gd name="connsiteY6" fmla="*/ 1203484 h 1819275"/>
                <a:gd name="connsiteX7" fmla="*/ 768191 w 2828925"/>
                <a:gd name="connsiteY7" fmla="*/ 1225391 h 1819275"/>
                <a:gd name="connsiteX8" fmla="*/ 539591 w 2828925"/>
                <a:gd name="connsiteY8" fmla="*/ 1225391 h 1819275"/>
                <a:gd name="connsiteX9" fmla="*/ 474821 w 2828925"/>
                <a:gd name="connsiteY9" fmla="*/ 1189196 h 1819275"/>
                <a:gd name="connsiteX10" fmla="*/ 471011 w 2828925"/>
                <a:gd name="connsiteY10" fmla="*/ 1114901 h 1819275"/>
                <a:gd name="connsiteX11" fmla="*/ 851059 w 2828925"/>
                <a:gd name="connsiteY11" fmla="*/ 353854 h 1819275"/>
                <a:gd name="connsiteX12" fmla="*/ 919639 w 2828925"/>
                <a:gd name="connsiteY12" fmla="*/ 311944 h 1819275"/>
                <a:gd name="connsiteX13" fmla="*/ 2670334 w 2828925"/>
                <a:gd name="connsiteY13" fmla="*/ 311944 h 1819275"/>
                <a:gd name="connsiteX14" fmla="*/ 2822734 w 2828925"/>
                <a:gd name="connsiteY14" fmla="*/ 159544 h 1819275"/>
                <a:gd name="connsiteX15" fmla="*/ 2670334 w 2828925"/>
                <a:gd name="connsiteY15" fmla="*/ 7144 h 1819275"/>
                <a:gd name="connsiteX16" fmla="*/ 710089 w 2828925"/>
                <a:gd name="connsiteY16" fmla="*/ 7144 h 1819275"/>
                <a:gd name="connsiteX17" fmla="*/ 602456 w 2828925"/>
                <a:gd name="connsiteY17" fmla="*/ 51911 h 1819275"/>
                <a:gd name="connsiteX18" fmla="*/ 7144 w 2828925"/>
                <a:gd name="connsiteY18" fmla="*/ 647224 h 1819275"/>
                <a:gd name="connsiteX19" fmla="*/ 7144 w 2828925"/>
                <a:gd name="connsiteY19" fmla="*/ 1485424 h 1819275"/>
                <a:gd name="connsiteX20" fmla="*/ 616744 w 2828925"/>
                <a:gd name="connsiteY20" fmla="*/ 1805464 h 1819275"/>
                <a:gd name="connsiteX21" fmla="*/ 665321 w 2828925"/>
                <a:gd name="connsiteY21" fmla="*/ 1819751 h 181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28925" h="1819275">
                  <a:moveTo>
                    <a:pt x="665321" y="1819751"/>
                  </a:moveTo>
                  <a:cubicBezTo>
                    <a:pt x="712946" y="1827371"/>
                    <a:pt x="761524" y="1811179"/>
                    <a:pt x="794861" y="1776889"/>
                  </a:cubicBezTo>
                  <a:lnTo>
                    <a:pt x="1390174" y="1181576"/>
                  </a:lnTo>
                  <a:cubicBezTo>
                    <a:pt x="1449229" y="1122521"/>
                    <a:pt x="1449229" y="1026319"/>
                    <a:pt x="1390174" y="966311"/>
                  </a:cubicBezTo>
                  <a:lnTo>
                    <a:pt x="1332071" y="908209"/>
                  </a:lnTo>
                  <a:cubicBezTo>
                    <a:pt x="1273016" y="849154"/>
                    <a:pt x="1176814" y="849154"/>
                    <a:pt x="1116806" y="908209"/>
                  </a:cubicBezTo>
                  <a:lnTo>
                    <a:pt x="821531" y="1203484"/>
                  </a:lnTo>
                  <a:cubicBezTo>
                    <a:pt x="807244" y="1217771"/>
                    <a:pt x="788194" y="1225391"/>
                    <a:pt x="768191" y="1225391"/>
                  </a:cubicBezTo>
                  <a:lnTo>
                    <a:pt x="539591" y="1225391"/>
                  </a:lnTo>
                  <a:cubicBezTo>
                    <a:pt x="512921" y="1225391"/>
                    <a:pt x="489109" y="1212056"/>
                    <a:pt x="474821" y="1189196"/>
                  </a:cubicBezTo>
                  <a:cubicBezTo>
                    <a:pt x="460534" y="1166336"/>
                    <a:pt x="459581" y="1138714"/>
                    <a:pt x="471011" y="1114901"/>
                  </a:cubicBezTo>
                  <a:lnTo>
                    <a:pt x="851059" y="353854"/>
                  </a:lnTo>
                  <a:cubicBezTo>
                    <a:pt x="864394" y="328136"/>
                    <a:pt x="890111" y="311944"/>
                    <a:pt x="919639" y="311944"/>
                  </a:cubicBezTo>
                  <a:lnTo>
                    <a:pt x="2670334" y="311944"/>
                  </a:lnTo>
                  <a:cubicBezTo>
                    <a:pt x="2754154" y="311944"/>
                    <a:pt x="2822734" y="243364"/>
                    <a:pt x="2822734" y="159544"/>
                  </a:cubicBezTo>
                  <a:cubicBezTo>
                    <a:pt x="2822734" y="75724"/>
                    <a:pt x="2754154" y="7144"/>
                    <a:pt x="2670334" y="7144"/>
                  </a:cubicBezTo>
                  <a:lnTo>
                    <a:pt x="710089" y="7144"/>
                  </a:lnTo>
                  <a:cubicBezTo>
                    <a:pt x="670084" y="7144"/>
                    <a:pt x="631031" y="23336"/>
                    <a:pt x="602456" y="51911"/>
                  </a:cubicBezTo>
                  <a:lnTo>
                    <a:pt x="7144" y="647224"/>
                  </a:lnTo>
                  <a:lnTo>
                    <a:pt x="7144" y="1485424"/>
                  </a:lnTo>
                  <a:lnTo>
                    <a:pt x="616744" y="1805464"/>
                  </a:lnTo>
                  <a:cubicBezTo>
                    <a:pt x="631984" y="1813084"/>
                    <a:pt x="648176" y="1817846"/>
                    <a:pt x="665321" y="18197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DCD369A3-9954-4B94-A1CA-0197F0E834FF}"/>
                </a:ext>
              </a:extLst>
            </p:cNvPr>
            <p:cNvSpPr/>
            <p:nvPr/>
          </p:nvSpPr>
          <p:spPr>
            <a:xfrm>
              <a:off x="4594384" y="1901667"/>
              <a:ext cx="161925" cy="1076325"/>
            </a:xfrm>
            <a:custGeom>
              <a:avLst/>
              <a:gdLst>
                <a:gd name="connsiteX0" fmla="*/ 7144 w 161925"/>
                <a:gd name="connsiteY0" fmla="*/ 7144 h 1076325"/>
                <a:gd name="connsiteX1" fmla="*/ 159544 w 161925"/>
                <a:gd name="connsiteY1" fmla="*/ 7144 h 1076325"/>
                <a:gd name="connsiteX2" fmla="*/ 159544 w 161925"/>
                <a:gd name="connsiteY2" fmla="*/ 1072039 h 1076325"/>
                <a:gd name="connsiteX3" fmla="*/ 7144 w 161925"/>
                <a:gd name="connsiteY3" fmla="*/ 1072039 h 1076325"/>
                <a:gd name="connsiteX4" fmla="*/ 7144 w 161925"/>
                <a:gd name="connsiteY4" fmla="*/ 7144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0763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072039"/>
                  </a:lnTo>
                  <a:lnTo>
                    <a:pt x="7144" y="107203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D7C962FF-0DE9-4804-BDF9-7250C7F57EF2}"/>
                </a:ext>
              </a:extLst>
            </p:cNvPr>
            <p:cNvSpPr/>
            <p:nvPr/>
          </p:nvSpPr>
          <p:spPr>
            <a:xfrm>
              <a:off x="6800374" y="2054067"/>
              <a:ext cx="1381125" cy="1381125"/>
            </a:xfrm>
            <a:custGeom>
              <a:avLst/>
              <a:gdLst>
                <a:gd name="connsiteX0" fmla="*/ 7144 w 1381125"/>
                <a:gd name="connsiteY0" fmla="*/ 691991 h 1381125"/>
                <a:gd name="connsiteX1" fmla="*/ 691991 w 1381125"/>
                <a:gd name="connsiteY1" fmla="*/ 1376839 h 1381125"/>
                <a:gd name="connsiteX2" fmla="*/ 1376839 w 1381125"/>
                <a:gd name="connsiteY2" fmla="*/ 691991 h 1381125"/>
                <a:gd name="connsiteX3" fmla="*/ 691991 w 1381125"/>
                <a:gd name="connsiteY3" fmla="*/ 7144 h 1381125"/>
                <a:gd name="connsiteX4" fmla="*/ 7144 w 1381125"/>
                <a:gd name="connsiteY4" fmla="*/ 691991 h 1381125"/>
                <a:gd name="connsiteX5" fmla="*/ 1072991 w 1381125"/>
                <a:gd name="connsiteY5" fmla="*/ 539591 h 1381125"/>
                <a:gd name="connsiteX6" fmla="*/ 1013936 w 1381125"/>
                <a:gd name="connsiteY6" fmla="*/ 691991 h 1381125"/>
                <a:gd name="connsiteX7" fmla="*/ 1053941 w 1381125"/>
                <a:gd name="connsiteY7" fmla="*/ 937736 h 1381125"/>
                <a:gd name="connsiteX8" fmla="*/ 845344 w 1381125"/>
                <a:gd name="connsiteY8" fmla="*/ 1072991 h 1381125"/>
                <a:gd name="connsiteX9" fmla="*/ 845344 w 1381125"/>
                <a:gd name="connsiteY9" fmla="*/ 1149191 h 1381125"/>
                <a:gd name="connsiteX10" fmla="*/ 692944 w 1381125"/>
                <a:gd name="connsiteY10" fmla="*/ 1149191 h 1381125"/>
                <a:gd name="connsiteX11" fmla="*/ 692944 w 1381125"/>
                <a:gd name="connsiteY11" fmla="*/ 1072991 h 1381125"/>
                <a:gd name="connsiteX12" fmla="*/ 616744 w 1381125"/>
                <a:gd name="connsiteY12" fmla="*/ 1072991 h 1381125"/>
                <a:gd name="connsiteX13" fmla="*/ 616744 w 1381125"/>
                <a:gd name="connsiteY13" fmla="*/ 1149191 h 1381125"/>
                <a:gd name="connsiteX14" fmla="*/ 464344 w 1381125"/>
                <a:gd name="connsiteY14" fmla="*/ 1149191 h 1381125"/>
                <a:gd name="connsiteX15" fmla="*/ 464344 w 1381125"/>
                <a:gd name="connsiteY15" fmla="*/ 1072991 h 1381125"/>
                <a:gd name="connsiteX16" fmla="*/ 388144 w 1381125"/>
                <a:gd name="connsiteY16" fmla="*/ 1072991 h 1381125"/>
                <a:gd name="connsiteX17" fmla="*/ 388144 w 1381125"/>
                <a:gd name="connsiteY17" fmla="*/ 311944 h 1381125"/>
                <a:gd name="connsiteX18" fmla="*/ 464344 w 1381125"/>
                <a:gd name="connsiteY18" fmla="*/ 311944 h 1381125"/>
                <a:gd name="connsiteX19" fmla="*/ 464344 w 1381125"/>
                <a:gd name="connsiteY19" fmla="*/ 235744 h 1381125"/>
                <a:gd name="connsiteX20" fmla="*/ 616744 w 1381125"/>
                <a:gd name="connsiteY20" fmla="*/ 235744 h 1381125"/>
                <a:gd name="connsiteX21" fmla="*/ 616744 w 1381125"/>
                <a:gd name="connsiteY21" fmla="*/ 311944 h 1381125"/>
                <a:gd name="connsiteX22" fmla="*/ 692944 w 1381125"/>
                <a:gd name="connsiteY22" fmla="*/ 311944 h 1381125"/>
                <a:gd name="connsiteX23" fmla="*/ 692944 w 1381125"/>
                <a:gd name="connsiteY23" fmla="*/ 235744 h 1381125"/>
                <a:gd name="connsiteX24" fmla="*/ 845344 w 1381125"/>
                <a:gd name="connsiteY24" fmla="*/ 235744 h 1381125"/>
                <a:gd name="connsiteX25" fmla="*/ 845344 w 1381125"/>
                <a:gd name="connsiteY25" fmla="*/ 311944 h 1381125"/>
                <a:gd name="connsiteX26" fmla="*/ 1072991 w 1381125"/>
                <a:gd name="connsiteY26" fmla="*/ 539591 h 138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81125" h="1381125">
                  <a:moveTo>
                    <a:pt x="7144" y="691991"/>
                  </a:moveTo>
                  <a:cubicBezTo>
                    <a:pt x="7144" y="1070134"/>
                    <a:pt x="313849" y="1376839"/>
                    <a:pt x="691991" y="1376839"/>
                  </a:cubicBezTo>
                  <a:cubicBezTo>
                    <a:pt x="1070134" y="1376839"/>
                    <a:pt x="1376839" y="1070134"/>
                    <a:pt x="1376839" y="691991"/>
                  </a:cubicBezTo>
                  <a:cubicBezTo>
                    <a:pt x="1376839" y="313849"/>
                    <a:pt x="1070134" y="7144"/>
                    <a:pt x="691991" y="7144"/>
                  </a:cubicBezTo>
                  <a:cubicBezTo>
                    <a:pt x="314801" y="7144"/>
                    <a:pt x="8096" y="313849"/>
                    <a:pt x="7144" y="691991"/>
                  </a:cubicBezTo>
                  <a:close/>
                  <a:moveTo>
                    <a:pt x="1072991" y="539591"/>
                  </a:moveTo>
                  <a:cubicBezTo>
                    <a:pt x="1072991" y="595789"/>
                    <a:pt x="1052036" y="650081"/>
                    <a:pt x="1013936" y="691991"/>
                  </a:cubicBezTo>
                  <a:cubicBezTo>
                    <a:pt x="1074896" y="758666"/>
                    <a:pt x="1090136" y="854869"/>
                    <a:pt x="1053941" y="937736"/>
                  </a:cubicBezTo>
                  <a:cubicBezTo>
                    <a:pt x="1017746" y="1020604"/>
                    <a:pt x="935831" y="1072991"/>
                    <a:pt x="845344" y="1072991"/>
                  </a:cubicBezTo>
                  <a:lnTo>
                    <a:pt x="845344" y="1149191"/>
                  </a:lnTo>
                  <a:lnTo>
                    <a:pt x="692944" y="1149191"/>
                  </a:lnTo>
                  <a:lnTo>
                    <a:pt x="692944" y="1072991"/>
                  </a:lnTo>
                  <a:lnTo>
                    <a:pt x="616744" y="1072991"/>
                  </a:lnTo>
                  <a:lnTo>
                    <a:pt x="616744" y="1149191"/>
                  </a:lnTo>
                  <a:lnTo>
                    <a:pt x="464344" y="1149191"/>
                  </a:lnTo>
                  <a:lnTo>
                    <a:pt x="464344" y="1072991"/>
                  </a:lnTo>
                  <a:lnTo>
                    <a:pt x="388144" y="1072991"/>
                  </a:lnTo>
                  <a:lnTo>
                    <a:pt x="388144" y="311944"/>
                  </a:lnTo>
                  <a:lnTo>
                    <a:pt x="464344" y="311944"/>
                  </a:lnTo>
                  <a:lnTo>
                    <a:pt x="464344" y="235744"/>
                  </a:lnTo>
                  <a:lnTo>
                    <a:pt x="616744" y="235744"/>
                  </a:lnTo>
                  <a:lnTo>
                    <a:pt x="616744" y="311944"/>
                  </a:lnTo>
                  <a:lnTo>
                    <a:pt x="692944" y="311944"/>
                  </a:lnTo>
                  <a:lnTo>
                    <a:pt x="692944" y="235744"/>
                  </a:lnTo>
                  <a:lnTo>
                    <a:pt x="845344" y="235744"/>
                  </a:lnTo>
                  <a:lnTo>
                    <a:pt x="845344" y="311944"/>
                  </a:lnTo>
                  <a:cubicBezTo>
                    <a:pt x="971074" y="311944"/>
                    <a:pt x="1072991" y="413861"/>
                    <a:pt x="1072991" y="5395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7B23C794-B834-49A1-B9D2-24058DCA158B}"/>
                </a:ext>
              </a:extLst>
            </p:cNvPr>
            <p:cNvSpPr/>
            <p:nvPr/>
          </p:nvSpPr>
          <p:spPr>
            <a:xfrm>
              <a:off x="7332822" y="2815114"/>
              <a:ext cx="390525" cy="161925"/>
            </a:xfrm>
            <a:custGeom>
              <a:avLst/>
              <a:gdLst>
                <a:gd name="connsiteX0" fmla="*/ 311944 w 390525"/>
                <a:gd name="connsiteY0" fmla="*/ 7144 h 161925"/>
                <a:gd name="connsiteX1" fmla="*/ 7144 w 390525"/>
                <a:gd name="connsiteY1" fmla="*/ 7144 h 161925"/>
                <a:gd name="connsiteX2" fmla="*/ 7144 w 390525"/>
                <a:gd name="connsiteY2" fmla="*/ 159544 h 161925"/>
                <a:gd name="connsiteX3" fmla="*/ 311944 w 390525"/>
                <a:gd name="connsiteY3" fmla="*/ 159544 h 161925"/>
                <a:gd name="connsiteX4" fmla="*/ 388144 w 390525"/>
                <a:gd name="connsiteY4" fmla="*/ 83344 h 161925"/>
                <a:gd name="connsiteX5" fmla="*/ 311944 w 390525"/>
                <a:gd name="connsiteY5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0525" h="161925">
                  <a:moveTo>
                    <a:pt x="311944" y="7144"/>
                  </a:moveTo>
                  <a:lnTo>
                    <a:pt x="7144" y="7144"/>
                  </a:lnTo>
                  <a:lnTo>
                    <a:pt x="7144" y="159544"/>
                  </a:lnTo>
                  <a:lnTo>
                    <a:pt x="311944" y="159544"/>
                  </a:lnTo>
                  <a:cubicBezTo>
                    <a:pt x="353854" y="159544"/>
                    <a:pt x="388144" y="125254"/>
                    <a:pt x="388144" y="83344"/>
                  </a:cubicBezTo>
                  <a:cubicBezTo>
                    <a:pt x="388144" y="41434"/>
                    <a:pt x="353854" y="7144"/>
                    <a:pt x="3119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8BD1824B-72C1-4B94-A53A-B2D88D49348F}"/>
                </a:ext>
              </a:extLst>
            </p:cNvPr>
            <p:cNvSpPr/>
            <p:nvPr/>
          </p:nvSpPr>
          <p:spPr>
            <a:xfrm>
              <a:off x="7333774" y="2510314"/>
              <a:ext cx="390525" cy="161925"/>
            </a:xfrm>
            <a:custGeom>
              <a:avLst/>
              <a:gdLst>
                <a:gd name="connsiteX0" fmla="*/ 7144 w 390525"/>
                <a:gd name="connsiteY0" fmla="*/ 7144 h 161925"/>
                <a:gd name="connsiteX1" fmla="*/ 7144 w 390525"/>
                <a:gd name="connsiteY1" fmla="*/ 159544 h 161925"/>
                <a:gd name="connsiteX2" fmla="*/ 311944 w 390525"/>
                <a:gd name="connsiteY2" fmla="*/ 159544 h 161925"/>
                <a:gd name="connsiteX3" fmla="*/ 388144 w 390525"/>
                <a:gd name="connsiteY3" fmla="*/ 83344 h 161925"/>
                <a:gd name="connsiteX4" fmla="*/ 311944 w 390525"/>
                <a:gd name="connsiteY4" fmla="*/ 7144 h 161925"/>
                <a:gd name="connsiteX5" fmla="*/ 7144 w 390525"/>
                <a:gd name="connsiteY5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0525" h="161925">
                  <a:moveTo>
                    <a:pt x="7144" y="7144"/>
                  </a:moveTo>
                  <a:lnTo>
                    <a:pt x="7144" y="159544"/>
                  </a:lnTo>
                  <a:lnTo>
                    <a:pt x="311944" y="159544"/>
                  </a:lnTo>
                  <a:cubicBezTo>
                    <a:pt x="353854" y="159544"/>
                    <a:pt x="388144" y="125254"/>
                    <a:pt x="388144" y="83344"/>
                  </a:cubicBezTo>
                  <a:cubicBezTo>
                    <a:pt x="388144" y="41434"/>
                    <a:pt x="353854" y="7144"/>
                    <a:pt x="311944" y="7144"/>
                  </a:cubicBez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D9568CC7-4274-4E93-84B6-CD48A7A07567}"/>
                </a:ext>
              </a:extLst>
            </p:cNvPr>
            <p:cNvSpPr/>
            <p:nvPr/>
          </p:nvSpPr>
          <p:spPr>
            <a:xfrm>
              <a:off x="4137184" y="1977867"/>
              <a:ext cx="314325" cy="847725"/>
            </a:xfrm>
            <a:custGeom>
              <a:avLst/>
              <a:gdLst>
                <a:gd name="connsiteX0" fmla="*/ 7144 w 314325"/>
                <a:gd name="connsiteY0" fmla="*/ 7144 h 847725"/>
                <a:gd name="connsiteX1" fmla="*/ 311944 w 314325"/>
                <a:gd name="connsiteY1" fmla="*/ 7144 h 847725"/>
                <a:gd name="connsiteX2" fmla="*/ 311944 w 314325"/>
                <a:gd name="connsiteY2" fmla="*/ 844391 h 847725"/>
                <a:gd name="connsiteX3" fmla="*/ 7144 w 314325"/>
                <a:gd name="connsiteY3" fmla="*/ 844391 h 847725"/>
                <a:gd name="connsiteX4" fmla="*/ 7144 w 314325"/>
                <a:gd name="connsiteY4" fmla="*/ 7144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25" h="847725">
                  <a:moveTo>
                    <a:pt x="7144" y="7144"/>
                  </a:moveTo>
                  <a:lnTo>
                    <a:pt x="311944" y="7144"/>
                  </a:lnTo>
                  <a:lnTo>
                    <a:pt x="311944" y="844391"/>
                  </a:lnTo>
                  <a:lnTo>
                    <a:pt x="7144" y="84439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BB6495CE-0FAA-4B7A-BA57-2B8FD043866C}"/>
                </a:ext>
              </a:extLst>
            </p:cNvPr>
            <p:cNvSpPr/>
            <p:nvPr/>
          </p:nvSpPr>
          <p:spPr>
            <a:xfrm>
              <a:off x="7892892" y="3880009"/>
              <a:ext cx="409575" cy="590550"/>
            </a:xfrm>
            <a:custGeom>
              <a:avLst/>
              <a:gdLst>
                <a:gd name="connsiteX0" fmla="*/ 56674 w 409575"/>
                <a:gd name="connsiteY0" fmla="*/ 7144 h 590550"/>
                <a:gd name="connsiteX1" fmla="*/ 56674 w 409575"/>
                <a:gd name="connsiteY1" fmla="*/ 311944 h 590550"/>
                <a:gd name="connsiteX2" fmla="*/ 7144 w 409575"/>
                <a:gd name="connsiteY2" fmla="*/ 383381 h 590550"/>
                <a:gd name="connsiteX3" fmla="*/ 209074 w 409575"/>
                <a:gd name="connsiteY3" fmla="*/ 585311 h 590550"/>
                <a:gd name="connsiteX4" fmla="*/ 411004 w 409575"/>
                <a:gd name="connsiteY4" fmla="*/ 383381 h 590550"/>
                <a:gd name="connsiteX5" fmla="*/ 361474 w 409575"/>
                <a:gd name="connsiteY5" fmla="*/ 311944 h 590550"/>
                <a:gd name="connsiteX6" fmla="*/ 361474 w 409575"/>
                <a:gd name="connsiteY6" fmla="*/ 7144 h 590550"/>
                <a:gd name="connsiteX7" fmla="*/ 56674 w 409575"/>
                <a:gd name="connsiteY7" fmla="*/ 714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75" h="590550">
                  <a:moveTo>
                    <a:pt x="56674" y="7144"/>
                  </a:moveTo>
                  <a:lnTo>
                    <a:pt x="56674" y="311944"/>
                  </a:lnTo>
                  <a:cubicBezTo>
                    <a:pt x="56674" y="343376"/>
                    <a:pt x="36671" y="371951"/>
                    <a:pt x="7144" y="383381"/>
                  </a:cubicBezTo>
                  <a:lnTo>
                    <a:pt x="209074" y="585311"/>
                  </a:lnTo>
                  <a:lnTo>
                    <a:pt x="411004" y="383381"/>
                  </a:lnTo>
                  <a:cubicBezTo>
                    <a:pt x="381476" y="371951"/>
                    <a:pt x="361474" y="343376"/>
                    <a:pt x="361474" y="311944"/>
                  </a:cubicBezTo>
                  <a:lnTo>
                    <a:pt x="361474" y="7144"/>
                  </a:lnTo>
                  <a:lnTo>
                    <a:pt x="5667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D9C90954-EFEC-47AD-BF82-081B1A3D2DAC}"/>
                </a:ext>
              </a:extLst>
            </p:cNvPr>
            <p:cNvSpPr/>
            <p:nvPr/>
          </p:nvSpPr>
          <p:spPr>
            <a:xfrm>
              <a:off x="6675597" y="3880009"/>
              <a:ext cx="409575" cy="590550"/>
            </a:xfrm>
            <a:custGeom>
              <a:avLst/>
              <a:gdLst>
                <a:gd name="connsiteX0" fmla="*/ 56674 w 409575"/>
                <a:gd name="connsiteY0" fmla="*/ 7144 h 590550"/>
                <a:gd name="connsiteX1" fmla="*/ 56674 w 409575"/>
                <a:gd name="connsiteY1" fmla="*/ 311944 h 590550"/>
                <a:gd name="connsiteX2" fmla="*/ 7144 w 409575"/>
                <a:gd name="connsiteY2" fmla="*/ 383381 h 590550"/>
                <a:gd name="connsiteX3" fmla="*/ 209074 w 409575"/>
                <a:gd name="connsiteY3" fmla="*/ 585311 h 590550"/>
                <a:gd name="connsiteX4" fmla="*/ 411004 w 409575"/>
                <a:gd name="connsiteY4" fmla="*/ 383381 h 590550"/>
                <a:gd name="connsiteX5" fmla="*/ 361474 w 409575"/>
                <a:gd name="connsiteY5" fmla="*/ 311944 h 590550"/>
                <a:gd name="connsiteX6" fmla="*/ 361474 w 409575"/>
                <a:gd name="connsiteY6" fmla="*/ 7144 h 590550"/>
                <a:gd name="connsiteX7" fmla="*/ 56674 w 409575"/>
                <a:gd name="connsiteY7" fmla="*/ 714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75" h="590550">
                  <a:moveTo>
                    <a:pt x="56674" y="7144"/>
                  </a:moveTo>
                  <a:lnTo>
                    <a:pt x="56674" y="311944"/>
                  </a:lnTo>
                  <a:cubicBezTo>
                    <a:pt x="56674" y="343376"/>
                    <a:pt x="36671" y="371951"/>
                    <a:pt x="7144" y="383381"/>
                  </a:cubicBezTo>
                  <a:lnTo>
                    <a:pt x="209074" y="585311"/>
                  </a:lnTo>
                  <a:lnTo>
                    <a:pt x="411004" y="383381"/>
                  </a:lnTo>
                  <a:cubicBezTo>
                    <a:pt x="381476" y="371951"/>
                    <a:pt x="361474" y="343376"/>
                    <a:pt x="361474" y="311944"/>
                  </a:cubicBezTo>
                  <a:lnTo>
                    <a:pt x="361474" y="7144"/>
                  </a:lnTo>
                  <a:lnTo>
                    <a:pt x="5667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7B8098B4-4963-4BC9-A9D0-64C850B9472D}"/>
                </a:ext>
              </a:extLst>
            </p:cNvPr>
            <p:cNvSpPr/>
            <p:nvPr/>
          </p:nvSpPr>
          <p:spPr>
            <a:xfrm>
              <a:off x="4137184" y="4412457"/>
              <a:ext cx="2524125" cy="1228725"/>
            </a:xfrm>
            <a:custGeom>
              <a:avLst/>
              <a:gdLst>
                <a:gd name="connsiteX0" fmla="*/ 2160746 w 2524125"/>
                <a:gd name="connsiteY0" fmla="*/ 1051084 h 1228725"/>
                <a:gd name="connsiteX1" fmla="*/ 1793081 w 2524125"/>
                <a:gd name="connsiteY1" fmla="*/ 683419 h 1228725"/>
                <a:gd name="connsiteX2" fmla="*/ 1393031 w 2524125"/>
                <a:gd name="connsiteY2" fmla="*/ 550069 h 1228725"/>
                <a:gd name="connsiteX3" fmla="*/ 1044416 w 2524125"/>
                <a:gd name="connsiteY3" fmla="*/ 828199 h 1228725"/>
                <a:gd name="connsiteX4" fmla="*/ 957739 w 2524125"/>
                <a:gd name="connsiteY4" fmla="*/ 833914 h 1228725"/>
                <a:gd name="connsiteX5" fmla="*/ 577691 w 2524125"/>
                <a:gd name="connsiteY5" fmla="*/ 605314 h 1228725"/>
                <a:gd name="connsiteX6" fmla="*/ 125254 w 2524125"/>
                <a:gd name="connsiteY6" fmla="*/ 380524 h 1228725"/>
                <a:gd name="connsiteX7" fmla="*/ 84296 w 2524125"/>
                <a:gd name="connsiteY7" fmla="*/ 327184 h 1228725"/>
                <a:gd name="connsiteX8" fmla="*/ 20479 w 2524125"/>
                <a:gd name="connsiteY8" fmla="*/ 7144 h 1228725"/>
                <a:gd name="connsiteX9" fmla="*/ 7144 w 2524125"/>
                <a:gd name="connsiteY9" fmla="*/ 7144 h 1228725"/>
                <a:gd name="connsiteX10" fmla="*/ 7144 w 2524125"/>
                <a:gd name="connsiteY10" fmla="*/ 1224439 h 1228725"/>
                <a:gd name="connsiteX11" fmla="*/ 2517934 w 2524125"/>
                <a:gd name="connsiteY11" fmla="*/ 1224439 h 1228725"/>
                <a:gd name="connsiteX12" fmla="*/ 2517934 w 2524125"/>
                <a:gd name="connsiteY12" fmla="*/ 1135856 h 1228725"/>
                <a:gd name="connsiteX13" fmla="*/ 2197894 w 2524125"/>
                <a:gd name="connsiteY13" fmla="*/ 1072039 h 1228725"/>
                <a:gd name="connsiteX14" fmla="*/ 2160746 w 2524125"/>
                <a:gd name="connsiteY14" fmla="*/ 1051084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24125" h="1228725">
                  <a:moveTo>
                    <a:pt x="2160746" y="1051084"/>
                  </a:moveTo>
                  <a:lnTo>
                    <a:pt x="1793081" y="683419"/>
                  </a:lnTo>
                  <a:lnTo>
                    <a:pt x="1393031" y="550069"/>
                  </a:lnTo>
                  <a:lnTo>
                    <a:pt x="1044416" y="828199"/>
                  </a:lnTo>
                  <a:cubicBezTo>
                    <a:pt x="1019651" y="848201"/>
                    <a:pt x="985361" y="850106"/>
                    <a:pt x="957739" y="833914"/>
                  </a:cubicBezTo>
                  <a:lnTo>
                    <a:pt x="577691" y="605314"/>
                  </a:lnTo>
                  <a:lnTo>
                    <a:pt x="125254" y="380524"/>
                  </a:lnTo>
                  <a:cubicBezTo>
                    <a:pt x="104299" y="370046"/>
                    <a:pt x="89059" y="350044"/>
                    <a:pt x="84296" y="327184"/>
                  </a:cubicBezTo>
                  <a:lnTo>
                    <a:pt x="20479" y="7144"/>
                  </a:lnTo>
                  <a:lnTo>
                    <a:pt x="7144" y="7144"/>
                  </a:lnTo>
                  <a:lnTo>
                    <a:pt x="7144" y="1224439"/>
                  </a:lnTo>
                  <a:lnTo>
                    <a:pt x="2517934" y="1224439"/>
                  </a:lnTo>
                  <a:lnTo>
                    <a:pt x="2517934" y="1135856"/>
                  </a:lnTo>
                  <a:lnTo>
                    <a:pt x="2197894" y="1072039"/>
                  </a:lnTo>
                  <a:cubicBezTo>
                    <a:pt x="2184559" y="1068229"/>
                    <a:pt x="2171224" y="1061561"/>
                    <a:pt x="2160746" y="10510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A75E483E-F1DE-47EA-A5D5-FBDC075CCC1F}"/>
                </a:ext>
              </a:extLst>
            </p:cNvPr>
            <p:cNvSpPr/>
            <p:nvPr/>
          </p:nvSpPr>
          <p:spPr>
            <a:xfrm>
              <a:off x="3931444" y="3598069"/>
              <a:ext cx="4629150" cy="2190750"/>
            </a:xfrm>
            <a:custGeom>
              <a:avLst/>
              <a:gdLst>
                <a:gd name="connsiteX0" fmla="*/ 4474369 w 4629150"/>
                <a:gd name="connsiteY0" fmla="*/ 1658779 h 2190750"/>
                <a:gd name="connsiteX1" fmla="*/ 4474369 w 4629150"/>
                <a:gd name="connsiteY1" fmla="*/ 1931194 h 2190750"/>
                <a:gd name="connsiteX2" fmla="*/ 3615214 w 4629150"/>
                <a:gd name="connsiteY2" fmla="*/ 1072039 h 2190750"/>
                <a:gd name="connsiteX3" fmla="*/ 3507581 w 4629150"/>
                <a:gd name="connsiteY3" fmla="*/ 1072039 h 2190750"/>
                <a:gd name="connsiteX4" fmla="*/ 3025616 w 4629150"/>
                <a:gd name="connsiteY4" fmla="*/ 1554004 h 2190750"/>
                <a:gd name="connsiteX5" fmla="*/ 1785461 w 4629150"/>
                <a:gd name="connsiteY5" fmla="*/ 460534 h 2190750"/>
                <a:gd name="connsiteX6" fmla="*/ 1681639 w 4629150"/>
                <a:gd name="connsiteY6" fmla="*/ 463391 h 2190750"/>
                <a:gd name="connsiteX7" fmla="*/ 1126331 w 4629150"/>
                <a:gd name="connsiteY7" fmla="*/ 1018699 h 2190750"/>
                <a:gd name="connsiteX8" fmla="*/ 114776 w 4629150"/>
                <a:gd name="connsiteY8" fmla="*/ 7144 h 2190750"/>
                <a:gd name="connsiteX9" fmla="*/ 7144 w 4629150"/>
                <a:gd name="connsiteY9" fmla="*/ 114776 h 2190750"/>
                <a:gd name="connsiteX10" fmla="*/ 1072039 w 4629150"/>
                <a:gd name="connsiteY10" fmla="*/ 1179671 h 2190750"/>
                <a:gd name="connsiteX11" fmla="*/ 1179671 w 4629150"/>
                <a:gd name="connsiteY11" fmla="*/ 1179671 h 2190750"/>
                <a:gd name="connsiteX12" fmla="*/ 1737836 w 4629150"/>
                <a:gd name="connsiteY12" fmla="*/ 621506 h 2190750"/>
                <a:gd name="connsiteX13" fmla="*/ 2978944 w 4629150"/>
                <a:gd name="connsiteY13" fmla="*/ 1715929 h 2190750"/>
                <a:gd name="connsiteX14" fmla="*/ 3082766 w 4629150"/>
                <a:gd name="connsiteY14" fmla="*/ 1713071 h 2190750"/>
                <a:gd name="connsiteX15" fmla="*/ 3560921 w 4629150"/>
                <a:gd name="connsiteY15" fmla="*/ 1233964 h 2190750"/>
                <a:gd name="connsiteX16" fmla="*/ 4366737 w 4629150"/>
                <a:gd name="connsiteY16" fmla="*/ 2039779 h 2190750"/>
                <a:gd name="connsiteX17" fmla="*/ 4018121 w 4629150"/>
                <a:gd name="connsiteY17" fmla="*/ 2039779 h 2190750"/>
                <a:gd name="connsiteX18" fmla="*/ 4018121 w 4629150"/>
                <a:gd name="connsiteY18" fmla="*/ 2192179 h 2190750"/>
                <a:gd name="connsiteX19" fmla="*/ 4550569 w 4629150"/>
                <a:gd name="connsiteY19" fmla="*/ 2192179 h 2190750"/>
                <a:gd name="connsiteX20" fmla="*/ 4580097 w 4629150"/>
                <a:gd name="connsiteY20" fmla="*/ 2186464 h 2190750"/>
                <a:gd name="connsiteX21" fmla="*/ 4626769 w 4629150"/>
                <a:gd name="connsiteY21" fmla="*/ 2115979 h 2190750"/>
                <a:gd name="connsiteX22" fmla="*/ 4626769 w 4629150"/>
                <a:gd name="connsiteY22" fmla="*/ 1659731 h 2190750"/>
                <a:gd name="connsiteX23" fmla="*/ 4474369 w 4629150"/>
                <a:gd name="connsiteY23" fmla="*/ 1659731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629150" h="2190750">
                  <a:moveTo>
                    <a:pt x="4474369" y="1658779"/>
                  </a:moveTo>
                  <a:lnTo>
                    <a:pt x="4474369" y="1931194"/>
                  </a:lnTo>
                  <a:lnTo>
                    <a:pt x="3615214" y="1072039"/>
                  </a:lnTo>
                  <a:cubicBezTo>
                    <a:pt x="3585686" y="1042511"/>
                    <a:pt x="3537109" y="1042511"/>
                    <a:pt x="3507581" y="1072039"/>
                  </a:cubicBezTo>
                  <a:lnTo>
                    <a:pt x="3025616" y="1554004"/>
                  </a:lnTo>
                  <a:lnTo>
                    <a:pt x="1785461" y="460534"/>
                  </a:lnTo>
                  <a:cubicBezTo>
                    <a:pt x="1754981" y="433864"/>
                    <a:pt x="1709261" y="435769"/>
                    <a:pt x="1681639" y="463391"/>
                  </a:cubicBezTo>
                  <a:lnTo>
                    <a:pt x="1126331" y="1018699"/>
                  </a:lnTo>
                  <a:lnTo>
                    <a:pt x="114776" y="7144"/>
                  </a:lnTo>
                  <a:lnTo>
                    <a:pt x="7144" y="114776"/>
                  </a:lnTo>
                  <a:lnTo>
                    <a:pt x="1072039" y="1179671"/>
                  </a:lnTo>
                  <a:cubicBezTo>
                    <a:pt x="1101566" y="1209199"/>
                    <a:pt x="1150144" y="1209199"/>
                    <a:pt x="1179671" y="1179671"/>
                  </a:cubicBezTo>
                  <a:lnTo>
                    <a:pt x="1737836" y="621506"/>
                  </a:lnTo>
                  <a:lnTo>
                    <a:pt x="2978944" y="1715929"/>
                  </a:lnTo>
                  <a:cubicBezTo>
                    <a:pt x="3009424" y="1742599"/>
                    <a:pt x="3055144" y="1740694"/>
                    <a:pt x="3082766" y="1713071"/>
                  </a:cubicBezTo>
                  <a:lnTo>
                    <a:pt x="3560921" y="1233964"/>
                  </a:lnTo>
                  <a:lnTo>
                    <a:pt x="4366737" y="2039779"/>
                  </a:lnTo>
                  <a:lnTo>
                    <a:pt x="4018121" y="2039779"/>
                  </a:lnTo>
                  <a:lnTo>
                    <a:pt x="4018121" y="2192179"/>
                  </a:lnTo>
                  <a:lnTo>
                    <a:pt x="4550569" y="2192179"/>
                  </a:lnTo>
                  <a:cubicBezTo>
                    <a:pt x="4560094" y="2192179"/>
                    <a:pt x="4570572" y="2190274"/>
                    <a:pt x="4580097" y="2186464"/>
                  </a:cubicBezTo>
                  <a:cubicBezTo>
                    <a:pt x="4608672" y="2175034"/>
                    <a:pt x="4626769" y="2146459"/>
                    <a:pt x="4626769" y="2115979"/>
                  </a:cubicBezTo>
                  <a:lnTo>
                    <a:pt x="4626769" y="1659731"/>
                  </a:lnTo>
                  <a:lnTo>
                    <a:pt x="4474369" y="16597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65" name="Graphic 43">
            <a:extLst>
              <a:ext uri="{FF2B5EF4-FFF2-40B4-BE49-F238E27FC236}">
                <a16:creationId xmlns:a16="http://schemas.microsoft.com/office/drawing/2014/main" id="{94F678C6-82E2-4F44-89AA-200A55AB4182}"/>
              </a:ext>
            </a:extLst>
          </p:cNvPr>
          <p:cNvGrpSpPr>
            <a:grpSpLocks noChangeAspect="1"/>
          </p:cNvGrpSpPr>
          <p:nvPr/>
        </p:nvGrpSpPr>
        <p:grpSpPr>
          <a:xfrm>
            <a:off x="4266946" y="1386598"/>
            <a:ext cx="502920" cy="502920"/>
            <a:chOff x="4114800" y="1447800"/>
            <a:chExt cx="4267200" cy="4267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5F10AAFD-94A1-4641-BAAB-93798C7767D1}"/>
                </a:ext>
              </a:extLst>
            </p:cNvPr>
            <p:cNvSpPr/>
            <p:nvPr/>
          </p:nvSpPr>
          <p:spPr>
            <a:xfrm>
              <a:off x="4260056" y="1897856"/>
              <a:ext cx="3971925" cy="3286125"/>
            </a:xfrm>
            <a:custGeom>
              <a:avLst/>
              <a:gdLst>
                <a:gd name="connsiteX0" fmla="*/ 2160746 w 3971925"/>
                <a:gd name="connsiteY0" fmla="*/ 2646521 h 3286125"/>
                <a:gd name="connsiteX1" fmla="*/ 2053114 w 3971925"/>
                <a:gd name="connsiteY1" fmla="*/ 2540794 h 3286125"/>
                <a:gd name="connsiteX2" fmla="*/ 2055971 w 3971925"/>
                <a:gd name="connsiteY2" fmla="*/ 2390299 h 3286125"/>
                <a:gd name="connsiteX3" fmla="*/ 2316004 w 3971925"/>
                <a:gd name="connsiteY3" fmla="*/ 2288381 h 3286125"/>
                <a:gd name="connsiteX4" fmla="*/ 2992279 w 3971925"/>
                <a:gd name="connsiteY4" fmla="*/ 2520791 h 3286125"/>
                <a:gd name="connsiteX5" fmla="*/ 3588544 w 3971925"/>
                <a:gd name="connsiteY5" fmla="*/ 2520791 h 3286125"/>
                <a:gd name="connsiteX6" fmla="*/ 3207544 w 3971925"/>
                <a:gd name="connsiteY6" fmla="*/ 2063591 h 3286125"/>
                <a:gd name="connsiteX7" fmla="*/ 3588544 w 3971925"/>
                <a:gd name="connsiteY7" fmla="*/ 1606391 h 3286125"/>
                <a:gd name="connsiteX8" fmla="*/ 3969544 w 3971925"/>
                <a:gd name="connsiteY8" fmla="*/ 2063591 h 3286125"/>
                <a:gd name="connsiteX9" fmla="*/ 3969544 w 3971925"/>
                <a:gd name="connsiteY9" fmla="*/ 7144 h 3286125"/>
                <a:gd name="connsiteX10" fmla="*/ 7144 w 3971925"/>
                <a:gd name="connsiteY10" fmla="*/ 7144 h 3286125"/>
                <a:gd name="connsiteX11" fmla="*/ 7144 w 3971925"/>
                <a:gd name="connsiteY11" fmla="*/ 3283744 h 3286125"/>
                <a:gd name="connsiteX12" fmla="*/ 2902744 w 3971925"/>
                <a:gd name="connsiteY12" fmla="*/ 3283744 h 3286125"/>
                <a:gd name="connsiteX13" fmla="*/ 2902744 w 3971925"/>
                <a:gd name="connsiteY13" fmla="*/ 2975134 h 3286125"/>
                <a:gd name="connsiteX14" fmla="*/ 2880836 w 3971925"/>
                <a:gd name="connsiteY14" fmla="*/ 2944654 h 3286125"/>
                <a:gd name="connsiteX15" fmla="*/ 2160746 w 3971925"/>
                <a:gd name="connsiteY15" fmla="*/ 2646521 h 3286125"/>
                <a:gd name="connsiteX16" fmla="*/ 2902744 w 3971925"/>
                <a:gd name="connsiteY16" fmla="*/ 2064544 h 3286125"/>
                <a:gd name="connsiteX17" fmla="*/ 2216944 w 3971925"/>
                <a:gd name="connsiteY17" fmla="*/ 2064544 h 3286125"/>
                <a:gd name="connsiteX18" fmla="*/ 2216944 w 3971925"/>
                <a:gd name="connsiteY18" fmla="*/ 1912144 h 3286125"/>
                <a:gd name="connsiteX19" fmla="*/ 2902744 w 3971925"/>
                <a:gd name="connsiteY19" fmla="*/ 1912144 h 3286125"/>
                <a:gd name="connsiteX20" fmla="*/ 2902744 w 3971925"/>
                <a:gd name="connsiteY20" fmla="*/ 2064544 h 3286125"/>
                <a:gd name="connsiteX21" fmla="*/ 2902744 w 3971925"/>
                <a:gd name="connsiteY21" fmla="*/ 1835944 h 3286125"/>
                <a:gd name="connsiteX22" fmla="*/ 2216944 w 3971925"/>
                <a:gd name="connsiteY22" fmla="*/ 1835944 h 3286125"/>
                <a:gd name="connsiteX23" fmla="*/ 2216944 w 3971925"/>
                <a:gd name="connsiteY23" fmla="*/ 1683544 h 3286125"/>
                <a:gd name="connsiteX24" fmla="*/ 2902744 w 3971925"/>
                <a:gd name="connsiteY24" fmla="*/ 1683544 h 3286125"/>
                <a:gd name="connsiteX25" fmla="*/ 2902744 w 3971925"/>
                <a:gd name="connsiteY25" fmla="*/ 1835944 h 3286125"/>
                <a:gd name="connsiteX26" fmla="*/ 2902744 w 3971925"/>
                <a:gd name="connsiteY26" fmla="*/ 1607344 h 3286125"/>
                <a:gd name="connsiteX27" fmla="*/ 2216944 w 3971925"/>
                <a:gd name="connsiteY27" fmla="*/ 1607344 h 3286125"/>
                <a:gd name="connsiteX28" fmla="*/ 2216944 w 3971925"/>
                <a:gd name="connsiteY28" fmla="*/ 1454944 h 3286125"/>
                <a:gd name="connsiteX29" fmla="*/ 2902744 w 3971925"/>
                <a:gd name="connsiteY29" fmla="*/ 1454944 h 3286125"/>
                <a:gd name="connsiteX30" fmla="*/ 2902744 w 3971925"/>
                <a:gd name="connsiteY30" fmla="*/ 1607344 h 3286125"/>
                <a:gd name="connsiteX31" fmla="*/ 2674144 w 3971925"/>
                <a:gd name="connsiteY31" fmla="*/ 235744 h 3286125"/>
                <a:gd name="connsiteX32" fmla="*/ 3817144 w 3971925"/>
                <a:gd name="connsiteY32" fmla="*/ 235744 h 3286125"/>
                <a:gd name="connsiteX33" fmla="*/ 3817144 w 3971925"/>
                <a:gd name="connsiteY33" fmla="*/ 388144 h 3286125"/>
                <a:gd name="connsiteX34" fmla="*/ 2674144 w 3971925"/>
                <a:gd name="connsiteY34" fmla="*/ 388144 h 3286125"/>
                <a:gd name="connsiteX35" fmla="*/ 2674144 w 3971925"/>
                <a:gd name="connsiteY35" fmla="*/ 235744 h 3286125"/>
                <a:gd name="connsiteX36" fmla="*/ 2674144 w 3971925"/>
                <a:gd name="connsiteY36" fmla="*/ 540544 h 3286125"/>
                <a:gd name="connsiteX37" fmla="*/ 3817144 w 3971925"/>
                <a:gd name="connsiteY37" fmla="*/ 540544 h 3286125"/>
                <a:gd name="connsiteX38" fmla="*/ 3817144 w 3971925"/>
                <a:gd name="connsiteY38" fmla="*/ 692944 h 3286125"/>
                <a:gd name="connsiteX39" fmla="*/ 2674144 w 3971925"/>
                <a:gd name="connsiteY39" fmla="*/ 692944 h 3286125"/>
                <a:gd name="connsiteX40" fmla="*/ 2674144 w 3971925"/>
                <a:gd name="connsiteY40" fmla="*/ 540544 h 3286125"/>
                <a:gd name="connsiteX41" fmla="*/ 2674144 w 3971925"/>
                <a:gd name="connsiteY41" fmla="*/ 845344 h 3286125"/>
                <a:gd name="connsiteX42" fmla="*/ 3817144 w 3971925"/>
                <a:gd name="connsiteY42" fmla="*/ 845344 h 3286125"/>
                <a:gd name="connsiteX43" fmla="*/ 3817144 w 3971925"/>
                <a:gd name="connsiteY43" fmla="*/ 997744 h 3286125"/>
                <a:gd name="connsiteX44" fmla="*/ 2674144 w 3971925"/>
                <a:gd name="connsiteY44" fmla="*/ 997744 h 3286125"/>
                <a:gd name="connsiteX45" fmla="*/ 2674144 w 3971925"/>
                <a:gd name="connsiteY45" fmla="*/ 845344 h 3286125"/>
                <a:gd name="connsiteX46" fmla="*/ 2674144 w 3971925"/>
                <a:gd name="connsiteY46" fmla="*/ 1150144 h 3286125"/>
                <a:gd name="connsiteX47" fmla="*/ 3817144 w 3971925"/>
                <a:gd name="connsiteY47" fmla="*/ 1150144 h 3286125"/>
                <a:gd name="connsiteX48" fmla="*/ 3817144 w 3971925"/>
                <a:gd name="connsiteY48" fmla="*/ 1302544 h 3286125"/>
                <a:gd name="connsiteX49" fmla="*/ 2674144 w 3971925"/>
                <a:gd name="connsiteY49" fmla="*/ 1302544 h 3286125"/>
                <a:gd name="connsiteX50" fmla="*/ 2674144 w 3971925"/>
                <a:gd name="connsiteY50" fmla="*/ 1150144 h 3286125"/>
                <a:gd name="connsiteX51" fmla="*/ 1302544 w 3971925"/>
                <a:gd name="connsiteY51" fmla="*/ 3207544 h 3286125"/>
                <a:gd name="connsiteX52" fmla="*/ 83344 w 3971925"/>
                <a:gd name="connsiteY52" fmla="*/ 3207544 h 3286125"/>
                <a:gd name="connsiteX53" fmla="*/ 83344 w 3971925"/>
                <a:gd name="connsiteY53" fmla="*/ 3055144 h 3286125"/>
                <a:gd name="connsiteX54" fmla="*/ 1302544 w 3971925"/>
                <a:gd name="connsiteY54" fmla="*/ 3055144 h 3286125"/>
                <a:gd name="connsiteX55" fmla="*/ 1302544 w 3971925"/>
                <a:gd name="connsiteY55" fmla="*/ 3207544 h 3286125"/>
                <a:gd name="connsiteX56" fmla="*/ 1302544 w 3971925"/>
                <a:gd name="connsiteY56" fmla="*/ 2902744 h 3286125"/>
                <a:gd name="connsiteX57" fmla="*/ 83344 w 3971925"/>
                <a:gd name="connsiteY57" fmla="*/ 2902744 h 3286125"/>
                <a:gd name="connsiteX58" fmla="*/ 83344 w 3971925"/>
                <a:gd name="connsiteY58" fmla="*/ 2750344 h 3286125"/>
                <a:gd name="connsiteX59" fmla="*/ 1302544 w 3971925"/>
                <a:gd name="connsiteY59" fmla="*/ 2750344 h 3286125"/>
                <a:gd name="connsiteX60" fmla="*/ 1302544 w 3971925"/>
                <a:gd name="connsiteY60" fmla="*/ 2902744 h 3286125"/>
                <a:gd name="connsiteX61" fmla="*/ 1302544 w 3971925"/>
                <a:gd name="connsiteY61" fmla="*/ 2597944 h 3286125"/>
                <a:gd name="connsiteX62" fmla="*/ 83344 w 3971925"/>
                <a:gd name="connsiteY62" fmla="*/ 2597944 h 3286125"/>
                <a:gd name="connsiteX63" fmla="*/ 83344 w 3971925"/>
                <a:gd name="connsiteY63" fmla="*/ 2445544 h 3286125"/>
                <a:gd name="connsiteX64" fmla="*/ 1302544 w 3971925"/>
                <a:gd name="connsiteY64" fmla="*/ 2445544 h 3286125"/>
                <a:gd name="connsiteX65" fmla="*/ 1302544 w 3971925"/>
                <a:gd name="connsiteY65" fmla="*/ 2597944 h 3286125"/>
                <a:gd name="connsiteX66" fmla="*/ 1302544 w 3971925"/>
                <a:gd name="connsiteY66" fmla="*/ 2293144 h 3286125"/>
                <a:gd name="connsiteX67" fmla="*/ 83344 w 3971925"/>
                <a:gd name="connsiteY67" fmla="*/ 2293144 h 3286125"/>
                <a:gd name="connsiteX68" fmla="*/ 83344 w 3971925"/>
                <a:gd name="connsiteY68" fmla="*/ 2140744 h 3286125"/>
                <a:gd name="connsiteX69" fmla="*/ 1302544 w 3971925"/>
                <a:gd name="connsiteY69" fmla="*/ 2140744 h 3286125"/>
                <a:gd name="connsiteX70" fmla="*/ 1302544 w 3971925"/>
                <a:gd name="connsiteY70" fmla="*/ 2293144 h 3286125"/>
                <a:gd name="connsiteX71" fmla="*/ 1581626 w 3971925"/>
                <a:gd name="connsiteY71" fmla="*/ 1923574 h 3286125"/>
                <a:gd name="connsiteX72" fmla="*/ 277654 w 3971925"/>
                <a:gd name="connsiteY72" fmla="*/ 1666399 h 3286125"/>
                <a:gd name="connsiteX73" fmla="*/ 403384 w 3971925"/>
                <a:gd name="connsiteY73" fmla="*/ 342424 h 3286125"/>
                <a:gd name="connsiteX74" fmla="*/ 1733074 w 3971925"/>
                <a:gd name="connsiteY74" fmla="*/ 335756 h 3286125"/>
                <a:gd name="connsiteX75" fmla="*/ 1959769 w 3971925"/>
                <a:gd name="connsiteY75" fmla="*/ 241459 h 3286125"/>
                <a:gd name="connsiteX76" fmla="*/ 1989296 w 3971925"/>
                <a:gd name="connsiteY76" fmla="*/ 235744 h 3286125"/>
                <a:gd name="connsiteX77" fmla="*/ 2446496 w 3971925"/>
                <a:gd name="connsiteY77" fmla="*/ 235744 h 3286125"/>
                <a:gd name="connsiteX78" fmla="*/ 2446496 w 3971925"/>
                <a:gd name="connsiteY78" fmla="*/ 388144 h 3286125"/>
                <a:gd name="connsiteX79" fmla="*/ 2004536 w 3971925"/>
                <a:gd name="connsiteY79" fmla="*/ 388144 h 3286125"/>
                <a:gd name="connsiteX80" fmla="*/ 1845469 w 3971925"/>
                <a:gd name="connsiteY80" fmla="*/ 453866 h 3286125"/>
                <a:gd name="connsiteX81" fmla="*/ 1706404 w 3971925"/>
                <a:gd name="connsiteY81" fmla="*/ 1834991 h 3286125"/>
                <a:gd name="connsiteX82" fmla="*/ 1824514 w 3971925"/>
                <a:gd name="connsiteY82" fmla="*/ 2023586 h 3286125"/>
                <a:gd name="connsiteX83" fmla="*/ 1835944 w 3971925"/>
                <a:gd name="connsiteY83" fmla="*/ 2063591 h 3286125"/>
                <a:gd name="connsiteX84" fmla="*/ 1835944 w 3971925"/>
                <a:gd name="connsiteY84" fmla="*/ 2444591 h 3286125"/>
                <a:gd name="connsiteX85" fmla="*/ 1759744 w 3971925"/>
                <a:gd name="connsiteY85" fmla="*/ 2520791 h 3286125"/>
                <a:gd name="connsiteX86" fmla="*/ 1378744 w 3971925"/>
                <a:gd name="connsiteY86" fmla="*/ 2520791 h 3286125"/>
                <a:gd name="connsiteX87" fmla="*/ 1378744 w 3971925"/>
                <a:gd name="connsiteY87" fmla="*/ 2368391 h 3286125"/>
                <a:gd name="connsiteX88" fmla="*/ 1683544 w 3971925"/>
                <a:gd name="connsiteY88" fmla="*/ 2368391 h 3286125"/>
                <a:gd name="connsiteX89" fmla="*/ 1683544 w 3971925"/>
                <a:gd name="connsiteY89" fmla="*/ 2085499 h 3286125"/>
                <a:gd name="connsiteX90" fmla="*/ 1581626 w 3971925"/>
                <a:gd name="connsiteY90" fmla="*/ 1923574 h 3286125"/>
                <a:gd name="connsiteX91" fmla="*/ 1988344 w 3971925"/>
                <a:gd name="connsiteY91" fmla="*/ 3207544 h 3286125"/>
                <a:gd name="connsiteX92" fmla="*/ 1454944 w 3971925"/>
                <a:gd name="connsiteY92" fmla="*/ 3207544 h 3286125"/>
                <a:gd name="connsiteX93" fmla="*/ 1454944 w 3971925"/>
                <a:gd name="connsiteY93" fmla="*/ 3055144 h 3286125"/>
                <a:gd name="connsiteX94" fmla="*/ 1988344 w 3971925"/>
                <a:gd name="connsiteY94" fmla="*/ 3055144 h 3286125"/>
                <a:gd name="connsiteX95" fmla="*/ 1988344 w 3971925"/>
                <a:gd name="connsiteY95" fmla="*/ 3207544 h 3286125"/>
                <a:gd name="connsiteX96" fmla="*/ 1988344 w 3971925"/>
                <a:gd name="connsiteY96" fmla="*/ 2978944 h 3286125"/>
                <a:gd name="connsiteX97" fmla="*/ 1454944 w 3971925"/>
                <a:gd name="connsiteY97" fmla="*/ 2978944 h 3286125"/>
                <a:gd name="connsiteX98" fmla="*/ 1454944 w 3971925"/>
                <a:gd name="connsiteY98" fmla="*/ 2826544 h 3286125"/>
                <a:gd name="connsiteX99" fmla="*/ 1988344 w 3971925"/>
                <a:gd name="connsiteY99" fmla="*/ 2826544 h 3286125"/>
                <a:gd name="connsiteX100" fmla="*/ 1988344 w 3971925"/>
                <a:gd name="connsiteY100" fmla="*/ 2978944 h 3286125"/>
                <a:gd name="connsiteX101" fmla="*/ 1988344 w 3971925"/>
                <a:gd name="connsiteY101" fmla="*/ 2750344 h 3286125"/>
                <a:gd name="connsiteX102" fmla="*/ 1454944 w 3971925"/>
                <a:gd name="connsiteY102" fmla="*/ 2750344 h 3286125"/>
                <a:gd name="connsiteX103" fmla="*/ 1454944 w 3971925"/>
                <a:gd name="connsiteY103" fmla="*/ 2597944 h 3286125"/>
                <a:gd name="connsiteX104" fmla="*/ 1988344 w 3971925"/>
                <a:gd name="connsiteY104" fmla="*/ 2597944 h 3286125"/>
                <a:gd name="connsiteX105" fmla="*/ 1988344 w 3971925"/>
                <a:gd name="connsiteY105" fmla="*/ 2750344 h 3286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3971925" h="3286125">
                  <a:moveTo>
                    <a:pt x="2160746" y="2646521"/>
                  </a:moveTo>
                  <a:cubicBezTo>
                    <a:pt x="2112169" y="2627471"/>
                    <a:pt x="2073116" y="2589371"/>
                    <a:pt x="2053114" y="2540794"/>
                  </a:cubicBezTo>
                  <a:cubicBezTo>
                    <a:pt x="2033111" y="2492216"/>
                    <a:pt x="2034064" y="2437924"/>
                    <a:pt x="2055971" y="2390299"/>
                  </a:cubicBezTo>
                  <a:cubicBezTo>
                    <a:pt x="2100739" y="2292191"/>
                    <a:pt x="2215991" y="2247424"/>
                    <a:pt x="2316004" y="2288381"/>
                  </a:cubicBezTo>
                  <a:lnTo>
                    <a:pt x="2992279" y="2520791"/>
                  </a:lnTo>
                  <a:lnTo>
                    <a:pt x="3588544" y="2520791"/>
                  </a:lnTo>
                  <a:cubicBezTo>
                    <a:pt x="3378041" y="2520791"/>
                    <a:pt x="3207544" y="2316004"/>
                    <a:pt x="3207544" y="2063591"/>
                  </a:cubicBezTo>
                  <a:cubicBezTo>
                    <a:pt x="3207544" y="1811179"/>
                    <a:pt x="3378041" y="1606391"/>
                    <a:pt x="3588544" y="1606391"/>
                  </a:cubicBezTo>
                  <a:cubicBezTo>
                    <a:pt x="3799046" y="1606391"/>
                    <a:pt x="3969544" y="1811179"/>
                    <a:pt x="3969544" y="2063591"/>
                  </a:cubicBezTo>
                  <a:lnTo>
                    <a:pt x="3969544" y="7144"/>
                  </a:lnTo>
                  <a:lnTo>
                    <a:pt x="7144" y="7144"/>
                  </a:lnTo>
                  <a:lnTo>
                    <a:pt x="7144" y="3283744"/>
                  </a:lnTo>
                  <a:lnTo>
                    <a:pt x="2902744" y="3283744"/>
                  </a:lnTo>
                  <a:lnTo>
                    <a:pt x="2902744" y="2975134"/>
                  </a:lnTo>
                  <a:lnTo>
                    <a:pt x="2880836" y="2944654"/>
                  </a:lnTo>
                  <a:lnTo>
                    <a:pt x="2160746" y="2646521"/>
                  </a:lnTo>
                  <a:close/>
                  <a:moveTo>
                    <a:pt x="2902744" y="2064544"/>
                  </a:moveTo>
                  <a:lnTo>
                    <a:pt x="2216944" y="2064544"/>
                  </a:lnTo>
                  <a:lnTo>
                    <a:pt x="2216944" y="1912144"/>
                  </a:lnTo>
                  <a:lnTo>
                    <a:pt x="2902744" y="1912144"/>
                  </a:lnTo>
                  <a:lnTo>
                    <a:pt x="2902744" y="2064544"/>
                  </a:lnTo>
                  <a:close/>
                  <a:moveTo>
                    <a:pt x="2902744" y="1835944"/>
                  </a:moveTo>
                  <a:lnTo>
                    <a:pt x="2216944" y="1835944"/>
                  </a:lnTo>
                  <a:lnTo>
                    <a:pt x="2216944" y="1683544"/>
                  </a:lnTo>
                  <a:lnTo>
                    <a:pt x="2902744" y="1683544"/>
                  </a:lnTo>
                  <a:lnTo>
                    <a:pt x="2902744" y="1835944"/>
                  </a:lnTo>
                  <a:close/>
                  <a:moveTo>
                    <a:pt x="2902744" y="1607344"/>
                  </a:moveTo>
                  <a:lnTo>
                    <a:pt x="2216944" y="1607344"/>
                  </a:lnTo>
                  <a:lnTo>
                    <a:pt x="2216944" y="1454944"/>
                  </a:lnTo>
                  <a:lnTo>
                    <a:pt x="2902744" y="1454944"/>
                  </a:lnTo>
                  <a:lnTo>
                    <a:pt x="2902744" y="1607344"/>
                  </a:lnTo>
                  <a:close/>
                  <a:moveTo>
                    <a:pt x="2674144" y="235744"/>
                  </a:moveTo>
                  <a:lnTo>
                    <a:pt x="3817144" y="235744"/>
                  </a:lnTo>
                  <a:lnTo>
                    <a:pt x="3817144" y="388144"/>
                  </a:lnTo>
                  <a:lnTo>
                    <a:pt x="2674144" y="388144"/>
                  </a:lnTo>
                  <a:lnTo>
                    <a:pt x="2674144" y="235744"/>
                  </a:lnTo>
                  <a:close/>
                  <a:moveTo>
                    <a:pt x="2674144" y="540544"/>
                  </a:moveTo>
                  <a:lnTo>
                    <a:pt x="3817144" y="540544"/>
                  </a:lnTo>
                  <a:lnTo>
                    <a:pt x="3817144" y="692944"/>
                  </a:lnTo>
                  <a:lnTo>
                    <a:pt x="2674144" y="692944"/>
                  </a:lnTo>
                  <a:lnTo>
                    <a:pt x="2674144" y="540544"/>
                  </a:lnTo>
                  <a:close/>
                  <a:moveTo>
                    <a:pt x="2674144" y="845344"/>
                  </a:moveTo>
                  <a:lnTo>
                    <a:pt x="3817144" y="845344"/>
                  </a:lnTo>
                  <a:lnTo>
                    <a:pt x="3817144" y="997744"/>
                  </a:lnTo>
                  <a:lnTo>
                    <a:pt x="2674144" y="997744"/>
                  </a:lnTo>
                  <a:lnTo>
                    <a:pt x="2674144" y="845344"/>
                  </a:lnTo>
                  <a:close/>
                  <a:moveTo>
                    <a:pt x="2674144" y="1150144"/>
                  </a:moveTo>
                  <a:lnTo>
                    <a:pt x="3817144" y="1150144"/>
                  </a:lnTo>
                  <a:lnTo>
                    <a:pt x="3817144" y="1302544"/>
                  </a:lnTo>
                  <a:lnTo>
                    <a:pt x="2674144" y="1302544"/>
                  </a:lnTo>
                  <a:lnTo>
                    <a:pt x="2674144" y="1150144"/>
                  </a:lnTo>
                  <a:close/>
                  <a:moveTo>
                    <a:pt x="1302544" y="3207544"/>
                  </a:moveTo>
                  <a:lnTo>
                    <a:pt x="83344" y="3207544"/>
                  </a:lnTo>
                  <a:lnTo>
                    <a:pt x="83344" y="3055144"/>
                  </a:lnTo>
                  <a:lnTo>
                    <a:pt x="1302544" y="3055144"/>
                  </a:lnTo>
                  <a:lnTo>
                    <a:pt x="1302544" y="3207544"/>
                  </a:lnTo>
                  <a:close/>
                  <a:moveTo>
                    <a:pt x="1302544" y="2902744"/>
                  </a:moveTo>
                  <a:lnTo>
                    <a:pt x="83344" y="2902744"/>
                  </a:lnTo>
                  <a:lnTo>
                    <a:pt x="83344" y="2750344"/>
                  </a:lnTo>
                  <a:lnTo>
                    <a:pt x="1302544" y="2750344"/>
                  </a:lnTo>
                  <a:lnTo>
                    <a:pt x="1302544" y="2902744"/>
                  </a:lnTo>
                  <a:close/>
                  <a:moveTo>
                    <a:pt x="1302544" y="2597944"/>
                  </a:moveTo>
                  <a:lnTo>
                    <a:pt x="83344" y="2597944"/>
                  </a:lnTo>
                  <a:lnTo>
                    <a:pt x="83344" y="2445544"/>
                  </a:lnTo>
                  <a:lnTo>
                    <a:pt x="1302544" y="2445544"/>
                  </a:lnTo>
                  <a:lnTo>
                    <a:pt x="1302544" y="2597944"/>
                  </a:lnTo>
                  <a:close/>
                  <a:moveTo>
                    <a:pt x="1302544" y="2293144"/>
                  </a:moveTo>
                  <a:lnTo>
                    <a:pt x="83344" y="2293144"/>
                  </a:lnTo>
                  <a:lnTo>
                    <a:pt x="83344" y="2140744"/>
                  </a:lnTo>
                  <a:lnTo>
                    <a:pt x="1302544" y="2140744"/>
                  </a:lnTo>
                  <a:lnTo>
                    <a:pt x="1302544" y="2293144"/>
                  </a:lnTo>
                  <a:close/>
                  <a:moveTo>
                    <a:pt x="1581626" y="1923574"/>
                  </a:moveTo>
                  <a:cubicBezTo>
                    <a:pt x="1145381" y="2185511"/>
                    <a:pt x="581501" y="2074069"/>
                    <a:pt x="277654" y="1666399"/>
                  </a:cubicBezTo>
                  <a:cubicBezTo>
                    <a:pt x="-27146" y="1257776"/>
                    <a:pt x="27146" y="686276"/>
                    <a:pt x="403384" y="342424"/>
                  </a:cubicBezTo>
                  <a:cubicBezTo>
                    <a:pt x="779621" y="-1429"/>
                    <a:pt x="1353979" y="-3334"/>
                    <a:pt x="1733074" y="335756"/>
                  </a:cubicBezTo>
                  <a:lnTo>
                    <a:pt x="1959769" y="241459"/>
                  </a:lnTo>
                  <a:cubicBezTo>
                    <a:pt x="1969294" y="237649"/>
                    <a:pt x="1978819" y="235744"/>
                    <a:pt x="1989296" y="235744"/>
                  </a:cubicBezTo>
                  <a:lnTo>
                    <a:pt x="2446496" y="235744"/>
                  </a:lnTo>
                  <a:lnTo>
                    <a:pt x="2446496" y="388144"/>
                  </a:lnTo>
                  <a:lnTo>
                    <a:pt x="2004536" y="388144"/>
                  </a:lnTo>
                  <a:lnTo>
                    <a:pt x="1845469" y="453866"/>
                  </a:lnTo>
                  <a:cubicBezTo>
                    <a:pt x="2185511" y="874871"/>
                    <a:pt x="2122646" y="1490186"/>
                    <a:pt x="1706404" y="1834991"/>
                  </a:cubicBezTo>
                  <a:lnTo>
                    <a:pt x="1824514" y="2023586"/>
                  </a:lnTo>
                  <a:cubicBezTo>
                    <a:pt x="1832134" y="2035969"/>
                    <a:pt x="1835944" y="2049304"/>
                    <a:pt x="1835944" y="2063591"/>
                  </a:cubicBezTo>
                  <a:lnTo>
                    <a:pt x="1835944" y="2444591"/>
                  </a:lnTo>
                  <a:cubicBezTo>
                    <a:pt x="1835944" y="2486501"/>
                    <a:pt x="1801654" y="2520791"/>
                    <a:pt x="1759744" y="2520791"/>
                  </a:cubicBezTo>
                  <a:lnTo>
                    <a:pt x="1378744" y="2520791"/>
                  </a:lnTo>
                  <a:lnTo>
                    <a:pt x="1378744" y="2368391"/>
                  </a:lnTo>
                  <a:lnTo>
                    <a:pt x="1683544" y="2368391"/>
                  </a:lnTo>
                  <a:lnTo>
                    <a:pt x="1683544" y="2085499"/>
                  </a:lnTo>
                  <a:lnTo>
                    <a:pt x="1581626" y="1923574"/>
                  </a:lnTo>
                  <a:close/>
                  <a:moveTo>
                    <a:pt x="1988344" y="3207544"/>
                  </a:moveTo>
                  <a:lnTo>
                    <a:pt x="1454944" y="3207544"/>
                  </a:lnTo>
                  <a:lnTo>
                    <a:pt x="1454944" y="3055144"/>
                  </a:lnTo>
                  <a:lnTo>
                    <a:pt x="1988344" y="3055144"/>
                  </a:lnTo>
                  <a:lnTo>
                    <a:pt x="1988344" y="3207544"/>
                  </a:lnTo>
                  <a:close/>
                  <a:moveTo>
                    <a:pt x="1988344" y="2978944"/>
                  </a:moveTo>
                  <a:lnTo>
                    <a:pt x="1454944" y="2978944"/>
                  </a:lnTo>
                  <a:lnTo>
                    <a:pt x="1454944" y="2826544"/>
                  </a:lnTo>
                  <a:lnTo>
                    <a:pt x="1988344" y="2826544"/>
                  </a:lnTo>
                  <a:lnTo>
                    <a:pt x="1988344" y="2978944"/>
                  </a:lnTo>
                  <a:close/>
                  <a:moveTo>
                    <a:pt x="1988344" y="2750344"/>
                  </a:moveTo>
                  <a:lnTo>
                    <a:pt x="1454944" y="2750344"/>
                  </a:lnTo>
                  <a:lnTo>
                    <a:pt x="1454944" y="2597944"/>
                  </a:lnTo>
                  <a:lnTo>
                    <a:pt x="1988344" y="2597944"/>
                  </a:lnTo>
                  <a:lnTo>
                    <a:pt x="1988344" y="2750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8A188C0-93F2-4963-B6CB-5C2837F7C6D3}"/>
                </a:ext>
              </a:extLst>
            </p:cNvPr>
            <p:cNvSpPr/>
            <p:nvPr/>
          </p:nvSpPr>
          <p:spPr>
            <a:xfrm>
              <a:off x="7841456" y="3955256"/>
              <a:ext cx="390525" cy="466725"/>
            </a:xfrm>
            <a:custGeom>
              <a:avLst/>
              <a:gdLst>
                <a:gd name="connsiteX0" fmla="*/ 7144 w 390525"/>
                <a:gd name="connsiteY0" fmla="*/ 464344 h 466725"/>
                <a:gd name="connsiteX1" fmla="*/ 388144 w 390525"/>
                <a:gd name="connsiteY1" fmla="*/ 464344 h 466725"/>
                <a:gd name="connsiteX2" fmla="*/ 388144 w 390525"/>
                <a:gd name="connsiteY2" fmla="*/ 7144 h 466725"/>
                <a:gd name="connsiteX3" fmla="*/ 7144 w 390525"/>
                <a:gd name="connsiteY3" fmla="*/ 4643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525" h="466725">
                  <a:moveTo>
                    <a:pt x="7144" y="464344"/>
                  </a:moveTo>
                  <a:lnTo>
                    <a:pt x="388144" y="464344"/>
                  </a:lnTo>
                  <a:lnTo>
                    <a:pt x="388144" y="7144"/>
                  </a:lnTo>
                  <a:cubicBezTo>
                    <a:pt x="388144" y="259556"/>
                    <a:pt x="217646" y="464344"/>
                    <a:pt x="7144" y="464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B196965C-7378-4F83-93CB-FC98C7062BB0}"/>
                </a:ext>
              </a:extLst>
            </p:cNvPr>
            <p:cNvSpPr/>
            <p:nvPr/>
          </p:nvSpPr>
          <p:spPr>
            <a:xfrm>
              <a:off x="7612856" y="3650456"/>
              <a:ext cx="466725" cy="619125"/>
            </a:xfrm>
            <a:custGeom>
              <a:avLst/>
              <a:gdLst>
                <a:gd name="connsiteX0" fmla="*/ 464344 w 466725"/>
                <a:gd name="connsiteY0" fmla="*/ 311944 h 619125"/>
                <a:gd name="connsiteX1" fmla="*/ 235744 w 466725"/>
                <a:gd name="connsiteY1" fmla="*/ 7144 h 619125"/>
                <a:gd name="connsiteX2" fmla="*/ 7144 w 466725"/>
                <a:gd name="connsiteY2" fmla="*/ 311944 h 619125"/>
                <a:gd name="connsiteX3" fmla="*/ 235744 w 466725"/>
                <a:gd name="connsiteY3" fmla="*/ 616744 h 619125"/>
                <a:gd name="connsiteX4" fmla="*/ 464344 w 466725"/>
                <a:gd name="connsiteY4" fmla="*/ 311944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619125">
                  <a:moveTo>
                    <a:pt x="464344" y="311944"/>
                  </a:moveTo>
                  <a:cubicBezTo>
                    <a:pt x="464344" y="143351"/>
                    <a:pt x="362426" y="7144"/>
                    <a:pt x="235744" y="7144"/>
                  </a:cubicBezTo>
                  <a:cubicBezTo>
                    <a:pt x="109061" y="7144"/>
                    <a:pt x="7144" y="143351"/>
                    <a:pt x="7144" y="311944"/>
                  </a:cubicBezTo>
                  <a:cubicBezTo>
                    <a:pt x="7144" y="480536"/>
                    <a:pt x="109061" y="616744"/>
                    <a:pt x="235744" y="616744"/>
                  </a:cubicBezTo>
                  <a:cubicBezTo>
                    <a:pt x="362426" y="616744"/>
                    <a:pt x="464344" y="480536"/>
                    <a:pt x="464344" y="3119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B265908A-7D61-4838-A0C2-FA8487933F7E}"/>
                </a:ext>
              </a:extLst>
            </p:cNvPr>
            <p:cNvSpPr/>
            <p:nvPr/>
          </p:nvSpPr>
          <p:spPr>
            <a:xfrm>
              <a:off x="6444139" y="4317364"/>
              <a:ext cx="1943100" cy="1400175"/>
            </a:xfrm>
            <a:custGeom>
              <a:avLst/>
              <a:gdLst>
                <a:gd name="connsiteX0" fmla="*/ 770096 w 1943100"/>
                <a:gd name="connsiteY0" fmla="*/ 250826 h 1400175"/>
                <a:gd name="connsiteX1" fmla="*/ 76676 w 1943100"/>
                <a:gd name="connsiteY1" fmla="*/ 12701 h 1400175"/>
                <a:gd name="connsiteX2" fmla="*/ 39529 w 1943100"/>
                <a:gd name="connsiteY2" fmla="*/ 9843 h 1400175"/>
                <a:gd name="connsiteX3" fmla="*/ 10954 w 1943100"/>
                <a:gd name="connsiteY3" fmla="*/ 33655 h 1400175"/>
                <a:gd name="connsiteX4" fmla="*/ 7144 w 1943100"/>
                <a:gd name="connsiteY4" fmla="*/ 48896 h 1400175"/>
                <a:gd name="connsiteX5" fmla="*/ 34766 w 1943100"/>
                <a:gd name="connsiteY5" fmla="*/ 86996 h 1400175"/>
                <a:gd name="connsiteX6" fmla="*/ 775811 w 1943100"/>
                <a:gd name="connsiteY6" fmla="*/ 393701 h 1400175"/>
                <a:gd name="connsiteX7" fmla="*/ 809149 w 1943100"/>
                <a:gd name="connsiteY7" fmla="*/ 420371 h 1400175"/>
                <a:gd name="connsiteX8" fmla="*/ 856774 w 1943100"/>
                <a:gd name="connsiteY8" fmla="*/ 488951 h 1400175"/>
                <a:gd name="connsiteX9" fmla="*/ 871061 w 1943100"/>
                <a:gd name="connsiteY9" fmla="*/ 532766 h 1400175"/>
                <a:gd name="connsiteX10" fmla="*/ 871061 w 1943100"/>
                <a:gd name="connsiteY10" fmla="*/ 1397636 h 1400175"/>
                <a:gd name="connsiteX11" fmla="*/ 1937861 w 1943100"/>
                <a:gd name="connsiteY11" fmla="*/ 1397636 h 1400175"/>
                <a:gd name="connsiteX12" fmla="*/ 1937861 w 1943100"/>
                <a:gd name="connsiteY12" fmla="*/ 254636 h 1400175"/>
                <a:gd name="connsiteX13" fmla="*/ 794861 w 1943100"/>
                <a:gd name="connsiteY13" fmla="*/ 254636 h 1400175"/>
                <a:gd name="connsiteX14" fmla="*/ 770096 w 1943100"/>
                <a:gd name="connsiteY14" fmla="*/ 250826 h 1400175"/>
                <a:gd name="connsiteX15" fmla="*/ 1709261 w 1943100"/>
                <a:gd name="connsiteY15" fmla="*/ 940436 h 1400175"/>
                <a:gd name="connsiteX16" fmla="*/ 1861661 w 1943100"/>
                <a:gd name="connsiteY16" fmla="*/ 940436 h 1400175"/>
                <a:gd name="connsiteX17" fmla="*/ 1861661 w 1943100"/>
                <a:gd name="connsiteY17" fmla="*/ 1092836 h 1400175"/>
                <a:gd name="connsiteX18" fmla="*/ 1709261 w 1943100"/>
                <a:gd name="connsiteY18" fmla="*/ 1092836 h 1400175"/>
                <a:gd name="connsiteX19" fmla="*/ 1709261 w 1943100"/>
                <a:gd name="connsiteY19" fmla="*/ 940436 h 1400175"/>
                <a:gd name="connsiteX20" fmla="*/ 1709261 w 1943100"/>
                <a:gd name="connsiteY20" fmla="*/ 1169036 h 1400175"/>
                <a:gd name="connsiteX21" fmla="*/ 1861661 w 1943100"/>
                <a:gd name="connsiteY21" fmla="*/ 1169036 h 1400175"/>
                <a:gd name="connsiteX22" fmla="*/ 1861661 w 1943100"/>
                <a:gd name="connsiteY22" fmla="*/ 1321436 h 1400175"/>
                <a:gd name="connsiteX23" fmla="*/ 1709261 w 1943100"/>
                <a:gd name="connsiteY23" fmla="*/ 1321436 h 1400175"/>
                <a:gd name="connsiteX24" fmla="*/ 1709261 w 1943100"/>
                <a:gd name="connsiteY24" fmla="*/ 1169036 h 1400175"/>
                <a:gd name="connsiteX25" fmla="*/ 1480661 w 1943100"/>
                <a:gd name="connsiteY25" fmla="*/ 1169036 h 1400175"/>
                <a:gd name="connsiteX26" fmla="*/ 1633061 w 1943100"/>
                <a:gd name="connsiteY26" fmla="*/ 1169036 h 1400175"/>
                <a:gd name="connsiteX27" fmla="*/ 1633061 w 1943100"/>
                <a:gd name="connsiteY27" fmla="*/ 1321436 h 1400175"/>
                <a:gd name="connsiteX28" fmla="*/ 1480661 w 1943100"/>
                <a:gd name="connsiteY28" fmla="*/ 1321436 h 1400175"/>
                <a:gd name="connsiteX29" fmla="*/ 1480661 w 1943100"/>
                <a:gd name="connsiteY29" fmla="*/ 1169036 h 1400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943100" h="1400175">
                  <a:moveTo>
                    <a:pt x="770096" y="250826"/>
                  </a:moveTo>
                  <a:lnTo>
                    <a:pt x="76676" y="12701"/>
                  </a:lnTo>
                  <a:cubicBezTo>
                    <a:pt x="65246" y="6986"/>
                    <a:pt x="51911" y="5080"/>
                    <a:pt x="39529" y="9843"/>
                  </a:cubicBezTo>
                  <a:cubicBezTo>
                    <a:pt x="27146" y="13653"/>
                    <a:pt x="16669" y="22226"/>
                    <a:pt x="10954" y="33655"/>
                  </a:cubicBezTo>
                  <a:cubicBezTo>
                    <a:pt x="9049" y="38418"/>
                    <a:pt x="7144" y="43180"/>
                    <a:pt x="7144" y="48896"/>
                  </a:cubicBezTo>
                  <a:cubicBezTo>
                    <a:pt x="8096" y="66041"/>
                    <a:pt x="18574" y="81280"/>
                    <a:pt x="34766" y="86996"/>
                  </a:cubicBezTo>
                  <a:lnTo>
                    <a:pt x="775811" y="393701"/>
                  </a:lnTo>
                  <a:cubicBezTo>
                    <a:pt x="789146" y="399416"/>
                    <a:pt x="800576" y="407988"/>
                    <a:pt x="809149" y="420371"/>
                  </a:cubicBezTo>
                  <a:lnTo>
                    <a:pt x="856774" y="488951"/>
                  </a:lnTo>
                  <a:cubicBezTo>
                    <a:pt x="866299" y="501333"/>
                    <a:pt x="871061" y="517526"/>
                    <a:pt x="871061" y="532766"/>
                  </a:cubicBezTo>
                  <a:lnTo>
                    <a:pt x="871061" y="1397636"/>
                  </a:lnTo>
                  <a:lnTo>
                    <a:pt x="1937861" y="1397636"/>
                  </a:lnTo>
                  <a:lnTo>
                    <a:pt x="1937861" y="254636"/>
                  </a:lnTo>
                  <a:lnTo>
                    <a:pt x="794861" y="254636"/>
                  </a:lnTo>
                  <a:cubicBezTo>
                    <a:pt x="786289" y="254636"/>
                    <a:pt x="777716" y="253683"/>
                    <a:pt x="770096" y="250826"/>
                  </a:cubicBezTo>
                  <a:close/>
                  <a:moveTo>
                    <a:pt x="1709261" y="940436"/>
                  </a:moveTo>
                  <a:lnTo>
                    <a:pt x="1861661" y="940436"/>
                  </a:lnTo>
                  <a:lnTo>
                    <a:pt x="1861661" y="1092836"/>
                  </a:lnTo>
                  <a:lnTo>
                    <a:pt x="1709261" y="1092836"/>
                  </a:lnTo>
                  <a:lnTo>
                    <a:pt x="1709261" y="940436"/>
                  </a:lnTo>
                  <a:close/>
                  <a:moveTo>
                    <a:pt x="1709261" y="1169036"/>
                  </a:moveTo>
                  <a:lnTo>
                    <a:pt x="1861661" y="1169036"/>
                  </a:lnTo>
                  <a:lnTo>
                    <a:pt x="1861661" y="1321436"/>
                  </a:lnTo>
                  <a:lnTo>
                    <a:pt x="1709261" y="1321436"/>
                  </a:lnTo>
                  <a:lnTo>
                    <a:pt x="1709261" y="1169036"/>
                  </a:lnTo>
                  <a:close/>
                  <a:moveTo>
                    <a:pt x="1480661" y="1169036"/>
                  </a:moveTo>
                  <a:lnTo>
                    <a:pt x="1633061" y="1169036"/>
                  </a:lnTo>
                  <a:lnTo>
                    <a:pt x="1633061" y="1321436"/>
                  </a:lnTo>
                  <a:lnTo>
                    <a:pt x="1480661" y="1321436"/>
                  </a:lnTo>
                  <a:lnTo>
                    <a:pt x="1480661" y="11690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340CE8FA-373A-4474-8E2F-8AF02A4268F7}"/>
                </a:ext>
              </a:extLst>
            </p:cNvPr>
            <p:cNvSpPr/>
            <p:nvPr/>
          </p:nvSpPr>
          <p:spPr>
            <a:xfrm>
              <a:off x="4107656" y="1440656"/>
              <a:ext cx="4276725" cy="314325"/>
            </a:xfrm>
            <a:custGeom>
              <a:avLst/>
              <a:gdLst>
                <a:gd name="connsiteX0" fmla="*/ 4121944 w 4276725"/>
                <a:gd name="connsiteY0" fmla="*/ 311944 h 314325"/>
                <a:gd name="connsiteX1" fmla="*/ 4274344 w 4276725"/>
                <a:gd name="connsiteY1" fmla="*/ 159544 h 314325"/>
                <a:gd name="connsiteX2" fmla="*/ 4121944 w 4276725"/>
                <a:gd name="connsiteY2" fmla="*/ 7144 h 314325"/>
                <a:gd name="connsiteX3" fmla="*/ 159544 w 4276725"/>
                <a:gd name="connsiteY3" fmla="*/ 7144 h 314325"/>
                <a:gd name="connsiteX4" fmla="*/ 7144 w 4276725"/>
                <a:gd name="connsiteY4" fmla="*/ 159544 h 314325"/>
                <a:gd name="connsiteX5" fmla="*/ 159544 w 4276725"/>
                <a:gd name="connsiteY5" fmla="*/ 311944 h 314325"/>
                <a:gd name="connsiteX6" fmla="*/ 4121944 w 4276725"/>
                <a:gd name="connsiteY6" fmla="*/ 3119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76725" h="314325">
                  <a:moveTo>
                    <a:pt x="4121944" y="311944"/>
                  </a:moveTo>
                  <a:cubicBezTo>
                    <a:pt x="4205764" y="311944"/>
                    <a:pt x="4274344" y="243364"/>
                    <a:pt x="4274344" y="159544"/>
                  </a:cubicBezTo>
                  <a:cubicBezTo>
                    <a:pt x="4274344" y="75724"/>
                    <a:pt x="4205764" y="7144"/>
                    <a:pt x="4121944" y="7144"/>
                  </a:cubicBezTo>
                  <a:lnTo>
                    <a:pt x="159544" y="7144"/>
                  </a:lnTo>
                  <a:cubicBezTo>
                    <a:pt x="75724" y="7144"/>
                    <a:pt x="7144" y="75724"/>
                    <a:pt x="7144" y="159544"/>
                  </a:cubicBezTo>
                  <a:cubicBezTo>
                    <a:pt x="7144" y="243364"/>
                    <a:pt x="75724" y="311944"/>
                    <a:pt x="159544" y="311944"/>
                  </a:cubicBezTo>
                  <a:lnTo>
                    <a:pt x="4121944" y="311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BFC50C7A-34C1-418B-B018-E5270FCF5BA9}"/>
                </a:ext>
              </a:extLst>
            </p:cNvPr>
            <p:cNvSpPr/>
            <p:nvPr/>
          </p:nvSpPr>
          <p:spPr>
            <a:xfrm>
              <a:off x="6118384" y="5631656"/>
              <a:ext cx="257175" cy="85725"/>
            </a:xfrm>
            <a:custGeom>
              <a:avLst/>
              <a:gdLst>
                <a:gd name="connsiteX0" fmla="*/ 32861 w 257175"/>
                <a:gd name="connsiteY0" fmla="*/ 7144 h 85725"/>
                <a:gd name="connsiteX1" fmla="*/ 7144 w 257175"/>
                <a:gd name="connsiteY1" fmla="*/ 83344 h 85725"/>
                <a:gd name="connsiteX2" fmla="*/ 252889 w 257175"/>
                <a:gd name="connsiteY2" fmla="*/ 83344 h 85725"/>
                <a:gd name="connsiteX3" fmla="*/ 227171 w 257175"/>
                <a:gd name="connsiteY3" fmla="*/ 7144 h 85725"/>
                <a:gd name="connsiteX4" fmla="*/ 32861 w 257175"/>
                <a:gd name="connsiteY4" fmla="*/ 71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175" h="85725">
                  <a:moveTo>
                    <a:pt x="32861" y="7144"/>
                  </a:moveTo>
                  <a:lnTo>
                    <a:pt x="7144" y="83344"/>
                  </a:lnTo>
                  <a:lnTo>
                    <a:pt x="252889" y="83344"/>
                  </a:lnTo>
                  <a:lnTo>
                    <a:pt x="227171" y="7144"/>
                  </a:lnTo>
                  <a:lnTo>
                    <a:pt x="32861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36359BCE-47A9-4728-A22B-7C346B01B793}"/>
                </a:ext>
              </a:extLst>
            </p:cNvPr>
            <p:cNvSpPr/>
            <p:nvPr/>
          </p:nvSpPr>
          <p:spPr>
            <a:xfrm>
              <a:off x="4488329" y="2127036"/>
              <a:ext cx="1685925" cy="1685925"/>
            </a:xfrm>
            <a:custGeom>
              <a:avLst/>
              <a:gdLst>
                <a:gd name="connsiteX0" fmla="*/ 1469559 w 1685925"/>
                <a:gd name="connsiteY0" fmla="*/ 286599 h 1685925"/>
                <a:gd name="connsiteX1" fmla="*/ 875199 w 1685925"/>
                <a:gd name="connsiteY1" fmla="*/ 534249 h 1685925"/>
                <a:gd name="connsiteX2" fmla="*/ 816144 w 1685925"/>
                <a:gd name="connsiteY2" fmla="*/ 393279 h 1685925"/>
                <a:gd name="connsiteX3" fmla="*/ 1344781 w 1685925"/>
                <a:gd name="connsiteY3" fmla="*/ 173252 h 1685925"/>
                <a:gd name="connsiteX4" fmla="*/ 377994 w 1685925"/>
                <a:gd name="connsiteY4" fmla="*/ 149439 h 1685925"/>
                <a:gd name="connsiteX5" fmla="*/ 33189 w 1685925"/>
                <a:gd name="connsiteY5" fmla="*/ 1052409 h 1685925"/>
                <a:gd name="connsiteX6" fmla="*/ 769471 w 1685925"/>
                <a:gd name="connsiteY6" fmla="*/ 1679154 h 1685925"/>
                <a:gd name="connsiteX7" fmla="*/ 769471 w 1685925"/>
                <a:gd name="connsiteY7" fmla="*/ 844764 h 1685925"/>
                <a:gd name="connsiteX8" fmla="*/ 845671 w 1685925"/>
                <a:gd name="connsiteY8" fmla="*/ 768564 h 1685925"/>
                <a:gd name="connsiteX9" fmla="*/ 1680062 w 1685925"/>
                <a:gd name="connsiteY9" fmla="*/ 768564 h 1685925"/>
                <a:gd name="connsiteX10" fmla="*/ 1469559 w 1685925"/>
                <a:gd name="connsiteY10" fmla="*/ 286599 h 168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85925" h="1685925">
                  <a:moveTo>
                    <a:pt x="1469559" y="286599"/>
                  </a:moveTo>
                  <a:lnTo>
                    <a:pt x="875199" y="534249"/>
                  </a:lnTo>
                  <a:lnTo>
                    <a:pt x="816144" y="393279"/>
                  </a:lnTo>
                  <a:lnTo>
                    <a:pt x="1344781" y="173252"/>
                  </a:lnTo>
                  <a:cubicBezTo>
                    <a:pt x="1059984" y="-39156"/>
                    <a:pt x="673269" y="-48681"/>
                    <a:pt x="377994" y="149439"/>
                  </a:cubicBezTo>
                  <a:cubicBezTo>
                    <a:pt x="83671" y="346607"/>
                    <a:pt x="-54441" y="708557"/>
                    <a:pt x="33189" y="1052409"/>
                  </a:cubicBezTo>
                  <a:cubicBezTo>
                    <a:pt x="120819" y="1396262"/>
                    <a:pt x="416094" y="1646769"/>
                    <a:pt x="769471" y="1679154"/>
                  </a:cubicBezTo>
                  <a:lnTo>
                    <a:pt x="769471" y="844764"/>
                  </a:lnTo>
                  <a:cubicBezTo>
                    <a:pt x="769471" y="802854"/>
                    <a:pt x="803761" y="768564"/>
                    <a:pt x="845671" y="768564"/>
                  </a:cubicBezTo>
                  <a:lnTo>
                    <a:pt x="1680062" y="768564"/>
                  </a:lnTo>
                  <a:cubicBezTo>
                    <a:pt x="1663869" y="589494"/>
                    <a:pt x="1589574" y="419949"/>
                    <a:pt x="1469559" y="2865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B640A12-33A9-4937-BB75-002CD539A598}"/>
                </a:ext>
              </a:extLst>
            </p:cNvPr>
            <p:cNvSpPr/>
            <p:nvPr/>
          </p:nvSpPr>
          <p:spPr>
            <a:xfrm>
              <a:off x="5403056" y="3039904"/>
              <a:ext cx="771525" cy="771525"/>
            </a:xfrm>
            <a:custGeom>
              <a:avLst/>
              <a:gdLst>
                <a:gd name="connsiteX0" fmla="*/ 7144 w 771525"/>
                <a:gd name="connsiteY0" fmla="*/ 8096 h 771525"/>
                <a:gd name="connsiteX1" fmla="*/ 7144 w 771525"/>
                <a:gd name="connsiteY1" fmla="*/ 766286 h 771525"/>
                <a:gd name="connsiteX2" fmla="*/ 357664 w 771525"/>
                <a:gd name="connsiteY2" fmla="*/ 651986 h 771525"/>
                <a:gd name="connsiteX3" fmla="*/ 170974 w 771525"/>
                <a:gd name="connsiteY3" fmla="*/ 352901 h 771525"/>
                <a:gd name="connsiteX4" fmla="*/ 300514 w 771525"/>
                <a:gd name="connsiteY4" fmla="*/ 271939 h 771525"/>
                <a:gd name="connsiteX5" fmla="*/ 481489 w 771525"/>
                <a:gd name="connsiteY5" fmla="*/ 561499 h 771525"/>
                <a:gd name="connsiteX6" fmla="*/ 765334 w 771525"/>
                <a:gd name="connsiteY6" fmla="*/ 7144 h 771525"/>
                <a:gd name="connsiteX7" fmla="*/ 7144 w 771525"/>
                <a:gd name="connsiteY7" fmla="*/ 7144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1525" h="771525">
                  <a:moveTo>
                    <a:pt x="7144" y="8096"/>
                  </a:moveTo>
                  <a:lnTo>
                    <a:pt x="7144" y="766286"/>
                  </a:lnTo>
                  <a:cubicBezTo>
                    <a:pt x="130969" y="754856"/>
                    <a:pt x="250984" y="715804"/>
                    <a:pt x="357664" y="651986"/>
                  </a:cubicBezTo>
                  <a:lnTo>
                    <a:pt x="170974" y="352901"/>
                  </a:lnTo>
                  <a:lnTo>
                    <a:pt x="300514" y="271939"/>
                  </a:lnTo>
                  <a:lnTo>
                    <a:pt x="481489" y="561499"/>
                  </a:lnTo>
                  <a:cubicBezTo>
                    <a:pt x="643414" y="420529"/>
                    <a:pt x="745331" y="221456"/>
                    <a:pt x="765334" y="7144"/>
                  </a:cubicBez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6F1BA3-FF3D-43E7-9540-76DC737231C9}"/>
                </a:ext>
              </a:extLst>
            </p:cNvPr>
            <p:cNvSpPr/>
            <p:nvPr/>
          </p:nvSpPr>
          <p:spPr>
            <a:xfrm>
              <a:off x="6165056" y="5250656"/>
              <a:ext cx="161925" cy="314325"/>
            </a:xfrm>
            <a:custGeom>
              <a:avLst/>
              <a:gdLst>
                <a:gd name="connsiteX0" fmla="*/ 7144 w 161925"/>
                <a:gd name="connsiteY0" fmla="*/ 7144 h 314325"/>
                <a:gd name="connsiteX1" fmla="*/ 159544 w 161925"/>
                <a:gd name="connsiteY1" fmla="*/ 7144 h 314325"/>
                <a:gd name="connsiteX2" fmla="*/ 159544 w 161925"/>
                <a:gd name="connsiteY2" fmla="*/ 311944 h 314325"/>
                <a:gd name="connsiteX3" fmla="*/ 7144 w 161925"/>
                <a:gd name="connsiteY3" fmla="*/ 311944 h 314325"/>
                <a:gd name="connsiteX4" fmla="*/ 7144 w 161925"/>
                <a:gd name="connsiteY4" fmla="*/ 71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3143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311944"/>
                  </a:lnTo>
                  <a:lnTo>
                    <a:pt x="7144" y="3119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75" name="Graphic 44">
            <a:extLst>
              <a:ext uri="{FF2B5EF4-FFF2-40B4-BE49-F238E27FC236}">
                <a16:creationId xmlns:a16="http://schemas.microsoft.com/office/drawing/2014/main" id="{125B14DF-DC91-4A1B-B4D8-2C7C83EC895C}"/>
              </a:ext>
            </a:extLst>
          </p:cNvPr>
          <p:cNvGrpSpPr>
            <a:grpSpLocks noChangeAspect="1"/>
          </p:cNvGrpSpPr>
          <p:nvPr/>
        </p:nvGrpSpPr>
        <p:grpSpPr>
          <a:xfrm>
            <a:off x="5328051" y="1386598"/>
            <a:ext cx="502920" cy="502920"/>
            <a:chOff x="4114800" y="1447800"/>
            <a:chExt cx="4267200" cy="4267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2B7A1FB4-8551-4A25-BFCF-CA0C0492064E}"/>
                </a:ext>
              </a:extLst>
            </p:cNvPr>
            <p:cNvSpPr/>
            <p:nvPr/>
          </p:nvSpPr>
          <p:spPr>
            <a:xfrm>
              <a:off x="6012656" y="3650456"/>
              <a:ext cx="466725" cy="619125"/>
            </a:xfrm>
            <a:custGeom>
              <a:avLst/>
              <a:gdLst>
                <a:gd name="connsiteX0" fmla="*/ 464344 w 466725"/>
                <a:gd name="connsiteY0" fmla="*/ 311944 h 619125"/>
                <a:gd name="connsiteX1" fmla="*/ 235744 w 466725"/>
                <a:gd name="connsiteY1" fmla="*/ 7144 h 619125"/>
                <a:gd name="connsiteX2" fmla="*/ 7144 w 466725"/>
                <a:gd name="connsiteY2" fmla="*/ 311944 h 619125"/>
                <a:gd name="connsiteX3" fmla="*/ 235744 w 466725"/>
                <a:gd name="connsiteY3" fmla="*/ 616744 h 619125"/>
                <a:gd name="connsiteX4" fmla="*/ 464344 w 466725"/>
                <a:gd name="connsiteY4" fmla="*/ 311944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619125">
                  <a:moveTo>
                    <a:pt x="464344" y="311944"/>
                  </a:moveTo>
                  <a:cubicBezTo>
                    <a:pt x="464344" y="143351"/>
                    <a:pt x="362426" y="7144"/>
                    <a:pt x="235744" y="7144"/>
                  </a:cubicBezTo>
                  <a:cubicBezTo>
                    <a:pt x="109061" y="7144"/>
                    <a:pt x="7144" y="143351"/>
                    <a:pt x="7144" y="311944"/>
                  </a:cubicBezTo>
                  <a:cubicBezTo>
                    <a:pt x="7144" y="480536"/>
                    <a:pt x="109061" y="616744"/>
                    <a:pt x="235744" y="616744"/>
                  </a:cubicBezTo>
                  <a:cubicBezTo>
                    <a:pt x="362426" y="616744"/>
                    <a:pt x="464344" y="480536"/>
                    <a:pt x="464344" y="3119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1AF978D7-3651-45BB-A8F5-6E29158D0EDF}"/>
                </a:ext>
              </a:extLst>
            </p:cNvPr>
            <p:cNvSpPr/>
            <p:nvPr/>
          </p:nvSpPr>
          <p:spPr>
            <a:xfrm>
              <a:off x="5784056" y="1440656"/>
              <a:ext cx="923925" cy="923925"/>
            </a:xfrm>
            <a:custGeom>
              <a:avLst/>
              <a:gdLst>
                <a:gd name="connsiteX0" fmla="*/ 143351 w 923925"/>
                <a:gd name="connsiteY0" fmla="*/ 584359 h 923925"/>
                <a:gd name="connsiteX1" fmla="*/ 151924 w 923925"/>
                <a:gd name="connsiteY1" fmla="*/ 606266 h 923925"/>
                <a:gd name="connsiteX2" fmla="*/ 154781 w 923925"/>
                <a:gd name="connsiteY2" fmla="*/ 662464 h 923925"/>
                <a:gd name="connsiteX3" fmla="*/ 119539 w 923925"/>
                <a:gd name="connsiteY3" fmla="*/ 767239 h 923925"/>
                <a:gd name="connsiteX4" fmla="*/ 160496 w 923925"/>
                <a:gd name="connsiteY4" fmla="*/ 808196 h 923925"/>
                <a:gd name="connsiteX5" fmla="*/ 265271 w 923925"/>
                <a:gd name="connsiteY5" fmla="*/ 772954 h 923925"/>
                <a:gd name="connsiteX6" fmla="*/ 321469 w 923925"/>
                <a:gd name="connsiteY6" fmla="*/ 775811 h 923925"/>
                <a:gd name="connsiteX7" fmla="*/ 343376 w 923925"/>
                <a:gd name="connsiteY7" fmla="*/ 784384 h 923925"/>
                <a:gd name="connsiteX8" fmla="*/ 385286 w 923925"/>
                <a:gd name="connsiteY8" fmla="*/ 821531 h 923925"/>
                <a:gd name="connsiteX9" fmla="*/ 434816 w 923925"/>
                <a:gd name="connsiteY9" fmla="*/ 920591 h 923925"/>
                <a:gd name="connsiteX10" fmla="*/ 492919 w 923925"/>
                <a:gd name="connsiteY10" fmla="*/ 920591 h 923925"/>
                <a:gd name="connsiteX11" fmla="*/ 542449 w 923925"/>
                <a:gd name="connsiteY11" fmla="*/ 821531 h 923925"/>
                <a:gd name="connsiteX12" fmla="*/ 584359 w 923925"/>
                <a:gd name="connsiteY12" fmla="*/ 784384 h 923925"/>
                <a:gd name="connsiteX13" fmla="*/ 606266 w 923925"/>
                <a:gd name="connsiteY13" fmla="*/ 775811 h 923925"/>
                <a:gd name="connsiteX14" fmla="*/ 662464 w 923925"/>
                <a:gd name="connsiteY14" fmla="*/ 772954 h 923925"/>
                <a:gd name="connsiteX15" fmla="*/ 767239 w 923925"/>
                <a:gd name="connsiteY15" fmla="*/ 808196 h 923925"/>
                <a:gd name="connsiteX16" fmla="*/ 808196 w 923925"/>
                <a:gd name="connsiteY16" fmla="*/ 767239 h 923925"/>
                <a:gd name="connsiteX17" fmla="*/ 772954 w 923925"/>
                <a:gd name="connsiteY17" fmla="*/ 662464 h 923925"/>
                <a:gd name="connsiteX18" fmla="*/ 775811 w 923925"/>
                <a:gd name="connsiteY18" fmla="*/ 606266 h 923925"/>
                <a:gd name="connsiteX19" fmla="*/ 784384 w 923925"/>
                <a:gd name="connsiteY19" fmla="*/ 584359 h 923925"/>
                <a:gd name="connsiteX20" fmla="*/ 821531 w 923925"/>
                <a:gd name="connsiteY20" fmla="*/ 542449 h 923925"/>
                <a:gd name="connsiteX21" fmla="*/ 920591 w 923925"/>
                <a:gd name="connsiteY21" fmla="*/ 492919 h 923925"/>
                <a:gd name="connsiteX22" fmla="*/ 920591 w 923925"/>
                <a:gd name="connsiteY22" fmla="*/ 434816 h 923925"/>
                <a:gd name="connsiteX23" fmla="*/ 821531 w 923925"/>
                <a:gd name="connsiteY23" fmla="*/ 385286 h 923925"/>
                <a:gd name="connsiteX24" fmla="*/ 784384 w 923925"/>
                <a:gd name="connsiteY24" fmla="*/ 343376 h 923925"/>
                <a:gd name="connsiteX25" fmla="*/ 775811 w 923925"/>
                <a:gd name="connsiteY25" fmla="*/ 321469 h 923925"/>
                <a:gd name="connsiteX26" fmla="*/ 772954 w 923925"/>
                <a:gd name="connsiteY26" fmla="*/ 266224 h 923925"/>
                <a:gd name="connsiteX27" fmla="*/ 808196 w 923925"/>
                <a:gd name="connsiteY27" fmla="*/ 161449 h 923925"/>
                <a:gd name="connsiteX28" fmla="*/ 767239 w 923925"/>
                <a:gd name="connsiteY28" fmla="*/ 120491 h 923925"/>
                <a:gd name="connsiteX29" fmla="*/ 662464 w 923925"/>
                <a:gd name="connsiteY29" fmla="*/ 155734 h 923925"/>
                <a:gd name="connsiteX30" fmla="*/ 606266 w 923925"/>
                <a:gd name="connsiteY30" fmla="*/ 152876 h 923925"/>
                <a:gd name="connsiteX31" fmla="*/ 584359 w 923925"/>
                <a:gd name="connsiteY31" fmla="*/ 144304 h 923925"/>
                <a:gd name="connsiteX32" fmla="*/ 542449 w 923925"/>
                <a:gd name="connsiteY32" fmla="*/ 107156 h 923925"/>
                <a:gd name="connsiteX33" fmla="*/ 493871 w 923925"/>
                <a:gd name="connsiteY33" fmla="*/ 7144 h 923925"/>
                <a:gd name="connsiteX34" fmla="*/ 435769 w 923925"/>
                <a:gd name="connsiteY34" fmla="*/ 7144 h 923925"/>
                <a:gd name="connsiteX35" fmla="*/ 386239 w 923925"/>
                <a:gd name="connsiteY35" fmla="*/ 106204 h 923925"/>
                <a:gd name="connsiteX36" fmla="*/ 344329 w 923925"/>
                <a:gd name="connsiteY36" fmla="*/ 143351 h 923925"/>
                <a:gd name="connsiteX37" fmla="*/ 322421 w 923925"/>
                <a:gd name="connsiteY37" fmla="*/ 151924 h 923925"/>
                <a:gd name="connsiteX38" fmla="*/ 266224 w 923925"/>
                <a:gd name="connsiteY38" fmla="*/ 154781 h 923925"/>
                <a:gd name="connsiteX39" fmla="*/ 161449 w 923925"/>
                <a:gd name="connsiteY39" fmla="*/ 119539 h 923925"/>
                <a:gd name="connsiteX40" fmla="*/ 120491 w 923925"/>
                <a:gd name="connsiteY40" fmla="*/ 160496 h 923925"/>
                <a:gd name="connsiteX41" fmla="*/ 155734 w 923925"/>
                <a:gd name="connsiteY41" fmla="*/ 265271 h 923925"/>
                <a:gd name="connsiteX42" fmla="*/ 152876 w 923925"/>
                <a:gd name="connsiteY42" fmla="*/ 321469 h 923925"/>
                <a:gd name="connsiteX43" fmla="*/ 144304 w 923925"/>
                <a:gd name="connsiteY43" fmla="*/ 343376 h 923925"/>
                <a:gd name="connsiteX44" fmla="*/ 107156 w 923925"/>
                <a:gd name="connsiteY44" fmla="*/ 385286 h 923925"/>
                <a:gd name="connsiteX45" fmla="*/ 7144 w 923925"/>
                <a:gd name="connsiteY45" fmla="*/ 434816 h 923925"/>
                <a:gd name="connsiteX46" fmla="*/ 7144 w 923925"/>
                <a:gd name="connsiteY46" fmla="*/ 492919 h 923925"/>
                <a:gd name="connsiteX47" fmla="*/ 106204 w 923925"/>
                <a:gd name="connsiteY47" fmla="*/ 542449 h 923925"/>
                <a:gd name="connsiteX48" fmla="*/ 143351 w 923925"/>
                <a:gd name="connsiteY48" fmla="*/ 584359 h 923925"/>
                <a:gd name="connsiteX49" fmla="*/ 464344 w 923925"/>
                <a:gd name="connsiteY49" fmla="*/ 235744 h 923925"/>
                <a:gd name="connsiteX50" fmla="*/ 692944 w 923925"/>
                <a:gd name="connsiteY50" fmla="*/ 464344 h 923925"/>
                <a:gd name="connsiteX51" fmla="*/ 464344 w 923925"/>
                <a:gd name="connsiteY51" fmla="*/ 692944 h 923925"/>
                <a:gd name="connsiteX52" fmla="*/ 235744 w 923925"/>
                <a:gd name="connsiteY52" fmla="*/ 464344 h 923925"/>
                <a:gd name="connsiteX53" fmla="*/ 464344 w 923925"/>
                <a:gd name="connsiteY53" fmla="*/ 235744 h 923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923925" h="923925">
                  <a:moveTo>
                    <a:pt x="143351" y="584359"/>
                  </a:moveTo>
                  <a:cubicBezTo>
                    <a:pt x="146209" y="591979"/>
                    <a:pt x="149066" y="598646"/>
                    <a:pt x="151924" y="606266"/>
                  </a:cubicBezTo>
                  <a:cubicBezTo>
                    <a:pt x="159544" y="623411"/>
                    <a:pt x="161449" y="643414"/>
                    <a:pt x="154781" y="662464"/>
                  </a:cubicBezTo>
                  <a:lnTo>
                    <a:pt x="119539" y="767239"/>
                  </a:lnTo>
                  <a:lnTo>
                    <a:pt x="160496" y="808196"/>
                  </a:lnTo>
                  <a:lnTo>
                    <a:pt x="265271" y="772954"/>
                  </a:lnTo>
                  <a:cubicBezTo>
                    <a:pt x="283369" y="767239"/>
                    <a:pt x="303371" y="768191"/>
                    <a:pt x="321469" y="775811"/>
                  </a:cubicBezTo>
                  <a:cubicBezTo>
                    <a:pt x="328136" y="778669"/>
                    <a:pt x="335756" y="781526"/>
                    <a:pt x="343376" y="784384"/>
                  </a:cubicBezTo>
                  <a:cubicBezTo>
                    <a:pt x="361474" y="791051"/>
                    <a:pt x="375761" y="804386"/>
                    <a:pt x="385286" y="821531"/>
                  </a:cubicBezTo>
                  <a:lnTo>
                    <a:pt x="434816" y="920591"/>
                  </a:lnTo>
                  <a:lnTo>
                    <a:pt x="492919" y="920591"/>
                  </a:lnTo>
                  <a:lnTo>
                    <a:pt x="542449" y="821531"/>
                  </a:lnTo>
                  <a:cubicBezTo>
                    <a:pt x="551021" y="804386"/>
                    <a:pt x="566261" y="791051"/>
                    <a:pt x="584359" y="784384"/>
                  </a:cubicBezTo>
                  <a:cubicBezTo>
                    <a:pt x="591979" y="781526"/>
                    <a:pt x="598646" y="778669"/>
                    <a:pt x="606266" y="775811"/>
                  </a:cubicBezTo>
                  <a:cubicBezTo>
                    <a:pt x="623411" y="768191"/>
                    <a:pt x="643414" y="767239"/>
                    <a:pt x="662464" y="772954"/>
                  </a:cubicBezTo>
                  <a:lnTo>
                    <a:pt x="767239" y="808196"/>
                  </a:lnTo>
                  <a:lnTo>
                    <a:pt x="808196" y="767239"/>
                  </a:lnTo>
                  <a:lnTo>
                    <a:pt x="772954" y="662464"/>
                  </a:lnTo>
                  <a:cubicBezTo>
                    <a:pt x="767239" y="644366"/>
                    <a:pt x="768191" y="624364"/>
                    <a:pt x="775811" y="606266"/>
                  </a:cubicBezTo>
                  <a:cubicBezTo>
                    <a:pt x="778669" y="599599"/>
                    <a:pt x="781526" y="591979"/>
                    <a:pt x="784384" y="584359"/>
                  </a:cubicBezTo>
                  <a:cubicBezTo>
                    <a:pt x="791051" y="566261"/>
                    <a:pt x="804386" y="551974"/>
                    <a:pt x="821531" y="542449"/>
                  </a:cubicBezTo>
                  <a:lnTo>
                    <a:pt x="920591" y="492919"/>
                  </a:lnTo>
                  <a:lnTo>
                    <a:pt x="920591" y="434816"/>
                  </a:lnTo>
                  <a:lnTo>
                    <a:pt x="821531" y="385286"/>
                  </a:lnTo>
                  <a:cubicBezTo>
                    <a:pt x="804386" y="376714"/>
                    <a:pt x="791051" y="361474"/>
                    <a:pt x="784384" y="343376"/>
                  </a:cubicBezTo>
                  <a:cubicBezTo>
                    <a:pt x="781526" y="335756"/>
                    <a:pt x="778669" y="328136"/>
                    <a:pt x="775811" y="321469"/>
                  </a:cubicBezTo>
                  <a:cubicBezTo>
                    <a:pt x="768191" y="304324"/>
                    <a:pt x="767239" y="284321"/>
                    <a:pt x="772954" y="266224"/>
                  </a:cubicBezTo>
                  <a:lnTo>
                    <a:pt x="808196" y="161449"/>
                  </a:lnTo>
                  <a:lnTo>
                    <a:pt x="767239" y="120491"/>
                  </a:lnTo>
                  <a:lnTo>
                    <a:pt x="662464" y="155734"/>
                  </a:lnTo>
                  <a:cubicBezTo>
                    <a:pt x="644366" y="161449"/>
                    <a:pt x="624364" y="160496"/>
                    <a:pt x="606266" y="152876"/>
                  </a:cubicBezTo>
                  <a:cubicBezTo>
                    <a:pt x="599599" y="150019"/>
                    <a:pt x="591979" y="147161"/>
                    <a:pt x="584359" y="144304"/>
                  </a:cubicBezTo>
                  <a:cubicBezTo>
                    <a:pt x="566261" y="137636"/>
                    <a:pt x="551021" y="124301"/>
                    <a:pt x="542449" y="107156"/>
                  </a:cubicBezTo>
                  <a:lnTo>
                    <a:pt x="493871" y="7144"/>
                  </a:lnTo>
                  <a:lnTo>
                    <a:pt x="435769" y="7144"/>
                  </a:lnTo>
                  <a:lnTo>
                    <a:pt x="386239" y="106204"/>
                  </a:lnTo>
                  <a:cubicBezTo>
                    <a:pt x="377666" y="123349"/>
                    <a:pt x="362426" y="136684"/>
                    <a:pt x="344329" y="143351"/>
                  </a:cubicBezTo>
                  <a:cubicBezTo>
                    <a:pt x="336709" y="146209"/>
                    <a:pt x="330041" y="149066"/>
                    <a:pt x="322421" y="151924"/>
                  </a:cubicBezTo>
                  <a:cubicBezTo>
                    <a:pt x="305276" y="159544"/>
                    <a:pt x="285274" y="160496"/>
                    <a:pt x="266224" y="154781"/>
                  </a:cubicBezTo>
                  <a:lnTo>
                    <a:pt x="161449" y="119539"/>
                  </a:lnTo>
                  <a:lnTo>
                    <a:pt x="120491" y="160496"/>
                  </a:lnTo>
                  <a:lnTo>
                    <a:pt x="155734" y="265271"/>
                  </a:lnTo>
                  <a:cubicBezTo>
                    <a:pt x="161449" y="283369"/>
                    <a:pt x="160496" y="303371"/>
                    <a:pt x="152876" y="321469"/>
                  </a:cubicBezTo>
                  <a:cubicBezTo>
                    <a:pt x="150019" y="328136"/>
                    <a:pt x="147161" y="335756"/>
                    <a:pt x="144304" y="343376"/>
                  </a:cubicBezTo>
                  <a:cubicBezTo>
                    <a:pt x="137636" y="361474"/>
                    <a:pt x="124301" y="376714"/>
                    <a:pt x="107156" y="385286"/>
                  </a:cubicBezTo>
                  <a:lnTo>
                    <a:pt x="7144" y="434816"/>
                  </a:lnTo>
                  <a:lnTo>
                    <a:pt x="7144" y="492919"/>
                  </a:lnTo>
                  <a:lnTo>
                    <a:pt x="106204" y="542449"/>
                  </a:lnTo>
                  <a:cubicBezTo>
                    <a:pt x="123349" y="551974"/>
                    <a:pt x="136684" y="566261"/>
                    <a:pt x="143351" y="584359"/>
                  </a:cubicBezTo>
                  <a:close/>
                  <a:moveTo>
                    <a:pt x="464344" y="235744"/>
                  </a:moveTo>
                  <a:cubicBezTo>
                    <a:pt x="591026" y="235744"/>
                    <a:pt x="692944" y="337661"/>
                    <a:pt x="692944" y="464344"/>
                  </a:cubicBezTo>
                  <a:cubicBezTo>
                    <a:pt x="692944" y="591026"/>
                    <a:pt x="591026" y="692944"/>
                    <a:pt x="464344" y="692944"/>
                  </a:cubicBezTo>
                  <a:cubicBezTo>
                    <a:pt x="337661" y="692944"/>
                    <a:pt x="235744" y="591026"/>
                    <a:pt x="235744" y="464344"/>
                  </a:cubicBezTo>
                  <a:cubicBezTo>
                    <a:pt x="235744" y="337661"/>
                    <a:pt x="337661" y="235744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230156F-6878-4230-9885-BEA6642252AF}"/>
                </a:ext>
              </a:extLst>
            </p:cNvPr>
            <p:cNvSpPr/>
            <p:nvPr/>
          </p:nvSpPr>
          <p:spPr>
            <a:xfrm>
              <a:off x="6165056" y="1821656"/>
              <a:ext cx="161925" cy="161925"/>
            </a:xfrm>
            <a:custGeom>
              <a:avLst/>
              <a:gdLst>
                <a:gd name="connsiteX0" fmla="*/ 159544 w 161925"/>
                <a:gd name="connsiteY0" fmla="*/ 83344 h 161925"/>
                <a:gd name="connsiteX1" fmla="*/ 83344 w 161925"/>
                <a:gd name="connsiteY1" fmla="*/ 159544 h 161925"/>
                <a:gd name="connsiteX2" fmla="*/ 7144 w 161925"/>
                <a:gd name="connsiteY2" fmla="*/ 83344 h 161925"/>
                <a:gd name="connsiteX3" fmla="*/ 83344 w 161925"/>
                <a:gd name="connsiteY3" fmla="*/ 7144 h 161925"/>
                <a:gd name="connsiteX4" fmla="*/ 159544 w 161925"/>
                <a:gd name="connsiteY4" fmla="*/ 833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159544" y="83344"/>
                  </a:moveTo>
                  <a:cubicBezTo>
                    <a:pt x="159544" y="125254"/>
                    <a:pt x="125254" y="159544"/>
                    <a:pt x="83344" y="159544"/>
                  </a:cubicBezTo>
                  <a:cubicBezTo>
                    <a:pt x="41434" y="159544"/>
                    <a:pt x="7144" y="125254"/>
                    <a:pt x="7144" y="83344"/>
                  </a:cubicBezTo>
                  <a:cubicBezTo>
                    <a:pt x="7144" y="41434"/>
                    <a:pt x="41434" y="7144"/>
                    <a:pt x="83344" y="7144"/>
                  </a:cubicBezTo>
                  <a:cubicBezTo>
                    <a:pt x="125254" y="7144"/>
                    <a:pt x="159544" y="41434"/>
                    <a:pt x="159544" y="83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3ECED3DC-1C41-4F79-ACB5-AD8AA562151C}"/>
                </a:ext>
              </a:extLst>
            </p:cNvPr>
            <p:cNvSpPr/>
            <p:nvPr/>
          </p:nvSpPr>
          <p:spPr>
            <a:xfrm>
              <a:off x="4843939" y="4316397"/>
              <a:ext cx="2800350" cy="1400175"/>
            </a:xfrm>
            <a:custGeom>
              <a:avLst/>
              <a:gdLst>
                <a:gd name="connsiteX0" fmla="*/ 2736056 w 2800350"/>
                <a:gd name="connsiteY0" fmla="*/ 10810 h 1400175"/>
                <a:gd name="connsiteX1" fmla="*/ 2038826 w 2800350"/>
                <a:gd name="connsiteY1" fmla="*/ 250840 h 1400175"/>
                <a:gd name="connsiteX2" fmla="*/ 2014061 w 2800350"/>
                <a:gd name="connsiteY2" fmla="*/ 254650 h 1400175"/>
                <a:gd name="connsiteX3" fmla="*/ 794861 w 2800350"/>
                <a:gd name="connsiteY3" fmla="*/ 254650 h 1400175"/>
                <a:gd name="connsiteX4" fmla="*/ 770096 w 2800350"/>
                <a:gd name="connsiteY4" fmla="*/ 250840 h 1400175"/>
                <a:gd name="connsiteX5" fmla="*/ 76676 w 2800350"/>
                <a:gd name="connsiteY5" fmla="*/ 12715 h 1400175"/>
                <a:gd name="connsiteX6" fmla="*/ 10954 w 2800350"/>
                <a:gd name="connsiteY6" fmla="*/ 33671 h 1400175"/>
                <a:gd name="connsiteX7" fmla="*/ 7144 w 2800350"/>
                <a:gd name="connsiteY7" fmla="*/ 48910 h 1400175"/>
                <a:gd name="connsiteX8" fmla="*/ 34766 w 2800350"/>
                <a:gd name="connsiteY8" fmla="*/ 87010 h 1400175"/>
                <a:gd name="connsiteX9" fmla="*/ 775811 w 2800350"/>
                <a:gd name="connsiteY9" fmla="*/ 393715 h 1400175"/>
                <a:gd name="connsiteX10" fmla="*/ 809149 w 2800350"/>
                <a:gd name="connsiteY10" fmla="*/ 420385 h 1400175"/>
                <a:gd name="connsiteX11" fmla="*/ 856774 w 2800350"/>
                <a:gd name="connsiteY11" fmla="*/ 488965 h 1400175"/>
                <a:gd name="connsiteX12" fmla="*/ 871061 w 2800350"/>
                <a:gd name="connsiteY12" fmla="*/ 532781 h 1400175"/>
                <a:gd name="connsiteX13" fmla="*/ 871061 w 2800350"/>
                <a:gd name="connsiteY13" fmla="*/ 1398603 h 1400175"/>
                <a:gd name="connsiteX14" fmla="*/ 1937861 w 2800350"/>
                <a:gd name="connsiteY14" fmla="*/ 1398603 h 1400175"/>
                <a:gd name="connsiteX15" fmla="*/ 1937861 w 2800350"/>
                <a:gd name="connsiteY15" fmla="*/ 532781 h 1400175"/>
                <a:gd name="connsiteX16" fmla="*/ 1952149 w 2800350"/>
                <a:gd name="connsiteY16" fmla="*/ 488965 h 1400175"/>
                <a:gd name="connsiteX17" fmla="*/ 1999774 w 2800350"/>
                <a:gd name="connsiteY17" fmla="*/ 420385 h 1400175"/>
                <a:gd name="connsiteX18" fmla="*/ 2033111 w 2800350"/>
                <a:gd name="connsiteY18" fmla="*/ 393715 h 1400175"/>
                <a:gd name="connsiteX19" fmla="*/ 2774156 w 2800350"/>
                <a:gd name="connsiteY19" fmla="*/ 87010 h 1400175"/>
                <a:gd name="connsiteX20" fmla="*/ 2798921 w 2800350"/>
                <a:gd name="connsiteY20" fmla="*/ 63198 h 1400175"/>
                <a:gd name="connsiteX21" fmla="*/ 2797969 w 2800350"/>
                <a:gd name="connsiteY21" fmla="*/ 33671 h 1400175"/>
                <a:gd name="connsiteX22" fmla="*/ 2736056 w 2800350"/>
                <a:gd name="connsiteY22" fmla="*/ 10810 h 1400175"/>
                <a:gd name="connsiteX23" fmla="*/ 1633061 w 2800350"/>
                <a:gd name="connsiteY23" fmla="*/ 1322403 h 1400175"/>
                <a:gd name="connsiteX24" fmla="*/ 1480661 w 2800350"/>
                <a:gd name="connsiteY24" fmla="*/ 1322403 h 1400175"/>
                <a:gd name="connsiteX25" fmla="*/ 1480661 w 2800350"/>
                <a:gd name="connsiteY25" fmla="*/ 1170003 h 1400175"/>
                <a:gd name="connsiteX26" fmla="*/ 1633061 w 2800350"/>
                <a:gd name="connsiteY26" fmla="*/ 1170003 h 1400175"/>
                <a:gd name="connsiteX27" fmla="*/ 1633061 w 2800350"/>
                <a:gd name="connsiteY27" fmla="*/ 1322403 h 1400175"/>
                <a:gd name="connsiteX28" fmla="*/ 1861661 w 2800350"/>
                <a:gd name="connsiteY28" fmla="*/ 1322403 h 1400175"/>
                <a:gd name="connsiteX29" fmla="*/ 1709261 w 2800350"/>
                <a:gd name="connsiteY29" fmla="*/ 1322403 h 1400175"/>
                <a:gd name="connsiteX30" fmla="*/ 1709261 w 2800350"/>
                <a:gd name="connsiteY30" fmla="*/ 1170003 h 1400175"/>
                <a:gd name="connsiteX31" fmla="*/ 1861661 w 2800350"/>
                <a:gd name="connsiteY31" fmla="*/ 1170003 h 1400175"/>
                <a:gd name="connsiteX32" fmla="*/ 1861661 w 2800350"/>
                <a:gd name="connsiteY32" fmla="*/ 1322403 h 1400175"/>
                <a:gd name="connsiteX33" fmla="*/ 1861661 w 2800350"/>
                <a:gd name="connsiteY33" fmla="*/ 1093803 h 1400175"/>
                <a:gd name="connsiteX34" fmla="*/ 1709261 w 2800350"/>
                <a:gd name="connsiteY34" fmla="*/ 1093803 h 1400175"/>
                <a:gd name="connsiteX35" fmla="*/ 1709261 w 2800350"/>
                <a:gd name="connsiteY35" fmla="*/ 941403 h 1400175"/>
                <a:gd name="connsiteX36" fmla="*/ 1861661 w 2800350"/>
                <a:gd name="connsiteY36" fmla="*/ 941403 h 1400175"/>
                <a:gd name="connsiteX37" fmla="*/ 1861661 w 2800350"/>
                <a:gd name="connsiteY37" fmla="*/ 1093803 h 1400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800350" h="1400175">
                  <a:moveTo>
                    <a:pt x="2736056" y="10810"/>
                  </a:moveTo>
                  <a:lnTo>
                    <a:pt x="2038826" y="250840"/>
                  </a:lnTo>
                  <a:cubicBezTo>
                    <a:pt x="2031206" y="253698"/>
                    <a:pt x="2022634" y="254650"/>
                    <a:pt x="2014061" y="254650"/>
                  </a:cubicBezTo>
                  <a:lnTo>
                    <a:pt x="794861" y="254650"/>
                  </a:lnTo>
                  <a:cubicBezTo>
                    <a:pt x="786289" y="254650"/>
                    <a:pt x="777716" y="253698"/>
                    <a:pt x="770096" y="250840"/>
                  </a:cubicBezTo>
                  <a:lnTo>
                    <a:pt x="76676" y="12715"/>
                  </a:lnTo>
                  <a:cubicBezTo>
                    <a:pt x="52864" y="333"/>
                    <a:pt x="23336" y="9858"/>
                    <a:pt x="10954" y="33671"/>
                  </a:cubicBezTo>
                  <a:cubicBezTo>
                    <a:pt x="9049" y="38433"/>
                    <a:pt x="7144" y="43196"/>
                    <a:pt x="7144" y="48910"/>
                  </a:cubicBezTo>
                  <a:cubicBezTo>
                    <a:pt x="8096" y="66056"/>
                    <a:pt x="18574" y="81296"/>
                    <a:pt x="34766" y="87010"/>
                  </a:cubicBezTo>
                  <a:lnTo>
                    <a:pt x="775811" y="393715"/>
                  </a:lnTo>
                  <a:cubicBezTo>
                    <a:pt x="789146" y="399431"/>
                    <a:pt x="800576" y="408003"/>
                    <a:pt x="809149" y="420385"/>
                  </a:cubicBezTo>
                  <a:lnTo>
                    <a:pt x="856774" y="488965"/>
                  </a:lnTo>
                  <a:cubicBezTo>
                    <a:pt x="866299" y="501348"/>
                    <a:pt x="871061" y="517540"/>
                    <a:pt x="871061" y="532781"/>
                  </a:cubicBezTo>
                  <a:lnTo>
                    <a:pt x="871061" y="1398603"/>
                  </a:lnTo>
                  <a:lnTo>
                    <a:pt x="1937861" y="1398603"/>
                  </a:lnTo>
                  <a:lnTo>
                    <a:pt x="1937861" y="532781"/>
                  </a:lnTo>
                  <a:cubicBezTo>
                    <a:pt x="1937861" y="516588"/>
                    <a:pt x="1942624" y="501348"/>
                    <a:pt x="1952149" y="488965"/>
                  </a:cubicBezTo>
                  <a:lnTo>
                    <a:pt x="1999774" y="420385"/>
                  </a:lnTo>
                  <a:cubicBezTo>
                    <a:pt x="2008346" y="408956"/>
                    <a:pt x="2019776" y="399431"/>
                    <a:pt x="2033111" y="393715"/>
                  </a:cubicBezTo>
                  <a:lnTo>
                    <a:pt x="2774156" y="87010"/>
                  </a:lnTo>
                  <a:cubicBezTo>
                    <a:pt x="2785586" y="82248"/>
                    <a:pt x="2794159" y="73675"/>
                    <a:pt x="2798921" y="63198"/>
                  </a:cubicBezTo>
                  <a:cubicBezTo>
                    <a:pt x="2802731" y="53673"/>
                    <a:pt x="2802731" y="43196"/>
                    <a:pt x="2797969" y="33671"/>
                  </a:cubicBezTo>
                  <a:cubicBezTo>
                    <a:pt x="2786539" y="10810"/>
                    <a:pt x="2759869" y="1285"/>
                    <a:pt x="2736056" y="10810"/>
                  </a:cubicBezTo>
                  <a:close/>
                  <a:moveTo>
                    <a:pt x="1633061" y="1322403"/>
                  </a:moveTo>
                  <a:lnTo>
                    <a:pt x="1480661" y="1322403"/>
                  </a:lnTo>
                  <a:lnTo>
                    <a:pt x="1480661" y="1170003"/>
                  </a:lnTo>
                  <a:lnTo>
                    <a:pt x="1633061" y="1170003"/>
                  </a:lnTo>
                  <a:lnTo>
                    <a:pt x="1633061" y="1322403"/>
                  </a:lnTo>
                  <a:close/>
                  <a:moveTo>
                    <a:pt x="1861661" y="1322403"/>
                  </a:moveTo>
                  <a:lnTo>
                    <a:pt x="1709261" y="1322403"/>
                  </a:lnTo>
                  <a:lnTo>
                    <a:pt x="1709261" y="1170003"/>
                  </a:lnTo>
                  <a:lnTo>
                    <a:pt x="1861661" y="1170003"/>
                  </a:lnTo>
                  <a:lnTo>
                    <a:pt x="1861661" y="1322403"/>
                  </a:lnTo>
                  <a:close/>
                  <a:moveTo>
                    <a:pt x="1861661" y="1093803"/>
                  </a:moveTo>
                  <a:lnTo>
                    <a:pt x="1709261" y="1093803"/>
                  </a:lnTo>
                  <a:lnTo>
                    <a:pt x="1709261" y="941403"/>
                  </a:lnTo>
                  <a:lnTo>
                    <a:pt x="1861661" y="941403"/>
                  </a:lnTo>
                  <a:lnTo>
                    <a:pt x="1861661" y="10938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479160FB-FE35-4D6E-BE9E-7236F1A1B009}"/>
                </a:ext>
              </a:extLst>
            </p:cNvPr>
            <p:cNvSpPr/>
            <p:nvPr/>
          </p:nvSpPr>
          <p:spPr>
            <a:xfrm>
              <a:off x="7612856" y="3421856"/>
              <a:ext cx="771525" cy="314325"/>
            </a:xfrm>
            <a:custGeom>
              <a:avLst/>
              <a:gdLst>
                <a:gd name="connsiteX0" fmla="*/ 7144 w 771525"/>
                <a:gd name="connsiteY0" fmla="*/ 7144 h 314325"/>
                <a:gd name="connsiteX1" fmla="*/ 769144 w 771525"/>
                <a:gd name="connsiteY1" fmla="*/ 7144 h 314325"/>
                <a:gd name="connsiteX2" fmla="*/ 769144 w 771525"/>
                <a:gd name="connsiteY2" fmla="*/ 311944 h 314325"/>
                <a:gd name="connsiteX3" fmla="*/ 7144 w 771525"/>
                <a:gd name="connsiteY3" fmla="*/ 311944 h 314325"/>
                <a:gd name="connsiteX4" fmla="*/ 7144 w 771525"/>
                <a:gd name="connsiteY4" fmla="*/ 71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314325">
                  <a:moveTo>
                    <a:pt x="7144" y="7144"/>
                  </a:moveTo>
                  <a:lnTo>
                    <a:pt x="769144" y="7144"/>
                  </a:lnTo>
                  <a:lnTo>
                    <a:pt x="769144" y="311944"/>
                  </a:lnTo>
                  <a:lnTo>
                    <a:pt x="7144" y="3119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F7F63ACF-5772-403A-A0F3-1402D52C1F4E}"/>
                </a:ext>
              </a:extLst>
            </p:cNvPr>
            <p:cNvSpPr/>
            <p:nvPr/>
          </p:nvSpPr>
          <p:spPr>
            <a:xfrm>
              <a:off x="6850856" y="2583656"/>
              <a:ext cx="771525" cy="314325"/>
            </a:xfrm>
            <a:custGeom>
              <a:avLst/>
              <a:gdLst>
                <a:gd name="connsiteX0" fmla="*/ 7144 w 771525"/>
                <a:gd name="connsiteY0" fmla="*/ 7144 h 314325"/>
                <a:gd name="connsiteX1" fmla="*/ 769144 w 771525"/>
                <a:gd name="connsiteY1" fmla="*/ 7144 h 314325"/>
                <a:gd name="connsiteX2" fmla="*/ 769144 w 771525"/>
                <a:gd name="connsiteY2" fmla="*/ 311944 h 314325"/>
                <a:gd name="connsiteX3" fmla="*/ 7144 w 771525"/>
                <a:gd name="connsiteY3" fmla="*/ 311944 h 314325"/>
                <a:gd name="connsiteX4" fmla="*/ 7144 w 771525"/>
                <a:gd name="connsiteY4" fmla="*/ 71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314325">
                  <a:moveTo>
                    <a:pt x="7144" y="7144"/>
                  </a:moveTo>
                  <a:lnTo>
                    <a:pt x="769144" y="7144"/>
                  </a:lnTo>
                  <a:lnTo>
                    <a:pt x="769144" y="311944"/>
                  </a:lnTo>
                  <a:lnTo>
                    <a:pt x="7144" y="3119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8E077FF7-903B-45ED-9E07-B16434C8495C}"/>
                </a:ext>
              </a:extLst>
            </p:cNvPr>
            <p:cNvSpPr/>
            <p:nvPr/>
          </p:nvSpPr>
          <p:spPr>
            <a:xfrm>
              <a:off x="7612856" y="1440656"/>
              <a:ext cx="771525" cy="314325"/>
            </a:xfrm>
            <a:custGeom>
              <a:avLst/>
              <a:gdLst>
                <a:gd name="connsiteX0" fmla="*/ 7144 w 771525"/>
                <a:gd name="connsiteY0" fmla="*/ 7144 h 314325"/>
                <a:gd name="connsiteX1" fmla="*/ 769144 w 771525"/>
                <a:gd name="connsiteY1" fmla="*/ 7144 h 314325"/>
                <a:gd name="connsiteX2" fmla="*/ 769144 w 771525"/>
                <a:gd name="connsiteY2" fmla="*/ 311944 h 314325"/>
                <a:gd name="connsiteX3" fmla="*/ 7144 w 771525"/>
                <a:gd name="connsiteY3" fmla="*/ 311944 h 314325"/>
                <a:gd name="connsiteX4" fmla="*/ 7144 w 771525"/>
                <a:gd name="connsiteY4" fmla="*/ 71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314325">
                  <a:moveTo>
                    <a:pt x="7144" y="7144"/>
                  </a:moveTo>
                  <a:lnTo>
                    <a:pt x="769144" y="7144"/>
                  </a:lnTo>
                  <a:lnTo>
                    <a:pt x="769144" y="311944"/>
                  </a:lnTo>
                  <a:lnTo>
                    <a:pt x="7144" y="3119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0E45D1E-2758-47BA-827E-0E16A033301E}"/>
                </a:ext>
              </a:extLst>
            </p:cNvPr>
            <p:cNvSpPr/>
            <p:nvPr/>
          </p:nvSpPr>
          <p:spPr>
            <a:xfrm>
              <a:off x="4107656" y="3421856"/>
              <a:ext cx="771525" cy="314325"/>
            </a:xfrm>
            <a:custGeom>
              <a:avLst/>
              <a:gdLst>
                <a:gd name="connsiteX0" fmla="*/ 7144 w 771525"/>
                <a:gd name="connsiteY0" fmla="*/ 7144 h 314325"/>
                <a:gd name="connsiteX1" fmla="*/ 769144 w 771525"/>
                <a:gd name="connsiteY1" fmla="*/ 7144 h 314325"/>
                <a:gd name="connsiteX2" fmla="*/ 769144 w 771525"/>
                <a:gd name="connsiteY2" fmla="*/ 311944 h 314325"/>
                <a:gd name="connsiteX3" fmla="*/ 7144 w 771525"/>
                <a:gd name="connsiteY3" fmla="*/ 311944 h 314325"/>
                <a:gd name="connsiteX4" fmla="*/ 7144 w 771525"/>
                <a:gd name="connsiteY4" fmla="*/ 71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314325">
                  <a:moveTo>
                    <a:pt x="7144" y="7144"/>
                  </a:moveTo>
                  <a:lnTo>
                    <a:pt x="769144" y="7144"/>
                  </a:lnTo>
                  <a:lnTo>
                    <a:pt x="769144" y="311944"/>
                  </a:lnTo>
                  <a:lnTo>
                    <a:pt x="7144" y="3119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63CECE37-1292-4F80-AB6A-6C3F943CC15C}"/>
                </a:ext>
              </a:extLst>
            </p:cNvPr>
            <p:cNvSpPr/>
            <p:nvPr/>
          </p:nvSpPr>
          <p:spPr>
            <a:xfrm>
              <a:off x="4869656" y="2583656"/>
              <a:ext cx="771525" cy="314325"/>
            </a:xfrm>
            <a:custGeom>
              <a:avLst/>
              <a:gdLst>
                <a:gd name="connsiteX0" fmla="*/ 7144 w 771525"/>
                <a:gd name="connsiteY0" fmla="*/ 7144 h 314325"/>
                <a:gd name="connsiteX1" fmla="*/ 769144 w 771525"/>
                <a:gd name="connsiteY1" fmla="*/ 7144 h 314325"/>
                <a:gd name="connsiteX2" fmla="*/ 769144 w 771525"/>
                <a:gd name="connsiteY2" fmla="*/ 311944 h 314325"/>
                <a:gd name="connsiteX3" fmla="*/ 7144 w 771525"/>
                <a:gd name="connsiteY3" fmla="*/ 311944 h 314325"/>
                <a:gd name="connsiteX4" fmla="*/ 7144 w 771525"/>
                <a:gd name="connsiteY4" fmla="*/ 71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314325">
                  <a:moveTo>
                    <a:pt x="7144" y="7144"/>
                  </a:moveTo>
                  <a:lnTo>
                    <a:pt x="769144" y="7144"/>
                  </a:lnTo>
                  <a:lnTo>
                    <a:pt x="769144" y="311944"/>
                  </a:lnTo>
                  <a:lnTo>
                    <a:pt x="7144" y="3119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AE4EA830-DCB3-4C51-9E39-4B3941FEF26F}"/>
                </a:ext>
              </a:extLst>
            </p:cNvPr>
            <p:cNvSpPr/>
            <p:nvPr/>
          </p:nvSpPr>
          <p:spPr>
            <a:xfrm>
              <a:off x="4107656" y="1440656"/>
              <a:ext cx="771525" cy="314325"/>
            </a:xfrm>
            <a:custGeom>
              <a:avLst/>
              <a:gdLst>
                <a:gd name="connsiteX0" fmla="*/ 7144 w 771525"/>
                <a:gd name="connsiteY0" fmla="*/ 7144 h 314325"/>
                <a:gd name="connsiteX1" fmla="*/ 769144 w 771525"/>
                <a:gd name="connsiteY1" fmla="*/ 7144 h 314325"/>
                <a:gd name="connsiteX2" fmla="*/ 769144 w 771525"/>
                <a:gd name="connsiteY2" fmla="*/ 311944 h 314325"/>
                <a:gd name="connsiteX3" fmla="*/ 7144 w 771525"/>
                <a:gd name="connsiteY3" fmla="*/ 311944 h 314325"/>
                <a:gd name="connsiteX4" fmla="*/ 7144 w 771525"/>
                <a:gd name="connsiteY4" fmla="*/ 71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314325">
                  <a:moveTo>
                    <a:pt x="7144" y="7144"/>
                  </a:moveTo>
                  <a:lnTo>
                    <a:pt x="769144" y="7144"/>
                  </a:lnTo>
                  <a:lnTo>
                    <a:pt x="769144" y="311944"/>
                  </a:lnTo>
                  <a:lnTo>
                    <a:pt x="7144" y="3119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BBBC4368-4998-4709-BC00-60A3B4AEB367}"/>
                </a:ext>
              </a:extLst>
            </p:cNvPr>
            <p:cNvSpPr/>
            <p:nvPr/>
          </p:nvSpPr>
          <p:spPr>
            <a:xfrm>
              <a:off x="6850856" y="1516856"/>
              <a:ext cx="695325" cy="466725"/>
            </a:xfrm>
            <a:custGeom>
              <a:avLst/>
              <a:gdLst>
                <a:gd name="connsiteX0" fmla="*/ 311944 w 695325"/>
                <a:gd name="connsiteY0" fmla="*/ 388144 h 466725"/>
                <a:gd name="connsiteX1" fmla="*/ 311944 w 695325"/>
                <a:gd name="connsiteY1" fmla="*/ 159544 h 466725"/>
                <a:gd name="connsiteX2" fmla="*/ 692944 w 695325"/>
                <a:gd name="connsiteY2" fmla="*/ 159544 h 466725"/>
                <a:gd name="connsiteX3" fmla="*/ 692944 w 695325"/>
                <a:gd name="connsiteY3" fmla="*/ 7144 h 466725"/>
                <a:gd name="connsiteX4" fmla="*/ 235744 w 695325"/>
                <a:gd name="connsiteY4" fmla="*/ 7144 h 466725"/>
                <a:gd name="connsiteX5" fmla="*/ 159544 w 695325"/>
                <a:gd name="connsiteY5" fmla="*/ 83344 h 466725"/>
                <a:gd name="connsiteX6" fmla="*/ 159544 w 695325"/>
                <a:gd name="connsiteY6" fmla="*/ 311944 h 466725"/>
                <a:gd name="connsiteX7" fmla="*/ 7144 w 695325"/>
                <a:gd name="connsiteY7" fmla="*/ 311944 h 466725"/>
                <a:gd name="connsiteX8" fmla="*/ 7144 w 695325"/>
                <a:gd name="connsiteY8" fmla="*/ 464344 h 466725"/>
                <a:gd name="connsiteX9" fmla="*/ 235744 w 695325"/>
                <a:gd name="connsiteY9" fmla="*/ 464344 h 466725"/>
                <a:gd name="connsiteX10" fmla="*/ 311944 w 695325"/>
                <a:gd name="connsiteY10" fmla="*/ 3881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5325" h="466725">
                  <a:moveTo>
                    <a:pt x="311944" y="388144"/>
                  </a:moveTo>
                  <a:lnTo>
                    <a:pt x="311944" y="159544"/>
                  </a:lnTo>
                  <a:lnTo>
                    <a:pt x="692944" y="159544"/>
                  </a:lnTo>
                  <a:lnTo>
                    <a:pt x="692944" y="7144"/>
                  </a:lnTo>
                  <a:lnTo>
                    <a:pt x="235744" y="7144"/>
                  </a:lnTo>
                  <a:cubicBezTo>
                    <a:pt x="193834" y="7144"/>
                    <a:pt x="159544" y="41434"/>
                    <a:pt x="159544" y="83344"/>
                  </a:cubicBezTo>
                  <a:lnTo>
                    <a:pt x="159544" y="311944"/>
                  </a:lnTo>
                  <a:lnTo>
                    <a:pt x="7144" y="311944"/>
                  </a:lnTo>
                  <a:lnTo>
                    <a:pt x="7144" y="464344"/>
                  </a:lnTo>
                  <a:lnTo>
                    <a:pt x="235744" y="464344"/>
                  </a:lnTo>
                  <a:cubicBezTo>
                    <a:pt x="277654" y="464344"/>
                    <a:pt x="311944" y="430054"/>
                    <a:pt x="311944" y="388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2F7E6681-D6A9-44F3-AF4F-DAFB321B2A2F}"/>
                </a:ext>
              </a:extLst>
            </p:cNvPr>
            <p:cNvSpPr/>
            <p:nvPr/>
          </p:nvSpPr>
          <p:spPr>
            <a:xfrm>
              <a:off x="6646069" y="2202656"/>
              <a:ext cx="676275" cy="314325"/>
            </a:xfrm>
            <a:custGeom>
              <a:avLst/>
              <a:gdLst>
                <a:gd name="connsiteX0" fmla="*/ 7144 w 676275"/>
                <a:gd name="connsiteY0" fmla="*/ 159544 h 314325"/>
                <a:gd name="connsiteX1" fmla="*/ 516731 w 676275"/>
                <a:gd name="connsiteY1" fmla="*/ 159544 h 314325"/>
                <a:gd name="connsiteX2" fmla="*/ 516731 w 676275"/>
                <a:gd name="connsiteY2" fmla="*/ 311944 h 314325"/>
                <a:gd name="connsiteX3" fmla="*/ 669131 w 676275"/>
                <a:gd name="connsiteY3" fmla="*/ 311944 h 314325"/>
                <a:gd name="connsiteX4" fmla="*/ 669131 w 676275"/>
                <a:gd name="connsiteY4" fmla="*/ 83344 h 314325"/>
                <a:gd name="connsiteX5" fmla="*/ 592931 w 676275"/>
                <a:gd name="connsiteY5" fmla="*/ 7144 h 314325"/>
                <a:gd name="connsiteX6" fmla="*/ 107156 w 676275"/>
                <a:gd name="connsiteY6" fmla="*/ 7144 h 314325"/>
                <a:gd name="connsiteX7" fmla="*/ 120491 w 676275"/>
                <a:gd name="connsiteY7" fmla="*/ 46196 h 314325"/>
                <a:gd name="connsiteX8" fmla="*/ 7144 w 676275"/>
                <a:gd name="connsiteY8" fmla="*/ 1595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6275" h="314325">
                  <a:moveTo>
                    <a:pt x="7144" y="159544"/>
                  </a:moveTo>
                  <a:lnTo>
                    <a:pt x="516731" y="159544"/>
                  </a:lnTo>
                  <a:lnTo>
                    <a:pt x="516731" y="311944"/>
                  </a:lnTo>
                  <a:lnTo>
                    <a:pt x="669131" y="311944"/>
                  </a:lnTo>
                  <a:lnTo>
                    <a:pt x="669131" y="83344"/>
                  </a:lnTo>
                  <a:cubicBezTo>
                    <a:pt x="669131" y="41434"/>
                    <a:pt x="634841" y="7144"/>
                    <a:pt x="592931" y="7144"/>
                  </a:cubicBezTo>
                  <a:lnTo>
                    <a:pt x="107156" y="7144"/>
                  </a:lnTo>
                  <a:lnTo>
                    <a:pt x="120491" y="46196"/>
                  </a:lnTo>
                  <a:lnTo>
                    <a:pt x="7144" y="159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128F29B4-45AD-4339-A302-C0016E185E31}"/>
                </a:ext>
              </a:extLst>
            </p:cNvPr>
            <p:cNvSpPr/>
            <p:nvPr/>
          </p:nvSpPr>
          <p:spPr>
            <a:xfrm>
              <a:off x="6317456" y="2366486"/>
              <a:ext cx="1228725" cy="1295400"/>
            </a:xfrm>
            <a:custGeom>
              <a:avLst/>
              <a:gdLst>
                <a:gd name="connsiteX0" fmla="*/ 845344 w 1228725"/>
                <a:gd name="connsiteY0" fmla="*/ 1291114 h 1295400"/>
                <a:gd name="connsiteX1" fmla="*/ 1226344 w 1228725"/>
                <a:gd name="connsiteY1" fmla="*/ 1291114 h 1295400"/>
                <a:gd name="connsiteX2" fmla="*/ 1226344 w 1228725"/>
                <a:gd name="connsiteY2" fmla="*/ 1138714 h 1295400"/>
                <a:gd name="connsiteX3" fmla="*/ 921544 w 1228725"/>
                <a:gd name="connsiteY3" fmla="*/ 1138714 h 1295400"/>
                <a:gd name="connsiteX4" fmla="*/ 921544 w 1228725"/>
                <a:gd name="connsiteY4" fmla="*/ 833914 h 1295400"/>
                <a:gd name="connsiteX5" fmla="*/ 845344 w 1228725"/>
                <a:gd name="connsiteY5" fmla="*/ 757714 h 1295400"/>
                <a:gd name="connsiteX6" fmla="*/ 159544 w 1228725"/>
                <a:gd name="connsiteY6" fmla="*/ 757714 h 1295400"/>
                <a:gd name="connsiteX7" fmla="*/ 159544 w 1228725"/>
                <a:gd name="connsiteY7" fmla="*/ 18574 h 1295400"/>
                <a:gd name="connsiteX8" fmla="*/ 125254 w 1228725"/>
                <a:gd name="connsiteY8" fmla="*/ 7144 h 1295400"/>
                <a:gd name="connsiteX9" fmla="*/ 54769 w 1228725"/>
                <a:gd name="connsiteY9" fmla="*/ 148114 h 1295400"/>
                <a:gd name="connsiteX10" fmla="*/ 7144 w 1228725"/>
                <a:gd name="connsiteY10" fmla="*/ 148114 h 1295400"/>
                <a:gd name="connsiteX11" fmla="*/ 7144 w 1228725"/>
                <a:gd name="connsiteY11" fmla="*/ 833914 h 1295400"/>
                <a:gd name="connsiteX12" fmla="*/ 83344 w 1228725"/>
                <a:gd name="connsiteY12" fmla="*/ 910114 h 1295400"/>
                <a:gd name="connsiteX13" fmla="*/ 769144 w 1228725"/>
                <a:gd name="connsiteY13" fmla="*/ 910114 h 1295400"/>
                <a:gd name="connsiteX14" fmla="*/ 769144 w 1228725"/>
                <a:gd name="connsiteY14" fmla="*/ 1214914 h 1295400"/>
                <a:gd name="connsiteX15" fmla="*/ 845344 w 1228725"/>
                <a:gd name="connsiteY15" fmla="*/ 1291114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28725" h="1295400">
                  <a:moveTo>
                    <a:pt x="845344" y="1291114"/>
                  </a:moveTo>
                  <a:lnTo>
                    <a:pt x="1226344" y="1291114"/>
                  </a:lnTo>
                  <a:lnTo>
                    <a:pt x="1226344" y="1138714"/>
                  </a:lnTo>
                  <a:lnTo>
                    <a:pt x="921544" y="1138714"/>
                  </a:lnTo>
                  <a:lnTo>
                    <a:pt x="921544" y="833914"/>
                  </a:lnTo>
                  <a:cubicBezTo>
                    <a:pt x="921544" y="792004"/>
                    <a:pt x="887254" y="757714"/>
                    <a:pt x="845344" y="757714"/>
                  </a:cubicBezTo>
                  <a:lnTo>
                    <a:pt x="159544" y="757714"/>
                  </a:lnTo>
                  <a:lnTo>
                    <a:pt x="159544" y="18574"/>
                  </a:lnTo>
                  <a:lnTo>
                    <a:pt x="125254" y="7144"/>
                  </a:lnTo>
                  <a:lnTo>
                    <a:pt x="54769" y="148114"/>
                  </a:lnTo>
                  <a:lnTo>
                    <a:pt x="7144" y="148114"/>
                  </a:lnTo>
                  <a:lnTo>
                    <a:pt x="7144" y="833914"/>
                  </a:lnTo>
                  <a:cubicBezTo>
                    <a:pt x="7144" y="875824"/>
                    <a:pt x="41434" y="910114"/>
                    <a:pt x="83344" y="910114"/>
                  </a:cubicBezTo>
                  <a:lnTo>
                    <a:pt x="769144" y="910114"/>
                  </a:lnTo>
                  <a:lnTo>
                    <a:pt x="769144" y="1214914"/>
                  </a:lnTo>
                  <a:cubicBezTo>
                    <a:pt x="769144" y="1256824"/>
                    <a:pt x="803434" y="1291114"/>
                    <a:pt x="845344" y="12911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F777B295-8398-488B-92FC-23CF40FF3576}"/>
                </a:ext>
              </a:extLst>
            </p:cNvPr>
            <p:cNvSpPr/>
            <p:nvPr/>
          </p:nvSpPr>
          <p:spPr>
            <a:xfrm>
              <a:off x="4945856" y="1516856"/>
              <a:ext cx="695325" cy="466725"/>
            </a:xfrm>
            <a:custGeom>
              <a:avLst/>
              <a:gdLst>
                <a:gd name="connsiteX0" fmla="*/ 388144 w 695325"/>
                <a:gd name="connsiteY0" fmla="*/ 388144 h 466725"/>
                <a:gd name="connsiteX1" fmla="*/ 464344 w 695325"/>
                <a:gd name="connsiteY1" fmla="*/ 464344 h 466725"/>
                <a:gd name="connsiteX2" fmla="*/ 692944 w 695325"/>
                <a:gd name="connsiteY2" fmla="*/ 464344 h 466725"/>
                <a:gd name="connsiteX3" fmla="*/ 692944 w 695325"/>
                <a:gd name="connsiteY3" fmla="*/ 311944 h 466725"/>
                <a:gd name="connsiteX4" fmla="*/ 540544 w 695325"/>
                <a:gd name="connsiteY4" fmla="*/ 311944 h 466725"/>
                <a:gd name="connsiteX5" fmla="*/ 540544 w 695325"/>
                <a:gd name="connsiteY5" fmla="*/ 83344 h 466725"/>
                <a:gd name="connsiteX6" fmla="*/ 464344 w 695325"/>
                <a:gd name="connsiteY6" fmla="*/ 7144 h 466725"/>
                <a:gd name="connsiteX7" fmla="*/ 7144 w 695325"/>
                <a:gd name="connsiteY7" fmla="*/ 7144 h 466725"/>
                <a:gd name="connsiteX8" fmla="*/ 7144 w 695325"/>
                <a:gd name="connsiteY8" fmla="*/ 159544 h 466725"/>
                <a:gd name="connsiteX9" fmla="*/ 388144 w 695325"/>
                <a:gd name="connsiteY9" fmla="*/ 159544 h 466725"/>
                <a:gd name="connsiteX10" fmla="*/ 388144 w 695325"/>
                <a:gd name="connsiteY10" fmla="*/ 3881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5325" h="466725">
                  <a:moveTo>
                    <a:pt x="388144" y="388144"/>
                  </a:moveTo>
                  <a:cubicBezTo>
                    <a:pt x="388144" y="430054"/>
                    <a:pt x="422434" y="464344"/>
                    <a:pt x="464344" y="464344"/>
                  </a:cubicBezTo>
                  <a:lnTo>
                    <a:pt x="692944" y="464344"/>
                  </a:lnTo>
                  <a:lnTo>
                    <a:pt x="692944" y="311944"/>
                  </a:lnTo>
                  <a:lnTo>
                    <a:pt x="540544" y="311944"/>
                  </a:lnTo>
                  <a:lnTo>
                    <a:pt x="540544" y="83344"/>
                  </a:lnTo>
                  <a:cubicBezTo>
                    <a:pt x="540544" y="41434"/>
                    <a:pt x="506254" y="7144"/>
                    <a:pt x="464344" y="7144"/>
                  </a:cubicBezTo>
                  <a:lnTo>
                    <a:pt x="7144" y="7144"/>
                  </a:lnTo>
                  <a:lnTo>
                    <a:pt x="7144" y="159544"/>
                  </a:lnTo>
                  <a:lnTo>
                    <a:pt x="388144" y="159544"/>
                  </a:lnTo>
                  <a:lnTo>
                    <a:pt x="388144" y="388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7CE00A4-DBDB-4BFA-A7E5-2463EDA891F5}"/>
                </a:ext>
              </a:extLst>
            </p:cNvPr>
            <p:cNvSpPr/>
            <p:nvPr/>
          </p:nvSpPr>
          <p:spPr>
            <a:xfrm>
              <a:off x="5174456" y="2202656"/>
              <a:ext cx="676275" cy="314325"/>
            </a:xfrm>
            <a:custGeom>
              <a:avLst/>
              <a:gdLst>
                <a:gd name="connsiteX0" fmla="*/ 83344 w 676275"/>
                <a:gd name="connsiteY0" fmla="*/ 7144 h 314325"/>
                <a:gd name="connsiteX1" fmla="*/ 7144 w 676275"/>
                <a:gd name="connsiteY1" fmla="*/ 83344 h 314325"/>
                <a:gd name="connsiteX2" fmla="*/ 7144 w 676275"/>
                <a:gd name="connsiteY2" fmla="*/ 311944 h 314325"/>
                <a:gd name="connsiteX3" fmla="*/ 159544 w 676275"/>
                <a:gd name="connsiteY3" fmla="*/ 311944 h 314325"/>
                <a:gd name="connsiteX4" fmla="*/ 159544 w 676275"/>
                <a:gd name="connsiteY4" fmla="*/ 159544 h 314325"/>
                <a:gd name="connsiteX5" fmla="*/ 669131 w 676275"/>
                <a:gd name="connsiteY5" fmla="*/ 159544 h 314325"/>
                <a:gd name="connsiteX6" fmla="*/ 555784 w 676275"/>
                <a:gd name="connsiteY6" fmla="*/ 46196 h 314325"/>
                <a:gd name="connsiteX7" fmla="*/ 569119 w 676275"/>
                <a:gd name="connsiteY7" fmla="*/ 7144 h 314325"/>
                <a:gd name="connsiteX8" fmla="*/ 83344 w 676275"/>
                <a:gd name="connsiteY8" fmla="*/ 71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6275" h="314325">
                  <a:moveTo>
                    <a:pt x="83344" y="7144"/>
                  </a:moveTo>
                  <a:cubicBezTo>
                    <a:pt x="41434" y="7144"/>
                    <a:pt x="7144" y="41434"/>
                    <a:pt x="7144" y="83344"/>
                  </a:cubicBezTo>
                  <a:lnTo>
                    <a:pt x="7144" y="311944"/>
                  </a:lnTo>
                  <a:lnTo>
                    <a:pt x="159544" y="311944"/>
                  </a:lnTo>
                  <a:lnTo>
                    <a:pt x="159544" y="159544"/>
                  </a:lnTo>
                  <a:lnTo>
                    <a:pt x="669131" y="159544"/>
                  </a:lnTo>
                  <a:lnTo>
                    <a:pt x="555784" y="46196"/>
                  </a:lnTo>
                  <a:lnTo>
                    <a:pt x="569119" y="7144"/>
                  </a:lnTo>
                  <a:lnTo>
                    <a:pt x="833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B0FCD169-CB29-47D2-A35C-BD8DB0457238}"/>
                </a:ext>
              </a:extLst>
            </p:cNvPr>
            <p:cNvSpPr/>
            <p:nvPr/>
          </p:nvSpPr>
          <p:spPr>
            <a:xfrm>
              <a:off x="4945856" y="2366486"/>
              <a:ext cx="1228725" cy="1295400"/>
            </a:xfrm>
            <a:custGeom>
              <a:avLst/>
              <a:gdLst>
                <a:gd name="connsiteX0" fmla="*/ 464344 w 1228725"/>
                <a:gd name="connsiteY0" fmla="*/ 1214914 h 1295400"/>
                <a:gd name="connsiteX1" fmla="*/ 464344 w 1228725"/>
                <a:gd name="connsiteY1" fmla="*/ 910114 h 1295400"/>
                <a:gd name="connsiteX2" fmla="*/ 1150144 w 1228725"/>
                <a:gd name="connsiteY2" fmla="*/ 910114 h 1295400"/>
                <a:gd name="connsiteX3" fmla="*/ 1226344 w 1228725"/>
                <a:gd name="connsiteY3" fmla="*/ 833914 h 1295400"/>
                <a:gd name="connsiteX4" fmla="*/ 1226344 w 1228725"/>
                <a:gd name="connsiteY4" fmla="*/ 148114 h 1295400"/>
                <a:gd name="connsiteX5" fmla="*/ 1178719 w 1228725"/>
                <a:gd name="connsiteY5" fmla="*/ 148114 h 1295400"/>
                <a:gd name="connsiteX6" fmla="*/ 1108234 w 1228725"/>
                <a:gd name="connsiteY6" fmla="*/ 7144 h 1295400"/>
                <a:gd name="connsiteX7" fmla="*/ 1073944 w 1228725"/>
                <a:gd name="connsiteY7" fmla="*/ 18574 h 1295400"/>
                <a:gd name="connsiteX8" fmla="*/ 1073944 w 1228725"/>
                <a:gd name="connsiteY8" fmla="*/ 757714 h 1295400"/>
                <a:gd name="connsiteX9" fmla="*/ 388144 w 1228725"/>
                <a:gd name="connsiteY9" fmla="*/ 757714 h 1295400"/>
                <a:gd name="connsiteX10" fmla="*/ 311944 w 1228725"/>
                <a:gd name="connsiteY10" fmla="*/ 833914 h 1295400"/>
                <a:gd name="connsiteX11" fmla="*/ 311944 w 1228725"/>
                <a:gd name="connsiteY11" fmla="*/ 1138714 h 1295400"/>
                <a:gd name="connsiteX12" fmla="*/ 7144 w 1228725"/>
                <a:gd name="connsiteY12" fmla="*/ 1138714 h 1295400"/>
                <a:gd name="connsiteX13" fmla="*/ 7144 w 1228725"/>
                <a:gd name="connsiteY13" fmla="*/ 1291114 h 1295400"/>
                <a:gd name="connsiteX14" fmla="*/ 388144 w 1228725"/>
                <a:gd name="connsiteY14" fmla="*/ 1291114 h 1295400"/>
                <a:gd name="connsiteX15" fmla="*/ 464344 w 1228725"/>
                <a:gd name="connsiteY15" fmla="*/ 1214914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28725" h="1295400">
                  <a:moveTo>
                    <a:pt x="464344" y="1214914"/>
                  </a:moveTo>
                  <a:lnTo>
                    <a:pt x="464344" y="910114"/>
                  </a:lnTo>
                  <a:lnTo>
                    <a:pt x="1150144" y="910114"/>
                  </a:lnTo>
                  <a:cubicBezTo>
                    <a:pt x="1192054" y="910114"/>
                    <a:pt x="1226344" y="875824"/>
                    <a:pt x="1226344" y="833914"/>
                  </a:cubicBezTo>
                  <a:lnTo>
                    <a:pt x="1226344" y="148114"/>
                  </a:lnTo>
                  <a:lnTo>
                    <a:pt x="1178719" y="148114"/>
                  </a:lnTo>
                  <a:lnTo>
                    <a:pt x="1108234" y="7144"/>
                  </a:lnTo>
                  <a:lnTo>
                    <a:pt x="1073944" y="18574"/>
                  </a:lnTo>
                  <a:lnTo>
                    <a:pt x="1073944" y="757714"/>
                  </a:lnTo>
                  <a:lnTo>
                    <a:pt x="388144" y="757714"/>
                  </a:lnTo>
                  <a:cubicBezTo>
                    <a:pt x="346234" y="757714"/>
                    <a:pt x="311944" y="792004"/>
                    <a:pt x="311944" y="833914"/>
                  </a:cubicBezTo>
                  <a:lnTo>
                    <a:pt x="311944" y="1138714"/>
                  </a:lnTo>
                  <a:lnTo>
                    <a:pt x="7144" y="1138714"/>
                  </a:lnTo>
                  <a:lnTo>
                    <a:pt x="7144" y="1291114"/>
                  </a:lnTo>
                  <a:lnTo>
                    <a:pt x="388144" y="1291114"/>
                  </a:lnTo>
                  <a:cubicBezTo>
                    <a:pt x="430054" y="1291114"/>
                    <a:pt x="464344" y="1256824"/>
                    <a:pt x="464344" y="12149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2" name="Graphic 45">
            <a:extLst>
              <a:ext uri="{FF2B5EF4-FFF2-40B4-BE49-F238E27FC236}">
                <a16:creationId xmlns:a16="http://schemas.microsoft.com/office/drawing/2014/main" id="{851C2BAD-4BC5-4C8E-9F12-2A0FD1A24B8A}"/>
              </a:ext>
            </a:extLst>
          </p:cNvPr>
          <p:cNvGrpSpPr>
            <a:grpSpLocks noChangeAspect="1"/>
          </p:cNvGrpSpPr>
          <p:nvPr/>
        </p:nvGrpSpPr>
        <p:grpSpPr>
          <a:xfrm>
            <a:off x="7549248" y="1386598"/>
            <a:ext cx="435565" cy="502920"/>
            <a:chOff x="4400550" y="1447800"/>
            <a:chExt cx="3695700" cy="4267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E474F54C-0673-4ED6-984F-E1E74854CCEF}"/>
                </a:ext>
              </a:extLst>
            </p:cNvPr>
            <p:cNvSpPr/>
            <p:nvPr/>
          </p:nvSpPr>
          <p:spPr>
            <a:xfrm>
              <a:off x="5719286" y="3193256"/>
              <a:ext cx="733425" cy="619125"/>
            </a:xfrm>
            <a:custGeom>
              <a:avLst/>
              <a:gdLst>
                <a:gd name="connsiteX0" fmla="*/ 52864 w 733425"/>
                <a:gd name="connsiteY0" fmla="*/ 616744 h 619125"/>
                <a:gd name="connsiteX1" fmla="*/ 731044 w 733425"/>
                <a:gd name="connsiteY1" fmla="*/ 7144 h 619125"/>
                <a:gd name="connsiteX2" fmla="*/ 616744 w 733425"/>
                <a:gd name="connsiteY2" fmla="*/ 7144 h 619125"/>
                <a:gd name="connsiteX3" fmla="*/ 7144 w 733425"/>
                <a:gd name="connsiteY3" fmla="*/ 616744 h 619125"/>
                <a:gd name="connsiteX4" fmla="*/ 52864 w 733425"/>
                <a:gd name="connsiteY4" fmla="*/ 616744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3425" h="619125">
                  <a:moveTo>
                    <a:pt x="52864" y="616744"/>
                  </a:moveTo>
                  <a:cubicBezTo>
                    <a:pt x="403384" y="616744"/>
                    <a:pt x="692944" y="357664"/>
                    <a:pt x="731044" y="7144"/>
                  </a:cubicBezTo>
                  <a:lnTo>
                    <a:pt x="616744" y="7144"/>
                  </a:lnTo>
                  <a:lnTo>
                    <a:pt x="7144" y="616744"/>
                  </a:lnTo>
                  <a:lnTo>
                    <a:pt x="52864" y="616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5A17663-5B09-47D2-BD52-19EB5D1DC1BD}"/>
                </a:ext>
              </a:extLst>
            </p:cNvPr>
            <p:cNvSpPr/>
            <p:nvPr/>
          </p:nvSpPr>
          <p:spPr>
            <a:xfrm>
              <a:off x="5338286" y="3193256"/>
              <a:ext cx="790575" cy="581025"/>
            </a:xfrm>
            <a:custGeom>
              <a:avLst/>
              <a:gdLst>
                <a:gd name="connsiteX0" fmla="*/ 212884 w 790575"/>
                <a:gd name="connsiteY0" fmla="*/ 578644 h 581025"/>
                <a:gd name="connsiteX1" fmla="*/ 784384 w 790575"/>
                <a:gd name="connsiteY1" fmla="*/ 7144 h 581025"/>
                <a:gd name="connsiteX2" fmla="*/ 464344 w 790575"/>
                <a:gd name="connsiteY2" fmla="*/ 7144 h 581025"/>
                <a:gd name="connsiteX3" fmla="*/ 7144 w 790575"/>
                <a:gd name="connsiteY3" fmla="*/ 464344 h 581025"/>
                <a:gd name="connsiteX4" fmla="*/ 212884 w 790575"/>
                <a:gd name="connsiteY4" fmla="*/ 57864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0575" h="581025">
                  <a:moveTo>
                    <a:pt x="212884" y="578644"/>
                  </a:moveTo>
                  <a:lnTo>
                    <a:pt x="784384" y="7144"/>
                  </a:lnTo>
                  <a:lnTo>
                    <a:pt x="464344" y="7144"/>
                  </a:lnTo>
                  <a:lnTo>
                    <a:pt x="7144" y="464344"/>
                  </a:lnTo>
                  <a:cubicBezTo>
                    <a:pt x="68104" y="517684"/>
                    <a:pt x="136684" y="555784"/>
                    <a:pt x="212884" y="5786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3BB936B-7E10-4E9B-AF19-EB455CF606A6}"/>
                </a:ext>
              </a:extLst>
            </p:cNvPr>
            <p:cNvSpPr/>
            <p:nvPr/>
          </p:nvSpPr>
          <p:spPr>
            <a:xfrm>
              <a:off x="4393406" y="5250656"/>
              <a:ext cx="3057525" cy="466725"/>
            </a:xfrm>
            <a:custGeom>
              <a:avLst/>
              <a:gdLst>
                <a:gd name="connsiteX0" fmla="*/ 7144 w 3057525"/>
                <a:gd name="connsiteY0" fmla="*/ 388144 h 466725"/>
                <a:gd name="connsiteX1" fmla="*/ 83344 w 3057525"/>
                <a:gd name="connsiteY1" fmla="*/ 464344 h 466725"/>
                <a:gd name="connsiteX2" fmla="*/ 2978944 w 3057525"/>
                <a:gd name="connsiteY2" fmla="*/ 464344 h 466725"/>
                <a:gd name="connsiteX3" fmla="*/ 3055144 w 3057525"/>
                <a:gd name="connsiteY3" fmla="*/ 388144 h 466725"/>
                <a:gd name="connsiteX4" fmla="*/ 3055144 w 3057525"/>
                <a:gd name="connsiteY4" fmla="*/ 7144 h 466725"/>
                <a:gd name="connsiteX5" fmla="*/ 7144 w 3057525"/>
                <a:gd name="connsiteY5" fmla="*/ 7144 h 466725"/>
                <a:gd name="connsiteX6" fmla="*/ 7144 w 3057525"/>
                <a:gd name="connsiteY6" fmla="*/ 388144 h 466725"/>
                <a:gd name="connsiteX7" fmla="*/ 1378744 w 3057525"/>
                <a:gd name="connsiteY7" fmla="*/ 159544 h 466725"/>
                <a:gd name="connsiteX8" fmla="*/ 1683544 w 3057525"/>
                <a:gd name="connsiteY8" fmla="*/ 159544 h 466725"/>
                <a:gd name="connsiteX9" fmla="*/ 1683544 w 3057525"/>
                <a:gd name="connsiteY9" fmla="*/ 311944 h 466725"/>
                <a:gd name="connsiteX10" fmla="*/ 1378744 w 3057525"/>
                <a:gd name="connsiteY10" fmla="*/ 311944 h 466725"/>
                <a:gd name="connsiteX11" fmla="*/ 1378744 w 3057525"/>
                <a:gd name="connsiteY11" fmla="*/ 1595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57525" h="466725">
                  <a:moveTo>
                    <a:pt x="7144" y="388144"/>
                  </a:moveTo>
                  <a:cubicBezTo>
                    <a:pt x="7144" y="433864"/>
                    <a:pt x="37624" y="464344"/>
                    <a:pt x="83344" y="464344"/>
                  </a:cubicBezTo>
                  <a:lnTo>
                    <a:pt x="2978944" y="464344"/>
                  </a:lnTo>
                  <a:cubicBezTo>
                    <a:pt x="3024664" y="464344"/>
                    <a:pt x="3055144" y="433864"/>
                    <a:pt x="3055144" y="388144"/>
                  </a:cubicBezTo>
                  <a:lnTo>
                    <a:pt x="3055144" y="7144"/>
                  </a:lnTo>
                  <a:lnTo>
                    <a:pt x="7144" y="7144"/>
                  </a:lnTo>
                  <a:lnTo>
                    <a:pt x="7144" y="388144"/>
                  </a:lnTo>
                  <a:close/>
                  <a:moveTo>
                    <a:pt x="1378744" y="159544"/>
                  </a:moveTo>
                  <a:lnTo>
                    <a:pt x="1683544" y="159544"/>
                  </a:lnTo>
                  <a:lnTo>
                    <a:pt x="1683544" y="311944"/>
                  </a:lnTo>
                  <a:lnTo>
                    <a:pt x="1378744" y="311944"/>
                  </a:lnTo>
                  <a:lnTo>
                    <a:pt x="1378744" y="159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3DDEAC45-EBCD-44BD-B090-FB5E60670894}"/>
                </a:ext>
              </a:extLst>
            </p:cNvPr>
            <p:cNvSpPr/>
            <p:nvPr/>
          </p:nvSpPr>
          <p:spPr>
            <a:xfrm>
              <a:off x="5080668" y="2438876"/>
              <a:ext cx="619125" cy="1114425"/>
            </a:xfrm>
            <a:custGeom>
              <a:avLst/>
              <a:gdLst>
                <a:gd name="connsiteX0" fmla="*/ 158082 w 619125"/>
                <a:gd name="connsiteY0" fmla="*/ 1112044 h 1114425"/>
                <a:gd name="connsiteX1" fmla="*/ 615282 w 619125"/>
                <a:gd name="connsiteY1" fmla="*/ 654844 h 1114425"/>
                <a:gd name="connsiteX2" fmla="*/ 615282 w 619125"/>
                <a:gd name="connsiteY2" fmla="*/ 7144 h 1114425"/>
                <a:gd name="connsiteX3" fmla="*/ 310482 w 619125"/>
                <a:gd name="connsiteY3" fmla="*/ 121444 h 1114425"/>
                <a:gd name="connsiteX4" fmla="*/ 516222 w 619125"/>
                <a:gd name="connsiteY4" fmla="*/ 327184 h 1114425"/>
                <a:gd name="connsiteX5" fmla="*/ 409542 w 619125"/>
                <a:gd name="connsiteY5" fmla="*/ 433864 h 1114425"/>
                <a:gd name="connsiteX6" fmla="*/ 188562 w 619125"/>
                <a:gd name="connsiteY6" fmla="*/ 212884 h 1114425"/>
                <a:gd name="connsiteX7" fmla="*/ 158082 w 619125"/>
                <a:gd name="connsiteY7" fmla="*/ 1112044 h 1114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125" h="1114425">
                  <a:moveTo>
                    <a:pt x="158082" y="1112044"/>
                  </a:moveTo>
                  <a:lnTo>
                    <a:pt x="615282" y="654844"/>
                  </a:lnTo>
                  <a:lnTo>
                    <a:pt x="615282" y="7144"/>
                  </a:lnTo>
                  <a:cubicBezTo>
                    <a:pt x="508602" y="22384"/>
                    <a:pt x="401922" y="60484"/>
                    <a:pt x="310482" y="121444"/>
                  </a:cubicBezTo>
                  <a:lnTo>
                    <a:pt x="516222" y="327184"/>
                  </a:lnTo>
                  <a:lnTo>
                    <a:pt x="409542" y="433864"/>
                  </a:lnTo>
                  <a:lnTo>
                    <a:pt x="188562" y="212884"/>
                  </a:lnTo>
                  <a:cubicBezTo>
                    <a:pt x="-40038" y="464344"/>
                    <a:pt x="-55278" y="845344"/>
                    <a:pt x="158082" y="11120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223B06A2-3959-447E-BA38-B06E3B130C8F}"/>
                </a:ext>
              </a:extLst>
            </p:cNvPr>
            <p:cNvSpPr/>
            <p:nvPr/>
          </p:nvSpPr>
          <p:spPr>
            <a:xfrm>
              <a:off x="6222206" y="2057876"/>
              <a:ext cx="609600" cy="609600"/>
            </a:xfrm>
            <a:custGeom>
              <a:avLst/>
              <a:gdLst>
                <a:gd name="connsiteX0" fmla="*/ 7144 w 609600"/>
                <a:gd name="connsiteY0" fmla="*/ 7144 h 609600"/>
                <a:gd name="connsiteX1" fmla="*/ 7144 w 609600"/>
                <a:gd name="connsiteY1" fmla="*/ 609124 h 609600"/>
                <a:gd name="connsiteX2" fmla="*/ 609124 w 609600"/>
                <a:gd name="connsiteY2" fmla="*/ 609124 h 609600"/>
                <a:gd name="connsiteX3" fmla="*/ 7144 w 609600"/>
                <a:gd name="connsiteY3" fmla="*/ 7144 h 609600"/>
                <a:gd name="connsiteX4" fmla="*/ 311944 w 609600"/>
                <a:gd name="connsiteY4" fmla="*/ 380524 h 609600"/>
                <a:gd name="connsiteX5" fmla="*/ 159544 w 609600"/>
                <a:gd name="connsiteY5" fmla="*/ 380524 h 609600"/>
                <a:gd name="connsiteX6" fmla="*/ 159544 w 609600"/>
                <a:gd name="connsiteY6" fmla="*/ 228124 h 609600"/>
                <a:gd name="connsiteX7" fmla="*/ 311944 w 609600"/>
                <a:gd name="connsiteY7" fmla="*/ 228124 h 609600"/>
                <a:gd name="connsiteX8" fmla="*/ 311944 w 609600"/>
                <a:gd name="connsiteY8" fmla="*/ 380524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" h="609600">
                  <a:moveTo>
                    <a:pt x="7144" y="7144"/>
                  </a:moveTo>
                  <a:lnTo>
                    <a:pt x="7144" y="609124"/>
                  </a:lnTo>
                  <a:lnTo>
                    <a:pt x="609124" y="609124"/>
                  </a:lnTo>
                  <a:cubicBezTo>
                    <a:pt x="578644" y="289084"/>
                    <a:pt x="327184" y="37624"/>
                    <a:pt x="7144" y="7144"/>
                  </a:cubicBezTo>
                  <a:close/>
                  <a:moveTo>
                    <a:pt x="311944" y="380524"/>
                  </a:moveTo>
                  <a:lnTo>
                    <a:pt x="159544" y="380524"/>
                  </a:lnTo>
                  <a:lnTo>
                    <a:pt x="159544" y="228124"/>
                  </a:lnTo>
                  <a:lnTo>
                    <a:pt x="311944" y="228124"/>
                  </a:lnTo>
                  <a:lnTo>
                    <a:pt x="311944" y="3805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C7AC8ABA-16DD-46C1-9706-E56581F49F60}"/>
                </a:ext>
              </a:extLst>
            </p:cNvPr>
            <p:cNvSpPr/>
            <p:nvPr/>
          </p:nvSpPr>
          <p:spPr>
            <a:xfrm>
              <a:off x="7913846" y="2042328"/>
              <a:ext cx="180975" cy="219075"/>
            </a:xfrm>
            <a:custGeom>
              <a:avLst/>
              <a:gdLst>
                <a:gd name="connsiteX0" fmla="*/ 151924 w 180975"/>
                <a:gd name="connsiteY0" fmla="*/ 15072 h 219075"/>
                <a:gd name="connsiteX1" fmla="*/ 68104 w 180975"/>
                <a:gd name="connsiteY1" fmla="*/ 30312 h 219075"/>
                <a:gd name="connsiteX2" fmla="*/ 60484 w 180975"/>
                <a:gd name="connsiteY2" fmla="*/ 37933 h 219075"/>
                <a:gd name="connsiteX3" fmla="*/ 7144 w 180975"/>
                <a:gd name="connsiteY3" fmla="*/ 144612 h 219075"/>
                <a:gd name="connsiteX4" fmla="*/ 106204 w 180975"/>
                <a:gd name="connsiteY4" fmla="*/ 213193 h 219075"/>
                <a:gd name="connsiteX5" fmla="*/ 167164 w 180975"/>
                <a:gd name="connsiteY5" fmla="*/ 91272 h 219075"/>
                <a:gd name="connsiteX6" fmla="*/ 151924 w 180975"/>
                <a:gd name="connsiteY6" fmla="*/ 1507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0975" h="219075">
                  <a:moveTo>
                    <a:pt x="151924" y="15072"/>
                  </a:moveTo>
                  <a:cubicBezTo>
                    <a:pt x="121444" y="-167"/>
                    <a:pt x="83344" y="7452"/>
                    <a:pt x="68104" y="30312"/>
                  </a:cubicBezTo>
                  <a:cubicBezTo>
                    <a:pt x="68104" y="30312"/>
                    <a:pt x="68104" y="37933"/>
                    <a:pt x="60484" y="37933"/>
                  </a:cubicBezTo>
                  <a:lnTo>
                    <a:pt x="7144" y="144612"/>
                  </a:lnTo>
                  <a:lnTo>
                    <a:pt x="106204" y="213193"/>
                  </a:lnTo>
                  <a:lnTo>
                    <a:pt x="167164" y="91272"/>
                  </a:lnTo>
                  <a:cubicBezTo>
                    <a:pt x="190024" y="60793"/>
                    <a:pt x="182404" y="30312"/>
                    <a:pt x="151924" y="150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E0746177-BD67-44AB-AEE6-A532D6C7D534}"/>
                </a:ext>
              </a:extLst>
            </p:cNvPr>
            <p:cNvSpPr/>
            <p:nvPr/>
          </p:nvSpPr>
          <p:spPr>
            <a:xfrm>
              <a:off x="6755606" y="2316956"/>
              <a:ext cx="1209675" cy="2343150"/>
            </a:xfrm>
            <a:custGeom>
              <a:avLst/>
              <a:gdLst>
                <a:gd name="connsiteX0" fmla="*/ 7144 w 1209675"/>
                <a:gd name="connsiteY0" fmla="*/ 2194084 h 2343150"/>
                <a:gd name="connsiteX1" fmla="*/ 7144 w 1209675"/>
                <a:gd name="connsiteY1" fmla="*/ 2338864 h 2343150"/>
                <a:gd name="connsiteX2" fmla="*/ 98584 w 1209675"/>
                <a:gd name="connsiteY2" fmla="*/ 2277904 h 2343150"/>
                <a:gd name="connsiteX3" fmla="*/ 1203484 w 1209675"/>
                <a:gd name="connsiteY3" fmla="*/ 68104 h 2343150"/>
                <a:gd name="connsiteX4" fmla="*/ 1104424 w 1209675"/>
                <a:gd name="connsiteY4" fmla="*/ 7144 h 2343150"/>
                <a:gd name="connsiteX5" fmla="*/ 7144 w 1209675"/>
                <a:gd name="connsiteY5" fmla="*/ 2194084 h 234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9675" h="2343150">
                  <a:moveTo>
                    <a:pt x="7144" y="2194084"/>
                  </a:moveTo>
                  <a:lnTo>
                    <a:pt x="7144" y="2338864"/>
                  </a:lnTo>
                  <a:lnTo>
                    <a:pt x="98584" y="2277904"/>
                  </a:lnTo>
                  <a:lnTo>
                    <a:pt x="1203484" y="68104"/>
                  </a:lnTo>
                  <a:lnTo>
                    <a:pt x="1104424" y="7144"/>
                  </a:lnTo>
                  <a:lnTo>
                    <a:pt x="7144" y="219408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4A81C9C9-79A9-442E-AF62-3F08DAAD7D21}"/>
                </a:ext>
              </a:extLst>
            </p:cNvPr>
            <p:cNvSpPr/>
            <p:nvPr/>
          </p:nvSpPr>
          <p:spPr>
            <a:xfrm>
              <a:off x="4393406" y="1440656"/>
              <a:ext cx="3057525" cy="161925"/>
            </a:xfrm>
            <a:custGeom>
              <a:avLst/>
              <a:gdLst>
                <a:gd name="connsiteX0" fmla="*/ 3055144 w 3057525"/>
                <a:gd name="connsiteY0" fmla="*/ 83344 h 161925"/>
                <a:gd name="connsiteX1" fmla="*/ 2978944 w 3057525"/>
                <a:gd name="connsiteY1" fmla="*/ 7144 h 161925"/>
                <a:gd name="connsiteX2" fmla="*/ 83344 w 3057525"/>
                <a:gd name="connsiteY2" fmla="*/ 7144 h 161925"/>
                <a:gd name="connsiteX3" fmla="*/ 7144 w 3057525"/>
                <a:gd name="connsiteY3" fmla="*/ 83344 h 161925"/>
                <a:gd name="connsiteX4" fmla="*/ 7144 w 3057525"/>
                <a:gd name="connsiteY4" fmla="*/ 159544 h 161925"/>
                <a:gd name="connsiteX5" fmla="*/ 3055144 w 3057525"/>
                <a:gd name="connsiteY5" fmla="*/ 159544 h 161925"/>
                <a:gd name="connsiteX6" fmla="*/ 3055144 w 3057525"/>
                <a:gd name="connsiteY6" fmla="*/ 833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7525" h="161925">
                  <a:moveTo>
                    <a:pt x="3055144" y="83344"/>
                  </a:moveTo>
                  <a:cubicBezTo>
                    <a:pt x="3055144" y="37624"/>
                    <a:pt x="3024664" y="7144"/>
                    <a:pt x="2978944" y="7144"/>
                  </a:cubicBezTo>
                  <a:lnTo>
                    <a:pt x="83344" y="7144"/>
                  </a:lnTo>
                  <a:cubicBezTo>
                    <a:pt x="37624" y="7144"/>
                    <a:pt x="7144" y="37624"/>
                    <a:pt x="7144" y="83344"/>
                  </a:cubicBezTo>
                  <a:lnTo>
                    <a:pt x="7144" y="159544"/>
                  </a:lnTo>
                  <a:lnTo>
                    <a:pt x="3055144" y="159544"/>
                  </a:lnTo>
                  <a:lnTo>
                    <a:pt x="3055144" y="83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83B2D3B6-A18A-4AC0-86D7-A1C7602C861F}"/>
                </a:ext>
              </a:extLst>
            </p:cNvPr>
            <p:cNvSpPr/>
            <p:nvPr/>
          </p:nvSpPr>
          <p:spPr>
            <a:xfrm>
              <a:off x="4393406" y="1745456"/>
              <a:ext cx="3057525" cy="3362325"/>
            </a:xfrm>
            <a:custGeom>
              <a:avLst/>
              <a:gdLst>
                <a:gd name="connsiteX0" fmla="*/ 2216944 w 3057525"/>
                <a:gd name="connsiteY0" fmla="*/ 3199924 h 3362325"/>
                <a:gd name="connsiteX1" fmla="*/ 2216944 w 3057525"/>
                <a:gd name="connsiteY1" fmla="*/ 2735104 h 3362325"/>
                <a:gd name="connsiteX2" fmla="*/ 3055144 w 3057525"/>
                <a:gd name="connsiteY2" fmla="*/ 1058704 h 3362325"/>
                <a:gd name="connsiteX3" fmla="*/ 3055144 w 3057525"/>
                <a:gd name="connsiteY3" fmla="*/ 7144 h 3362325"/>
                <a:gd name="connsiteX4" fmla="*/ 7144 w 3057525"/>
                <a:gd name="connsiteY4" fmla="*/ 7144 h 3362325"/>
                <a:gd name="connsiteX5" fmla="*/ 7144 w 3057525"/>
                <a:gd name="connsiteY5" fmla="*/ 3359944 h 3362325"/>
                <a:gd name="connsiteX6" fmla="*/ 3055144 w 3057525"/>
                <a:gd name="connsiteY6" fmla="*/ 3359944 h 3362325"/>
                <a:gd name="connsiteX7" fmla="*/ 3055144 w 3057525"/>
                <a:gd name="connsiteY7" fmla="*/ 2003584 h 3362325"/>
                <a:gd name="connsiteX8" fmla="*/ 2582704 w 3057525"/>
                <a:gd name="connsiteY8" fmla="*/ 2948464 h 3362325"/>
                <a:gd name="connsiteX9" fmla="*/ 2216944 w 3057525"/>
                <a:gd name="connsiteY9" fmla="*/ 3199924 h 3362325"/>
                <a:gd name="connsiteX10" fmla="*/ 1683544 w 3057525"/>
                <a:gd name="connsiteY10" fmla="*/ 159544 h 3362325"/>
                <a:gd name="connsiteX11" fmla="*/ 1759744 w 3057525"/>
                <a:gd name="connsiteY11" fmla="*/ 159544 h 3362325"/>
                <a:gd name="connsiteX12" fmla="*/ 2597944 w 3057525"/>
                <a:gd name="connsiteY12" fmla="*/ 997744 h 3362325"/>
                <a:gd name="connsiteX13" fmla="*/ 2597944 w 3057525"/>
                <a:gd name="connsiteY13" fmla="*/ 1073944 h 3362325"/>
                <a:gd name="connsiteX14" fmla="*/ 1683544 w 3057525"/>
                <a:gd name="connsiteY14" fmla="*/ 1073944 h 3362325"/>
                <a:gd name="connsiteX15" fmla="*/ 1683544 w 3057525"/>
                <a:gd name="connsiteY15" fmla="*/ 159544 h 3362325"/>
                <a:gd name="connsiteX16" fmla="*/ 235744 w 3057525"/>
                <a:gd name="connsiteY16" fmla="*/ 388144 h 3362325"/>
                <a:gd name="connsiteX17" fmla="*/ 571024 w 3057525"/>
                <a:gd name="connsiteY17" fmla="*/ 388144 h 3362325"/>
                <a:gd name="connsiteX18" fmla="*/ 883444 w 3057525"/>
                <a:gd name="connsiteY18" fmla="*/ 700564 h 3362325"/>
                <a:gd name="connsiteX19" fmla="*/ 1378744 w 3057525"/>
                <a:gd name="connsiteY19" fmla="*/ 540544 h 3362325"/>
                <a:gd name="connsiteX20" fmla="*/ 1454944 w 3057525"/>
                <a:gd name="connsiteY20" fmla="*/ 540544 h 3362325"/>
                <a:gd name="connsiteX21" fmla="*/ 1454944 w 3057525"/>
                <a:gd name="connsiteY21" fmla="*/ 1302544 h 3362325"/>
                <a:gd name="connsiteX22" fmla="*/ 2216944 w 3057525"/>
                <a:gd name="connsiteY22" fmla="*/ 1302544 h 3362325"/>
                <a:gd name="connsiteX23" fmla="*/ 2216944 w 3057525"/>
                <a:gd name="connsiteY23" fmla="*/ 1378744 h 3362325"/>
                <a:gd name="connsiteX24" fmla="*/ 1378744 w 3057525"/>
                <a:gd name="connsiteY24" fmla="*/ 2216944 h 3362325"/>
                <a:gd name="connsiteX25" fmla="*/ 540544 w 3057525"/>
                <a:gd name="connsiteY25" fmla="*/ 1378744 h 3362325"/>
                <a:gd name="connsiteX26" fmla="*/ 769144 w 3057525"/>
                <a:gd name="connsiteY26" fmla="*/ 799624 h 3362325"/>
                <a:gd name="connsiteX27" fmla="*/ 510064 w 3057525"/>
                <a:gd name="connsiteY27" fmla="*/ 540544 h 3362325"/>
                <a:gd name="connsiteX28" fmla="*/ 235744 w 3057525"/>
                <a:gd name="connsiteY28" fmla="*/ 540544 h 3362325"/>
                <a:gd name="connsiteX29" fmla="*/ 235744 w 3057525"/>
                <a:gd name="connsiteY29" fmla="*/ 388144 h 3362325"/>
                <a:gd name="connsiteX30" fmla="*/ 616744 w 3057525"/>
                <a:gd name="connsiteY30" fmla="*/ 3131344 h 3362325"/>
                <a:gd name="connsiteX31" fmla="*/ 235744 w 3057525"/>
                <a:gd name="connsiteY31" fmla="*/ 3131344 h 3362325"/>
                <a:gd name="connsiteX32" fmla="*/ 235744 w 3057525"/>
                <a:gd name="connsiteY32" fmla="*/ 2978944 h 3362325"/>
                <a:gd name="connsiteX33" fmla="*/ 616744 w 3057525"/>
                <a:gd name="connsiteY33" fmla="*/ 2978944 h 3362325"/>
                <a:gd name="connsiteX34" fmla="*/ 616744 w 3057525"/>
                <a:gd name="connsiteY34" fmla="*/ 3131344 h 3362325"/>
                <a:gd name="connsiteX35" fmla="*/ 616744 w 3057525"/>
                <a:gd name="connsiteY35" fmla="*/ 2826544 h 3362325"/>
                <a:gd name="connsiteX36" fmla="*/ 235744 w 3057525"/>
                <a:gd name="connsiteY36" fmla="*/ 2826544 h 3362325"/>
                <a:gd name="connsiteX37" fmla="*/ 235744 w 3057525"/>
                <a:gd name="connsiteY37" fmla="*/ 2674144 h 3362325"/>
                <a:gd name="connsiteX38" fmla="*/ 616744 w 3057525"/>
                <a:gd name="connsiteY38" fmla="*/ 2674144 h 3362325"/>
                <a:gd name="connsiteX39" fmla="*/ 616744 w 3057525"/>
                <a:gd name="connsiteY39" fmla="*/ 2826544 h 3362325"/>
                <a:gd name="connsiteX40" fmla="*/ 616744 w 3057525"/>
                <a:gd name="connsiteY40" fmla="*/ 2521744 h 3362325"/>
                <a:gd name="connsiteX41" fmla="*/ 235744 w 3057525"/>
                <a:gd name="connsiteY41" fmla="*/ 2521744 h 3362325"/>
                <a:gd name="connsiteX42" fmla="*/ 235744 w 3057525"/>
                <a:gd name="connsiteY42" fmla="*/ 2369344 h 3362325"/>
                <a:gd name="connsiteX43" fmla="*/ 616744 w 3057525"/>
                <a:gd name="connsiteY43" fmla="*/ 2369344 h 3362325"/>
                <a:gd name="connsiteX44" fmla="*/ 616744 w 3057525"/>
                <a:gd name="connsiteY44" fmla="*/ 2521744 h 3362325"/>
                <a:gd name="connsiteX45" fmla="*/ 1607344 w 3057525"/>
                <a:gd name="connsiteY45" fmla="*/ 3131344 h 3362325"/>
                <a:gd name="connsiteX46" fmla="*/ 769144 w 3057525"/>
                <a:gd name="connsiteY46" fmla="*/ 3131344 h 3362325"/>
                <a:gd name="connsiteX47" fmla="*/ 769144 w 3057525"/>
                <a:gd name="connsiteY47" fmla="*/ 2978944 h 3362325"/>
                <a:gd name="connsiteX48" fmla="*/ 1607344 w 3057525"/>
                <a:gd name="connsiteY48" fmla="*/ 2978944 h 3362325"/>
                <a:gd name="connsiteX49" fmla="*/ 1607344 w 3057525"/>
                <a:gd name="connsiteY49" fmla="*/ 3131344 h 3362325"/>
                <a:gd name="connsiteX50" fmla="*/ 1607344 w 3057525"/>
                <a:gd name="connsiteY50" fmla="*/ 2826544 h 3362325"/>
                <a:gd name="connsiteX51" fmla="*/ 769144 w 3057525"/>
                <a:gd name="connsiteY51" fmla="*/ 2826544 h 3362325"/>
                <a:gd name="connsiteX52" fmla="*/ 769144 w 3057525"/>
                <a:gd name="connsiteY52" fmla="*/ 2674144 h 3362325"/>
                <a:gd name="connsiteX53" fmla="*/ 1607344 w 3057525"/>
                <a:gd name="connsiteY53" fmla="*/ 2674144 h 3362325"/>
                <a:gd name="connsiteX54" fmla="*/ 1607344 w 3057525"/>
                <a:gd name="connsiteY54" fmla="*/ 2826544 h 3362325"/>
                <a:gd name="connsiteX55" fmla="*/ 1607344 w 3057525"/>
                <a:gd name="connsiteY55" fmla="*/ 2521744 h 3362325"/>
                <a:gd name="connsiteX56" fmla="*/ 769144 w 3057525"/>
                <a:gd name="connsiteY56" fmla="*/ 2521744 h 3362325"/>
                <a:gd name="connsiteX57" fmla="*/ 769144 w 3057525"/>
                <a:gd name="connsiteY57" fmla="*/ 2369344 h 3362325"/>
                <a:gd name="connsiteX58" fmla="*/ 1607344 w 3057525"/>
                <a:gd name="connsiteY58" fmla="*/ 2369344 h 3362325"/>
                <a:gd name="connsiteX59" fmla="*/ 1607344 w 3057525"/>
                <a:gd name="connsiteY59" fmla="*/ 2521744 h 3362325"/>
                <a:gd name="connsiteX60" fmla="*/ 1988344 w 3057525"/>
                <a:gd name="connsiteY60" fmla="*/ 3131344 h 3362325"/>
                <a:gd name="connsiteX61" fmla="*/ 1759744 w 3057525"/>
                <a:gd name="connsiteY61" fmla="*/ 3131344 h 3362325"/>
                <a:gd name="connsiteX62" fmla="*/ 1759744 w 3057525"/>
                <a:gd name="connsiteY62" fmla="*/ 2978944 h 3362325"/>
                <a:gd name="connsiteX63" fmla="*/ 1988344 w 3057525"/>
                <a:gd name="connsiteY63" fmla="*/ 2978944 h 3362325"/>
                <a:gd name="connsiteX64" fmla="*/ 1988344 w 3057525"/>
                <a:gd name="connsiteY64" fmla="*/ 3131344 h 3362325"/>
                <a:gd name="connsiteX65" fmla="*/ 1988344 w 3057525"/>
                <a:gd name="connsiteY65" fmla="*/ 2826544 h 3362325"/>
                <a:gd name="connsiteX66" fmla="*/ 1759744 w 3057525"/>
                <a:gd name="connsiteY66" fmla="*/ 2826544 h 3362325"/>
                <a:gd name="connsiteX67" fmla="*/ 1759744 w 3057525"/>
                <a:gd name="connsiteY67" fmla="*/ 2674144 h 3362325"/>
                <a:gd name="connsiteX68" fmla="*/ 1988344 w 3057525"/>
                <a:gd name="connsiteY68" fmla="*/ 2674144 h 3362325"/>
                <a:gd name="connsiteX69" fmla="*/ 1988344 w 3057525"/>
                <a:gd name="connsiteY69" fmla="*/ 2826544 h 3362325"/>
                <a:gd name="connsiteX70" fmla="*/ 1988344 w 3057525"/>
                <a:gd name="connsiteY70" fmla="*/ 2521744 h 3362325"/>
                <a:gd name="connsiteX71" fmla="*/ 1759744 w 3057525"/>
                <a:gd name="connsiteY71" fmla="*/ 2521744 h 3362325"/>
                <a:gd name="connsiteX72" fmla="*/ 1759744 w 3057525"/>
                <a:gd name="connsiteY72" fmla="*/ 2369344 h 3362325"/>
                <a:gd name="connsiteX73" fmla="*/ 1988344 w 3057525"/>
                <a:gd name="connsiteY73" fmla="*/ 2369344 h 3362325"/>
                <a:gd name="connsiteX74" fmla="*/ 1988344 w 3057525"/>
                <a:gd name="connsiteY74" fmla="*/ 2521744 h 3362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057525" h="3362325">
                  <a:moveTo>
                    <a:pt x="2216944" y="3199924"/>
                  </a:moveTo>
                  <a:lnTo>
                    <a:pt x="2216944" y="2735104"/>
                  </a:lnTo>
                  <a:lnTo>
                    <a:pt x="3055144" y="1058704"/>
                  </a:lnTo>
                  <a:lnTo>
                    <a:pt x="3055144" y="7144"/>
                  </a:lnTo>
                  <a:lnTo>
                    <a:pt x="7144" y="7144"/>
                  </a:lnTo>
                  <a:lnTo>
                    <a:pt x="7144" y="3359944"/>
                  </a:lnTo>
                  <a:lnTo>
                    <a:pt x="3055144" y="3359944"/>
                  </a:lnTo>
                  <a:lnTo>
                    <a:pt x="3055144" y="2003584"/>
                  </a:lnTo>
                  <a:lnTo>
                    <a:pt x="2582704" y="2948464"/>
                  </a:lnTo>
                  <a:lnTo>
                    <a:pt x="2216944" y="3199924"/>
                  </a:lnTo>
                  <a:close/>
                  <a:moveTo>
                    <a:pt x="1683544" y="159544"/>
                  </a:moveTo>
                  <a:lnTo>
                    <a:pt x="1759744" y="159544"/>
                  </a:lnTo>
                  <a:cubicBezTo>
                    <a:pt x="2224564" y="159544"/>
                    <a:pt x="2597944" y="532924"/>
                    <a:pt x="2597944" y="997744"/>
                  </a:cubicBezTo>
                  <a:lnTo>
                    <a:pt x="2597944" y="1073944"/>
                  </a:lnTo>
                  <a:lnTo>
                    <a:pt x="1683544" y="1073944"/>
                  </a:lnTo>
                  <a:lnTo>
                    <a:pt x="1683544" y="159544"/>
                  </a:lnTo>
                  <a:close/>
                  <a:moveTo>
                    <a:pt x="235744" y="388144"/>
                  </a:moveTo>
                  <a:lnTo>
                    <a:pt x="571024" y="388144"/>
                  </a:lnTo>
                  <a:lnTo>
                    <a:pt x="883444" y="700564"/>
                  </a:lnTo>
                  <a:cubicBezTo>
                    <a:pt x="1028224" y="593884"/>
                    <a:pt x="1195864" y="540544"/>
                    <a:pt x="1378744" y="540544"/>
                  </a:cubicBezTo>
                  <a:lnTo>
                    <a:pt x="1454944" y="540544"/>
                  </a:lnTo>
                  <a:lnTo>
                    <a:pt x="1454944" y="1302544"/>
                  </a:lnTo>
                  <a:lnTo>
                    <a:pt x="2216944" y="1302544"/>
                  </a:lnTo>
                  <a:lnTo>
                    <a:pt x="2216944" y="1378744"/>
                  </a:lnTo>
                  <a:cubicBezTo>
                    <a:pt x="2216944" y="1843564"/>
                    <a:pt x="1843564" y="2216944"/>
                    <a:pt x="1378744" y="2216944"/>
                  </a:cubicBezTo>
                  <a:cubicBezTo>
                    <a:pt x="913924" y="2216944"/>
                    <a:pt x="540544" y="1843564"/>
                    <a:pt x="540544" y="1378744"/>
                  </a:cubicBezTo>
                  <a:cubicBezTo>
                    <a:pt x="540544" y="1165384"/>
                    <a:pt x="624364" y="952024"/>
                    <a:pt x="769144" y="799624"/>
                  </a:cubicBezTo>
                  <a:lnTo>
                    <a:pt x="510064" y="540544"/>
                  </a:lnTo>
                  <a:lnTo>
                    <a:pt x="235744" y="540544"/>
                  </a:lnTo>
                  <a:lnTo>
                    <a:pt x="235744" y="388144"/>
                  </a:lnTo>
                  <a:close/>
                  <a:moveTo>
                    <a:pt x="616744" y="3131344"/>
                  </a:moveTo>
                  <a:lnTo>
                    <a:pt x="235744" y="3131344"/>
                  </a:lnTo>
                  <a:lnTo>
                    <a:pt x="235744" y="2978944"/>
                  </a:lnTo>
                  <a:lnTo>
                    <a:pt x="616744" y="2978944"/>
                  </a:lnTo>
                  <a:lnTo>
                    <a:pt x="616744" y="3131344"/>
                  </a:lnTo>
                  <a:close/>
                  <a:moveTo>
                    <a:pt x="616744" y="2826544"/>
                  </a:moveTo>
                  <a:lnTo>
                    <a:pt x="235744" y="2826544"/>
                  </a:lnTo>
                  <a:lnTo>
                    <a:pt x="235744" y="2674144"/>
                  </a:lnTo>
                  <a:lnTo>
                    <a:pt x="616744" y="2674144"/>
                  </a:lnTo>
                  <a:lnTo>
                    <a:pt x="616744" y="2826544"/>
                  </a:lnTo>
                  <a:close/>
                  <a:moveTo>
                    <a:pt x="616744" y="2521744"/>
                  </a:moveTo>
                  <a:lnTo>
                    <a:pt x="235744" y="2521744"/>
                  </a:lnTo>
                  <a:lnTo>
                    <a:pt x="235744" y="2369344"/>
                  </a:lnTo>
                  <a:lnTo>
                    <a:pt x="616744" y="2369344"/>
                  </a:lnTo>
                  <a:lnTo>
                    <a:pt x="616744" y="2521744"/>
                  </a:lnTo>
                  <a:close/>
                  <a:moveTo>
                    <a:pt x="1607344" y="3131344"/>
                  </a:moveTo>
                  <a:lnTo>
                    <a:pt x="769144" y="3131344"/>
                  </a:lnTo>
                  <a:lnTo>
                    <a:pt x="769144" y="2978944"/>
                  </a:lnTo>
                  <a:lnTo>
                    <a:pt x="1607344" y="2978944"/>
                  </a:lnTo>
                  <a:lnTo>
                    <a:pt x="1607344" y="3131344"/>
                  </a:lnTo>
                  <a:close/>
                  <a:moveTo>
                    <a:pt x="1607344" y="2826544"/>
                  </a:moveTo>
                  <a:lnTo>
                    <a:pt x="769144" y="2826544"/>
                  </a:lnTo>
                  <a:lnTo>
                    <a:pt x="769144" y="2674144"/>
                  </a:lnTo>
                  <a:lnTo>
                    <a:pt x="1607344" y="2674144"/>
                  </a:lnTo>
                  <a:lnTo>
                    <a:pt x="1607344" y="2826544"/>
                  </a:lnTo>
                  <a:close/>
                  <a:moveTo>
                    <a:pt x="1607344" y="2521744"/>
                  </a:moveTo>
                  <a:lnTo>
                    <a:pt x="769144" y="2521744"/>
                  </a:lnTo>
                  <a:lnTo>
                    <a:pt x="769144" y="2369344"/>
                  </a:lnTo>
                  <a:lnTo>
                    <a:pt x="1607344" y="2369344"/>
                  </a:lnTo>
                  <a:lnTo>
                    <a:pt x="1607344" y="2521744"/>
                  </a:lnTo>
                  <a:close/>
                  <a:moveTo>
                    <a:pt x="1988344" y="3131344"/>
                  </a:moveTo>
                  <a:lnTo>
                    <a:pt x="1759744" y="3131344"/>
                  </a:lnTo>
                  <a:lnTo>
                    <a:pt x="1759744" y="2978944"/>
                  </a:lnTo>
                  <a:lnTo>
                    <a:pt x="1988344" y="2978944"/>
                  </a:lnTo>
                  <a:lnTo>
                    <a:pt x="1988344" y="3131344"/>
                  </a:lnTo>
                  <a:close/>
                  <a:moveTo>
                    <a:pt x="1988344" y="2826544"/>
                  </a:moveTo>
                  <a:lnTo>
                    <a:pt x="1759744" y="2826544"/>
                  </a:lnTo>
                  <a:lnTo>
                    <a:pt x="1759744" y="2674144"/>
                  </a:lnTo>
                  <a:lnTo>
                    <a:pt x="1988344" y="2674144"/>
                  </a:lnTo>
                  <a:lnTo>
                    <a:pt x="1988344" y="2826544"/>
                  </a:lnTo>
                  <a:close/>
                  <a:moveTo>
                    <a:pt x="1988344" y="2521744"/>
                  </a:moveTo>
                  <a:lnTo>
                    <a:pt x="1759744" y="2521744"/>
                  </a:lnTo>
                  <a:lnTo>
                    <a:pt x="1759744" y="2369344"/>
                  </a:lnTo>
                  <a:lnTo>
                    <a:pt x="1988344" y="2369344"/>
                  </a:lnTo>
                  <a:lnTo>
                    <a:pt x="1988344" y="2521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02" name="Graphic 46">
            <a:extLst>
              <a:ext uri="{FF2B5EF4-FFF2-40B4-BE49-F238E27FC236}">
                <a16:creationId xmlns:a16="http://schemas.microsoft.com/office/drawing/2014/main" id="{EDB71FB4-54CA-4453-B08C-29C40B9FC3F2}"/>
              </a:ext>
            </a:extLst>
          </p:cNvPr>
          <p:cNvGrpSpPr>
            <a:grpSpLocks noChangeAspect="1"/>
          </p:cNvGrpSpPr>
          <p:nvPr/>
        </p:nvGrpSpPr>
        <p:grpSpPr>
          <a:xfrm>
            <a:off x="3359950" y="1386598"/>
            <a:ext cx="377190" cy="502920"/>
            <a:chOff x="4419600" y="1143000"/>
            <a:chExt cx="365760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C82C76D1-DA86-4318-BC16-285D6D1BF79C}"/>
                </a:ext>
              </a:extLst>
            </p:cNvPr>
            <p:cNvSpPr/>
            <p:nvPr/>
          </p:nvSpPr>
          <p:spPr>
            <a:xfrm>
              <a:off x="6154579" y="1484471"/>
              <a:ext cx="180975" cy="180975"/>
            </a:xfrm>
            <a:custGeom>
              <a:avLst/>
              <a:gdLst>
                <a:gd name="connsiteX0" fmla="*/ 7144 w 180975"/>
                <a:gd name="connsiteY0" fmla="*/ 7144 h 180975"/>
                <a:gd name="connsiteX1" fmla="*/ 181451 w 180975"/>
                <a:gd name="connsiteY1" fmla="*/ 7144 h 180975"/>
                <a:gd name="connsiteX2" fmla="*/ 181451 w 180975"/>
                <a:gd name="connsiteY2" fmla="*/ 181451 h 180975"/>
                <a:gd name="connsiteX3" fmla="*/ 7144 w 180975"/>
                <a:gd name="connsiteY3" fmla="*/ 181451 h 180975"/>
                <a:gd name="connsiteX4" fmla="*/ 7144 w 180975"/>
                <a:gd name="connsiteY4" fmla="*/ 7144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975" h="180975">
                  <a:moveTo>
                    <a:pt x="7144" y="7144"/>
                  </a:moveTo>
                  <a:lnTo>
                    <a:pt x="181451" y="7144"/>
                  </a:lnTo>
                  <a:lnTo>
                    <a:pt x="181451" y="181451"/>
                  </a:lnTo>
                  <a:lnTo>
                    <a:pt x="7144" y="1814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01097DEC-0D7D-48A7-B118-8107827EA1E0}"/>
                </a:ext>
              </a:extLst>
            </p:cNvPr>
            <p:cNvSpPr/>
            <p:nvPr/>
          </p:nvSpPr>
          <p:spPr>
            <a:xfrm>
              <a:off x="7547134" y="5489734"/>
              <a:ext cx="180975" cy="180975"/>
            </a:xfrm>
            <a:custGeom>
              <a:avLst/>
              <a:gdLst>
                <a:gd name="connsiteX0" fmla="*/ 7144 w 180975"/>
                <a:gd name="connsiteY0" fmla="*/ 7144 h 180975"/>
                <a:gd name="connsiteX1" fmla="*/ 181451 w 180975"/>
                <a:gd name="connsiteY1" fmla="*/ 7144 h 180975"/>
                <a:gd name="connsiteX2" fmla="*/ 181451 w 180975"/>
                <a:gd name="connsiteY2" fmla="*/ 181451 h 180975"/>
                <a:gd name="connsiteX3" fmla="*/ 7144 w 180975"/>
                <a:gd name="connsiteY3" fmla="*/ 181451 h 180975"/>
                <a:gd name="connsiteX4" fmla="*/ 7144 w 180975"/>
                <a:gd name="connsiteY4" fmla="*/ 7144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975" h="180975">
                  <a:moveTo>
                    <a:pt x="7144" y="7144"/>
                  </a:moveTo>
                  <a:lnTo>
                    <a:pt x="181451" y="7144"/>
                  </a:lnTo>
                  <a:lnTo>
                    <a:pt x="181451" y="181451"/>
                  </a:lnTo>
                  <a:lnTo>
                    <a:pt x="7144" y="1814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125D4A2D-8521-4AC7-807A-0B7DE4B1A608}"/>
                </a:ext>
              </a:extLst>
            </p:cNvPr>
            <p:cNvSpPr/>
            <p:nvPr/>
          </p:nvSpPr>
          <p:spPr>
            <a:xfrm>
              <a:off x="5370671" y="1135856"/>
              <a:ext cx="1752600" cy="790575"/>
            </a:xfrm>
            <a:custGeom>
              <a:avLst/>
              <a:gdLst>
                <a:gd name="connsiteX0" fmla="*/ 140494 w 1752600"/>
                <a:gd name="connsiteY0" fmla="*/ 268129 h 790575"/>
                <a:gd name="connsiteX1" fmla="*/ 7144 w 1752600"/>
                <a:gd name="connsiteY1" fmla="*/ 401479 h 790575"/>
                <a:gd name="connsiteX2" fmla="*/ 7144 w 1752600"/>
                <a:gd name="connsiteY2" fmla="*/ 791051 h 790575"/>
                <a:gd name="connsiteX3" fmla="*/ 1749266 w 1752600"/>
                <a:gd name="connsiteY3" fmla="*/ 791051 h 790575"/>
                <a:gd name="connsiteX4" fmla="*/ 1749266 w 1752600"/>
                <a:gd name="connsiteY4" fmla="*/ 401479 h 790575"/>
                <a:gd name="connsiteX5" fmla="*/ 1615916 w 1752600"/>
                <a:gd name="connsiteY5" fmla="*/ 268129 h 790575"/>
                <a:gd name="connsiteX6" fmla="*/ 1392079 w 1752600"/>
                <a:gd name="connsiteY6" fmla="*/ 268129 h 790575"/>
                <a:gd name="connsiteX7" fmla="*/ 1086326 w 1752600"/>
                <a:gd name="connsiteY7" fmla="*/ 112871 h 790575"/>
                <a:gd name="connsiteX8" fmla="*/ 877729 w 1752600"/>
                <a:gd name="connsiteY8" fmla="*/ 7144 h 790575"/>
                <a:gd name="connsiteX9" fmla="*/ 669131 w 1752600"/>
                <a:gd name="connsiteY9" fmla="*/ 112871 h 790575"/>
                <a:gd name="connsiteX10" fmla="*/ 363379 w 1752600"/>
                <a:gd name="connsiteY10" fmla="*/ 268129 h 790575"/>
                <a:gd name="connsiteX11" fmla="*/ 140494 w 1752600"/>
                <a:gd name="connsiteY11" fmla="*/ 268129 h 790575"/>
                <a:gd name="connsiteX12" fmla="*/ 616744 w 1752600"/>
                <a:gd name="connsiteY12" fmla="*/ 268129 h 790575"/>
                <a:gd name="connsiteX13" fmla="*/ 703421 w 1752600"/>
                <a:gd name="connsiteY13" fmla="*/ 181451 h 790575"/>
                <a:gd name="connsiteX14" fmla="*/ 1052036 w 1752600"/>
                <a:gd name="connsiteY14" fmla="*/ 181451 h 790575"/>
                <a:gd name="connsiteX15" fmla="*/ 1138714 w 1752600"/>
                <a:gd name="connsiteY15" fmla="*/ 268129 h 790575"/>
                <a:gd name="connsiteX16" fmla="*/ 1138714 w 1752600"/>
                <a:gd name="connsiteY16" fmla="*/ 616744 h 790575"/>
                <a:gd name="connsiteX17" fmla="*/ 1052036 w 1752600"/>
                <a:gd name="connsiteY17" fmla="*/ 703421 h 790575"/>
                <a:gd name="connsiteX18" fmla="*/ 703421 w 1752600"/>
                <a:gd name="connsiteY18" fmla="*/ 703421 h 790575"/>
                <a:gd name="connsiteX19" fmla="*/ 616744 w 1752600"/>
                <a:gd name="connsiteY19" fmla="*/ 616744 h 790575"/>
                <a:gd name="connsiteX20" fmla="*/ 616744 w 1752600"/>
                <a:gd name="connsiteY20" fmla="*/ 268129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52600" h="790575">
                  <a:moveTo>
                    <a:pt x="140494" y="268129"/>
                  </a:moveTo>
                  <a:cubicBezTo>
                    <a:pt x="67151" y="268129"/>
                    <a:pt x="7144" y="328136"/>
                    <a:pt x="7144" y="401479"/>
                  </a:cubicBezTo>
                  <a:lnTo>
                    <a:pt x="7144" y="791051"/>
                  </a:lnTo>
                  <a:lnTo>
                    <a:pt x="1749266" y="791051"/>
                  </a:lnTo>
                  <a:lnTo>
                    <a:pt x="1749266" y="401479"/>
                  </a:lnTo>
                  <a:cubicBezTo>
                    <a:pt x="1749266" y="328136"/>
                    <a:pt x="1689259" y="268129"/>
                    <a:pt x="1615916" y="268129"/>
                  </a:cubicBezTo>
                  <a:lnTo>
                    <a:pt x="1392079" y="268129"/>
                  </a:lnTo>
                  <a:cubicBezTo>
                    <a:pt x="1272064" y="268129"/>
                    <a:pt x="1157764" y="210026"/>
                    <a:pt x="1086326" y="112871"/>
                  </a:cubicBezTo>
                  <a:cubicBezTo>
                    <a:pt x="1036796" y="46196"/>
                    <a:pt x="960596" y="7144"/>
                    <a:pt x="877729" y="7144"/>
                  </a:cubicBezTo>
                  <a:cubicBezTo>
                    <a:pt x="794861" y="7144"/>
                    <a:pt x="718661" y="46196"/>
                    <a:pt x="669131" y="112871"/>
                  </a:cubicBezTo>
                  <a:cubicBezTo>
                    <a:pt x="597694" y="210026"/>
                    <a:pt x="483394" y="268129"/>
                    <a:pt x="363379" y="268129"/>
                  </a:cubicBezTo>
                  <a:lnTo>
                    <a:pt x="140494" y="268129"/>
                  </a:lnTo>
                  <a:close/>
                  <a:moveTo>
                    <a:pt x="616744" y="268129"/>
                  </a:moveTo>
                  <a:cubicBezTo>
                    <a:pt x="616744" y="220504"/>
                    <a:pt x="655796" y="181451"/>
                    <a:pt x="703421" y="181451"/>
                  </a:cubicBezTo>
                  <a:lnTo>
                    <a:pt x="1052036" y="181451"/>
                  </a:lnTo>
                  <a:cubicBezTo>
                    <a:pt x="1099661" y="181451"/>
                    <a:pt x="1138714" y="220504"/>
                    <a:pt x="1138714" y="268129"/>
                  </a:cubicBezTo>
                  <a:lnTo>
                    <a:pt x="1138714" y="616744"/>
                  </a:lnTo>
                  <a:cubicBezTo>
                    <a:pt x="1138714" y="664369"/>
                    <a:pt x="1099661" y="703421"/>
                    <a:pt x="1052036" y="703421"/>
                  </a:cubicBezTo>
                  <a:lnTo>
                    <a:pt x="703421" y="703421"/>
                  </a:lnTo>
                  <a:cubicBezTo>
                    <a:pt x="655796" y="703421"/>
                    <a:pt x="616744" y="664369"/>
                    <a:pt x="616744" y="616744"/>
                  </a:cubicBezTo>
                  <a:lnTo>
                    <a:pt x="616744" y="26812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622739F1-D938-4531-A147-B6D5D4339124}"/>
                </a:ext>
              </a:extLst>
            </p:cNvPr>
            <p:cNvSpPr/>
            <p:nvPr/>
          </p:nvSpPr>
          <p:spPr>
            <a:xfrm>
              <a:off x="4761071" y="1919764"/>
              <a:ext cx="2971800" cy="3752850"/>
            </a:xfrm>
            <a:custGeom>
              <a:avLst/>
              <a:gdLst>
                <a:gd name="connsiteX0" fmla="*/ 2880836 w 2971800"/>
                <a:gd name="connsiteY0" fmla="*/ 7144 h 3752850"/>
                <a:gd name="connsiteX1" fmla="*/ 2532222 w 2971800"/>
                <a:gd name="connsiteY1" fmla="*/ 7144 h 3752850"/>
                <a:gd name="connsiteX2" fmla="*/ 2532222 w 2971800"/>
                <a:gd name="connsiteY2" fmla="*/ 93821 h 3752850"/>
                <a:gd name="connsiteX3" fmla="*/ 2445544 w 2971800"/>
                <a:gd name="connsiteY3" fmla="*/ 180499 h 3752850"/>
                <a:gd name="connsiteX4" fmla="*/ 529114 w 2971800"/>
                <a:gd name="connsiteY4" fmla="*/ 180499 h 3752850"/>
                <a:gd name="connsiteX5" fmla="*/ 442436 w 2971800"/>
                <a:gd name="connsiteY5" fmla="*/ 93821 h 3752850"/>
                <a:gd name="connsiteX6" fmla="*/ 442436 w 2971800"/>
                <a:gd name="connsiteY6" fmla="*/ 7144 h 3752850"/>
                <a:gd name="connsiteX7" fmla="*/ 93821 w 2971800"/>
                <a:gd name="connsiteY7" fmla="*/ 7144 h 3752850"/>
                <a:gd name="connsiteX8" fmla="*/ 7144 w 2971800"/>
                <a:gd name="connsiteY8" fmla="*/ 93821 h 3752850"/>
                <a:gd name="connsiteX9" fmla="*/ 7144 w 2971800"/>
                <a:gd name="connsiteY9" fmla="*/ 3751421 h 3752850"/>
                <a:gd name="connsiteX10" fmla="*/ 2619851 w 2971800"/>
                <a:gd name="connsiteY10" fmla="*/ 3751421 h 3752850"/>
                <a:gd name="connsiteX11" fmla="*/ 2619851 w 2971800"/>
                <a:gd name="connsiteY11" fmla="*/ 3490436 h 3752850"/>
                <a:gd name="connsiteX12" fmla="*/ 2706529 w 2971800"/>
                <a:gd name="connsiteY12" fmla="*/ 3403759 h 3752850"/>
                <a:gd name="connsiteX13" fmla="*/ 2967514 w 2971800"/>
                <a:gd name="connsiteY13" fmla="*/ 3403759 h 3752850"/>
                <a:gd name="connsiteX14" fmla="*/ 2967514 w 2971800"/>
                <a:gd name="connsiteY14" fmla="*/ 93821 h 3752850"/>
                <a:gd name="connsiteX15" fmla="*/ 2880836 w 2971800"/>
                <a:gd name="connsiteY15" fmla="*/ 7144 h 3752850"/>
                <a:gd name="connsiteX16" fmla="*/ 2096929 w 2971800"/>
                <a:gd name="connsiteY16" fmla="*/ 3229451 h 3752850"/>
                <a:gd name="connsiteX17" fmla="*/ 354806 w 2971800"/>
                <a:gd name="connsiteY17" fmla="*/ 3229451 h 3752850"/>
                <a:gd name="connsiteX18" fmla="*/ 268129 w 2971800"/>
                <a:gd name="connsiteY18" fmla="*/ 3142774 h 3752850"/>
                <a:gd name="connsiteX19" fmla="*/ 354806 w 2971800"/>
                <a:gd name="connsiteY19" fmla="*/ 3056096 h 3752850"/>
                <a:gd name="connsiteX20" fmla="*/ 2096929 w 2971800"/>
                <a:gd name="connsiteY20" fmla="*/ 3056096 h 3752850"/>
                <a:gd name="connsiteX21" fmla="*/ 2183606 w 2971800"/>
                <a:gd name="connsiteY21" fmla="*/ 3142774 h 3752850"/>
                <a:gd name="connsiteX22" fmla="*/ 2096929 w 2971800"/>
                <a:gd name="connsiteY22" fmla="*/ 3229451 h 3752850"/>
                <a:gd name="connsiteX23" fmla="*/ 2619851 w 2971800"/>
                <a:gd name="connsiteY23" fmla="*/ 3229451 h 3752850"/>
                <a:gd name="connsiteX24" fmla="*/ 2445544 w 2971800"/>
                <a:gd name="connsiteY24" fmla="*/ 3229451 h 3752850"/>
                <a:gd name="connsiteX25" fmla="*/ 2358866 w 2971800"/>
                <a:gd name="connsiteY25" fmla="*/ 3142774 h 3752850"/>
                <a:gd name="connsiteX26" fmla="*/ 2445544 w 2971800"/>
                <a:gd name="connsiteY26" fmla="*/ 3056096 h 3752850"/>
                <a:gd name="connsiteX27" fmla="*/ 2619851 w 2971800"/>
                <a:gd name="connsiteY27" fmla="*/ 3056096 h 3752850"/>
                <a:gd name="connsiteX28" fmla="*/ 2706529 w 2971800"/>
                <a:gd name="connsiteY28" fmla="*/ 3142774 h 3752850"/>
                <a:gd name="connsiteX29" fmla="*/ 2619851 w 2971800"/>
                <a:gd name="connsiteY29" fmla="*/ 3229451 h 3752850"/>
                <a:gd name="connsiteX30" fmla="*/ 2619851 w 2971800"/>
                <a:gd name="connsiteY30" fmla="*/ 2532221 h 3752850"/>
                <a:gd name="connsiteX31" fmla="*/ 703421 w 2971800"/>
                <a:gd name="connsiteY31" fmla="*/ 2532221 h 3752850"/>
                <a:gd name="connsiteX32" fmla="*/ 703421 w 2971800"/>
                <a:gd name="connsiteY32" fmla="*/ 2706529 h 3752850"/>
                <a:gd name="connsiteX33" fmla="*/ 616744 w 2971800"/>
                <a:gd name="connsiteY33" fmla="*/ 2793206 h 3752850"/>
                <a:gd name="connsiteX34" fmla="*/ 530066 w 2971800"/>
                <a:gd name="connsiteY34" fmla="*/ 2706529 h 3752850"/>
                <a:gd name="connsiteX35" fmla="*/ 530066 w 2971800"/>
                <a:gd name="connsiteY35" fmla="*/ 2532221 h 3752850"/>
                <a:gd name="connsiteX36" fmla="*/ 354806 w 2971800"/>
                <a:gd name="connsiteY36" fmla="*/ 2532221 h 3752850"/>
                <a:gd name="connsiteX37" fmla="*/ 268129 w 2971800"/>
                <a:gd name="connsiteY37" fmla="*/ 2445544 h 3752850"/>
                <a:gd name="connsiteX38" fmla="*/ 354806 w 2971800"/>
                <a:gd name="connsiteY38" fmla="*/ 2358866 h 3752850"/>
                <a:gd name="connsiteX39" fmla="*/ 529114 w 2971800"/>
                <a:gd name="connsiteY39" fmla="*/ 2358866 h 3752850"/>
                <a:gd name="connsiteX40" fmla="*/ 529114 w 2971800"/>
                <a:gd name="connsiteY40" fmla="*/ 442436 h 3752850"/>
                <a:gd name="connsiteX41" fmla="*/ 615791 w 2971800"/>
                <a:gd name="connsiteY41" fmla="*/ 355759 h 3752850"/>
                <a:gd name="connsiteX42" fmla="*/ 702469 w 2971800"/>
                <a:gd name="connsiteY42" fmla="*/ 442436 h 3752850"/>
                <a:gd name="connsiteX43" fmla="*/ 702469 w 2971800"/>
                <a:gd name="connsiteY43" fmla="*/ 2357914 h 3752850"/>
                <a:gd name="connsiteX44" fmla="*/ 2617947 w 2971800"/>
                <a:gd name="connsiteY44" fmla="*/ 2357914 h 3752850"/>
                <a:gd name="connsiteX45" fmla="*/ 2704624 w 2971800"/>
                <a:gd name="connsiteY45" fmla="*/ 2444591 h 3752850"/>
                <a:gd name="connsiteX46" fmla="*/ 2619851 w 2971800"/>
                <a:gd name="connsiteY46" fmla="*/ 2532221 h 3752850"/>
                <a:gd name="connsiteX47" fmla="*/ 2706529 w 2971800"/>
                <a:gd name="connsiteY47" fmla="*/ 1574959 h 3752850"/>
                <a:gd name="connsiteX48" fmla="*/ 2619851 w 2971800"/>
                <a:gd name="connsiteY48" fmla="*/ 1661636 h 3752850"/>
                <a:gd name="connsiteX49" fmla="*/ 2533174 w 2971800"/>
                <a:gd name="connsiteY49" fmla="*/ 1574959 h 3752850"/>
                <a:gd name="connsiteX50" fmla="*/ 2533174 w 2971800"/>
                <a:gd name="connsiteY50" fmla="*/ 1366361 h 3752850"/>
                <a:gd name="connsiteX51" fmla="*/ 1900714 w 2971800"/>
                <a:gd name="connsiteY51" fmla="*/ 2068354 h 3752850"/>
                <a:gd name="connsiteX52" fmla="*/ 1837849 w 2971800"/>
                <a:gd name="connsiteY52" fmla="*/ 2096929 h 3752850"/>
                <a:gd name="connsiteX53" fmla="*/ 1774031 w 2971800"/>
                <a:gd name="connsiteY53" fmla="*/ 2071211 h 3752850"/>
                <a:gd name="connsiteX54" fmla="*/ 1399699 w 2971800"/>
                <a:gd name="connsiteY54" fmla="*/ 1696879 h 3752850"/>
                <a:gd name="connsiteX55" fmla="*/ 1026319 w 2971800"/>
                <a:gd name="connsiteY55" fmla="*/ 2071211 h 3752850"/>
                <a:gd name="connsiteX56" fmla="*/ 964406 w 2971800"/>
                <a:gd name="connsiteY56" fmla="*/ 2096929 h 3752850"/>
                <a:gd name="connsiteX57" fmla="*/ 902494 w 2971800"/>
                <a:gd name="connsiteY57" fmla="*/ 2071211 h 3752850"/>
                <a:gd name="connsiteX58" fmla="*/ 902494 w 2971800"/>
                <a:gd name="connsiteY58" fmla="*/ 1948339 h 3752850"/>
                <a:gd name="connsiteX59" fmla="*/ 1337786 w 2971800"/>
                <a:gd name="connsiteY59" fmla="*/ 1513046 h 3752850"/>
                <a:gd name="connsiteX60" fmla="*/ 1460659 w 2971800"/>
                <a:gd name="connsiteY60" fmla="*/ 1513046 h 3752850"/>
                <a:gd name="connsiteX61" fmla="*/ 1831181 w 2971800"/>
                <a:gd name="connsiteY61" fmla="*/ 1883569 h 3752850"/>
                <a:gd name="connsiteX62" fmla="*/ 2422684 w 2971800"/>
                <a:gd name="connsiteY62" fmla="*/ 1226344 h 3752850"/>
                <a:gd name="connsiteX63" fmla="*/ 2182654 w 2971800"/>
                <a:gd name="connsiteY63" fmla="*/ 1226344 h 3752850"/>
                <a:gd name="connsiteX64" fmla="*/ 2095976 w 2971800"/>
                <a:gd name="connsiteY64" fmla="*/ 1139666 h 3752850"/>
                <a:gd name="connsiteX65" fmla="*/ 2182654 w 2971800"/>
                <a:gd name="connsiteY65" fmla="*/ 1052989 h 3752850"/>
                <a:gd name="connsiteX66" fmla="*/ 2249329 w 2971800"/>
                <a:gd name="connsiteY66" fmla="*/ 1052989 h 3752850"/>
                <a:gd name="connsiteX67" fmla="*/ 2396966 w 2971800"/>
                <a:gd name="connsiteY67" fmla="*/ 1052989 h 3752850"/>
                <a:gd name="connsiteX68" fmla="*/ 2546509 w 2971800"/>
                <a:gd name="connsiteY68" fmla="*/ 1052989 h 3752850"/>
                <a:gd name="connsiteX69" fmla="*/ 2674144 w 2971800"/>
                <a:gd name="connsiteY69" fmla="*/ 1074896 h 3752850"/>
                <a:gd name="connsiteX70" fmla="*/ 2704624 w 2971800"/>
                <a:gd name="connsiteY70" fmla="*/ 1189196 h 3752850"/>
                <a:gd name="connsiteX71" fmla="*/ 2704624 w 2971800"/>
                <a:gd name="connsiteY71" fmla="*/ 1318736 h 3752850"/>
                <a:gd name="connsiteX72" fmla="*/ 2704624 w 2971800"/>
                <a:gd name="connsiteY72" fmla="*/ 1465421 h 3752850"/>
                <a:gd name="connsiteX73" fmla="*/ 2704624 w 2971800"/>
                <a:gd name="connsiteY73" fmla="*/ 1563529 h 3752850"/>
                <a:gd name="connsiteX74" fmla="*/ 2706529 w 2971800"/>
                <a:gd name="connsiteY74" fmla="*/ 1574959 h 3752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2971800" h="3752850">
                  <a:moveTo>
                    <a:pt x="2880836" y="7144"/>
                  </a:moveTo>
                  <a:lnTo>
                    <a:pt x="2532222" y="7144"/>
                  </a:lnTo>
                  <a:lnTo>
                    <a:pt x="2532222" y="93821"/>
                  </a:lnTo>
                  <a:cubicBezTo>
                    <a:pt x="2532222" y="141446"/>
                    <a:pt x="2493169" y="180499"/>
                    <a:pt x="2445544" y="180499"/>
                  </a:cubicBezTo>
                  <a:lnTo>
                    <a:pt x="529114" y="180499"/>
                  </a:lnTo>
                  <a:cubicBezTo>
                    <a:pt x="481489" y="180499"/>
                    <a:pt x="442436" y="141446"/>
                    <a:pt x="442436" y="93821"/>
                  </a:cubicBezTo>
                  <a:lnTo>
                    <a:pt x="442436" y="7144"/>
                  </a:lnTo>
                  <a:lnTo>
                    <a:pt x="93821" y="7144"/>
                  </a:lnTo>
                  <a:cubicBezTo>
                    <a:pt x="46196" y="7144"/>
                    <a:pt x="7144" y="46196"/>
                    <a:pt x="7144" y="93821"/>
                  </a:cubicBezTo>
                  <a:lnTo>
                    <a:pt x="7144" y="3751421"/>
                  </a:lnTo>
                  <a:lnTo>
                    <a:pt x="2619851" y="3751421"/>
                  </a:lnTo>
                  <a:lnTo>
                    <a:pt x="2619851" y="3490436"/>
                  </a:lnTo>
                  <a:cubicBezTo>
                    <a:pt x="2619851" y="3442811"/>
                    <a:pt x="2658904" y="3403759"/>
                    <a:pt x="2706529" y="3403759"/>
                  </a:cubicBezTo>
                  <a:lnTo>
                    <a:pt x="2967514" y="3403759"/>
                  </a:lnTo>
                  <a:lnTo>
                    <a:pt x="2967514" y="93821"/>
                  </a:lnTo>
                  <a:cubicBezTo>
                    <a:pt x="2967514" y="46196"/>
                    <a:pt x="2928461" y="7144"/>
                    <a:pt x="2880836" y="7144"/>
                  </a:cubicBezTo>
                  <a:close/>
                  <a:moveTo>
                    <a:pt x="2096929" y="3229451"/>
                  </a:moveTo>
                  <a:lnTo>
                    <a:pt x="354806" y="3229451"/>
                  </a:lnTo>
                  <a:cubicBezTo>
                    <a:pt x="307181" y="3229451"/>
                    <a:pt x="268129" y="3190399"/>
                    <a:pt x="268129" y="3142774"/>
                  </a:cubicBezTo>
                  <a:cubicBezTo>
                    <a:pt x="268129" y="3095149"/>
                    <a:pt x="307181" y="3056096"/>
                    <a:pt x="354806" y="3056096"/>
                  </a:cubicBezTo>
                  <a:lnTo>
                    <a:pt x="2096929" y="3056096"/>
                  </a:lnTo>
                  <a:cubicBezTo>
                    <a:pt x="2144554" y="3056096"/>
                    <a:pt x="2183606" y="3095149"/>
                    <a:pt x="2183606" y="3142774"/>
                  </a:cubicBezTo>
                  <a:cubicBezTo>
                    <a:pt x="2183606" y="3190399"/>
                    <a:pt x="2144554" y="3229451"/>
                    <a:pt x="2096929" y="3229451"/>
                  </a:cubicBezTo>
                  <a:close/>
                  <a:moveTo>
                    <a:pt x="2619851" y="3229451"/>
                  </a:moveTo>
                  <a:lnTo>
                    <a:pt x="2445544" y="3229451"/>
                  </a:lnTo>
                  <a:cubicBezTo>
                    <a:pt x="2397919" y="3229451"/>
                    <a:pt x="2358866" y="3190399"/>
                    <a:pt x="2358866" y="3142774"/>
                  </a:cubicBezTo>
                  <a:cubicBezTo>
                    <a:pt x="2358866" y="3095149"/>
                    <a:pt x="2397919" y="3056096"/>
                    <a:pt x="2445544" y="3056096"/>
                  </a:cubicBezTo>
                  <a:lnTo>
                    <a:pt x="2619851" y="3056096"/>
                  </a:lnTo>
                  <a:cubicBezTo>
                    <a:pt x="2667476" y="3056096"/>
                    <a:pt x="2706529" y="3095149"/>
                    <a:pt x="2706529" y="3142774"/>
                  </a:cubicBezTo>
                  <a:cubicBezTo>
                    <a:pt x="2706529" y="3190399"/>
                    <a:pt x="2667476" y="3229451"/>
                    <a:pt x="2619851" y="3229451"/>
                  </a:cubicBezTo>
                  <a:close/>
                  <a:moveTo>
                    <a:pt x="2619851" y="2532221"/>
                  </a:moveTo>
                  <a:lnTo>
                    <a:pt x="703421" y="2532221"/>
                  </a:lnTo>
                  <a:lnTo>
                    <a:pt x="703421" y="2706529"/>
                  </a:lnTo>
                  <a:cubicBezTo>
                    <a:pt x="703421" y="2754154"/>
                    <a:pt x="664369" y="2793206"/>
                    <a:pt x="616744" y="2793206"/>
                  </a:cubicBezTo>
                  <a:cubicBezTo>
                    <a:pt x="569119" y="2793206"/>
                    <a:pt x="530066" y="2754154"/>
                    <a:pt x="530066" y="2706529"/>
                  </a:cubicBezTo>
                  <a:lnTo>
                    <a:pt x="530066" y="2532221"/>
                  </a:lnTo>
                  <a:lnTo>
                    <a:pt x="354806" y="2532221"/>
                  </a:lnTo>
                  <a:cubicBezTo>
                    <a:pt x="307181" y="2532221"/>
                    <a:pt x="268129" y="2493169"/>
                    <a:pt x="268129" y="2445544"/>
                  </a:cubicBezTo>
                  <a:cubicBezTo>
                    <a:pt x="268129" y="2397919"/>
                    <a:pt x="307181" y="2358866"/>
                    <a:pt x="354806" y="2358866"/>
                  </a:cubicBezTo>
                  <a:lnTo>
                    <a:pt x="529114" y="2358866"/>
                  </a:lnTo>
                  <a:lnTo>
                    <a:pt x="529114" y="442436"/>
                  </a:lnTo>
                  <a:cubicBezTo>
                    <a:pt x="529114" y="394811"/>
                    <a:pt x="568166" y="355759"/>
                    <a:pt x="615791" y="355759"/>
                  </a:cubicBezTo>
                  <a:cubicBezTo>
                    <a:pt x="663416" y="355759"/>
                    <a:pt x="702469" y="394811"/>
                    <a:pt x="702469" y="442436"/>
                  </a:cubicBezTo>
                  <a:lnTo>
                    <a:pt x="702469" y="2357914"/>
                  </a:lnTo>
                  <a:lnTo>
                    <a:pt x="2617947" y="2357914"/>
                  </a:lnTo>
                  <a:cubicBezTo>
                    <a:pt x="2665572" y="2357914"/>
                    <a:pt x="2704624" y="2396966"/>
                    <a:pt x="2704624" y="2444591"/>
                  </a:cubicBezTo>
                  <a:cubicBezTo>
                    <a:pt x="2704624" y="2492216"/>
                    <a:pt x="2667476" y="2532221"/>
                    <a:pt x="2619851" y="2532221"/>
                  </a:cubicBezTo>
                  <a:close/>
                  <a:moveTo>
                    <a:pt x="2706529" y="1574959"/>
                  </a:moveTo>
                  <a:cubicBezTo>
                    <a:pt x="2706529" y="1622584"/>
                    <a:pt x="2667476" y="1661636"/>
                    <a:pt x="2619851" y="1661636"/>
                  </a:cubicBezTo>
                  <a:cubicBezTo>
                    <a:pt x="2572226" y="1661636"/>
                    <a:pt x="2533174" y="1622584"/>
                    <a:pt x="2533174" y="1574959"/>
                  </a:cubicBezTo>
                  <a:lnTo>
                    <a:pt x="2533174" y="1366361"/>
                  </a:lnTo>
                  <a:lnTo>
                    <a:pt x="1900714" y="2068354"/>
                  </a:lnTo>
                  <a:cubicBezTo>
                    <a:pt x="1884521" y="2086451"/>
                    <a:pt x="1861661" y="2096929"/>
                    <a:pt x="1837849" y="2096929"/>
                  </a:cubicBezTo>
                  <a:cubicBezTo>
                    <a:pt x="1814036" y="2097881"/>
                    <a:pt x="1791176" y="2088356"/>
                    <a:pt x="1774031" y="2071211"/>
                  </a:cubicBezTo>
                  <a:lnTo>
                    <a:pt x="1399699" y="1696879"/>
                  </a:lnTo>
                  <a:lnTo>
                    <a:pt x="1026319" y="2071211"/>
                  </a:lnTo>
                  <a:cubicBezTo>
                    <a:pt x="1009174" y="2088356"/>
                    <a:pt x="987266" y="2096929"/>
                    <a:pt x="964406" y="2096929"/>
                  </a:cubicBezTo>
                  <a:cubicBezTo>
                    <a:pt x="942499" y="2096929"/>
                    <a:pt x="919639" y="2088356"/>
                    <a:pt x="902494" y="2071211"/>
                  </a:cubicBezTo>
                  <a:cubicBezTo>
                    <a:pt x="868204" y="2036921"/>
                    <a:pt x="868204" y="1981676"/>
                    <a:pt x="902494" y="1948339"/>
                  </a:cubicBezTo>
                  <a:lnTo>
                    <a:pt x="1337786" y="1513046"/>
                  </a:lnTo>
                  <a:cubicBezTo>
                    <a:pt x="1372076" y="1478756"/>
                    <a:pt x="1427321" y="1478756"/>
                    <a:pt x="1460659" y="1513046"/>
                  </a:cubicBezTo>
                  <a:lnTo>
                    <a:pt x="1831181" y="1883569"/>
                  </a:lnTo>
                  <a:lnTo>
                    <a:pt x="2422684" y="1226344"/>
                  </a:lnTo>
                  <a:lnTo>
                    <a:pt x="2182654" y="1226344"/>
                  </a:lnTo>
                  <a:cubicBezTo>
                    <a:pt x="2135029" y="1226344"/>
                    <a:pt x="2095976" y="1187291"/>
                    <a:pt x="2095976" y="1139666"/>
                  </a:cubicBezTo>
                  <a:cubicBezTo>
                    <a:pt x="2095976" y="1092041"/>
                    <a:pt x="2135029" y="1052989"/>
                    <a:pt x="2182654" y="1052989"/>
                  </a:cubicBezTo>
                  <a:lnTo>
                    <a:pt x="2249329" y="1052989"/>
                  </a:lnTo>
                  <a:lnTo>
                    <a:pt x="2396966" y="1052989"/>
                  </a:lnTo>
                  <a:lnTo>
                    <a:pt x="2546509" y="1052989"/>
                  </a:lnTo>
                  <a:cubicBezTo>
                    <a:pt x="2589372" y="1052989"/>
                    <a:pt x="2639854" y="1045369"/>
                    <a:pt x="2674144" y="1074896"/>
                  </a:cubicBezTo>
                  <a:cubicBezTo>
                    <a:pt x="2708434" y="1104424"/>
                    <a:pt x="2704624" y="1148239"/>
                    <a:pt x="2704624" y="1189196"/>
                  </a:cubicBezTo>
                  <a:lnTo>
                    <a:pt x="2704624" y="1318736"/>
                  </a:lnTo>
                  <a:lnTo>
                    <a:pt x="2704624" y="1465421"/>
                  </a:lnTo>
                  <a:lnTo>
                    <a:pt x="2704624" y="1563529"/>
                  </a:lnTo>
                  <a:cubicBezTo>
                    <a:pt x="2706529" y="1567339"/>
                    <a:pt x="2706529" y="1571149"/>
                    <a:pt x="2706529" y="15749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2D37F5F5-C84D-4759-9864-AD46A2327474}"/>
                </a:ext>
              </a:extLst>
            </p:cNvPr>
            <p:cNvSpPr/>
            <p:nvPr/>
          </p:nvSpPr>
          <p:spPr>
            <a:xfrm>
              <a:off x="4412456" y="1571149"/>
              <a:ext cx="3667125" cy="4448175"/>
            </a:xfrm>
            <a:custGeom>
              <a:avLst/>
              <a:gdLst>
                <a:gd name="connsiteX0" fmla="*/ 3403759 w 3667125"/>
                <a:gd name="connsiteY0" fmla="*/ 7144 h 4448175"/>
                <a:gd name="connsiteX1" fmla="*/ 2880836 w 3667125"/>
                <a:gd name="connsiteY1" fmla="*/ 7144 h 4448175"/>
                <a:gd name="connsiteX2" fmla="*/ 2880836 w 3667125"/>
                <a:gd name="connsiteY2" fmla="*/ 181451 h 4448175"/>
                <a:gd name="connsiteX3" fmla="*/ 3229451 w 3667125"/>
                <a:gd name="connsiteY3" fmla="*/ 181451 h 4448175"/>
                <a:gd name="connsiteX4" fmla="*/ 3490436 w 3667125"/>
                <a:gd name="connsiteY4" fmla="*/ 442436 h 4448175"/>
                <a:gd name="connsiteX5" fmla="*/ 3490436 w 3667125"/>
                <a:gd name="connsiteY5" fmla="*/ 4186714 h 4448175"/>
                <a:gd name="connsiteX6" fmla="*/ 3403759 w 3667125"/>
                <a:gd name="connsiteY6" fmla="*/ 4273392 h 4448175"/>
                <a:gd name="connsiteX7" fmla="*/ 268129 w 3667125"/>
                <a:gd name="connsiteY7" fmla="*/ 4273392 h 4448175"/>
                <a:gd name="connsiteX8" fmla="*/ 181451 w 3667125"/>
                <a:gd name="connsiteY8" fmla="*/ 4186714 h 4448175"/>
                <a:gd name="connsiteX9" fmla="*/ 181451 w 3667125"/>
                <a:gd name="connsiteY9" fmla="*/ 442436 h 4448175"/>
                <a:gd name="connsiteX10" fmla="*/ 442436 w 3667125"/>
                <a:gd name="connsiteY10" fmla="*/ 181451 h 4448175"/>
                <a:gd name="connsiteX11" fmla="*/ 791051 w 3667125"/>
                <a:gd name="connsiteY11" fmla="*/ 181451 h 4448175"/>
                <a:gd name="connsiteX12" fmla="*/ 791051 w 3667125"/>
                <a:gd name="connsiteY12" fmla="*/ 7144 h 4448175"/>
                <a:gd name="connsiteX13" fmla="*/ 268129 w 3667125"/>
                <a:gd name="connsiteY13" fmla="*/ 7144 h 4448175"/>
                <a:gd name="connsiteX14" fmla="*/ 7144 w 3667125"/>
                <a:gd name="connsiteY14" fmla="*/ 268129 h 4448175"/>
                <a:gd name="connsiteX15" fmla="*/ 7144 w 3667125"/>
                <a:gd name="connsiteY15" fmla="*/ 4186714 h 4448175"/>
                <a:gd name="connsiteX16" fmla="*/ 268129 w 3667125"/>
                <a:gd name="connsiteY16" fmla="*/ 4448651 h 4448175"/>
                <a:gd name="connsiteX17" fmla="*/ 3402806 w 3667125"/>
                <a:gd name="connsiteY17" fmla="*/ 4448651 h 4448175"/>
                <a:gd name="connsiteX18" fmla="*/ 3663791 w 3667125"/>
                <a:gd name="connsiteY18" fmla="*/ 4187666 h 4448175"/>
                <a:gd name="connsiteX19" fmla="*/ 3663791 w 3667125"/>
                <a:gd name="connsiteY19" fmla="*/ 268129 h 4448175"/>
                <a:gd name="connsiteX20" fmla="*/ 3403759 w 3667125"/>
                <a:gd name="connsiteY20" fmla="*/ 7144 h 444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7125" h="4448175">
                  <a:moveTo>
                    <a:pt x="3403759" y="7144"/>
                  </a:moveTo>
                  <a:lnTo>
                    <a:pt x="2880836" y="7144"/>
                  </a:lnTo>
                  <a:lnTo>
                    <a:pt x="2880836" y="181451"/>
                  </a:lnTo>
                  <a:lnTo>
                    <a:pt x="3229451" y="181451"/>
                  </a:lnTo>
                  <a:cubicBezTo>
                    <a:pt x="3373279" y="181451"/>
                    <a:pt x="3490436" y="298609"/>
                    <a:pt x="3490436" y="442436"/>
                  </a:cubicBezTo>
                  <a:lnTo>
                    <a:pt x="3490436" y="4186714"/>
                  </a:lnTo>
                  <a:cubicBezTo>
                    <a:pt x="3490436" y="4234339"/>
                    <a:pt x="3451384" y="4273392"/>
                    <a:pt x="3403759" y="4273392"/>
                  </a:cubicBezTo>
                  <a:lnTo>
                    <a:pt x="268129" y="4273392"/>
                  </a:lnTo>
                  <a:cubicBezTo>
                    <a:pt x="220504" y="4273392"/>
                    <a:pt x="181451" y="4234339"/>
                    <a:pt x="181451" y="4186714"/>
                  </a:cubicBezTo>
                  <a:lnTo>
                    <a:pt x="181451" y="442436"/>
                  </a:lnTo>
                  <a:cubicBezTo>
                    <a:pt x="181451" y="298609"/>
                    <a:pt x="298609" y="181451"/>
                    <a:pt x="442436" y="181451"/>
                  </a:cubicBezTo>
                  <a:lnTo>
                    <a:pt x="791051" y="181451"/>
                  </a:lnTo>
                  <a:lnTo>
                    <a:pt x="791051" y="7144"/>
                  </a:lnTo>
                  <a:lnTo>
                    <a:pt x="268129" y="7144"/>
                  </a:lnTo>
                  <a:cubicBezTo>
                    <a:pt x="124301" y="7144"/>
                    <a:pt x="7144" y="124301"/>
                    <a:pt x="7144" y="268129"/>
                  </a:cubicBezTo>
                  <a:lnTo>
                    <a:pt x="7144" y="4186714"/>
                  </a:lnTo>
                  <a:cubicBezTo>
                    <a:pt x="7144" y="4331494"/>
                    <a:pt x="124301" y="4448651"/>
                    <a:pt x="268129" y="4448651"/>
                  </a:cubicBezTo>
                  <a:lnTo>
                    <a:pt x="3402806" y="4448651"/>
                  </a:lnTo>
                  <a:cubicBezTo>
                    <a:pt x="3546634" y="4448651"/>
                    <a:pt x="3663791" y="4331494"/>
                    <a:pt x="3663791" y="4187666"/>
                  </a:cubicBezTo>
                  <a:lnTo>
                    <a:pt x="3663791" y="268129"/>
                  </a:lnTo>
                  <a:cubicBezTo>
                    <a:pt x="3664744" y="124301"/>
                    <a:pt x="3547586" y="7144"/>
                    <a:pt x="3403759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08" name="Graphic 47">
            <a:extLst>
              <a:ext uri="{FF2B5EF4-FFF2-40B4-BE49-F238E27FC236}">
                <a16:creationId xmlns:a16="http://schemas.microsoft.com/office/drawing/2014/main" id="{A2ED3C7D-67A7-4D23-AB64-2F441EE1178D}"/>
              </a:ext>
            </a:extLst>
          </p:cNvPr>
          <p:cNvGrpSpPr>
            <a:grpSpLocks noChangeAspect="1"/>
          </p:cNvGrpSpPr>
          <p:nvPr/>
        </p:nvGrpSpPr>
        <p:grpSpPr>
          <a:xfrm>
            <a:off x="2222543" y="1386598"/>
            <a:ext cx="502920" cy="502920"/>
            <a:chOff x="3810000" y="1143000"/>
            <a:chExt cx="487680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7B7D4027-E192-4D3F-AB11-4D2E07849E60}"/>
                </a:ext>
              </a:extLst>
            </p:cNvPr>
            <p:cNvSpPr/>
            <p:nvPr/>
          </p:nvSpPr>
          <p:spPr>
            <a:xfrm>
              <a:off x="5672614" y="3493294"/>
              <a:ext cx="333375" cy="742950"/>
            </a:xfrm>
            <a:custGeom>
              <a:avLst/>
              <a:gdLst>
                <a:gd name="connsiteX0" fmla="*/ 7144 w 333375"/>
                <a:gd name="connsiteY0" fmla="*/ 7144 h 742950"/>
                <a:gd name="connsiteX1" fmla="*/ 331946 w 333375"/>
                <a:gd name="connsiteY1" fmla="*/ 7144 h 742950"/>
                <a:gd name="connsiteX2" fmla="*/ 331946 w 333375"/>
                <a:gd name="connsiteY2" fmla="*/ 738664 h 742950"/>
                <a:gd name="connsiteX3" fmla="*/ 7144 w 333375"/>
                <a:gd name="connsiteY3" fmla="*/ 738664 h 742950"/>
                <a:gd name="connsiteX4" fmla="*/ 7144 w 333375"/>
                <a:gd name="connsiteY4" fmla="*/ 7144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375" h="7429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738664"/>
                  </a:lnTo>
                  <a:lnTo>
                    <a:pt x="7144" y="73866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C969783D-874D-4F3B-8665-48C38F49C638}"/>
                </a:ext>
              </a:extLst>
            </p:cNvPr>
            <p:cNvSpPr/>
            <p:nvPr/>
          </p:nvSpPr>
          <p:spPr>
            <a:xfrm>
              <a:off x="6485096" y="2923699"/>
              <a:ext cx="333375" cy="1314450"/>
            </a:xfrm>
            <a:custGeom>
              <a:avLst/>
              <a:gdLst>
                <a:gd name="connsiteX0" fmla="*/ 7144 w 333375"/>
                <a:gd name="connsiteY0" fmla="*/ 7144 h 1314450"/>
                <a:gd name="connsiteX1" fmla="*/ 331946 w 333375"/>
                <a:gd name="connsiteY1" fmla="*/ 7144 h 1314450"/>
                <a:gd name="connsiteX2" fmla="*/ 331946 w 333375"/>
                <a:gd name="connsiteY2" fmla="*/ 1307306 h 1314450"/>
                <a:gd name="connsiteX3" fmla="*/ 7144 w 333375"/>
                <a:gd name="connsiteY3" fmla="*/ 1307306 h 1314450"/>
                <a:gd name="connsiteX4" fmla="*/ 7144 w 333375"/>
                <a:gd name="connsiteY4" fmla="*/ 7144 h 131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375" h="13144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1307306"/>
                  </a:lnTo>
                  <a:lnTo>
                    <a:pt x="7144" y="1307306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7D9D8F8F-72EA-450A-B0D9-1C32576CD2DB}"/>
                </a:ext>
              </a:extLst>
            </p:cNvPr>
            <p:cNvSpPr/>
            <p:nvPr/>
          </p:nvSpPr>
          <p:spPr>
            <a:xfrm>
              <a:off x="4859179" y="2598896"/>
              <a:ext cx="333375" cy="1638300"/>
            </a:xfrm>
            <a:custGeom>
              <a:avLst/>
              <a:gdLst>
                <a:gd name="connsiteX0" fmla="*/ 7144 w 333375"/>
                <a:gd name="connsiteY0" fmla="*/ 7144 h 1638300"/>
                <a:gd name="connsiteX1" fmla="*/ 331946 w 333375"/>
                <a:gd name="connsiteY1" fmla="*/ 7144 h 1638300"/>
                <a:gd name="connsiteX2" fmla="*/ 331946 w 333375"/>
                <a:gd name="connsiteY2" fmla="*/ 1633061 h 1638300"/>
                <a:gd name="connsiteX3" fmla="*/ 7144 w 333375"/>
                <a:gd name="connsiteY3" fmla="*/ 1633061 h 1638300"/>
                <a:gd name="connsiteX4" fmla="*/ 7144 w 333375"/>
                <a:gd name="connsiteY4" fmla="*/ 7144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375" h="1638300">
                  <a:moveTo>
                    <a:pt x="7144" y="7144"/>
                  </a:moveTo>
                  <a:lnTo>
                    <a:pt x="331946" y="7144"/>
                  </a:lnTo>
                  <a:lnTo>
                    <a:pt x="331946" y="1633061"/>
                  </a:lnTo>
                  <a:lnTo>
                    <a:pt x="7144" y="163306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8BFA5E06-5628-417E-8C15-D3165A1F408D}"/>
                </a:ext>
              </a:extLst>
            </p:cNvPr>
            <p:cNvSpPr/>
            <p:nvPr/>
          </p:nvSpPr>
          <p:spPr>
            <a:xfrm>
              <a:off x="7297579" y="3493294"/>
              <a:ext cx="333375" cy="742950"/>
            </a:xfrm>
            <a:custGeom>
              <a:avLst/>
              <a:gdLst>
                <a:gd name="connsiteX0" fmla="*/ 7144 w 333375"/>
                <a:gd name="connsiteY0" fmla="*/ 7144 h 742950"/>
                <a:gd name="connsiteX1" fmla="*/ 331946 w 333375"/>
                <a:gd name="connsiteY1" fmla="*/ 7144 h 742950"/>
                <a:gd name="connsiteX2" fmla="*/ 331946 w 333375"/>
                <a:gd name="connsiteY2" fmla="*/ 738664 h 742950"/>
                <a:gd name="connsiteX3" fmla="*/ 7144 w 333375"/>
                <a:gd name="connsiteY3" fmla="*/ 738664 h 742950"/>
                <a:gd name="connsiteX4" fmla="*/ 7144 w 333375"/>
                <a:gd name="connsiteY4" fmla="*/ 7144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375" h="7429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738664"/>
                  </a:lnTo>
                  <a:lnTo>
                    <a:pt x="7144" y="73866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147C2033-77D0-4CA6-872B-44EAE1E96AF8}"/>
                </a:ext>
              </a:extLst>
            </p:cNvPr>
            <p:cNvSpPr/>
            <p:nvPr/>
          </p:nvSpPr>
          <p:spPr>
            <a:xfrm>
              <a:off x="3802761" y="1135856"/>
              <a:ext cx="4886325" cy="4886325"/>
            </a:xfrm>
            <a:custGeom>
              <a:avLst/>
              <a:gdLst>
                <a:gd name="connsiteX0" fmla="*/ 2445639 w 4886325"/>
                <a:gd name="connsiteY0" fmla="*/ 7144 h 4886325"/>
                <a:gd name="connsiteX1" fmla="*/ 7239 w 4886325"/>
                <a:gd name="connsiteY1" fmla="*/ 2445544 h 4886325"/>
                <a:gd name="connsiteX2" fmla="*/ 387287 w 4886325"/>
                <a:gd name="connsiteY2" fmla="*/ 3752374 h 4886325"/>
                <a:gd name="connsiteX3" fmla="*/ 12002 w 4886325"/>
                <a:gd name="connsiteY3" fmla="*/ 4774406 h 4886325"/>
                <a:gd name="connsiteX4" fmla="*/ 30099 w 4886325"/>
                <a:gd name="connsiteY4" fmla="*/ 4859179 h 4886325"/>
                <a:gd name="connsiteX5" fmla="*/ 88202 w 4886325"/>
                <a:gd name="connsiteY5" fmla="*/ 4883944 h 4886325"/>
                <a:gd name="connsiteX6" fmla="*/ 113919 w 4886325"/>
                <a:gd name="connsiteY6" fmla="*/ 4880134 h 4886325"/>
                <a:gd name="connsiteX7" fmla="*/ 1174052 w 4886325"/>
                <a:gd name="connsiteY7" fmla="*/ 4526756 h 4886325"/>
                <a:gd name="connsiteX8" fmla="*/ 2445639 w 4886325"/>
                <a:gd name="connsiteY8" fmla="*/ 4883944 h 4886325"/>
                <a:gd name="connsiteX9" fmla="*/ 4884039 w 4886325"/>
                <a:gd name="connsiteY9" fmla="*/ 2445544 h 4886325"/>
                <a:gd name="connsiteX10" fmla="*/ 2445639 w 4886325"/>
                <a:gd name="connsiteY10" fmla="*/ 7144 h 4886325"/>
                <a:gd name="connsiteX11" fmla="*/ 3272409 w 4886325"/>
                <a:gd name="connsiteY11" fmla="*/ 580549 h 4886325"/>
                <a:gd name="connsiteX12" fmla="*/ 3382899 w 4886325"/>
                <a:gd name="connsiteY12" fmla="*/ 548164 h 4886325"/>
                <a:gd name="connsiteX13" fmla="*/ 3798189 w 4886325"/>
                <a:gd name="connsiteY13" fmla="*/ 838676 h 4886325"/>
                <a:gd name="connsiteX14" fmla="*/ 3808667 w 4886325"/>
                <a:gd name="connsiteY14" fmla="*/ 952976 h 4886325"/>
                <a:gd name="connsiteX15" fmla="*/ 3746754 w 4886325"/>
                <a:gd name="connsiteY15" fmla="*/ 981551 h 4886325"/>
                <a:gd name="connsiteX16" fmla="*/ 3694367 w 4886325"/>
                <a:gd name="connsiteY16" fmla="*/ 962501 h 4886325"/>
                <a:gd name="connsiteX17" fmla="*/ 3305747 w 4886325"/>
                <a:gd name="connsiteY17" fmla="*/ 689134 h 4886325"/>
                <a:gd name="connsiteX18" fmla="*/ 3272409 w 4886325"/>
                <a:gd name="connsiteY18" fmla="*/ 580549 h 4886325"/>
                <a:gd name="connsiteX19" fmla="*/ 2445639 w 4886325"/>
                <a:gd name="connsiteY19" fmla="*/ 331946 h 4886325"/>
                <a:gd name="connsiteX20" fmla="*/ 3039999 w 4886325"/>
                <a:gd name="connsiteY20" fmla="*/ 417671 h 4886325"/>
                <a:gd name="connsiteX21" fmla="*/ 3091434 w 4886325"/>
                <a:gd name="connsiteY21" fmla="*/ 520541 h 4886325"/>
                <a:gd name="connsiteX22" fmla="*/ 3014282 w 4886325"/>
                <a:gd name="connsiteY22" fmla="*/ 576739 h 4886325"/>
                <a:gd name="connsiteX23" fmla="*/ 2988564 w 4886325"/>
                <a:gd name="connsiteY23" fmla="*/ 572929 h 4886325"/>
                <a:gd name="connsiteX24" fmla="*/ 2444687 w 4886325"/>
                <a:gd name="connsiteY24" fmla="*/ 495776 h 4886325"/>
                <a:gd name="connsiteX25" fmla="*/ 2363724 w 4886325"/>
                <a:gd name="connsiteY25" fmla="*/ 414814 h 4886325"/>
                <a:gd name="connsiteX26" fmla="*/ 2445639 w 4886325"/>
                <a:gd name="connsiteY26" fmla="*/ 331946 h 4886325"/>
                <a:gd name="connsiteX27" fmla="*/ 4152519 w 4886325"/>
                <a:gd name="connsiteY27" fmla="*/ 3258026 h 4886325"/>
                <a:gd name="connsiteX28" fmla="*/ 738759 w 4886325"/>
                <a:gd name="connsiteY28" fmla="*/ 3258026 h 4886325"/>
                <a:gd name="connsiteX29" fmla="*/ 657797 w 4886325"/>
                <a:gd name="connsiteY29" fmla="*/ 3177064 h 4886325"/>
                <a:gd name="connsiteX30" fmla="*/ 738759 w 4886325"/>
                <a:gd name="connsiteY30" fmla="*/ 3096101 h 4886325"/>
                <a:gd name="connsiteX31" fmla="*/ 901637 w 4886325"/>
                <a:gd name="connsiteY31" fmla="*/ 3096101 h 4886325"/>
                <a:gd name="connsiteX32" fmla="*/ 901637 w 4886325"/>
                <a:gd name="connsiteY32" fmla="*/ 1389221 h 4886325"/>
                <a:gd name="connsiteX33" fmla="*/ 982599 w 4886325"/>
                <a:gd name="connsiteY33" fmla="*/ 1308259 h 4886325"/>
                <a:gd name="connsiteX34" fmla="*/ 1470279 w 4886325"/>
                <a:gd name="connsiteY34" fmla="*/ 1308259 h 4886325"/>
                <a:gd name="connsiteX35" fmla="*/ 1551242 w 4886325"/>
                <a:gd name="connsiteY35" fmla="*/ 1389221 h 4886325"/>
                <a:gd name="connsiteX36" fmla="*/ 1551242 w 4886325"/>
                <a:gd name="connsiteY36" fmla="*/ 3096101 h 4886325"/>
                <a:gd name="connsiteX37" fmla="*/ 1714119 w 4886325"/>
                <a:gd name="connsiteY37" fmla="*/ 3096101 h 4886325"/>
                <a:gd name="connsiteX38" fmla="*/ 1714119 w 4886325"/>
                <a:gd name="connsiteY38" fmla="*/ 2283619 h 4886325"/>
                <a:gd name="connsiteX39" fmla="*/ 1795082 w 4886325"/>
                <a:gd name="connsiteY39" fmla="*/ 2202656 h 4886325"/>
                <a:gd name="connsiteX40" fmla="*/ 2282762 w 4886325"/>
                <a:gd name="connsiteY40" fmla="*/ 2202656 h 4886325"/>
                <a:gd name="connsiteX41" fmla="*/ 2363724 w 4886325"/>
                <a:gd name="connsiteY41" fmla="*/ 2283619 h 4886325"/>
                <a:gd name="connsiteX42" fmla="*/ 2363724 w 4886325"/>
                <a:gd name="connsiteY42" fmla="*/ 3096101 h 4886325"/>
                <a:gd name="connsiteX43" fmla="*/ 2526602 w 4886325"/>
                <a:gd name="connsiteY43" fmla="*/ 3096101 h 4886325"/>
                <a:gd name="connsiteX44" fmla="*/ 2526602 w 4886325"/>
                <a:gd name="connsiteY44" fmla="*/ 1714024 h 4886325"/>
                <a:gd name="connsiteX45" fmla="*/ 2607564 w 4886325"/>
                <a:gd name="connsiteY45" fmla="*/ 1633061 h 4886325"/>
                <a:gd name="connsiteX46" fmla="*/ 3095244 w 4886325"/>
                <a:gd name="connsiteY46" fmla="*/ 1633061 h 4886325"/>
                <a:gd name="connsiteX47" fmla="*/ 3176207 w 4886325"/>
                <a:gd name="connsiteY47" fmla="*/ 1714024 h 4886325"/>
                <a:gd name="connsiteX48" fmla="*/ 3176207 w 4886325"/>
                <a:gd name="connsiteY48" fmla="*/ 3096101 h 4886325"/>
                <a:gd name="connsiteX49" fmla="*/ 3339084 w 4886325"/>
                <a:gd name="connsiteY49" fmla="*/ 3096101 h 4886325"/>
                <a:gd name="connsiteX50" fmla="*/ 3339084 w 4886325"/>
                <a:gd name="connsiteY50" fmla="*/ 2283619 h 4886325"/>
                <a:gd name="connsiteX51" fmla="*/ 3420047 w 4886325"/>
                <a:gd name="connsiteY51" fmla="*/ 2202656 h 4886325"/>
                <a:gd name="connsiteX52" fmla="*/ 3907727 w 4886325"/>
                <a:gd name="connsiteY52" fmla="*/ 2202656 h 4886325"/>
                <a:gd name="connsiteX53" fmla="*/ 3988689 w 4886325"/>
                <a:gd name="connsiteY53" fmla="*/ 2283619 h 4886325"/>
                <a:gd name="connsiteX54" fmla="*/ 3988689 w 4886325"/>
                <a:gd name="connsiteY54" fmla="*/ 3096101 h 4886325"/>
                <a:gd name="connsiteX55" fmla="*/ 4151567 w 4886325"/>
                <a:gd name="connsiteY55" fmla="*/ 3096101 h 4886325"/>
                <a:gd name="connsiteX56" fmla="*/ 4232530 w 4886325"/>
                <a:gd name="connsiteY56" fmla="*/ 3177064 h 4886325"/>
                <a:gd name="connsiteX57" fmla="*/ 4152519 w 4886325"/>
                <a:gd name="connsiteY57" fmla="*/ 3258026 h 4886325"/>
                <a:gd name="connsiteX58" fmla="*/ 4477322 w 4886325"/>
                <a:gd name="connsiteY58" fmla="*/ 2526506 h 4886325"/>
                <a:gd name="connsiteX59" fmla="*/ 4396359 w 4886325"/>
                <a:gd name="connsiteY59" fmla="*/ 2445544 h 4886325"/>
                <a:gd name="connsiteX60" fmla="*/ 3927729 w 4886325"/>
                <a:gd name="connsiteY60" fmla="*/ 1196816 h 4886325"/>
                <a:gd name="connsiteX61" fmla="*/ 3938207 w 4886325"/>
                <a:gd name="connsiteY61" fmla="*/ 1082516 h 4886325"/>
                <a:gd name="connsiteX62" fmla="*/ 4052507 w 4886325"/>
                <a:gd name="connsiteY62" fmla="*/ 1092994 h 4886325"/>
                <a:gd name="connsiteX63" fmla="*/ 4559237 w 4886325"/>
                <a:gd name="connsiteY63" fmla="*/ 2445544 h 4886325"/>
                <a:gd name="connsiteX64" fmla="*/ 4477322 w 4886325"/>
                <a:gd name="connsiteY64" fmla="*/ 2526506 h 488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4886325" h="4886325">
                  <a:moveTo>
                    <a:pt x="2445639" y="7144"/>
                  </a:moveTo>
                  <a:cubicBezTo>
                    <a:pt x="1100709" y="7144"/>
                    <a:pt x="7239" y="1100614"/>
                    <a:pt x="7239" y="2445544"/>
                  </a:cubicBezTo>
                  <a:cubicBezTo>
                    <a:pt x="7239" y="2910364"/>
                    <a:pt x="138684" y="3361849"/>
                    <a:pt x="387287" y="3752374"/>
                  </a:cubicBezTo>
                  <a:lnTo>
                    <a:pt x="12002" y="4774406"/>
                  </a:lnTo>
                  <a:cubicBezTo>
                    <a:pt x="1524" y="4803934"/>
                    <a:pt x="8192" y="4836319"/>
                    <a:pt x="30099" y="4859179"/>
                  </a:cubicBezTo>
                  <a:cubicBezTo>
                    <a:pt x="45339" y="4875372"/>
                    <a:pt x="67247" y="4883944"/>
                    <a:pt x="88202" y="4883944"/>
                  </a:cubicBezTo>
                  <a:cubicBezTo>
                    <a:pt x="96774" y="4883944"/>
                    <a:pt x="105347" y="4882991"/>
                    <a:pt x="113919" y="4880134"/>
                  </a:cubicBezTo>
                  <a:lnTo>
                    <a:pt x="1174052" y="4526756"/>
                  </a:lnTo>
                  <a:cubicBezTo>
                    <a:pt x="1556957" y="4760119"/>
                    <a:pt x="1996059" y="4883944"/>
                    <a:pt x="2445639" y="4883944"/>
                  </a:cubicBezTo>
                  <a:cubicBezTo>
                    <a:pt x="3790569" y="4883944"/>
                    <a:pt x="4884039" y="3790474"/>
                    <a:pt x="4884039" y="2445544"/>
                  </a:cubicBezTo>
                  <a:cubicBezTo>
                    <a:pt x="4884039" y="1100614"/>
                    <a:pt x="3790569" y="7144"/>
                    <a:pt x="2445639" y="7144"/>
                  </a:cubicBezTo>
                  <a:close/>
                  <a:moveTo>
                    <a:pt x="3272409" y="580549"/>
                  </a:moveTo>
                  <a:cubicBezTo>
                    <a:pt x="3294317" y="541496"/>
                    <a:pt x="3342894" y="527209"/>
                    <a:pt x="3382899" y="548164"/>
                  </a:cubicBezTo>
                  <a:cubicBezTo>
                    <a:pt x="3516249" y="621506"/>
                    <a:pt x="3651504" y="716756"/>
                    <a:pt x="3798189" y="838676"/>
                  </a:cubicBezTo>
                  <a:cubicBezTo>
                    <a:pt x="3832479" y="867251"/>
                    <a:pt x="3837242" y="918686"/>
                    <a:pt x="3808667" y="952976"/>
                  </a:cubicBezTo>
                  <a:cubicBezTo>
                    <a:pt x="3792474" y="972026"/>
                    <a:pt x="3769614" y="981551"/>
                    <a:pt x="3746754" y="981551"/>
                  </a:cubicBezTo>
                  <a:cubicBezTo>
                    <a:pt x="3728657" y="981551"/>
                    <a:pt x="3709607" y="974884"/>
                    <a:pt x="3694367" y="962501"/>
                  </a:cubicBezTo>
                  <a:cubicBezTo>
                    <a:pt x="3556254" y="846296"/>
                    <a:pt x="3429572" y="757714"/>
                    <a:pt x="3305747" y="689134"/>
                  </a:cubicBezTo>
                  <a:cubicBezTo>
                    <a:pt x="3265742" y="669131"/>
                    <a:pt x="3251454" y="619601"/>
                    <a:pt x="3272409" y="580549"/>
                  </a:cubicBezTo>
                  <a:close/>
                  <a:moveTo>
                    <a:pt x="2445639" y="331946"/>
                  </a:moveTo>
                  <a:cubicBezTo>
                    <a:pt x="2685669" y="331946"/>
                    <a:pt x="2857119" y="356711"/>
                    <a:pt x="3039999" y="417671"/>
                  </a:cubicBezTo>
                  <a:cubicBezTo>
                    <a:pt x="3082862" y="431959"/>
                    <a:pt x="3105722" y="477679"/>
                    <a:pt x="3091434" y="520541"/>
                  </a:cubicBezTo>
                  <a:cubicBezTo>
                    <a:pt x="3080004" y="554831"/>
                    <a:pt x="3048572" y="576739"/>
                    <a:pt x="3014282" y="576739"/>
                  </a:cubicBezTo>
                  <a:cubicBezTo>
                    <a:pt x="3005709" y="576739"/>
                    <a:pt x="2997137" y="575786"/>
                    <a:pt x="2988564" y="572929"/>
                  </a:cubicBezTo>
                  <a:cubicBezTo>
                    <a:pt x="2796159" y="509111"/>
                    <a:pt x="2631377" y="495776"/>
                    <a:pt x="2444687" y="495776"/>
                  </a:cubicBezTo>
                  <a:cubicBezTo>
                    <a:pt x="2399919" y="495776"/>
                    <a:pt x="2363724" y="459581"/>
                    <a:pt x="2363724" y="414814"/>
                  </a:cubicBezTo>
                  <a:cubicBezTo>
                    <a:pt x="2364677" y="368141"/>
                    <a:pt x="2400872" y="331946"/>
                    <a:pt x="2445639" y="331946"/>
                  </a:cubicBezTo>
                  <a:close/>
                  <a:moveTo>
                    <a:pt x="4152519" y="3258026"/>
                  </a:moveTo>
                  <a:lnTo>
                    <a:pt x="738759" y="3258026"/>
                  </a:lnTo>
                  <a:cubicBezTo>
                    <a:pt x="693992" y="3258026"/>
                    <a:pt x="657797" y="3221831"/>
                    <a:pt x="657797" y="3177064"/>
                  </a:cubicBezTo>
                  <a:cubicBezTo>
                    <a:pt x="657797" y="3132296"/>
                    <a:pt x="693992" y="3096101"/>
                    <a:pt x="738759" y="3096101"/>
                  </a:cubicBezTo>
                  <a:lnTo>
                    <a:pt x="901637" y="3096101"/>
                  </a:lnTo>
                  <a:lnTo>
                    <a:pt x="901637" y="1389221"/>
                  </a:lnTo>
                  <a:cubicBezTo>
                    <a:pt x="901637" y="1344454"/>
                    <a:pt x="937832" y="1308259"/>
                    <a:pt x="982599" y="1308259"/>
                  </a:cubicBezTo>
                  <a:lnTo>
                    <a:pt x="1470279" y="1308259"/>
                  </a:lnTo>
                  <a:cubicBezTo>
                    <a:pt x="1515047" y="1308259"/>
                    <a:pt x="1551242" y="1344454"/>
                    <a:pt x="1551242" y="1389221"/>
                  </a:cubicBezTo>
                  <a:lnTo>
                    <a:pt x="1551242" y="3096101"/>
                  </a:lnTo>
                  <a:lnTo>
                    <a:pt x="1714119" y="3096101"/>
                  </a:lnTo>
                  <a:lnTo>
                    <a:pt x="1714119" y="2283619"/>
                  </a:lnTo>
                  <a:cubicBezTo>
                    <a:pt x="1714119" y="2238851"/>
                    <a:pt x="1750314" y="2202656"/>
                    <a:pt x="1795082" y="2202656"/>
                  </a:cubicBezTo>
                  <a:lnTo>
                    <a:pt x="2282762" y="2202656"/>
                  </a:lnTo>
                  <a:cubicBezTo>
                    <a:pt x="2327529" y="2202656"/>
                    <a:pt x="2363724" y="2238851"/>
                    <a:pt x="2363724" y="2283619"/>
                  </a:cubicBezTo>
                  <a:lnTo>
                    <a:pt x="2363724" y="3096101"/>
                  </a:lnTo>
                  <a:lnTo>
                    <a:pt x="2526602" y="3096101"/>
                  </a:lnTo>
                  <a:lnTo>
                    <a:pt x="2526602" y="1714024"/>
                  </a:lnTo>
                  <a:cubicBezTo>
                    <a:pt x="2526602" y="1669256"/>
                    <a:pt x="2562797" y="1633061"/>
                    <a:pt x="2607564" y="1633061"/>
                  </a:cubicBezTo>
                  <a:lnTo>
                    <a:pt x="3095244" y="1633061"/>
                  </a:lnTo>
                  <a:cubicBezTo>
                    <a:pt x="3140012" y="1633061"/>
                    <a:pt x="3176207" y="1669256"/>
                    <a:pt x="3176207" y="1714024"/>
                  </a:cubicBezTo>
                  <a:lnTo>
                    <a:pt x="3176207" y="3096101"/>
                  </a:lnTo>
                  <a:lnTo>
                    <a:pt x="3339084" y="3096101"/>
                  </a:lnTo>
                  <a:lnTo>
                    <a:pt x="3339084" y="2283619"/>
                  </a:lnTo>
                  <a:cubicBezTo>
                    <a:pt x="3339084" y="2238851"/>
                    <a:pt x="3375279" y="2202656"/>
                    <a:pt x="3420047" y="2202656"/>
                  </a:cubicBezTo>
                  <a:lnTo>
                    <a:pt x="3907727" y="2202656"/>
                  </a:lnTo>
                  <a:cubicBezTo>
                    <a:pt x="3952494" y="2202656"/>
                    <a:pt x="3988689" y="2238851"/>
                    <a:pt x="3988689" y="2283619"/>
                  </a:cubicBezTo>
                  <a:lnTo>
                    <a:pt x="3988689" y="3096101"/>
                  </a:lnTo>
                  <a:lnTo>
                    <a:pt x="4151567" y="3096101"/>
                  </a:lnTo>
                  <a:cubicBezTo>
                    <a:pt x="4196334" y="3096101"/>
                    <a:pt x="4232530" y="3132296"/>
                    <a:pt x="4232530" y="3177064"/>
                  </a:cubicBezTo>
                  <a:cubicBezTo>
                    <a:pt x="4232530" y="3221831"/>
                    <a:pt x="4197287" y="3258026"/>
                    <a:pt x="4152519" y="3258026"/>
                  </a:cubicBezTo>
                  <a:close/>
                  <a:moveTo>
                    <a:pt x="4477322" y="2526506"/>
                  </a:moveTo>
                  <a:cubicBezTo>
                    <a:pt x="4432555" y="2526506"/>
                    <a:pt x="4396359" y="2490311"/>
                    <a:pt x="4396359" y="2445544"/>
                  </a:cubicBezTo>
                  <a:cubicBezTo>
                    <a:pt x="4396359" y="2003584"/>
                    <a:pt x="4229672" y="1559719"/>
                    <a:pt x="3927729" y="1196816"/>
                  </a:cubicBezTo>
                  <a:cubicBezTo>
                    <a:pt x="3899154" y="1162526"/>
                    <a:pt x="3903917" y="1111091"/>
                    <a:pt x="3938207" y="1082516"/>
                  </a:cubicBezTo>
                  <a:cubicBezTo>
                    <a:pt x="3972497" y="1053941"/>
                    <a:pt x="4023932" y="1058704"/>
                    <a:pt x="4052507" y="1092994"/>
                  </a:cubicBezTo>
                  <a:cubicBezTo>
                    <a:pt x="4379214" y="1485424"/>
                    <a:pt x="4559237" y="1965484"/>
                    <a:pt x="4559237" y="2445544"/>
                  </a:cubicBezTo>
                  <a:cubicBezTo>
                    <a:pt x="4559237" y="2490311"/>
                    <a:pt x="4522089" y="2526506"/>
                    <a:pt x="4477322" y="25265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14" name="Graphic 48">
            <a:extLst>
              <a:ext uri="{FF2B5EF4-FFF2-40B4-BE49-F238E27FC236}">
                <a16:creationId xmlns:a16="http://schemas.microsoft.com/office/drawing/2014/main" id="{6DE7B8D0-AE45-427C-9CD6-7B0643634EC0}"/>
              </a:ext>
            </a:extLst>
          </p:cNvPr>
          <p:cNvGrpSpPr>
            <a:grpSpLocks noChangeAspect="1"/>
          </p:cNvGrpSpPr>
          <p:nvPr/>
        </p:nvGrpSpPr>
        <p:grpSpPr>
          <a:xfrm>
            <a:off x="11013634" y="5716234"/>
            <a:ext cx="469523" cy="502920"/>
            <a:chOff x="3971925" y="1143000"/>
            <a:chExt cx="4552950" cy="4876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C82A14E8-D6EE-41F8-8805-AC3AA4A8C36D}"/>
                </a:ext>
              </a:extLst>
            </p:cNvPr>
            <p:cNvSpPr/>
            <p:nvPr/>
          </p:nvSpPr>
          <p:spPr>
            <a:xfrm>
              <a:off x="7866221" y="1786414"/>
              <a:ext cx="657225" cy="333375"/>
            </a:xfrm>
            <a:custGeom>
              <a:avLst/>
              <a:gdLst>
                <a:gd name="connsiteX0" fmla="*/ 7144 w 657225"/>
                <a:gd name="connsiteY0" fmla="*/ 7144 h 333375"/>
                <a:gd name="connsiteX1" fmla="*/ 657701 w 657225"/>
                <a:gd name="connsiteY1" fmla="*/ 7144 h 333375"/>
                <a:gd name="connsiteX2" fmla="*/ 657701 w 657225"/>
                <a:gd name="connsiteY2" fmla="*/ 331946 h 333375"/>
                <a:gd name="connsiteX3" fmla="*/ 7144 w 657225"/>
                <a:gd name="connsiteY3" fmla="*/ 331946 h 333375"/>
                <a:gd name="connsiteX4" fmla="*/ 7144 w 657225"/>
                <a:gd name="connsiteY4" fmla="*/ 7144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7225" h="333375">
                  <a:moveTo>
                    <a:pt x="7144" y="7144"/>
                  </a:moveTo>
                  <a:lnTo>
                    <a:pt x="657701" y="7144"/>
                  </a:lnTo>
                  <a:lnTo>
                    <a:pt x="657701" y="331946"/>
                  </a:lnTo>
                  <a:lnTo>
                    <a:pt x="7144" y="331946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1EB1F63E-1747-4E1C-B5F5-9E8881F3800C}"/>
                </a:ext>
              </a:extLst>
            </p:cNvPr>
            <p:cNvSpPr/>
            <p:nvPr/>
          </p:nvSpPr>
          <p:spPr>
            <a:xfrm>
              <a:off x="7866221" y="2274094"/>
              <a:ext cx="657225" cy="3019425"/>
            </a:xfrm>
            <a:custGeom>
              <a:avLst/>
              <a:gdLst>
                <a:gd name="connsiteX0" fmla="*/ 7144 w 657225"/>
                <a:gd name="connsiteY0" fmla="*/ 7144 h 3019425"/>
                <a:gd name="connsiteX1" fmla="*/ 657701 w 657225"/>
                <a:gd name="connsiteY1" fmla="*/ 7144 h 3019425"/>
                <a:gd name="connsiteX2" fmla="*/ 657701 w 657225"/>
                <a:gd name="connsiteY2" fmla="*/ 3014186 h 3019425"/>
                <a:gd name="connsiteX3" fmla="*/ 7144 w 657225"/>
                <a:gd name="connsiteY3" fmla="*/ 3014186 h 3019425"/>
                <a:gd name="connsiteX4" fmla="*/ 7144 w 657225"/>
                <a:gd name="connsiteY4" fmla="*/ 7144 h 3019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7225" h="3019425">
                  <a:moveTo>
                    <a:pt x="7144" y="7144"/>
                  </a:moveTo>
                  <a:lnTo>
                    <a:pt x="657701" y="7144"/>
                  </a:lnTo>
                  <a:lnTo>
                    <a:pt x="657701" y="3014186"/>
                  </a:lnTo>
                  <a:lnTo>
                    <a:pt x="7144" y="3014186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AA44BAAC-E937-4812-9D8F-AE5AA1301AAF}"/>
                </a:ext>
              </a:extLst>
            </p:cNvPr>
            <p:cNvSpPr/>
            <p:nvPr/>
          </p:nvSpPr>
          <p:spPr>
            <a:xfrm>
              <a:off x="7866221" y="1135856"/>
              <a:ext cx="657225" cy="495300"/>
            </a:xfrm>
            <a:custGeom>
              <a:avLst/>
              <a:gdLst>
                <a:gd name="connsiteX0" fmla="*/ 331946 w 657225"/>
                <a:gd name="connsiteY0" fmla="*/ 7144 h 495300"/>
                <a:gd name="connsiteX1" fmla="*/ 7144 w 657225"/>
                <a:gd name="connsiteY1" fmla="*/ 331946 h 495300"/>
                <a:gd name="connsiteX2" fmla="*/ 7144 w 657225"/>
                <a:gd name="connsiteY2" fmla="*/ 494824 h 495300"/>
                <a:gd name="connsiteX3" fmla="*/ 657701 w 657225"/>
                <a:gd name="connsiteY3" fmla="*/ 494824 h 495300"/>
                <a:gd name="connsiteX4" fmla="*/ 657701 w 657225"/>
                <a:gd name="connsiteY4" fmla="*/ 331946 h 495300"/>
                <a:gd name="connsiteX5" fmla="*/ 331946 w 657225"/>
                <a:gd name="connsiteY5" fmla="*/ 7144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7225" h="495300">
                  <a:moveTo>
                    <a:pt x="331946" y="7144"/>
                  </a:moveTo>
                  <a:cubicBezTo>
                    <a:pt x="152876" y="7144"/>
                    <a:pt x="7144" y="152876"/>
                    <a:pt x="7144" y="331946"/>
                  </a:cubicBezTo>
                  <a:lnTo>
                    <a:pt x="7144" y="494824"/>
                  </a:lnTo>
                  <a:lnTo>
                    <a:pt x="657701" y="494824"/>
                  </a:lnTo>
                  <a:lnTo>
                    <a:pt x="657701" y="331946"/>
                  </a:lnTo>
                  <a:cubicBezTo>
                    <a:pt x="657701" y="152876"/>
                    <a:pt x="511969" y="7144"/>
                    <a:pt x="33194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29526486-8E74-42E6-9AB3-63DD0858DA38}"/>
                </a:ext>
              </a:extLst>
            </p:cNvPr>
            <p:cNvSpPr/>
            <p:nvPr/>
          </p:nvSpPr>
          <p:spPr>
            <a:xfrm>
              <a:off x="7892891" y="5443061"/>
              <a:ext cx="609600" cy="581025"/>
            </a:xfrm>
            <a:custGeom>
              <a:avLst/>
              <a:gdLst>
                <a:gd name="connsiteX0" fmla="*/ 230981 w 609600"/>
                <a:gd name="connsiteY0" fmla="*/ 527209 h 581025"/>
                <a:gd name="connsiteX1" fmla="*/ 305276 w 609600"/>
                <a:gd name="connsiteY1" fmla="*/ 576739 h 581025"/>
                <a:gd name="connsiteX2" fmla="*/ 379571 w 609600"/>
                <a:gd name="connsiteY2" fmla="*/ 527209 h 581025"/>
                <a:gd name="connsiteX3" fmla="*/ 602456 w 609600"/>
                <a:gd name="connsiteY3" fmla="*/ 7144 h 581025"/>
                <a:gd name="connsiteX4" fmla="*/ 7144 w 609600"/>
                <a:gd name="connsiteY4" fmla="*/ 7144 h 581025"/>
                <a:gd name="connsiteX5" fmla="*/ 230981 w 609600"/>
                <a:gd name="connsiteY5" fmla="*/ 527209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9600" h="581025">
                  <a:moveTo>
                    <a:pt x="230981" y="527209"/>
                  </a:moveTo>
                  <a:cubicBezTo>
                    <a:pt x="244316" y="556736"/>
                    <a:pt x="272891" y="576739"/>
                    <a:pt x="305276" y="576739"/>
                  </a:cubicBezTo>
                  <a:cubicBezTo>
                    <a:pt x="337661" y="576739"/>
                    <a:pt x="367189" y="557689"/>
                    <a:pt x="379571" y="527209"/>
                  </a:cubicBezTo>
                  <a:lnTo>
                    <a:pt x="602456" y="7144"/>
                  </a:lnTo>
                  <a:lnTo>
                    <a:pt x="7144" y="7144"/>
                  </a:lnTo>
                  <a:lnTo>
                    <a:pt x="230981" y="5272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EA2F0A49-009A-451D-A888-65F8101F31AA}"/>
                </a:ext>
              </a:extLst>
            </p:cNvPr>
            <p:cNvSpPr/>
            <p:nvPr/>
          </p:nvSpPr>
          <p:spPr>
            <a:xfrm>
              <a:off x="3964781" y="1135856"/>
              <a:ext cx="3590925" cy="4886325"/>
            </a:xfrm>
            <a:custGeom>
              <a:avLst/>
              <a:gdLst>
                <a:gd name="connsiteX0" fmla="*/ 3237071 w 3590925"/>
                <a:gd name="connsiteY0" fmla="*/ 7144 h 4886325"/>
                <a:gd name="connsiteX1" fmla="*/ 353854 w 3590925"/>
                <a:gd name="connsiteY1" fmla="*/ 7144 h 4886325"/>
                <a:gd name="connsiteX2" fmla="*/ 7144 w 3590925"/>
                <a:gd name="connsiteY2" fmla="*/ 353854 h 4886325"/>
                <a:gd name="connsiteX3" fmla="*/ 7144 w 3590925"/>
                <a:gd name="connsiteY3" fmla="*/ 4537234 h 4886325"/>
                <a:gd name="connsiteX4" fmla="*/ 353854 w 3590925"/>
                <a:gd name="connsiteY4" fmla="*/ 4883944 h 4886325"/>
                <a:gd name="connsiteX5" fmla="*/ 3237071 w 3590925"/>
                <a:gd name="connsiteY5" fmla="*/ 4883944 h 4886325"/>
                <a:gd name="connsiteX6" fmla="*/ 3583781 w 3590925"/>
                <a:gd name="connsiteY6" fmla="*/ 4537234 h 4886325"/>
                <a:gd name="connsiteX7" fmla="*/ 3583781 w 3590925"/>
                <a:gd name="connsiteY7" fmla="*/ 353854 h 4886325"/>
                <a:gd name="connsiteX8" fmla="*/ 3237071 w 3590925"/>
                <a:gd name="connsiteY8" fmla="*/ 7144 h 4886325"/>
                <a:gd name="connsiteX9" fmla="*/ 1389221 w 3590925"/>
                <a:gd name="connsiteY9" fmla="*/ 331946 h 4886325"/>
                <a:gd name="connsiteX10" fmla="*/ 2201704 w 3590925"/>
                <a:gd name="connsiteY10" fmla="*/ 331946 h 4886325"/>
                <a:gd name="connsiteX11" fmla="*/ 2282666 w 3590925"/>
                <a:gd name="connsiteY11" fmla="*/ 412909 h 4886325"/>
                <a:gd name="connsiteX12" fmla="*/ 2201704 w 3590925"/>
                <a:gd name="connsiteY12" fmla="*/ 493871 h 4886325"/>
                <a:gd name="connsiteX13" fmla="*/ 1389221 w 3590925"/>
                <a:gd name="connsiteY13" fmla="*/ 493871 h 4886325"/>
                <a:gd name="connsiteX14" fmla="*/ 1308259 w 3590925"/>
                <a:gd name="connsiteY14" fmla="*/ 412909 h 4886325"/>
                <a:gd name="connsiteX15" fmla="*/ 1389221 w 3590925"/>
                <a:gd name="connsiteY15" fmla="*/ 331946 h 4886325"/>
                <a:gd name="connsiteX16" fmla="*/ 2038826 w 3590925"/>
                <a:gd name="connsiteY16" fmla="*/ 4559141 h 4886325"/>
                <a:gd name="connsiteX17" fmla="*/ 1957864 w 3590925"/>
                <a:gd name="connsiteY17" fmla="*/ 4640104 h 4886325"/>
                <a:gd name="connsiteX18" fmla="*/ 1633061 w 3590925"/>
                <a:gd name="connsiteY18" fmla="*/ 4640104 h 4886325"/>
                <a:gd name="connsiteX19" fmla="*/ 1552099 w 3590925"/>
                <a:gd name="connsiteY19" fmla="*/ 4559141 h 4886325"/>
                <a:gd name="connsiteX20" fmla="*/ 1552099 w 3590925"/>
                <a:gd name="connsiteY20" fmla="*/ 4234339 h 4886325"/>
                <a:gd name="connsiteX21" fmla="*/ 1633061 w 3590925"/>
                <a:gd name="connsiteY21" fmla="*/ 4153376 h 4886325"/>
                <a:gd name="connsiteX22" fmla="*/ 1957864 w 3590925"/>
                <a:gd name="connsiteY22" fmla="*/ 4153376 h 4886325"/>
                <a:gd name="connsiteX23" fmla="*/ 2038826 w 3590925"/>
                <a:gd name="connsiteY23" fmla="*/ 4234339 h 4886325"/>
                <a:gd name="connsiteX24" fmla="*/ 2038826 w 3590925"/>
                <a:gd name="connsiteY24" fmla="*/ 4559141 h 4886325"/>
                <a:gd name="connsiteX25" fmla="*/ 3258026 w 3590925"/>
                <a:gd name="connsiteY25" fmla="*/ 3989546 h 4886325"/>
                <a:gd name="connsiteX26" fmla="*/ 3177064 w 3590925"/>
                <a:gd name="connsiteY26" fmla="*/ 4070509 h 4886325"/>
                <a:gd name="connsiteX27" fmla="*/ 413861 w 3590925"/>
                <a:gd name="connsiteY27" fmla="*/ 4070509 h 4886325"/>
                <a:gd name="connsiteX28" fmla="*/ 332899 w 3590925"/>
                <a:gd name="connsiteY28" fmla="*/ 3989546 h 4886325"/>
                <a:gd name="connsiteX29" fmla="*/ 332899 w 3590925"/>
                <a:gd name="connsiteY29" fmla="*/ 738664 h 4886325"/>
                <a:gd name="connsiteX30" fmla="*/ 413861 w 3590925"/>
                <a:gd name="connsiteY30" fmla="*/ 657701 h 4886325"/>
                <a:gd name="connsiteX31" fmla="*/ 3177064 w 3590925"/>
                <a:gd name="connsiteY31" fmla="*/ 657701 h 4886325"/>
                <a:gd name="connsiteX32" fmla="*/ 3258026 w 3590925"/>
                <a:gd name="connsiteY32" fmla="*/ 738664 h 4886325"/>
                <a:gd name="connsiteX33" fmla="*/ 3258026 w 3590925"/>
                <a:gd name="connsiteY33" fmla="*/ 3989546 h 488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590925" h="4886325">
                  <a:moveTo>
                    <a:pt x="3237071" y="7144"/>
                  </a:moveTo>
                  <a:lnTo>
                    <a:pt x="353854" y="7144"/>
                  </a:lnTo>
                  <a:cubicBezTo>
                    <a:pt x="162401" y="7144"/>
                    <a:pt x="7144" y="162401"/>
                    <a:pt x="7144" y="353854"/>
                  </a:cubicBezTo>
                  <a:lnTo>
                    <a:pt x="7144" y="4537234"/>
                  </a:lnTo>
                  <a:cubicBezTo>
                    <a:pt x="7144" y="4728687"/>
                    <a:pt x="162401" y="4883944"/>
                    <a:pt x="353854" y="4883944"/>
                  </a:cubicBezTo>
                  <a:lnTo>
                    <a:pt x="3237071" y="4883944"/>
                  </a:lnTo>
                  <a:cubicBezTo>
                    <a:pt x="3428524" y="4883944"/>
                    <a:pt x="3583781" y="4728687"/>
                    <a:pt x="3583781" y="4537234"/>
                  </a:cubicBezTo>
                  <a:lnTo>
                    <a:pt x="3583781" y="353854"/>
                  </a:lnTo>
                  <a:cubicBezTo>
                    <a:pt x="3583781" y="162401"/>
                    <a:pt x="3427571" y="7144"/>
                    <a:pt x="3237071" y="7144"/>
                  </a:cubicBezTo>
                  <a:close/>
                  <a:moveTo>
                    <a:pt x="1389221" y="331946"/>
                  </a:moveTo>
                  <a:lnTo>
                    <a:pt x="2201704" y="331946"/>
                  </a:lnTo>
                  <a:cubicBezTo>
                    <a:pt x="2246471" y="331946"/>
                    <a:pt x="2282666" y="368141"/>
                    <a:pt x="2282666" y="412909"/>
                  </a:cubicBezTo>
                  <a:cubicBezTo>
                    <a:pt x="2282666" y="457676"/>
                    <a:pt x="2246471" y="493871"/>
                    <a:pt x="2201704" y="493871"/>
                  </a:cubicBezTo>
                  <a:lnTo>
                    <a:pt x="1389221" y="493871"/>
                  </a:lnTo>
                  <a:cubicBezTo>
                    <a:pt x="1344454" y="493871"/>
                    <a:pt x="1308259" y="457676"/>
                    <a:pt x="1308259" y="412909"/>
                  </a:cubicBezTo>
                  <a:cubicBezTo>
                    <a:pt x="1308259" y="368141"/>
                    <a:pt x="1344454" y="331946"/>
                    <a:pt x="1389221" y="331946"/>
                  </a:cubicBezTo>
                  <a:close/>
                  <a:moveTo>
                    <a:pt x="2038826" y="4559141"/>
                  </a:moveTo>
                  <a:cubicBezTo>
                    <a:pt x="2038826" y="4603909"/>
                    <a:pt x="2002631" y="4640104"/>
                    <a:pt x="1957864" y="4640104"/>
                  </a:cubicBezTo>
                  <a:lnTo>
                    <a:pt x="1633061" y="4640104"/>
                  </a:lnTo>
                  <a:cubicBezTo>
                    <a:pt x="1588294" y="4640104"/>
                    <a:pt x="1552099" y="4603909"/>
                    <a:pt x="1552099" y="4559141"/>
                  </a:cubicBezTo>
                  <a:lnTo>
                    <a:pt x="1552099" y="4234339"/>
                  </a:lnTo>
                  <a:cubicBezTo>
                    <a:pt x="1552099" y="4189571"/>
                    <a:pt x="1588294" y="4153376"/>
                    <a:pt x="1633061" y="4153376"/>
                  </a:cubicBezTo>
                  <a:lnTo>
                    <a:pt x="1957864" y="4153376"/>
                  </a:lnTo>
                  <a:cubicBezTo>
                    <a:pt x="2002631" y="4153376"/>
                    <a:pt x="2038826" y="4189571"/>
                    <a:pt x="2038826" y="4234339"/>
                  </a:cubicBezTo>
                  <a:lnTo>
                    <a:pt x="2038826" y="4559141"/>
                  </a:lnTo>
                  <a:close/>
                  <a:moveTo>
                    <a:pt x="3258026" y="3989546"/>
                  </a:moveTo>
                  <a:cubicBezTo>
                    <a:pt x="3258026" y="4034314"/>
                    <a:pt x="3221831" y="4070509"/>
                    <a:pt x="3177064" y="4070509"/>
                  </a:cubicBezTo>
                  <a:lnTo>
                    <a:pt x="413861" y="4070509"/>
                  </a:lnTo>
                  <a:cubicBezTo>
                    <a:pt x="369094" y="4070509"/>
                    <a:pt x="332899" y="4034314"/>
                    <a:pt x="332899" y="3989546"/>
                  </a:cubicBezTo>
                  <a:lnTo>
                    <a:pt x="332899" y="738664"/>
                  </a:lnTo>
                  <a:cubicBezTo>
                    <a:pt x="332899" y="693896"/>
                    <a:pt x="369094" y="657701"/>
                    <a:pt x="413861" y="657701"/>
                  </a:cubicBezTo>
                  <a:lnTo>
                    <a:pt x="3177064" y="657701"/>
                  </a:lnTo>
                  <a:cubicBezTo>
                    <a:pt x="3221831" y="657701"/>
                    <a:pt x="3258026" y="693896"/>
                    <a:pt x="3258026" y="738664"/>
                  </a:cubicBezTo>
                  <a:lnTo>
                    <a:pt x="3258026" y="39895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D207AD59-C7F9-4F38-80AC-2C8B6C1486E2}"/>
                </a:ext>
              </a:extLst>
            </p:cNvPr>
            <p:cNvSpPr/>
            <p:nvPr/>
          </p:nvSpPr>
          <p:spPr>
            <a:xfrm>
              <a:off x="4452461" y="1948339"/>
              <a:ext cx="2609850" cy="3095625"/>
            </a:xfrm>
            <a:custGeom>
              <a:avLst/>
              <a:gdLst>
                <a:gd name="connsiteX0" fmla="*/ 7144 w 2609850"/>
                <a:gd name="connsiteY0" fmla="*/ 3096101 h 3095625"/>
                <a:gd name="connsiteX1" fmla="*/ 2608421 w 2609850"/>
                <a:gd name="connsiteY1" fmla="*/ 3096101 h 3095625"/>
                <a:gd name="connsiteX2" fmla="*/ 2608421 w 2609850"/>
                <a:gd name="connsiteY2" fmla="*/ 7144 h 3095625"/>
                <a:gd name="connsiteX3" fmla="*/ 7144 w 2609850"/>
                <a:gd name="connsiteY3" fmla="*/ 7144 h 3095625"/>
                <a:gd name="connsiteX4" fmla="*/ 7144 w 2609850"/>
                <a:gd name="connsiteY4" fmla="*/ 3096101 h 3095625"/>
                <a:gd name="connsiteX5" fmla="*/ 2364581 w 2609850"/>
                <a:gd name="connsiteY5" fmla="*/ 2852261 h 3095625"/>
                <a:gd name="connsiteX6" fmla="*/ 2201704 w 2609850"/>
                <a:gd name="connsiteY6" fmla="*/ 2852261 h 3095625"/>
                <a:gd name="connsiteX7" fmla="*/ 2120741 w 2609850"/>
                <a:gd name="connsiteY7" fmla="*/ 2771299 h 3095625"/>
                <a:gd name="connsiteX8" fmla="*/ 2201704 w 2609850"/>
                <a:gd name="connsiteY8" fmla="*/ 2690336 h 3095625"/>
                <a:gd name="connsiteX9" fmla="*/ 2364581 w 2609850"/>
                <a:gd name="connsiteY9" fmla="*/ 2690336 h 3095625"/>
                <a:gd name="connsiteX10" fmla="*/ 2445544 w 2609850"/>
                <a:gd name="connsiteY10" fmla="*/ 2771299 h 3095625"/>
                <a:gd name="connsiteX11" fmla="*/ 2364581 w 2609850"/>
                <a:gd name="connsiteY11" fmla="*/ 2852261 h 3095625"/>
                <a:gd name="connsiteX12" fmla="*/ 762476 w 2609850"/>
                <a:gd name="connsiteY12" fmla="*/ 1656874 h 3095625"/>
                <a:gd name="connsiteX13" fmla="*/ 1169194 w 2609850"/>
                <a:gd name="connsiteY13" fmla="*/ 1250156 h 3095625"/>
                <a:gd name="connsiteX14" fmla="*/ 1284446 w 2609850"/>
                <a:gd name="connsiteY14" fmla="*/ 1250156 h 3095625"/>
                <a:gd name="connsiteX15" fmla="*/ 1630204 w 2609850"/>
                <a:gd name="connsiteY15" fmla="*/ 1595914 h 3095625"/>
                <a:gd name="connsiteX16" fmla="*/ 2182654 w 2609850"/>
                <a:gd name="connsiteY16" fmla="*/ 982504 h 3095625"/>
                <a:gd name="connsiteX17" fmla="*/ 1957864 w 2609850"/>
                <a:gd name="connsiteY17" fmla="*/ 982504 h 3095625"/>
                <a:gd name="connsiteX18" fmla="*/ 1876901 w 2609850"/>
                <a:gd name="connsiteY18" fmla="*/ 901541 h 3095625"/>
                <a:gd name="connsiteX19" fmla="*/ 1957864 w 2609850"/>
                <a:gd name="connsiteY19" fmla="*/ 820579 h 3095625"/>
                <a:gd name="connsiteX20" fmla="*/ 1985486 w 2609850"/>
                <a:gd name="connsiteY20" fmla="*/ 820579 h 3095625"/>
                <a:gd name="connsiteX21" fmla="*/ 2301716 w 2609850"/>
                <a:gd name="connsiteY21" fmla="*/ 820579 h 3095625"/>
                <a:gd name="connsiteX22" fmla="*/ 2319814 w 2609850"/>
                <a:gd name="connsiteY22" fmla="*/ 820579 h 3095625"/>
                <a:gd name="connsiteX23" fmla="*/ 2393156 w 2609850"/>
                <a:gd name="connsiteY23" fmla="*/ 827246 h 3095625"/>
                <a:gd name="connsiteX24" fmla="*/ 2410301 w 2609850"/>
                <a:gd name="connsiteY24" fmla="*/ 835819 h 3095625"/>
                <a:gd name="connsiteX25" fmla="*/ 2419826 w 2609850"/>
                <a:gd name="connsiteY25" fmla="*/ 844391 h 3095625"/>
                <a:gd name="connsiteX26" fmla="*/ 2444591 w 2609850"/>
                <a:gd name="connsiteY26" fmla="*/ 923449 h 3095625"/>
                <a:gd name="connsiteX27" fmla="*/ 2444591 w 2609850"/>
                <a:gd name="connsiteY27" fmla="*/ 1299686 h 3095625"/>
                <a:gd name="connsiteX28" fmla="*/ 2444591 w 2609850"/>
                <a:gd name="connsiteY28" fmla="*/ 1307306 h 3095625"/>
                <a:gd name="connsiteX29" fmla="*/ 2363629 w 2609850"/>
                <a:gd name="connsiteY29" fmla="*/ 1388269 h 3095625"/>
                <a:gd name="connsiteX30" fmla="*/ 2282666 w 2609850"/>
                <a:gd name="connsiteY30" fmla="*/ 1307306 h 3095625"/>
                <a:gd name="connsiteX31" fmla="*/ 2282666 w 2609850"/>
                <a:gd name="connsiteY31" fmla="*/ 1112996 h 3095625"/>
                <a:gd name="connsiteX32" fmla="*/ 1693069 w 2609850"/>
                <a:gd name="connsiteY32" fmla="*/ 1768316 h 3095625"/>
                <a:gd name="connsiteX33" fmla="*/ 1634966 w 2609850"/>
                <a:gd name="connsiteY33" fmla="*/ 1794986 h 3095625"/>
                <a:gd name="connsiteX34" fmla="*/ 1574959 w 2609850"/>
                <a:gd name="connsiteY34" fmla="*/ 1771174 h 3095625"/>
                <a:gd name="connsiteX35" fmla="*/ 1226344 w 2609850"/>
                <a:gd name="connsiteY35" fmla="*/ 1422559 h 3095625"/>
                <a:gd name="connsiteX36" fmla="*/ 877729 w 2609850"/>
                <a:gd name="connsiteY36" fmla="*/ 1771174 h 3095625"/>
                <a:gd name="connsiteX37" fmla="*/ 820579 w 2609850"/>
                <a:gd name="connsiteY37" fmla="*/ 1794986 h 3095625"/>
                <a:gd name="connsiteX38" fmla="*/ 763429 w 2609850"/>
                <a:gd name="connsiteY38" fmla="*/ 1771174 h 3095625"/>
                <a:gd name="connsiteX39" fmla="*/ 762476 w 2609850"/>
                <a:gd name="connsiteY39" fmla="*/ 1656874 h 3095625"/>
                <a:gd name="connsiteX40" fmla="*/ 250984 w 2609850"/>
                <a:gd name="connsiteY40" fmla="*/ 2039779 h 3095625"/>
                <a:gd name="connsiteX41" fmla="*/ 413861 w 2609850"/>
                <a:gd name="connsiteY41" fmla="*/ 2039779 h 3095625"/>
                <a:gd name="connsiteX42" fmla="*/ 413861 w 2609850"/>
                <a:gd name="connsiteY42" fmla="*/ 250984 h 3095625"/>
                <a:gd name="connsiteX43" fmla="*/ 494824 w 2609850"/>
                <a:gd name="connsiteY43" fmla="*/ 170021 h 3095625"/>
                <a:gd name="connsiteX44" fmla="*/ 575786 w 2609850"/>
                <a:gd name="connsiteY44" fmla="*/ 250984 h 3095625"/>
                <a:gd name="connsiteX45" fmla="*/ 575786 w 2609850"/>
                <a:gd name="connsiteY45" fmla="*/ 2038826 h 3095625"/>
                <a:gd name="connsiteX46" fmla="*/ 2363629 w 2609850"/>
                <a:gd name="connsiteY46" fmla="*/ 2038826 h 3095625"/>
                <a:gd name="connsiteX47" fmla="*/ 2444591 w 2609850"/>
                <a:gd name="connsiteY47" fmla="*/ 2119789 h 3095625"/>
                <a:gd name="connsiteX48" fmla="*/ 2363629 w 2609850"/>
                <a:gd name="connsiteY48" fmla="*/ 2200751 h 3095625"/>
                <a:gd name="connsiteX49" fmla="*/ 575786 w 2609850"/>
                <a:gd name="connsiteY49" fmla="*/ 2200751 h 3095625"/>
                <a:gd name="connsiteX50" fmla="*/ 575786 w 2609850"/>
                <a:gd name="connsiteY50" fmla="*/ 2363629 h 3095625"/>
                <a:gd name="connsiteX51" fmla="*/ 494824 w 2609850"/>
                <a:gd name="connsiteY51" fmla="*/ 2444591 h 3095625"/>
                <a:gd name="connsiteX52" fmla="*/ 413861 w 2609850"/>
                <a:gd name="connsiteY52" fmla="*/ 2363629 h 3095625"/>
                <a:gd name="connsiteX53" fmla="*/ 413861 w 2609850"/>
                <a:gd name="connsiteY53" fmla="*/ 2200751 h 3095625"/>
                <a:gd name="connsiteX54" fmla="*/ 250984 w 2609850"/>
                <a:gd name="connsiteY54" fmla="*/ 2200751 h 3095625"/>
                <a:gd name="connsiteX55" fmla="*/ 170021 w 2609850"/>
                <a:gd name="connsiteY55" fmla="*/ 2119789 h 3095625"/>
                <a:gd name="connsiteX56" fmla="*/ 250984 w 2609850"/>
                <a:gd name="connsiteY56" fmla="*/ 2039779 h 3095625"/>
                <a:gd name="connsiteX57" fmla="*/ 250984 w 2609850"/>
                <a:gd name="connsiteY57" fmla="*/ 2689384 h 3095625"/>
                <a:gd name="connsiteX58" fmla="*/ 1876901 w 2609850"/>
                <a:gd name="connsiteY58" fmla="*/ 2689384 h 3095625"/>
                <a:gd name="connsiteX59" fmla="*/ 1957864 w 2609850"/>
                <a:gd name="connsiteY59" fmla="*/ 2770346 h 3095625"/>
                <a:gd name="connsiteX60" fmla="*/ 1876901 w 2609850"/>
                <a:gd name="connsiteY60" fmla="*/ 2851309 h 3095625"/>
                <a:gd name="connsiteX61" fmla="*/ 250984 w 2609850"/>
                <a:gd name="connsiteY61" fmla="*/ 2851309 h 3095625"/>
                <a:gd name="connsiteX62" fmla="*/ 170021 w 2609850"/>
                <a:gd name="connsiteY62" fmla="*/ 2770346 h 3095625"/>
                <a:gd name="connsiteX63" fmla="*/ 250984 w 2609850"/>
                <a:gd name="connsiteY63" fmla="*/ 2689384 h 309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2609850" h="3095625">
                  <a:moveTo>
                    <a:pt x="7144" y="3096101"/>
                  </a:moveTo>
                  <a:lnTo>
                    <a:pt x="2608421" y="3096101"/>
                  </a:lnTo>
                  <a:lnTo>
                    <a:pt x="2608421" y="7144"/>
                  </a:lnTo>
                  <a:lnTo>
                    <a:pt x="7144" y="7144"/>
                  </a:lnTo>
                  <a:lnTo>
                    <a:pt x="7144" y="3096101"/>
                  </a:lnTo>
                  <a:close/>
                  <a:moveTo>
                    <a:pt x="2364581" y="2852261"/>
                  </a:moveTo>
                  <a:lnTo>
                    <a:pt x="2201704" y="2852261"/>
                  </a:lnTo>
                  <a:cubicBezTo>
                    <a:pt x="2156936" y="2852261"/>
                    <a:pt x="2120741" y="2816066"/>
                    <a:pt x="2120741" y="2771299"/>
                  </a:cubicBezTo>
                  <a:cubicBezTo>
                    <a:pt x="2120741" y="2726531"/>
                    <a:pt x="2156936" y="2690336"/>
                    <a:pt x="2201704" y="2690336"/>
                  </a:cubicBezTo>
                  <a:lnTo>
                    <a:pt x="2364581" y="2690336"/>
                  </a:lnTo>
                  <a:cubicBezTo>
                    <a:pt x="2409349" y="2690336"/>
                    <a:pt x="2445544" y="2726531"/>
                    <a:pt x="2445544" y="2771299"/>
                  </a:cubicBezTo>
                  <a:cubicBezTo>
                    <a:pt x="2445544" y="2816066"/>
                    <a:pt x="2409349" y="2852261"/>
                    <a:pt x="2364581" y="2852261"/>
                  </a:cubicBezTo>
                  <a:close/>
                  <a:moveTo>
                    <a:pt x="762476" y="1656874"/>
                  </a:moveTo>
                  <a:lnTo>
                    <a:pt x="1169194" y="1250156"/>
                  </a:lnTo>
                  <a:cubicBezTo>
                    <a:pt x="1200626" y="1218724"/>
                    <a:pt x="1252061" y="1218724"/>
                    <a:pt x="1284446" y="1250156"/>
                  </a:cubicBezTo>
                  <a:lnTo>
                    <a:pt x="1630204" y="1595914"/>
                  </a:lnTo>
                  <a:lnTo>
                    <a:pt x="2182654" y="982504"/>
                  </a:lnTo>
                  <a:lnTo>
                    <a:pt x="1957864" y="982504"/>
                  </a:lnTo>
                  <a:cubicBezTo>
                    <a:pt x="1913096" y="982504"/>
                    <a:pt x="1876901" y="946309"/>
                    <a:pt x="1876901" y="901541"/>
                  </a:cubicBezTo>
                  <a:cubicBezTo>
                    <a:pt x="1876901" y="856774"/>
                    <a:pt x="1913096" y="820579"/>
                    <a:pt x="1957864" y="820579"/>
                  </a:cubicBezTo>
                  <a:lnTo>
                    <a:pt x="1985486" y="820579"/>
                  </a:lnTo>
                  <a:lnTo>
                    <a:pt x="2301716" y="820579"/>
                  </a:lnTo>
                  <a:lnTo>
                    <a:pt x="2319814" y="820579"/>
                  </a:lnTo>
                  <a:cubicBezTo>
                    <a:pt x="2344579" y="820579"/>
                    <a:pt x="2369344" y="818674"/>
                    <a:pt x="2393156" y="827246"/>
                  </a:cubicBezTo>
                  <a:cubicBezTo>
                    <a:pt x="2398871" y="829151"/>
                    <a:pt x="2405539" y="832009"/>
                    <a:pt x="2410301" y="835819"/>
                  </a:cubicBezTo>
                  <a:cubicBezTo>
                    <a:pt x="2414111" y="838676"/>
                    <a:pt x="2416969" y="841534"/>
                    <a:pt x="2419826" y="844391"/>
                  </a:cubicBezTo>
                  <a:cubicBezTo>
                    <a:pt x="2440781" y="866299"/>
                    <a:pt x="2444591" y="893921"/>
                    <a:pt x="2444591" y="923449"/>
                  </a:cubicBezTo>
                  <a:lnTo>
                    <a:pt x="2444591" y="1299686"/>
                  </a:lnTo>
                  <a:lnTo>
                    <a:pt x="2444591" y="1307306"/>
                  </a:lnTo>
                  <a:cubicBezTo>
                    <a:pt x="2444591" y="1352074"/>
                    <a:pt x="2408396" y="1388269"/>
                    <a:pt x="2363629" y="1388269"/>
                  </a:cubicBezTo>
                  <a:cubicBezTo>
                    <a:pt x="2318861" y="1388269"/>
                    <a:pt x="2282666" y="1352074"/>
                    <a:pt x="2282666" y="1307306"/>
                  </a:cubicBezTo>
                  <a:lnTo>
                    <a:pt x="2282666" y="1112996"/>
                  </a:lnTo>
                  <a:lnTo>
                    <a:pt x="1693069" y="1768316"/>
                  </a:lnTo>
                  <a:cubicBezTo>
                    <a:pt x="1677829" y="1784509"/>
                    <a:pt x="1656874" y="1794986"/>
                    <a:pt x="1634966" y="1794986"/>
                  </a:cubicBezTo>
                  <a:cubicBezTo>
                    <a:pt x="1613059" y="1796891"/>
                    <a:pt x="1591151" y="1787366"/>
                    <a:pt x="1574959" y="1771174"/>
                  </a:cubicBezTo>
                  <a:lnTo>
                    <a:pt x="1226344" y="1422559"/>
                  </a:lnTo>
                  <a:lnTo>
                    <a:pt x="877729" y="1771174"/>
                  </a:lnTo>
                  <a:cubicBezTo>
                    <a:pt x="861536" y="1787366"/>
                    <a:pt x="841534" y="1794986"/>
                    <a:pt x="820579" y="1794986"/>
                  </a:cubicBezTo>
                  <a:cubicBezTo>
                    <a:pt x="799624" y="1794986"/>
                    <a:pt x="778669" y="1787366"/>
                    <a:pt x="763429" y="1771174"/>
                  </a:cubicBezTo>
                  <a:cubicBezTo>
                    <a:pt x="731044" y="1739741"/>
                    <a:pt x="731044" y="1688306"/>
                    <a:pt x="762476" y="1656874"/>
                  </a:cubicBezTo>
                  <a:close/>
                  <a:moveTo>
                    <a:pt x="250984" y="2039779"/>
                  </a:moveTo>
                  <a:lnTo>
                    <a:pt x="413861" y="2039779"/>
                  </a:lnTo>
                  <a:lnTo>
                    <a:pt x="413861" y="250984"/>
                  </a:lnTo>
                  <a:cubicBezTo>
                    <a:pt x="413861" y="206216"/>
                    <a:pt x="450056" y="170021"/>
                    <a:pt x="494824" y="170021"/>
                  </a:cubicBezTo>
                  <a:cubicBezTo>
                    <a:pt x="539591" y="170021"/>
                    <a:pt x="575786" y="206216"/>
                    <a:pt x="575786" y="250984"/>
                  </a:cubicBezTo>
                  <a:lnTo>
                    <a:pt x="575786" y="2038826"/>
                  </a:lnTo>
                  <a:lnTo>
                    <a:pt x="2363629" y="2038826"/>
                  </a:lnTo>
                  <a:cubicBezTo>
                    <a:pt x="2408396" y="2038826"/>
                    <a:pt x="2444591" y="2075021"/>
                    <a:pt x="2444591" y="2119789"/>
                  </a:cubicBezTo>
                  <a:cubicBezTo>
                    <a:pt x="2444591" y="2164556"/>
                    <a:pt x="2408396" y="2200751"/>
                    <a:pt x="2363629" y="2200751"/>
                  </a:cubicBezTo>
                  <a:lnTo>
                    <a:pt x="575786" y="2200751"/>
                  </a:lnTo>
                  <a:lnTo>
                    <a:pt x="575786" y="2363629"/>
                  </a:lnTo>
                  <a:cubicBezTo>
                    <a:pt x="575786" y="2408396"/>
                    <a:pt x="539591" y="2444591"/>
                    <a:pt x="494824" y="2444591"/>
                  </a:cubicBezTo>
                  <a:cubicBezTo>
                    <a:pt x="450056" y="2444591"/>
                    <a:pt x="413861" y="2408396"/>
                    <a:pt x="413861" y="2363629"/>
                  </a:cubicBezTo>
                  <a:lnTo>
                    <a:pt x="413861" y="2200751"/>
                  </a:lnTo>
                  <a:lnTo>
                    <a:pt x="250984" y="2200751"/>
                  </a:lnTo>
                  <a:cubicBezTo>
                    <a:pt x="206216" y="2200751"/>
                    <a:pt x="170021" y="2164556"/>
                    <a:pt x="170021" y="2119789"/>
                  </a:cubicBezTo>
                  <a:cubicBezTo>
                    <a:pt x="170021" y="2075021"/>
                    <a:pt x="206216" y="2039779"/>
                    <a:pt x="250984" y="2039779"/>
                  </a:cubicBezTo>
                  <a:close/>
                  <a:moveTo>
                    <a:pt x="250984" y="2689384"/>
                  </a:moveTo>
                  <a:lnTo>
                    <a:pt x="1876901" y="2689384"/>
                  </a:lnTo>
                  <a:cubicBezTo>
                    <a:pt x="1921669" y="2689384"/>
                    <a:pt x="1957864" y="2725579"/>
                    <a:pt x="1957864" y="2770346"/>
                  </a:cubicBezTo>
                  <a:cubicBezTo>
                    <a:pt x="1957864" y="2815114"/>
                    <a:pt x="1921669" y="2851309"/>
                    <a:pt x="1876901" y="2851309"/>
                  </a:cubicBezTo>
                  <a:lnTo>
                    <a:pt x="250984" y="2851309"/>
                  </a:lnTo>
                  <a:cubicBezTo>
                    <a:pt x="206216" y="2851309"/>
                    <a:pt x="170021" y="2815114"/>
                    <a:pt x="170021" y="2770346"/>
                  </a:cubicBezTo>
                  <a:cubicBezTo>
                    <a:pt x="170021" y="2726531"/>
                    <a:pt x="206216" y="2689384"/>
                    <a:pt x="250984" y="2689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6AE43E7C-2201-4CC7-A7E3-C08E19F679AC}"/>
                </a:ext>
              </a:extLst>
            </p:cNvPr>
            <p:cNvSpPr/>
            <p:nvPr/>
          </p:nvSpPr>
          <p:spPr>
            <a:xfrm>
              <a:off x="5671661" y="5444014"/>
              <a:ext cx="171450" cy="171450"/>
            </a:xfrm>
            <a:custGeom>
              <a:avLst/>
              <a:gdLst>
                <a:gd name="connsiteX0" fmla="*/ 7144 w 171450"/>
                <a:gd name="connsiteY0" fmla="*/ 7144 h 171450"/>
                <a:gd name="connsiteX1" fmla="*/ 170021 w 171450"/>
                <a:gd name="connsiteY1" fmla="*/ 7144 h 171450"/>
                <a:gd name="connsiteX2" fmla="*/ 170021 w 171450"/>
                <a:gd name="connsiteY2" fmla="*/ 170021 h 171450"/>
                <a:gd name="connsiteX3" fmla="*/ 7144 w 171450"/>
                <a:gd name="connsiteY3" fmla="*/ 170021 h 171450"/>
                <a:gd name="connsiteX4" fmla="*/ 7144 w 171450"/>
                <a:gd name="connsiteY4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7144" y="7144"/>
                  </a:moveTo>
                  <a:lnTo>
                    <a:pt x="170021" y="7144"/>
                  </a:lnTo>
                  <a:lnTo>
                    <a:pt x="170021" y="170021"/>
                  </a:lnTo>
                  <a:lnTo>
                    <a:pt x="7144" y="17002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22" name="Graphic 49">
            <a:extLst>
              <a:ext uri="{FF2B5EF4-FFF2-40B4-BE49-F238E27FC236}">
                <a16:creationId xmlns:a16="http://schemas.microsoft.com/office/drawing/2014/main" id="{9AB6C711-3D49-45E0-9ECC-AA0FF42B53A4}"/>
              </a:ext>
            </a:extLst>
          </p:cNvPr>
          <p:cNvGrpSpPr>
            <a:grpSpLocks noChangeAspect="1"/>
          </p:cNvGrpSpPr>
          <p:nvPr/>
        </p:nvGrpSpPr>
        <p:grpSpPr>
          <a:xfrm>
            <a:off x="10896417" y="4944961"/>
            <a:ext cx="586740" cy="502920"/>
            <a:chOff x="4114800" y="1752600"/>
            <a:chExt cx="4267200" cy="36576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9660107C-DC10-44F5-B2F3-D01B696C52FC}"/>
                </a:ext>
              </a:extLst>
            </p:cNvPr>
            <p:cNvSpPr/>
            <p:nvPr/>
          </p:nvSpPr>
          <p:spPr>
            <a:xfrm>
              <a:off x="7612856" y="2355056"/>
              <a:ext cx="161925" cy="161925"/>
            </a:xfrm>
            <a:custGeom>
              <a:avLst/>
              <a:gdLst>
                <a:gd name="connsiteX0" fmla="*/ 159544 w 161925"/>
                <a:gd name="connsiteY0" fmla="*/ 83344 h 161925"/>
                <a:gd name="connsiteX1" fmla="*/ 83344 w 161925"/>
                <a:gd name="connsiteY1" fmla="*/ 159544 h 161925"/>
                <a:gd name="connsiteX2" fmla="*/ 7144 w 161925"/>
                <a:gd name="connsiteY2" fmla="*/ 83344 h 161925"/>
                <a:gd name="connsiteX3" fmla="*/ 83344 w 161925"/>
                <a:gd name="connsiteY3" fmla="*/ 7144 h 161925"/>
                <a:gd name="connsiteX4" fmla="*/ 159544 w 161925"/>
                <a:gd name="connsiteY4" fmla="*/ 833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159544" y="83344"/>
                  </a:moveTo>
                  <a:cubicBezTo>
                    <a:pt x="159544" y="125254"/>
                    <a:pt x="125254" y="159544"/>
                    <a:pt x="83344" y="159544"/>
                  </a:cubicBezTo>
                  <a:cubicBezTo>
                    <a:pt x="41434" y="159544"/>
                    <a:pt x="7144" y="125254"/>
                    <a:pt x="7144" y="83344"/>
                  </a:cubicBezTo>
                  <a:cubicBezTo>
                    <a:pt x="7144" y="41434"/>
                    <a:pt x="41434" y="7144"/>
                    <a:pt x="83344" y="7144"/>
                  </a:cubicBezTo>
                  <a:cubicBezTo>
                    <a:pt x="125254" y="7144"/>
                    <a:pt x="159544" y="41434"/>
                    <a:pt x="159544" y="83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060F673C-07B3-4A5E-8575-2A034820866A}"/>
                </a:ext>
              </a:extLst>
            </p:cNvPr>
            <p:cNvSpPr/>
            <p:nvPr/>
          </p:nvSpPr>
          <p:spPr>
            <a:xfrm>
              <a:off x="7079456" y="2964656"/>
              <a:ext cx="1304925" cy="2447925"/>
            </a:xfrm>
            <a:custGeom>
              <a:avLst/>
              <a:gdLst>
                <a:gd name="connsiteX0" fmla="*/ 7144 w 1304925"/>
                <a:gd name="connsiteY0" fmla="*/ 2445544 h 2447925"/>
                <a:gd name="connsiteX1" fmla="*/ 1226344 w 1304925"/>
                <a:gd name="connsiteY1" fmla="*/ 2445544 h 2447925"/>
                <a:gd name="connsiteX2" fmla="*/ 1302544 w 1304925"/>
                <a:gd name="connsiteY2" fmla="*/ 2369344 h 2447925"/>
                <a:gd name="connsiteX3" fmla="*/ 1302544 w 1304925"/>
                <a:gd name="connsiteY3" fmla="*/ 7144 h 2447925"/>
                <a:gd name="connsiteX4" fmla="*/ 7144 w 1304925"/>
                <a:gd name="connsiteY4" fmla="*/ 7144 h 2447925"/>
                <a:gd name="connsiteX5" fmla="*/ 7144 w 1304925"/>
                <a:gd name="connsiteY5" fmla="*/ 2445544 h 2447925"/>
                <a:gd name="connsiteX6" fmla="*/ 715804 w 1304925"/>
                <a:gd name="connsiteY6" fmla="*/ 182404 h 2447925"/>
                <a:gd name="connsiteX7" fmla="*/ 822484 w 1304925"/>
                <a:gd name="connsiteY7" fmla="*/ 289084 h 2447925"/>
                <a:gd name="connsiteX8" fmla="*/ 517684 w 1304925"/>
                <a:gd name="connsiteY8" fmla="*/ 593884 h 2447925"/>
                <a:gd name="connsiteX9" fmla="*/ 411004 w 1304925"/>
                <a:gd name="connsiteY9" fmla="*/ 487204 h 2447925"/>
                <a:gd name="connsiteX10" fmla="*/ 715804 w 1304925"/>
                <a:gd name="connsiteY10" fmla="*/ 182404 h 2447925"/>
                <a:gd name="connsiteX11" fmla="*/ 715804 w 1304925"/>
                <a:gd name="connsiteY11" fmla="*/ 715804 h 2447925"/>
                <a:gd name="connsiteX12" fmla="*/ 822484 w 1304925"/>
                <a:gd name="connsiteY12" fmla="*/ 822484 h 2447925"/>
                <a:gd name="connsiteX13" fmla="*/ 517684 w 1304925"/>
                <a:gd name="connsiteY13" fmla="*/ 1127284 h 2447925"/>
                <a:gd name="connsiteX14" fmla="*/ 411004 w 1304925"/>
                <a:gd name="connsiteY14" fmla="*/ 1020604 h 2447925"/>
                <a:gd name="connsiteX15" fmla="*/ 715804 w 1304925"/>
                <a:gd name="connsiteY15" fmla="*/ 715804 h 2447925"/>
                <a:gd name="connsiteX16" fmla="*/ 715804 w 1304925"/>
                <a:gd name="connsiteY16" fmla="*/ 1249204 h 2447925"/>
                <a:gd name="connsiteX17" fmla="*/ 822484 w 1304925"/>
                <a:gd name="connsiteY17" fmla="*/ 1355884 h 2447925"/>
                <a:gd name="connsiteX18" fmla="*/ 517684 w 1304925"/>
                <a:gd name="connsiteY18" fmla="*/ 1660684 h 2447925"/>
                <a:gd name="connsiteX19" fmla="*/ 411004 w 1304925"/>
                <a:gd name="connsiteY19" fmla="*/ 1554004 h 2447925"/>
                <a:gd name="connsiteX20" fmla="*/ 715804 w 1304925"/>
                <a:gd name="connsiteY20" fmla="*/ 1249204 h 2447925"/>
                <a:gd name="connsiteX21" fmla="*/ 159544 w 1304925"/>
                <a:gd name="connsiteY21" fmla="*/ 1835944 h 2447925"/>
                <a:gd name="connsiteX22" fmla="*/ 1150144 w 1304925"/>
                <a:gd name="connsiteY22" fmla="*/ 1835944 h 2447925"/>
                <a:gd name="connsiteX23" fmla="*/ 1150144 w 1304925"/>
                <a:gd name="connsiteY23" fmla="*/ 2293144 h 2447925"/>
                <a:gd name="connsiteX24" fmla="*/ 159544 w 1304925"/>
                <a:gd name="connsiteY24" fmla="*/ 2293144 h 2447925"/>
                <a:gd name="connsiteX25" fmla="*/ 159544 w 1304925"/>
                <a:gd name="connsiteY25" fmla="*/ 1835944 h 2447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04925" h="2447925">
                  <a:moveTo>
                    <a:pt x="7144" y="2445544"/>
                  </a:moveTo>
                  <a:lnTo>
                    <a:pt x="1226344" y="2445544"/>
                  </a:lnTo>
                  <a:cubicBezTo>
                    <a:pt x="1272064" y="2445544"/>
                    <a:pt x="1302544" y="2415064"/>
                    <a:pt x="1302544" y="2369344"/>
                  </a:cubicBezTo>
                  <a:lnTo>
                    <a:pt x="1302544" y="7144"/>
                  </a:lnTo>
                  <a:lnTo>
                    <a:pt x="7144" y="7144"/>
                  </a:lnTo>
                  <a:lnTo>
                    <a:pt x="7144" y="2445544"/>
                  </a:lnTo>
                  <a:close/>
                  <a:moveTo>
                    <a:pt x="715804" y="182404"/>
                  </a:moveTo>
                  <a:lnTo>
                    <a:pt x="822484" y="289084"/>
                  </a:lnTo>
                  <a:lnTo>
                    <a:pt x="517684" y="593884"/>
                  </a:lnTo>
                  <a:lnTo>
                    <a:pt x="411004" y="487204"/>
                  </a:lnTo>
                  <a:lnTo>
                    <a:pt x="715804" y="182404"/>
                  </a:lnTo>
                  <a:close/>
                  <a:moveTo>
                    <a:pt x="715804" y="715804"/>
                  </a:moveTo>
                  <a:lnTo>
                    <a:pt x="822484" y="822484"/>
                  </a:lnTo>
                  <a:lnTo>
                    <a:pt x="517684" y="1127284"/>
                  </a:lnTo>
                  <a:lnTo>
                    <a:pt x="411004" y="1020604"/>
                  </a:lnTo>
                  <a:lnTo>
                    <a:pt x="715804" y="715804"/>
                  </a:lnTo>
                  <a:close/>
                  <a:moveTo>
                    <a:pt x="715804" y="1249204"/>
                  </a:moveTo>
                  <a:lnTo>
                    <a:pt x="822484" y="1355884"/>
                  </a:lnTo>
                  <a:lnTo>
                    <a:pt x="517684" y="1660684"/>
                  </a:lnTo>
                  <a:lnTo>
                    <a:pt x="411004" y="1554004"/>
                  </a:lnTo>
                  <a:lnTo>
                    <a:pt x="715804" y="1249204"/>
                  </a:lnTo>
                  <a:close/>
                  <a:moveTo>
                    <a:pt x="159544" y="1835944"/>
                  </a:moveTo>
                  <a:lnTo>
                    <a:pt x="1150144" y="1835944"/>
                  </a:lnTo>
                  <a:lnTo>
                    <a:pt x="1150144" y="2293144"/>
                  </a:lnTo>
                  <a:lnTo>
                    <a:pt x="159544" y="2293144"/>
                  </a:lnTo>
                  <a:lnTo>
                    <a:pt x="159544" y="1835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7BD31BE9-1F57-44A2-BA96-D611F81931B9}"/>
                </a:ext>
              </a:extLst>
            </p:cNvPr>
            <p:cNvSpPr/>
            <p:nvPr/>
          </p:nvSpPr>
          <p:spPr>
            <a:xfrm>
              <a:off x="7384256" y="4945856"/>
              <a:ext cx="695325" cy="161925"/>
            </a:xfrm>
            <a:custGeom>
              <a:avLst/>
              <a:gdLst>
                <a:gd name="connsiteX0" fmla="*/ 7144 w 695325"/>
                <a:gd name="connsiteY0" fmla="*/ 7144 h 161925"/>
                <a:gd name="connsiteX1" fmla="*/ 692944 w 695325"/>
                <a:gd name="connsiteY1" fmla="*/ 7144 h 161925"/>
                <a:gd name="connsiteX2" fmla="*/ 692944 w 695325"/>
                <a:gd name="connsiteY2" fmla="*/ 159544 h 161925"/>
                <a:gd name="connsiteX3" fmla="*/ 7144 w 695325"/>
                <a:gd name="connsiteY3" fmla="*/ 159544 h 161925"/>
                <a:gd name="connsiteX4" fmla="*/ 7144 w 6953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325" h="161925">
                  <a:moveTo>
                    <a:pt x="7144" y="7144"/>
                  </a:moveTo>
                  <a:lnTo>
                    <a:pt x="692944" y="7144"/>
                  </a:lnTo>
                  <a:lnTo>
                    <a:pt x="6929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18B53EA4-86A0-4EC0-B389-2566C1381B12}"/>
                </a:ext>
              </a:extLst>
            </p:cNvPr>
            <p:cNvSpPr/>
            <p:nvPr/>
          </p:nvSpPr>
          <p:spPr>
            <a:xfrm>
              <a:off x="5631656" y="2964656"/>
              <a:ext cx="1304925" cy="2447925"/>
            </a:xfrm>
            <a:custGeom>
              <a:avLst/>
              <a:gdLst>
                <a:gd name="connsiteX0" fmla="*/ 7144 w 1304925"/>
                <a:gd name="connsiteY0" fmla="*/ 2445544 h 2447925"/>
                <a:gd name="connsiteX1" fmla="*/ 1302544 w 1304925"/>
                <a:gd name="connsiteY1" fmla="*/ 2445544 h 2447925"/>
                <a:gd name="connsiteX2" fmla="*/ 1302544 w 1304925"/>
                <a:gd name="connsiteY2" fmla="*/ 7144 h 2447925"/>
                <a:gd name="connsiteX3" fmla="*/ 7144 w 1304925"/>
                <a:gd name="connsiteY3" fmla="*/ 7144 h 2447925"/>
                <a:gd name="connsiteX4" fmla="*/ 7144 w 1304925"/>
                <a:gd name="connsiteY4" fmla="*/ 2445544 h 2447925"/>
                <a:gd name="connsiteX5" fmla="*/ 792004 w 1304925"/>
                <a:gd name="connsiteY5" fmla="*/ 182404 h 2447925"/>
                <a:gd name="connsiteX6" fmla="*/ 898684 w 1304925"/>
                <a:gd name="connsiteY6" fmla="*/ 289084 h 2447925"/>
                <a:gd name="connsiteX7" fmla="*/ 593884 w 1304925"/>
                <a:gd name="connsiteY7" fmla="*/ 593884 h 2447925"/>
                <a:gd name="connsiteX8" fmla="*/ 487204 w 1304925"/>
                <a:gd name="connsiteY8" fmla="*/ 487204 h 2447925"/>
                <a:gd name="connsiteX9" fmla="*/ 792004 w 1304925"/>
                <a:gd name="connsiteY9" fmla="*/ 182404 h 2447925"/>
                <a:gd name="connsiteX10" fmla="*/ 487204 w 1304925"/>
                <a:gd name="connsiteY10" fmla="*/ 822484 h 2447925"/>
                <a:gd name="connsiteX11" fmla="*/ 593884 w 1304925"/>
                <a:gd name="connsiteY11" fmla="*/ 715804 h 2447925"/>
                <a:gd name="connsiteX12" fmla="*/ 692944 w 1304925"/>
                <a:gd name="connsiteY12" fmla="*/ 814864 h 2447925"/>
                <a:gd name="connsiteX13" fmla="*/ 792004 w 1304925"/>
                <a:gd name="connsiteY13" fmla="*/ 715804 h 2447925"/>
                <a:gd name="connsiteX14" fmla="*/ 898684 w 1304925"/>
                <a:gd name="connsiteY14" fmla="*/ 822484 h 2447925"/>
                <a:gd name="connsiteX15" fmla="*/ 799624 w 1304925"/>
                <a:gd name="connsiteY15" fmla="*/ 921544 h 2447925"/>
                <a:gd name="connsiteX16" fmla="*/ 898684 w 1304925"/>
                <a:gd name="connsiteY16" fmla="*/ 1020604 h 2447925"/>
                <a:gd name="connsiteX17" fmla="*/ 792004 w 1304925"/>
                <a:gd name="connsiteY17" fmla="*/ 1127284 h 2447925"/>
                <a:gd name="connsiteX18" fmla="*/ 692944 w 1304925"/>
                <a:gd name="connsiteY18" fmla="*/ 1028224 h 2447925"/>
                <a:gd name="connsiteX19" fmla="*/ 593884 w 1304925"/>
                <a:gd name="connsiteY19" fmla="*/ 1127284 h 2447925"/>
                <a:gd name="connsiteX20" fmla="*/ 487204 w 1304925"/>
                <a:gd name="connsiteY20" fmla="*/ 1020604 h 2447925"/>
                <a:gd name="connsiteX21" fmla="*/ 586264 w 1304925"/>
                <a:gd name="connsiteY21" fmla="*/ 921544 h 2447925"/>
                <a:gd name="connsiteX22" fmla="*/ 487204 w 1304925"/>
                <a:gd name="connsiteY22" fmla="*/ 822484 h 2447925"/>
                <a:gd name="connsiteX23" fmla="*/ 487204 w 1304925"/>
                <a:gd name="connsiteY23" fmla="*/ 1355884 h 2447925"/>
                <a:gd name="connsiteX24" fmla="*/ 593884 w 1304925"/>
                <a:gd name="connsiteY24" fmla="*/ 1249204 h 2447925"/>
                <a:gd name="connsiteX25" fmla="*/ 692944 w 1304925"/>
                <a:gd name="connsiteY25" fmla="*/ 1348264 h 2447925"/>
                <a:gd name="connsiteX26" fmla="*/ 792004 w 1304925"/>
                <a:gd name="connsiteY26" fmla="*/ 1249204 h 2447925"/>
                <a:gd name="connsiteX27" fmla="*/ 898684 w 1304925"/>
                <a:gd name="connsiteY27" fmla="*/ 1355884 h 2447925"/>
                <a:gd name="connsiteX28" fmla="*/ 799624 w 1304925"/>
                <a:gd name="connsiteY28" fmla="*/ 1454944 h 2447925"/>
                <a:gd name="connsiteX29" fmla="*/ 898684 w 1304925"/>
                <a:gd name="connsiteY29" fmla="*/ 1554004 h 2447925"/>
                <a:gd name="connsiteX30" fmla="*/ 792004 w 1304925"/>
                <a:gd name="connsiteY30" fmla="*/ 1660684 h 2447925"/>
                <a:gd name="connsiteX31" fmla="*/ 692944 w 1304925"/>
                <a:gd name="connsiteY31" fmla="*/ 1561624 h 2447925"/>
                <a:gd name="connsiteX32" fmla="*/ 593884 w 1304925"/>
                <a:gd name="connsiteY32" fmla="*/ 1660684 h 2447925"/>
                <a:gd name="connsiteX33" fmla="*/ 487204 w 1304925"/>
                <a:gd name="connsiteY33" fmla="*/ 1554004 h 2447925"/>
                <a:gd name="connsiteX34" fmla="*/ 586264 w 1304925"/>
                <a:gd name="connsiteY34" fmla="*/ 1454944 h 2447925"/>
                <a:gd name="connsiteX35" fmla="*/ 487204 w 1304925"/>
                <a:gd name="connsiteY35" fmla="*/ 1355884 h 2447925"/>
                <a:gd name="connsiteX36" fmla="*/ 159544 w 1304925"/>
                <a:gd name="connsiteY36" fmla="*/ 1835944 h 2447925"/>
                <a:gd name="connsiteX37" fmla="*/ 1150144 w 1304925"/>
                <a:gd name="connsiteY37" fmla="*/ 1835944 h 2447925"/>
                <a:gd name="connsiteX38" fmla="*/ 1150144 w 1304925"/>
                <a:gd name="connsiteY38" fmla="*/ 2293144 h 2447925"/>
                <a:gd name="connsiteX39" fmla="*/ 159544 w 1304925"/>
                <a:gd name="connsiteY39" fmla="*/ 2293144 h 2447925"/>
                <a:gd name="connsiteX40" fmla="*/ 159544 w 1304925"/>
                <a:gd name="connsiteY40" fmla="*/ 1835944 h 2447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304925" h="2447925">
                  <a:moveTo>
                    <a:pt x="7144" y="2445544"/>
                  </a:moveTo>
                  <a:lnTo>
                    <a:pt x="1302544" y="2445544"/>
                  </a:lnTo>
                  <a:lnTo>
                    <a:pt x="1302544" y="7144"/>
                  </a:lnTo>
                  <a:lnTo>
                    <a:pt x="7144" y="7144"/>
                  </a:lnTo>
                  <a:lnTo>
                    <a:pt x="7144" y="2445544"/>
                  </a:lnTo>
                  <a:close/>
                  <a:moveTo>
                    <a:pt x="792004" y="182404"/>
                  </a:moveTo>
                  <a:lnTo>
                    <a:pt x="898684" y="289084"/>
                  </a:lnTo>
                  <a:lnTo>
                    <a:pt x="593884" y="593884"/>
                  </a:lnTo>
                  <a:lnTo>
                    <a:pt x="487204" y="487204"/>
                  </a:lnTo>
                  <a:lnTo>
                    <a:pt x="792004" y="182404"/>
                  </a:lnTo>
                  <a:close/>
                  <a:moveTo>
                    <a:pt x="487204" y="822484"/>
                  </a:moveTo>
                  <a:lnTo>
                    <a:pt x="593884" y="715804"/>
                  </a:lnTo>
                  <a:lnTo>
                    <a:pt x="692944" y="814864"/>
                  </a:lnTo>
                  <a:lnTo>
                    <a:pt x="792004" y="715804"/>
                  </a:lnTo>
                  <a:lnTo>
                    <a:pt x="898684" y="822484"/>
                  </a:lnTo>
                  <a:lnTo>
                    <a:pt x="799624" y="921544"/>
                  </a:lnTo>
                  <a:lnTo>
                    <a:pt x="898684" y="1020604"/>
                  </a:lnTo>
                  <a:lnTo>
                    <a:pt x="792004" y="1127284"/>
                  </a:lnTo>
                  <a:lnTo>
                    <a:pt x="692944" y="1028224"/>
                  </a:lnTo>
                  <a:lnTo>
                    <a:pt x="593884" y="1127284"/>
                  </a:lnTo>
                  <a:lnTo>
                    <a:pt x="487204" y="1020604"/>
                  </a:lnTo>
                  <a:lnTo>
                    <a:pt x="586264" y="921544"/>
                  </a:lnTo>
                  <a:lnTo>
                    <a:pt x="487204" y="822484"/>
                  </a:lnTo>
                  <a:close/>
                  <a:moveTo>
                    <a:pt x="487204" y="1355884"/>
                  </a:moveTo>
                  <a:lnTo>
                    <a:pt x="593884" y="1249204"/>
                  </a:lnTo>
                  <a:lnTo>
                    <a:pt x="692944" y="1348264"/>
                  </a:lnTo>
                  <a:lnTo>
                    <a:pt x="792004" y="1249204"/>
                  </a:lnTo>
                  <a:lnTo>
                    <a:pt x="898684" y="1355884"/>
                  </a:lnTo>
                  <a:lnTo>
                    <a:pt x="799624" y="1454944"/>
                  </a:lnTo>
                  <a:lnTo>
                    <a:pt x="898684" y="1554004"/>
                  </a:lnTo>
                  <a:lnTo>
                    <a:pt x="792004" y="1660684"/>
                  </a:lnTo>
                  <a:lnTo>
                    <a:pt x="692944" y="1561624"/>
                  </a:lnTo>
                  <a:lnTo>
                    <a:pt x="593884" y="1660684"/>
                  </a:lnTo>
                  <a:lnTo>
                    <a:pt x="487204" y="1554004"/>
                  </a:lnTo>
                  <a:lnTo>
                    <a:pt x="586264" y="1454944"/>
                  </a:lnTo>
                  <a:lnTo>
                    <a:pt x="487204" y="1355884"/>
                  </a:lnTo>
                  <a:close/>
                  <a:moveTo>
                    <a:pt x="159544" y="1835944"/>
                  </a:moveTo>
                  <a:lnTo>
                    <a:pt x="1150144" y="1835944"/>
                  </a:lnTo>
                  <a:lnTo>
                    <a:pt x="1150144" y="2293144"/>
                  </a:lnTo>
                  <a:lnTo>
                    <a:pt x="159544" y="2293144"/>
                  </a:lnTo>
                  <a:lnTo>
                    <a:pt x="159544" y="1835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64F1155F-710E-42E5-9E69-0F50A3E36BA0}"/>
                </a:ext>
              </a:extLst>
            </p:cNvPr>
            <p:cNvSpPr/>
            <p:nvPr/>
          </p:nvSpPr>
          <p:spPr>
            <a:xfrm>
              <a:off x="5936456" y="4945856"/>
              <a:ext cx="695325" cy="161925"/>
            </a:xfrm>
            <a:custGeom>
              <a:avLst/>
              <a:gdLst>
                <a:gd name="connsiteX0" fmla="*/ 7144 w 695325"/>
                <a:gd name="connsiteY0" fmla="*/ 7144 h 161925"/>
                <a:gd name="connsiteX1" fmla="*/ 692944 w 695325"/>
                <a:gd name="connsiteY1" fmla="*/ 7144 h 161925"/>
                <a:gd name="connsiteX2" fmla="*/ 692944 w 695325"/>
                <a:gd name="connsiteY2" fmla="*/ 159544 h 161925"/>
                <a:gd name="connsiteX3" fmla="*/ 7144 w 695325"/>
                <a:gd name="connsiteY3" fmla="*/ 159544 h 161925"/>
                <a:gd name="connsiteX4" fmla="*/ 7144 w 6953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325" h="161925">
                  <a:moveTo>
                    <a:pt x="7144" y="7144"/>
                  </a:moveTo>
                  <a:lnTo>
                    <a:pt x="692944" y="7144"/>
                  </a:lnTo>
                  <a:lnTo>
                    <a:pt x="6929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CB138EC9-A15F-4B38-BD9C-0B8DBD3F86D2}"/>
                </a:ext>
              </a:extLst>
            </p:cNvPr>
            <p:cNvSpPr/>
            <p:nvPr/>
          </p:nvSpPr>
          <p:spPr>
            <a:xfrm>
              <a:off x="4107656" y="1745456"/>
              <a:ext cx="4276725" cy="1076325"/>
            </a:xfrm>
            <a:custGeom>
              <a:avLst/>
              <a:gdLst>
                <a:gd name="connsiteX0" fmla="*/ 4274344 w 4276725"/>
                <a:gd name="connsiteY0" fmla="*/ 159544 h 1076325"/>
                <a:gd name="connsiteX1" fmla="*/ 4274344 w 4276725"/>
                <a:gd name="connsiteY1" fmla="*/ 83344 h 1076325"/>
                <a:gd name="connsiteX2" fmla="*/ 4198144 w 4276725"/>
                <a:gd name="connsiteY2" fmla="*/ 7144 h 1076325"/>
                <a:gd name="connsiteX3" fmla="*/ 83344 w 4276725"/>
                <a:gd name="connsiteY3" fmla="*/ 7144 h 1076325"/>
                <a:gd name="connsiteX4" fmla="*/ 7144 w 4276725"/>
                <a:gd name="connsiteY4" fmla="*/ 83344 h 1076325"/>
                <a:gd name="connsiteX5" fmla="*/ 7144 w 4276725"/>
                <a:gd name="connsiteY5" fmla="*/ 1073944 h 1076325"/>
                <a:gd name="connsiteX6" fmla="*/ 4274344 w 4276725"/>
                <a:gd name="connsiteY6" fmla="*/ 1073944 h 1076325"/>
                <a:gd name="connsiteX7" fmla="*/ 4274344 w 4276725"/>
                <a:gd name="connsiteY7" fmla="*/ 311944 h 1076325"/>
                <a:gd name="connsiteX8" fmla="*/ 1073944 w 4276725"/>
                <a:gd name="connsiteY8" fmla="*/ 311944 h 1076325"/>
                <a:gd name="connsiteX9" fmla="*/ 1073944 w 4276725"/>
                <a:gd name="connsiteY9" fmla="*/ 159544 h 1076325"/>
                <a:gd name="connsiteX10" fmla="*/ 4274344 w 4276725"/>
                <a:gd name="connsiteY10" fmla="*/ 159544 h 1076325"/>
                <a:gd name="connsiteX11" fmla="*/ 769144 w 4276725"/>
                <a:gd name="connsiteY11" fmla="*/ 159544 h 1076325"/>
                <a:gd name="connsiteX12" fmla="*/ 921544 w 4276725"/>
                <a:gd name="connsiteY12" fmla="*/ 159544 h 1076325"/>
                <a:gd name="connsiteX13" fmla="*/ 921544 w 4276725"/>
                <a:gd name="connsiteY13" fmla="*/ 311944 h 1076325"/>
                <a:gd name="connsiteX14" fmla="*/ 769144 w 4276725"/>
                <a:gd name="connsiteY14" fmla="*/ 311944 h 1076325"/>
                <a:gd name="connsiteX15" fmla="*/ 769144 w 4276725"/>
                <a:gd name="connsiteY15" fmla="*/ 159544 h 1076325"/>
                <a:gd name="connsiteX16" fmla="*/ 464344 w 4276725"/>
                <a:gd name="connsiteY16" fmla="*/ 159544 h 1076325"/>
                <a:gd name="connsiteX17" fmla="*/ 616744 w 4276725"/>
                <a:gd name="connsiteY17" fmla="*/ 159544 h 1076325"/>
                <a:gd name="connsiteX18" fmla="*/ 616744 w 4276725"/>
                <a:gd name="connsiteY18" fmla="*/ 311944 h 1076325"/>
                <a:gd name="connsiteX19" fmla="*/ 464344 w 4276725"/>
                <a:gd name="connsiteY19" fmla="*/ 311944 h 1076325"/>
                <a:gd name="connsiteX20" fmla="*/ 464344 w 4276725"/>
                <a:gd name="connsiteY20" fmla="*/ 159544 h 1076325"/>
                <a:gd name="connsiteX21" fmla="*/ 159544 w 4276725"/>
                <a:gd name="connsiteY21" fmla="*/ 159544 h 1076325"/>
                <a:gd name="connsiteX22" fmla="*/ 311944 w 4276725"/>
                <a:gd name="connsiteY22" fmla="*/ 159544 h 1076325"/>
                <a:gd name="connsiteX23" fmla="*/ 311944 w 4276725"/>
                <a:gd name="connsiteY23" fmla="*/ 311944 h 1076325"/>
                <a:gd name="connsiteX24" fmla="*/ 159544 w 4276725"/>
                <a:gd name="connsiteY24" fmla="*/ 311944 h 1076325"/>
                <a:gd name="connsiteX25" fmla="*/ 159544 w 4276725"/>
                <a:gd name="connsiteY25" fmla="*/ 159544 h 1076325"/>
                <a:gd name="connsiteX26" fmla="*/ 3588544 w 4276725"/>
                <a:gd name="connsiteY26" fmla="*/ 464344 h 1076325"/>
                <a:gd name="connsiteX27" fmla="*/ 3817144 w 4276725"/>
                <a:gd name="connsiteY27" fmla="*/ 692944 h 1076325"/>
                <a:gd name="connsiteX28" fmla="*/ 3588544 w 4276725"/>
                <a:gd name="connsiteY28" fmla="*/ 921544 h 1076325"/>
                <a:gd name="connsiteX29" fmla="*/ 3359944 w 4276725"/>
                <a:gd name="connsiteY29" fmla="*/ 692944 h 1076325"/>
                <a:gd name="connsiteX30" fmla="*/ 3588544 w 4276725"/>
                <a:gd name="connsiteY30" fmla="*/ 464344 h 1076325"/>
                <a:gd name="connsiteX31" fmla="*/ 1912144 w 4276725"/>
                <a:gd name="connsiteY31" fmla="*/ 464344 h 1076325"/>
                <a:gd name="connsiteX32" fmla="*/ 2369344 w 4276725"/>
                <a:gd name="connsiteY32" fmla="*/ 464344 h 1076325"/>
                <a:gd name="connsiteX33" fmla="*/ 2369344 w 4276725"/>
                <a:gd name="connsiteY33" fmla="*/ 921544 h 1076325"/>
                <a:gd name="connsiteX34" fmla="*/ 1912144 w 4276725"/>
                <a:gd name="connsiteY34" fmla="*/ 921544 h 1076325"/>
                <a:gd name="connsiteX35" fmla="*/ 1912144 w 4276725"/>
                <a:gd name="connsiteY35" fmla="*/ 464344 h 1076325"/>
                <a:gd name="connsiteX36" fmla="*/ 1226344 w 4276725"/>
                <a:gd name="connsiteY36" fmla="*/ 616744 h 1076325"/>
                <a:gd name="connsiteX37" fmla="*/ 1226344 w 4276725"/>
                <a:gd name="connsiteY37" fmla="*/ 769144 h 1076325"/>
                <a:gd name="connsiteX38" fmla="*/ 159544 w 4276725"/>
                <a:gd name="connsiteY38" fmla="*/ 769144 h 1076325"/>
                <a:gd name="connsiteX39" fmla="*/ 159544 w 4276725"/>
                <a:gd name="connsiteY39" fmla="*/ 616744 h 1076325"/>
                <a:gd name="connsiteX40" fmla="*/ 1226344 w 4276725"/>
                <a:gd name="connsiteY40" fmla="*/ 616744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276725" h="1076325">
                  <a:moveTo>
                    <a:pt x="4274344" y="159544"/>
                  </a:moveTo>
                  <a:lnTo>
                    <a:pt x="4274344" y="83344"/>
                  </a:lnTo>
                  <a:cubicBezTo>
                    <a:pt x="4274344" y="37624"/>
                    <a:pt x="4243864" y="7144"/>
                    <a:pt x="4198144" y="7144"/>
                  </a:cubicBezTo>
                  <a:lnTo>
                    <a:pt x="83344" y="7144"/>
                  </a:lnTo>
                  <a:cubicBezTo>
                    <a:pt x="37624" y="7144"/>
                    <a:pt x="7144" y="37624"/>
                    <a:pt x="7144" y="83344"/>
                  </a:cubicBezTo>
                  <a:lnTo>
                    <a:pt x="7144" y="1073944"/>
                  </a:lnTo>
                  <a:lnTo>
                    <a:pt x="4274344" y="1073944"/>
                  </a:lnTo>
                  <a:lnTo>
                    <a:pt x="4274344" y="311944"/>
                  </a:lnTo>
                  <a:lnTo>
                    <a:pt x="1073944" y="311944"/>
                  </a:lnTo>
                  <a:lnTo>
                    <a:pt x="1073944" y="159544"/>
                  </a:lnTo>
                  <a:lnTo>
                    <a:pt x="4274344" y="159544"/>
                  </a:lnTo>
                  <a:close/>
                  <a:moveTo>
                    <a:pt x="769144" y="159544"/>
                  </a:moveTo>
                  <a:lnTo>
                    <a:pt x="921544" y="159544"/>
                  </a:lnTo>
                  <a:lnTo>
                    <a:pt x="921544" y="311944"/>
                  </a:lnTo>
                  <a:lnTo>
                    <a:pt x="769144" y="311944"/>
                  </a:lnTo>
                  <a:lnTo>
                    <a:pt x="769144" y="159544"/>
                  </a:lnTo>
                  <a:close/>
                  <a:moveTo>
                    <a:pt x="464344" y="159544"/>
                  </a:moveTo>
                  <a:lnTo>
                    <a:pt x="616744" y="159544"/>
                  </a:lnTo>
                  <a:lnTo>
                    <a:pt x="616744" y="311944"/>
                  </a:lnTo>
                  <a:lnTo>
                    <a:pt x="464344" y="311944"/>
                  </a:lnTo>
                  <a:lnTo>
                    <a:pt x="464344" y="159544"/>
                  </a:lnTo>
                  <a:close/>
                  <a:moveTo>
                    <a:pt x="159544" y="159544"/>
                  </a:moveTo>
                  <a:lnTo>
                    <a:pt x="311944" y="159544"/>
                  </a:lnTo>
                  <a:lnTo>
                    <a:pt x="311944" y="311944"/>
                  </a:lnTo>
                  <a:lnTo>
                    <a:pt x="159544" y="311944"/>
                  </a:lnTo>
                  <a:lnTo>
                    <a:pt x="159544" y="159544"/>
                  </a:lnTo>
                  <a:close/>
                  <a:moveTo>
                    <a:pt x="3588544" y="464344"/>
                  </a:moveTo>
                  <a:cubicBezTo>
                    <a:pt x="3718084" y="464344"/>
                    <a:pt x="3817144" y="563404"/>
                    <a:pt x="3817144" y="692944"/>
                  </a:cubicBezTo>
                  <a:cubicBezTo>
                    <a:pt x="3817144" y="822484"/>
                    <a:pt x="3718084" y="921544"/>
                    <a:pt x="3588544" y="921544"/>
                  </a:cubicBezTo>
                  <a:cubicBezTo>
                    <a:pt x="3459004" y="921544"/>
                    <a:pt x="3359944" y="822484"/>
                    <a:pt x="3359944" y="692944"/>
                  </a:cubicBezTo>
                  <a:cubicBezTo>
                    <a:pt x="3359944" y="563404"/>
                    <a:pt x="3459004" y="464344"/>
                    <a:pt x="3588544" y="464344"/>
                  </a:cubicBezTo>
                  <a:close/>
                  <a:moveTo>
                    <a:pt x="1912144" y="464344"/>
                  </a:moveTo>
                  <a:lnTo>
                    <a:pt x="2369344" y="464344"/>
                  </a:lnTo>
                  <a:lnTo>
                    <a:pt x="2369344" y="921544"/>
                  </a:lnTo>
                  <a:lnTo>
                    <a:pt x="1912144" y="921544"/>
                  </a:lnTo>
                  <a:lnTo>
                    <a:pt x="1912144" y="464344"/>
                  </a:lnTo>
                  <a:close/>
                  <a:moveTo>
                    <a:pt x="1226344" y="616744"/>
                  </a:moveTo>
                  <a:lnTo>
                    <a:pt x="1226344" y="769144"/>
                  </a:lnTo>
                  <a:lnTo>
                    <a:pt x="159544" y="769144"/>
                  </a:lnTo>
                  <a:lnTo>
                    <a:pt x="159544" y="616744"/>
                  </a:lnTo>
                  <a:lnTo>
                    <a:pt x="1226344" y="616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1D75FF1A-B507-4834-A168-07164D5FEFF2}"/>
                </a:ext>
              </a:extLst>
            </p:cNvPr>
            <p:cNvSpPr/>
            <p:nvPr/>
          </p:nvSpPr>
          <p:spPr>
            <a:xfrm>
              <a:off x="6165056" y="2355056"/>
              <a:ext cx="161925" cy="161925"/>
            </a:xfrm>
            <a:custGeom>
              <a:avLst/>
              <a:gdLst>
                <a:gd name="connsiteX0" fmla="*/ 7144 w 161925"/>
                <a:gd name="connsiteY0" fmla="*/ 7144 h 161925"/>
                <a:gd name="connsiteX1" fmla="*/ 159544 w 161925"/>
                <a:gd name="connsiteY1" fmla="*/ 7144 h 161925"/>
                <a:gd name="connsiteX2" fmla="*/ 159544 w 161925"/>
                <a:gd name="connsiteY2" fmla="*/ 159544 h 161925"/>
                <a:gd name="connsiteX3" fmla="*/ 7144 w 161925"/>
                <a:gd name="connsiteY3" fmla="*/ 159544 h 161925"/>
                <a:gd name="connsiteX4" fmla="*/ 7144 w 161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68D969C1-2194-4E3A-BAB2-E70AFFD1C4E4}"/>
                </a:ext>
              </a:extLst>
            </p:cNvPr>
            <p:cNvSpPr/>
            <p:nvPr/>
          </p:nvSpPr>
          <p:spPr>
            <a:xfrm>
              <a:off x="4107656" y="2964656"/>
              <a:ext cx="1381125" cy="2447925"/>
            </a:xfrm>
            <a:custGeom>
              <a:avLst/>
              <a:gdLst>
                <a:gd name="connsiteX0" fmla="*/ 7144 w 1381125"/>
                <a:gd name="connsiteY0" fmla="*/ 2369344 h 2447925"/>
                <a:gd name="connsiteX1" fmla="*/ 83344 w 1381125"/>
                <a:gd name="connsiteY1" fmla="*/ 2445544 h 2447925"/>
                <a:gd name="connsiteX2" fmla="*/ 1378744 w 1381125"/>
                <a:gd name="connsiteY2" fmla="*/ 2445544 h 2447925"/>
                <a:gd name="connsiteX3" fmla="*/ 1378744 w 1381125"/>
                <a:gd name="connsiteY3" fmla="*/ 7144 h 2447925"/>
                <a:gd name="connsiteX4" fmla="*/ 7144 w 1381125"/>
                <a:gd name="connsiteY4" fmla="*/ 7144 h 2447925"/>
                <a:gd name="connsiteX5" fmla="*/ 7144 w 1381125"/>
                <a:gd name="connsiteY5" fmla="*/ 2369344 h 2447925"/>
                <a:gd name="connsiteX6" fmla="*/ 464344 w 1381125"/>
                <a:gd name="connsiteY6" fmla="*/ 311944 h 2447925"/>
                <a:gd name="connsiteX7" fmla="*/ 1226344 w 1381125"/>
                <a:gd name="connsiteY7" fmla="*/ 311944 h 2447925"/>
                <a:gd name="connsiteX8" fmla="*/ 1226344 w 1381125"/>
                <a:gd name="connsiteY8" fmla="*/ 464344 h 2447925"/>
                <a:gd name="connsiteX9" fmla="*/ 464344 w 1381125"/>
                <a:gd name="connsiteY9" fmla="*/ 464344 h 2447925"/>
                <a:gd name="connsiteX10" fmla="*/ 464344 w 1381125"/>
                <a:gd name="connsiteY10" fmla="*/ 311944 h 2447925"/>
                <a:gd name="connsiteX11" fmla="*/ 464344 w 1381125"/>
                <a:gd name="connsiteY11" fmla="*/ 845344 h 2447925"/>
                <a:gd name="connsiteX12" fmla="*/ 1226344 w 1381125"/>
                <a:gd name="connsiteY12" fmla="*/ 845344 h 2447925"/>
                <a:gd name="connsiteX13" fmla="*/ 1226344 w 1381125"/>
                <a:gd name="connsiteY13" fmla="*/ 997744 h 2447925"/>
                <a:gd name="connsiteX14" fmla="*/ 464344 w 1381125"/>
                <a:gd name="connsiteY14" fmla="*/ 997744 h 2447925"/>
                <a:gd name="connsiteX15" fmla="*/ 464344 w 1381125"/>
                <a:gd name="connsiteY15" fmla="*/ 845344 h 2447925"/>
                <a:gd name="connsiteX16" fmla="*/ 464344 w 1381125"/>
                <a:gd name="connsiteY16" fmla="*/ 1378744 h 2447925"/>
                <a:gd name="connsiteX17" fmla="*/ 1226344 w 1381125"/>
                <a:gd name="connsiteY17" fmla="*/ 1378744 h 2447925"/>
                <a:gd name="connsiteX18" fmla="*/ 1226344 w 1381125"/>
                <a:gd name="connsiteY18" fmla="*/ 1531144 h 2447925"/>
                <a:gd name="connsiteX19" fmla="*/ 464344 w 1381125"/>
                <a:gd name="connsiteY19" fmla="*/ 1531144 h 2447925"/>
                <a:gd name="connsiteX20" fmla="*/ 464344 w 1381125"/>
                <a:gd name="connsiteY20" fmla="*/ 1378744 h 2447925"/>
                <a:gd name="connsiteX21" fmla="*/ 159544 w 1381125"/>
                <a:gd name="connsiteY21" fmla="*/ 311944 h 2447925"/>
                <a:gd name="connsiteX22" fmla="*/ 311944 w 1381125"/>
                <a:gd name="connsiteY22" fmla="*/ 311944 h 2447925"/>
                <a:gd name="connsiteX23" fmla="*/ 311944 w 1381125"/>
                <a:gd name="connsiteY23" fmla="*/ 464344 h 2447925"/>
                <a:gd name="connsiteX24" fmla="*/ 159544 w 1381125"/>
                <a:gd name="connsiteY24" fmla="*/ 464344 h 2447925"/>
                <a:gd name="connsiteX25" fmla="*/ 159544 w 1381125"/>
                <a:gd name="connsiteY25" fmla="*/ 311944 h 2447925"/>
                <a:gd name="connsiteX26" fmla="*/ 159544 w 1381125"/>
                <a:gd name="connsiteY26" fmla="*/ 845344 h 2447925"/>
                <a:gd name="connsiteX27" fmla="*/ 311944 w 1381125"/>
                <a:gd name="connsiteY27" fmla="*/ 845344 h 2447925"/>
                <a:gd name="connsiteX28" fmla="*/ 311944 w 1381125"/>
                <a:gd name="connsiteY28" fmla="*/ 997744 h 2447925"/>
                <a:gd name="connsiteX29" fmla="*/ 159544 w 1381125"/>
                <a:gd name="connsiteY29" fmla="*/ 997744 h 2447925"/>
                <a:gd name="connsiteX30" fmla="*/ 159544 w 1381125"/>
                <a:gd name="connsiteY30" fmla="*/ 845344 h 2447925"/>
                <a:gd name="connsiteX31" fmla="*/ 159544 w 1381125"/>
                <a:gd name="connsiteY31" fmla="*/ 1378744 h 2447925"/>
                <a:gd name="connsiteX32" fmla="*/ 311944 w 1381125"/>
                <a:gd name="connsiteY32" fmla="*/ 1378744 h 2447925"/>
                <a:gd name="connsiteX33" fmla="*/ 311944 w 1381125"/>
                <a:gd name="connsiteY33" fmla="*/ 1531144 h 2447925"/>
                <a:gd name="connsiteX34" fmla="*/ 159544 w 1381125"/>
                <a:gd name="connsiteY34" fmla="*/ 1531144 h 2447925"/>
                <a:gd name="connsiteX35" fmla="*/ 159544 w 1381125"/>
                <a:gd name="connsiteY35" fmla="*/ 1378744 h 2447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81125" h="2447925">
                  <a:moveTo>
                    <a:pt x="7144" y="2369344"/>
                  </a:moveTo>
                  <a:cubicBezTo>
                    <a:pt x="7144" y="2415064"/>
                    <a:pt x="37624" y="2445544"/>
                    <a:pt x="83344" y="2445544"/>
                  </a:cubicBezTo>
                  <a:lnTo>
                    <a:pt x="1378744" y="2445544"/>
                  </a:lnTo>
                  <a:lnTo>
                    <a:pt x="1378744" y="7144"/>
                  </a:lnTo>
                  <a:lnTo>
                    <a:pt x="7144" y="7144"/>
                  </a:lnTo>
                  <a:lnTo>
                    <a:pt x="7144" y="2369344"/>
                  </a:lnTo>
                  <a:close/>
                  <a:moveTo>
                    <a:pt x="464344" y="311944"/>
                  </a:moveTo>
                  <a:lnTo>
                    <a:pt x="1226344" y="311944"/>
                  </a:lnTo>
                  <a:lnTo>
                    <a:pt x="1226344" y="464344"/>
                  </a:lnTo>
                  <a:lnTo>
                    <a:pt x="464344" y="464344"/>
                  </a:lnTo>
                  <a:lnTo>
                    <a:pt x="464344" y="311944"/>
                  </a:lnTo>
                  <a:close/>
                  <a:moveTo>
                    <a:pt x="464344" y="845344"/>
                  </a:moveTo>
                  <a:lnTo>
                    <a:pt x="1226344" y="845344"/>
                  </a:lnTo>
                  <a:lnTo>
                    <a:pt x="1226344" y="997744"/>
                  </a:lnTo>
                  <a:lnTo>
                    <a:pt x="464344" y="997744"/>
                  </a:lnTo>
                  <a:lnTo>
                    <a:pt x="464344" y="845344"/>
                  </a:lnTo>
                  <a:close/>
                  <a:moveTo>
                    <a:pt x="464344" y="1378744"/>
                  </a:moveTo>
                  <a:lnTo>
                    <a:pt x="1226344" y="1378744"/>
                  </a:lnTo>
                  <a:lnTo>
                    <a:pt x="1226344" y="1531144"/>
                  </a:lnTo>
                  <a:lnTo>
                    <a:pt x="464344" y="1531144"/>
                  </a:lnTo>
                  <a:lnTo>
                    <a:pt x="464344" y="1378744"/>
                  </a:lnTo>
                  <a:close/>
                  <a:moveTo>
                    <a:pt x="159544" y="311944"/>
                  </a:moveTo>
                  <a:lnTo>
                    <a:pt x="311944" y="311944"/>
                  </a:lnTo>
                  <a:lnTo>
                    <a:pt x="311944" y="464344"/>
                  </a:lnTo>
                  <a:lnTo>
                    <a:pt x="159544" y="464344"/>
                  </a:lnTo>
                  <a:lnTo>
                    <a:pt x="159544" y="311944"/>
                  </a:lnTo>
                  <a:close/>
                  <a:moveTo>
                    <a:pt x="159544" y="845344"/>
                  </a:moveTo>
                  <a:lnTo>
                    <a:pt x="311944" y="845344"/>
                  </a:lnTo>
                  <a:lnTo>
                    <a:pt x="311944" y="997744"/>
                  </a:lnTo>
                  <a:lnTo>
                    <a:pt x="159544" y="997744"/>
                  </a:lnTo>
                  <a:lnTo>
                    <a:pt x="159544" y="845344"/>
                  </a:lnTo>
                  <a:close/>
                  <a:moveTo>
                    <a:pt x="159544" y="1378744"/>
                  </a:moveTo>
                  <a:lnTo>
                    <a:pt x="311944" y="1378744"/>
                  </a:lnTo>
                  <a:lnTo>
                    <a:pt x="311944" y="1531144"/>
                  </a:lnTo>
                  <a:lnTo>
                    <a:pt x="159544" y="1531144"/>
                  </a:lnTo>
                  <a:lnTo>
                    <a:pt x="159544" y="1378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31" name="Graphic 50">
            <a:extLst>
              <a:ext uri="{FF2B5EF4-FFF2-40B4-BE49-F238E27FC236}">
                <a16:creationId xmlns:a16="http://schemas.microsoft.com/office/drawing/2014/main" id="{3D1F1E86-52B4-4F9C-9C56-E83803A6AEFC}"/>
              </a:ext>
            </a:extLst>
          </p:cNvPr>
          <p:cNvGrpSpPr>
            <a:grpSpLocks noChangeAspect="1"/>
          </p:cNvGrpSpPr>
          <p:nvPr/>
        </p:nvGrpSpPr>
        <p:grpSpPr>
          <a:xfrm>
            <a:off x="1013970" y="5716234"/>
            <a:ext cx="628650" cy="502920"/>
            <a:chOff x="4152900" y="1905000"/>
            <a:chExt cx="4191000" cy="3352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2958B9AD-A32E-4DC9-BF76-B3623F6DF456}"/>
                </a:ext>
              </a:extLst>
            </p:cNvPr>
            <p:cNvSpPr/>
            <p:nvPr/>
          </p:nvSpPr>
          <p:spPr>
            <a:xfrm>
              <a:off x="5136356" y="4488656"/>
              <a:ext cx="161925" cy="161925"/>
            </a:xfrm>
            <a:custGeom>
              <a:avLst/>
              <a:gdLst>
                <a:gd name="connsiteX0" fmla="*/ 159544 w 161925"/>
                <a:gd name="connsiteY0" fmla="*/ 83344 h 161925"/>
                <a:gd name="connsiteX1" fmla="*/ 83344 w 161925"/>
                <a:gd name="connsiteY1" fmla="*/ 159544 h 161925"/>
                <a:gd name="connsiteX2" fmla="*/ 7144 w 161925"/>
                <a:gd name="connsiteY2" fmla="*/ 83344 h 161925"/>
                <a:gd name="connsiteX3" fmla="*/ 83344 w 161925"/>
                <a:gd name="connsiteY3" fmla="*/ 7144 h 161925"/>
                <a:gd name="connsiteX4" fmla="*/ 159544 w 161925"/>
                <a:gd name="connsiteY4" fmla="*/ 833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159544" y="83344"/>
                  </a:moveTo>
                  <a:cubicBezTo>
                    <a:pt x="159544" y="125254"/>
                    <a:pt x="125254" y="159544"/>
                    <a:pt x="83344" y="159544"/>
                  </a:cubicBezTo>
                  <a:cubicBezTo>
                    <a:pt x="41434" y="159544"/>
                    <a:pt x="7144" y="125254"/>
                    <a:pt x="7144" y="83344"/>
                  </a:cubicBezTo>
                  <a:cubicBezTo>
                    <a:pt x="7144" y="41434"/>
                    <a:pt x="41434" y="7144"/>
                    <a:pt x="83344" y="7144"/>
                  </a:cubicBezTo>
                  <a:cubicBezTo>
                    <a:pt x="125254" y="7144"/>
                    <a:pt x="159544" y="41434"/>
                    <a:pt x="159544" y="83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5A2D01F1-C579-42C8-96C5-304D21F9CB07}"/>
                </a:ext>
              </a:extLst>
            </p:cNvPr>
            <p:cNvSpPr/>
            <p:nvPr/>
          </p:nvSpPr>
          <p:spPr>
            <a:xfrm>
              <a:off x="4145756" y="3879056"/>
              <a:ext cx="2143125" cy="1381125"/>
            </a:xfrm>
            <a:custGeom>
              <a:avLst/>
              <a:gdLst>
                <a:gd name="connsiteX0" fmla="*/ 7144 w 2143125"/>
                <a:gd name="connsiteY0" fmla="*/ 1378744 h 1381125"/>
                <a:gd name="connsiteX1" fmla="*/ 2140744 w 2143125"/>
                <a:gd name="connsiteY1" fmla="*/ 1378744 h 1381125"/>
                <a:gd name="connsiteX2" fmla="*/ 2140744 w 2143125"/>
                <a:gd name="connsiteY2" fmla="*/ 7144 h 1381125"/>
                <a:gd name="connsiteX3" fmla="*/ 7144 w 2143125"/>
                <a:gd name="connsiteY3" fmla="*/ 7144 h 1381125"/>
                <a:gd name="connsiteX4" fmla="*/ 7144 w 2143125"/>
                <a:gd name="connsiteY4" fmla="*/ 1378744 h 1381125"/>
                <a:gd name="connsiteX5" fmla="*/ 159544 w 2143125"/>
                <a:gd name="connsiteY5" fmla="*/ 311944 h 1381125"/>
                <a:gd name="connsiteX6" fmla="*/ 235744 w 2143125"/>
                <a:gd name="connsiteY6" fmla="*/ 311944 h 1381125"/>
                <a:gd name="connsiteX7" fmla="*/ 311944 w 2143125"/>
                <a:gd name="connsiteY7" fmla="*/ 235744 h 1381125"/>
                <a:gd name="connsiteX8" fmla="*/ 311944 w 2143125"/>
                <a:gd name="connsiteY8" fmla="*/ 159544 h 1381125"/>
                <a:gd name="connsiteX9" fmla="*/ 1835944 w 2143125"/>
                <a:gd name="connsiteY9" fmla="*/ 159544 h 1381125"/>
                <a:gd name="connsiteX10" fmla="*/ 1835944 w 2143125"/>
                <a:gd name="connsiteY10" fmla="*/ 235744 h 1381125"/>
                <a:gd name="connsiteX11" fmla="*/ 1912144 w 2143125"/>
                <a:gd name="connsiteY11" fmla="*/ 311944 h 1381125"/>
                <a:gd name="connsiteX12" fmla="*/ 1988344 w 2143125"/>
                <a:gd name="connsiteY12" fmla="*/ 311944 h 1381125"/>
                <a:gd name="connsiteX13" fmla="*/ 1988344 w 2143125"/>
                <a:gd name="connsiteY13" fmla="*/ 1073944 h 1381125"/>
                <a:gd name="connsiteX14" fmla="*/ 1912144 w 2143125"/>
                <a:gd name="connsiteY14" fmla="*/ 1073944 h 1381125"/>
                <a:gd name="connsiteX15" fmla="*/ 1835944 w 2143125"/>
                <a:gd name="connsiteY15" fmla="*/ 1150144 h 1381125"/>
                <a:gd name="connsiteX16" fmla="*/ 1835944 w 2143125"/>
                <a:gd name="connsiteY16" fmla="*/ 1226344 h 1381125"/>
                <a:gd name="connsiteX17" fmla="*/ 311944 w 2143125"/>
                <a:gd name="connsiteY17" fmla="*/ 1226344 h 1381125"/>
                <a:gd name="connsiteX18" fmla="*/ 311944 w 2143125"/>
                <a:gd name="connsiteY18" fmla="*/ 1150144 h 1381125"/>
                <a:gd name="connsiteX19" fmla="*/ 235744 w 2143125"/>
                <a:gd name="connsiteY19" fmla="*/ 1073944 h 1381125"/>
                <a:gd name="connsiteX20" fmla="*/ 159544 w 2143125"/>
                <a:gd name="connsiteY20" fmla="*/ 1073944 h 1381125"/>
                <a:gd name="connsiteX21" fmla="*/ 159544 w 2143125"/>
                <a:gd name="connsiteY21" fmla="*/ 311944 h 138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43125" h="1381125">
                  <a:moveTo>
                    <a:pt x="7144" y="1378744"/>
                  </a:moveTo>
                  <a:lnTo>
                    <a:pt x="2140744" y="1378744"/>
                  </a:lnTo>
                  <a:lnTo>
                    <a:pt x="2140744" y="7144"/>
                  </a:lnTo>
                  <a:lnTo>
                    <a:pt x="7144" y="7144"/>
                  </a:lnTo>
                  <a:lnTo>
                    <a:pt x="7144" y="1378744"/>
                  </a:lnTo>
                  <a:close/>
                  <a:moveTo>
                    <a:pt x="159544" y="311944"/>
                  </a:moveTo>
                  <a:lnTo>
                    <a:pt x="235744" y="311944"/>
                  </a:lnTo>
                  <a:cubicBezTo>
                    <a:pt x="281464" y="311944"/>
                    <a:pt x="311944" y="281464"/>
                    <a:pt x="311944" y="235744"/>
                  </a:cubicBezTo>
                  <a:lnTo>
                    <a:pt x="311944" y="159544"/>
                  </a:lnTo>
                  <a:lnTo>
                    <a:pt x="1835944" y="159544"/>
                  </a:lnTo>
                  <a:lnTo>
                    <a:pt x="1835944" y="235744"/>
                  </a:lnTo>
                  <a:cubicBezTo>
                    <a:pt x="1835944" y="281464"/>
                    <a:pt x="1866424" y="311944"/>
                    <a:pt x="1912144" y="311944"/>
                  </a:cubicBezTo>
                  <a:lnTo>
                    <a:pt x="1988344" y="311944"/>
                  </a:lnTo>
                  <a:lnTo>
                    <a:pt x="1988344" y="1073944"/>
                  </a:lnTo>
                  <a:lnTo>
                    <a:pt x="1912144" y="1073944"/>
                  </a:lnTo>
                  <a:cubicBezTo>
                    <a:pt x="1866424" y="1073944"/>
                    <a:pt x="1835944" y="1104424"/>
                    <a:pt x="1835944" y="1150144"/>
                  </a:cubicBezTo>
                  <a:lnTo>
                    <a:pt x="1835944" y="1226344"/>
                  </a:lnTo>
                  <a:lnTo>
                    <a:pt x="311944" y="1226344"/>
                  </a:lnTo>
                  <a:lnTo>
                    <a:pt x="311944" y="1150144"/>
                  </a:lnTo>
                  <a:cubicBezTo>
                    <a:pt x="311944" y="1104424"/>
                    <a:pt x="281464" y="1073944"/>
                    <a:pt x="235744" y="1073944"/>
                  </a:cubicBezTo>
                  <a:lnTo>
                    <a:pt x="159544" y="1073944"/>
                  </a:lnTo>
                  <a:lnTo>
                    <a:pt x="159544" y="311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4B658961-F024-4FBB-852A-C3B71EEC955D}"/>
                </a:ext>
              </a:extLst>
            </p:cNvPr>
            <p:cNvSpPr/>
            <p:nvPr/>
          </p:nvSpPr>
          <p:spPr>
            <a:xfrm>
              <a:off x="4145756" y="2355056"/>
              <a:ext cx="1152525" cy="1381125"/>
            </a:xfrm>
            <a:custGeom>
              <a:avLst/>
              <a:gdLst>
                <a:gd name="connsiteX0" fmla="*/ 1150144 w 1152525"/>
                <a:gd name="connsiteY0" fmla="*/ 7144 h 1381125"/>
                <a:gd name="connsiteX1" fmla="*/ 7144 w 1152525"/>
                <a:gd name="connsiteY1" fmla="*/ 7144 h 1381125"/>
                <a:gd name="connsiteX2" fmla="*/ 7144 w 1152525"/>
                <a:gd name="connsiteY2" fmla="*/ 235744 h 1381125"/>
                <a:gd name="connsiteX3" fmla="*/ 997744 w 1152525"/>
                <a:gd name="connsiteY3" fmla="*/ 235744 h 1381125"/>
                <a:gd name="connsiteX4" fmla="*/ 997744 w 1152525"/>
                <a:gd name="connsiteY4" fmla="*/ 388144 h 1381125"/>
                <a:gd name="connsiteX5" fmla="*/ 7144 w 1152525"/>
                <a:gd name="connsiteY5" fmla="*/ 388144 h 1381125"/>
                <a:gd name="connsiteX6" fmla="*/ 7144 w 1152525"/>
                <a:gd name="connsiteY6" fmla="*/ 616744 h 1381125"/>
                <a:gd name="connsiteX7" fmla="*/ 997744 w 1152525"/>
                <a:gd name="connsiteY7" fmla="*/ 616744 h 1381125"/>
                <a:gd name="connsiteX8" fmla="*/ 997744 w 1152525"/>
                <a:gd name="connsiteY8" fmla="*/ 769144 h 1381125"/>
                <a:gd name="connsiteX9" fmla="*/ 7144 w 1152525"/>
                <a:gd name="connsiteY9" fmla="*/ 769144 h 1381125"/>
                <a:gd name="connsiteX10" fmla="*/ 7144 w 1152525"/>
                <a:gd name="connsiteY10" fmla="*/ 997744 h 1381125"/>
                <a:gd name="connsiteX11" fmla="*/ 997744 w 1152525"/>
                <a:gd name="connsiteY11" fmla="*/ 997744 h 1381125"/>
                <a:gd name="connsiteX12" fmla="*/ 997744 w 1152525"/>
                <a:gd name="connsiteY12" fmla="*/ 1150144 h 1381125"/>
                <a:gd name="connsiteX13" fmla="*/ 7144 w 1152525"/>
                <a:gd name="connsiteY13" fmla="*/ 1150144 h 1381125"/>
                <a:gd name="connsiteX14" fmla="*/ 7144 w 1152525"/>
                <a:gd name="connsiteY14" fmla="*/ 1378744 h 1381125"/>
                <a:gd name="connsiteX15" fmla="*/ 1150144 w 1152525"/>
                <a:gd name="connsiteY15" fmla="*/ 1378744 h 1381125"/>
                <a:gd name="connsiteX16" fmla="*/ 1150144 w 1152525"/>
                <a:gd name="connsiteY16" fmla="*/ 7144 h 138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2525" h="1381125">
                  <a:moveTo>
                    <a:pt x="1150144" y="7144"/>
                  </a:moveTo>
                  <a:lnTo>
                    <a:pt x="7144" y="7144"/>
                  </a:lnTo>
                  <a:lnTo>
                    <a:pt x="7144" y="235744"/>
                  </a:lnTo>
                  <a:lnTo>
                    <a:pt x="997744" y="235744"/>
                  </a:lnTo>
                  <a:lnTo>
                    <a:pt x="997744" y="388144"/>
                  </a:lnTo>
                  <a:lnTo>
                    <a:pt x="7144" y="388144"/>
                  </a:lnTo>
                  <a:lnTo>
                    <a:pt x="7144" y="616744"/>
                  </a:lnTo>
                  <a:lnTo>
                    <a:pt x="997744" y="616744"/>
                  </a:lnTo>
                  <a:lnTo>
                    <a:pt x="997744" y="769144"/>
                  </a:lnTo>
                  <a:lnTo>
                    <a:pt x="7144" y="769144"/>
                  </a:lnTo>
                  <a:lnTo>
                    <a:pt x="7144" y="997744"/>
                  </a:lnTo>
                  <a:lnTo>
                    <a:pt x="997744" y="997744"/>
                  </a:lnTo>
                  <a:lnTo>
                    <a:pt x="997744" y="1150144"/>
                  </a:lnTo>
                  <a:lnTo>
                    <a:pt x="7144" y="1150144"/>
                  </a:lnTo>
                  <a:lnTo>
                    <a:pt x="7144" y="1378744"/>
                  </a:lnTo>
                  <a:lnTo>
                    <a:pt x="1150144" y="1378744"/>
                  </a:lnTo>
                  <a:lnTo>
                    <a:pt x="1150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CB433BDB-9400-45D4-9866-C78C57691C88}"/>
                </a:ext>
              </a:extLst>
            </p:cNvPr>
            <p:cNvSpPr/>
            <p:nvPr/>
          </p:nvSpPr>
          <p:spPr>
            <a:xfrm>
              <a:off x="4450556" y="4191476"/>
              <a:ext cx="1524000" cy="762000"/>
            </a:xfrm>
            <a:custGeom>
              <a:avLst/>
              <a:gdLst>
                <a:gd name="connsiteX0" fmla="*/ 144304 w 1524000"/>
                <a:gd name="connsiteY0" fmla="*/ 761524 h 762000"/>
                <a:gd name="connsiteX1" fmla="*/ 1386364 w 1524000"/>
                <a:gd name="connsiteY1" fmla="*/ 761524 h 762000"/>
                <a:gd name="connsiteX2" fmla="*/ 1523524 w 1524000"/>
                <a:gd name="connsiteY2" fmla="*/ 624364 h 762000"/>
                <a:gd name="connsiteX3" fmla="*/ 1523524 w 1524000"/>
                <a:gd name="connsiteY3" fmla="*/ 144304 h 762000"/>
                <a:gd name="connsiteX4" fmla="*/ 1386364 w 1524000"/>
                <a:gd name="connsiteY4" fmla="*/ 7144 h 762000"/>
                <a:gd name="connsiteX5" fmla="*/ 144304 w 1524000"/>
                <a:gd name="connsiteY5" fmla="*/ 7144 h 762000"/>
                <a:gd name="connsiteX6" fmla="*/ 7144 w 1524000"/>
                <a:gd name="connsiteY6" fmla="*/ 144304 h 762000"/>
                <a:gd name="connsiteX7" fmla="*/ 7144 w 1524000"/>
                <a:gd name="connsiteY7" fmla="*/ 624364 h 762000"/>
                <a:gd name="connsiteX8" fmla="*/ 144304 w 1524000"/>
                <a:gd name="connsiteY8" fmla="*/ 761524 h 762000"/>
                <a:gd name="connsiteX9" fmla="*/ 1150144 w 1524000"/>
                <a:gd name="connsiteY9" fmla="*/ 304324 h 762000"/>
                <a:gd name="connsiteX10" fmla="*/ 1378744 w 1524000"/>
                <a:gd name="connsiteY10" fmla="*/ 304324 h 762000"/>
                <a:gd name="connsiteX11" fmla="*/ 1378744 w 1524000"/>
                <a:gd name="connsiteY11" fmla="*/ 456724 h 762000"/>
                <a:gd name="connsiteX12" fmla="*/ 1150144 w 1524000"/>
                <a:gd name="connsiteY12" fmla="*/ 456724 h 762000"/>
                <a:gd name="connsiteX13" fmla="*/ 1150144 w 1524000"/>
                <a:gd name="connsiteY13" fmla="*/ 304324 h 762000"/>
                <a:gd name="connsiteX14" fmla="*/ 769144 w 1524000"/>
                <a:gd name="connsiteY14" fmla="*/ 151924 h 762000"/>
                <a:gd name="connsiteX15" fmla="*/ 997744 w 1524000"/>
                <a:gd name="connsiteY15" fmla="*/ 380524 h 762000"/>
                <a:gd name="connsiteX16" fmla="*/ 769144 w 1524000"/>
                <a:gd name="connsiteY16" fmla="*/ 609124 h 762000"/>
                <a:gd name="connsiteX17" fmla="*/ 540544 w 1524000"/>
                <a:gd name="connsiteY17" fmla="*/ 380524 h 762000"/>
                <a:gd name="connsiteX18" fmla="*/ 769144 w 1524000"/>
                <a:gd name="connsiteY18" fmla="*/ 151924 h 762000"/>
                <a:gd name="connsiteX19" fmla="*/ 159544 w 1524000"/>
                <a:gd name="connsiteY19" fmla="*/ 304324 h 762000"/>
                <a:gd name="connsiteX20" fmla="*/ 388144 w 1524000"/>
                <a:gd name="connsiteY20" fmla="*/ 304324 h 762000"/>
                <a:gd name="connsiteX21" fmla="*/ 388144 w 1524000"/>
                <a:gd name="connsiteY21" fmla="*/ 456724 h 762000"/>
                <a:gd name="connsiteX22" fmla="*/ 159544 w 1524000"/>
                <a:gd name="connsiteY22" fmla="*/ 456724 h 762000"/>
                <a:gd name="connsiteX23" fmla="*/ 159544 w 1524000"/>
                <a:gd name="connsiteY23" fmla="*/ 304324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24000" h="762000">
                  <a:moveTo>
                    <a:pt x="144304" y="761524"/>
                  </a:moveTo>
                  <a:lnTo>
                    <a:pt x="1386364" y="761524"/>
                  </a:lnTo>
                  <a:cubicBezTo>
                    <a:pt x="1409224" y="692944"/>
                    <a:pt x="1462564" y="647224"/>
                    <a:pt x="1523524" y="624364"/>
                  </a:cubicBezTo>
                  <a:lnTo>
                    <a:pt x="1523524" y="144304"/>
                  </a:lnTo>
                  <a:cubicBezTo>
                    <a:pt x="1454944" y="121444"/>
                    <a:pt x="1409224" y="68104"/>
                    <a:pt x="1386364" y="7144"/>
                  </a:cubicBezTo>
                  <a:lnTo>
                    <a:pt x="144304" y="7144"/>
                  </a:lnTo>
                  <a:cubicBezTo>
                    <a:pt x="121444" y="75724"/>
                    <a:pt x="68104" y="121444"/>
                    <a:pt x="7144" y="144304"/>
                  </a:cubicBezTo>
                  <a:lnTo>
                    <a:pt x="7144" y="624364"/>
                  </a:lnTo>
                  <a:cubicBezTo>
                    <a:pt x="75724" y="647224"/>
                    <a:pt x="121444" y="692944"/>
                    <a:pt x="144304" y="761524"/>
                  </a:cubicBezTo>
                  <a:close/>
                  <a:moveTo>
                    <a:pt x="1150144" y="304324"/>
                  </a:moveTo>
                  <a:lnTo>
                    <a:pt x="1378744" y="304324"/>
                  </a:lnTo>
                  <a:lnTo>
                    <a:pt x="1378744" y="456724"/>
                  </a:lnTo>
                  <a:lnTo>
                    <a:pt x="1150144" y="456724"/>
                  </a:lnTo>
                  <a:lnTo>
                    <a:pt x="1150144" y="304324"/>
                  </a:lnTo>
                  <a:close/>
                  <a:moveTo>
                    <a:pt x="769144" y="151924"/>
                  </a:moveTo>
                  <a:cubicBezTo>
                    <a:pt x="898684" y="151924"/>
                    <a:pt x="997744" y="250984"/>
                    <a:pt x="997744" y="380524"/>
                  </a:cubicBezTo>
                  <a:cubicBezTo>
                    <a:pt x="997744" y="510064"/>
                    <a:pt x="898684" y="609124"/>
                    <a:pt x="769144" y="609124"/>
                  </a:cubicBezTo>
                  <a:cubicBezTo>
                    <a:pt x="639604" y="609124"/>
                    <a:pt x="540544" y="510064"/>
                    <a:pt x="540544" y="380524"/>
                  </a:cubicBezTo>
                  <a:cubicBezTo>
                    <a:pt x="540544" y="250984"/>
                    <a:pt x="639604" y="151924"/>
                    <a:pt x="769144" y="151924"/>
                  </a:cubicBezTo>
                  <a:close/>
                  <a:moveTo>
                    <a:pt x="159544" y="304324"/>
                  </a:moveTo>
                  <a:lnTo>
                    <a:pt x="388144" y="304324"/>
                  </a:lnTo>
                  <a:lnTo>
                    <a:pt x="388144" y="456724"/>
                  </a:lnTo>
                  <a:lnTo>
                    <a:pt x="159544" y="456724"/>
                  </a:lnTo>
                  <a:lnTo>
                    <a:pt x="159544" y="3043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76B62C8B-397A-49F8-B15B-D19AB6E702AE}"/>
                </a:ext>
              </a:extLst>
            </p:cNvPr>
            <p:cNvSpPr/>
            <p:nvPr/>
          </p:nvSpPr>
          <p:spPr>
            <a:xfrm>
              <a:off x="5441156" y="1897856"/>
              <a:ext cx="2905125" cy="619125"/>
            </a:xfrm>
            <a:custGeom>
              <a:avLst/>
              <a:gdLst>
                <a:gd name="connsiteX0" fmla="*/ 2826544 w 2905125"/>
                <a:gd name="connsiteY0" fmla="*/ 159544 h 619125"/>
                <a:gd name="connsiteX1" fmla="*/ 2521744 w 2905125"/>
                <a:gd name="connsiteY1" fmla="*/ 159544 h 619125"/>
                <a:gd name="connsiteX2" fmla="*/ 2521744 w 2905125"/>
                <a:gd name="connsiteY2" fmla="*/ 7144 h 619125"/>
                <a:gd name="connsiteX3" fmla="*/ 2369344 w 2905125"/>
                <a:gd name="connsiteY3" fmla="*/ 7144 h 619125"/>
                <a:gd name="connsiteX4" fmla="*/ 2369344 w 2905125"/>
                <a:gd name="connsiteY4" fmla="*/ 159544 h 619125"/>
                <a:gd name="connsiteX5" fmla="*/ 2216944 w 2905125"/>
                <a:gd name="connsiteY5" fmla="*/ 159544 h 619125"/>
                <a:gd name="connsiteX6" fmla="*/ 2216944 w 2905125"/>
                <a:gd name="connsiteY6" fmla="*/ 7144 h 619125"/>
                <a:gd name="connsiteX7" fmla="*/ 2064544 w 2905125"/>
                <a:gd name="connsiteY7" fmla="*/ 7144 h 619125"/>
                <a:gd name="connsiteX8" fmla="*/ 2064544 w 2905125"/>
                <a:gd name="connsiteY8" fmla="*/ 159544 h 619125"/>
                <a:gd name="connsiteX9" fmla="*/ 845344 w 2905125"/>
                <a:gd name="connsiteY9" fmla="*/ 159544 h 619125"/>
                <a:gd name="connsiteX10" fmla="*/ 845344 w 2905125"/>
                <a:gd name="connsiteY10" fmla="*/ 7144 h 619125"/>
                <a:gd name="connsiteX11" fmla="*/ 692944 w 2905125"/>
                <a:gd name="connsiteY11" fmla="*/ 7144 h 619125"/>
                <a:gd name="connsiteX12" fmla="*/ 692944 w 2905125"/>
                <a:gd name="connsiteY12" fmla="*/ 159544 h 619125"/>
                <a:gd name="connsiteX13" fmla="*/ 540544 w 2905125"/>
                <a:gd name="connsiteY13" fmla="*/ 159544 h 619125"/>
                <a:gd name="connsiteX14" fmla="*/ 540544 w 2905125"/>
                <a:gd name="connsiteY14" fmla="*/ 7144 h 619125"/>
                <a:gd name="connsiteX15" fmla="*/ 388144 w 2905125"/>
                <a:gd name="connsiteY15" fmla="*/ 7144 h 619125"/>
                <a:gd name="connsiteX16" fmla="*/ 388144 w 2905125"/>
                <a:gd name="connsiteY16" fmla="*/ 159544 h 619125"/>
                <a:gd name="connsiteX17" fmla="*/ 83344 w 2905125"/>
                <a:gd name="connsiteY17" fmla="*/ 159544 h 619125"/>
                <a:gd name="connsiteX18" fmla="*/ 7144 w 2905125"/>
                <a:gd name="connsiteY18" fmla="*/ 235744 h 619125"/>
                <a:gd name="connsiteX19" fmla="*/ 7144 w 2905125"/>
                <a:gd name="connsiteY19" fmla="*/ 616744 h 619125"/>
                <a:gd name="connsiteX20" fmla="*/ 2902744 w 2905125"/>
                <a:gd name="connsiteY20" fmla="*/ 616744 h 619125"/>
                <a:gd name="connsiteX21" fmla="*/ 2902744 w 2905125"/>
                <a:gd name="connsiteY21" fmla="*/ 235744 h 619125"/>
                <a:gd name="connsiteX22" fmla="*/ 2826544 w 2905125"/>
                <a:gd name="connsiteY22" fmla="*/ 159544 h 619125"/>
                <a:gd name="connsiteX23" fmla="*/ 1835944 w 2905125"/>
                <a:gd name="connsiteY23" fmla="*/ 464344 h 619125"/>
                <a:gd name="connsiteX24" fmla="*/ 1073944 w 2905125"/>
                <a:gd name="connsiteY24" fmla="*/ 464344 h 619125"/>
                <a:gd name="connsiteX25" fmla="*/ 1073944 w 2905125"/>
                <a:gd name="connsiteY25" fmla="*/ 311944 h 619125"/>
                <a:gd name="connsiteX26" fmla="*/ 1835944 w 2905125"/>
                <a:gd name="connsiteY26" fmla="*/ 311944 h 619125"/>
                <a:gd name="connsiteX27" fmla="*/ 1835944 w 2905125"/>
                <a:gd name="connsiteY27" fmla="*/ 464344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905125" h="619125">
                  <a:moveTo>
                    <a:pt x="2826544" y="159544"/>
                  </a:moveTo>
                  <a:lnTo>
                    <a:pt x="2521744" y="159544"/>
                  </a:lnTo>
                  <a:lnTo>
                    <a:pt x="2521744" y="7144"/>
                  </a:lnTo>
                  <a:lnTo>
                    <a:pt x="2369344" y="7144"/>
                  </a:lnTo>
                  <a:lnTo>
                    <a:pt x="2369344" y="159544"/>
                  </a:lnTo>
                  <a:lnTo>
                    <a:pt x="2216944" y="159544"/>
                  </a:lnTo>
                  <a:lnTo>
                    <a:pt x="2216944" y="7144"/>
                  </a:lnTo>
                  <a:lnTo>
                    <a:pt x="2064544" y="7144"/>
                  </a:lnTo>
                  <a:lnTo>
                    <a:pt x="2064544" y="159544"/>
                  </a:lnTo>
                  <a:lnTo>
                    <a:pt x="845344" y="159544"/>
                  </a:lnTo>
                  <a:lnTo>
                    <a:pt x="845344" y="7144"/>
                  </a:lnTo>
                  <a:lnTo>
                    <a:pt x="692944" y="7144"/>
                  </a:lnTo>
                  <a:lnTo>
                    <a:pt x="692944" y="159544"/>
                  </a:lnTo>
                  <a:lnTo>
                    <a:pt x="540544" y="159544"/>
                  </a:lnTo>
                  <a:lnTo>
                    <a:pt x="540544" y="7144"/>
                  </a:lnTo>
                  <a:lnTo>
                    <a:pt x="388144" y="7144"/>
                  </a:lnTo>
                  <a:lnTo>
                    <a:pt x="388144" y="159544"/>
                  </a:lnTo>
                  <a:lnTo>
                    <a:pt x="83344" y="159544"/>
                  </a:lnTo>
                  <a:cubicBezTo>
                    <a:pt x="37624" y="159544"/>
                    <a:pt x="7144" y="190024"/>
                    <a:pt x="7144" y="235744"/>
                  </a:cubicBezTo>
                  <a:lnTo>
                    <a:pt x="7144" y="616744"/>
                  </a:lnTo>
                  <a:lnTo>
                    <a:pt x="2902744" y="616744"/>
                  </a:lnTo>
                  <a:lnTo>
                    <a:pt x="2902744" y="235744"/>
                  </a:lnTo>
                  <a:cubicBezTo>
                    <a:pt x="2902744" y="190024"/>
                    <a:pt x="2872264" y="159544"/>
                    <a:pt x="2826544" y="159544"/>
                  </a:cubicBezTo>
                  <a:close/>
                  <a:moveTo>
                    <a:pt x="1835944" y="464344"/>
                  </a:moveTo>
                  <a:lnTo>
                    <a:pt x="1073944" y="464344"/>
                  </a:lnTo>
                  <a:lnTo>
                    <a:pt x="1073944" y="311944"/>
                  </a:lnTo>
                  <a:lnTo>
                    <a:pt x="1835944" y="311944"/>
                  </a:lnTo>
                  <a:lnTo>
                    <a:pt x="1835944" y="464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BEFEEE10-B031-4F00-9FCE-EAE2CD6B71E5}"/>
                </a:ext>
              </a:extLst>
            </p:cNvPr>
            <p:cNvSpPr/>
            <p:nvPr/>
          </p:nvSpPr>
          <p:spPr>
            <a:xfrm>
              <a:off x="5441156" y="2659856"/>
              <a:ext cx="2905125" cy="2600325"/>
            </a:xfrm>
            <a:custGeom>
              <a:avLst/>
              <a:gdLst>
                <a:gd name="connsiteX0" fmla="*/ 7144 w 2905125"/>
                <a:gd name="connsiteY0" fmla="*/ 1073944 h 2600325"/>
                <a:gd name="connsiteX1" fmla="*/ 997744 w 2905125"/>
                <a:gd name="connsiteY1" fmla="*/ 1073944 h 2600325"/>
                <a:gd name="connsiteX2" fmla="*/ 997744 w 2905125"/>
                <a:gd name="connsiteY2" fmla="*/ 2216944 h 2600325"/>
                <a:gd name="connsiteX3" fmla="*/ 2674144 w 2905125"/>
                <a:gd name="connsiteY3" fmla="*/ 2216944 h 2600325"/>
                <a:gd name="connsiteX4" fmla="*/ 2674144 w 2905125"/>
                <a:gd name="connsiteY4" fmla="*/ 2369344 h 2600325"/>
                <a:gd name="connsiteX5" fmla="*/ 997744 w 2905125"/>
                <a:gd name="connsiteY5" fmla="*/ 2369344 h 2600325"/>
                <a:gd name="connsiteX6" fmla="*/ 997744 w 2905125"/>
                <a:gd name="connsiteY6" fmla="*/ 2597944 h 2600325"/>
                <a:gd name="connsiteX7" fmla="*/ 2826544 w 2905125"/>
                <a:gd name="connsiteY7" fmla="*/ 2597944 h 2600325"/>
                <a:gd name="connsiteX8" fmla="*/ 2902744 w 2905125"/>
                <a:gd name="connsiteY8" fmla="*/ 2521744 h 2600325"/>
                <a:gd name="connsiteX9" fmla="*/ 2902744 w 2905125"/>
                <a:gd name="connsiteY9" fmla="*/ 7144 h 2600325"/>
                <a:gd name="connsiteX10" fmla="*/ 7144 w 2905125"/>
                <a:gd name="connsiteY10" fmla="*/ 7144 h 2600325"/>
                <a:gd name="connsiteX11" fmla="*/ 7144 w 2905125"/>
                <a:gd name="connsiteY11" fmla="*/ 1073944 h 2600325"/>
                <a:gd name="connsiteX12" fmla="*/ 1759744 w 2905125"/>
                <a:gd name="connsiteY12" fmla="*/ 2140744 h 2600325"/>
                <a:gd name="connsiteX13" fmla="*/ 1607344 w 2905125"/>
                <a:gd name="connsiteY13" fmla="*/ 2140744 h 2600325"/>
                <a:gd name="connsiteX14" fmla="*/ 1607344 w 2905125"/>
                <a:gd name="connsiteY14" fmla="*/ 845344 h 2600325"/>
                <a:gd name="connsiteX15" fmla="*/ 1759744 w 2905125"/>
                <a:gd name="connsiteY15" fmla="*/ 845344 h 2600325"/>
                <a:gd name="connsiteX16" fmla="*/ 1759744 w 2905125"/>
                <a:gd name="connsiteY16" fmla="*/ 2140744 h 2600325"/>
                <a:gd name="connsiteX17" fmla="*/ 2140744 w 2905125"/>
                <a:gd name="connsiteY17" fmla="*/ 2140744 h 2600325"/>
                <a:gd name="connsiteX18" fmla="*/ 1988344 w 2905125"/>
                <a:gd name="connsiteY18" fmla="*/ 2140744 h 2600325"/>
                <a:gd name="connsiteX19" fmla="*/ 1988344 w 2905125"/>
                <a:gd name="connsiteY19" fmla="*/ 1454944 h 2600325"/>
                <a:gd name="connsiteX20" fmla="*/ 2140744 w 2905125"/>
                <a:gd name="connsiteY20" fmla="*/ 1454944 h 2600325"/>
                <a:gd name="connsiteX21" fmla="*/ 2140744 w 2905125"/>
                <a:gd name="connsiteY21" fmla="*/ 2140744 h 2600325"/>
                <a:gd name="connsiteX22" fmla="*/ 2521744 w 2905125"/>
                <a:gd name="connsiteY22" fmla="*/ 2140744 h 2600325"/>
                <a:gd name="connsiteX23" fmla="*/ 2369344 w 2905125"/>
                <a:gd name="connsiteY23" fmla="*/ 2140744 h 2600325"/>
                <a:gd name="connsiteX24" fmla="*/ 2369344 w 2905125"/>
                <a:gd name="connsiteY24" fmla="*/ 1607344 h 2600325"/>
                <a:gd name="connsiteX25" fmla="*/ 2521744 w 2905125"/>
                <a:gd name="connsiteY25" fmla="*/ 1607344 h 2600325"/>
                <a:gd name="connsiteX26" fmla="*/ 2521744 w 2905125"/>
                <a:gd name="connsiteY26" fmla="*/ 2140744 h 2600325"/>
                <a:gd name="connsiteX27" fmla="*/ 1348264 w 2905125"/>
                <a:gd name="connsiteY27" fmla="*/ 174784 h 2600325"/>
                <a:gd name="connsiteX28" fmla="*/ 2521744 w 2905125"/>
                <a:gd name="connsiteY28" fmla="*/ 1073944 h 2600325"/>
                <a:gd name="connsiteX29" fmla="*/ 2521744 w 2905125"/>
                <a:gd name="connsiteY29" fmla="*/ 769144 h 2600325"/>
                <a:gd name="connsiteX30" fmla="*/ 2674144 w 2905125"/>
                <a:gd name="connsiteY30" fmla="*/ 769144 h 2600325"/>
                <a:gd name="connsiteX31" fmla="*/ 2674144 w 2905125"/>
                <a:gd name="connsiteY31" fmla="*/ 1302544 h 2600325"/>
                <a:gd name="connsiteX32" fmla="*/ 2140744 w 2905125"/>
                <a:gd name="connsiteY32" fmla="*/ 1302544 h 2600325"/>
                <a:gd name="connsiteX33" fmla="*/ 2140744 w 2905125"/>
                <a:gd name="connsiteY33" fmla="*/ 1150144 h 2600325"/>
                <a:gd name="connsiteX34" fmla="*/ 2369344 w 2905125"/>
                <a:gd name="connsiteY34" fmla="*/ 1150144 h 2600325"/>
                <a:gd name="connsiteX35" fmla="*/ 1256824 w 2905125"/>
                <a:gd name="connsiteY35" fmla="*/ 296704 h 2600325"/>
                <a:gd name="connsiteX36" fmla="*/ 1348264 w 2905125"/>
                <a:gd name="connsiteY36" fmla="*/ 174784 h 2600325"/>
                <a:gd name="connsiteX37" fmla="*/ 1226344 w 2905125"/>
                <a:gd name="connsiteY37" fmla="*/ 616744 h 2600325"/>
                <a:gd name="connsiteX38" fmla="*/ 1378744 w 2905125"/>
                <a:gd name="connsiteY38" fmla="*/ 616744 h 2600325"/>
                <a:gd name="connsiteX39" fmla="*/ 1378744 w 2905125"/>
                <a:gd name="connsiteY39" fmla="*/ 2140744 h 2600325"/>
                <a:gd name="connsiteX40" fmla="*/ 1226344 w 2905125"/>
                <a:gd name="connsiteY40" fmla="*/ 2140744 h 2600325"/>
                <a:gd name="connsiteX41" fmla="*/ 1226344 w 2905125"/>
                <a:gd name="connsiteY41" fmla="*/ 616744 h 2600325"/>
                <a:gd name="connsiteX42" fmla="*/ 845344 w 2905125"/>
                <a:gd name="connsiteY42" fmla="*/ 311944 h 2600325"/>
                <a:gd name="connsiteX43" fmla="*/ 997744 w 2905125"/>
                <a:gd name="connsiteY43" fmla="*/ 311944 h 2600325"/>
                <a:gd name="connsiteX44" fmla="*/ 997744 w 2905125"/>
                <a:gd name="connsiteY44" fmla="*/ 921544 h 2600325"/>
                <a:gd name="connsiteX45" fmla="*/ 845344 w 2905125"/>
                <a:gd name="connsiteY45" fmla="*/ 921544 h 2600325"/>
                <a:gd name="connsiteX46" fmla="*/ 845344 w 2905125"/>
                <a:gd name="connsiteY46" fmla="*/ 311944 h 2600325"/>
                <a:gd name="connsiteX47" fmla="*/ 464344 w 2905125"/>
                <a:gd name="connsiteY47" fmla="*/ 159544 h 2600325"/>
                <a:gd name="connsiteX48" fmla="*/ 616744 w 2905125"/>
                <a:gd name="connsiteY48" fmla="*/ 159544 h 2600325"/>
                <a:gd name="connsiteX49" fmla="*/ 616744 w 2905125"/>
                <a:gd name="connsiteY49" fmla="*/ 921544 h 2600325"/>
                <a:gd name="connsiteX50" fmla="*/ 464344 w 2905125"/>
                <a:gd name="connsiteY50" fmla="*/ 921544 h 2600325"/>
                <a:gd name="connsiteX51" fmla="*/ 464344 w 2905125"/>
                <a:gd name="connsiteY51" fmla="*/ 159544 h 260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905125" h="2600325">
                  <a:moveTo>
                    <a:pt x="7144" y="1073944"/>
                  </a:moveTo>
                  <a:lnTo>
                    <a:pt x="997744" y="1073944"/>
                  </a:lnTo>
                  <a:lnTo>
                    <a:pt x="997744" y="2216944"/>
                  </a:lnTo>
                  <a:lnTo>
                    <a:pt x="2674144" y="2216944"/>
                  </a:lnTo>
                  <a:lnTo>
                    <a:pt x="2674144" y="2369344"/>
                  </a:lnTo>
                  <a:lnTo>
                    <a:pt x="997744" y="2369344"/>
                  </a:lnTo>
                  <a:lnTo>
                    <a:pt x="997744" y="2597944"/>
                  </a:lnTo>
                  <a:lnTo>
                    <a:pt x="2826544" y="2597944"/>
                  </a:lnTo>
                  <a:cubicBezTo>
                    <a:pt x="2872264" y="2597944"/>
                    <a:pt x="2902744" y="2567464"/>
                    <a:pt x="2902744" y="2521744"/>
                  </a:cubicBezTo>
                  <a:lnTo>
                    <a:pt x="2902744" y="7144"/>
                  </a:lnTo>
                  <a:lnTo>
                    <a:pt x="7144" y="7144"/>
                  </a:lnTo>
                  <a:lnTo>
                    <a:pt x="7144" y="1073944"/>
                  </a:lnTo>
                  <a:close/>
                  <a:moveTo>
                    <a:pt x="1759744" y="2140744"/>
                  </a:moveTo>
                  <a:lnTo>
                    <a:pt x="1607344" y="2140744"/>
                  </a:lnTo>
                  <a:lnTo>
                    <a:pt x="1607344" y="845344"/>
                  </a:lnTo>
                  <a:lnTo>
                    <a:pt x="1759744" y="845344"/>
                  </a:lnTo>
                  <a:lnTo>
                    <a:pt x="1759744" y="2140744"/>
                  </a:lnTo>
                  <a:close/>
                  <a:moveTo>
                    <a:pt x="2140744" y="2140744"/>
                  </a:moveTo>
                  <a:lnTo>
                    <a:pt x="1988344" y="2140744"/>
                  </a:lnTo>
                  <a:lnTo>
                    <a:pt x="1988344" y="1454944"/>
                  </a:lnTo>
                  <a:lnTo>
                    <a:pt x="2140744" y="1454944"/>
                  </a:lnTo>
                  <a:lnTo>
                    <a:pt x="2140744" y="2140744"/>
                  </a:lnTo>
                  <a:close/>
                  <a:moveTo>
                    <a:pt x="2521744" y="2140744"/>
                  </a:moveTo>
                  <a:lnTo>
                    <a:pt x="2369344" y="2140744"/>
                  </a:lnTo>
                  <a:lnTo>
                    <a:pt x="2369344" y="1607344"/>
                  </a:lnTo>
                  <a:lnTo>
                    <a:pt x="2521744" y="1607344"/>
                  </a:lnTo>
                  <a:lnTo>
                    <a:pt x="2521744" y="2140744"/>
                  </a:lnTo>
                  <a:close/>
                  <a:moveTo>
                    <a:pt x="1348264" y="174784"/>
                  </a:moveTo>
                  <a:lnTo>
                    <a:pt x="2521744" y="1073944"/>
                  </a:lnTo>
                  <a:lnTo>
                    <a:pt x="2521744" y="769144"/>
                  </a:lnTo>
                  <a:lnTo>
                    <a:pt x="2674144" y="769144"/>
                  </a:lnTo>
                  <a:lnTo>
                    <a:pt x="2674144" y="1302544"/>
                  </a:lnTo>
                  <a:lnTo>
                    <a:pt x="2140744" y="1302544"/>
                  </a:lnTo>
                  <a:lnTo>
                    <a:pt x="2140744" y="1150144"/>
                  </a:lnTo>
                  <a:lnTo>
                    <a:pt x="2369344" y="1150144"/>
                  </a:lnTo>
                  <a:lnTo>
                    <a:pt x="1256824" y="296704"/>
                  </a:lnTo>
                  <a:lnTo>
                    <a:pt x="1348264" y="174784"/>
                  </a:lnTo>
                  <a:close/>
                  <a:moveTo>
                    <a:pt x="1226344" y="616744"/>
                  </a:moveTo>
                  <a:lnTo>
                    <a:pt x="1378744" y="616744"/>
                  </a:lnTo>
                  <a:lnTo>
                    <a:pt x="1378744" y="2140744"/>
                  </a:lnTo>
                  <a:lnTo>
                    <a:pt x="1226344" y="2140744"/>
                  </a:lnTo>
                  <a:lnTo>
                    <a:pt x="1226344" y="616744"/>
                  </a:lnTo>
                  <a:close/>
                  <a:moveTo>
                    <a:pt x="845344" y="311944"/>
                  </a:moveTo>
                  <a:lnTo>
                    <a:pt x="997744" y="311944"/>
                  </a:lnTo>
                  <a:lnTo>
                    <a:pt x="997744" y="921544"/>
                  </a:lnTo>
                  <a:lnTo>
                    <a:pt x="845344" y="921544"/>
                  </a:lnTo>
                  <a:lnTo>
                    <a:pt x="845344" y="311944"/>
                  </a:lnTo>
                  <a:close/>
                  <a:moveTo>
                    <a:pt x="464344" y="159544"/>
                  </a:moveTo>
                  <a:lnTo>
                    <a:pt x="616744" y="159544"/>
                  </a:lnTo>
                  <a:lnTo>
                    <a:pt x="616744" y="921544"/>
                  </a:lnTo>
                  <a:lnTo>
                    <a:pt x="464344" y="921544"/>
                  </a:lnTo>
                  <a:lnTo>
                    <a:pt x="464344" y="159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38" name="Graphic 51">
            <a:extLst>
              <a:ext uri="{FF2B5EF4-FFF2-40B4-BE49-F238E27FC236}">
                <a16:creationId xmlns:a16="http://schemas.microsoft.com/office/drawing/2014/main" id="{B1507EBF-5465-4099-A88F-13A9FFDA1482}"/>
              </a:ext>
            </a:extLst>
          </p:cNvPr>
          <p:cNvGrpSpPr>
            <a:grpSpLocks noChangeAspect="1"/>
          </p:cNvGrpSpPr>
          <p:nvPr/>
        </p:nvGrpSpPr>
        <p:grpSpPr>
          <a:xfrm>
            <a:off x="11070044" y="3162925"/>
            <a:ext cx="413113" cy="502920"/>
            <a:chOff x="4495800" y="1447800"/>
            <a:chExt cx="3505200" cy="4267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77521A4B-ADAD-4392-97D5-A48BFBECD07E}"/>
                </a:ext>
              </a:extLst>
            </p:cNvPr>
            <p:cNvSpPr/>
            <p:nvPr/>
          </p:nvSpPr>
          <p:spPr>
            <a:xfrm>
              <a:off x="4519136" y="4366736"/>
              <a:ext cx="790575" cy="771525"/>
            </a:xfrm>
            <a:custGeom>
              <a:avLst/>
              <a:gdLst>
                <a:gd name="connsiteX0" fmla="*/ 7144 w 790575"/>
                <a:gd name="connsiteY0" fmla="*/ 281464 h 771525"/>
                <a:gd name="connsiteX1" fmla="*/ 494824 w 790575"/>
                <a:gd name="connsiteY1" fmla="*/ 769144 h 771525"/>
                <a:gd name="connsiteX2" fmla="*/ 784384 w 790575"/>
                <a:gd name="connsiteY2" fmla="*/ 510064 h 771525"/>
                <a:gd name="connsiteX3" fmla="*/ 281464 w 790575"/>
                <a:gd name="connsiteY3" fmla="*/ 7144 h 771525"/>
                <a:gd name="connsiteX4" fmla="*/ 7144 w 790575"/>
                <a:gd name="connsiteY4" fmla="*/ 281464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0575" h="771525">
                  <a:moveTo>
                    <a:pt x="7144" y="281464"/>
                  </a:moveTo>
                  <a:lnTo>
                    <a:pt x="494824" y="769144"/>
                  </a:lnTo>
                  <a:lnTo>
                    <a:pt x="784384" y="510064"/>
                  </a:lnTo>
                  <a:lnTo>
                    <a:pt x="281464" y="7144"/>
                  </a:lnTo>
                  <a:lnTo>
                    <a:pt x="7144" y="28146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5364E848-9620-4607-8CED-548C20B65B28}"/>
                </a:ext>
              </a:extLst>
            </p:cNvPr>
            <p:cNvSpPr/>
            <p:nvPr/>
          </p:nvSpPr>
          <p:spPr>
            <a:xfrm>
              <a:off x="4869656" y="3101816"/>
              <a:ext cx="1247775" cy="1704975"/>
            </a:xfrm>
            <a:custGeom>
              <a:avLst/>
              <a:gdLst>
                <a:gd name="connsiteX0" fmla="*/ 311944 w 1247775"/>
                <a:gd name="connsiteY0" fmla="*/ 936784 h 1704975"/>
                <a:gd name="connsiteX1" fmla="*/ 388144 w 1247775"/>
                <a:gd name="connsiteY1" fmla="*/ 860584 h 1704975"/>
                <a:gd name="connsiteX2" fmla="*/ 311944 w 1247775"/>
                <a:gd name="connsiteY2" fmla="*/ 784384 h 1704975"/>
                <a:gd name="connsiteX3" fmla="*/ 83344 w 1247775"/>
                <a:gd name="connsiteY3" fmla="*/ 784384 h 1704975"/>
                <a:gd name="connsiteX4" fmla="*/ 7144 w 1247775"/>
                <a:gd name="connsiteY4" fmla="*/ 860584 h 1704975"/>
                <a:gd name="connsiteX5" fmla="*/ 7144 w 1247775"/>
                <a:gd name="connsiteY5" fmla="*/ 1134904 h 1704975"/>
                <a:gd name="connsiteX6" fmla="*/ 571024 w 1247775"/>
                <a:gd name="connsiteY6" fmla="*/ 1698784 h 1704975"/>
                <a:gd name="connsiteX7" fmla="*/ 708184 w 1247775"/>
                <a:gd name="connsiteY7" fmla="*/ 1698784 h 1704975"/>
                <a:gd name="connsiteX8" fmla="*/ 761524 w 1247775"/>
                <a:gd name="connsiteY8" fmla="*/ 1675924 h 1704975"/>
                <a:gd name="connsiteX9" fmla="*/ 1218724 w 1247775"/>
                <a:gd name="connsiteY9" fmla="*/ 1218724 h 1704975"/>
                <a:gd name="connsiteX10" fmla="*/ 1218724 w 1247775"/>
                <a:gd name="connsiteY10" fmla="*/ 1112044 h 1704975"/>
                <a:gd name="connsiteX11" fmla="*/ 1150144 w 1247775"/>
                <a:gd name="connsiteY11" fmla="*/ 1043464 h 1704975"/>
                <a:gd name="connsiteX12" fmla="*/ 898684 w 1247775"/>
                <a:gd name="connsiteY12" fmla="*/ 1294924 h 1704975"/>
                <a:gd name="connsiteX13" fmla="*/ 792004 w 1247775"/>
                <a:gd name="connsiteY13" fmla="*/ 1188244 h 1704975"/>
                <a:gd name="connsiteX14" fmla="*/ 1043464 w 1247775"/>
                <a:gd name="connsiteY14" fmla="*/ 936784 h 1704975"/>
                <a:gd name="connsiteX15" fmla="*/ 921544 w 1247775"/>
                <a:gd name="connsiteY15" fmla="*/ 814864 h 1704975"/>
                <a:gd name="connsiteX16" fmla="*/ 746284 w 1247775"/>
                <a:gd name="connsiteY16" fmla="*/ 990124 h 1704975"/>
                <a:gd name="connsiteX17" fmla="*/ 639604 w 1247775"/>
                <a:gd name="connsiteY17" fmla="*/ 883444 h 1704975"/>
                <a:gd name="connsiteX18" fmla="*/ 814864 w 1247775"/>
                <a:gd name="connsiteY18" fmla="*/ 708184 h 1704975"/>
                <a:gd name="connsiteX19" fmla="*/ 662464 w 1247775"/>
                <a:gd name="connsiteY19" fmla="*/ 555784 h 1704975"/>
                <a:gd name="connsiteX20" fmla="*/ 1066324 w 1247775"/>
                <a:gd name="connsiteY20" fmla="*/ 151924 h 1704975"/>
                <a:gd name="connsiteX21" fmla="*/ 1066324 w 1247775"/>
                <a:gd name="connsiteY21" fmla="*/ 45244 h 1704975"/>
                <a:gd name="connsiteX22" fmla="*/ 1051084 w 1247775"/>
                <a:gd name="connsiteY22" fmla="*/ 30004 h 1704975"/>
                <a:gd name="connsiteX23" fmla="*/ 944404 w 1247775"/>
                <a:gd name="connsiteY23" fmla="*/ 30004 h 1704975"/>
                <a:gd name="connsiteX24" fmla="*/ 342424 w 1247775"/>
                <a:gd name="connsiteY24" fmla="*/ 631984 h 1704975"/>
                <a:gd name="connsiteX25" fmla="*/ 540544 w 1247775"/>
                <a:gd name="connsiteY25" fmla="*/ 883444 h 1704975"/>
                <a:gd name="connsiteX26" fmla="*/ 311944 w 1247775"/>
                <a:gd name="connsiteY26" fmla="*/ 1081564 h 1704975"/>
                <a:gd name="connsiteX27" fmla="*/ 235744 w 1247775"/>
                <a:gd name="connsiteY27" fmla="*/ 1081564 h 1704975"/>
                <a:gd name="connsiteX28" fmla="*/ 235744 w 1247775"/>
                <a:gd name="connsiteY28" fmla="*/ 929164 h 1704975"/>
                <a:gd name="connsiteX29" fmla="*/ 311944 w 1247775"/>
                <a:gd name="connsiteY29" fmla="*/ 929164 h 1704975"/>
                <a:gd name="connsiteX30" fmla="*/ 311944 w 1247775"/>
                <a:gd name="connsiteY30" fmla="*/ 936784 h 170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47775" h="1704975">
                  <a:moveTo>
                    <a:pt x="311944" y="936784"/>
                  </a:moveTo>
                  <a:cubicBezTo>
                    <a:pt x="357664" y="936784"/>
                    <a:pt x="388144" y="906304"/>
                    <a:pt x="388144" y="860584"/>
                  </a:cubicBezTo>
                  <a:cubicBezTo>
                    <a:pt x="388144" y="814864"/>
                    <a:pt x="357664" y="784384"/>
                    <a:pt x="311944" y="784384"/>
                  </a:cubicBezTo>
                  <a:lnTo>
                    <a:pt x="83344" y="784384"/>
                  </a:lnTo>
                  <a:cubicBezTo>
                    <a:pt x="37624" y="784384"/>
                    <a:pt x="7144" y="814864"/>
                    <a:pt x="7144" y="860584"/>
                  </a:cubicBezTo>
                  <a:lnTo>
                    <a:pt x="7144" y="1134904"/>
                  </a:lnTo>
                  <a:lnTo>
                    <a:pt x="571024" y="1698784"/>
                  </a:lnTo>
                  <a:lnTo>
                    <a:pt x="708184" y="1698784"/>
                  </a:lnTo>
                  <a:cubicBezTo>
                    <a:pt x="731044" y="1698784"/>
                    <a:pt x="746284" y="1691164"/>
                    <a:pt x="761524" y="1675924"/>
                  </a:cubicBezTo>
                  <a:lnTo>
                    <a:pt x="1218724" y="1218724"/>
                  </a:lnTo>
                  <a:cubicBezTo>
                    <a:pt x="1249204" y="1188244"/>
                    <a:pt x="1249204" y="1142524"/>
                    <a:pt x="1218724" y="1112044"/>
                  </a:cubicBezTo>
                  <a:lnTo>
                    <a:pt x="1150144" y="1043464"/>
                  </a:lnTo>
                  <a:lnTo>
                    <a:pt x="898684" y="1294924"/>
                  </a:lnTo>
                  <a:lnTo>
                    <a:pt x="792004" y="1188244"/>
                  </a:lnTo>
                  <a:lnTo>
                    <a:pt x="1043464" y="936784"/>
                  </a:lnTo>
                  <a:lnTo>
                    <a:pt x="921544" y="814864"/>
                  </a:lnTo>
                  <a:lnTo>
                    <a:pt x="746284" y="990124"/>
                  </a:lnTo>
                  <a:lnTo>
                    <a:pt x="639604" y="883444"/>
                  </a:lnTo>
                  <a:lnTo>
                    <a:pt x="814864" y="708184"/>
                  </a:lnTo>
                  <a:lnTo>
                    <a:pt x="662464" y="555784"/>
                  </a:lnTo>
                  <a:lnTo>
                    <a:pt x="1066324" y="151924"/>
                  </a:lnTo>
                  <a:cubicBezTo>
                    <a:pt x="1096804" y="121444"/>
                    <a:pt x="1096804" y="75724"/>
                    <a:pt x="1066324" y="45244"/>
                  </a:cubicBezTo>
                  <a:lnTo>
                    <a:pt x="1051084" y="30004"/>
                  </a:lnTo>
                  <a:cubicBezTo>
                    <a:pt x="1020604" y="-476"/>
                    <a:pt x="974884" y="-476"/>
                    <a:pt x="944404" y="30004"/>
                  </a:cubicBezTo>
                  <a:lnTo>
                    <a:pt x="342424" y="631984"/>
                  </a:lnTo>
                  <a:cubicBezTo>
                    <a:pt x="464344" y="647224"/>
                    <a:pt x="555784" y="761524"/>
                    <a:pt x="540544" y="883444"/>
                  </a:cubicBezTo>
                  <a:cubicBezTo>
                    <a:pt x="525304" y="997744"/>
                    <a:pt x="426244" y="1081564"/>
                    <a:pt x="311944" y="1081564"/>
                  </a:cubicBezTo>
                  <a:lnTo>
                    <a:pt x="235744" y="1081564"/>
                  </a:lnTo>
                  <a:lnTo>
                    <a:pt x="235744" y="929164"/>
                  </a:lnTo>
                  <a:lnTo>
                    <a:pt x="311944" y="929164"/>
                  </a:lnTo>
                  <a:lnTo>
                    <a:pt x="311944" y="93678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8DA8FA77-8140-4E69-BECA-A85F32F9AE6E}"/>
                </a:ext>
              </a:extLst>
            </p:cNvPr>
            <p:cNvSpPr/>
            <p:nvPr/>
          </p:nvSpPr>
          <p:spPr>
            <a:xfrm>
              <a:off x="6546056" y="2606516"/>
              <a:ext cx="676275" cy="676275"/>
            </a:xfrm>
            <a:custGeom>
              <a:avLst/>
              <a:gdLst>
                <a:gd name="connsiteX0" fmla="*/ 471964 w 676275"/>
                <a:gd name="connsiteY0" fmla="*/ 7144 h 676275"/>
                <a:gd name="connsiteX1" fmla="*/ 7144 w 676275"/>
                <a:gd name="connsiteY1" fmla="*/ 471964 h 676275"/>
                <a:gd name="connsiteX2" fmla="*/ 7144 w 676275"/>
                <a:gd name="connsiteY2" fmla="*/ 670084 h 676275"/>
                <a:gd name="connsiteX3" fmla="*/ 205264 w 676275"/>
                <a:gd name="connsiteY3" fmla="*/ 670084 h 676275"/>
                <a:gd name="connsiteX4" fmla="*/ 670084 w 676275"/>
                <a:gd name="connsiteY4" fmla="*/ 205264 h 676275"/>
                <a:gd name="connsiteX5" fmla="*/ 471964 w 676275"/>
                <a:gd name="connsiteY5" fmla="*/ 7144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6275" h="676275">
                  <a:moveTo>
                    <a:pt x="471964" y="7144"/>
                  </a:moveTo>
                  <a:lnTo>
                    <a:pt x="7144" y="471964"/>
                  </a:lnTo>
                  <a:lnTo>
                    <a:pt x="7144" y="670084"/>
                  </a:lnTo>
                  <a:lnTo>
                    <a:pt x="205264" y="670084"/>
                  </a:lnTo>
                  <a:lnTo>
                    <a:pt x="670084" y="205264"/>
                  </a:lnTo>
                  <a:cubicBezTo>
                    <a:pt x="609124" y="129064"/>
                    <a:pt x="548164" y="68104"/>
                    <a:pt x="47196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CB47016D-B025-4E5E-9F4E-82F73121AE6A}"/>
                </a:ext>
              </a:extLst>
            </p:cNvPr>
            <p:cNvSpPr/>
            <p:nvPr/>
          </p:nvSpPr>
          <p:spPr>
            <a:xfrm>
              <a:off x="4595336" y="1928336"/>
              <a:ext cx="361950" cy="361950"/>
            </a:xfrm>
            <a:custGeom>
              <a:avLst/>
              <a:gdLst>
                <a:gd name="connsiteX0" fmla="*/ 357664 w 361950"/>
                <a:gd name="connsiteY0" fmla="*/ 7144 h 361950"/>
                <a:gd name="connsiteX1" fmla="*/ 7144 w 361950"/>
                <a:gd name="connsiteY1" fmla="*/ 357664 h 361950"/>
                <a:gd name="connsiteX2" fmla="*/ 357664 w 361950"/>
                <a:gd name="connsiteY2" fmla="*/ 357664 h 361950"/>
                <a:gd name="connsiteX3" fmla="*/ 357664 w 361950"/>
                <a:gd name="connsiteY3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61950">
                  <a:moveTo>
                    <a:pt x="357664" y="7144"/>
                  </a:moveTo>
                  <a:lnTo>
                    <a:pt x="7144" y="357664"/>
                  </a:lnTo>
                  <a:lnTo>
                    <a:pt x="357664" y="357664"/>
                  </a:lnTo>
                  <a:lnTo>
                    <a:pt x="35766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CEB5BA53-33CA-404C-9520-2766049CB1EB}"/>
                </a:ext>
              </a:extLst>
            </p:cNvPr>
            <p:cNvSpPr/>
            <p:nvPr/>
          </p:nvSpPr>
          <p:spPr>
            <a:xfrm>
              <a:off x="6546056" y="2431256"/>
              <a:ext cx="333375" cy="428625"/>
            </a:xfrm>
            <a:custGeom>
              <a:avLst/>
              <a:gdLst>
                <a:gd name="connsiteX0" fmla="*/ 7144 w 333375"/>
                <a:gd name="connsiteY0" fmla="*/ 7144 h 428625"/>
                <a:gd name="connsiteX1" fmla="*/ 7144 w 333375"/>
                <a:gd name="connsiteY1" fmla="*/ 426244 h 428625"/>
                <a:gd name="connsiteX2" fmla="*/ 334804 w 333375"/>
                <a:gd name="connsiteY2" fmla="*/ 98584 h 428625"/>
                <a:gd name="connsiteX3" fmla="*/ 7144 w 333375"/>
                <a:gd name="connsiteY3" fmla="*/ 7144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428625">
                  <a:moveTo>
                    <a:pt x="7144" y="7144"/>
                  </a:moveTo>
                  <a:lnTo>
                    <a:pt x="7144" y="426244"/>
                  </a:lnTo>
                  <a:lnTo>
                    <a:pt x="334804" y="98584"/>
                  </a:lnTo>
                  <a:cubicBezTo>
                    <a:pt x="235744" y="52864"/>
                    <a:pt x="121444" y="22384"/>
                    <a:pt x="71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CDD7C017-F4F6-428D-824D-AFD32F53AB9A}"/>
                </a:ext>
              </a:extLst>
            </p:cNvPr>
            <p:cNvSpPr/>
            <p:nvPr/>
          </p:nvSpPr>
          <p:spPr>
            <a:xfrm>
              <a:off x="6774656" y="1593056"/>
              <a:ext cx="161925" cy="390525"/>
            </a:xfrm>
            <a:custGeom>
              <a:avLst/>
              <a:gdLst>
                <a:gd name="connsiteX0" fmla="*/ 159544 w 161925"/>
                <a:gd name="connsiteY0" fmla="*/ 311944 h 390525"/>
                <a:gd name="connsiteX1" fmla="*/ 159544 w 161925"/>
                <a:gd name="connsiteY1" fmla="*/ 83344 h 390525"/>
                <a:gd name="connsiteX2" fmla="*/ 83344 w 161925"/>
                <a:gd name="connsiteY2" fmla="*/ 7144 h 390525"/>
                <a:gd name="connsiteX3" fmla="*/ 7144 w 161925"/>
                <a:gd name="connsiteY3" fmla="*/ 7144 h 390525"/>
                <a:gd name="connsiteX4" fmla="*/ 7144 w 161925"/>
                <a:gd name="connsiteY4" fmla="*/ 388144 h 390525"/>
                <a:gd name="connsiteX5" fmla="*/ 83344 w 161925"/>
                <a:gd name="connsiteY5" fmla="*/ 388144 h 390525"/>
                <a:gd name="connsiteX6" fmla="*/ 159544 w 161925"/>
                <a:gd name="connsiteY6" fmla="*/ 3119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5" h="390525">
                  <a:moveTo>
                    <a:pt x="159544" y="311944"/>
                  </a:moveTo>
                  <a:lnTo>
                    <a:pt x="159544" y="83344"/>
                  </a:lnTo>
                  <a:cubicBezTo>
                    <a:pt x="159544" y="37624"/>
                    <a:pt x="129064" y="7144"/>
                    <a:pt x="83344" y="7144"/>
                  </a:cubicBezTo>
                  <a:lnTo>
                    <a:pt x="7144" y="7144"/>
                  </a:lnTo>
                  <a:lnTo>
                    <a:pt x="7144" y="388144"/>
                  </a:lnTo>
                  <a:lnTo>
                    <a:pt x="83344" y="388144"/>
                  </a:lnTo>
                  <a:cubicBezTo>
                    <a:pt x="129064" y="388144"/>
                    <a:pt x="159544" y="357664"/>
                    <a:pt x="159544" y="3119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746CD0DF-5DD8-4EE9-A805-CB14DE7AA987}"/>
                </a:ext>
              </a:extLst>
            </p:cNvPr>
            <p:cNvSpPr/>
            <p:nvPr/>
          </p:nvSpPr>
          <p:spPr>
            <a:xfrm>
              <a:off x="6165056" y="1593056"/>
              <a:ext cx="161925" cy="390525"/>
            </a:xfrm>
            <a:custGeom>
              <a:avLst/>
              <a:gdLst>
                <a:gd name="connsiteX0" fmla="*/ 7144 w 161925"/>
                <a:gd name="connsiteY0" fmla="*/ 7144 h 390525"/>
                <a:gd name="connsiteX1" fmla="*/ 159544 w 161925"/>
                <a:gd name="connsiteY1" fmla="*/ 7144 h 390525"/>
                <a:gd name="connsiteX2" fmla="*/ 159544 w 161925"/>
                <a:gd name="connsiteY2" fmla="*/ 388144 h 390525"/>
                <a:gd name="connsiteX3" fmla="*/ 7144 w 161925"/>
                <a:gd name="connsiteY3" fmla="*/ 388144 h 390525"/>
                <a:gd name="connsiteX4" fmla="*/ 7144 w 161925"/>
                <a:gd name="connsiteY4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3905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388144"/>
                  </a:lnTo>
                  <a:lnTo>
                    <a:pt x="7144" y="388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0550A522-977B-4BA6-943C-6CA8E878733A}"/>
                </a:ext>
              </a:extLst>
            </p:cNvPr>
            <p:cNvSpPr/>
            <p:nvPr/>
          </p:nvSpPr>
          <p:spPr>
            <a:xfrm>
              <a:off x="5860256" y="1593056"/>
              <a:ext cx="161925" cy="390525"/>
            </a:xfrm>
            <a:custGeom>
              <a:avLst/>
              <a:gdLst>
                <a:gd name="connsiteX0" fmla="*/ 7144 w 161925"/>
                <a:gd name="connsiteY0" fmla="*/ 7144 h 390525"/>
                <a:gd name="connsiteX1" fmla="*/ 159544 w 161925"/>
                <a:gd name="connsiteY1" fmla="*/ 7144 h 390525"/>
                <a:gd name="connsiteX2" fmla="*/ 159544 w 161925"/>
                <a:gd name="connsiteY2" fmla="*/ 388144 h 390525"/>
                <a:gd name="connsiteX3" fmla="*/ 7144 w 161925"/>
                <a:gd name="connsiteY3" fmla="*/ 388144 h 390525"/>
                <a:gd name="connsiteX4" fmla="*/ 7144 w 161925"/>
                <a:gd name="connsiteY4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3905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388144"/>
                  </a:lnTo>
                  <a:lnTo>
                    <a:pt x="7144" y="388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F0A3D5E2-A892-4B7A-A349-3580D08B3685}"/>
                </a:ext>
              </a:extLst>
            </p:cNvPr>
            <p:cNvSpPr/>
            <p:nvPr/>
          </p:nvSpPr>
          <p:spPr>
            <a:xfrm>
              <a:off x="5555456" y="1440656"/>
              <a:ext cx="161925" cy="542925"/>
            </a:xfrm>
            <a:custGeom>
              <a:avLst/>
              <a:gdLst>
                <a:gd name="connsiteX0" fmla="*/ 83344 w 161925"/>
                <a:gd name="connsiteY0" fmla="*/ 540544 h 542925"/>
                <a:gd name="connsiteX1" fmla="*/ 159544 w 161925"/>
                <a:gd name="connsiteY1" fmla="*/ 540544 h 542925"/>
                <a:gd name="connsiteX2" fmla="*/ 159544 w 161925"/>
                <a:gd name="connsiteY2" fmla="*/ 83344 h 542925"/>
                <a:gd name="connsiteX3" fmla="*/ 83344 w 161925"/>
                <a:gd name="connsiteY3" fmla="*/ 7144 h 542925"/>
                <a:gd name="connsiteX4" fmla="*/ 7144 w 161925"/>
                <a:gd name="connsiteY4" fmla="*/ 83344 h 542925"/>
                <a:gd name="connsiteX5" fmla="*/ 7144 w 161925"/>
                <a:gd name="connsiteY5" fmla="*/ 464344 h 542925"/>
                <a:gd name="connsiteX6" fmla="*/ 83344 w 161925"/>
                <a:gd name="connsiteY6" fmla="*/ 540544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5" h="542925">
                  <a:moveTo>
                    <a:pt x="83344" y="540544"/>
                  </a:moveTo>
                  <a:lnTo>
                    <a:pt x="159544" y="540544"/>
                  </a:lnTo>
                  <a:lnTo>
                    <a:pt x="159544" y="83344"/>
                  </a:lnTo>
                  <a:cubicBezTo>
                    <a:pt x="159544" y="37624"/>
                    <a:pt x="129064" y="7144"/>
                    <a:pt x="83344" y="7144"/>
                  </a:cubicBezTo>
                  <a:cubicBezTo>
                    <a:pt x="37624" y="7144"/>
                    <a:pt x="7144" y="37624"/>
                    <a:pt x="7144" y="83344"/>
                  </a:cubicBezTo>
                  <a:lnTo>
                    <a:pt x="7144" y="464344"/>
                  </a:lnTo>
                  <a:cubicBezTo>
                    <a:pt x="7144" y="510064"/>
                    <a:pt x="37624" y="540544"/>
                    <a:pt x="83344" y="5405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D6E8C5BC-0D70-4CFC-BFFE-2DEB8F4D73A5}"/>
                </a:ext>
              </a:extLst>
            </p:cNvPr>
            <p:cNvSpPr/>
            <p:nvPr/>
          </p:nvSpPr>
          <p:spPr>
            <a:xfrm>
              <a:off x="6469856" y="1593056"/>
              <a:ext cx="161925" cy="390525"/>
            </a:xfrm>
            <a:custGeom>
              <a:avLst/>
              <a:gdLst>
                <a:gd name="connsiteX0" fmla="*/ 7144 w 161925"/>
                <a:gd name="connsiteY0" fmla="*/ 7144 h 390525"/>
                <a:gd name="connsiteX1" fmla="*/ 159544 w 161925"/>
                <a:gd name="connsiteY1" fmla="*/ 7144 h 390525"/>
                <a:gd name="connsiteX2" fmla="*/ 159544 w 161925"/>
                <a:gd name="connsiteY2" fmla="*/ 388144 h 390525"/>
                <a:gd name="connsiteX3" fmla="*/ 7144 w 161925"/>
                <a:gd name="connsiteY3" fmla="*/ 388144 h 390525"/>
                <a:gd name="connsiteX4" fmla="*/ 7144 w 161925"/>
                <a:gd name="connsiteY4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3905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388144"/>
                  </a:lnTo>
                  <a:lnTo>
                    <a:pt x="7144" y="388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0E52D216-91FC-47BD-B12B-B4FC68C39CC8}"/>
                </a:ext>
              </a:extLst>
            </p:cNvPr>
            <p:cNvSpPr/>
            <p:nvPr/>
          </p:nvSpPr>
          <p:spPr>
            <a:xfrm>
              <a:off x="6957536" y="2941796"/>
              <a:ext cx="438150" cy="333375"/>
            </a:xfrm>
            <a:custGeom>
              <a:avLst/>
              <a:gdLst>
                <a:gd name="connsiteX0" fmla="*/ 7144 w 438150"/>
                <a:gd name="connsiteY0" fmla="*/ 334804 h 333375"/>
                <a:gd name="connsiteX1" fmla="*/ 433864 w 438150"/>
                <a:gd name="connsiteY1" fmla="*/ 334804 h 333375"/>
                <a:gd name="connsiteX2" fmla="*/ 342424 w 438150"/>
                <a:gd name="connsiteY2" fmla="*/ 7144 h 333375"/>
                <a:gd name="connsiteX3" fmla="*/ 7144 w 438150"/>
                <a:gd name="connsiteY3" fmla="*/ 334804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8150" h="333375">
                  <a:moveTo>
                    <a:pt x="7144" y="334804"/>
                  </a:moveTo>
                  <a:lnTo>
                    <a:pt x="433864" y="334804"/>
                  </a:lnTo>
                  <a:cubicBezTo>
                    <a:pt x="426244" y="220504"/>
                    <a:pt x="395764" y="106204"/>
                    <a:pt x="342424" y="7144"/>
                  </a:cubicBezTo>
                  <a:lnTo>
                    <a:pt x="7144" y="3348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19779239-B4B0-42F0-9575-B7ABF090E7A6}"/>
                </a:ext>
              </a:extLst>
            </p:cNvPr>
            <p:cNvSpPr/>
            <p:nvPr/>
          </p:nvSpPr>
          <p:spPr>
            <a:xfrm>
              <a:off x="4488656" y="1821656"/>
              <a:ext cx="3514725" cy="3895725"/>
            </a:xfrm>
            <a:custGeom>
              <a:avLst/>
              <a:gdLst>
                <a:gd name="connsiteX0" fmla="*/ 2597944 w 3514725"/>
                <a:gd name="connsiteY0" fmla="*/ 7144 h 3895725"/>
                <a:gd name="connsiteX1" fmla="*/ 2597944 w 3514725"/>
                <a:gd name="connsiteY1" fmla="*/ 83344 h 3895725"/>
                <a:gd name="connsiteX2" fmla="*/ 2369344 w 3514725"/>
                <a:gd name="connsiteY2" fmla="*/ 311944 h 3895725"/>
                <a:gd name="connsiteX3" fmla="*/ 1150144 w 3514725"/>
                <a:gd name="connsiteY3" fmla="*/ 311944 h 3895725"/>
                <a:gd name="connsiteX4" fmla="*/ 921544 w 3514725"/>
                <a:gd name="connsiteY4" fmla="*/ 83344 h 3895725"/>
                <a:gd name="connsiteX5" fmla="*/ 921544 w 3514725"/>
                <a:gd name="connsiteY5" fmla="*/ 7144 h 3895725"/>
                <a:gd name="connsiteX6" fmla="*/ 616744 w 3514725"/>
                <a:gd name="connsiteY6" fmla="*/ 7144 h 3895725"/>
                <a:gd name="connsiteX7" fmla="*/ 616744 w 3514725"/>
                <a:gd name="connsiteY7" fmla="*/ 616744 h 3895725"/>
                <a:gd name="connsiteX8" fmla="*/ 7144 w 3514725"/>
                <a:gd name="connsiteY8" fmla="*/ 616744 h 3895725"/>
                <a:gd name="connsiteX9" fmla="*/ 7144 w 3514725"/>
                <a:gd name="connsiteY9" fmla="*/ 2643664 h 3895725"/>
                <a:gd name="connsiteX10" fmla="*/ 235744 w 3514725"/>
                <a:gd name="connsiteY10" fmla="*/ 2415064 h 3895725"/>
                <a:gd name="connsiteX11" fmla="*/ 235744 w 3514725"/>
                <a:gd name="connsiteY11" fmla="*/ 2140744 h 3895725"/>
                <a:gd name="connsiteX12" fmla="*/ 464344 w 3514725"/>
                <a:gd name="connsiteY12" fmla="*/ 1912144 h 3895725"/>
                <a:gd name="connsiteX13" fmla="*/ 510064 w 3514725"/>
                <a:gd name="connsiteY13" fmla="*/ 1912144 h 3895725"/>
                <a:gd name="connsiteX14" fmla="*/ 1218724 w 3514725"/>
                <a:gd name="connsiteY14" fmla="*/ 1203484 h 3895725"/>
                <a:gd name="connsiteX15" fmla="*/ 1538764 w 3514725"/>
                <a:gd name="connsiteY15" fmla="*/ 1203484 h 3895725"/>
                <a:gd name="connsiteX16" fmla="*/ 1554004 w 3514725"/>
                <a:gd name="connsiteY16" fmla="*/ 1218724 h 3895725"/>
                <a:gd name="connsiteX17" fmla="*/ 1554004 w 3514725"/>
                <a:gd name="connsiteY17" fmla="*/ 1538764 h 3895725"/>
                <a:gd name="connsiteX18" fmla="*/ 1256824 w 3514725"/>
                <a:gd name="connsiteY18" fmla="*/ 1835944 h 3895725"/>
                <a:gd name="connsiteX19" fmla="*/ 1706404 w 3514725"/>
                <a:gd name="connsiteY19" fmla="*/ 2285524 h 3895725"/>
                <a:gd name="connsiteX20" fmla="*/ 1706404 w 3514725"/>
                <a:gd name="connsiteY20" fmla="*/ 2605564 h 3895725"/>
                <a:gd name="connsiteX21" fmla="*/ 1249204 w 3514725"/>
                <a:gd name="connsiteY21" fmla="*/ 3062764 h 3895725"/>
                <a:gd name="connsiteX22" fmla="*/ 1089184 w 3514725"/>
                <a:gd name="connsiteY22" fmla="*/ 3131344 h 3895725"/>
                <a:gd name="connsiteX23" fmla="*/ 952024 w 3514725"/>
                <a:gd name="connsiteY23" fmla="*/ 3131344 h 3895725"/>
                <a:gd name="connsiteX24" fmla="*/ 129064 w 3514725"/>
                <a:gd name="connsiteY24" fmla="*/ 3893344 h 3895725"/>
                <a:gd name="connsiteX25" fmla="*/ 3512344 w 3514725"/>
                <a:gd name="connsiteY25" fmla="*/ 3893344 h 3895725"/>
                <a:gd name="connsiteX26" fmla="*/ 3512344 w 3514725"/>
                <a:gd name="connsiteY26" fmla="*/ 7144 h 3895725"/>
                <a:gd name="connsiteX27" fmla="*/ 2597944 w 3514725"/>
                <a:gd name="connsiteY27" fmla="*/ 7144 h 3895725"/>
                <a:gd name="connsiteX28" fmla="*/ 1759744 w 3514725"/>
                <a:gd name="connsiteY28" fmla="*/ 1073944 h 3895725"/>
                <a:gd name="connsiteX29" fmla="*/ 1607344 w 3514725"/>
                <a:gd name="connsiteY29" fmla="*/ 1073944 h 3895725"/>
                <a:gd name="connsiteX30" fmla="*/ 1607344 w 3514725"/>
                <a:gd name="connsiteY30" fmla="*/ 616744 h 3895725"/>
                <a:gd name="connsiteX31" fmla="*/ 616744 w 3514725"/>
                <a:gd name="connsiteY31" fmla="*/ 1607344 h 3895725"/>
                <a:gd name="connsiteX32" fmla="*/ 464344 w 3514725"/>
                <a:gd name="connsiteY32" fmla="*/ 1599724 h 3895725"/>
                <a:gd name="connsiteX33" fmla="*/ 1683544 w 3514725"/>
                <a:gd name="connsiteY33" fmla="*/ 464344 h 3895725"/>
                <a:gd name="connsiteX34" fmla="*/ 1759744 w 3514725"/>
                <a:gd name="connsiteY34" fmla="*/ 464344 h 3895725"/>
                <a:gd name="connsiteX35" fmla="*/ 1759744 w 3514725"/>
                <a:gd name="connsiteY35" fmla="*/ 1073944 h 3895725"/>
                <a:gd name="connsiteX36" fmla="*/ 1912144 w 3514725"/>
                <a:gd name="connsiteY36" fmla="*/ 464344 h 3895725"/>
                <a:gd name="connsiteX37" fmla="*/ 1988344 w 3514725"/>
                <a:gd name="connsiteY37" fmla="*/ 464344 h 3895725"/>
                <a:gd name="connsiteX38" fmla="*/ 3055144 w 3514725"/>
                <a:gd name="connsiteY38" fmla="*/ 1531144 h 3895725"/>
                <a:gd name="connsiteX39" fmla="*/ 3055144 w 3514725"/>
                <a:gd name="connsiteY39" fmla="*/ 1607344 h 3895725"/>
                <a:gd name="connsiteX40" fmla="*/ 1912144 w 3514725"/>
                <a:gd name="connsiteY40" fmla="*/ 1607344 h 3895725"/>
                <a:gd name="connsiteX41" fmla="*/ 1912144 w 3514725"/>
                <a:gd name="connsiteY41" fmla="*/ 464344 h 3895725"/>
                <a:gd name="connsiteX42" fmla="*/ 1912144 w 3514725"/>
                <a:gd name="connsiteY42" fmla="*/ 1759744 h 3895725"/>
                <a:gd name="connsiteX43" fmla="*/ 3131344 w 3514725"/>
                <a:gd name="connsiteY43" fmla="*/ 1759744 h 3895725"/>
                <a:gd name="connsiteX44" fmla="*/ 3131344 w 3514725"/>
                <a:gd name="connsiteY44" fmla="*/ 1912144 h 3895725"/>
                <a:gd name="connsiteX45" fmla="*/ 1988344 w 3514725"/>
                <a:gd name="connsiteY45" fmla="*/ 3055144 h 3895725"/>
                <a:gd name="connsiteX46" fmla="*/ 1912144 w 3514725"/>
                <a:gd name="connsiteY46" fmla="*/ 3055144 h 3895725"/>
                <a:gd name="connsiteX47" fmla="*/ 1912144 w 3514725"/>
                <a:gd name="connsiteY47" fmla="*/ 1759744 h 3895725"/>
                <a:gd name="connsiteX48" fmla="*/ 3207544 w 3514725"/>
                <a:gd name="connsiteY48" fmla="*/ 3740944 h 3895725"/>
                <a:gd name="connsiteX49" fmla="*/ 997744 w 3514725"/>
                <a:gd name="connsiteY49" fmla="*/ 3740944 h 3895725"/>
                <a:gd name="connsiteX50" fmla="*/ 997744 w 3514725"/>
                <a:gd name="connsiteY50" fmla="*/ 3588544 h 3895725"/>
                <a:gd name="connsiteX51" fmla="*/ 3207544 w 3514725"/>
                <a:gd name="connsiteY51" fmla="*/ 3588544 h 3895725"/>
                <a:gd name="connsiteX52" fmla="*/ 3207544 w 3514725"/>
                <a:gd name="connsiteY52" fmla="*/ 3740944 h 3895725"/>
                <a:gd name="connsiteX53" fmla="*/ 3207544 w 3514725"/>
                <a:gd name="connsiteY53" fmla="*/ 3436144 h 3895725"/>
                <a:gd name="connsiteX54" fmla="*/ 997744 w 3514725"/>
                <a:gd name="connsiteY54" fmla="*/ 3436144 h 3895725"/>
                <a:gd name="connsiteX55" fmla="*/ 997744 w 3514725"/>
                <a:gd name="connsiteY55" fmla="*/ 3283744 h 3895725"/>
                <a:gd name="connsiteX56" fmla="*/ 3207544 w 3514725"/>
                <a:gd name="connsiteY56" fmla="*/ 3283744 h 3895725"/>
                <a:gd name="connsiteX57" fmla="*/ 3207544 w 3514725"/>
                <a:gd name="connsiteY57" fmla="*/ 3436144 h 389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3514725" h="3895725">
                  <a:moveTo>
                    <a:pt x="2597944" y="7144"/>
                  </a:moveTo>
                  <a:lnTo>
                    <a:pt x="2597944" y="83344"/>
                  </a:lnTo>
                  <a:cubicBezTo>
                    <a:pt x="2597944" y="212884"/>
                    <a:pt x="2498884" y="311944"/>
                    <a:pt x="2369344" y="311944"/>
                  </a:cubicBezTo>
                  <a:lnTo>
                    <a:pt x="1150144" y="311944"/>
                  </a:lnTo>
                  <a:cubicBezTo>
                    <a:pt x="1020604" y="311944"/>
                    <a:pt x="921544" y="212884"/>
                    <a:pt x="921544" y="83344"/>
                  </a:cubicBezTo>
                  <a:lnTo>
                    <a:pt x="921544" y="7144"/>
                  </a:lnTo>
                  <a:lnTo>
                    <a:pt x="616744" y="7144"/>
                  </a:lnTo>
                  <a:lnTo>
                    <a:pt x="616744" y="616744"/>
                  </a:lnTo>
                  <a:lnTo>
                    <a:pt x="7144" y="616744"/>
                  </a:lnTo>
                  <a:lnTo>
                    <a:pt x="7144" y="2643664"/>
                  </a:lnTo>
                  <a:lnTo>
                    <a:pt x="235744" y="2415064"/>
                  </a:lnTo>
                  <a:lnTo>
                    <a:pt x="235744" y="2140744"/>
                  </a:lnTo>
                  <a:cubicBezTo>
                    <a:pt x="235744" y="2011204"/>
                    <a:pt x="334804" y="1912144"/>
                    <a:pt x="464344" y="1912144"/>
                  </a:cubicBezTo>
                  <a:lnTo>
                    <a:pt x="510064" y="1912144"/>
                  </a:lnTo>
                  <a:lnTo>
                    <a:pt x="1218724" y="1203484"/>
                  </a:lnTo>
                  <a:cubicBezTo>
                    <a:pt x="1310164" y="1112044"/>
                    <a:pt x="1454944" y="1112044"/>
                    <a:pt x="1538764" y="1203484"/>
                  </a:cubicBezTo>
                  <a:lnTo>
                    <a:pt x="1554004" y="1218724"/>
                  </a:lnTo>
                  <a:cubicBezTo>
                    <a:pt x="1645444" y="1310164"/>
                    <a:pt x="1645444" y="1454944"/>
                    <a:pt x="1554004" y="1538764"/>
                  </a:cubicBezTo>
                  <a:lnTo>
                    <a:pt x="1256824" y="1835944"/>
                  </a:lnTo>
                  <a:lnTo>
                    <a:pt x="1706404" y="2285524"/>
                  </a:lnTo>
                  <a:cubicBezTo>
                    <a:pt x="1797844" y="2376964"/>
                    <a:pt x="1797844" y="2521744"/>
                    <a:pt x="1706404" y="2605564"/>
                  </a:cubicBezTo>
                  <a:lnTo>
                    <a:pt x="1249204" y="3062764"/>
                  </a:lnTo>
                  <a:cubicBezTo>
                    <a:pt x="1203484" y="3108484"/>
                    <a:pt x="1150144" y="3131344"/>
                    <a:pt x="1089184" y="3131344"/>
                  </a:cubicBezTo>
                  <a:lnTo>
                    <a:pt x="952024" y="3131344"/>
                  </a:lnTo>
                  <a:lnTo>
                    <a:pt x="129064" y="3893344"/>
                  </a:lnTo>
                  <a:lnTo>
                    <a:pt x="3512344" y="3893344"/>
                  </a:lnTo>
                  <a:lnTo>
                    <a:pt x="3512344" y="7144"/>
                  </a:lnTo>
                  <a:lnTo>
                    <a:pt x="2597944" y="7144"/>
                  </a:lnTo>
                  <a:close/>
                  <a:moveTo>
                    <a:pt x="1759744" y="1073944"/>
                  </a:moveTo>
                  <a:lnTo>
                    <a:pt x="1607344" y="1073944"/>
                  </a:lnTo>
                  <a:lnTo>
                    <a:pt x="1607344" y="616744"/>
                  </a:lnTo>
                  <a:cubicBezTo>
                    <a:pt x="1073944" y="654844"/>
                    <a:pt x="654844" y="1081564"/>
                    <a:pt x="616744" y="1607344"/>
                  </a:cubicBezTo>
                  <a:lnTo>
                    <a:pt x="464344" y="1599724"/>
                  </a:lnTo>
                  <a:cubicBezTo>
                    <a:pt x="510064" y="959644"/>
                    <a:pt x="1043464" y="464344"/>
                    <a:pt x="1683544" y="464344"/>
                  </a:cubicBezTo>
                  <a:lnTo>
                    <a:pt x="1759744" y="464344"/>
                  </a:lnTo>
                  <a:lnTo>
                    <a:pt x="1759744" y="1073944"/>
                  </a:lnTo>
                  <a:close/>
                  <a:moveTo>
                    <a:pt x="1912144" y="464344"/>
                  </a:moveTo>
                  <a:lnTo>
                    <a:pt x="1988344" y="464344"/>
                  </a:lnTo>
                  <a:cubicBezTo>
                    <a:pt x="2575084" y="464344"/>
                    <a:pt x="3055144" y="944404"/>
                    <a:pt x="3055144" y="1531144"/>
                  </a:cubicBezTo>
                  <a:lnTo>
                    <a:pt x="3055144" y="1607344"/>
                  </a:lnTo>
                  <a:lnTo>
                    <a:pt x="1912144" y="1607344"/>
                  </a:lnTo>
                  <a:lnTo>
                    <a:pt x="1912144" y="464344"/>
                  </a:lnTo>
                  <a:close/>
                  <a:moveTo>
                    <a:pt x="1912144" y="1759744"/>
                  </a:moveTo>
                  <a:lnTo>
                    <a:pt x="3131344" y="1759744"/>
                  </a:lnTo>
                  <a:lnTo>
                    <a:pt x="3131344" y="1912144"/>
                  </a:lnTo>
                  <a:cubicBezTo>
                    <a:pt x="3131344" y="2544604"/>
                    <a:pt x="2620804" y="3055144"/>
                    <a:pt x="1988344" y="3055144"/>
                  </a:cubicBezTo>
                  <a:lnTo>
                    <a:pt x="1912144" y="3055144"/>
                  </a:lnTo>
                  <a:lnTo>
                    <a:pt x="1912144" y="1759744"/>
                  </a:lnTo>
                  <a:close/>
                  <a:moveTo>
                    <a:pt x="3207544" y="3740944"/>
                  </a:moveTo>
                  <a:lnTo>
                    <a:pt x="997744" y="3740944"/>
                  </a:lnTo>
                  <a:lnTo>
                    <a:pt x="997744" y="3588544"/>
                  </a:lnTo>
                  <a:lnTo>
                    <a:pt x="3207544" y="3588544"/>
                  </a:lnTo>
                  <a:lnTo>
                    <a:pt x="3207544" y="3740944"/>
                  </a:lnTo>
                  <a:close/>
                  <a:moveTo>
                    <a:pt x="3207544" y="3436144"/>
                  </a:moveTo>
                  <a:lnTo>
                    <a:pt x="997744" y="3436144"/>
                  </a:lnTo>
                  <a:lnTo>
                    <a:pt x="997744" y="3283744"/>
                  </a:lnTo>
                  <a:lnTo>
                    <a:pt x="3207544" y="3283744"/>
                  </a:lnTo>
                  <a:lnTo>
                    <a:pt x="3207544" y="3436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E6DC5549-40C4-4398-BF3E-B624B14F864F}"/>
                </a:ext>
              </a:extLst>
            </p:cNvPr>
            <p:cNvSpPr/>
            <p:nvPr/>
          </p:nvSpPr>
          <p:spPr>
            <a:xfrm>
              <a:off x="6546056" y="3726656"/>
              <a:ext cx="923925" cy="1000125"/>
            </a:xfrm>
            <a:custGeom>
              <a:avLst/>
              <a:gdLst>
                <a:gd name="connsiteX0" fmla="*/ 921544 w 923925"/>
                <a:gd name="connsiteY0" fmla="*/ 7144 h 1000125"/>
                <a:gd name="connsiteX1" fmla="*/ 7144 w 923925"/>
                <a:gd name="connsiteY1" fmla="*/ 7144 h 1000125"/>
                <a:gd name="connsiteX2" fmla="*/ 7144 w 923925"/>
                <a:gd name="connsiteY2" fmla="*/ 997744 h 1000125"/>
                <a:gd name="connsiteX3" fmla="*/ 921544 w 923925"/>
                <a:gd name="connsiteY3" fmla="*/ 7144 h 1000125"/>
                <a:gd name="connsiteX4" fmla="*/ 311944 w 923925"/>
                <a:gd name="connsiteY4" fmla="*/ 616744 h 1000125"/>
                <a:gd name="connsiteX5" fmla="*/ 159544 w 923925"/>
                <a:gd name="connsiteY5" fmla="*/ 616744 h 1000125"/>
                <a:gd name="connsiteX6" fmla="*/ 159544 w 923925"/>
                <a:gd name="connsiteY6" fmla="*/ 464344 h 1000125"/>
                <a:gd name="connsiteX7" fmla="*/ 311944 w 923925"/>
                <a:gd name="connsiteY7" fmla="*/ 464344 h 1000125"/>
                <a:gd name="connsiteX8" fmla="*/ 311944 w 923925"/>
                <a:gd name="connsiteY8" fmla="*/ 616744 h 1000125"/>
                <a:gd name="connsiteX9" fmla="*/ 311944 w 923925"/>
                <a:gd name="connsiteY9" fmla="*/ 311944 h 1000125"/>
                <a:gd name="connsiteX10" fmla="*/ 159544 w 923925"/>
                <a:gd name="connsiteY10" fmla="*/ 311944 h 1000125"/>
                <a:gd name="connsiteX11" fmla="*/ 159544 w 923925"/>
                <a:gd name="connsiteY11" fmla="*/ 159544 h 1000125"/>
                <a:gd name="connsiteX12" fmla="*/ 311944 w 923925"/>
                <a:gd name="connsiteY12" fmla="*/ 159544 h 1000125"/>
                <a:gd name="connsiteX13" fmla="*/ 311944 w 923925"/>
                <a:gd name="connsiteY13" fmla="*/ 311944 h 1000125"/>
                <a:gd name="connsiteX14" fmla="*/ 616744 w 923925"/>
                <a:gd name="connsiteY14" fmla="*/ 311944 h 1000125"/>
                <a:gd name="connsiteX15" fmla="*/ 464344 w 923925"/>
                <a:gd name="connsiteY15" fmla="*/ 311944 h 1000125"/>
                <a:gd name="connsiteX16" fmla="*/ 464344 w 923925"/>
                <a:gd name="connsiteY16" fmla="*/ 159544 h 1000125"/>
                <a:gd name="connsiteX17" fmla="*/ 616744 w 923925"/>
                <a:gd name="connsiteY17" fmla="*/ 159544 h 1000125"/>
                <a:gd name="connsiteX18" fmla="*/ 616744 w 923925"/>
                <a:gd name="connsiteY18" fmla="*/ 311944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23925" h="1000125">
                  <a:moveTo>
                    <a:pt x="921544" y="7144"/>
                  </a:moveTo>
                  <a:lnTo>
                    <a:pt x="7144" y="7144"/>
                  </a:lnTo>
                  <a:lnTo>
                    <a:pt x="7144" y="997744"/>
                  </a:lnTo>
                  <a:cubicBezTo>
                    <a:pt x="525304" y="952024"/>
                    <a:pt x="921544" y="525304"/>
                    <a:pt x="921544" y="7144"/>
                  </a:cubicBezTo>
                  <a:close/>
                  <a:moveTo>
                    <a:pt x="311944" y="616744"/>
                  </a:moveTo>
                  <a:lnTo>
                    <a:pt x="159544" y="616744"/>
                  </a:lnTo>
                  <a:lnTo>
                    <a:pt x="159544" y="464344"/>
                  </a:lnTo>
                  <a:lnTo>
                    <a:pt x="311944" y="464344"/>
                  </a:lnTo>
                  <a:lnTo>
                    <a:pt x="311944" y="616744"/>
                  </a:lnTo>
                  <a:close/>
                  <a:moveTo>
                    <a:pt x="311944" y="311944"/>
                  </a:moveTo>
                  <a:lnTo>
                    <a:pt x="159544" y="311944"/>
                  </a:lnTo>
                  <a:lnTo>
                    <a:pt x="159544" y="159544"/>
                  </a:lnTo>
                  <a:lnTo>
                    <a:pt x="311944" y="159544"/>
                  </a:lnTo>
                  <a:lnTo>
                    <a:pt x="311944" y="311944"/>
                  </a:lnTo>
                  <a:close/>
                  <a:moveTo>
                    <a:pt x="616744" y="311944"/>
                  </a:moveTo>
                  <a:lnTo>
                    <a:pt x="464344" y="311944"/>
                  </a:lnTo>
                  <a:lnTo>
                    <a:pt x="464344" y="159544"/>
                  </a:lnTo>
                  <a:lnTo>
                    <a:pt x="616744" y="159544"/>
                  </a:lnTo>
                  <a:lnTo>
                    <a:pt x="616744" y="311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52" name="Graphic 52">
            <a:extLst>
              <a:ext uri="{FF2B5EF4-FFF2-40B4-BE49-F238E27FC236}">
                <a16:creationId xmlns:a16="http://schemas.microsoft.com/office/drawing/2014/main" id="{1A666031-E1CC-4D88-9E67-A1E68DC77637}"/>
              </a:ext>
            </a:extLst>
          </p:cNvPr>
          <p:cNvGrpSpPr>
            <a:grpSpLocks noChangeAspect="1"/>
          </p:cNvGrpSpPr>
          <p:nvPr/>
        </p:nvGrpSpPr>
        <p:grpSpPr>
          <a:xfrm>
            <a:off x="10960853" y="4113443"/>
            <a:ext cx="522304" cy="502920"/>
            <a:chOff x="3938588" y="1357313"/>
            <a:chExt cx="4619625" cy="44481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CA6D894E-69FE-4167-BBC0-CC249674BE0D}"/>
                </a:ext>
              </a:extLst>
            </p:cNvPr>
            <p:cNvSpPr/>
            <p:nvPr/>
          </p:nvSpPr>
          <p:spPr>
            <a:xfrm>
              <a:off x="4844892" y="5337334"/>
              <a:ext cx="2752725" cy="466725"/>
            </a:xfrm>
            <a:custGeom>
              <a:avLst/>
              <a:gdLst>
                <a:gd name="connsiteX0" fmla="*/ 7144 w 2752725"/>
                <a:gd name="connsiteY0" fmla="*/ 388144 h 466725"/>
                <a:gd name="connsiteX1" fmla="*/ 83344 w 2752725"/>
                <a:gd name="connsiteY1" fmla="*/ 464344 h 466725"/>
                <a:gd name="connsiteX2" fmla="*/ 2671286 w 2752725"/>
                <a:gd name="connsiteY2" fmla="*/ 464344 h 466725"/>
                <a:gd name="connsiteX3" fmla="*/ 2747486 w 2752725"/>
                <a:gd name="connsiteY3" fmla="*/ 388144 h 466725"/>
                <a:gd name="connsiteX4" fmla="*/ 2747486 w 2752725"/>
                <a:gd name="connsiteY4" fmla="*/ 7144 h 466725"/>
                <a:gd name="connsiteX5" fmla="*/ 7144 w 2752725"/>
                <a:gd name="connsiteY5" fmla="*/ 7144 h 466725"/>
                <a:gd name="connsiteX6" fmla="*/ 7144 w 2752725"/>
                <a:gd name="connsiteY6" fmla="*/ 388144 h 466725"/>
                <a:gd name="connsiteX7" fmla="*/ 1224439 w 2752725"/>
                <a:gd name="connsiteY7" fmla="*/ 160496 h 466725"/>
                <a:gd name="connsiteX8" fmla="*/ 1529239 w 2752725"/>
                <a:gd name="connsiteY8" fmla="*/ 160496 h 466725"/>
                <a:gd name="connsiteX9" fmla="*/ 1529239 w 2752725"/>
                <a:gd name="connsiteY9" fmla="*/ 312896 h 466725"/>
                <a:gd name="connsiteX10" fmla="*/ 1224439 w 2752725"/>
                <a:gd name="connsiteY10" fmla="*/ 312896 h 466725"/>
                <a:gd name="connsiteX11" fmla="*/ 1224439 w 2752725"/>
                <a:gd name="connsiteY11" fmla="*/ 160496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52725" h="466725">
                  <a:moveTo>
                    <a:pt x="7144" y="388144"/>
                  </a:moveTo>
                  <a:cubicBezTo>
                    <a:pt x="7144" y="433864"/>
                    <a:pt x="37624" y="464344"/>
                    <a:pt x="83344" y="464344"/>
                  </a:cubicBezTo>
                  <a:lnTo>
                    <a:pt x="2671286" y="464344"/>
                  </a:lnTo>
                  <a:cubicBezTo>
                    <a:pt x="2717006" y="464344"/>
                    <a:pt x="2747486" y="433864"/>
                    <a:pt x="2747486" y="388144"/>
                  </a:cubicBezTo>
                  <a:lnTo>
                    <a:pt x="2747486" y="7144"/>
                  </a:lnTo>
                  <a:lnTo>
                    <a:pt x="7144" y="7144"/>
                  </a:lnTo>
                  <a:lnTo>
                    <a:pt x="7144" y="388144"/>
                  </a:lnTo>
                  <a:close/>
                  <a:moveTo>
                    <a:pt x="1224439" y="160496"/>
                  </a:moveTo>
                  <a:lnTo>
                    <a:pt x="1529239" y="160496"/>
                  </a:lnTo>
                  <a:lnTo>
                    <a:pt x="1529239" y="312896"/>
                  </a:lnTo>
                  <a:lnTo>
                    <a:pt x="1224439" y="312896"/>
                  </a:lnTo>
                  <a:lnTo>
                    <a:pt x="1224439" y="16049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C4768E92-485B-48CB-B0B3-BFBFFAF38269}"/>
                </a:ext>
              </a:extLst>
            </p:cNvPr>
            <p:cNvSpPr/>
            <p:nvPr/>
          </p:nvSpPr>
          <p:spPr>
            <a:xfrm>
              <a:off x="4844892" y="2141697"/>
              <a:ext cx="2752725" cy="2295525"/>
            </a:xfrm>
            <a:custGeom>
              <a:avLst/>
              <a:gdLst>
                <a:gd name="connsiteX0" fmla="*/ 7144 w 2752725"/>
                <a:gd name="connsiteY0" fmla="*/ 2290286 h 2295525"/>
                <a:gd name="connsiteX1" fmla="*/ 311944 w 2752725"/>
                <a:gd name="connsiteY1" fmla="*/ 2290286 h 2295525"/>
                <a:gd name="connsiteX2" fmla="*/ 2747486 w 2752725"/>
                <a:gd name="connsiteY2" fmla="*/ 1019651 h 2295525"/>
                <a:gd name="connsiteX3" fmla="*/ 2747486 w 2752725"/>
                <a:gd name="connsiteY3" fmla="*/ 7144 h 2295525"/>
                <a:gd name="connsiteX4" fmla="*/ 7144 w 2752725"/>
                <a:gd name="connsiteY4" fmla="*/ 7144 h 2295525"/>
                <a:gd name="connsiteX5" fmla="*/ 7144 w 2752725"/>
                <a:gd name="connsiteY5" fmla="*/ 2290286 h 2295525"/>
                <a:gd name="connsiteX6" fmla="*/ 2061686 w 2752725"/>
                <a:gd name="connsiteY6" fmla="*/ 159544 h 2295525"/>
                <a:gd name="connsiteX7" fmla="*/ 2517934 w 2752725"/>
                <a:gd name="connsiteY7" fmla="*/ 159544 h 2295525"/>
                <a:gd name="connsiteX8" fmla="*/ 2517934 w 2752725"/>
                <a:gd name="connsiteY8" fmla="*/ 1149191 h 2295525"/>
                <a:gd name="connsiteX9" fmla="*/ 2365534 w 2752725"/>
                <a:gd name="connsiteY9" fmla="*/ 1149191 h 2295525"/>
                <a:gd name="connsiteX10" fmla="*/ 2365534 w 2752725"/>
                <a:gd name="connsiteY10" fmla="*/ 311944 h 2295525"/>
                <a:gd name="connsiteX11" fmla="*/ 2213134 w 2752725"/>
                <a:gd name="connsiteY11" fmla="*/ 311944 h 2295525"/>
                <a:gd name="connsiteX12" fmla="*/ 2213134 w 2752725"/>
                <a:gd name="connsiteY12" fmla="*/ 1453991 h 2295525"/>
                <a:gd name="connsiteX13" fmla="*/ 2060734 w 2752725"/>
                <a:gd name="connsiteY13" fmla="*/ 1453991 h 2295525"/>
                <a:gd name="connsiteX14" fmla="*/ 2060734 w 2752725"/>
                <a:gd name="connsiteY14" fmla="*/ 159544 h 2295525"/>
                <a:gd name="connsiteX15" fmla="*/ 1453039 w 2752725"/>
                <a:gd name="connsiteY15" fmla="*/ 311944 h 2295525"/>
                <a:gd name="connsiteX16" fmla="*/ 1909286 w 2752725"/>
                <a:gd name="connsiteY16" fmla="*/ 311944 h 2295525"/>
                <a:gd name="connsiteX17" fmla="*/ 1909286 w 2752725"/>
                <a:gd name="connsiteY17" fmla="*/ 1681639 h 2295525"/>
                <a:gd name="connsiteX18" fmla="*/ 1756886 w 2752725"/>
                <a:gd name="connsiteY18" fmla="*/ 1681639 h 2295525"/>
                <a:gd name="connsiteX19" fmla="*/ 1756886 w 2752725"/>
                <a:gd name="connsiteY19" fmla="*/ 463391 h 2295525"/>
                <a:gd name="connsiteX20" fmla="*/ 1604486 w 2752725"/>
                <a:gd name="connsiteY20" fmla="*/ 463391 h 2295525"/>
                <a:gd name="connsiteX21" fmla="*/ 1604486 w 2752725"/>
                <a:gd name="connsiteY21" fmla="*/ 1833086 h 2295525"/>
                <a:gd name="connsiteX22" fmla="*/ 1452086 w 2752725"/>
                <a:gd name="connsiteY22" fmla="*/ 1833086 h 2295525"/>
                <a:gd name="connsiteX23" fmla="*/ 1452086 w 2752725"/>
                <a:gd name="connsiteY23" fmla="*/ 311944 h 2295525"/>
                <a:gd name="connsiteX24" fmla="*/ 844391 w 2752725"/>
                <a:gd name="connsiteY24" fmla="*/ 539591 h 2295525"/>
                <a:gd name="connsiteX25" fmla="*/ 1300639 w 2752725"/>
                <a:gd name="connsiteY25" fmla="*/ 539591 h 2295525"/>
                <a:gd name="connsiteX26" fmla="*/ 1300639 w 2752725"/>
                <a:gd name="connsiteY26" fmla="*/ 1985486 h 2295525"/>
                <a:gd name="connsiteX27" fmla="*/ 1148239 w 2752725"/>
                <a:gd name="connsiteY27" fmla="*/ 1985486 h 2295525"/>
                <a:gd name="connsiteX28" fmla="*/ 1148239 w 2752725"/>
                <a:gd name="connsiteY28" fmla="*/ 691991 h 2295525"/>
                <a:gd name="connsiteX29" fmla="*/ 995839 w 2752725"/>
                <a:gd name="connsiteY29" fmla="*/ 691991 h 2295525"/>
                <a:gd name="connsiteX30" fmla="*/ 995839 w 2752725"/>
                <a:gd name="connsiteY30" fmla="*/ 2061686 h 2295525"/>
                <a:gd name="connsiteX31" fmla="*/ 843439 w 2752725"/>
                <a:gd name="connsiteY31" fmla="*/ 2061686 h 2295525"/>
                <a:gd name="connsiteX32" fmla="*/ 843439 w 2752725"/>
                <a:gd name="connsiteY32" fmla="*/ 539591 h 2295525"/>
                <a:gd name="connsiteX33" fmla="*/ 235744 w 2752725"/>
                <a:gd name="connsiteY33" fmla="*/ 920591 h 2295525"/>
                <a:gd name="connsiteX34" fmla="*/ 691991 w 2752725"/>
                <a:gd name="connsiteY34" fmla="*/ 920591 h 2295525"/>
                <a:gd name="connsiteX35" fmla="*/ 691991 w 2752725"/>
                <a:gd name="connsiteY35" fmla="*/ 2137886 h 2295525"/>
                <a:gd name="connsiteX36" fmla="*/ 539591 w 2752725"/>
                <a:gd name="connsiteY36" fmla="*/ 2137886 h 2295525"/>
                <a:gd name="connsiteX37" fmla="*/ 539591 w 2752725"/>
                <a:gd name="connsiteY37" fmla="*/ 1072991 h 2295525"/>
                <a:gd name="connsiteX38" fmla="*/ 387191 w 2752725"/>
                <a:gd name="connsiteY38" fmla="*/ 1072991 h 2295525"/>
                <a:gd name="connsiteX39" fmla="*/ 387191 w 2752725"/>
                <a:gd name="connsiteY39" fmla="*/ 2138839 h 2295525"/>
                <a:gd name="connsiteX40" fmla="*/ 234791 w 2752725"/>
                <a:gd name="connsiteY40" fmla="*/ 2138839 h 2295525"/>
                <a:gd name="connsiteX41" fmla="*/ 234791 w 2752725"/>
                <a:gd name="connsiteY41" fmla="*/ 920591 h 2295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752725" h="2295525">
                  <a:moveTo>
                    <a:pt x="7144" y="2290286"/>
                  </a:moveTo>
                  <a:lnTo>
                    <a:pt x="311944" y="2290286"/>
                  </a:lnTo>
                  <a:cubicBezTo>
                    <a:pt x="1286351" y="2290286"/>
                    <a:pt x="2192179" y="1811179"/>
                    <a:pt x="2747486" y="1019651"/>
                  </a:cubicBezTo>
                  <a:lnTo>
                    <a:pt x="2747486" y="7144"/>
                  </a:lnTo>
                  <a:lnTo>
                    <a:pt x="7144" y="7144"/>
                  </a:lnTo>
                  <a:lnTo>
                    <a:pt x="7144" y="2290286"/>
                  </a:lnTo>
                  <a:close/>
                  <a:moveTo>
                    <a:pt x="2061686" y="159544"/>
                  </a:moveTo>
                  <a:lnTo>
                    <a:pt x="2517934" y="159544"/>
                  </a:lnTo>
                  <a:lnTo>
                    <a:pt x="2517934" y="1149191"/>
                  </a:lnTo>
                  <a:lnTo>
                    <a:pt x="2365534" y="1149191"/>
                  </a:lnTo>
                  <a:lnTo>
                    <a:pt x="2365534" y="311944"/>
                  </a:lnTo>
                  <a:lnTo>
                    <a:pt x="2213134" y="311944"/>
                  </a:lnTo>
                  <a:lnTo>
                    <a:pt x="2213134" y="1453991"/>
                  </a:lnTo>
                  <a:lnTo>
                    <a:pt x="2060734" y="1453991"/>
                  </a:lnTo>
                  <a:lnTo>
                    <a:pt x="2060734" y="159544"/>
                  </a:lnTo>
                  <a:close/>
                  <a:moveTo>
                    <a:pt x="1453039" y="311944"/>
                  </a:moveTo>
                  <a:lnTo>
                    <a:pt x="1909286" y="311944"/>
                  </a:lnTo>
                  <a:lnTo>
                    <a:pt x="1909286" y="1681639"/>
                  </a:lnTo>
                  <a:lnTo>
                    <a:pt x="1756886" y="1681639"/>
                  </a:lnTo>
                  <a:lnTo>
                    <a:pt x="1756886" y="463391"/>
                  </a:lnTo>
                  <a:lnTo>
                    <a:pt x="1604486" y="463391"/>
                  </a:lnTo>
                  <a:lnTo>
                    <a:pt x="1604486" y="1833086"/>
                  </a:lnTo>
                  <a:lnTo>
                    <a:pt x="1452086" y="1833086"/>
                  </a:lnTo>
                  <a:lnTo>
                    <a:pt x="1452086" y="311944"/>
                  </a:lnTo>
                  <a:close/>
                  <a:moveTo>
                    <a:pt x="844391" y="539591"/>
                  </a:moveTo>
                  <a:lnTo>
                    <a:pt x="1300639" y="539591"/>
                  </a:lnTo>
                  <a:lnTo>
                    <a:pt x="1300639" y="1985486"/>
                  </a:lnTo>
                  <a:lnTo>
                    <a:pt x="1148239" y="1985486"/>
                  </a:lnTo>
                  <a:lnTo>
                    <a:pt x="1148239" y="691991"/>
                  </a:lnTo>
                  <a:lnTo>
                    <a:pt x="995839" y="691991"/>
                  </a:lnTo>
                  <a:lnTo>
                    <a:pt x="995839" y="2061686"/>
                  </a:lnTo>
                  <a:lnTo>
                    <a:pt x="843439" y="2061686"/>
                  </a:lnTo>
                  <a:lnTo>
                    <a:pt x="843439" y="539591"/>
                  </a:lnTo>
                  <a:close/>
                  <a:moveTo>
                    <a:pt x="235744" y="920591"/>
                  </a:moveTo>
                  <a:lnTo>
                    <a:pt x="691991" y="920591"/>
                  </a:lnTo>
                  <a:lnTo>
                    <a:pt x="691991" y="2137886"/>
                  </a:lnTo>
                  <a:lnTo>
                    <a:pt x="539591" y="2137886"/>
                  </a:lnTo>
                  <a:lnTo>
                    <a:pt x="539591" y="1072991"/>
                  </a:lnTo>
                  <a:lnTo>
                    <a:pt x="387191" y="1072991"/>
                  </a:lnTo>
                  <a:lnTo>
                    <a:pt x="387191" y="2138839"/>
                  </a:lnTo>
                  <a:lnTo>
                    <a:pt x="234791" y="2138839"/>
                  </a:lnTo>
                  <a:lnTo>
                    <a:pt x="234791" y="92059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C25D13E1-A0C3-4C05-9D19-C34F8502247E}"/>
                </a:ext>
              </a:extLst>
            </p:cNvPr>
            <p:cNvSpPr/>
            <p:nvPr/>
          </p:nvSpPr>
          <p:spPr>
            <a:xfrm>
              <a:off x="4843939" y="3404712"/>
              <a:ext cx="2752725" cy="1790700"/>
            </a:xfrm>
            <a:custGeom>
              <a:avLst/>
              <a:gdLst>
                <a:gd name="connsiteX0" fmla="*/ 311944 w 2752725"/>
                <a:gd name="connsiteY0" fmla="*/ 1179671 h 1790700"/>
                <a:gd name="connsiteX1" fmla="*/ 7144 w 2752725"/>
                <a:gd name="connsiteY1" fmla="*/ 1179671 h 1790700"/>
                <a:gd name="connsiteX2" fmla="*/ 7144 w 2752725"/>
                <a:gd name="connsiteY2" fmla="*/ 1788319 h 1790700"/>
                <a:gd name="connsiteX3" fmla="*/ 2746534 w 2752725"/>
                <a:gd name="connsiteY3" fmla="*/ 1788319 h 1790700"/>
                <a:gd name="connsiteX4" fmla="*/ 2746534 w 2752725"/>
                <a:gd name="connsiteY4" fmla="*/ 7144 h 1790700"/>
                <a:gd name="connsiteX5" fmla="*/ 311944 w 2752725"/>
                <a:gd name="connsiteY5" fmla="*/ 1179671 h 1790700"/>
                <a:gd name="connsiteX6" fmla="*/ 2519839 w 2752725"/>
                <a:gd name="connsiteY6" fmla="*/ 1635919 h 1790700"/>
                <a:gd name="connsiteX7" fmla="*/ 236696 w 2752725"/>
                <a:gd name="connsiteY7" fmla="*/ 1635919 h 1790700"/>
                <a:gd name="connsiteX8" fmla="*/ 236696 w 2752725"/>
                <a:gd name="connsiteY8" fmla="*/ 1331119 h 1790700"/>
                <a:gd name="connsiteX9" fmla="*/ 389096 w 2752725"/>
                <a:gd name="connsiteY9" fmla="*/ 1331119 h 1790700"/>
                <a:gd name="connsiteX10" fmla="*/ 389096 w 2752725"/>
                <a:gd name="connsiteY10" fmla="*/ 1483519 h 1790700"/>
                <a:gd name="connsiteX11" fmla="*/ 541496 w 2752725"/>
                <a:gd name="connsiteY11" fmla="*/ 1483519 h 1790700"/>
                <a:gd name="connsiteX12" fmla="*/ 541496 w 2752725"/>
                <a:gd name="connsiteY12" fmla="*/ 1331119 h 1790700"/>
                <a:gd name="connsiteX13" fmla="*/ 693896 w 2752725"/>
                <a:gd name="connsiteY13" fmla="*/ 1331119 h 1790700"/>
                <a:gd name="connsiteX14" fmla="*/ 693896 w 2752725"/>
                <a:gd name="connsiteY14" fmla="*/ 1483519 h 1790700"/>
                <a:gd name="connsiteX15" fmla="*/ 846296 w 2752725"/>
                <a:gd name="connsiteY15" fmla="*/ 1483519 h 1790700"/>
                <a:gd name="connsiteX16" fmla="*/ 846296 w 2752725"/>
                <a:gd name="connsiteY16" fmla="*/ 1254919 h 1790700"/>
                <a:gd name="connsiteX17" fmla="*/ 998696 w 2752725"/>
                <a:gd name="connsiteY17" fmla="*/ 1254919 h 1790700"/>
                <a:gd name="connsiteX18" fmla="*/ 998696 w 2752725"/>
                <a:gd name="connsiteY18" fmla="*/ 1483519 h 1790700"/>
                <a:gd name="connsiteX19" fmla="*/ 1151096 w 2752725"/>
                <a:gd name="connsiteY19" fmla="*/ 1483519 h 1790700"/>
                <a:gd name="connsiteX20" fmla="*/ 1151096 w 2752725"/>
                <a:gd name="connsiteY20" fmla="*/ 1178719 h 1790700"/>
                <a:gd name="connsiteX21" fmla="*/ 1303496 w 2752725"/>
                <a:gd name="connsiteY21" fmla="*/ 1178719 h 1790700"/>
                <a:gd name="connsiteX22" fmla="*/ 1303496 w 2752725"/>
                <a:gd name="connsiteY22" fmla="*/ 1483519 h 1790700"/>
                <a:gd name="connsiteX23" fmla="*/ 1455896 w 2752725"/>
                <a:gd name="connsiteY23" fmla="*/ 1483519 h 1790700"/>
                <a:gd name="connsiteX24" fmla="*/ 1455896 w 2752725"/>
                <a:gd name="connsiteY24" fmla="*/ 1102519 h 1790700"/>
                <a:gd name="connsiteX25" fmla="*/ 1608296 w 2752725"/>
                <a:gd name="connsiteY25" fmla="*/ 1102519 h 1790700"/>
                <a:gd name="connsiteX26" fmla="*/ 1608296 w 2752725"/>
                <a:gd name="connsiteY26" fmla="*/ 1483519 h 1790700"/>
                <a:gd name="connsiteX27" fmla="*/ 1760696 w 2752725"/>
                <a:gd name="connsiteY27" fmla="*/ 1483519 h 1790700"/>
                <a:gd name="connsiteX28" fmla="*/ 1760696 w 2752725"/>
                <a:gd name="connsiteY28" fmla="*/ 951071 h 1790700"/>
                <a:gd name="connsiteX29" fmla="*/ 1913096 w 2752725"/>
                <a:gd name="connsiteY29" fmla="*/ 951071 h 1790700"/>
                <a:gd name="connsiteX30" fmla="*/ 1913096 w 2752725"/>
                <a:gd name="connsiteY30" fmla="*/ 1483519 h 1790700"/>
                <a:gd name="connsiteX31" fmla="*/ 2065496 w 2752725"/>
                <a:gd name="connsiteY31" fmla="*/ 1483519 h 1790700"/>
                <a:gd name="connsiteX32" fmla="*/ 2065496 w 2752725"/>
                <a:gd name="connsiteY32" fmla="*/ 798671 h 1790700"/>
                <a:gd name="connsiteX33" fmla="*/ 2217896 w 2752725"/>
                <a:gd name="connsiteY33" fmla="*/ 798671 h 1790700"/>
                <a:gd name="connsiteX34" fmla="*/ 2217896 w 2752725"/>
                <a:gd name="connsiteY34" fmla="*/ 1483519 h 1790700"/>
                <a:gd name="connsiteX35" fmla="*/ 2370296 w 2752725"/>
                <a:gd name="connsiteY35" fmla="*/ 1483519 h 1790700"/>
                <a:gd name="connsiteX36" fmla="*/ 2370296 w 2752725"/>
                <a:gd name="connsiteY36" fmla="*/ 570071 h 1790700"/>
                <a:gd name="connsiteX37" fmla="*/ 2522696 w 2752725"/>
                <a:gd name="connsiteY37" fmla="*/ 570071 h 1790700"/>
                <a:gd name="connsiteX38" fmla="*/ 2522696 w 2752725"/>
                <a:gd name="connsiteY38" fmla="*/ 1635919 h 179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752725" h="1790700">
                  <a:moveTo>
                    <a:pt x="311944" y="1179671"/>
                  </a:moveTo>
                  <a:lnTo>
                    <a:pt x="7144" y="1179671"/>
                  </a:lnTo>
                  <a:lnTo>
                    <a:pt x="7144" y="1788319"/>
                  </a:lnTo>
                  <a:lnTo>
                    <a:pt x="2746534" y="1788319"/>
                  </a:lnTo>
                  <a:lnTo>
                    <a:pt x="2746534" y="7144"/>
                  </a:lnTo>
                  <a:cubicBezTo>
                    <a:pt x="2154079" y="745331"/>
                    <a:pt x="1263491" y="1179671"/>
                    <a:pt x="311944" y="1179671"/>
                  </a:cubicBezTo>
                  <a:close/>
                  <a:moveTo>
                    <a:pt x="2519839" y="1635919"/>
                  </a:moveTo>
                  <a:lnTo>
                    <a:pt x="236696" y="1635919"/>
                  </a:lnTo>
                  <a:lnTo>
                    <a:pt x="236696" y="1331119"/>
                  </a:lnTo>
                  <a:lnTo>
                    <a:pt x="389096" y="1331119"/>
                  </a:lnTo>
                  <a:lnTo>
                    <a:pt x="389096" y="1483519"/>
                  </a:lnTo>
                  <a:lnTo>
                    <a:pt x="541496" y="1483519"/>
                  </a:lnTo>
                  <a:lnTo>
                    <a:pt x="541496" y="1331119"/>
                  </a:lnTo>
                  <a:lnTo>
                    <a:pt x="693896" y="1331119"/>
                  </a:lnTo>
                  <a:lnTo>
                    <a:pt x="693896" y="1483519"/>
                  </a:lnTo>
                  <a:lnTo>
                    <a:pt x="846296" y="1483519"/>
                  </a:lnTo>
                  <a:lnTo>
                    <a:pt x="846296" y="1254919"/>
                  </a:lnTo>
                  <a:lnTo>
                    <a:pt x="998696" y="1254919"/>
                  </a:lnTo>
                  <a:lnTo>
                    <a:pt x="998696" y="1483519"/>
                  </a:lnTo>
                  <a:lnTo>
                    <a:pt x="1151096" y="1483519"/>
                  </a:lnTo>
                  <a:lnTo>
                    <a:pt x="1151096" y="1178719"/>
                  </a:lnTo>
                  <a:lnTo>
                    <a:pt x="1303496" y="1178719"/>
                  </a:lnTo>
                  <a:lnTo>
                    <a:pt x="1303496" y="1483519"/>
                  </a:lnTo>
                  <a:lnTo>
                    <a:pt x="1455896" y="1483519"/>
                  </a:lnTo>
                  <a:lnTo>
                    <a:pt x="1455896" y="1102519"/>
                  </a:lnTo>
                  <a:lnTo>
                    <a:pt x="1608296" y="1102519"/>
                  </a:lnTo>
                  <a:lnTo>
                    <a:pt x="1608296" y="1483519"/>
                  </a:lnTo>
                  <a:lnTo>
                    <a:pt x="1760696" y="1483519"/>
                  </a:lnTo>
                  <a:lnTo>
                    <a:pt x="1760696" y="951071"/>
                  </a:lnTo>
                  <a:lnTo>
                    <a:pt x="1913096" y="951071"/>
                  </a:lnTo>
                  <a:lnTo>
                    <a:pt x="1913096" y="1483519"/>
                  </a:lnTo>
                  <a:lnTo>
                    <a:pt x="2065496" y="1483519"/>
                  </a:lnTo>
                  <a:lnTo>
                    <a:pt x="2065496" y="798671"/>
                  </a:lnTo>
                  <a:lnTo>
                    <a:pt x="2217896" y="798671"/>
                  </a:lnTo>
                  <a:lnTo>
                    <a:pt x="2217896" y="1483519"/>
                  </a:lnTo>
                  <a:lnTo>
                    <a:pt x="2370296" y="1483519"/>
                  </a:lnTo>
                  <a:lnTo>
                    <a:pt x="2370296" y="570071"/>
                  </a:lnTo>
                  <a:lnTo>
                    <a:pt x="2522696" y="570071"/>
                  </a:lnTo>
                  <a:lnTo>
                    <a:pt x="2522696" y="16359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F010108A-E196-4E05-B198-6CCEB5D94F11}"/>
                </a:ext>
              </a:extLst>
            </p:cNvPr>
            <p:cNvSpPr/>
            <p:nvPr/>
          </p:nvSpPr>
          <p:spPr>
            <a:xfrm>
              <a:off x="4844892" y="1533049"/>
              <a:ext cx="2752725" cy="466725"/>
            </a:xfrm>
            <a:custGeom>
              <a:avLst/>
              <a:gdLst>
                <a:gd name="connsiteX0" fmla="*/ 2670334 w 2752725"/>
                <a:gd name="connsiteY0" fmla="*/ 7144 h 466725"/>
                <a:gd name="connsiteX1" fmla="*/ 83344 w 2752725"/>
                <a:gd name="connsiteY1" fmla="*/ 7144 h 466725"/>
                <a:gd name="connsiteX2" fmla="*/ 7144 w 2752725"/>
                <a:gd name="connsiteY2" fmla="*/ 83344 h 466725"/>
                <a:gd name="connsiteX3" fmla="*/ 7144 w 2752725"/>
                <a:gd name="connsiteY3" fmla="*/ 464344 h 466725"/>
                <a:gd name="connsiteX4" fmla="*/ 2746534 w 2752725"/>
                <a:gd name="connsiteY4" fmla="*/ 464344 h 466725"/>
                <a:gd name="connsiteX5" fmla="*/ 2746534 w 2752725"/>
                <a:gd name="connsiteY5" fmla="*/ 83344 h 466725"/>
                <a:gd name="connsiteX6" fmla="*/ 2670334 w 2752725"/>
                <a:gd name="connsiteY6" fmla="*/ 7144 h 466725"/>
                <a:gd name="connsiteX7" fmla="*/ 1453039 w 2752725"/>
                <a:gd name="connsiteY7" fmla="*/ 310991 h 466725"/>
                <a:gd name="connsiteX8" fmla="*/ 1300639 w 2752725"/>
                <a:gd name="connsiteY8" fmla="*/ 310991 h 466725"/>
                <a:gd name="connsiteX9" fmla="*/ 1300639 w 2752725"/>
                <a:gd name="connsiteY9" fmla="*/ 158591 h 466725"/>
                <a:gd name="connsiteX10" fmla="*/ 1453039 w 2752725"/>
                <a:gd name="connsiteY10" fmla="*/ 158591 h 466725"/>
                <a:gd name="connsiteX11" fmla="*/ 1453039 w 2752725"/>
                <a:gd name="connsiteY11" fmla="*/ 310991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52725" h="466725">
                  <a:moveTo>
                    <a:pt x="2670334" y="7144"/>
                  </a:moveTo>
                  <a:lnTo>
                    <a:pt x="83344" y="7144"/>
                  </a:lnTo>
                  <a:cubicBezTo>
                    <a:pt x="37624" y="7144"/>
                    <a:pt x="7144" y="37624"/>
                    <a:pt x="7144" y="83344"/>
                  </a:cubicBezTo>
                  <a:lnTo>
                    <a:pt x="7144" y="464344"/>
                  </a:lnTo>
                  <a:lnTo>
                    <a:pt x="2746534" y="464344"/>
                  </a:lnTo>
                  <a:lnTo>
                    <a:pt x="2746534" y="83344"/>
                  </a:lnTo>
                  <a:cubicBezTo>
                    <a:pt x="2746534" y="37624"/>
                    <a:pt x="2716054" y="7144"/>
                    <a:pt x="2670334" y="7144"/>
                  </a:cubicBezTo>
                  <a:close/>
                  <a:moveTo>
                    <a:pt x="1453039" y="310991"/>
                  </a:moveTo>
                  <a:lnTo>
                    <a:pt x="1300639" y="310991"/>
                  </a:lnTo>
                  <a:lnTo>
                    <a:pt x="1300639" y="158591"/>
                  </a:lnTo>
                  <a:lnTo>
                    <a:pt x="1453039" y="158591"/>
                  </a:lnTo>
                  <a:lnTo>
                    <a:pt x="1453039" y="31099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1AD84A3B-C459-45ED-B8D7-E408B08BE1AB}"/>
                </a:ext>
              </a:extLst>
            </p:cNvPr>
            <p:cNvSpPr/>
            <p:nvPr/>
          </p:nvSpPr>
          <p:spPr>
            <a:xfrm>
              <a:off x="3931444" y="4424839"/>
              <a:ext cx="771525" cy="161925"/>
            </a:xfrm>
            <a:custGeom>
              <a:avLst/>
              <a:gdLst>
                <a:gd name="connsiteX0" fmla="*/ 7144 w 771525"/>
                <a:gd name="connsiteY0" fmla="*/ 7144 h 161925"/>
                <a:gd name="connsiteX1" fmla="*/ 768191 w 771525"/>
                <a:gd name="connsiteY1" fmla="*/ 7144 h 161925"/>
                <a:gd name="connsiteX2" fmla="*/ 768191 w 771525"/>
                <a:gd name="connsiteY2" fmla="*/ 159544 h 161925"/>
                <a:gd name="connsiteX3" fmla="*/ 7144 w 771525"/>
                <a:gd name="connsiteY3" fmla="*/ 159544 h 161925"/>
                <a:gd name="connsiteX4" fmla="*/ 7144 w 7715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161925">
                  <a:moveTo>
                    <a:pt x="7144" y="7144"/>
                  </a:moveTo>
                  <a:lnTo>
                    <a:pt x="768191" y="7144"/>
                  </a:lnTo>
                  <a:lnTo>
                    <a:pt x="768191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A929CEAC-B587-40A2-B580-6589F77EB37D}"/>
                </a:ext>
              </a:extLst>
            </p:cNvPr>
            <p:cNvSpPr/>
            <p:nvPr/>
          </p:nvSpPr>
          <p:spPr>
            <a:xfrm>
              <a:off x="7735729" y="1350169"/>
              <a:ext cx="828675" cy="1857375"/>
            </a:xfrm>
            <a:custGeom>
              <a:avLst/>
              <a:gdLst>
                <a:gd name="connsiteX0" fmla="*/ 464344 w 828675"/>
                <a:gd name="connsiteY0" fmla="*/ 7144 h 1857375"/>
                <a:gd name="connsiteX1" fmla="*/ 106204 w 828675"/>
                <a:gd name="connsiteY1" fmla="*/ 365284 h 1857375"/>
                <a:gd name="connsiteX2" fmla="*/ 212884 w 828675"/>
                <a:gd name="connsiteY2" fmla="*/ 471964 h 1857375"/>
                <a:gd name="connsiteX3" fmla="*/ 380524 w 828675"/>
                <a:gd name="connsiteY3" fmla="*/ 304324 h 1857375"/>
                <a:gd name="connsiteX4" fmla="*/ 7144 w 828675"/>
                <a:gd name="connsiteY4" fmla="*/ 1567339 h 1857375"/>
                <a:gd name="connsiteX5" fmla="*/ 7144 w 828675"/>
                <a:gd name="connsiteY5" fmla="*/ 1856899 h 1857375"/>
                <a:gd name="connsiteX6" fmla="*/ 531971 w 828675"/>
                <a:gd name="connsiteY6" fmla="*/ 296704 h 1857375"/>
                <a:gd name="connsiteX7" fmla="*/ 714851 w 828675"/>
                <a:gd name="connsiteY7" fmla="*/ 479584 h 1857375"/>
                <a:gd name="connsiteX8" fmla="*/ 822484 w 828675"/>
                <a:gd name="connsiteY8" fmla="*/ 372904 h 1857375"/>
                <a:gd name="connsiteX9" fmla="*/ 464344 w 828675"/>
                <a:gd name="connsiteY9" fmla="*/ 7144 h 185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1857375">
                  <a:moveTo>
                    <a:pt x="464344" y="7144"/>
                  </a:moveTo>
                  <a:lnTo>
                    <a:pt x="106204" y="365284"/>
                  </a:lnTo>
                  <a:lnTo>
                    <a:pt x="212884" y="471964"/>
                  </a:lnTo>
                  <a:lnTo>
                    <a:pt x="380524" y="304324"/>
                  </a:lnTo>
                  <a:cubicBezTo>
                    <a:pt x="350044" y="745331"/>
                    <a:pt x="228124" y="1179671"/>
                    <a:pt x="7144" y="1567339"/>
                  </a:cubicBezTo>
                  <a:lnTo>
                    <a:pt x="7144" y="1856899"/>
                  </a:lnTo>
                  <a:cubicBezTo>
                    <a:pt x="319564" y="1393031"/>
                    <a:pt x="501491" y="852011"/>
                    <a:pt x="531971" y="296704"/>
                  </a:cubicBezTo>
                  <a:lnTo>
                    <a:pt x="714851" y="479584"/>
                  </a:lnTo>
                  <a:lnTo>
                    <a:pt x="822484" y="372904"/>
                  </a:lnTo>
                  <a:lnTo>
                    <a:pt x="4643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59" name="Graphic 53">
            <a:extLst>
              <a:ext uri="{FF2B5EF4-FFF2-40B4-BE49-F238E27FC236}">
                <a16:creationId xmlns:a16="http://schemas.microsoft.com/office/drawing/2014/main" id="{0BD33A49-70AD-4B49-A652-BC971847CEDA}"/>
              </a:ext>
            </a:extLst>
          </p:cNvPr>
          <p:cNvGrpSpPr>
            <a:grpSpLocks noChangeAspect="1"/>
          </p:cNvGrpSpPr>
          <p:nvPr/>
        </p:nvGrpSpPr>
        <p:grpSpPr>
          <a:xfrm>
            <a:off x="10984758" y="2306529"/>
            <a:ext cx="498399" cy="502920"/>
            <a:chOff x="4148138" y="1462088"/>
            <a:chExt cx="4200525" cy="42386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3CAB7E93-3968-4662-A3EA-EFB527019AB5}"/>
                </a:ext>
              </a:extLst>
            </p:cNvPr>
            <p:cNvSpPr/>
            <p:nvPr/>
          </p:nvSpPr>
          <p:spPr>
            <a:xfrm>
              <a:off x="5404009" y="1759744"/>
              <a:ext cx="619125" cy="771525"/>
            </a:xfrm>
            <a:custGeom>
              <a:avLst/>
              <a:gdLst>
                <a:gd name="connsiteX0" fmla="*/ 464344 w 619125"/>
                <a:gd name="connsiteY0" fmla="*/ 768191 h 771525"/>
                <a:gd name="connsiteX1" fmla="*/ 616744 w 619125"/>
                <a:gd name="connsiteY1" fmla="*/ 768191 h 771525"/>
                <a:gd name="connsiteX2" fmla="*/ 616744 w 619125"/>
                <a:gd name="connsiteY2" fmla="*/ 83344 h 771525"/>
                <a:gd name="connsiteX3" fmla="*/ 540544 w 619125"/>
                <a:gd name="connsiteY3" fmla="*/ 7144 h 771525"/>
                <a:gd name="connsiteX4" fmla="*/ 7144 w 619125"/>
                <a:gd name="connsiteY4" fmla="*/ 7144 h 771525"/>
                <a:gd name="connsiteX5" fmla="*/ 7144 w 619125"/>
                <a:gd name="connsiteY5" fmla="*/ 159544 h 771525"/>
                <a:gd name="connsiteX6" fmla="*/ 464344 w 619125"/>
                <a:gd name="connsiteY6" fmla="*/ 159544 h 771525"/>
                <a:gd name="connsiteX7" fmla="*/ 464344 w 619125"/>
                <a:gd name="connsiteY7" fmla="*/ 768191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125" h="771525">
                  <a:moveTo>
                    <a:pt x="464344" y="768191"/>
                  </a:moveTo>
                  <a:lnTo>
                    <a:pt x="616744" y="768191"/>
                  </a:lnTo>
                  <a:lnTo>
                    <a:pt x="616744" y="83344"/>
                  </a:lnTo>
                  <a:cubicBezTo>
                    <a:pt x="616744" y="41434"/>
                    <a:pt x="582454" y="7144"/>
                    <a:pt x="540544" y="7144"/>
                  </a:cubicBezTo>
                  <a:lnTo>
                    <a:pt x="7144" y="7144"/>
                  </a:lnTo>
                  <a:lnTo>
                    <a:pt x="7144" y="159544"/>
                  </a:lnTo>
                  <a:lnTo>
                    <a:pt x="464344" y="159544"/>
                  </a:lnTo>
                  <a:lnTo>
                    <a:pt x="464344" y="76819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AF9EDC0-6E9A-40D1-A38D-E565C1976C12}"/>
                </a:ext>
              </a:extLst>
            </p:cNvPr>
            <p:cNvSpPr/>
            <p:nvPr/>
          </p:nvSpPr>
          <p:spPr>
            <a:xfrm>
              <a:off x="6470809" y="1759744"/>
              <a:ext cx="619125" cy="771525"/>
            </a:xfrm>
            <a:custGeom>
              <a:avLst/>
              <a:gdLst>
                <a:gd name="connsiteX0" fmla="*/ 159544 w 619125"/>
                <a:gd name="connsiteY0" fmla="*/ 159544 h 771525"/>
                <a:gd name="connsiteX1" fmla="*/ 616744 w 619125"/>
                <a:gd name="connsiteY1" fmla="*/ 159544 h 771525"/>
                <a:gd name="connsiteX2" fmla="*/ 616744 w 619125"/>
                <a:gd name="connsiteY2" fmla="*/ 7144 h 771525"/>
                <a:gd name="connsiteX3" fmla="*/ 83344 w 619125"/>
                <a:gd name="connsiteY3" fmla="*/ 7144 h 771525"/>
                <a:gd name="connsiteX4" fmla="*/ 7144 w 619125"/>
                <a:gd name="connsiteY4" fmla="*/ 83344 h 771525"/>
                <a:gd name="connsiteX5" fmla="*/ 7144 w 619125"/>
                <a:gd name="connsiteY5" fmla="*/ 769144 h 771525"/>
                <a:gd name="connsiteX6" fmla="*/ 159544 w 619125"/>
                <a:gd name="connsiteY6" fmla="*/ 769144 h 771525"/>
                <a:gd name="connsiteX7" fmla="*/ 159544 w 619125"/>
                <a:gd name="connsiteY7" fmla="*/ 159544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125" h="771525">
                  <a:moveTo>
                    <a:pt x="159544" y="159544"/>
                  </a:moveTo>
                  <a:lnTo>
                    <a:pt x="616744" y="159544"/>
                  </a:lnTo>
                  <a:lnTo>
                    <a:pt x="616744" y="7144"/>
                  </a:ln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lnTo>
                    <a:pt x="7144" y="769144"/>
                  </a:lnTo>
                  <a:lnTo>
                    <a:pt x="159544" y="769144"/>
                  </a:lnTo>
                  <a:lnTo>
                    <a:pt x="159544" y="159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F14CCEB5-5AF3-4961-8695-79AF4023ABCC}"/>
                </a:ext>
              </a:extLst>
            </p:cNvPr>
            <p:cNvSpPr/>
            <p:nvPr/>
          </p:nvSpPr>
          <p:spPr>
            <a:xfrm>
              <a:off x="5252562" y="2596992"/>
              <a:ext cx="1990725" cy="1990725"/>
            </a:xfrm>
            <a:custGeom>
              <a:avLst/>
              <a:gdLst>
                <a:gd name="connsiteX0" fmla="*/ 996791 w 1990725"/>
                <a:gd name="connsiteY0" fmla="*/ 7144 h 1990725"/>
                <a:gd name="connsiteX1" fmla="*/ 7144 w 1990725"/>
                <a:gd name="connsiteY1" fmla="*/ 996791 h 1990725"/>
                <a:gd name="connsiteX2" fmla="*/ 996791 w 1990725"/>
                <a:gd name="connsiteY2" fmla="*/ 1986439 h 1990725"/>
                <a:gd name="connsiteX3" fmla="*/ 1986439 w 1990725"/>
                <a:gd name="connsiteY3" fmla="*/ 996791 h 1990725"/>
                <a:gd name="connsiteX4" fmla="*/ 996791 w 1990725"/>
                <a:gd name="connsiteY4" fmla="*/ 7144 h 1990725"/>
                <a:gd name="connsiteX5" fmla="*/ 996791 w 1990725"/>
                <a:gd name="connsiteY5" fmla="*/ 1911191 h 1990725"/>
                <a:gd name="connsiteX6" fmla="*/ 83344 w 1990725"/>
                <a:gd name="connsiteY6" fmla="*/ 997744 h 1990725"/>
                <a:gd name="connsiteX7" fmla="*/ 996791 w 1990725"/>
                <a:gd name="connsiteY7" fmla="*/ 84296 h 1990725"/>
                <a:gd name="connsiteX8" fmla="*/ 1910239 w 1990725"/>
                <a:gd name="connsiteY8" fmla="*/ 997744 h 1990725"/>
                <a:gd name="connsiteX9" fmla="*/ 996791 w 1990725"/>
                <a:gd name="connsiteY9" fmla="*/ 1911191 h 199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0725" h="1990725">
                  <a:moveTo>
                    <a:pt x="996791" y="7144"/>
                  </a:moveTo>
                  <a:cubicBezTo>
                    <a:pt x="450056" y="7144"/>
                    <a:pt x="7144" y="450056"/>
                    <a:pt x="7144" y="996791"/>
                  </a:cubicBezTo>
                  <a:cubicBezTo>
                    <a:pt x="7144" y="1543526"/>
                    <a:pt x="450056" y="1986439"/>
                    <a:pt x="996791" y="1986439"/>
                  </a:cubicBezTo>
                  <a:cubicBezTo>
                    <a:pt x="1543526" y="1986439"/>
                    <a:pt x="1986439" y="1543526"/>
                    <a:pt x="1986439" y="996791"/>
                  </a:cubicBezTo>
                  <a:cubicBezTo>
                    <a:pt x="1986439" y="451009"/>
                    <a:pt x="1543526" y="8096"/>
                    <a:pt x="996791" y="7144"/>
                  </a:cubicBezTo>
                  <a:close/>
                  <a:moveTo>
                    <a:pt x="996791" y="1911191"/>
                  </a:moveTo>
                  <a:cubicBezTo>
                    <a:pt x="491966" y="1911191"/>
                    <a:pt x="83344" y="1501616"/>
                    <a:pt x="83344" y="997744"/>
                  </a:cubicBezTo>
                  <a:cubicBezTo>
                    <a:pt x="83344" y="493871"/>
                    <a:pt x="492919" y="84296"/>
                    <a:pt x="996791" y="84296"/>
                  </a:cubicBezTo>
                  <a:cubicBezTo>
                    <a:pt x="1500664" y="84296"/>
                    <a:pt x="1910239" y="493871"/>
                    <a:pt x="1910239" y="997744"/>
                  </a:cubicBezTo>
                  <a:cubicBezTo>
                    <a:pt x="1910239" y="1501616"/>
                    <a:pt x="1501616" y="1910239"/>
                    <a:pt x="996791" y="19111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DFB8E12E-A995-4F73-8411-6D882DA49DF9}"/>
                </a:ext>
              </a:extLst>
            </p:cNvPr>
            <p:cNvSpPr/>
            <p:nvPr/>
          </p:nvSpPr>
          <p:spPr>
            <a:xfrm>
              <a:off x="6996589" y="2731294"/>
              <a:ext cx="1352550" cy="1724025"/>
            </a:xfrm>
            <a:custGeom>
              <a:avLst/>
              <a:gdLst>
                <a:gd name="connsiteX0" fmla="*/ 7144 w 1352550"/>
                <a:gd name="connsiteY0" fmla="*/ 7144 h 1724025"/>
                <a:gd name="connsiteX1" fmla="*/ 394811 w 1352550"/>
                <a:gd name="connsiteY1" fmla="*/ 862489 h 1724025"/>
                <a:gd name="connsiteX2" fmla="*/ 7144 w 1352550"/>
                <a:gd name="connsiteY2" fmla="*/ 1717834 h 1724025"/>
                <a:gd name="connsiteX3" fmla="*/ 1353979 w 1352550"/>
                <a:gd name="connsiteY3" fmla="*/ 862489 h 1724025"/>
                <a:gd name="connsiteX4" fmla="*/ 7144 w 1352550"/>
                <a:gd name="connsiteY4" fmla="*/ 7144 h 172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2550" h="1724025">
                  <a:moveTo>
                    <a:pt x="7144" y="7144"/>
                  </a:moveTo>
                  <a:cubicBezTo>
                    <a:pt x="253841" y="223361"/>
                    <a:pt x="394811" y="534829"/>
                    <a:pt x="394811" y="862489"/>
                  </a:cubicBezTo>
                  <a:cubicBezTo>
                    <a:pt x="394811" y="1190149"/>
                    <a:pt x="253841" y="1501616"/>
                    <a:pt x="7144" y="1717834"/>
                  </a:cubicBezTo>
                  <a:cubicBezTo>
                    <a:pt x="677704" y="1485424"/>
                    <a:pt x="1194911" y="1018699"/>
                    <a:pt x="1353979" y="862489"/>
                  </a:cubicBezTo>
                  <a:cubicBezTo>
                    <a:pt x="1194911" y="707231"/>
                    <a:pt x="677704" y="240506"/>
                    <a:pt x="7144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132F4F69-F964-43C8-9603-8BFC78E6E889}"/>
                </a:ext>
              </a:extLst>
            </p:cNvPr>
            <p:cNvSpPr/>
            <p:nvPr/>
          </p:nvSpPr>
          <p:spPr>
            <a:xfrm>
              <a:off x="5481162" y="2825592"/>
              <a:ext cx="1533525" cy="1533525"/>
            </a:xfrm>
            <a:custGeom>
              <a:avLst/>
              <a:gdLst>
                <a:gd name="connsiteX0" fmla="*/ 768191 w 1533525"/>
                <a:gd name="connsiteY0" fmla="*/ 7144 h 1533525"/>
                <a:gd name="connsiteX1" fmla="*/ 7144 w 1533525"/>
                <a:gd name="connsiteY1" fmla="*/ 768191 h 1533525"/>
                <a:gd name="connsiteX2" fmla="*/ 768191 w 1533525"/>
                <a:gd name="connsiteY2" fmla="*/ 1529239 h 1533525"/>
                <a:gd name="connsiteX3" fmla="*/ 1529239 w 1533525"/>
                <a:gd name="connsiteY3" fmla="*/ 768191 h 1533525"/>
                <a:gd name="connsiteX4" fmla="*/ 768191 w 1533525"/>
                <a:gd name="connsiteY4" fmla="*/ 7144 h 1533525"/>
                <a:gd name="connsiteX5" fmla="*/ 1149191 w 1533525"/>
                <a:gd name="connsiteY5" fmla="*/ 616744 h 1533525"/>
                <a:gd name="connsiteX6" fmla="*/ 996791 w 1533525"/>
                <a:gd name="connsiteY6" fmla="*/ 616744 h 1533525"/>
                <a:gd name="connsiteX7" fmla="*/ 996791 w 1533525"/>
                <a:gd name="connsiteY7" fmla="*/ 540544 h 1533525"/>
                <a:gd name="connsiteX8" fmla="*/ 920591 w 1533525"/>
                <a:gd name="connsiteY8" fmla="*/ 464344 h 1533525"/>
                <a:gd name="connsiteX9" fmla="*/ 615791 w 1533525"/>
                <a:gd name="connsiteY9" fmla="*/ 464344 h 1533525"/>
                <a:gd name="connsiteX10" fmla="*/ 539591 w 1533525"/>
                <a:gd name="connsiteY10" fmla="*/ 540544 h 1533525"/>
                <a:gd name="connsiteX11" fmla="*/ 539591 w 1533525"/>
                <a:gd name="connsiteY11" fmla="*/ 616744 h 1533525"/>
                <a:gd name="connsiteX12" fmla="*/ 615791 w 1533525"/>
                <a:gd name="connsiteY12" fmla="*/ 692944 h 1533525"/>
                <a:gd name="connsiteX13" fmla="*/ 920591 w 1533525"/>
                <a:gd name="connsiteY13" fmla="*/ 692944 h 1533525"/>
                <a:gd name="connsiteX14" fmla="*/ 1149191 w 1533525"/>
                <a:gd name="connsiteY14" fmla="*/ 921544 h 1533525"/>
                <a:gd name="connsiteX15" fmla="*/ 1149191 w 1533525"/>
                <a:gd name="connsiteY15" fmla="*/ 997744 h 1533525"/>
                <a:gd name="connsiteX16" fmla="*/ 920591 w 1533525"/>
                <a:gd name="connsiteY16" fmla="*/ 1226344 h 1533525"/>
                <a:gd name="connsiteX17" fmla="*/ 844391 w 1533525"/>
                <a:gd name="connsiteY17" fmla="*/ 1226344 h 1533525"/>
                <a:gd name="connsiteX18" fmla="*/ 844391 w 1533525"/>
                <a:gd name="connsiteY18" fmla="*/ 1378744 h 1533525"/>
                <a:gd name="connsiteX19" fmla="*/ 691991 w 1533525"/>
                <a:gd name="connsiteY19" fmla="*/ 1378744 h 1533525"/>
                <a:gd name="connsiteX20" fmla="*/ 691991 w 1533525"/>
                <a:gd name="connsiteY20" fmla="*/ 1226344 h 1533525"/>
                <a:gd name="connsiteX21" fmla="*/ 615791 w 1533525"/>
                <a:gd name="connsiteY21" fmla="*/ 1226344 h 1533525"/>
                <a:gd name="connsiteX22" fmla="*/ 387191 w 1533525"/>
                <a:gd name="connsiteY22" fmla="*/ 997744 h 1533525"/>
                <a:gd name="connsiteX23" fmla="*/ 539591 w 1533525"/>
                <a:gd name="connsiteY23" fmla="*/ 997744 h 1533525"/>
                <a:gd name="connsiteX24" fmla="*/ 615791 w 1533525"/>
                <a:gd name="connsiteY24" fmla="*/ 1073944 h 1533525"/>
                <a:gd name="connsiteX25" fmla="*/ 920591 w 1533525"/>
                <a:gd name="connsiteY25" fmla="*/ 1073944 h 1533525"/>
                <a:gd name="connsiteX26" fmla="*/ 996791 w 1533525"/>
                <a:gd name="connsiteY26" fmla="*/ 997744 h 1533525"/>
                <a:gd name="connsiteX27" fmla="*/ 996791 w 1533525"/>
                <a:gd name="connsiteY27" fmla="*/ 921544 h 1533525"/>
                <a:gd name="connsiteX28" fmla="*/ 920591 w 1533525"/>
                <a:gd name="connsiteY28" fmla="*/ 845344 h 1533525"/>
                <a:gd name="connsiteX29" fmla="*/ 615791 w 1533525"/>
                <a:gd name="connsiteY29" fmla="*/ 845344 h 1533525"/>
                <a:gd name="connsiteX30" fmla="*/ 387191 w 1533525"/>
                <a:gd name="connsiteY30" fmla="*/ 616744 h 1533525"/>
                <a:gd name="connsiteX31" fmla="*/ 387191 w 1533525"/>
                <a:gd name="connsiteY31" fmla="*/ 540544 h 1533525"/>
                <a:gd name="connsiteX32" fmla="*/ 615791 w 1533525"/>
                <a:gd name="connsiteY32" fmla="*/ 311944 h 1533525"/>
                <a:gd name="connsiteX33" fmla="*/ 691991 w 1533525"/>
                <a:gd name="connsiteY33" fmla="*/ 311944 h 1533525"/>
                <a:gd name="connsiteX34" fmla="*/ 691991 w 1533525"/>
                <a:gd name="connsiteY34" fmla="*/ 159544 h 1533525"/>
                <a:gd name="connsiteX35" fmla="*/ 844391 w 1533525"/>
                <a:gd name="connsiteY35" fmla="*/ 159544 h 1533525"/>
                <a:gd name="connsiteX36" fmla="*/ 844391 w 1533525"/>
                <a:gd name="connsiteY36" fmla="*/ 311944 h 1533525"/>
                <a:gd name="connsiteX37" fmla="*/ 920591 w 1533525"/>
                <a:gd name="connsiteY37" fmla="*/ 311944 h 1533525"/>
                <a:gd name="connsiteX38" fmla="*/ 1149191 w 1533525"/>
                <a:gd name="connsiteY38" fmla="*/ 540544 h 1533525"/>
                <a:gd name="connsiteX39" fmla="*/ 1149191 w 1533525"/>
                <a:gd name="connsiteY39" fmla="*/ 616744 h 153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533525" h="1533525">
                  <a:moveTo>
                    <a:pt x="768191" y="7144"/>
                  </a:moveTo>
                  <a:cubicBezTo>
                    <a:pt x="347186" y="7144"/>
                    <a:pt x="7144" y="348139"/>
                    <a:pt x="7144" y="768191"/>
                  </a:cubicBezTo>
                  <a:cubicBezTo>
                    <a:pt x="7144" y="1188244"/>
                    <a:pt x="348139" y="1529239"/>
                    <a:pt x="768191" y="1529239"/>
                  </a:cubicBezTo>
                  <a:cubicBezTo>
                    <a:pt x="1189196" y="1529239"/>
                    <a:pt x="1529239" y="1188244"/>
                    <a:pt x="1529239" y="768191"/>
                  </a:cubicBezTo>
                  <a:cubicBezTo>
                    <a:pt x="1529239" y="348139"/>
                    <a:pt x="1188244" y="8096"/>
                    <a:pt x="768191" y="7144"/>
                  </a:cubicBezTo>
                  <a:close/>
                  <a:moveTo>
                    <a:pt x="1149191" y="616744"/>
                  </a:moveTo>
                  <a:lnTo>
                    <a:pt x="996791" y="616744"/>
                  </a:lnTo>
                  <a:lnTo>
                    <a:pt x="996791" y="540544"/>
                  </a:lnTo>
                  <a:cubicBezTo>
                    <a:pt x="996791" y="498634"/>
                    <a:pt x="962501" y="464344"/>
                    <a:pt x="920591" y="464344"/>
                  </a:cubicBezTo>
                  <a:lnTo>
                    <a:pt x="615791" y="464344"/>
                  </a:lnTo>
                  <a:cubicBezTo>
                    <a:pt x="573881" y="464344"/>
                    <a:pt x="539591" y="498634"/>
                    <a:pt x="539591" y="540544"/>
                  </a:cubicBezTo>
                  <a:lnTo>
                    <a:pt x="539591" y="616744"/>
                  </a:lnTo>
                  <a:cubicBezTo>
                    <a:pt x="539591" y="658654"/>
                    <a:pt x="573881" y="692944"/>
                    <a:pt x="615791" y="692944"/>
                  </a:cubicBezTo>
                  <a:lnTo>
                    <a:pt x="920591" y="692944"/>
                  </a:lnTo>
                  <a:cubicBezTo>
                    <a:pt x="1046321" y="692944"/>
                    <a:pt x="1149191" y="794861"/>
                    <a:pt x="1149191" y="921544"/>
                  </a:cubicBezTo>
                  <a:lnTo>
                    <a:pt x="1149191" y="997744"/>
                  </a:lnTo>
                  <a:cubicBezTo>
                    <a:pt x="1149191" y="1123474"/>
                    <a:pt x="1047274" y="1226344"/>
                    <a:pt x="920591" y="1226344"/>
                  </a:cubicBezTo>
                  <a:lnTo>
                    <a:pt x="844391" y="1226344"/>
                  </a:lnTo>
                  <a:lnTo>
                    <a:pt x="844391" y="1378744"/>
                  </a:lnTo>
                  <a:lnTo>
                    <a:pt x="691991" y="1378744"/>
                  </a:lnTo>
                  <a:lnTo>
                    <a:pt x="691991" y="1226344"/>
                  </a:lnTo>
                  <a:lnTo>
                    <a:pt x="615791" y="1226344"/>
                  </a:lnTo>
                  <a:cubicBezTo>
                    <a:pt x="490061" y="1226344"/>
                    <a:pt x="387191" y="1124426"/>
                    <a:pt x="387191" y="997744"/>
                  </a:cubicBezTo>
                  <a:lnTo>
                    <a:pt x="539591" y="997744"/>
                  </a:lnTo>
                  <a:cubicBezTo>
                    <a:pt x="539591" y="1039654"/>
                    <a:pt x="573881" y="1073944"/>
                    <a:pt x="615791" y="1073944"/>
                  </a:cubicBezTo>
                  <a:lnTo>
                    <a:pt x="920591" y="1073944"/>
                  </a:lnTo>
                  <a:cubicBezTo>
                    <a:pt x="962501" y="1073944"/>
                    <a:pt x="996791" y="1039654"/>
                    <a:pt x="996791" y="997744"/>
                  </a:cubicBezTo>
                  <a:lnTo>
                    <a:pt x="996791" y="921544"/>
                  </a:lnTo>
                  <a:cubicBezTo>
                    <a:pt x="996791" y="879634"/>
                    <a:pt x="962501" y="845344"/>
                    <a:pt x="920591" y="845344"/>
                  </a:cubicBezTo>
                  <a:lnTo>
                    <a:pt x="615791" y="845344"/>
                  </a:lnTo>
                  <a:cubicBezTo>
                    <a:pt x="490061" y="845344"/>
                    <a:pt x="387191" y="743426"/>
                    <a:pt x="387191" y="616744"/>
                  </a:cubicBezTo>
                  <a:lnTo>
                    <a:pt x="387191" y="540544"/>
                  </a:lnTo>
                  <a:cubicBezTo>
                    <a:pt x="387191" y="414814"/>
                    <a:pt x="489109" y="311944"/>
                    <a:pt x="615791" y="311944"/>
                  </a:cubicBezTo>
                  <a:lnTo>
                    <a:pt x="691991" y="311944"/>
                  </a:lnTo>
                  <a:lnTo>
                    <a:pt x="691991" y="159544"/>
                  </a:lnTo>
                  <a:lnTo>
                    <a:pt x="844391" y="159544"/>
                  </a:lnTo>
                  <a:lnTo>
                    <a:pt x="844391" y="311944"/>
                  </a:lnTo>
                  <a:lnTo>
                    <a:pt x="920591" y="311944"/>
                  </a:lnTo>
                  <a:cubicBezTo>
                    <a:pt x="1046321" y="311944"/>
                    <a:pt x="1149191" y="413861"/>
                    <a:pt x="1149191" y="540544"/>
                  </a:cubicBezTo>
                  <a:lnTo>
                    <a:pt x="1149191" y="616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62779E98-7352-4729-8320-851A77B39C62}"/>
                </a:ext>
              </a:extLst>
            </p:cNvPr>
            <p:cNvSpPr/>
            <p:nvPr/>
          </p:nvSpPr>
          <p:spPr>
            <a:xfrm>
              <a:off x="5757387" y="4717257"/>
              <a:ext cx="981075" cy="990600"/>
            </a:xfrm>
            <a:custGeom>
              <a:avLst/>
              <a:gdLst>
                <a:gd name="connsiteX0" fmla="*/ 720566 w 981075"/>
                <a:gd name="connsiteY0" fmla="*/ 475774 h 990600"/>
                <a:gd name="connsiteX1" fmla="*/ 720566 w 981075"/>
                <a:gd name="connsiteY1" fmla="*/ 7144 h 990600"/>
                <a:gd name="connsiteX2" fmla="*/ 263366 w 981075"/>
                <a:gd name="connsiteY2" fmla="*/ 7144 h 990600"/>
                <a:gd name="connsiteX3" fmla="*/ 263366 w 981075"/>
                <a:gd name="connsiteY3" fmla="*/ 475774 h 990600"/>
                <a:gd name="connsiteX4" fmla="*/ 187166 w 981075"/>
                <a:gd name="connsiteY4" fmla="*/ 551974 h 990600"/>
                <a:gd name="connsiteX5" fmla="*/ 7144 w 981075"/>
                <a:gd name="connsiteY5" fmla="*/ 551974 h 990600"/>
                <a:gd name="connsiteX6" fmla="*/ 491966 w 981075"/>
                <a:gd name="connsiteY6" fmla="*/ 983456 h 990600"/>
                <a:gd name="connsiteX7" fmla="*/ 976789 w 981075"/>
                <a:gd name="connsiteY7" fmla="*/ 551974 h 990600"/>
                <a:gd name="connsiteX8" fmla="*/ 796766 w 981075"/>
                <a:gd name="connsiteY8" fmla="*/ 551974 h 990600"/>
                <a:gd name="connsiteX9" fmla="*/ 720566 w 981075"/>
                <a:gd name="connsiteY9" fmla="*/ 475774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1075" h="990600">
                  <a:moveTo>
                    <a:pt x="720566" y="475774"/>
                  </a:moveTo>
                  <a:lnTo>
                    <a:pt x="720566" y="7144"/>
                  </a:lnTo>
                  <a:cubicBezTo>
                    <a:pt x="569119" y="22384"/>
                    <a:pt x="415766" y="22384"/>
                    <a:pt x="263366" y="7144"/>
                  </a:cubicBezTo>
                  <a:lnTo>
                    <a:pt x="263366" y="475774"/>
                  </a:lnTo>
                  <a:cubicBezTo>
                    <a:pt x="263366" y="517684"/>
                    <a:pt x="229076" y="551974"/>
                    <a:pt x="187166" y="551974"/>
                  </a:cubicBezTo>
                  <a:lnTo>
                    <a:pt x="7144" y="551974"/>
                  </a:lnTo>
                  <a:lnTo>
                    <a:pt x="491966" y="983456"/>
                  </a:lnTo>
                  <a:lnTo>
                    <a:pt x="976789" y="551974"/>
                  </a:lnTo>
                  <a:lnTo>
                    <a:pt x="796766" y="551974"/>
                  </a:lnTo>
                  <a:cubicBezTo>
                    <a:pt x="754856" y="551974"/>
                    <a:pt x="720566" y="518636"/>
                    <a:pt x="720566" y="4757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93EEA354-DF5F-4EE0-B7BB-99EC30EB9A35}"/>
                </a:ext>
              </a:extLst>
            </p:cNvPr>
            <p:cNvSpPr/>
            <p:nvPr/>
          </p:nvSpPr>
          <p:spPr>
            <a:xfrm>
              <a:off x="4140994" y="2732247"/>
              <a:ext cx="1352550" cy="1724025"/>
            </a:xfrm>
            <a:custGeom>
              <a:avLst/>
              <a:gdLst>
                <a:gd name="connsiteX0" fmla="*/ 966311 w 1352550"/>
                <a:gd name="connsiteY0" fmla="*/ 862489 h 1724025"/>
                <a:gd name="connsiteX1" fmla="*/ 1353979 w 1352550"/>
                <a:gd name="connsiteY1" fmla="*/ 7144 h 1724025"/>
                <a:gd name="connsiteX2" fmla="*/ 7144 w 1352550"/>
                <a:gd name="connsiteY2" fmla="*/ 862489 h 1724025"/>
                <a:gd name="connsiteX3" fmla="*/ 1353979 w 1352550"/>
                <a:gd name="connsiteY3" fmla="*/ 1717834 h 1724025"/>
                <a:gd name="connsiteX4" fmla="*/ 966311 w 1352550"/>
                <a:gd name="connsiteY4" fmla="*/ 862489 h 172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2550" h="1724025">
                  <a:moveTo>
                    <a:pt x="966311" y="862489"/>
                  </a:moveTo>
                  <a:cubicBezTo>
                    <a:pt x="966311" y="534829"/>
                    <a:pt x="1108234" y="223361"/>
                    <a:pt x="1353979" y="7144"/>
                  </a:cubicBezTo>
                  <a:cubicBezTo>
                    <a:pt x="683419" y="239554"/>
                    <a:pt x="166211" y="706279"/>
                    <a:pt x="7144" y="862489"/>
                  </a:cubicBezTo>
                  <a:cubicBezTo>
                    <a:pt x="167164" y="1018699"/>
                    <a:pt x="683419" y="1485424"/>
                    <a:pt x="1353979" y="1717834"/>
                  </a:cubicBezTo>
                  <a:cubicBezTo>
                    <a:pt x="1107281" y="1501616"/>
                    <a:pt x="966311" y="1189196"/>
                    <a:pt x="966311" y="8624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88EAF53A-59C1-4CAC-ABA9-7FBBA34AD160}"/>
                </a:ext>
              </a:extLst>
            </p:cNvPr>
            <p:cNvSpPr/>
            <p:nvPr/>
          </p:nvSpPr>
          <p:spPr>
            <a:xfrm>
              <a:off x="4566762" y="1453992"/>
              <a:ext cx="771525" cy="771525"/>
            </a:xfrm>
            <a:custGeom>
              <a:avLst/>
              <a:gdLst>
                <a:gd name="connsiteX0" fmla="*/ 388144 w 771525"/>
                <a:gd name="connsiteY0" fmla="*/ 769144 h 771525"/>
                <a:gd name="connsiteX1" fmla="*/ 769144 w 771525"/>
                <a:gd name="connsiteY1" fmla="*/ 388144 h 771525"/>
                <a:gd name="connsiteX2" fmla="*/ 388144 w 771525"/>
                <a:gd name="connsiteY2" fmla="*/ 7144 h 771525"/>
                <a:gd name="connsiteX3" fmla="*/ 7144 w 771525"/>
                <a:gd name="connsiteY3" fmla="*/ 388144 h 771525"/>
                <a:gd name="connsiteX4" fmla="*/ 388144 w 771525"/>
                <a:gd name="connsiteY4" fmla="*/ 769144 h 771525"/>
                <a:gd name="connsiteX5" fmla="*/ 159544 w 771525"/>
                <a:gd name="connsiteY5" fmla="*/ 312896 h 771525"/>
                <a:gd name="connsiteX6" fmla="*/ 311944 w 771525"/>
                <a:gd name="connsiteY6" fmla="*/ 312896 h 771525"/>
                <a:gd name="connsiteX7" fmla="*/ 311944 w 771525"/>
                <a:gd name="connsiteY7" fmla="*/ 160496 h 771525"/>
                <a:gd name="connsiteX8" fmla="*/ 464344 w 771525"/>
                <a:gd name="connsiteY8" fmla="*/ 160496 h 771525"/>
                <a:gd name="connsiteX9" fmla="*/ 464344 w 771525"/>
                <a:gd name="connsiteY9" fmla="*/ 312896 h 771525"/>
                <a:gd name="connsiteX10" fmla="*/ 616744 w 771525"/>
                <a:gd name="connsiteY10" fmla="*/ 312896 h 771525"/>
                <a:gd name="connsiteX11" fmla="*/ 616744 w 771525"/>
                <a:gd name="connsiteY11" fmla="*/ 465296 h 771525"/>
                <a:gd name="connsiteX12" fmla="*/ 464344 w 771525"/>
                <a:gd name="connsiteY12" fmla="*/ 465296 h 771525"/>
                <a:gd name="connsiteX13" fmla="*/ 464344 w 771525"/>
                <a:gd name="connsiteY13" fmla="*/ 617696 h 771525"/>
                <a:gd name="connsiteX14" fmla="*/ 311944 w 771525"/>
                <a:gd name="connsiteY14" fmla="*/ 617696 h 771525"/>
                <a:gd name="connsiteX15" fmla="*/ 311944 w 771525"/>
                <a:gd name="connsiteY15" fmla="*/ 465296 h 771525"/>
                <a:gd name="connsiteX16" fmla="*/ 159544 w 771525"/>
                <a:gd name="connsiteY16" fmla="*/ 465296 h 771525"/>
                <a:gd name="connsiteX17" fmla="*/ 159544 w 771525"/>
                <a:gd name="connsiteY17" fmla="*/ 312896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71525" h="771525">
                  <a:moveTo>
                    <a:pt x="388144" y="769144"/>
                  </a:moveTo>
                  <a:cubicBezTo>
                    <a:pt x="598646" y="769144"/>
                    <a:pt x="769144" y="598646"/>
                    <a:pt x="769144" y="388144"/>
                  </a:cubicBezTo>
                  <a:cubicBezTo>
                    <a:pt x="769144" y="177641"/>
                    <a:pt x="598646" y="7144"/>
                    <a:pt x="388144" y="7144"/>
                  </a:cubicBezTo>
                  <a:cubicBezTo>
                    <a:pt x="177641" y="7144"/>
                    <a:pt x="7144" y="177641"/>
                    <a:pt x="7144" y="388144"/>
                  </a:cubicBezTo>
                  <a:cubicBezTo>
                    <a:pt x="7144" y="598646"/>
                    <a:pt x="177641" y="769144"/>
                    <a:pt x="388144" y="769144"/>
                  </a:cubicBezTo>
                  <a:close/>
                  <a:moveTo>
                    <a:pt x="159544" y="312896"/>
                  </a:moveTo>
                  <a:lnTo>
                    <a:pt x="311944" y="312896"/>
                  </a:lnTo>
                  <a:lnTo>
                    <a:pt x="311944" y="160496"/>
                  </a:lnTo>
                  <a:lnTo>
                    <a:pt x="464344" y="160496"/>
                  </a:lnTo>
                  <a:lnTo>
                    <a:pt x="464344" y="312896"/>
                  </a:lnTo>
                  <a:lnTo>
                    <a:pt x="616744" y="312896"/>
                  </a:lnTo>
                  <a:lnTo>
                    <a:pt x="616744" y="465296"/>
                  </a:lnTo>
                  <a:lnTo>
                    <a:pt x="464344" y="465296"/>
                  </a:lnTo>
                  <a:lnTo>
                    <a:pt x="464344" y="617696"/>
                  </a:lnTo>
                  <a:lnTo>
                    <a:pt x="311944" y="617696"/>
                  </a:lnTo>
                  <a:lnTo>
                    <a:pt x="311944" y="465296"/>
                  </a:lnTo>
                  <a:lnTo>
                    <a:pt x="159544" y="465296"/>
                  </a:lnTo>
                  <a:lnTo>
                    <a:pt x="159544" y="31289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C68DDB6C-E4F3-471D-A810-08CE5037EA61}"/>
                </a:ext>
              </a:extLst>
            </p:cNvPr>
            <p:cNvSpPr/>
            <p:nvPr/>
          </p:nvSpPr>
          <p:spPr>
            <a:xfrm>
              <a:off x="7155657" y="1453992"/>
              <a:ext cx="771525" cy="771525"/>
            </a:xfrm>
            <a:custGeom>
              <a:avLst/>
              <a:gdLst>
                <a:gd name="connsiteX0" fmla="*/ 388144 w 771525"/>
                <a:gd name="connsiteY0" fmla="*/ 769144 h 771525"/>
                <a:gd name="connsiteX1" fmla="*/ 769144 w 771525"/>
                <a:gd name="connsiteY1" fmla="*/ 388144 h 771525"/>
                <a:gd name="connsiteX2" fmla="*/ 388144 w 771525"/>
                <a:gd name="connsiteY2" fmla="*/ 7144 h 771525"/>
                <a:gd name="connsiteX3" fmla="*/ 7144 w 771525"/>
                <a:gd name="connsiteY3" fmla="*/ 388144 h 771525"/>
                <a:gd name="connsiteX4" fmla="*/ 388144 w 771525"/>
                <a:gd name="connsiteY4" fmla="*/ 769144 h 771525"/>
                <a:gd name="connsiteX5" fmla="*/ 159544 w 771525"/>
                <a:gd name="connsiteY5" fmla="*/ 312896 h 771525"/>
                <a:gd name="connsiteX6" fmla="*/ 616744 w 771525"/>
                <a:gd name="connsiteY6" fmla="*/ 312896 h 771525"/>
                <a:gd name="connsiteX7" fmla="*/ 616744 w 771525"/>
                <a:gd name="connsiteY7" fmla="*/ 465296 h 771525"/>
                <a:gd name="connsiteX8" fmla="*/ 159544 w 771525"/>
                <a:gd name="connsiteY8" fmla="*/ 465296 h 771525"/>
                <a:gd name="connsiteX9" fmla="*/ 159544 w 771525"/>
                <a:gd name="connsiteY9" fmla="*/ 312896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525" h="771525">
                  <a:moveTo>
                    <a:pt x="388144" y="769144"/>
                  </a:moveTo>
                  <a:cubicBezTo>
                    <a:pt x="598646" y="769144"/>
                    <a:pt x="769144" y="598646"/>
                    <a:pt x="769144" y="388144"/>
                  </a:cubicBezTo>
                  <a:cubicBezTo>
                    <a:pt x="769144" y="177641"/>
                    <a:pt x="598646" y="7144"/>
                    <a:pt x="388144" y="7144"/>
                  </a:cubicBezTo>
                  <a:cubicBezTo>
                    <a:pt x="177641" y="7144"/>
                    <a:pt x="7144" y="177641"/>
                    <a:pt x="7144" y="388144"/>
                  </a:cubicBezTo>
                  <a:cubicBezTo>
                    <a:pt x="8096" y="598646"/>
                    <a:pt x="177641" y="769144"/>
                    <a:pt x="388144" y="769144"/>
                  </a:cubicBezTo>
                  <a:close/>
                  <a:moveTo>
                    <a:pt x="159544" y="312896"/>
                  </a:moveTo>
                  <a:lnTo>
                    <a:pt x="616744" y="312896"/>
                  </a:lnTo>
                  <a:lnTo>
                    <a:pt x="616744" y="465296"/>
                  </a:lnTo>
                  <a:lnTo>
                    <a:pt x="159544" y="465296"/>
                  </a:lnTo>
                  <a:lnTo>
                    <a:pt x="159544" y="31289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69" name="Graphic 54">
            <a:extLst>
              <a:ext uri="{FF2B5EF4-FFF2-40B4-BE49-F238E27FC236}">
                <a16:creationId xmlns:a16="http://schemas.microsoft.com/office/drawing/2014/main" id="{DFFC5F69-6902-4883-A10D-CD93F8906479}"/>
              </a:ext>
            </a:extLst>
          </p:cNvPr>
          <p:cNvGrpSpPr>
            <a:grpSpLocks noChangeAspect="1"/>
          </p:cNvGrpSpPr>
          <p:nvPr/>
        </p:nvGrpSpPr>
        <p:grpSpPr>
          <a:xfrm>
            <a:off x="1013970" y="4944961"/>
            <a:ext cx="496273" cy="502920"/>
            <a:chOff x="4114800" y="1419225"/>
            <a:chExt cx="4267200" cy="43243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93E0C95F-DBBF-4496-9127-8F1C8A612FDC}"/>
                </a:ext>
              </a:extLst>
            </p:cNvPr>
            <p:cNvSpPr/>
            <p:nvPr/>
          </p:nvSpPr>
          <p:spPr>
            <a:xfrm>
              <a:off x="6706076" y="3923824"/>
              <a:ext cx="1362075" cy="1819275"/>
            </a:xfrm>
            <a:custGeom>
              <a:avLst/>
              <a:gdLst>
                <a:gd name="connsiteX0" fmla="*/ 289084 w 1362075"/>
                <a:gd name="connsiteY0" fmla="*/ 7144 h 1819275"/>
                <a:gd name="connsiteX1" fmla="*/ 7144 w 1362075"/>
                <a:gd name="connsiteY1" fmla="*/ 1709261 h 1819275"/>
                <a:gd name="connsiteX2" fmla="*/ 531971 w 1362075"/>
                <a:gd name="connsiteY2" fmla="*/ 1819751 h 1819275"/>
                <a:gd name="connsiteX3" fmla="*/ 607219 w 1362075"/>
                <a:gd name="connsiteY3" fmla="*/ 1463516 h 1819275"/>
                <a:gd name="connsiteX4" fmla="*/ 611029 w 1362075"/>
                <a:gd name="connsiteY4" fmla="*/ 1453039 h 1819275"/>
                <a:gd name="connsiteX5" fmla="*/ 605314 w 1362075"/>
                <a:gd name="connsiteY5" fmla="*/ 1453039 h 1819275"/>
                <a:gd name="connsiteX6" fmla="*/ 605314 w 1362075"/>
                <a:gd name="connsiteY6" fmla="*/ 463391 h 1819275"/>
                <a:gd name="connsiteX7" fmla="*/ 757714 w 1362075"/>
                <a:gd name="connsiteY7" fmla="*/ 463391 h 1819275"/>
                <a:gd name="connsiteX8" fmla="*/ 757714 w 1362075"/>
                <a:gd name="connsiteY8" fmla="*/ 1453039 h 1819275"/>
                <a:gd name="connsiteX9" fmla="*/ 751999 w 1362075"/>
                <a:gd name="connsiteY9" fmla="*/ 1453039 h 1819275"/>
                <a:gd name="connsiteX10" fmla="*/ 755809 w 1362075"/>
                <a:gd name="connsiteY10" fmla="*/ 1463516 h 1819275"/>
                <a:gd name="connsiteX11" fmla="*/ 831056 w 1362075"/>
                <a:gd name="connsiteY11" fmla="*/ 1819751 h 1819275"/>
                <a:gd name="connsiteX12" fmla="*/ 1355884 w 1362075"/>
                <a:gd name="connsiteY12" fmla="*/ 1709261 h 1819275"/>
                <a:gd name="connsiteX13" fmla="*/ 1073944 w 1362075"/>
                <a:gd name="connsiteY13" fmla="*/ 7144 h 1819275"/>
                <a:gd name="connsiteX14" fmla="*/ 289084 w 1362075"/>
                <a:gd name="connsiteY14" fmla="*/ 7144 h 181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62075" h="1819275">
                  <a:moveTo>
                    <a:pt x="289084" y="7144"/>
                  </a:moveTo>
                  <a:lnTo>
                    <a:pt x="7144" y="1709261"/>
                  </a:lnTo>
                  <a:lnTo>
                    <a:pt x="531971" y="1819751"/>
                  </a:lnTo>
                  <a:lnTo>
                    <a:pt x="607219" y="1463516"/>
                  </a:lnTo>
                  <a:cubicBezTo>
                    <a:pt x="608171" y="1459706"/>
                    <a:pt x="609124" y="1456849"/>
                    <a:pt x="611029" y="1453039"/>
                  </a:cubicBezTo>
                  <a:lnTo>
                    <a:pt x="605314" y="1453039"/>
                  </a:lnTo>
                  <a:lnTo>
                    <a:pt x="605314" y="463391"/>
                  </a:lnTo>
                  <a:lnTo>
                    <a:pt x="757714" y="463391"/>
                  </a:lnTo>
                  <a:lnTo>
                    <a:pt x="757714" y="1453039"/>
                  </a:lnTo>
                  <a:lnTo>
                    <a:pt x="751999" y="1453039"/>
                  </a:lnTo>
                  <a:cubicBezTo>
                    <a:pt x="753904" y="1455896"/>
                    <a:pt x="754856" y="1459706"/>
                    <a:pt x="755809" y="1463516"/>
                  </a:cubicBezTo>
                  <a:lnTo>
                    <a:pt x="831056" y="1819751"/>
                  </a:lnTo>
                  <a:lnTo>
                    <a:pt x="1355884" y="1709261"/>
                  </a:lnTo>
                  <a:lnTo>
                    <a:pt x="1073944" y="7144"/>
                  </a:lnTo>
                  <a:lnTo>
                    <a:pt x="28908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B69513FA-E274-407D-9759-131F2A71A272}"/>
                </a:ext>
              </a:extLst>
            </p:cNvPr>
            <p:cNvSpPr/>
            <p:nvPr/>
          </p:nvSpPr>
          <p:spPr>
            <a:xfrm>
              <a:off x="6695599" y="2476024"/>
              <a:ext cx="1381125" cy="1304925"/>
            </a:xfrm>
            <a:custGeom>
              <a:avLst/>
              <a:gdLst>
                <a:gd name="connsiteX0" fmla="*/ 691991 w 1381125"/>
                <a:gd name="connsiteY0" fmla="*/ 312896 h 1304925"/>
                <a:gd name="connsiteX1" fmla="*/ 230981 w 1381125"/>
                <a:gd name="connsiteY1" fmla="*/ 8096 h 1304925"/>
                <a:gd name="connsiteX2" fmla="*/ 7144 w 1381125"/>
                <a:gd name="connsiteY2" fmla="*/ 8096 h 1304925"/>
                <a:gd name="connsiteX3" fmla="*/ 7144 w 1381125"/>
                <a:gd name="connsiteY3" fmla="*/ 226219 h 1304925"/>
                <a:gd name="connsiteX4" fmla="*/ 293846 w 1381125"/>
                <a:gd name="connsiteY4" fmla="*/ 1301591 h 1304925"/>
                <a:gd name="connsiteX5" fmla="*/ 1092041 w 1381125"/>
                <a:gd name="connsiteY5" fmla="*/ 1301591 h 1304925"/>
                <a:gd name="connsiteX6" fmla="*/ 1376839 w 1381125"/>
                <a:gd name="connsiteY6" fmla="*/ 376714 h 1304925"/>
                <a:gd name="connsiteX7" fmla="*/ 1376839 w 1381125"/>
                <a:gd name="connsiteY7" fmla="*/ 7144 h 1304925"/>
                <a:gd name="connsiteX8" fmla="*/ 1153001 w 1381125"/>
                <a:gd name="connsiteY8" fmla="*/ 7144 h 1304925"/>
                <a:gd name="connsiteX9" fmla="*/ 691991 w 1381125"/>
                <a:gd name="connsiteY9" fmla="*/ 312896 h 1304925"/>
                <a:gd name="connsiteX10" fmla="*/ 844391 w 1381125"/>
                <a:gd name="connsiteY10" fmla="*/ 1226344 h 1304925"/>
                <a:gd name="connsiteX11" fmla="*/ 691991 w 1381125"/>
                <a:gd name="connsiteY11" fmla="*/ 1226344 h 1304925"/>
                <a:gd name="connsiteX12" fmla="*/ 691991 w 1381125"/>
                <a:gd name="connsiteY12" fmla="*/ 1073944 h 1304925"/>
                <a:gd name="connsiteX13" fmla="*/ 844391 w 1381125"/>
                <a:gd name="connsiteY13" fmla="*/ 1073944 h 1304925"/>
                <a:gd name="connsiteX14" fmla="*/ 844391 w 1381125"/>
                <a:gd name="connsiteY14" fmla="*/ 1226344 h 1304925"/>
                <a:gd name="connsiteX15" fmla="*/ 1072991 w 1381125"/>
                <a:gd name="connsiteY15" fmla="*/ 1226344 h 1304925"/>
                <a:gd name="connsiteX16" fmla="*/ 920591 w 1381125"/>
                <a:gd name="connsiteY16" fmla="*/ 1226344 h 1304925"/>
                <a:gd name="connsiteX17" fmla="*/ 920591 w 1381125"/>
                <a:gd name="connsiteY17" fmla="*/ 1073944 h 1304925"/>
                <a:gd name="connsiteX18" fmla="*/ 1072991 w 1381125"/>
                <a:gd name="connsiteY18" fmla="*/ 1073944 h 1304925"/>
                <a:gd name="connsiteX19" fmla="*/ 1072991 w 1381125"/>
                <a:gd name="connsiteY19" fmla="*/ 1226344 h 1304925"/>
                <a:gd name="connsiteX20" fmla="*/ 1072991 w 1381125"/>
                <a:gd name="connsiteY20" fmla="*/ 997744 h 1304925"/>
                <a:gd name="connsiteX21" fmla="*/ 920591 w 1381125"/>
                <a:gd name="connsiteY21" fmla="*/ 997744 h 1304925"/>
                <a:gd name="connsiteX22" fmla="*/ 920591 w 1381125"/>
                <a:gd name="connsiteY22" fmla="*/ 845344 h 1304925"/>
                <a:gd name="connsiteX23" fmla="*/ 1072991 w 1381125"/>
                <a:gd name="connsiteY23" fmla="*/ 845344 h 1304925"/>
                <a:gd name="connsiteX24" fmla="*/ 1072991 w 1381125"/>
                <a:gd name="connsiteY24" fmla="*/ 997744 h 130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81125" h="1304925">
                  <a:moveTo>
                    <a:pt x="691991" y="312896"/>
                  </a:moveTo>
                  <a:cubicBezTo>
                    <a:pt x="492919" y="307181"/>
                    <a:pt x="313849" y="189071"/>
                    <a:pt x="230981" y="8096"/>
                  </a:cubicBezTo>
                  <a:lnTo>
                    <a:pt x="7144" y="8096"/>
                  </a:lnTo>
                  <a:lnTo>
                    <a:pt x="7144" y="226219"/>
                  </a:lnTo>
                  <a:lnTo>
                    <a:pt x="293846" y="1301591"/>
                  </a:lnTo>
                  <a:lnTo>
                    <a:pt x="1092041" y="1301591"/>
                  </a:lnTo>
                  <a:lnTo>
                    <a:pt x="1376839" y="376714"/>
                  </a:lnTo>
                  <a:lnTo>
                    <a:pt x="1376839" y="7144"/>
                  </a:lnTo>
                  <a:lnTo>
                    <a:pt x="1153001" y="7144"/>
                  </a:lnTo>
                  <a:cubicBezTo>
                    <a:pt x="1070134" y="189071"/>
                    <a:pt x="891064" y="307181"/>
                    <a:pt x="691991" y="312896"/>
                  </a:cubicBezTo>
                  <a:close/>
                  <a:moveTo>
                    <a:pt x="844391" y="1226344"/>
                  </a:moveTo>
                  <a:lnTo>
                    <a:pt x="691991" y="1226344"/>
                  </a:lnTo>
                  <a:lnTo>
                    <a:pt x="691991" y="1073944"/>
                  </a:lnTo>
                  <a:lnTo>
                    <a:pt x="844391" y="1073944"/>
                  </a:lnTo>
                  <a:lnTo>
                    <a:pt x="844391" y="1226344"/>
                  </a:lnTo>
                  <a:close/>
                  <a:moveTo>
                    <a:pt x="1072991" y="1226344"/>
                  </a:moveTo>
                  <a:lnTo>
                    <a:pt x="920591" y="1226344"/>
                  </a:lnTo>
                  <a:lnTo>
                    <a:pt x="920591" y="1073944"/>
                  </a:lnTo>
                  <a:lnTo>
                    <a:pt x="1072991" y="1073944"/>
                  </a:lnTo>
                  <a:lnTo>
                    <a:pt x="1072991" y="1226344"/>
                  </a:lnTo>
                  <a:close/>
                  <a:moveTo>
                    <a:pt x="1072991" y="997744"/>
                  </a:moveTo>
                  <a:lnTo>
                    <a:pt x="920591" y="997744"/>
                  </a:lnTo>
                  <a:lnTo>
                    <a:pt x="920591" y="845344"/>
                  </a:lnTo>
                  <a:lnTo>
                    <a:pt x="1072991" y="845344"/>
                  </a:lnTo>
                  <a:lnTo>
                    <a:pt x="1072991" y="997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E6ED6949-12DD-4E2E-8F3D-0009898E9505}"/>
                </a:ext>
              </a:extLst>
            </p:cNvPr>
            <p:cNvSpPr/>
            <p:nvPr/>
          </p:nvSpPr>
          <p:spPr>
            <a:xfrm>
              <a:off x="5328761" y="2684621"/>
              <a:ext cx="228600" cy="295275"/>
            </a:xfrm>
            <a:custGeom>
              <a:avLst/>
              <a:gdLst>
                <a:gd name="connsiteX0" fmla="*/ 7144 w 228600"/>
                <a:gd name="connsiteY0" fmla="*/ 49054 h 295275"/>
                <a:gd name="connsiteX1" fmla="*/ 153829 w 228600"/>
                <a:gd name="connsiteY1" fmla="*/ 7144 h 295275"/>
                <a:gd name="connsiteX2" fmla="*/ 222409 w 228600"/>
                <a:gd name="connsiteY2" fmla="*/ 248126 h 295275"/>
                <a:gd name="connsiteX3" fmla="*/ 75724 w 228600"/>
                <a:gd name="connsiteY3" fmla="*/ 290036 h 295275"/>
                <a:gd name="connsiteX4" fmla="*/ 7144 w 228600"/>
                <a:gd name="connsiteY4" fmla="*/ 4905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" h="295275">
                  <a:moveTo>
                    <a:pt x="7144" y="49054"/>
                  </a:moveTo>
                  <a:lnTo>
                    <a:pt x="153829" y="7144"/>
                  </a:lnTo>
                  <a:lnTo>
                    <a:pt x="222409" y="248126"/>
                  </a:lnTo>
                  <a:lnTo>
                    <a:pt x="75724" y="290036"/>
                  </a:lnTo>
                  <a:lnTo>
                    <a:pt x="7144" y="4905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C11DB271-E066-4DB4-85C2-9685883FE141}"/>
                </a:ext>
              </a:extLst>
            </p:cNvPr>
            <p:cNvSpPr/>
            <p:nvPr/>
          </p:nvSpPr>
          <p:spPr>
            <a:xfrm>
              <a:off x="5675471" y="3436144"/>
              <a:ext cx="447675" cy="523875"/>
            </a:xfrm>
            <a:custGeom>
              <a:avLst/>
              <a:gdLst>
                <a:gd name="connsiteX0" fmla="*/ 7144 w 447675"/>
                <a:gd name="connsiteY0" fmla="*/ 98584 h 523875"/>
                <a:gd name="connsiteX1" fmla="*/ 129064 w 447675"/>
                <a:gd name="connsiteY1" fmla="*/ 7144 h 523875"/>
                <a:gd name="connsiteX2" fmla="*/ 449104 w 447675"/>
                <a:gd name="connsiteY2" fmla="*/ 432911 h 523875"/>
                <a:gd name="connsiteX3" fmla="*/ 327184 w 447675"/>
                <a:gd name="connsiteY3" fmla="*/ 524351 h 523875"/>
                <a:gd name="connsiteX4" fmla="*/ 7144 w 447675"/>
                <a:gd name="connsiteY4" fmla="*/ 98584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675" h="523875">
                  <a:moveTo>
                    <a:pt x="7144" y="98584"/>
                  </a:moveTo>
                  <a:lnTo>
                    <a:pt x="129064" y="7144"/>
                  </a:lnTo>
                  <a:lnTo>
                    <a:pt x="449104" y="432911"/>
                  </a:lnTo>
                  <a:lnTo>
                    <a:pt x="327184" y="524351"/>
                  </a:lnTo>
                  <a:lnTo>
                    <a:pt x="7144" y="9858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18DD3CD6-7DCD-4A9A-92FB-2E2513C7BED1}"/>
                </a:ext>
              </a:extLst>
            </p:cNvPr>
            <p:cNvSpPr/>
            <p:nvPr/>
          </p:nvSpPr>
          <p:spPr>
            <a:xfrm>
              <a:off x="4587716" y="1904524"/>
              <a:ext cx="495300" cy="1076325"/>
            </a:xfrm>
            <a:custGeom>
              <a:avLst/>
              <a:gdLst>
                <a:gd name="connsiteX0" fmla="*/ 7144 w 495300"/>
                <a:gd name="connsiteY0" fmla="*/ 1029176 h 1076325"/>
                <a:gd name="connsiteX1" fmla="*/ 348139 w 495300"/>
                <a:gd name="connsiteY1" fmla="*/ 7144 h 1076325"/>
                <a:gd name="connsiteX2" fmla="*/ 492919 w 495300"/>
                <a:gd name="connsiteY2" fmla="*/ 55721 h 1076325"/>
                <a:gd name="connsiteX3" fmla="*/ 151924 w 495300"/>
                <a:gd name="connsiteY3" fmla="*/ 1076801 h 1076325"/>
                <a:gd name="connsiteX4" fmla="*/ 7144 w 495300"/>
                <a:gd name="connsiteY4" fmla="*/ 1029176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0" h="1076325">
                  <a:moveTo>
                    <a:pt x="7144" y="1029176"/>
                  </a:moveTo>
                  <a:lnTo>
                    <a:pt x="348139" y="7144"/>
                  </a:lnTo>
                  <a:lnTo>
                    <a:pt x="492919" y="55721"/>
                  </a:lnTo>
                  <a:lnTo>
                    <a:pt x="151924" y="1076801"/>
                  </a:lnTo>
                  <a:lnTo>
                    <a:pt x="7144" y="1029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B96F8ED9-4A51-4398-A666-E00872AA440E}"/>
                </a:ext>
              </a:extLst>
            </p:cNvPr>
            <p:cNvSpPr/>
            <p:nvPr/>
          </p:nvSpPr>
          <p:spPr>
            <a:xfrm>
              <a:off x="4336256" y="3515201"/>
              <a:ext cx="238125" cy="371475"/>
            </a:xfrm>
            <a:custGeom>
              <a:avLst/>
              <a:gdLst>
                <a:gd name="connsiteX0" fmla="*/ 7144 w 238125"/>
                <a:gd name="connsiteY0" fmla="*/ 330041 h 371475"/>
                <a:gd name="connsiteX1" fmla="*/ 88106 w 238125"/>
                <a:gd name="connsiteY1" fmla="*/ 7144 h 371475"/>
                <a:gd name="connsiteX2" fmla="*/ 235744 w 238125"/>
                <a:gd name="connsiteY2" fmla="*/ 44291 h 371475"/>
                <a:gd name="connsiteX3" fmla="*/ 154781 w 238125"/>
                <a:gd name="connsiteY3" fmla="*/ 367189 h 371475"/>
                <a:gd name="connsiteX4" fmla="*/ 7144 w 238125"/>
                <a:gd name="connsiteY4" fmla="*/ 33004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25" h="371475">
                  <a:moveTo>
                    <a:pt x="7144" y="330041"/>
                  </a:moveTo>
                  <a:lnTo>
                    <a:pt x="88106" y="7144"/>
                  </a:lnTo>
                  <a:lnTo>
                    <a:pt x="235744" y="44291"/>
                  </a:lnTo>
                  <a:lnTo>
                    <a:pt x="154781" y="367189"/>
                  </a:lnTo>
                  <a:lnTo>
                    <a:pt x="7144" y="3300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55B1969-B3D8-4E92-AD90-77471D50B604}"/>
                </a:ext>
              </a:extLst>
            </p:cNvPr>
            <p:cNvSpPr/>
            <p:nvPr/>
          </p:nvSpPr>
          <p:spPr>
            <a:xfrm>
              <a:off x="5107781" y="1911191"/>
              <a:ext cx="295275" cy="542925"/>
            </a:xfrm>
            <a:custGeom>
              <a:avLst/>
              <a:gdLst>
                <a:gd name="connsiteX0" fmla="*/ 7144 w 295275"/>
                <a:gd name="connsiteY0" fmla="*/ 49054 h 542925"/>
                <a:gd name="connsiteX1" fmla="*/ 153829 w 295275"/>
                <a:gd name="connsiteY1" fmla="*/ 7144 h 542925"/>
                <a:gd name="connsiteX2" fmla="*/ 293846 w 295275"/>
                <a:gd name="connsiteY2" fmla="*/ 498634 h 542925"/>
                <a:gd name="connsiteX3" fmla="*/ 147161 w 295275"/>
                <a:gd name="connsiteY3" fmla="*/ 540544 h 542925"/>
                <a:gd name="connsiteX4" fmla="*/ 7144 w 295275"/>
                <a:gd name="connsiteY4" fmla="*/ 49054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275" h="542925">
                  <a:moveTo>
                    <a:pt x="7144" y="49054"/>
                  </a:moveTo>
                  <a:lnTo>
                    <a:pt x="153829" y="7144"/>
                  </a:lnTo>
                  <a:lnTo>
                    <a:pt x="293846" y="498634"/>
                  </a:lnTo>
                  <a:lnTo>
                    <a:pt x="147161" y="540544"/>
                  </a:lnTo>
                  <a:lnTo>
                    <a:pt x="7144" y="4905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1C04725-910B-44BD-9C1A-049971619E63}"/>
                </a:ext>
              </a:extLst>
            </p:cNvPr>
            <p:cNvSpPr/>
            <p:nvPr/>
          </p:nvSpPr>
          <p:spPr>
            <a:xfrm>
              <a:off x="4685824" y="3436144"/>
              <a:ext cx="447675" cy="523875"/>
            </a:xfrm>
            <a:custGeom>
              <a:avLst/>
              <a:gdLst>
                <a:gd name="connsiteX0" fmla="*/ 7144 w 447675"/>
                <a:gd name="connsiteY0" fmla="*/ 98584 h 523875"/>
                <a:gd name="connsiteX1" fmla="*/ 129064 w 447675"/>
                <a:gd name="connsiteY1" fmla="*/ 7144 h 523875"/>
                <a:gd name="connsiteX2" fmla="*/ 449104 w 447675"/>
                <a:gd name="connsiteY2" fmla="*/ 432911 h 523875"/>
                <a:gd name="connsiteX3" fmla="*/ 327184 w 447675"/>
                <a:gd name="connsiteY3" fmla="*/ 524351 h 523875"/>
                <a:gd name="connsiteX4" fmla="*/ 7144 w 447675"/>
                <a:gd name="connsiteY4" fmla="*/ 98584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675" h="523875">
                  <a:moveTo>
                    <a:pt x="7144" y="98584"/>
                  </a:moveTo>
                  <a:lnTo>
                    <a:pt x="129064" y="7144"/>
                  </a:lnTo>
                  <a:lnTo>
                    <a:pt x="449104" y="432911"/>
                  </a:lnTo>
                  <a:lnTo>
                    <a:pt x="327184" y="524351"/>
                  </a:lnTo>
                  <a:lnTo>
                    <a:pt x="7144" y="9858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C9A28505-A2C6-4DFA-A4E0-83E380C72B3D}"/>
                </a:ext>
              </a:extLst>
            </p:cNvPr>
            <p:cNvSpPr/>
            <p:nvPr/>
          </p:nvSpPr>
          <p:spPr>
            <a:xfrm>
              <a:off x="4260056" y="4456271"/>
              <a:ext cx="161925" cy="390525"/>
            </a:xfrm>
            <a:custGeom>
              <a:avLst/>
              <a:gdLst>
                <a:gd name="connsiteX0" fmla="*/ 7144 w 161925"/>
                <a:gd name="connsiteY0" fmla="*/ 7144 h 390525"/>
                <a:gd name="connsiteX1" fmla="*/ 159544 w 161925"/>
                <a:gd name="connsiteY1" fmla="*/ 7144 h 390525"/>
                <a:gd name="connsiteX2" fmla="*/ 159544 w 161925"/>
                <a:gd name="connsiteY2" fmla="*/ 388144 h 390525"/>
                <a:gd name="connsiteX3" fmla="*/ 7144 w 161925"/>
                <a:gd name="connsiteY3" fmla="*/ 388144 h 390525"/>
                <a:gd name="connsiteX4" fmla="*/ 7144 w 161925"/>
                <a:gd name="connsiteY4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3905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388144"/>
                  </a:lnTo>
                  <a:lnTo>
                    <a:pt x="7144" y="388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2442DCB-C3D7-46BA-B617-87A6A84D0DD5}"/>
                </a:ext>
              </a:extLst>
            </p:cNvPr>
            <p:cNvSpPr/>
            <p:nvPr/>
          </p:nvSpPr>
          <p:spPr>
            <a:xfrm>
              <a:off x="5173504" y="4456271"/>
              <a:ext cx="161925" cy="390525"/>
            </a:xfrm>
            <a:custGeom>
              <a:avLst/>
              <a:gdLst>
                <a:gd name="connsiteX0" fmla="*/ 7144 w 161925"/>
                <a:gd name="connsiteY0" fmla="*/ 7144 h 390525"/>
                <a:gd name="connsiteX1" fmla="*/ 159544 w 161925"/>
                <a:gd name="connsiteY1" fmla="*/ 7144 h 390525"/>
                <a:gd name="connsiteX2" fmla="*/ 159544 w 161925"/>
                <a:gd name="connsiteY2" fmla="*/ 388144 h 390525"/>
                <a:gd name="connsiteX3" fmla="*/ 7144 w 161925"/>
                <a:gd name="connsiteY3" fmla="*/ 388144 h 390525"/>
                <a:gd name="connsiteX4" fmla="*/ 7144 w 161925"/>
                <a:gd name="connsiteY4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3905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388144"/>
                  </a:lnTo>
                  <a:lnTo>
                    <a:pt x="7144" y="388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0D4674F6-77F9-414F-BC0E-5255FA701689}"/>
                </a:ext>
              </a:extLst>
            </p:cNvPr>
            <p:cNvSpPr/>
            <p:nvPr/>
          </p:nvSpPr>
          <p:spPr>
            <a:xfrm>
              <a:off x="6162199" y="4456271"/>
              <a:ext cx="161925" cy="390525"/>
            </a:xfrm>
            <a:custGeom>
              <a:avLst/>
              <a:gdLst>
                <a:gd name="connsiteX0" fmla="*/ 7144 w 161925"/>
                <a:gd name="connsiteY0" fmla="*/ 7144 h 390525"/>
                <a:gd name="connsiteX1" fmla="*/ 159544 w 161925"/>
                <a:gd name="connsiteY1" fmla="*/ 7144 h 390525"/>
                <a:gd name="connsiteX2" fmla="*/ 159544 w 161925"/>
                <a:gd name="connsiteY2" fmla="*/ 388144 h 390525"/>
                <a:gd name="connsiteX3" fmla="*/ 7144 w 161925"/>
                <a:gd name="connsiteY3" fmla="*/ 388144 h 390525"/>
                <a:gd name="connsiteX4" fmla="*/ 7144 w 161925"/>
                <a:gd name="connsiteY4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3905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388144"/>
                  </a:lnTo>
                  <a:lnTo>
                    <a:pt x="7144" y="388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5D81A983-2CC7-4FD7-BDA3-681BBB60A71C}"/>
                </a:ext>
              </a:extLst>
            </p:cNvPr>
            <p:cNvSpPr/>
            <p:nvPr/>
          </p:nvSpPr>
          <p:spPr>
            <a:xfrm>
              <a:off x="8217694" y="2477929"/>
              <a:ext cx="161925" cy="1228725"/>
            </a:xfrm>
            <a:custGeom>
              <a:avLst/>
              <a:gdLst>
                <a:gd name="connsiteX0" fmla="*/ 7144 w 161925"/>
                <a:gd name="connsiteY0" fmla="*/ 7144 h 1228725"/>
                <a:gd name="connsiteX1" fmla="*/ 7144 w 161925"/>
                <a:gd name="connsiteY1" fmla="*/ 1149191 h 1228725"/>
                <a:gd name="connsiteX2" fmla="*/ 83344 w 161925"/>
                <a:gd name="connsiteY2" fmla="*/ 1225391 h 1228725"/>
                <a:gd name="connsiteX3" fmla="*/ 159544 w 161925"/>
                <a:gd name="connsiteY3" fmla="*/ 1149191 h 1228725"/>
                <a:gd name="connsiteX4" fmla="*/ 159544 w 161925"/>
                <a:gd name="connsiteY4" fmla="*/ 7144 h 1228725"/>
                <a:gd name="connsiteX5" fmla="*/ 7144 w 161925"/>
                <a:gd name="connsiteY5" fmla="*/ 7144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1925" h="1228725">
                  <a:moveTo>
                    <a:pt x="7144" y="7144"/>
                  </a:moveTo>
                  <a:lnTo>
                    <a:pt x="7144" y="1149191"/>
                  </a:lnTo>
                  <a:cubicBezTo>
                    <a:pt x="7144" y="1191101"/>
                    <a:pt x="41434" y="1225391"/>
                    <a:pt x="83344" y="1225391"/>
                  </a:cubicBezTo>
                  <a:cubicBezTo>
                    <a:pt x="125254" y="1225391"/>
                    <a:pt x="159544" y="1191101"/>
                    <a:pt x="159544" y="1149191"/>
                  </a:cubicBezTo>
                  <a:lnTo>
                    <a:pt x="159544" y="71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42E3540F-89AC-42EB-BD08-5BEF29E9CB76}"/>
                </a:ext>
              </a:extLst>
            </p:cNvPr>
            <p:cNvSpPr/>
            <p:nvPr/>
          </p:nvSpPr>
          <p:spPr>
            <a:xfrm>
              <a:off x="5325904" y="2477929"/>
              <a:ext cx="1228725" cy="161925"/>
            </a:xfrm>
            <a:custGeom>
              <a:avLst/>
              <a:gdLst>
                <a:gd name="connsiteX0" fmla="*/ 7144 w 1228725"/>
                <a:gd name="connsiteY0" fmla="*/ 83344 h 161925"/>
                <a:gd name="connsiteX1" fmla="*/ 83344 w 1228725"/>
                <a:gd name="connsiteY1" fmla="*/ 159544 h 161925"/>
                <a:gd name="connsiteX2" fmla="*/ 1225391 w 1228725"/>
                <a:gd name="connsiteY2" fmla="*/ 159544 h 161925"/>
                <a:gd name="connsiteX3" fmla="*/ 1225391 w 1228725"/>
                <a:gd name="connsiteY3" fmla="*/ 7144 h 161925"/>
                <a:gd name="connsiteX4" fmla="*/ 82391 w 1228725"/>
                <a:gd name="connsiteY4" fmla="*/ 7144 h 161925"/>
                <a:gd name="connsiteX5" fmla="*/ 7144 w 1228725"/>
                <a:gd name="connsiteY5" fmla="*/ 833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8725" h="161925">
                  <a:moveTo>
                    <a:pt x="7144" y="83344"/>
                  </a:moveTo>
                  <a:cubicBezTo>
                    <a:pt x="7144" y="125254"/>
                    <a:pt x="41434" y="159544"/>
                    <a:pt x="83344" y="159544"/>
                  </a:cubicBezTo>
                  <a:lnTo>
                    <a:pt x="1225391" y="159544"/>
                  </a:lnTo>
                  <a:lnTo>
                    <a:pt x="1225391" y="7144"/>
                  </a:lnTo>
                  <a:lnTo>
                    <a:pt x="82391" y="7144"/>
                  </a:lnTo>
                  <a:cubicBezTo>
                    <a:pt x="40481" y="7144"/>
                    <a:pt x="7144" y="40481"/>
                    <a:pt x="7144" y="83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D0E0BA90-C698-4873-8BDA-3E6BED048ABC}"/>
                </a:ext>
              </a:extLst>
            </p:cNvPr>
            <p:cNvSpPr/>
            <p:nvPr/>
          </p:nvSpPr>
          <p:spPr>
            <a:xfrm>
              <a:off x="6999446" y="1412081"/>
              <a:ext cx="771525" cy="923925"/>
            </a:xfrm>
            <a:custGeom>
              <a:avLst/>
              <a:gdLst>
                <a:gd name="connsiteX0" fmla="*/ 769144 w 771525"/>
                <a:gd name="connsiteY0" fmla="*/ 463391 h 923925"/>
                <a:gd name="connsiteX1" fmla="*/ 388144 w 771525"/>
                <a:gd name="connsiteY1" fmla="*/ 7144 h 923925"/>
                <a:gd name="connsiteX2" fmla="*/ 7144 w 771525"/>
                <a:gd name="connsiteY2" fmla="*/ 463391 h 923925"/>
                <a:gd name="connsiteX3" fmla="*/ 388144 w 771525"/>
                <a:gd name="connsiteY3" fmla="*/ 919639 h 923925"/>
                <a:gd name="connsiteX4" fmla="*/ 769144 w 771525"/>
                <a:gd name="connsiteY4" fmla="*/ 463391 h 923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923925">
                  <a:moveTo>
                    <a:pt x="769144" y="463391"/>
                  </a:moveTo>
                  <a:cubicBezTo>
                    <a:pt x="769144" y="210979"/>
                    <a:pt x="598646" y="7144"/>
                    <a:pt x="388144" y="7144"/>
                  </a:cubicBezTo>
                  <a:cubicBezTo>
                    <a:pt x="177641" y="7144"/>
                    <a:pt x="7144" y="211931"/>
                    <a:pt x="7144" y="463391"/>
                  </a:cubicBezTo>
                  <a:cubicBezTo>
                    <a:pt x="7144" y="714851"/>
                    <a:pt x="177641" y="919639"/>
                    <a:pt x="388144" y="919639"/>
                  </a:cubicBezTo>
                  <a:cubicBezTo>
                    <a:pt x="598646" y="920591"/>
                    <a:pt x="769144" y="715804"/>
                    <a:pt x="769144" y="4633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276C7CEA-2FED-45FA-B6A5-B6B473350FDE}"/>
                </a:ext>
              </a:extLst>
            </p:cNvPr>
            <p:cNvSpPr/>
            <p:nvPr/>
          </p:nvSpPr>
          <p:spPr>
            <a:xfrm>
              <a:off x="4868704" y="1412081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1474"/>
                    <a:pt x="362426" y="464344"/>
                    <a:pt x="235744" y="464344"/>
                  </a:cubicBezTo>
                  <a:cubicBezTo>
                    <a:pt x="110014" y="464344"/>
                    <a:pt x="7144" y="362426"/>
                    <a:pt x="7144" y="235744"/>
                  </a:cubicBezTo>
                  <a:cubicBezTo>
                    <a:pt x="7144" y="109061"/>
                    <a:pt x="109061" y="7144"/>
                    <a:pt x="235744" y="7144"/>
                  </a:cubicBezTo>
                  <a:cubicBezTo>
                    <a:pt x="361474" y="7144"/>
                    <a:pt x="464344" y="109061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9610D01-F60A-465A-BCD3-60DA9CF395D0}"/>
                </a:ext>
              </a:extLst>
            </p:cNvPr>
            <p:cNvSpPr/>
            <p:nvPr/>
          </p:nvSpPr>
          <p:spPr>
            <a:xfrm>
              <a:off x="4335304" y="3010376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1474"/>
                    <a:pt x="362426" y="464344"/>
                    <a:pt x="235744" y="464344"/>
                  </a:cubicBezTo>
                  <a:cubicBezTo>
                    <a:pt x="110014" y="464344"/>
                    <a:pt x="7144" y="362426"/>
                    <a:pt x="7144" y="235744"/>
                  </a:cubicBezTo>
                  <a:cubicBezTo>
                    <a:pt x="7144" y="110014"/>
                    <a:pt x="109061" y="7144"/>
                    <a:pt x="235744" y="7144"/>
                  </a:cubicBezTo>
                  <a:cubicBezTo>
                    <a:pt x="362426" y="7144"/>
                    <a:pt x="464344" y="109061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4EC3C6B9-3BAE-4805-A68C-743B4ABC5619}"/>
                </a:ext>
              </a:extLst>
            </p:cNvPr>
            <p:cNvSpPr/>
            <p:nvPr/>
          </p:nvSpPr>
          <p:spPr>
            <a:xfrm>
              <a:off x="5324951" y="3010376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1474"/>
                    <a:pt x="362426" y="464344"/>
                    <a:pt x="235744" y="464344"/>
                  </a:cubicBezTo>
                  <a:cubicBezTo>
                    <a:pt x="110014" y="464344"/>
                    <a:pt x="7144" y="362426"/>
                    <a:pt x="7144" y="235744"/>
                  </a:cubicBezTo>
                  <a:cubicBezTo>
                    <a:pt x="7144" y="110014"/>
                    <a:pt x="109061" y="7144"/>
                    <a:pt x="235744" y="7144"/>
                  </a:cubicBezTo>
                  <a:cubicBezTo>
                    <a:pt x="362426" y="7144"/>
                    <a:pt x="464344" y="109061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78631EDE-032B-49C5-A2A5-94BCCB0A5406}"/>
                </a:ext>
              </a:extLst>
            </p:cNvPr>
            <p:cNvSpPr/>
            <p:nvPr/>
          </p:nvSpPr>
          <p:spPr>
            <a:xfrm>
              <a:off x="4106704" y="3923824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1474"/>
                    <a:pt x="362426" y="464344"/>
                    <a:pt x="235744" y="464344"/>
                  </a:cubicBezTo>
                  <a:cubicBezTo>
                    <a:pt x="110014" y="464344"/>
                    <a:pt x="7144" y="362426"/>
                    <a:pt x="7144" y="235744"/>
                  </a:cubicBezTo>
                  <a:cubicBezTo>
                    <a:pt x="7144" y="110014"/>
                    <a:pt x="109061" y="7144"/>
                    <a:pt x="235744" y="7144"/>
                  </a:cubicBezTo>
                  <a:cubicBezTo>
                    <a:pt x="362426" y="7144"/>
                    <a:pt x="464344" y="109061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C62A63C-1493-4B51-8525-8A8BD0F2FC45}"/>
                </a:ext>
              </a:extLst>
            </p:cNvPr>
            <p:cNvSpPr/>
            <p:nvPr/>
          </p:nvSpPr>
          <p:spPr>
            <a:xfrm>
              <a:off x="5020151" y="3923824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1474"/>
                    <a:pt x="362426" y="464344"/>
                    <a:pt x="235744" y="464344"/>
                  </a:cubicBezTo>
                  <a:cubicBezTo>
                    <a:pt x="110014" y="464344"/>
                    <a:pt x="7144" y="362426"/>
                    <a:pt x="7144" y="235744"/>
                  </a:cubicBezTo>
                  <a:cubicBezTo>
                    <a:pt x="7144" y="110014"/>
                    <a:pt x="109061" y="7144"/>
                    <a:pt x="235744" y="7144"/>
                  </a:cubicBezTo>
                  <a:cubicBezTo>
                    <a:pt x="362426" y="7144"/>
                    <a:pt x="464344" y="109061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6947CE6-B74E-4031-BD14-FFD660A641C4}"/>
                </a:ext>
              </a:extLst>
            </p:cNvPr>
            <p:cNvSpPr/>
            <p:nvPr/>
          </p:nvSpPr>
          <p:spPr>
            <a:xfrm>
              <a:off x="6009799" y="3923824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1474"/>
                    <a:pt x="362426" y="464344"/>
                    <a:pt x="235744" y="464344"/>
                  </a:cubicBezTo>
                  <a:cubicBezTo>
                    <a:pt x="110014" y="464344"/>
                    <a:pt x="7144" y="362426"/>
                    <a:pt x="7144" y="235744"/>
                  </a:cubicBezTo>
                  <a:cubicBezTo>
                    <a:pt x="7144" y="110014"/>
                    <a:pt x="109061" y="7144"/>
                    <a:pt x="235744" y="7144"/>
                  </a:cubicBezTo>
                  <a:cubicBezTo>
                    <a:pt x="362426" y="7144"/>
                    <a:pt x="464344" y="109061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3C298BFC-86CD-4158-B613-17FB8AD9B877}"/>
                </a:ext>
              </a:extLst>
            </p:cNvPr>
            <p:cNvSpPr/>
            <p:nvPr/>
          </p:nvSpPr>
          <p:spPr>
            <a:xfrm>
              <a:off x="4106704" y="4912519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1474"/>
                    <a:pt x="362426" y="464344"/>
                    <a:pt x="235744" y="464344"/>
                  </a:cubicBezTo>
                  <a:cubicBezTo>
                    <a:pt x="110014" y="464344"/>
                    <a:pt x="7144" y="362426"/>
                    <a:pt x="7144" y="235744"/>
                  </a:cubicBezTo>
                  <a:cubicBezTo>
                    <a:pt x="7144" y="110014"/>
                    <a:pt x="109061" y="7144"/>
                    <a:pt x="235744" y="7144"/>
                  </a:cubicBezTo>
                  <a:cubicBezTo>
                    <a:pt x="362426" y="8096"/>
                    <a:pt x="464344" y="110014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D944C50C-4DD9-4F8F-8763-855B01BA959A}"/>
                </a:ext>
              </a:extLst>
            </p:cNvPr>
            <p:cNvSpPr/>
            <p:nvPr/>
          </p:nvSpPr>
          <p:spPr>
            <a:xfrm>
              <a:off x="5020151" y="4912519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1474"/>
                    <a:pt x="362426" y="464344"/>
                    <a:pt x="235744" y="464344"/>
                  </a:cubicBezTo>
                  <a:cubicBezTo>
                    <a:pt x="110014" y="464344"/>
                    <a:pt x="7144" y="362426"/>
                    <a:pt x="7144" y="235744"/>
                  </a:cubicBezTo>
                  <a:cubicBezTo>
                    <a:pt x="7144" y="110014"/>
                    <a:pt x="109061" y="7144"/>
                    <a:pt x="235744" y="7144"/>
                  </a:cubicBezTo>
                  <a:cubicBezTo>
                    <a:pt x="362426" y="8096"/>
                    <a:pt x="464344" y="110014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7DF62441-81C9-45FB-ABAB-9AF2FE2DE61A}"/>
                </a:ext>
              </a:extLst>
            </p:cNvPr>
            <p:cNvSpPr/>
            <p:nvPr/>
          </p:nvSpPr>
          <p:spPr>
            <a:xfrm>
              <a:off x="6009799" y="4912519"/>
              <a:ext cx="466725" cy="466725"/>
            </a:xfrm>
            <a:custGeom>
              <a:avLst/>
              <a:gdLst>
                <a:gd name="connsiteX0" fmla="*/ 464344 w 466725"/>
                <a:gd name="connsiteY0" fmla="*/ 235744 h 466725"/>
                <a:gd name="connsiteX1" fmla="*/ 235744 w 466725"/>
                <a:gd name="connsiteY1" fmla="*/ 464344 h 466725"/>
                <a:gd name="connsiteX2" fmla="*/ 7144 w 466725"/>
                <a:gd name="connsiteY2" fmla="*/ 235744 h 466725"/>
                <a:gd name="connsiteX3" fmla="*/ 235744 w 466725"/>
                <a:gd name="connsiteY3" fmla="*/ 7144 h 466725"/>
                <a:gd name="connsiteX4" fmla="*/ 464344 w 466725"/>
                <a:gd name="connsiteY4" fmla="*/ 2357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5" h="466725">
                  <a:moveTo>
                    <a:pt x="464344" y="235744"/>
                  </a:moveTo>
                  <a:cubicBezTo>
                    <a:pt x="464344" y="361474"/>
                    <a:pt x="362426" y="464344"/>
                    <a:pt x="235744" y="464344"/>
                  </a:cubicBezTo>
                  <a:cubicBezTo>
                    <a:pt x="110014" y="464344"/>
                    <a:pt x="7144" y="362426"/>
                    <a:pt x="7144" y="235744"/>
                  </a:cubicBezTo>
                  <a:cubicBezTo>
                    <a:pt x="7144" y="110014"/>
                    <a:pt x="109061" y="7144"/>
                    <a:pt x="235744" y="7144"/>
                  </a:cubicBezTo>
                  <a:cubicBezTo>
                    <a:pt x="362426" y="8096"/>
                    <a:pt x="464344" y="110014"/>
                    <a:pt x="464344" y="235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93" name="Graphic 55">
            <a:extLst>
              <a:ext uri="{FF2B5EF4-FFF2-40B4-BE49-F238E27FC236}">
                <a16:creationId xmlns:a16="http://schemas.microsoft.com/office/drawing/2014/main" id="{3BC267A0-7535-4D88-991D-1EB4EF9C3F15}"/>
              </a:ext>
            </a:extLst>
          </p:cNvPr>
          <p:cNvGrpSpPr>
            <a:grpSpLocks noChangeAspect="1"/>
          </p:cNvGrpSpPr>
          <p:nvPr/>
        </p:nvGrpSpPr>
        <p:grpSpPr>
          <a:xfrm>
            <a:off x="1013970" y="4113443"/>
            <a:ext cx="670560" cy="502920"/>
            <a:chOff x="4114800" y="1981200"/>
            <a:chExt cx="4267200" cy="32004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4D3B3A10-074D-4C2F-8933-3EB37C95F269}"/>
                </a:ext>
              </a:extLst>
            </p:cNvPr>
            <p:cNvSpPr/>
            <p:nvPr/>
          </p:nvSpPr>
          <p:spPr>
            <a:xfrm>
              <a:off x="6622256" y="2736056"/>
              <a:ext cx="161925" cy="161925"/>
            </a:xfrm>
            <a:custGeom>
              <a:avLst/>
              <a:gdLst>
                <a:gd name="connsiteX0" fmla="*/ 159544 w 161925"/>
                <a:gd name="connsiteY0" fmla="*/ 83344 h 161925"/>
                <a:gd name="connsiteX1" fmla="*/ 83344 w 161925"/>
                <a:gd name="connsiteY1" fmla="*/ 159544 h 161925"/>
                <a:gd name="connsiteX2" fmla="*/ 7144 w 161925"/>
                <a:gd name="connsiteY2" fmla="*/ 83344 h 161925"/>
                <a:gd name="connsiteX3" fmla="*/ 83344 w 161925"/>
                <a:gd name="connsiteY3" fmla="*/ 7144 h 161925"/>
                <a:gd name="connsiteX4" fmla="*/ 159544 w 161925"/>
                <a:gd name="connsiteY4" fmla="*/ 833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159544" y="83344"/>
                  </a:moveTo>
                  <a:cubicBezTo>
                    <a:pt x="159544" y="125254"/>
                    <a:pt x="125254" y="159544"/>
                    <a:pt x="83344" y="159544"/>
                  </a:cubicBezTo>
                  <a:cubicBezTo>
                    <a:pt x="41434" y="159544"/>
                    <a:pt x="7144" y="125254"/>
                    <a:pt x="7144" y="83344"/>
                  </a:cubicBezTo>
                  <a:cubicBezTo>
                    <a:pt x="7144" y="41434"/>
                    <a:pt x="41434" y="7144"/>
                    <a:pt x="83344" y="7144"/>
                  </a:cubicBezTo>
                  <a:cubicBezTo>
                    <a:pt x="125254" y="7144"/>
                    <a:pt x="159544" y="41434"/>
                    <a:pt x="159544" y="83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CA18483B-29AE-4C87-954D-FD6A4C774C75}"/>
                </a:ext>
              </a:extLst>
            </p:cNvPr>
            <p:cNvSpPr/>
            <p:nvPr/>
          </p:nvSpPr>
          <p:spPr>
            <a:xfrm>
              <a:off x="7308056" y="4107656"/>
              <a:ext cx="1076325" cy="1076325"/>
            </a:xfrm>
            <a:custGeom>
              <a:avLst/>
              <a:gdLst>
                <a:gd name="connsiteX0" fmla="*/ 540544 w 1076325"/>
                <a:gd name="connsiteY0" fmla="*/ 7144 h 1076325"/>
                <a:gd name="connsiteX1" fmla="*/ 7144 w 1076325"/>
                <a:gd name="connsiteY1" fmla="*/ 540544 h 1076325"/>
                <a:gd name="connsiteX2" fmla="*/ 540544 w 1076325"/>
                <a:gd name="connsiteY2" fmla="*/ 1073944 h 1076325"/>
                <a:gd name="connsiteX3" fmla="*/ 1073944 w 1076325"/>
                <a:gd name="connsiteY3" fmla="*/ 540544 h 1076325"/>
                <a:gd name="connsiteX4" fmla="*/ 540544 w 1076325"/>
                <a:gd name="connsiteY4" fmla="*/ 7144 h 1076325"/>
                <a:gd name="connsiteX5" fmla="*/ 616744 w 1076325"/>
                <a:gd name="connsiteY5" fmla="*/ 540544 h 1076325"/>
                <a:gd name="connsiteX6" fmla="*/ 582454 w 1076325"/>
                <a:gd name="connsiteY6" fmla="*/ 604361 h 1076325"/>
                <a:gd name="connsiteX7" fmla="*/ 353854 w 1076325"/>
                <a:gd name="connsiteY7" fmla="*/ 756761 h 1076325"/>
                <a:gd name="connsiteX8" fmla="*/ 269081 w 1076325"/>
                <a:gd name="connsiteY8" fmla="*/ 630079 h 1076325"/>
                <a:gd name="connsiteX9" fmla="*/ 463391 w 1076325"/>
                <a:gd name="connsiteY9" fmla="*/ 500539 h 1076325"/>
                <a:gd name="connsiteX10" fmla="*/ 463391 w 1076325"/>
                <a:gd name="connsiteY10" fmla="*/ 159544 h 1076325"/>
                <a:gd name="connsiteX11" fmla="*/ 615791 w 1076325"/>
                <a:gd name="connsiteY11" fmla="*/ 159544 h 1076325"/>
                <a:gd name="connsiteX12" fmla="*/ 615791 w 1076325"/>
                <a:gd name="connsiteY12" fmla="*/ 540544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6325" h="1076325">
                  <a:moveTo>
                    <a:pt x="540544" y="7144"/>
                  </a:moveTo>
                  <a:cubicBezTo>
                    <a:pt x="246221" y="7144"/>
                    <a:pt x="7144" y="246221"/>
                    <a:pt x="7144" y="540544"/>
                  </a:cubicBezTo>
                  <a:cubicBezTo>
                    <a:pt x="7144" y="834866"/>
                    <a:pt x="246221" y="1073944"/>
                    <a:pt x="540544" y="1073944"/>
                  </a:cubicBezTo>
                  <a:cubicBezTo>
                    <a:pt x="834866" y="1073944"/>
                    <a:pt x="1073944" y="834866"/>
                    <a:pt x="1073944" y="540544"/>
                  </a:cubicBezTo>
                  <a:cubicBezTo>
                    <a:pt x="1073944" y="246221"/>
                    <a:pt x="834866" y="7144"/>
                    <a:pt x="540544" y="7144"/>
                  </a:cubicBezTo>
                  <a:close/>
                  <a:moveTo>
                    <a:pt x="616744" y="540544"/>
                  </a:moveTo>
                  <a:cubicBezTo>
                    <a:pt x="616744" y="566261"/>
                    <a:pt x="604361" y="590074"/>
                    <a:pt x="582454" y="604361"/>
                  </a:cubicBezTo>
                  <a:lnTo>
                    <a:pt x="353854" y="756761"/>
                  </a:lnTo>
                  <a:lnTo>
                    <a:pt x="269081" y="630079"/>
                  </a:lnTo>
                  <a:lnTo>
                    <a:pt x="463391" y="500539"/>
                  </a:lnTo>
                  <a:lnTo>
                    <a:pt x="463391" y="159544"/>
                  </a:lnTo>
                  <a:lnTo>
                    <a:pt x="615791" y="159544"/>
                  </a:lnTo>
                  <a:lnTo>
                    <a:pt x="615791" y="540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A205861C-B5B6-428D-98E4-158F9DEAEA59}"/>
                </a:ext>
              </a:extLst>
            </p:cNvPr>
            <p:cNvSpPr/>
            <p:nvPr/>
          </p:nvSpPr>
          <p:spPr>
            <a:xfrm>
              <a:off x="5784056" y="4717256"/>
              <a:ext cx="314325" cy="161925"/>
            </a:xfrm>
            <a:custGeom>
              <a:avLst/>
              <a:gdLst>
                <a:gd name="connsiteX0" fmla="*/ 7144 w 314325"/>
                <a:gd name="connsiteY0" fmla="*/ 7144 h 161925"/>
                <a:gd name="connsiteX1" fmla="*/ 311944 w 314325"/>
                <a:gd name="connsiteY1" fmla="*/ 7144 h 161925"/>
                <a:gd name="connsiteX2" fmla="*/ 311944 w 314325"/>
                <a:gd name="connsiteY2" fmla="*/ 159544 h 161925"/>
                <a:gd name="connsiteX3" fmla="*/ 7144 w 314325"/>
                <a:gd name="connsiteY3" fmla="*/ 159544 h 161925"/>
                <a:gd name="connsiteX4" fmla="*/ 7144 w 3143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25" h="161925">
                  <a:moveTo>
                    <a:pt x="7144" y="7144"/>
                  </a:moveTo>
                  <a:lnTo>
                    <a:pt x="311944" y="7144"/>
                  </a:lnTo>
                  <a:lnTo>
                    <a:pt x="3119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F21C3552-C94F-4949-8531-683649339C38}"/>
                </a:ext>
              </a:extLst>
            </p:cNvPr>
            <p:cNvSpPr/>
            <p:nvPr/>
          </p:nvSpPr>
          <p:spPr>
            <a:xfrm>
              <a:off x="5098256" y="5022056"/>
              <a:ext cx="1685925" cy="161925"/>
            </a:xfrm>
            <a:custGeom>
              <a:avLst/>
              <a:gdLst>
                <a:gd name="connsiteX0" fmla="*/ 7144 w 1685925"/>
                <a:gd name="connsiteY0" fmla="*/ 7144 h 161925"/>
                <a:gd name="connsiteX1" fmla="*/ 1683544 w 1685925"/>
                <a:gd name="connsiteY1" fmla="*/ 7144 h 161925"/>
                <a:gd name="connsiteX2" fmla="*/ 1683544 w 1685925"/>
                <a:gd name="connsiteY2" fmla="*/ 159544 h 161925"/>
                <a:gd name="connsiteX3" fmla="*/ 7144 w 1685925"/>
                <a:gd name="connsiteY3" fmla="*/ 159544 h 161925"/>
                <a:gd name="connsiteX4" fmla="*/ 7144 w 1685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925" h="161925">
                  <a:moveTo>
                    <a:pt x="7144" y="7144"/>
                  </a:moveTo>
                  <a:lnTo>
                    <a:pt x="1683544" y="7144"/>
                  </a:lnTo>
                  <a:lnTo>
                    <a:pt x="16835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3E5C4D27-5624-473E-A42F-18544A638434}"/>
                </a:ext>
              </a:extLst>
            </p:cNvPr>
            <p:cNvSpPr/>
            <p:nvPr/>
          </p:nvSpPr>
          <p:spPr>
            <a:xfrm>
              <a:off x="4107656" y="4336256"/>
              <a:ext cx="3133725" cy="238125"/>
            </a:xfrm>
            <a:custGeom>
              <a:avLst/>
              <a:gdLst>
                <a:gd name="connsiteX0" fmla="*/ 7144 w 3133725"/>
                <a:gd name="connsiteY0" fmla="*/ 235744 h 238125"/>
                <a:gd name="connsiteX1" fmla="*/ 3059906 w 3133725"/>
                <a:gd name="connsiteY1" fmla="*/ 235744 h 238125"/>
                <a:gd name="connsiteX2" fmla="*/ 3127534 w 3133725"/>
                <a:gd name="connsiteY2" fmla="*/ 7144 h 238125"/>
                <a:gd name="connsiteX3" fmla="*/ 7144 w 3133725"/>
                <a:gd name="connsiteY3" fmla="*/ 7144 h 238125"/>
                <a:gd name="connsiteX4" fmla="*/ 7144 w 3133725"/>
                <a:gd name="connsiteY4" fmla="*/ 235744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3725" h="238125">
                  <a:moveTo>
                    <a:pt x="7144" y="235744"/>
                  </a:moveTo>
                  <a:lnTo>
                    <a:pt x="3059906" y="235744"/>
                  </a:lnTo>
                  <a:cubicBezTo>
                    <a:pt x="3068479" y="155734"/>
                    <a:pt x="3092291" y="78581"/>
                    <a:pt x="3127534" y="7144"/>
                  </a:cubicBezTo>
                  <a:lnTo>
                    <a:pt x="7144" y="7144"/>
                  </a:lnTo>
                  <a:lnTo>
                    <a:pt x="7144" y="235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BCB6E780-A140-4B80-A690-3143F15B8C29}"/>
                </a:ext>
              </a:extLst>
            </p:cNvPr>
            <p:cNvSpPr/>
            <p:nvPr/>
          </p:nvSpPr>
          <p:spPr>
            <a:xfrm>
              <a:off x="4107656" y="1974056"/>
              <a:ext cx="3667125" cy="2219325"/>
            </a:xfrm>
            <a:custGeom>
              <a:avLst/>
              <a:gdLst>
                <a:gd name="connsiteX0" fmla="*/ 3664744 w 3667125"/>
                <a:gd name="connsiteY0" fmla="*/ 1993106 h 2219325"/>
                <a:gd name="connsiteX1" fmla="*/ 3664744 w 3667125"/>
                <a:gd name="connsiteY1" fmla="*/ 7144 h 2219325"/>
                <a:gd name="connsiteX2" fmla="*/ 7144 w 3667125"/>
                <a:gd name="connsiteY2" fmla="*/ 7144 h 2219325"/>
                <a:gd name="connsiteX3" fmla="*/ 7144 w 3667125"/>
                <a:gd name="connsiteY3" fmla="*/ 2216944 h 2219325"/>
                <a:gd name="connsiteX4" fmla="*/ 3231356 w 3667125"/>
                <a:gd name="connsiteY4" fmla="*/ 2216944 h 2219325"/>
                <a:gd name="connsiteX5" fmla="*/ 3664744 w 3667125"/>
                <a:gd name="connsiteY5" fmla="*/ 1993106 h 2219325"/>
                <a:gd name="connsiteX6" fmla="*/ 3283744 w 3667125"/>
                <a:gd name="connsiteY6" fmla="*/ 83344 h 2219325"/>
                <a:gd name="connsiteX7" fmla="*/ 3512344 w 3667125"/>
                <a:gd name="connsiteY7" fmla="*/ 83344 h 2219325"/>
                <a:gd name="connsiteX8" fmla="*/ 3588544 w 3667125"/>
                <a:gd name="connsiteY8" fmla="*/ 159544 h 2219325"/>
                <a:gd name="connsiteX9" fmla="*/ 3588544 w 3667125"/>
                <a:gd name="connsiteY9" fmla="*/ 464344 h 2219325"/>
                <a:gd name="connsiteX10" fmla="*/ 3436144 w 3667125"/>
                <a:gd name="connsiteY10" fmla="*/ 464344 h 2219325"/>
                <a:gd name="connsiteX11" fmla="*/ 3436144 w 3667125"/>
                <a:gd name="connsiteY11" fmla="*/ 235744 h 2219325"/>
                <a:gd name="connsiteX12" fmla="*/ 3283744 w 3667125"/>
                <a:gd name="connsiteY12" fmla="*/ 235744 h 2219325"/>
                <a:gd name="connsiteX13" fmla="*/ 3283744 w 3667125"/>
                <a:gd name="connsiteY13" fmla="*/ 83344 h 2219325"/>
                <a:gd name="connsiteX14" fmla="*/ 1095851 w 3667125"/>
                <a:gd name="connsiteY14" fmla="*/ 1248251 h 2219325"/>
                <a:gd name="connsiteX15" fmla="*/ 1189196 w 3667125"/>
                <a:gd name="connsiteY15" fmla="*/ 1236821 h 2219325"/>
                <a:gd name="connsiteX16" fmla="*/ 1529239 w 3667125"/>
                <a:gd name="connsiteY16" fmla="*/ 1440656 h 2219325"/>
                <a:gd name="connsiteX17" fmla="*/ 2373154 w 3667125"/>
                <a:gd name="connsiteY17" fmla="*/ 880586 h 2219325"/>
                <a:gd name="connsiteX18" fmla="*/ 2369344 w 3667125"/>
                <a:gd name="connsiteY18" fmla="*/ 845344 h 2219325"/>
                <a:gd name="connsiteX19" fmla="*/ 2597944 w 3667125"/>
                <a:gd name="connsiteY19" fmla="*/ 616744 h 2219325"/>
                <a:gd name="connsiteX20" fmla="*/ 2826544 w 3667125"/>
                <a:gd name="connsiteY20" fmla="*/ 845344 h 2219325"/>
                <a:gd name="connsiteX21" fmla="*/ 2597944 w 3667125"/>
                <a:gd name="connsiteY21" fmla="*/ 1073944 h 2219325"/>
                <a:gd name="connsiteX22" fmla="*/ 2446496 w 3667125"/>
                <a:gd name="connsiteY22" fmla="*/ 1014889 h 2219325"/>
                <a:gd name="connsiteX23" fmla="*/ 1574006 w 3667125"/>
                <a:gd name="connsiteY23" fmla="*/ 1594961 h 2219325"/>
                <a:gd name="connsiteX24" fmla="*/ 1493044 w 3667125"/>
                <a:gd name="connsiteY24" fmla="*/ 1596866 h 2219325"/>
                <a:gd name="connsiteX25" fmla="*/ 1163479 w 3667125"/>
                <a:gd name="connsiteY25" fmla="*/ 1398746 h 2219325"/>
                <a:gd name="connsiteX26" fmla="*/ 900589 w 3667125"/>
                <a:gd name="connsiteY26" fmla="*/ 1661636 h 2219325"/>
                <a:gd name="connsiteX27" fmla="*/ 792956 w 3667125"/>
                <a:gd name="connsiteY27" fmla="*/ 1554004 h 2219325"/>
                <a:gd name="connsiteX28" fmla="*/ 1095851 w 3667125"/>
                <a:gd name="connsiteY28" fmla="*/ 1248251 h 2219325"/>
                <a:gd name="connsiteX29" fmla="*/ 2674144 w 3667125"/>
                <a:gd name="connsiteY29" fmla="*/ 1607344 h 2219325"/>
                <a:gd name="connsiteX30" fmla="*/ 2674144 w 3667125"/>
                <a:gd name="connsiteY30" fmla="*/ 1759744 h 2219325"/>
                <a:gd name="connsiteX31" fmla="*/ 2521744 w 3667125"/>
                <a:gd name="connsiteY31" fmla="*/ 1759744 h 2219325"/>
                <a:gd name="connsiteX32" fmla="*/ 2521744 w 3667125"/>
                <a:gd name="connsiteY32" fmla="*/ 1607344 h 2219325"/>
                <a:gd name="connsiteX33" fmla="*/ 2674144 w 3667125"/>
                <a:gd name="connsiteY33" fmla="*/ 1607344 h 2219325"/>
                <a:gd name="connsiteX34" fmla="*/ 2445544 w 3667125"/>
                <a:gd name="connsiteY34" fmla="*/ 1226344 h 2219325"/>
                <a:gd name="connsiteX35" fmla="*/ 2445544 w 3667125"/>
                <a:gd name="connsiteY35" fmla="*/ 1378744 h 2219325"/>
                <a:gd name="connsiteX36" fmla="*/ 2293144 w 3667125"/>
                <a:gd name="connsiteY36" fmla="*/ 1378744 h 2219325"/>
                <a:gd name="connsiteX37" fmla="*/ 2293144 w 3667125"/>
                <a:gd name="connsiteY37" fmla="*/ 1226344 h 2219325"/>
                <a:gd name="connsiteX38" fmla="*/ 2445544 w 3667125"/>
                <a:gd name="connsiteY38" fmla="*/ 1226344 h 2219325"/>
                <a:gd name="connsiteX39" fmla="*/ 2140744 w 3667125"/>
                <a:gd name="connsiteY39" fmla="*/ 1454944 h 2219325"/>
                <a:gd name="connsiteX40" fmla="*/ 2140744 w 3667125"/>
                <a:gd name="connsiteY40" fmla="*/ 1607344 h 2219325"/>
                <a:gd name="connsiteX41" fmla="*/ 1988344 w 3667125"/>
                <a:gd name="connsiteY41" fmla="*/ 1607344 h 2219325"/>
                <a:gd name="connsiteX42" fmla="*/ 1988344 w 3667125"/>
                <a:gd name="connsiteY42" fmla="*/ 1454944 h 2219325"/>
                <a:gd name="connsiteX43" fmla="*/ 2140744 w 3667125"/>
                <a:gd name="connsiteY43" fmla="*/ 1454944 h 2219325"/>
                <a:gd name="connsiteX44" fmla="*/ 1302544 w 3667125"/>
                <a:gd name="connsiteY44" fmla="*/ 1607344 h 2219325"/>
                <a:gd name="connsiteX45" fmla="*/ 1302544 w 3667125"/>
                <a:gd name="connsiteY45" fmla="*/ 1759744 h 2219325"/>
                <a:gd name="connsiteX46" fmla="*/ 1150144 w 3667125"/>
                <a:gd name="connsiteY46" fmla="*/ 1759744 h 2219325"/>
                <a:gd name="connsiteX47" fmla="*/ 1150144 w 3667125"/>
                <a:gd name="connsiteY47" fmla="*/ 1607344 h 2219325"/>
                <a:gd name="connsiteX48" fmla="*/ 1302544 w 3667125"/>
                <a:gd name="connsiteY48" fmla="*/ 1607344 h 2219325"/>
                <a:gd name="connsiteX49" fmla="*/ 388144 w 3667125"/>
                <a:gd name="connsiteY49" fmla="*/ 235744 h 2219325"/>
                <a:gd name="connsiteX50" fmla="*/ 235744 w 3667125"/>
                <a:gd name="connsiteY50" fmla="*/ 235744 h 2219325"/>
                <a:gd name="connsiteX51" fmla="*/ 235744 w 3667125"/>
                <a:gd name="connsiteY51" fmla="*/ 464344 h 2219325"/>
                <a:gd name="connsiteX52" fmla="*/ 83344 w 3667125"/>
                <a:gd name="connsiteY52" fmla="*/ 464344 h 2219325"/>
                <a:gd name="connsiteX53" fmla="*/ 83344 w 3667125"/>
                <a:gd name="connsiteY53" fmla="*/ 159544 h 2219325"/>
                <a:gd name="connsiteX54" fmla="*/ 159544 w 3667125"/>
                <a:gd name="connsiteY54" fmla="*/ 83344 h 2219325"/>
                <a:gd name="connsiteX55" fmla="*/ 388144 w 3667125"/>
                <a:gd name="connsiteY55" fmla="*/ 83344 h 2219325"/>
                <a:gd name="connsiteX56" fmla="*/ 388144 w 3667125"/>
                <a:gd name="connsiteY56" fmla="*/ 235744 h 2219325"/>
                <a:gd name="connsiteX57" fmla="*/ 2978944 w 3667125"/>
                <a:gd name="connsiteY57" fmla="*/ 1988344 h 2219325"/>
                <a:gd name="connsiteX58" fmla="*/ 540544 w 3667125"/>
                <a:gd name="connsiteY58" fmla="*/ 1988344 h 2219325"/>
                <a:gd name="connsiteX59" fmla="*/ 464344 w 3667125"/>
                <a:gd name="connsiteY59" fmla="*/ 1912144 h 2219325"/>
                <a:gd name="connsiteX60" fmla="*/ 464344 w 3667125"/>
                <a:gd name="connsiteY60" fmla="*/ 540544 h 2219325"/>
                <a:gd name="connsiteX61" fmla="*/ 616744 w 3667125"/>
                <a:gd name="connsiteY61" fmla="*/ 540544 h 2219325"/>
                <a:gd name="connsiteX62" fmla="*/ 616744 w 3667125"/>
                <a:gd name="connsiteY62" fmla="*/ 1835944 h 2219325"/>
                <a:gd name="connsiteX63" fmla="*/ 2978944 w 3667125"/>
                <a:gd name="connsiteY63" fmla="*/ 1835944 h 2219325"/>
                <a:gd name="connsiteX64" fmla="*/ 2978944 w 3667125"/>
                <a:gd name="connsiteY64" fmla="*/ 1988344 h 221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667125" h="2219325">
                  <a:moveTo>
                    <a:pt x="3664744" y="1993106"/>
                  </a:moveTo>
                  <a:lnTo>
                    <a:pt x="3664744" y="7144"/>
                  </a:lnTo>
                  <a:lnTo>
                    <a:pt x="7144" y="7144"/>
                  </a:lnTo>
                  <a:lnTo>
                    <a:pt x="7144" y="2216944"/>
                  </a:lnTo>
                  <a:lnTo>
                    <a:pt x="3231356" y="2216944"/>
                  </a:lnTo>
                  <a:cubicBezTo>
                    <a:pt x="3343751" y="2091214"/>
                    <a:pt x="3498056" y="2012156"/>
                    <a:pt x="3664744" y="1993106"/>
                  </a:cubicBezTo>
                  <a:close/>
                  <a:moveTo>
                    <a:pt x="3283744" y="83344"/>
                  </a:moveTo>
                  <a:lnTo>
                    <a:pt x="3512344" y="83344"/>
                  </a:lnTo>
                  <a:cubicBezTo>
                    <a:pt x="3554254" y="83344"/>
                    <a:pt x="3588544" y="117634"/>
                    <a:pt x="3588544" y="159544"/>
                  </a:cubicBezTo>
                  <a:lnTo>
                    <a:pt x="3588544" y="464344"/>
                  </a:lnTo>
                  <a:lnTo>
                    <a:pt x="3436144" y="464344"/>
                  </a:lnTo>
                  <a:lnTo>
                    <a:pt x="3436144" y="235744"/>
                  </a:lnTo>
                  <a:lnTo>
                    <a:pt x="3283744" y="235744"/>
                  </a:lnTo>
                  <a:lnTo>
                    <a:pt x="3283744" y="83344"/>
                  </a:lnTo>
                  <a:close/>
                  <a:moveTo>
                    <a:pt x="1095851" y="1248251"/>
                  </a:moveTo>
                  <a:cubicBezTo>
                    <a:pt x="1120616" y="1223486"/>
                    <a:pt x="1158716" y="1218724"/>
                    <a:pt x="1189196" y="1236821"/>
                  </a:cubicBezTo>
                  <a:lnTo>
                    <a:pt x="1529239" y="1440656"/>
                  </a:lnTo>
                  <a:lnTo>
                    <a:pt x="2373154" y="880586"/>
                  </a:lnTo>
                  <a:cubicBezTo>
                    <a:pt x="2371249" y="869156"/>
                    <a:pt x="2370296" y="856774"/>
                    <a:pt x="2369344" y="845344"/>
                  </a:cubicBezTo>
                  <a:cubicBezTo>
                    <a:pt x="2369344" y="718661"/>
                    <a:pt x="2471261" y="616744"/>
                    <a:pt x="2597944" y="616744"/>
                  </a:cubicBezTo>
                  <a:cubicBezTo>
                    <a:pt x="2724626" y="616744"/>
                    <a:pt x="2826544" y="718661"/>
                    <a:pt x="2826544" y="845344"/>
                  </a:cubicBezTo>
                  <a:cubicBezTo>
                    <a:pt x="2826544" y="972026"/>
                    <a:pt x="2724626" y="1073944"/>
                    <a:pt x="2597944" y="1073944"/>
                  </a:cubicBezTo>
                  <a:cubicBezTo>
                    <a:pt x="2541746" y="1073944"/>
                    <a:pt x="2487454" y="1052989"/>
                    <a:pt x="2446496" y="1014889"/>
                  </a:cubicBezTo>
                  <a:lnTo>
                    <a:pt x="1574006" y="1594961"/>
                  </a:lnTo>
                  <a:cubicBezTo>
                    <a:pt x="1549241" y="1611154"/>
                    <a:pt x="1517809" y="1612106"/>
                    <a:pt x="1493044" y="1596866"/>
                  </a:cubicBezTo>
                  <a:lnTo>
                    <a:pt x="1163479" y="1398746"/>
                  </a:lnTo>
                  <a:lnTo>
                    <a:pt x="900589" y="1661636"/>
                  </a:lnTo>
                  <a:lnTo>
                    <a:pt x="792956" y="1554004"/>
                  </a:lnTo>
                  <a:lnTo>
                    <a:pt x="1095851" y="1248251"/>
                  </a:lnTo>
                  <a:close/>
                  <a:moveTo>
                    <a:pt x="2674144" y="1607344"/>
                  </a:moveTo>
                  <a:lnTo>
                    <a:pt x="2674144" y="1759744"/>
                  </a:lnTo>
                  <a:lnTo>
                    <a:pt x="2521744" y="1759744"/>
                  </a:lnTo>
                  <a:lnTo>
                    <a:pt x="2521744" y="1607344"/>
                  </a:lnTo>
                  <a:lnTo>
                    <a:pt x="2674144" y="1607344"/>
                  </a:lnTo>
                  <a:close/>
                  <a:moveTo>
                    <a:pt x="2445544" y="1226344"/>
                  </a:moveTo>
                  <a:lnTo>
                    <a:pt x="2445544" y="1378744"/>
                  </a:lnTo>
                  <a:lnTo>
                    <a:pt x="2293144" y="1378744"/>
                  </a:lnTo>
                  <a:lnTo>
                    <a:pt x="2293144" y="1226344"/>
                  </a:lnTo>
                  <a:lnTo>
                    <a:pt x="2445544" y="1226344"/>
                  </a:lnTo>
                  <a:close/>
                  <a:moveTo>
                    <a:pt x="2140744" y="1454944"/>
                  </a:moveTo>
                  <a:lnTo>
                    <a:pt x="2140744" y="1607344"/>
                  </a:lnTo>
                  <a:lnTo>
                    <a:pt x="1988344" y="1607344"/>
                  </a:lnTo>
                  <a:lnTo>
                    <a:pt x="1988344" y="1454944"/>
                  </a:lnTo>
                  <a:lnTo>
                    <a:pt x="2140744" y="1454944"/>
                  </a:lnTo>
                  <a:close/>
                  <a:moveTo>
                    <a:pt x="1302544" y="1607344"/>
                  </a:moveTo>
                  <a:lnTo>
                    <a:pt x="1302544" y="1759744"/>
                  </a:lnTo>
                  <a:lnTo>
                    <a:pt x="1150144" y="1759744"/>
                  </a:lnTo>
                  <a:lnTo>
                    <a:pt x="1150144" y="1607344"/>
                  </a:lnTo>
                  <a:lnTo>
                    <a:pt x="1302544" y="1607344"/>
                  </a:lnTo>
                  <a:close/>
                  <a:moveTo>
                    <a:pt x="388144" y="235744"/>
                  </a:moveTo>
                  <a:lnTo>
                    <a:pt x="235744" y="235744"/>
                  </a:lnTo>
                  <a:lnTo>
                    <a:pt x="235744" y="464344"/>
                  </a:lnTo>
                  <a:lnTo>
                    <a:pt x="83344" y="464344"/>
                  </a:lnTo>
                  <a:lnTo>
                    <a:pt x="83344" y="159544"/>
                  </a:lnTo>
                  <a:cubicBezTo>
                    <a:pt x="83344" y="117634"/>
                    <a:pt x="117634" y="83344"/>
                    <a:pt x="159544" y="83344"/>
                  </a:cubicBezTo>
                  <a:lnTo>
                    <a:pt x="388144" y="83344"/>
                  </a:lnTo>
                  <a:lnTo>
                    <a:pt x="388144" y="235744"/>
                  </a:lnTo>
                  <a:close/>
                  <a:moveTo>
                    <a:pt x="2978944" y="1988344"/>
                  </a:moveTo>
                  <a:lnTo>
                    <a:pt x="540544" y="1988344"/>
                  </a:lnTo>
                  <a:cubicBezTo>
                    <a:pt x="498634" y="1988344"/>
                    <a:pt x="464344" y="1954054"/>
                    <a:pt x="464344" y="1912144"/>
                  </a:cubicBezTo>
                  <a:lnTo>
                    <a:pt x="464344" y="540544"/>
                  </a:lnTo>
                  <a:lnTo>
                    <a:pt x="616744" y="540544"/>
                  </a:lnTo>
                  <a:lnTo>
                    <a:pt x="616744" y="1835944"/>
                  </a:lnTo>
                  <a:lnTo>
                    <a:pt x="2978944" y="1835944"/>
                  </a:lnTo>
                  <a:lnTo>
                    <a:pt x="2978944" y="1988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00" name="Graphic 56">
            <a:extLst>
              <a:ext uri="{FF2B5EF4-FFF2-40B4-BE49-F238E27FC236}">
                <a16:creationId xmlns:a16="http://schemas.microsoft.com/office/drawing/2014/main" id="{F78F285B-8F57-45E0-B89C-5715FE241270}"/>
              </a:ext>
            </a:extLst>
          </p:cNvPr>
          <p:cNvGrpSpPr>
            <a:grpSpLocks noChangeAspect="1"/>
          </p:cNvGrpSpPr>
          <p:nvPr/>
        </p:nvGrpSpPr>
        <p:grpSpPr>
          <a:xfrm>
            <a:off x="1013970" y="3162925"/>
            <a:ext cx="502920" cy="502920"/>
            <a:chOff x="4114800" y="1447800"/>
            <a:chExt cx="4267200" cy="4267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3FD8C129-8108-4B6B-9C19-D4AABFE4E3AB}"/>
                </a:ext>
              </a:extLst>
            </p:cNvPr>
            <p:cNvSpPr/>
            <p:nvPr/>
          </p:nvSpPr>
          <p:spPr>
            <a:xfrm>
              <a:off x="4488656" y="1821656"/>
              <a:ext cx="3514725" cy="1076325"/>
            </a:xfrm>
            <a:custGeom>
              <a:avLst/>
              <a:gdLst>
                <a:gd name="connsiteX0" fmla="*/ 3512344 w 3514725"/>
                <a:gd name="connsiteY0" fmla="*/ 7144 h 1076325"/>
                <a:gd name="connsiteX1" fmla="*/ 3359944 w 3514725"/>
                <a:gd name="connsiteY1" fmla="*/ 7144 h 1076325"/>
                <a:gd name="connsiteX2" fmla="*/ 3359944 w 3514725"/>
                <a:gd name="connsiteY2" fmla="*/ 388144 h 1076325"/>
                <a:gd name="connsiteX3" fmla="*/ 1835944 w 3514725"/>
                <a:gd name="connsiteY3" fmla="*/ 388144 h 1076325"/>
                <a:gd name="connsiteX4" fmla="*/ 1835944 w 3514725"/>
                <a:gd name="connsiteY4" fmla="*/ 7144 h 1076325"/>
                <a:gd name="connsiteX5" fmla="*/ 1683544 w 3514725"/>
                <a:gd name="connsiteY5" fmla="*/ 7144 h 1076325"/>
                <a:gd name="connsiteX6" fmla="*/ 1683544 w 3514725"/>
                <a:gd name="connsiteY6" fmla="*/ 388144 h 1076325"/>
                <a:gd name="connsiteX7" fmla="*/ 159544 w 3514725"/>
                <a:gd name="connsiteY7" fmla="*/ 388144 h 1076325"/>
                <a:gd name="connsiteX8" fmla="*/ 159544 w 3514725"/>
                <a:gd name="connsiteY8" fmla="*/ 7144 h 1076325"/>
                <a:gd name="connsiteX9" fmla="*/ 7144 w 3514725"/>
                <a:gd name="connsiteY9" fmla="*/ 7144 h 1076325"/>
                <a:gd name="connsiteX10" fmla="*/ 7144 w 3514725"/>
                <a:gd name="connsiteY10" fmla="*/ 464344 h 1076325"/>
                <a:gd name="connsiteX11" fmla="*/ 83344 w 3514725"/>
                <a:gd name="connsiteY11" fmla="*/ 540544 h 1076325"/>
                <a:gd name="connsiteX12" fmla="*/ 1683544 w 3514725"/>
                <a:gd name="connsiteY12" fmla="*/ 540544 h 1076325"/>
                <a:gd name="connsiteX13" fmla="*/ 1683544 w 3514725"/>
                <a:gd name="connsiteY13" fmla="*/ 1073944 h 1076325"/>
                <a:gd name="connsiteX14" fmla="*/ 1835944 w 3514725"/>
                <a:gd name="connsiteY14" fmla="*/ 1073944 h 1076325"/>
                <a:gd name="connsiteX15" fmla="*/ 1835944 w 3514725"/>
                <a:gd name="connsiteY15" fmla="*/ 540544 h 1076325"/>
                <a:gd name="connsiteX16" fmla="*/ 3436144 w 3514725"/>
                <a:gd name="connsiteY16" fmla="*/ 540544 h 1076325"/>
                <a:gd name="connsiteX17" fmla="*/ 3512344 w 3514725"/>
                <a:gd name="connsiteY17" fmla="*/ 464344 h 1076325"/>
                <a:gd name="connsiteX18" fmla="*/ 3512344 w 3514725"/>
                <a:gd name="connsiteY18" fmla="*/ 7144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514725" h="1076325">
                  <a:moveTo>
                    <a:pt x="3512344" y="7144"/>
                  </a:moveTo>
                  <a:lnTo>
                    <a:pt x="3359944" y="7144"/>
                  </a:lnTo>
                  <a:lnTo>
                    <a:pt x="3359944" y="388144"/>
                  </a:lnTo>
                  <a:lnTo>
                    <a:pt x="1835944" y="388144"/>
                  </a:lnTo>
                  <a:lnTo>
                    <a:pt x="1835944" y="7144"/>
                  </a:lnTo>
                  <a:lnTo>
                    <a:pt x="1683544" y="7144"/>
                  </a:lnTo>
                  <a:lnTo>
                    <a:pt x="1683544" y="388144"/>
                  </a:lnTo>
                  <a:lnTo>
                    <a:pt x="159544" y="388144"/>
                  </a:lnTo>
                  <a:lnTo>
                    <a:pt x="159544" y="7144"/>
                  </a:lnTo>
                  <a:lnTo>
                    <a:pt x="7144" y="7144"/>
                  </a:lnTo>
                  <a:lnTo>
                    <a:pt x="7144" y="464344"/>
                  </a:lnTo>
                  <a:cubicBezTo>
                    <a:pt x="7144" y="506254"/>
                    <a:pt x="41434" y="540544"/>
                    <a:pt x="83344" y="540544"/>
                  </a:cubicBezTo>
                  <a:lnTo>
                    <a:pt x="1683544" y="540544"/>
                  </a:lnTo>
                  <a:lnTo>
                    <a:pt x="1683544" y="1073944"/>
                  </a:lnTo>
                  <a:lnTo>
                    <a:pt x="1835944" y="1073944"/>
                  </a:lnTo>
                  <a:lnTo>
                    <a:pt x="1835944" y="540544"/>
                  </a:lnTo>
                  <a:lnTo>
                    <a:pt x="3436144" y="540544"/>
                  </a:lnTo>
                  <a:cubicBezTo>
                    <a:pt x="3478054" y="540544"/>
                    <a:pt x="3512344" y="506254"/>
                    <a:pt x="3512344" y="464344"/>
                  </a:cubicBezTo>
                  <a:lnTo>
                    <a:pt x="35123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D595A91D-AA15-43AA-9431-51E71CA550D4}"/>
                </a:ext>
              </a:extLst>
            </p:cNvPr>
            <p:cNvSpPr/>
            <p:nvPr/>
          </p:nvSpPr>
          <p:spPr>
            <a:xfrm>
              <a:off x="4488656" y="4260056"/>
              <a:ext cx="3514725" cy="1076325"/>
            </a:xfrm>
            <a:custGeom>
              <a:avLst/>
              <a:gdLst>
                <a:gd name="connsiteX0" fmla="*/ 3512344 w 3514725"/>
                <a:gd name="connsiteY0" fmla="*/ 1073944 h 1076325"/>
                <a:gd name="connsiteX1" fmla="*/ 3512344 w 3514725"/>
                <a:gd name="connsiteY1" fmla="*/ 616744 h 1076325"/>
                <a:gd name="connsiteX2" fmla="*/ 3436144 w 3514725"/>
                <a:gd name="connsiteY2" fmla="*/ 540544 h 1076325"/>
                <a:gd name="connsiteX3" fmla="*/ 1835944 w 3514725"/>
                <a:gd name="connsiteY3" fmla="*/ 540544 h 1076325"/>
                <a:gd name="connsiteX4" fmla="*/ 1835944 w 3514725"/>
                <a:gd name="connsiteY4" fmla="*/ 7144 h 1076325"/>
                <a:gd name="connsiteX5" fmla="*/ 1683544 w 3514725"/>
                <a:gd name="connsiteY5" fmla="*/ 7144 h 1076325"/>
                <a:gd name="connsiteX6" fmla="*/ 1683544 w 3514725"/>
                <a:gd name="connsiteY6" fmla="*/ 540544 h 1076325"/>
                <a:gd name="connsiteX7" fmla="*/ 83344 w 3514725"/>
                <a:gd name="connsiteY7" fmla="*/ 540544 h 1076325"/>
                <a:gd name="connsiteX8" fmla="*/ 7144 w 3514725"/>
                <a:gd name="connsiteY8" fmla="*/ 616744 h 1076325"/>
                <a:gd name="connsiteX9" fmla="*/ 7144 w 3514725"/>
                <a:gd name="connsiteY9" fmla="*/ 1073944 h 1076325"/>
                <a:gd name="connsiteX10" fmla="*/ 159544 w 3514725"/>
                <a:gd name="connsiteY10" fmla="*/ 1073944 h 1076325"/>
                <a:gd name="connsiteX11" fmla="*/ 159544 w 3514725"/>
                <a:gd name="connsiteY11" fmla="*/ 692944 h 1076325"/>
                <a:gd name="connsiteX12" fmla="*/ 1683544 w 3514725"/>
                <a:gd name="connsiteY12" fmla="*/ 692944 h 1076325"/>
                <a:gd name="connsiteX13" fmla="*/ 1683544 w 3514725"/>
                <a:gd name="connsiteY13" fmla="*/ 1073944 h 1076325"/>
                <a:gd name="connsiteX14" fmla="*/ 1835944 w 3514725"/>
                <a:gd name="connsiteY14" fmla="*/ 1073944 h 1076325"/>
                <a:gd name="connsiteX15" fmla="*/ 1835944 w 3514725"/>
                <a:gd name="connsiteY15" fmla="*/ 692944 h 1076325"/>
                <a:gd name="connsiteX16" fmla="*/ 3359944 w 3514725"/>
                <a:gd name="connsiteY16" fmla="*/ 692944 h 1076325"/>
                <a:gd name="connsiteX17" fmla="*/ 3359944 w 3514725"/>
                <a:gd name="connsiteY17" fmla="*/ 1073944 h 1076325"/>
                <a:gd name="connsiteX18" fmla="*/ 3512344 w 3514725"/>
                <a:gd name="connsiteY18" fmla="*/ 1073944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514725" h="1076325">
                  <a:moveTo>
                    <a:pt x="3512344" y="1073944"/>
                  </a:moveTo>
                  <a:lnTo>
                    <a:pt x="3512344" y="616744"/>
                  </a:lnTo>
                  <a:cubicBezTo>
                    <a:pt x="3512344" y="574834"/>
                    <a:pt x="3478054" y="540544"/>
                    <a:pt x="3436144" y="540544"/>
                  </a:cubicBezTo>
                  <a:lnTo>
                    <a:pt x="1835944" y="540544"/>
                  </a:lnTo>
                  <a:lnTo>
                    <a:pt x="1835944" y="7144"/>
                  </a:lnTo>
                  <a:lnTo>
                    <a:pt x="1683544" y="7144"/>
                  </a:lnTo>
                  <a:lnTo>
                    <a:pt x="1683544" y="540544"/>
                  </a:lnTo>
                  <a:lnTo>
                    <a:pt x="83344" y="540544"/>
                  </a:lnTo>
                  <a:cubicBezTo>
                    <a:pt x="41434" y="540544"/>
                    <a:pt x="7144" y="574834"/>
                    <a:pt x="7144" y="616744"/>
                  </a:cubicBezTo>
                  <a:lnTo>
                    <a:pt x="7144" y="1073944"/>
                  </a:lnTo>
                  <a:lnTo>
                    <a:pt x="159544" y="1073944"/>
                  </a:lnTo>
                  <a:lnTo>
                    <a:pt x="159544" y="692944"/>
                  </a:lnTo>
                  <a:lnTo>
                    <a:pt x="1683544" y="692944"/>
                  </a:lnTo>
                  <a:lnTo>
                    <a:pt x="1683544" y="1073944"/>
                  </a:lnTo>
                  <a:lnTo>
                    <a:pt x="1835944" y="1073944"/>
                  </a:lnTo>
                  <a:lnTo>
                    <a:pt x="1835944" y="692944"/>
                  </a:lnTo>
                  <a:lnTo>
                    <a:pt x="3359944" y="692944"/>
                  </a:lnTo>
                  <a:lnTo>
                    <a:pt x="3359944" y="1073944"/>
                  </a:lnTo>
                  <a:lnTo>
                    <a:pt x="3512344" y="1073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4CE48C2F-3BCA-440D-989E-FB1317793727}"/>
                </a:ext>
              </a:extLst>
            </p:cNvPr>
            <p:cNvSpPr/>
            <p:nvPr/>
          </p:nvSpPr>
          <p:spPr>
            <a:xfrm>
              <a:off x="5784056" y="1440656"/>
              <a:ext cx="923925" cy="314325"/>
            </a:xfrm>
            <a:custGeom>
              <a:avLst/>
              <a:gdLst>
                <a:gd name="connsiteX0" fmla="*/ 921544 w 923925"/>
                <a:gd name="connsiteY0" fmla="*/ 7144 h 314325"/>
                <a:gd name="connsiteX1" fmla="*/ 7144 w 923925"/>
                <a:gd name="connsiteY1" fmla="*/ 7144 h 314325"/>
                <a:gd name="connsiteX2" fmla="*/ 7144 w 923925"/>
                <a:gd name="connsiteY2" fmla="*/ 311944 h 314325"/>
                <a:gd name="connsiteX3" fmla="*/ 921544 w 923925"/>
                <a:gd name="connsiteY3" fmla="*/ 311944 h 314325"/>
                <a:gd name="connsiteX4" fmla="*/ 921544 w 923925"/>
                <a:gd name="connsiteY4" fmla="*/ 7144 h 314325"/>
                <a:gd name="connsiteX5" fmla="*/ 311944 w 923925"/>
                <a:gd name="connsiteY5" fmla="*/ 235744 h 314325"/>
                <a:gd name="connsiteX6" fmla="*/ 159544 w 923925"/>
                <a:gd name="connsiteY6" fmla="*/ 235744 h 314325"/>
                <a:gd name="connsiteX7" fmla="*/ 159544 w 923925"/>
                <a:gd name="connsiteY7" fmla="*/ 83344 h 314325"/>
                <a:gd name="connsiteX8" fmla="*/ 311944 w 923925"/>
                <a:gd name="connsiteY8" fmla="*/ 83344 h 314325"/>
                <a:gd name="connsiteX9" fmla="*/ 311944 w 923925"/>
                <a:gd name="connsiteY9" fmla="*/ 235744 h 314325"/>
                <a:gd name="connsiteX10" fmla="*/ 540544 w 923925"/>
                <a:gd name="connsiteY10" fmla="*/ 235744 h 314325"/>
                <a:gd name="connsiteX11" fmla="*/ 388144 w 923925"/>
                <a:gd name="connsiteY11" fmla="*/ 235744 h 314325"/>
                <a:gd name="connsiteX12" fmla="*/ 388144 w 923925"/>
                <a:gd name="connsiteY12" fmla="*/ 83344 h 314325"/>
                <a:gd name="connsiteX13" fmla="*/ 540544 w 923925"/>
                <a:gd name="connsiteY13" fmla="*/ 83344 h 314325"/>
                <a:gd name="connsiteX14" fmla="*/ 540544 w 923925"/>
                <a:gd name="connsiteY14" fmla="*/ 235744 h 314325"/>
                <a:gd name="connsiteX15" fmla="*/ 769144 w 923925"/>
                <a:gd name="connsiteY15" fmla="*/ 235744 h 314325"/>
                <a:gd name="connsiteX16" fmla="*/ 616744 w 923925"/>
                <a:gd name="connsiteY16" fmla="*/ 235744 h 314325"/>
                <a:gd name="connsiteX17" fmla="*/ 616744 w 923925"/>
                <a:gd name="connsiteY17" fmla="*/ 83344 h 314325"/>
                <a:gd name="connsiteX18" fmla="*/ 769144 w 923925"/>
                <a:gd name="connsiteY18" fmla="*/ 83344 h 314325"/>
                <a:gd name="connsiteX19" fmla="*/ 769144 w 923925"/>
                <a:gd name="connsiteY19" fmla="*/ 2357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23925" h="314325">
                  <a:moveTo>
                    <a:pt x="921544" y="7144"/>
                  </a:moveTo>
                  <a:lnTo>
                    <a:pt x="7144" y="7144"/>
                  </a:lnTo>
                  <a:lnTo>
                    <a:pt x="7144" y="311944"/>
                  </a:lnTo>
                  <a:lnTo>
                    <a:pt x="921544" y="311944"/>
                  </a:lnTo>
                  <a:lnTo>
                    <a:pt x="921544" y="7144"/>
                  </a:lnTo>
                  <a:close/>
                  <a:moveTo>
                    <a:pt x="311944" y="235744"/>
                  </a:moveTo>
                  <a:lnTo>
                    <a:pt x="159544" y="235744"/>
                  </a:lnTo>
                  <a:lnTo>
                    <a:pt x="159544" y="83344"/>
                  </a:lnTo>
                  <a:lnTo>
                    <a:pt x="311944" y="83344"/>
                  </a:lnTo>
                  <a:lnTo>
                    <a:pt x="311944" y="235744"/>
                  </a:lnTo>
                  <a:close/>
                  <a:moveTo>
                    <a:pt x="540544" y="235744"/>
                  </a:moveTo>
                  <a:lnTo>
                    <a:pt x="388144" y="235744"/>
                  </a:lnTo>
                  <a:lnTo>
                    <a:pt x="388144" y="83344"/>
                  </a:lnTo>
                  <a:lnTo>
                    <a:pt x="540544" y="83344"/>
                  </a:lnTo>
                  <a:lnTo>
                    <a:pt x="540544" y="235744"/>
                  </a:lnTo>
                  <a:close/>
                  <a:moveTo>
                    <a:pt x="769144" y="235744"/>
                  </a:moveTo>
                  <a:lnTo>
                    <a:pt x="616744" y="235744"/>
                  </a:lnTo>
                  <a:lnTo>
                    <a:pt x="616744" y="83344"/>
                  </a:lnTo>
                  <a:lnTo>
                    <a:pt x="769144" y="83344"/>
                  </a:lnTo>
                  <a:lnTo>
                    <a:pt x="769144" y="235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EF27E13-A63E-45F2-A20C-030ACD2D127C}"/>
                </a:ext>
              </a:extLst>
            </p:cNvPr>
            <p:cNvSpPr/>
            <p:nvPr/>
          </p:nvSpPr>
          <p:spPr>
            <a:xfrm>
              <a:off x="5517356" y="2850356"/>
              <a:ext cx="1457325" cy="1457325"/>
            </a:xfrm>
            <a:custGeom>
              <a:avLst/>
              <a:gdLst>
                <a:gd name="connsiteX0" fmla="*/ 7144 w 1457325"/>
                <a:gd name="connsiteY0" fmla="*/ 967264 h 1457325"/>
                <a:gd name="connsiteX1" fmla="*/ 51911 w 1457325"/>
                <a:gd name="connsiteY1" fmla="*/ 1074896 h 1457325"/>
                <a:gd name="connsiteX2" fmla="*/ 299561 w 1457325"/>
                <a:gd name="connsiteY2" fmla="*/ 1161574 h 1457325"/>
                <a:gd name="connsiteX3" fmla="*/ 386239 w 1457325"/>
                <a:gd name="connsiteY3" fmla="*/ 1409224 h 1457325"/>
                <a:gd name="connsiteX4" fmla="*/ 493871 w 1457325"/>
                <a:gd name="connsiteY4" fmla="*/ 1453991 h 1457325"/>
                <a:gd name="connsiteX5" fmla="*/ 730091 w 1457325"/>
                <a:gd name="connsiteY5" fmla="*/ 1339691 h 1457325"/>
                <a:gd name="connsiteX6" fmla="*/ 966311 w 1457325"/>
                <a:gd name="connsiteY6" fmla="*/ 1453991 h 1457325"/>
                <a:gd name="connsiteX7" fmla="*/ 1073944 w 1457325"/>
                <a:gd name="connsiteY7" fmla="*/ 1409224 h 1457325"/>
                <a:gd name="connsiteX8" fmla="*/ 1160621 w 1457325"/>
                <a:gd name="connsiteY8" fmla="*/ 1161574 h 1457325"/>
                <a:gd name="connsiteX9" fmla="*/ 1408271 w 1457325"/>
                <a:gd name="connsiteY9" fmla="*/ 1074896 h 1457325"/>
                <a:gd name="connsiteX10" fmla="*/ 1453039 w 1457325"/>
                <a:gd name="connsiteY10" fmla="*/ 966311 h 1457325"/>
                <a:gd name="connsiteX11" fmla="*/ 1338739 w 1457325"/>
                <a:gd name="connsiteY11" fmla="*/ 730091 h 1457325"/>
                <a:gd name="connsiteX12" fmla="*/ 1453039 w 1457325"/>
                <a:gd name="connsiteY12" fmla="*/ 493871 h 1457325"/>
                <a:gd name="connsiteX13" fmla="*/ 1408271 w 1457325"/>
                <a:gd name="connsiteY13" fmla="*/ 386239 h 1457325"/>
                <a:gd name="connsiteX14" fmla="*/ 1160621 w 1457325"/>
                <a:gd name="connsiteY14" fmla="*/ 299561 h 1457325"/>
                <a:gd name="connsiteX15" fmla="*/ 1073944 w 1457325"/>
                <a:gd name="connsiteY15" fmla="*/ 51911 h 1457325"/>
                <a:gd name="connsiteX16" fmla="*/ 966311 w 1457325"/>
                <a:gd name="connsiteY16" fmla="*/ 7144 h 1457325"/>
                <a:gd name="connsiteX17" fmla="*/ 730091 w 1457325"/>
                <a:gd name="connsiteY17" fmla="*/ 121444 h 1457325"/>
                <a:gd name="connsiteX18" fmla="*/ 493871 w 1457325"/>
                <a:gd name="connsiteY18" fmla="*/ 7144 h 1457325"/>
                <a:gd name="connsiteX19" fmla="*/ 386239 w 1457325"/>
                <a:gd name="connsiteY19" fmla="*/ 51911 h 1457325"/>
                <a:gd name="connsiteX20" fmla="*/ 299561 w 1457325"/>
                <a:gd name="connsiteY20" fmla="*/ 299561 h 1457325"/>
                <a:gd name="connsiteX21" fmla="*/ 51911 w 1457325"/>
                <a:gd name="connsiteY21" fmla="*/ 386239 h 1457325"/>
                <a:gd name="connsiteX22" fmla="*/ 7144 w 1457325"/>
                <a:gd name="connsiteY22" fmla="*/ 493871 h 1457325"/>
                <a:gd name="connsiteX23" fmla="*/ 120491 w 1457325"/>
                <a:gd name="connsiteY23" fmla="*/ 730091 h 1457325"/>
                <a:gd name="connsiteX24" fmla="*/ 7144 w 1457325"/>
                <a:gd name="connsiteY24" fmla="*/ 967264 h 1457325"/>
                <a:gd name="connsiteX25" fmla="*/ 7144 w 1457325"/>
                <a:gd name="connsiteY25" fmla="*/ 967264 h 1457325"/>
                <a:gd name="connsiteX26" fmla="*/ 731044 w 1457325"/>
                <a:gd name="connsiteY26" fmla="*/ 273844 h 1457325"/>
                <a:gd name="connsiteX27" fmla="*/ 1188244 w 1457325"/>
                <a:gd name="connsiteY27" fmla="*/ 731044 h 1457325"/>
                <a:gd name="connsiteX28" fmla="*/ 731044 w 1457325"/>
                <a:gd name="connsiteY28" fmla="*/ 1188244 h 1457325"/>
                <a:gd name="connsiteX29" fmla="*/ 273844 w 1457325"/>
                <a:gd name="connsiteY29" fmla="*/ 731044 h 1457325"/>
                <a:gd name="connsiteX30" fmla="*/ 731044 w 1457325"/>
                <a:gd name="connsiteY30" fmla="*/ 273844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57325" h="1457325">
                  <a:moveTo>
                    <a:pt x="7144" y="967264"/>
                  </a:moveTo>
                  <a:cubicBezTo>
                    <a:pt x="19526" y="1004411"/>
                    <a:pt x="33814" y="1040606"/>
                    <a:pt x="51911" y="1074896"/>
                  </a:cubicBezTo>
                  <a:cubicBezTo>
                    <a:pt x="143351" y="1064419"/>
                    <a:pt x="234791" y="1096804"/>
                    <a:pt x="299561" y="1161574"/>
                  </a:cubicBezTo>
                  <a:cubicBezTo>
                    <a:pt x="364331" y="1226344"/>
                    <a:pt x="396716" y="1317784"/>
                    <a:pt x="386239" y="1409224"/>
                  </a:cubicBezTo>
                  <a:cubicBezTo>
                    <a:pt x="421481" y="1427321"/>
                    <a:pt x="456724" y="1441609"/>
                    <a:pt x="493871" y="1453991"/>
                  </a:cubicBezTo>
                  <a:cubicBezTo>
                    <a:pt x="551021" y="1381601"/>
                    <a:pt x="638651" y="1339691"/>
                    <a:pt x="730091" y="1339691"/>
                  </a:cubicBezTo>
                  <a:cubicBezTo>
                    <a:pt x="821531" y="1339691"/>
                    <a:pt x="909161" y="1381601"/>
                    <a:pt x="966311" y="1453991"/>
                  </a:cubicBezTo>
                  <a:cubicBezTo>
                    <a:pt x="1003459" y="1441609"/>
                    <a:pt x="1039654" y="1427321"/>
                    <a:pt x="1073944" y="1409224"/>
                  </a:cubicBezTo>
                  <a:cubicBezTo>
                    <a:pt x="1063466" y="1317784"/>
                    <a:pt x="1095851" y="1226344"/>
                    <a:pt x="1160621" y="1161574"/>
                  </a:cubicBezTo>
                  <a:cubicBezTo>
                    <a:pt x="1225391" y="1096804"/>
                    <a:pt x="1316831" y="1064419"/>
                    <a:pt x="1408271" y="1074896"/>
                  </a:cubicBezTo>
                  <a:cubicBezTo>
                    <a:pt x="1426369" y="1039654"/>
                    <a:pt x="1440656" y="1003459"/>
                    <a:pt x="1453039" y="966311"/>
                  </a:cubicBezTo>
                  <a:cubicBezTo>
                    <a:pt x="1380649" y="909161"/>
                    <a:pt x="1338739" y="821531"/>
                    <a:pt x="1338739" y="730091"/>
                  </a:cubicBezTo>
                  <a:cubicBezTo>
                    <a:pt x="1338739" y="638651"/>
                    <a:pt x="1380649" y="551021"/>
                    <a:pt x="1453039" y="493871"/>
                  </a:cubicBezTo>
                  <a:cubicBezTo>
                    <a:pt x="1440656" y="456724"/>
                    <a:pt x="1426369" y="420529"/>
                    <a:pt x="1408271" y="386239"/>
                  </a:cubicBezTo>
                  <a:cubicBezTo>
                    <a:pt x="1316831" y="396716"/>
                    <a:pt x="1225391" y="364331"/>
                    <a:pt x="1160621" y="299561"/>
                  </a:cubicBezTo>
                  <a:cubicBezTo>
                    <a:pt x="1095851" y="234791"/>
                    <a:pt x="1063466" y="143351"/>
                    <a:pt x="1073944" y="51911"/>
                  </a:cubicBezTo>
                  <a:cubicBezTo>
                    <a:pt x="1039654" y="34766"/>
                    <a:pt x="1003459" y="19526"/>
                    <a:pt x="966311" y="7144"/>
                  </a:cubicBezTo>
                  <a:cubicBezTo>
                    <a:pt x="909161" y="79534"/>
                    <a:pt x="821531" y="121444"/>
                    <a:pt x="730091" y="121444"/>
                  </a:cubicBezTo>
                  <a:cubicBezTo>
                    <a:pt x="638651" y="121444"/>
                    <a:pt x="551021" y="79534"/>
                    <a:pt x="493871" y="7144"/>
                  </a:cubicBezTo>
                  <a:cubicBezTo>
                    <a:pt x="456724" y="19526"/>
                    <a:pt x="420529" y="33814"/>
                    <a:pt x="386239" y="51911"/>
                  </a:cubicBezTo>
                  <a:cubicBezTo>
                    <a:pt x="396716" y="143351"/>
                    <a:pt x="364331" y="234791"/>
                    <a:pt x="299561" y="299561"/>
                  </a:cubicBezTo>
                  <a:cubicBezTo>
                    <a:pt x="234791" y="364331"/>
                    <a:pt x="143351" y="396716"/>
                    <a:pt x="51911" y="386239"/>
                  </a:cubicBezTo>
                  <a:cubicBezTo>
                    <a:pt x="33814" y="420529"/>
                    <a:pt x="19526" y="456724"/>
                    <a:pt x="7144" y="493871"/>
                  </a:cubicBezTo>
                  <a:cubicBezTo>
                    <a:pt x="79534" y="551021"/>
                    <a:pt x="120491" y="638651"/>
                    <a:pt x="120491" y="730091"/>
                  </a:cubicBezTo>
                  <a:cubicBezTo>
                    <a:pt x="120491" y="821531"/>
                    <a:pt x="79534" y="910114"/>
                    <a:pt x="7144" y="967264"/>
                  </a:cubicBezTo>
                  <a:lnTo>
                    <a:pt x="7144" y="967264"/>
                  </a:lnTo>
                  <a:close/>
                  <a:moveTo>
                    <a:pt x="731044" y="273844"/>
                  </a:moveTo>
                  <a:cubicBezTo>
                    <a:pt x="983456" y="273844"/>
                    <a:pt x="1188244" y="478631"/>
                    <a:pt x="1188244" y="731044"/>
                  </a:cubicBezTo>
                  <a:cubicBezTo>
                    <a:pt x="1188244" y="983456"/>
                    <a:pt x="983456" y="1188244"/>
                    <a:pt x="731044" y="1188244"/>
                  </a:cubicBezTo>
                  <a:cubicBezTo>
                    <a:pt x="478631" y="1188244"/>
                    <a:pt x="273844" y="983456"/>
                    <a:pt x="273844" y="731044"/>
                  </a:cubicBezTo>
                  <a:cubicBezTo>
                    <a:pt x="273844" y="478631"/>
                    <a:pt x="478631" y="273844"/>
                    <a:pt x="731044" y="2738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B0232F7B-411A-4FE5-98E2-FCBC93272E13}"/>
                </a:ext>
              </a:extLst>
            </p:cNvPr>
            <p:cNvSpPr/>
            <p:nvPr/>
          </p:nvSpPr>
          <p:spPr>
            <a:xfrm>
              <a:off x="5936456" y="3269456"/>
              <a:ext cx="619125" cy="619125"/>
            </a:xfrm>
            <a:custGeom>
              <a:avLst/>
              <a:gdLst>
                <a:gd name="connsiteX0" fmla="*/ 616744 w 619125"/>
                <a:gd name="connsiteY0" fmla="*/ 311944 h 619125"/>
                <a:gd name="connsiteX1" fmla="*/ 311944 w 619125"/>
                <a:gd name="connsiteY1" fmla="*/ 616744 h 619125"/>
                <a:gd name="connsiteX2" fmla="*/ 7144 w 619125"/>
                <a:gd name="connsiteY2" fmla="*/ 311944 h 619125"/>
                <a:gd name="connsiteX3" fmla="*/ 311944 w 619125"/>
                <a:gd name="connsiteY3" fmla="*/ 7144 h 619125"/>
                <a:gd name="connsiteX4" fmla="*/ 616744 w 619125"/>
                <a:gd name="connsiteY4" fmla="*/ 311944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5" h="619125">
                  <a:moveTo>
                    <a:pt x="616744" y="311944"/>
                  </a:moveTo>
                  <a:cubicBezTo>
                    <a:pt x="616744" y="480536"/>
                    <a:pt x="480536" y="616744"/>
                    <a:pt x="311944" y="616744"/>
                  </a:cubicBezTo>
                  <a:cubicBezTo>
                    <a:pt x="143351" y="616744"/>
                    <a:pt x="7144" y="480536"/>
                    <a:pt x="7144" y="311944"/>
                  </a:cubicBezTo>
                  <a:cubicBezTo>
                    <a:pt x="7144" y="143351"/>
                    <a:pt x="143351" y="7144"/>
                    <a:pt x="311944" y="7144"/>
                  </a:cubicBezTo>
                  <a:cubicBezTo>
                    <a:pt x="480536" y="7144"/>
                    <a:pt x="616744" y="143351"/>
                    <a:pt x="616744" y="3119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7F53499E-4CDD-4049-AFDB-DD80E33D1003}"/>
                </a:ext>
              </a:extLst>
            </p:cNvPr>
            <p:cNvSpPr/>
            <p:nvPr/>
          </p:nvSpPr>
          <p:spPr>
            <a:xfrm>
              <a:off x="4107656" y="1440656"/>
              <a:ext cx="923925" cy="314325"/>
            </a:xfrm>
            <a:custGeom>
              <a:avLst/>
              <a:gdLst>
                <a:gd name="connsiteX0" fmla="*/ 921544 w 923925"/>
                <a:gd name="connsiteY0" fmla="*/ 7144 h 314325"/>
                <a:gd name="connsiteX1" fmla="*/ 7144 w 923925"/>
                <a:gd name="connsiteY1" fmla="*/ 7144 h 314325"/>
                <a:gd name="connsiteX2" fmla="*/ 7144 w 923925"/>
                <a:gd name="connsiteY2" fmla="*/ 311944 h 314325"/>
                <a:gd name="connsiteX3" fmla="*/ 921544 w 923925"/>
                <a:gd name="connsiteY3" fmla="*/ 311944 h 314325"/>
                <a:gd name="connsiteX4" fmla="*/ 921544 w 923925"/>
                <a:gd name="connsiteY4" fmla="*/ 7144 h 314325"/>
                <a:gd name="connsiteX5" fmla="*/ 311944 w 923925"/>
                <a:gd name="connsiteY5" fmla="*/ 235744 h 314325"/>
                <a:gd name="connsiteX6" fmla="*/ 159544 w 923925"/>
                <a:gd name="connsiteY6" fmla="*/ 235744 h 314325"/>
                <a:gd name="connsiteX7" fmla="*/ 159544 w 923925"/>
                <a:gd name="connsiteY7" fmla="*/ 83344 h 314325"/>
                <a:gd name="connsiteX8" fmla="*/ 311944 w 923925"/>
                <a:gd name="connsiteY8" fmla="*/ 83344 h 314325"/>
                <a:gd name="connsiteX9" fmla="*/ 311944 w 923925"/>
                <a:gd name="connsiteY9" fmla="*/ 235744 h 314325"/>
                <a:gd name="connsiteX10" fmla="*/ 540544 w 923925"/>
                <a:gd name="connsiteY10" fmla="*/ 235744 h 314325"/>
                <a:gd name="connsiteX11" fmla="*/ 388144 w 923925"/>
                <a:gd name="connsiteY11" fmla="*/ 235744 h 314325"/>
                <a:gd name="connsiteX12" fmla="*/ 388144 w 923925"/>
                <a:gd name="connsiteY12" fmla="*/ 83344 h 314325"/>
                <a:gd name="connsiteX13" fmla="*/ 540544 w 923925"/>
                <a:gd name="connsiteY13" fmla="*/ 83344 h 314325"/>
                <a:gd name="connsiteX14" fmla="*/ 540544 w 923925"/>
                <a:gd name="connsiteY14" fmla="*/ 235744 h 314325"/>
                <a:gd name="connsiteX15" fmla="*/ 769144 w 923925"/>
                <a:gd name="connsiteY15" fmla="*/ 235744 h 314325"/>
                <a:gd name="connsiteX16" fmla="*/ 616744 w 923925"/>
                <a:gd name="connsiteY16" fmla="*/ 235744 h 314325"/>
                <a:gd name="connsiteX17" fmla="*/ 616744 w 923925"/>
                <a:gd name="connsiteY17" fmla="*/ 83344 h 314325"/>
                <a:gd name="connsiteX18" fmla="*/ 769144 w 923925"/>
                <a:gd name="connsiteY18" fmla="*/ 83344 h 314325"/>
                <a:gd name="connsiteX19" fmla="*/ 769144 w 923925"/>
                <a:gd name="connsiteY19" fmla="*/ 2357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23925" h="314325">
                  <a:moveTo>
                    <a:pt x="921544" y="7144"/>
                  </a:moveTo>
                  <a:lnTo>
                    <a:pt x="7144" y="7144"/>
                  </a:lnTo>
                  <a:lnTo>
                    <a:pt x="7144" y="311944"/>
                  </a:lnTo>
                  <a:lnTo>
                    <a:pt x="921544" y="311944"/>
                  </a:lnTo>
                  <a:lnTo>
                    <a:pt x="921544" y="7144"/>
                  </a:lnTo>
                  <a:close/>
                  <a:moveTo>
                    <a:pt x="311944" y="235744"/>
                  </a:moveTo>
                  <a:lnTo>
                    <a:pt x="159544" y="235744"/>
                  </a:lnTo>
                  <a:lnTo>
                    <a:pt x="159544" y="83344"/>
                  </a:lnTo>
                  <a:lnTo>
                    <a:pt x="311944" y="83344"/>
                  </a:lnTo>
                  <a:lnTo>
                    <a:pt x="311944" y="235744"/>
                  </a:lnTo>
                  <a:close/>
                  <a:moveTo>
                    <a:pt x="540544" y="235744"/>
                  </a:moveTo>
                  <a:lnTo>
                    <a:pt x="388144" y="235744"/>
                  </a:lnTo>
                  <a:lnTo>
                    <a:pt x="388144" y="83344"/>
                  </a:lnTo>
                  <a:lnTo>
                    <a:pt x="540544" y="83344"/>
                  </a:lnTo>
                  <a:lnTo>
                    <a:pt x="540544" y="235744"/>
                  </a:lnTo>
                  <a:close/>
                  <a:moveTo>
                    <a:pt x="769144" y="235744"/>
                  </a:moveTo>
                  <a:lnTo>
                    <a:pt x="616744" y="235744"/>
                  </a:lnTo>
                  <a:lnTo>
                    <a:pt x="616744" y="83344"/>
                  </a:lnTo>
                  <a:lnTo>
                    <a:pt x="769144" y="83344"/>
                  </a:lnTo>
                  <a:lnTo>
                    <a:pt x="769144" y="235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055D918B-FC40-4212-A7F6-9F544B5B9842}"/>
                </a:ext>
              </a:extLst>
            </p:cNvPr>
            <p:cNvSpPr/>
            <p:nvPr/>
          </p:nvSpPr>
          <p:spPr>
            <a:xfrm>
              <a:off x="7460456" y="1440656"/>
              <a:ext cx="923925" cy="314325"/>
            </a:xfrm>
            <a:custGeom>
              <a:avLst/>
              <a:gdLst>
                <a:gd name="connsiteX0" fmla="*/ 921544 w 923925"/>
                <a:gd name="connsiteY0" fmla="*/ 7144 h 314325"/>
                <a:gd name="connsiteX1" fmla="*/ 7144 w 923925"/>
                <a:gd name="connsiteY1" fmla="*/ 7144 h 314325"/>
                <a:gd name="connsiteX2" fmla="*/ 7144 w 923925"/>
                <a:gd name="connsiteY2" fmla="*/ 311944 h 314325"/>
                <a:gd name="connsiteX3" fmla="*/ 921544 w 923925"/>
                <a:gd name="connsiteY3" fmla="*/ 311944 h 314325"/>
                <a:gd name="connsiteX4" fmla="*/ 921544 w 923925"/>
                <a:gd name="connsiteY4" fmla="*/ 7144 h 314325"/>
                <a:gd name="connsiteX5" fmla="*/ 311944 w 923925"/>
                <a:gd name="connsiteY5" fmla="*/ 235744 h 314325"/>
                <a:gd name="connsiteX6" fmla="*/ 159544 w 923925"/>
                <a:gd name="connsiteY6" fmla="*/ 235744 h 314325"/>
                <a:gd name="connsiteX7" fmla="*/ 159544 w 923925"/>
                <a:gd name="connsiteY7" fmla="*/ 83344 h 314325"/>
                <a:gd name="connsiteX8" fmla="*/ 311944 w 923925"/>
                <a:gd name="connsiteY8" fmla="*/ 83344 h 314325"/>
                <a:gd name="connsiteX9" fmla="*/ 311944 w 923925"/>
                <a:gd name="connsiteY9" fmla="*/ 235744 h 314325"/>
                <a:gd name="connsiteX10" fmla="*/ 540544 w 923925"/>
                <a:gd name="connsiteY10" fmla="*/ 235744 h 314325"/>
                <a:gd name="connsiteX11" fmla="*/ 388144 w 923925"/>
                <a:gd name="connsiteY11" fmla="*/ 235744 h 314325"/>
                <a:gd name="connsiteX12" fmla="*/ 388144 w 923925"/>
                <a:gd name="connsiteY12" fmla="*/ 83344 h 314325"/>
                <a:gd name="connsiteX13" fmla="*/ 540544 w 923925"/>
                <a:gd name="connsiteY13" fmla="*/ 83344 h 314325"/>
                <a:gd name="connsiteX14" fmla="*/ 540544 w 923925"/>
                <a:gd name="connsiteY14" fmla="*/ 235744 h 314325"/>
                <a:gd name="connsiteX15" fmla="*/ 769144 w 923925"/>
                <a:gd name="connsiteY15" fmla="*/ 235744 h 314325"/>
                <a:gd name="connsiteX16" fmla="*/ 616744 w 923925"/>
                <a:gd name="connsiteY16" fmla="*/ 235744 h 314325"/>
                <a:gd name="connsiteX17" fmla="*/ 616744 w 923925"/>
                <a:gd name="connsiteY17" fmla="*/ 83344 h 314325"/>
                <a:gd name="connsiteX18" fmla="*/ 769144 w 923925"/>
                <a:gd name="connsiteY18" fmla="*/ 83344 h 314325"/>
                <a:gd name="connsiteX19" fmla="*/ 769144 w 923925"/>
                <a:gd name="connsiteY19" fmla="*/ 2357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23925" h="314325">
                  <a:moveTo>
                    <a:pt x="921544" y="7144"/>
                  </a:moveTo>
                  <a:lnTo>
                    <a:pt x="7144" y="7144"/>
                  </a:lnTo>
                  <a:lnTo>
                    <a:pt x="7144" y="311944"/>
                  </a:lnTo>
                  <a:lnTo>
                    <a:pt x="921544" y="311944"/>
                  </a:lnTo>
                  <a:lnTo>
                    <a:pt x="921544" y="7144"/>
                  </a:lnTo>
                  <a:close/>
                  <a:moveTo>
                    <a:pt x="311944" y="235744"/>
                  </a:moveTo>
                  <a:lnTo>
                    <a:pt x="159544" y="235744"/>
                  </a:lnTo>
                  <a:lnTo>
                    <a:pt x="159544" y="83344"/>
                  </a:lnTo>
                  <a:lnTo>
                    <a:pt x="311944" y="83344"/>
                  </a:lnTo>
                  <a:lnTo>
                    <a:pt x="311944" y="235744"/>
                  </a:lnTo>
                  <a:close/>
                  <a:moveTo>
                    <a:pt x="540544" y="235744"/>
                  </a:moveTo>
                  <a:lnTo>
                    <a:pt x="388144" y="235744"/>
                  </a:lnTo>
                  <a:lnTo>
                    <a:pt x="388144" y="83344"/>
                  </a:lnTo>
                  <a:lnTo>
                    <a:pt x="540544" y="83344"/>
                  </a:lnTo>
                  <a:lnTo>
                    <a:pt x="540544" y="235744"/>
                  </a:lnTo>
                  <a:close/>
                  <a:moveTo>
                    <a:pt x="769144" y="235744"/>
                  </a:moveTo>
                  <a:lnTo>
                    <a:pt x="616744" y="235744"/>
                  </a:lnTo>
                  <a:lnTo>
                    <a:pt x="616744" y="83344"/>
                  </a:lnTo>
                  <a:lnTo>
                    <a:pt x="769144" y="83344"/>
                  </a:lnTo>
                  <a:lnTo>
                    <a:pt x="769144" y="235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3AFA4330-AED0-44FD-A08C-E49E78E189E2}"/>
                </a:ext>
              </a:extLst>
            </p:cNvPr>
            <p:cNvSpPr/>
            <p:nvPr/>
          </p:nvSpPr>
          <p:spPr>
            <a:xfrm>
              <a:off x="4107656" y="5403056"/>
              <a:ext cx="923925" cy="314325"/>
            </a:xfrm>
            <a:custGeom>
              <a:avLst/>
              <a:gdLst>
                <a:gd name="connsiteX0" fmla="*/ 7144 w 923925"/>
                <a:gd name="connsiteY0" fmla="*/ 311944 h 314325"/>
                <a:gd name="connsiteX1" fmla="*/ 921544 w 923925"/>
                <a:gd name="connsiteY1" fmla="*/ 311944 h 314325"/>
                <a:gd name="connsiteX2" fmla="*/ 921544 w 923925"/>
                <a:gd name="connsiteY2" fmla="*/ 7144 h 314325"/>
                <a:gd name="connsiteX3" fmla="*/ 7144 w 923925"/>
                <a:gd name="connsiteY3" fmla="*/ 7144 h 314325"/>
                <a:gd name="connsiteX4" fmla="*/ 7144 w 923925"/>
                <a:gd name="connsiteY4" fmla="*/ 311944 h 314325"/>
                <a:gd name="connsiteX5" fmla="*/ 616744 w 923925"/>
                <a:gd name="connsiteY5" fmla="*/ 83344 h 314325"/>
                <a:gd name="connsiteX6" fmla="*/ 769144 w 923925"/>
                <a:gd name="connsiteY6" fmla="*/ 83344 h 314325"/>
                <a:gd name="connsiteX7" fmla="*/ 769144 w 923925"/>
                <a:gd name="connsiteY7" fmla="*/ 235744 h 314325"/>
                <a:gd name="connsiteX8" fmla="*/ 616744 w 923925"/>
                <a:gd name="connsiteY8" fmla="*/ 235744 h 314325"/>
                <a:gd name="connsiteX9" fmla="*/ 616744 w 923925"/>
                <a:gd name="connsiteY9" fmla="*/ 83344 h 314325"/>
                <a:gd name="connsiteX10" fmla="*/ 388144 w 923925"/>
                <a:gd name="connsiteY10" fmla="*/ 83344 h 314325"/>
                <a:gd name="connsiteX11" fmla="*/ 540544 w 923925"/>
                <a:gd name="connsiteY11" fmla="*/ 83344 h 314325"/>
                <a:gd name="connsiteX12" fmla="*/ 540544 w 923925"/>
                <a:gd name="connsiteY12" fmla="*/ 235744 h 314325"/>
                <a:gd name="connsiteX13" fmla="*/ 388144 w 923925"/>
                <a:gd name="connsiteY13" fmla="*/ 235744 h 314325"/>
                <a:gd name="connsiteX14" fmla="*/ 388144 w 923925"/>
                <a:gd name="connsiteY14" fmla="*/ 83344 h 314325"/>
                <a:gd name="connsiteX15" fmla="*/ 159544 w 923925"/>
                <a:gd name="connsiteY15" fmla="*/ 83344 h 314325"/>
                <a:gd name="connsiteX16" fmla="*/ 311944 w 923925"/>
                <a:gd name="connsiteY16" fmla="*/ 83344 h 314325"/>
                <a:gd name="connsiteX17" fmla="*/ 311944 w 923925"/>
                <a:gd name="connsiteY17" fmla="*/ 235744 h 314325"/>
                <a:gd name="connsiteX18" fmla="*/ 159544 w 923925"/>
                <a:gd name="connsiteY18" fmla="*/ 235744 h 314325"/>
                <a:gd name="connsiteX19" fmla="*/ 159544 w 923925"/>
                <a:gd name="connsiteY19" fmla="*/ 833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23925" h="314325">
                  <a:moveTo>
                    <a:pt x="7144" y="311944"/>
                  </a:moveTo>
                  <a:lnTo>
                    <a:pt x="921544" y="311944"/>
                  </a:lnTo>
                  <a:lnTo>
                    <a:pt x="921544" y="7144"/>
                  </a:lnTo>
                  <a:lnTo>
                    <a:pt x="7144" y="7144"/>
                  </a:lnTo>
                  <a:lnTo>
                    <a:pt x="7144" y="311944"/>
                  </a:lnTo>
                  <a:close/>
                  <a:moveTo>
                    <a:pt x="616744" y="83344"/>
                  </a:moveTo>
                  <a:lnTo>
                    <a:pt x="769144" y="83344"/>
                  </a:lnTo>
                  <a:lnTo>
                    <a:pt x="769144" y="235744"/>
                  </a:lnTo>
                  <a:lnTo>
                    <a:pt x="616744" y="235744"/>
                  </a:lnTo>
                  <a:lnTo>
                    <a:pt x="616744" y="83344"/>
                  </a:lnTo>
                  <a:close/>
                  <a:moveTo>
                    <a:pt x="388144" y="83344"/>
                  </a:moveTo>
                  <a:lnTo>
                    <a:pt x="540544" y="83344"/>
                  </a:lnTo>
                  <a:lnTo>
                    <a:pt x="540544" y="235744"/>
                  </a:lnTo>
                  <a:lnTo>
                    <a:pt x="388144" y="235744"/>
                  </a:lnTo>
                  <a:lnTo>
                    <a:pt x="388144" y="83344"/>
                  </a:lnTo>
                  <a:close/>
                  <a:moveTo>
                    <a:pt x="159544" y="83344"/>
                  </a:moveTo>
                  <a:lnTo>
                    <a:pt x="311944" y="83344"/>
                  </a:lnTo>
                  <a:lnTo>
                    <a:pt x="311944" y="235744"/>
                  </a:lnTo>
                  <a:lnTo>
                    <a:pt x="159544" y="235744"/>
                  </a:lnTo>
                  <a:lnTo>
                    <a:pt x="159544" y="83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9AAC094D-16C2-4096-8A54-D85D70095EE8}"/>
                </a:ext>
              </a:extLst>
            </p:cNvPr>
            <p:cNvSpPr/>
            <p:nvPr/>
          </p:nvSpPr>
          <p:spPr>
            <a:xfrm>
              <a:off x="5784056" y="5403056"/>
              <a:ext cx="923925" cy="314325"/>
            </a:xfrm>
            <a:custGeom>
              <a:avLst/>
              <a:gdLst>
                <a:gd name="connsiteX0" fmla="*/ 7144 w 923925"/>
                <a:gd name="connsiteY0" fmla="*/ 311944 h 314325"/>
                <a:gd name="connsiteX1" fmla="*/ 921544 w 923925"/>
                <a:gd name="connsiteY1" fmla="*/ 311944 h 314325"/>
                <a:gd name="connsiteX2" fmla="*/ 921544 w 923925"/>
                <a:gd name="connsiteY2" fmla="*/ 7144 h 314325"/>
                <a:gd name="connsiteX3" fmla="*/ 7144 w 923925"/>
                <a:gd name="connsiteY3" fmla="*/ 7144 h 314325"/>
                <a:gd name="connsiteX4" fmla="*/ 7144 w 923925"/>
                <a:gd name="connsiteY4" fmla="*/ 311944 h 314325"/>
                <a:gd name="connsiteX5" fmla="*/ 616744 w 923925"/>
                <a:gd name="connsiteY5" fmla="*/ 83344 h 314325"/>
                <a:gd name="connsiteX6" fmla="*/ 769144 w 923925"/>
                <a:gd name="connsiteY6" fmla="*/ 83344 h 314325"/>
                <a:gd name="connsiteX7" fmla="*/ 769144 w 923925"/>
                <a:gd name="connsiteY7" fmla="*/ 235744 h 314325"/>
                <a:gd name="connsiteX8" fmla="*/ 616744 w 923925"/>
                <a:gd name="connsiteY8" fmla="*/ 235744 h 314325"/>
                <a:gd name="connsiteX9" fmla="*/ 616744 w 923925"/>
                <a:gd name="connsiteY9" fmla="*/ 83344 h 314325"/>
                <a:gd name="connsiteX10" fmla="*/ 388144 w 923925"/>
                <a:gd name="connsiteY10" fmla="*/ 83344 h 314325"/>
                <a:gd name="connsiteX11" fmla="*/ 540544 w 923925"/>
                <a:gd name="connsiteY11" fmla="*/ 83344 h 314325"/>
                <a:gd name="connsiteX12" fmla="*/ 540544 w 923925"/>
                <a:gd name="connsiteY12" fmla="*/ 235744 h 314325"/>
                <a:gd name="connsiteX13" fmla="*/ 388144 w 923925"/>
                <a:gd name="connsiteY13" fmla="*/ 235744 h 314325"/>
                <a:gd name="connsiteX14" fmla="*/ 388144 w 923925"/>
                <a:gd name="connsiteY14" fmla="*/ 83344 h 314325"/>
                <a:gd name="connsiteX15" fmla="*/ 159544 w 923925"/>
                <a:gd name="connsiteY15" fmla="*/ 83344 h 314325"/>
                <a:gd name="connsiteX16" fmla="*/ 311944 w 923925"/>
                <a:gd name="connsiteY16" fmla="*/ 83344 h 314325"/>
                <a:gd name="connsiteX17" fmla="*/ 311944 w 923925"/>
                <a:gd name="connsiteY17" fmla="*/ 235744 h 314325"/>
                <a:gd name="connsiteX18" fmla="*/ 159544 w 923925"/>
                <a:gd name="connsiteY18" fmla="*/ 235744 h 314325"/>
                <a:gd name="connsiteX19" fmla="*/ 159544 w 923925"/>
                <a:gd name="connsiteY19" fmla="*/ 833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23925" h="314325">
                  <a:moveTo>
                    <a:pt x="7144" y="311944"/>
                  </a:moveTo>
                  <a:lnTo>
                    <a:pt x="921544" y="311944"/>
                  </a:lnTo>
                  <a:lnTo>
                    <a:pt x="921544" y="7144"/>
                  </a:lnTo>
                  <a:lnTo>
                    <a:pt x="7144" y="7144"/>
                  </a:lnTo>
                  <a:lnTo>
                    <a:pt x="7144" y="311944"/>
                  </a:lnTo>
                  <a:close/>
                  <a:moveTo>
                    <a:pt x="616744" y="83344"/>
                  </a:moveTo>
                  <a:lnTo>
                    <a:pt x="769144" y="83344"/>
                  </a:lnTo>
                  <a:lnTo>
                    <a:pt x="769144" y="235744"/>
                  </a:lnTo>
                  <a:lnTo>
                    <a:pt x="616744" y="235744"/>
                  </a:lnTo>
                  <a:lnTo>
                    <a:pt x="616744" y="83344"/>
                  </a:lnTo>
                  <a:close/>
                  <a:moveTo>
                    <a:pt x="388144" y="83344"/>
                  </a:moveTo>
                  <a:lnTo>
                    <a:pt x="540544" y="83344"/>
                  </a:lnTo>
                  <a:lnTo>
                    <a:pt x="540544" y="235744"/>
                  </a:lnTo>
                  <a:lnTo>
                    <a:pt x="388144" y="235744"/>
                  </a:lnTo>
                  <a:lnTo>
                    <a:pt x="388144" y="83344"/>
                  </a:lnTo>
                  <a:close/>
                  <a:moveTo>
                    <a:pt x="159544" y="83344"/>
                  </a:moveTo>
                  <a:lnTo>
                    <a:pt x="311944" y="83344"/>
                  </a:lnTo>
                  <a:lnTo>
                    <a:pt x="311944" y="235744"/>
                  </a:lnTo>
                  <a:lnTo>
                    <a:pt x="159544" y="235744"/>
                  </a:lnTo>
                  <a:lnTo>
                    <a:pt x="159544" y="83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DFA41264-4824-487F-965A-B7BA0A1A8B6C}"/>
                </a:ext>
              </a:extLst>
            </p:cNvPr>
            <p:cNvSpPr/>
            <p:nvPr/>
          </p:nvSpPr>
          <p:spPr>
            <a:xfrm>
              <a:off x="7460456" y="5403056"/>
              <a:ext cx="923925" cy="314325"/>
            </a:xfrm>
            <a:custGeom>
              <a:avLst/>
              <a:gdLst>
                <a:gd name="connsiteX0" fmla="*/ 7144 w 923925"/>
                <a:gd name="connsiteY0" fmla="*/ 311944 h 314325"/>
                <a:gd name="connsiteX1" fmla="*/ 921544 w 923925"/>
                <a:gd name="connsiteY1" fmla="*/ 311944 h 314325"/>
                <a:gd name="connsiteX2" fmla="*/ 921544 w 923925"/>
                <a:gd name="connsiteY2" fmla="*/ 7144 h 314325"/>
                <a:gd name="connsiteX3" fmla="*/ 7144 w 923925"/>
                <a:gd name="connsiteY3" fmla="*/ 7144 h 314325"/>
                <a:gd name="connsiteX4" fmla="*/ 7144 w 923925"/>
                <a:gd name="connsiteY4" fmla="*/ 311944 h 314325"/>
                <a:gd name="connsiteX5" fmla="*/ 616744 w 923925"/>
                <a:gd name="connsiteY5" fmla="*/ 83344 h 314325"/>
                <a:gd name="connsiteX6" fmla="*/ 769144 w 923925"/>
                <a:gd name="connsiteY6" fmla="*/ 83344 h 314325"/>
                <a:gd name="connsiteX7" fmla="*/ 769144 w 923925"/>
                <a:gd name="connsiteY7" fmla="*/ 235744 h 314325"/>
                <a:gd name="connsiteX8" fmla="*/ 616744 w 923925"/>
                <a:gd name="connsiteY8" fmla="*/ 235744 h 314325"/>
                <a:gd name="connsiteX9" fmla="*/ 616744 w 923925"/>
                <a:gd name="connsiteY9" fmla="*/ 83344 h 314325"/>
                <a:gd name="connsiteX10" fmla="*/ 388144 w 923925"/>
                <a:gd name="connsiteY10" fmla="*/ 83344 h 314325"/>
                <a:gd name="connsiteX11" fmla="*/ 540544 w 923925"/>
                <a:gd name="connsiteY11" fmla="*/ 83344 h 314325"/>
                <a:gd name="connsiteX12" fmla="*/ 540544 w 923925"/>
                <a:gd name="connsiteY12" fmla="*/ 235744 h 314325"/>
                <a:gd name="connsiteX13" fmla="*/ 388144 w 923925"/>
                <a:gd name="connsiteY13" fmla="*/ 235744 h 314325"/>
                <a:gd name="connsiteX14" fmla="*/ 388144 w 923925"/>
                <a:gd name="connsiteY14" fmla="*/ 83344 h 314325"/>
                <a:gd name="connsiteX15" fmla="*/ 159544 w 923925"/>
                <a:gd name="connsiteY15" fmla="*/ 83344 h 314325"/>
                <a:gd name="connsiteX16" fmla="*/ 311944 w 923925"/>
                <a:gd name="connsiteY16" fmla="*/ 83344 h 314325"/>
                <a:gd name="connsiteX17" fmla="*/ 311944 w 923925"/>
                <a:gd name="connsiteY17" fmla="*/ 235744 h 314325"/>
                <a:gd name="connsiteX18" fmla="*/ 159544 w 923925"/>
                <a:gd name="connsiteY18" fmla="*/ 235744 h 314325"/>
                <a:gd name="connsiteX19" fmla="*/ 159544 w 923925"/>
                <a:gd name="connsiteY19" fmla="*/ 83344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23925" h="314325">
                  <a:moveTo>
                    <a:pt x="7144" y="311944"/>
                  </a:moveTo>
                  <a:lnTo>
                    <a:pt x="921544" y="311944"/>
                  </a:lnTo>
                  <a:lnTo>
                    <a:pt x="921544" y="7144"/>
                  </a:lnTo>
                  <a:lnTo>
                    <a:pt x="7144" y="7144"/>
                  </a:lnTo>
                  <a:lnTo>
                    <a:pt x="7144" y="311944"/>
                  </a:lnTo>
                  <a:close/>
                  <a:moveTo>
                    <a:pt x="616744" y="83344"/>
                  </a:moveTo>
                  <a:lnTo>
                    <a:pt x="769144" y="83344"/>
                  </a:lnTo>
                  <a:lnTo>
                    <a:pt x="769144" y="235744"/>
                  </a:lnTo>
                  <a:lnTo>
                    <a:pt x="616744" y="235744"/>
                  </a:lnTo>
                  <a:lnTo>
                    <a:pt x="616744" y="83344"/>
                  </a:lnTo>
                  <a:close/>
                  <a:moveTo>
                    <a:pt x="388144" y="83344"/>
                  </a:moveTo>
                  <a:lnTo>
                    <a:pt x="540544" y="83344"/>
                  </a:lnTo>
                  <a:lnTo>
                    <a:pt x="540544" y="235744"/>
                  </a:lnTo>
                  <a:lnTo>
                    <a:pt x="388144" y="235744"/>
                  </a:lnTo>
                  <a:lnTo>
                    <a:pt x="388144" y="83344"/>
                  </a:lnTo>
                  <a:close/>
                  <a:moveTo>
                    <a:pt x="159544" y="83344"/>
                  </a:moveTo>
                  <a:lnTo>
                    <a:pt x="311944" y="83344"/>
                  </a:lnTo>
                  <a:lnTo>
                    <a:pt x="311944" y="235744"/>
                  </a:lnTo>
                  <a:lnTo>
                    <a:pt x="159544" y="235744"/>
                  </a:lnTo>
                  <a:lnTo>
                    <a:pt x="159544" y="83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11" name="Graphic 57">
            <a:extLst>
              <a:ext uri="{FF2B5EF4-FFF2-40B4-BE49-F238E27FC236}">
                <a16:creationId xmlns:a16="http://schemas.microsoft.com/office/drawing/2014/main" id="{5C6F3F32-68E3-4AE2-B656-1E1DB5C36C14}"/>
              </a:ext>
            </a:extLst>
          </p:cNvPr>
          <p:cNvGrpSpPr>
            <a:grpSpLocks noChangeAspect="1"/>
          </p:cNvGrpSpPr>
          <p:nvPr/>
        </p:nvGrpSpPr>
        <p:grpSpPr>
          <a:xfrm>
            <a:off x="1013970" y="2306529"/>
            <a:ext cx="502920" cy="502920"/>
            <a:chOff x="4114800" y="1447800"/>
            <a:chExt cx="4267200" cy="4267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E69E068B-40B8-434E-ABED-489D115040AE}"/>
                </a:ext>
              </a:extLst>
            </p:cNvPr>
            <p:cNvSpPr/>
            <p:nvPr/>
          </p:nvSpPr>
          <p:spPr>
            <a:xfrm>
              <a:off x="4412456" y="2278856"/>
              <a:ext cx="390525" cy="2295525"/>
            </a:xfrm>
            <a:custGeom>
              <a:avLst/>
              <a:gdLst>
                <a:gd name="connsiteX0" fmla="*/ 159544 w 390525"/>
                <a:gd name="connsiteY0" fmla="*/ 7144 h 2295525"/>
                <a:gd name="connsiteX1" fmla="*/ 7144 w 390525"/>
                <a:gd name="connsiteY1" fmla="*/ 7144 h 2295525"/>
                <a:gd name="connsiteX2" fmla="*/ 7144 w 390525"/>
                <a:gd name="connsiteY2" fmla="*/ 2216944 h 2295525"/>
                <a:gd name="connsiteX3" fmla="*/ 83344 w 390525"/>
                <a:gd name="connsiteY3" fmla="*/ 2293144 h 2295525"/>
                <a:gd name="connsiteX4" fmla="*/ 388144 w 390525"/>
                <a:gd name="connsiteY4" fmla="*/ 2293144 h 2295525"/>
                <a:gd name="connsiteX5" fmla="*/ 388144 w 390525"/>
                <a:gd name="connsiteY5" fmla="*/ 2140744 h 2295525"/>
                <a:gd name="connsiteX6" fmla="*/ 159544 w 390525"/>
                <a:gd name="connsiteY6" fmla="*/ 2140744 h 2295525"/>
                <a:gd name="connsiteX7" fmla="*/ 159544 w 390525"/>
                <a:gd name="connsiteY7" fmla="*/ 7144 h 2295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0525" h="2295525">
                  <a:moveTo>
                    <a:pt x="159544" y="7144"/>
                  </a:moveTo>
                  <a:lnTo>
                    <a:pt x="7144" y="7144"/>
                  </a:lnTo>
                  <a:lnTo>
                    <a:pt x="7144" y="2216944"/>
                  </a:lnTo>
                  <a:cubicBezTo>
                    <a:pt x="7144" y="2258854"/>
                    <a:pt x="41434" y="2293144"/>
                    <a:pt x="83344" y="2293144"/>
                  </a:cubicBezTo>
                  <a:lnTo>
                    <a:pt x="388144" y="2293144"/>
                  </a:lnTo>
                  <a:lnTo>
                    <a:pt x="388144" y="2140744"/>
                  </a:lnTo>
                  <a:lnTo>
                    <a:pt x="159544" y="2140744"/>
                  </a:lnTo>
                  <a:lnTo>
                    <a:pt x="1595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E716DF67-9B6F-49E0-9584-D2C10AABDC5F}"/>
                </a:ext>
              </a:extLst>
            </p:cNvPr>
            <p:cNvSpPr/>
            <p:nvPr/>
          </p:nvSpPr>
          <p:spPr>
            <a:xfrm>
              <a:off x="6165056" y="1745456"/>
              <a:ext cx="1381125" cy="1152525"/>
            </a:xfrm>
            <a:custGeom>
              <a:avLst/>
              <a:gdLst>
                <a:gd name="connsiteX0" fmla="*/ 159544 w 1381125"/>
                <a:gd name="connsiteY0" fmla="*/ 159544 h 1152525"/>
                <a:gd name="connsiteX1" fmla="*/ 1378744 w 1381125"/>
                <a:gd name="connsiteY1" fmla="*/ 159544 h 1152525"/>
                <a:gd name="connsiteX2" fmla="*/ 1378744 w 1381125"/>
                <a:gd name="connsiteY2" fmla="*/ 7144 h 1152525"/>
                <a:gd name="connsiteX3" fmla="*/ 83344 w 1381125"/>
                <a:gd name="connsiteY3" fmla="*/ 7144 h 1152525"/>
                <a:gd name="connsiteX4" fmla="*/ 7144 w 1381125"/>
                <a:gd name="connsiteY4" fmla="*/ 83344 h 1152525"/>
                <a:gd name="connsiteX5" fmla="*/ 7144 w 1381125"/>
                <a:gd name="connsiteY5" fmla="*/ 1150144 h 1152525"/>
                <a:gd name="connsiteX6" fmla="*/ 159544 w 1381125"/>
                <a:gd name="connsiteY6" fmla="*/ 1150144 h 1152525"/>
                <a:gd name="connsiteX7" fmla="*/ 159544 w 1381125"/>
                <a:gd name="connsiteY7" fmla="*/ 159544 h 115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1125" h="1152525">
                  <a:moveTo>
                    <a:pt x="159544" y="159544"/>
                  </a:moveTo>
                  <a:lnTo>
                    <a:pt x="1378744" y="159544"/>
                  </a:lnTo>
                  <a:lnTo>
                    <a:pt x="1378744" y="7144"/>
                  </a:ln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lnTo>
                    <a:pt x="7144" y="1150144"/>
                  </a:lnTo>
                  <a:lnTo>
                    <a:pt x="159544" y="1150144"/>
                  </a:lnTo>
                  <a:lnTo>
                    <a:pt x="159544" y="159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9D84C93B-8825-44A6-8E3E-0EBD12FE54CE}"/>
                </a:ext>
              </a:extLst>
            </p:cNvPr>
            <p:cNvSpPr/>
            <p:nvPr/>
          </p:nvSpPr>
          <p:spPr>
            <a:xfrm>
              <a:off x="7689056" y="3726656"/>
              <a:ext cx="466725" cy="1304925"/>
            </a:xfrm>
            <a:custGeom>
              <a:avLst/>
              <a:gdLst>
                <a:gd name="connsiteX0" fmla="*/ 311944 w 466725"/>
                <a:gd name="connsiteY0" fmla="*/ 1302544 h 1304925"/>
                <a:gd name="connsiteX1" fmla="*/ 464344 w 466725"/>
                <a:gd name="connsiteY1" fmla="*/ 1302544 h 1304925"/>
                <a:gd name="connsiteX2" fmla="*/ 464344 w 466725"/>
                <a:gd name="connsiteY2" fmla="*/ 83344 h 1304925"/>
                <a:gd name="connsiteX3" fmla="*/ 388144 w 466725"/>
                <a:gd name="connsiteY3" fmla="*/ 7144 h 1304925"/>
                <a:gd name="connsiteX4" fmla="*/ 7144 w 466725"/>
                <a:gd name="connsiteY4" fmla="*/ 7144 h 1304925"/>
                <a:gd name="connsiteX5" fmla="*/ 7144 w 466725"/>
                <a:gd name="connsiteY5" fmla="*/ 159544 h 1304925"/>
                <a:gd name="connsiteX6" fmla="*/ 311944 w 466725"/>
                <a:gd name="connsiteY6" fmla="*/ 159544 h 1304925"/>
                <a:gd name="connsiteX7" fmla="*/ 311944 w 466725"/>
                <a:gd name="connsiteY7" fmla="*/ 1302544 h 130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6725" h="1304925">
                  <a:moveTo>
                    <a:pt x="311944" y="1302544"/>
                  </a:moveTo>
                  <a:lnTo>
                    <a:pt x="464344" y="1302544"/>
                  </a:lnTo>
                  <a:lnTo>
                    <a:pt x="464344" y="83344"/>
                  </a:lnTo>
                  <a:cubicBezTo>
                    <a:pt x="464344" y="41434"/>
                    <a:pt x="430054" y="7144"/>
                    <a:pt x="388144" y="7144"/>
                  </a:cubicBezTo>
                  <a:lnTo>
                    <a:pt x="7144" y="7144"/>
                  </a:lnTo>
                  <a:lnTo>
                    <a:pt x="7144" y="159544"/>
                  </a:lnTo>
                  <a:lnTo>
                    <a:pt x="311944" y="159544"/>
                  </a:lnTo>
                  <a:lnTo>
                    <a:pt x="311944" y="13025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C595C4F-5C04-4A67-8EE8-63EA9EFA18A3}"/>
                </a:ext>
              </a:extLst>
            </p:cNvPr>
            <p:cNvSpPr/>
            <p:nvPr/>
          </p:nvSpPr>
          <p:spPr>
            <a:xfrm>
              <a:off x="6165056" y="4945856"/>
              <a:ext cx="161925" cy="466725"/>
            </a:xfrm>
            <a:custGeom>
              <a:avLst/>
              <a:gdLst>
                <a:gd name="connsiteX0" fmla="*/ 7144 w 161925"/>
                <a:gd name="connsiteY0" fmla="*/ 7144 h 466725"/>
                <a:gd name="connsiteX1" fmla="*/ 159544 w 161925"/>
                <a:gd name="connsiteY1" fmla="*/ 7144 h 466725"/>
                <a:gd name="connsiteX2" fmla="*/ 159544 w 161925"/>
                <a:gd name="connsiteY2" fmla="*/ 464344 h 466725"/>
                <a:gd name="connsiteX3" fmla="*/ 7144 w 161925"/>
                <a:gd name="connsiteY3" fmla="*/ 464344 h 466725"/>
                <a:gd name="connsiteX4" fmla="*/ 7144 w 161925"/>
                <a:gd name="connsiteY4" fmla="*/ 71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4667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464344"/>
                  </a:lnTo>
                  <a:lnTo>
                    <a:pt x="7144" y="4643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205EBA9-64AE-4026-8575-39FB1056C280}"/>
                </a:ext>
              </a:extLst>
            </p:cNvPr>
            <p:cNvSpPr/>
            <p:nvPr/>
          </p:nvSpPr>
          <p:spPr>
            <a:xfrm>
              <a:off x="5707856" y="5555456"/>
              <a:ext cx="1076325" cy="161925"/>
            </a:xfrm>
            <a:custGeom>
              <a:avLst/>
              <a:gdLst>
                <a:gd name="connsiteX0" fmla="*/ 7144 w 1076325"/>
                <a:gd name="connsiteY0" fmla="*/ 7144 h 161925"/>
                <a:gd name="connsiteX1" fmla="*/ 1073944 w 1076325"/>
                <a:gd name="connsiteY1" fmla="*/ 7144 h 161925"/>
                <a:gd name="connsiteX2" fmla="*/ 1073944 w 1076325"/>
                <a:gd name="connsiteY2" fmla="*/ 159544 h 161925"/>
                <a:gd name="connsiteX3" fmla="*/ 7144 w 1076325"/>
                <a:gd name="connsiteY3" fmla="*/ 159544 h 161925"/>
                <a:gd name="connsiteX4" fmla="*/ 7144 w 10763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6325" h="161925">
                  <a:moveTo>
                    <a:pt x="7144" y="7144"/>
                  </a:moveTo>
                  <a:lnTo>
                    <a:pt x="1073944" y="7144"/>
                  </a:lnTo>
                  <a:lnTo>
                    <a:pt x="1073944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7608C50-8A39-46D6-8261-D14B8328A109}"/>
                </a:ext>
              </a:extLst>
            </p:cNvPr>
            <p:cNvSpPr/>
            <p:nvPr/>
          </p:nvSpPr>
          <p:spPr>
            <a:xfrm>
              <a:off x="4869656" y="3193256"/>
              <a:ext cx="2752725" cy="1609725"/>
            </a:xfrm>
            <a:custGeom>
              <a:avLst/>
              <a:gdLst>
                <a:gd name="connsiteX0" fmla="*/ 2162651 w 2752725"/>
                <a:gd name="connsiteY0" fmla="*/ 857726 h 1609725"/>
                <a:gd name="connsiteX1" fmla="*/ 2073116 w 2752725"/>
                <a:gd name="connsiteY1" fmla="*/ 891064 h 1609725"/>
                <a:gd name="connsiteX2" fmla="*/ 1917859 w 2752725"/>
                <a:gd name="connsiteY2" fmla="*/ 927259 h 1609725"/>
                <a:gd name="connsiteX3" fmla="*/ 1881664 w 2752725"/>
                <a:gd name="connsiteY3" fmla="*/ 1082516 h 1609725"/>
                <a:gd name="connsiteX4" fmla="*/ 1848326 w 2752725"/>
                <a:gd name="connsiteY4" fmla="*/ 1172051 h 1609725"/>
                <a:gd name="connsiteX5" fmla="*/ 1600676 w 2752725"/>
                <a:gd name="connsiteY5" fmla="*/ 1274921 h 1609725"/>
                <a:gd name="connsiteX6" fmla="*/ 1513999 w 2752725"/>
                <a:gd name="connsiteY6" fmla="*/ 1234916 h 1609725"/>
                <a:gd name="connsiteX7" fmla="*/ 1378744 w 2752725"/>
                <a:gd name="connsiteY7" fmla="*/ 1150144 h 1609725"/>
                <a:gd name="connsiteX8" fmla="*/ 1243489 w 2752725"/>
                <a:gd name="connsiteY8" fmla="*/ 1234916 h 1609725"/>
                <a:gd name="connsiteX9" fmla="*/ 1156811 w 2752725"/>
                <a:gd name="connsiteY9" fmla="*/ 1274921 h 1609725"/>
                <a:gd name="connsiteX10" fmla="*/ 909161 w 2752725"/>
                <a:gd name="connsiteY10" fmla="*/ 1172051 h 1609725"/>
                <a:gd name="connsiteX11" fmla="*/ 875824 w 2752725"/>
                <a:gd name="connsiteY11" fmla="*/ 1082516 h 1609725"/>
                <a:gd name="connsiteX12" fmla="*/ 839629 w 2752725"/>
                <a:gd name="connsiteY12" fmla="*/ 927259 h 1609725"/>
                <a:gd name="connsiteX13" fmla="*/ 684371 w 2752725"/>
                <a:gd name="connsiteY13" fmla="*/ 891064 h 1609725"/>
                <a:gd name="connsiteX14" fmla="*/ 594836 w 2752725"/>
                <a:gd name="connsiteY14" fmla="*/ 857726 h 1609725"/>
                <a:gd name="connsiteX15" fmla="*/ 491966 w 2752725"/>
                <a:gd name="connsiteY15" fmla="*/ 610076 h 1609725"/>
                <a:gd name="connsiteX16" fmla="*/ 531971 w 2752725"/>
                <a:gd name="connsiteY16" fmla="*/ 523399 h 1609725"/>
                <a:gd name="connsiteX17" fmla="*/ 616744 w 2752725"/>
                <a:gd name="connsiteY17" fmla="*/ 388144 h 1609725"/>
                <a:gd name="connsiteX18" fmla="*/ 531971 w 2752725"/>
                <a:gd name="connsiteY18" fmla="*/ 252889 h 1609725"/>
                <a:gd name="connsiteX19" fmla="*/ 491966 w 2752725"/>
                <a:gd name="connsiteY19" fmla="*/ 166211 h 1609725"/>
                <a:gd name="connsiteX20" fmla="*/ 548164 w 2752725"/>
                <a:gd name="connsiteY20" fmla="*/ 7144 h 1609725"/>
                <a:gd name="connsiteX21" fmla="*/ 83344 w 2752725"/>
                <a:gd name="connsiteY21" fmla="*/ 7144 h 1609725"/>
                <a:gd name="connsiteX22" fmla="*/ 7144 w 2752725"/>
                <a:gd name="connsiteY22" fmla="*/ 83344 h 1609725"/>
                <a:gd name="connsiteX23" fmla="*/ 7144 w 2752725"/>
                <a:gd name="connsiteY23" fmla="*/ 1226344 h 1609725"/>
                <a:gd name="connsiteX24" fmla="*/ 311944 w 2752725"/>
                <a:gd name="connsiteY24" fmla="*/ 1226344 h 1609725"/>
                <a:gd name="connsiteX25" fmla="*/ 311944 w 2752725"/>
                <a:gd name="connsiteY25" fmla="*/ 1378744 h 1609725"/>
                <a:gd name="connsiteX26" fmla="*/ 7144 w 2752725"/>
                <a:gd name="connsiteY26" fmla="*/ 1378744 h 1609725"/>
                <a:gd name="connsiteX27" fmla="*/ 7144 w 2752725"/>
                <a:gd name="connsiteY27" fmla="*/ 1531144 h 1609725"/>
                <a:gd name="connsiteX28" fmla="*/ 83344 w 2752725"/>
                <a:gd name="connsiteY28" fmla="*/ 1607344 h 1609725"/>
                <a:gd name="connsiteX29" fmla="*/ 2674144 w 2752725"/>
                <a:gd name="connsiteY29" fmla="*/ 1607344 h 1609725"/>
                <a:gd name="connsiteX30" fmla="*/ 2750344 w 2752725"/>
                <a:gd name="connsiteY30" fmla="*/ 1531144 h 1609725"/>
                <a:gd name="connsiteX31" fmla="*/ 2750344 w 2752725"/>
                <a:gd name="connsiteY31" fmla="*/ 692944 h 1609725"/>
                <a:gd name="connsiteX32" fmla="*/ 2239804 w 2752725"/>
                <a:gd name="connsiteY32" fmla="*/ 692944 h 1609725"/>
                <a:gd name="connsiteX33" fmla="*/ 2162651 w 2752725"/>
                <a:gd name="connsiteY33" fmla="*/ 857726 h 160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52725" h="1609725">
                  <a:moveTo>
                    <a:pt x="2162651" y="857726"/>
                  </a:moveTo>
                  <a:cubicBezTo>
                    <a:pt x="2144554" y="888206"/>
                    <a:pt x="2107406" y="902494"/>
                    <a:pt x="2073116" y="891064"/>
                  </a:cubicBezTo>
                  <a:cubicBezTo>
                    <a:pt x="2018824" y="872014"/>
                    <a:pt x="1958816" y="886301"/>
                    <a:pt x="1917859" y="927259"/>
                  </a:cubicBezTo>
                  <a:cubicBezTo>
                    <a:pt x="1876901" y="968216"/>
                    <a:pt x="1863566" y="1028224"/>
                    <a:pt x="1881664" y="1082516"/>
                  </a:cubicBezTo>
                  <a:cubicBezTo>
                    <a:pt x="1893094" y="1116806"/>
                    <a:pt x="1878806" y="1153954"/>
                    <a:pt x="1848326" y="1172051"/>
                  </a:cubicBezTo>
                  <a:cubicBezTo>
                    <a:pt x="1771174" y="1218724"/>
                    <a:pt x="1687354" y="1253014"/>
                    <a:pt x="1600676" y="1274921"/>
                  </a:cubicBezTo>
                  <a:cubicBezTo>
                    <a:pt x="1566386" y="1283494"/>
                    <a:pt x="1530191" y="1267301"/>
                    <a:pt x="1513999" y="1234916"/>
                  </a:cubicBezTo>
                  <a:cubicBezTo>
                    <a:pt x="1488281" y="1183481"/>
                    <a:pt x="1435894" y="1150144"/>
                    <a:pt x="1378744" y="1150144"/>
                  </a:cubicBezTo>
                  <a:cubicBezTo>
                    <a:pt x="1321594" y="1150144"/>
                    <a:pt x="1268254" y="1182529"/>
                    <a:pt x="1243489" y="1234916"/>
                  </a:cubicBezTo>
                  <a:cubicBezTo>
                    <a:pt x="1227296" y="1266349"/>
                    <a:pt x="1191101" y="1283494"/>
                    <a:pt x="1156811" y="1274921"/>
                  </a:cubicBezTo>
                  <a:cubicBezTo>
                    <a:pt x="1069181" y="1253014"/>
                    <a:pt x="986314" y="1218724"/>
                    <a:pt x="909161" y="1172051"/>
                  </a:cubicBezTo>
                  <a:cubicBezTo>
                    <a:pt x="878681" y="1153954"/>
                    <a:pt x="864394" y="1116806"/>
                    <a:pt x="875824" y="1082516"/>
                  </a:cubicBezTo>
                  <a:cubicBezTo>
                    <a:pt x="894874" y="1028224"/>
                    <a:pt x="880586" y="967264"/>
                    <a:pt x="839629" y="927259"/>
                  </a:cubicBezTo>
                  <a:cubicBezTo>
                    <a:pt x="798671" y="886301"/>
                    <a:pt x="738664" y="872966"/>
                    <a:pt x="684371" y="891064"/>
                  </a:cubicBezTo>
                  <a:cubicBezTo>
                    <a:pt x="650081" y="902494"/>
                    <a:pt x="612934" y="888206"/>
                    <a:pt x="594836" y="857726"/>
                  </a:cubicBezTo>
                  <a:cubicBezTo>
                    <a:pt x="548164" y="780574"/>
                    <a:pt x="513874" y="696754"/>
                    <a:pt x="491966" y="610076"/>
                  </a:cubicBezTo>
                  <a:cubicBezTo>
                    <a:pt x="483394" y="575786"/>
                    <a:pt x="499586" y="539591"/>
                    <a:pt x="531971" y="523399"/>
                  </a:cubicBezTo>
                  <a:cubicBezTo>
                    <a:pt x="583406" y="497681"/>
                    <a:pt x="616744" y="445294"/>
                    <a:pt x="616744" y="388144"/>
                  </a:cubicBezTo>
                  <a:cubicBezTo>
                    <a:pt x="616744" y="330994"/>
                    <a:pt x="584359" y="277654"/>
                    <a:pt x="531971" y="252889"/>
                  </a:cubicBezTo>
                  <a:cubicBezTo>
                    <a:pt x="500539" y="236696"/>
                    <a:pt x="483394" y="201454"/>
                    <a:pt x="491966" y="166211"/>
                  </a:cubicBezTo>
                  <a:cubicBezTo>
                    <a:pt x="506254" y="111919"/>
                    <a:pt x="524351" y="58579"/>
                    <a:pt x="548164" y="7144"/>
                  </a:cubicBez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lnTo>
                    <a:pt x="7144" y="1226344"/>
                  </a:lnTo>
                  <a:lnTo>
                    <a:pt x="311944" y="1226344"/>
                  </a:lnTo>
                  <a:lnTo>
                    <a:pt x="311944" y="1378744"/>
                  </a:lnTo>
                  <a:lnTo>
                    <a:pt x="7144" y="1378744"/>
                  </a:lnTo>
                  <a:lnTo>
                    <a:pt x="7144" y="1531144"/>
                  </a:lnTo>
                  <a:cubicBezTo>
                    <a:pt x="7144" y="1573054"/>
                    <a:pt x="41434" y="1607344"/>
                    <a:pt x="83344" y="1607344"/>
                  </a:cubicBezTo>
                  <a:lnTo>
                    <a:pt x="2674144" y="1607344"/>
                  </a:lnTo>
                  <a:cubicBezTo>
                    <a:pt x="2716054" y="1607344"/>
                    <a:pt x="2750344" y="1573054"/>
                    <a:pt x="2750344" y="1531144"/>
                  </a:cubicBezTo>
                  <a:lnTo>
                    <a:pt x="2750344" y="692944"/>
                  </a:lnTo>
                  <a:lnTo>
                    <a:pt x="2239804" y="692944"/>
                  </a:lnTo>
                  <a:cubicBezTo>
                    <a:pt x="2219801" y="750094"/>
                    <a:pt x="2193131" y="805339"/>
                    <a:pt x="2162651" y="8577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EB72C5BB-6304-40DC-9140-2B9EC036402F}"/>
                </a:ext>
              </a:extLst>
            </p:cNvPr>
            <p:cNvSpPr/>
            <p:nvPr/>
          </p:nvSpPr>
          <p:spPr>
            <a:xfrm>
              <a:off x="5936451" y="3279934"/>
              <a:ext cx="619125" cy="609600"/>
            </a:xfrm>
            <a:custGeom>
              <a:avLst/>
              <a:gdLst>
                <a:gd name="connsiteX0" fmla="*/ 7149 w 619125"/>
                <a:gd name="connsiteY0" fmla="*/ 301466 h 609600"/>
                <a:gd name="connsiteX1" fmla="*/ 285279 w 619125"/>
                <a:gd name="connsiteY1" fmla="*/ 606266 h 609600"/>
                <a:gd name="connsiteX2" fmla="*/ 611987 w 619125"/>
                <a:gd name="connsiteY2" fmla="*/ 353854 h 609600"/>
                <a:gd name="connsiteX3" fmla="*/ 388149 w 619125"/>
                <a:gd name="connsiteY3" fmla="*/ 7144 h 609600"/>
                <a:gd name="connsiteX4" fmla="*/ 388149 w 619125"/>
                <a:gd name="connsiteY4" fmla="*/ 301466 h 609600"/>
                <a:gd name="connsiteX5" fmla="*/ 235749 w 619125"/>
                <a:gd name="connsiteY5" fmla="*/ 301466 h 609600"/>
                <a:gd name="connsiteX6" fmla="*/ 235749 w 619125"/>
                <a:gd name="connsiteY6" fmla="*/ 7144 h 609600"/>
                <a:gd name="connsiteX7" fmla="*/ 7149 w 619125"/>
                <a:gd name="connsiteY7" fmla="*/ 301466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125" h="609600">
                  <a:moveTo>
                    <a:pt x="7149" y="301466"/>
                  </a:moveTo>
                  <a:cubicBezTo>
                    <a:pt x="6197" y="459581"/>
                    <a:pt x="127164" y="592931"/>
                    <a:pt x="285279" y="606266"/>
                  </a:cubicBezTo>
                  <a:cubicBezTo>
                    <a:pt x="443394" y="619601"/>
                    <a:pt x="585317" y="510064"/>
                    <a:pt x="611987" y="353854"/>
                  </a:cubicBezTo>
                  <a:cubicBezTo>
                    <a:pt x="638657" y="197644"/>
                    <a:pt x="541502" y="47149"/>
                    <a:pt x="388149" y="7144"/>
                  </a:cubicBezTo>
                  <a:lnTo>
                    <a:pt x="388149" y="301466"/>
                  </a:lnTo>
                  <a:lnTo>
                    <a:pt x="235749" y="301466"/>
                  </a:lnTo>
                  <a:lnTo>
                    <a:pt x="235749" y="7144"/>
                  </a:lnTo>
                  <a:cubicBezTo>
                    <a:pt x="101447" y="42386"/>
                    <a:pt x="8102" y="163354"/>
                    <a:pt x="7149" y="3014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6F24797-6CA7-449D-9614-D5EE20241B12}"/>
                </a:ext>
              </a:extLst>
            </p:cNvPr>
            <p:cNvSpPr/>
            <p:nvPr/>
          </p:nvSpPr>
          <p:spPr>
            <a:xfrm>
              <a:off x="7002304" y="3193256"/>
              <a:ext cx="619125" cy="542925"/>
            </a:xfrm>
            <a:custGeom>
              <a:avLst/>
              <a:gdLst>
                <a:gd name="connsiteX0" fmla="*/ 541496 w 619125"/>
                <a:gd name="connsiteY0" fmla="*/ 7144 h 542925"/>
                <a:gd name="connsiteX1" fmla="*/ 75724 w 619125"/>
                <a:gd name="connsiteY1" fmla="*/ 7144 h 542925"/>
                <a:gd name="connsiteX2" fmla="*/ 131921 w 619125"/>
                <a:gd name="connsiteY2" fmla="*/ 166211 h 542925"/>
                <a:gd name="connsiteX3" fmla="*/ 91916 w 619125"/>
                <a:gd name="connsiteY3" fmla="*/ 252889 h 542925"/>
                <a:gd name="connsiteX4" fmla="*/ 7144 w 619125"/>
                <a:gd name="connsiteY4" fmla="*/ 388144 h 542925"/>
                <a:gd name="connsiteX5" fmla="*/ 91916 w 619125"/>
                <a:gd name="connsiteY5" fmla="*/ 523399 h 542925"/>
                <a:gd name="connsiteX6" fmla="*/ 113824 w 619125"/>
                <a:gd name="connsiteY6" fmla="*/ 540544 h 542925"/>
                <a:gd name="connsiteX7" fmla="*/ 617696 w 619125"/>
                <a:gd name="connsiteY7" fmla="*/ 540544 h 542925"/>
                <a:gd name="connsiteX8" fmla="*/ 617696 w 619125"/>
                <a:gd name="connsiteY8" fmla="*/ 83344 h 542925"/>
                <a:gd name="connsiteX9" fmla="*/ 541496 w 619125"/>
                <a:gd name="connsiteY9" fmla="*/ 7144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542925">
                  <a:moveTo>
                    <a:pt x="541496" y="7144"/>
                  </a:moveTo>
                  <a:lnTo>
                    <a:pt x="75724" y="7144"/>
                  </a:lnTo>
                  <a:cubicBezTo>
                    <a:pt x="99536" y="58579"/>
                    <a:pt x="118586" y="111919"/>
                    <a:pt x="131921" y="166211"/>
                  </a:cubicBezTo>
                  <a:cubicBezTo>
                    <a:pt x="140494" y="200501"/>
                    <a:pt x="124301" y="236696"/>
                    <a:pt x="91916" y="252889"/>
                  </a:cubicBezTo>
                  <a:cubicBezTo>
                    <a:pt x="40481" y="278606"/>
                    <a:pt x="7144" y="330994"/>
                    <a:pt x="7144" y="388144"/>
                  </a:cubicBezTo>
                  <a:cubicBezTo>
                    <a:pt x="7144" y="445294"/>
                    <a:pt x="39529" y="498634"/>
                    <a:pt x="91916" y="523399"/>
                  </a:cubicBezTo>
                  <a:cubicBezTo>
                    <a:pt x="100489" y="527209"/>
                    <a:pt x="108109" y="533876"/>
                    <a:pt x="113824" y="540544"/>
                  </a:cubicBezTo>
                  <a:lnTo>
                    <a:pt x="617696" y="540544"/>
                  </a:lnTo>
                  <a:lnTo>
                    <a:pt x="617696" y="83344"/>
                  </a:lnTo>
                  <a:cubicBezTo>
                    <a:pt x="617696" y="41434"/>
                    <a:pt x="583406" y="7144"/>
                    <a:pt x="54149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36A0BF20-1616-41BB-A1D0-F6A0562AC04E}"/>
                </a:ext>
              </a:extLst>
            </p:cNvPr>
            <p:cNvSpPr/>
            <p:nvPr/>
          </p:nvSpPr>
          <p:spPr>
            <a:xfrm>
              <a:off x="5517356" y="2850356"/>
              <a:ext cx="1457325" cy="1457325"/>
            </a:xfrm>
            <a:custGeom>
              <a:avLst/>
              <a:gdLst>
                <a:gd name="connsiteX0" fmla="*/ 7144 w 1457325"/>
                <a:gd name="connsiteY0" fmla="*/ 967264 h 1457325"/>
                <a:gd name="connsiteX1" fmla="*/ 51911 w 1457325"/>
                <a:gd name="connsiteY1" fmla="*/ 1074896 h 1457325"/>
                <a:gd name="connsiteX2" fmla="*/ 299561 w 1457325"/>
                <a:gd name="connsiteY2" fmla="*/ 1161574 h 1457325"/>
                <a:gd name="connsiteX3" fmla="*/ 386239 w 1457325"/>
                <a:gd name="connsiteY3" fmla="*/ 1409224 h 1457325"/>
                <a:gd name="connsiteX4" fmla="*/ 493871 w 1457325"/>
                <a:gd name="connsiteY4" fmla="*/ 1453991 h 1457325"/>
                <a:gd name="connsiteX5" fmla="*/ 730091 w 1457325"/>
                <a:gd name="connsiteY5" fmla="*/ 1339691 h 1457325"/>
                <a:gd name="connsiteX6" fmla="*/ 966311 w 1457325"/>
                <a:gd name="connsiteY6" fmla="*/ 1453991 h 1457325"/>
                <a:gd name="connsiteX7" fmla="*/ 1073944 w 1457325"/>
                <a:gd name="connsiteY7" fmla="*/ 1409224 h 1457325"/>
                <a:gd name="connsiteX8" fmla="*/ 1160621 w 1457325"/>
                <a:gd name="connsiteY8" fmla="*/ 1161574 h 1457325"/>
                <a:gd name="connsiteX9" fmla="*/ 1408271 w 1457325"/>
                <a:gd name="connsiteY9" fmla="*/ 1074896 h 1457325"/>
                <a:gd name="connsiteX10" fmla="*/ 1426369 w 1457325"/>
                <a:gd name="connsiteY10" fmla="*/ 1035844 h 1457325"/>
                <a:gd name="connsiteX11" fmla="*/ 1264444 w 1457325"/>
                <a:gd name="connsiteY11" fmla="*/ 1035844 h 1457325"/>
                <a:gd name="connsiteX12" fmla="*/ 1264444 w 1457325"/>
                <a:gd name="connsiteY12" fmla="*/ 883444 h 1457325"/>
                <a:gd name="connsiteX13" fmla="*/ 1383506 w 1457325"/>
                <a:gd name="connsiteY13" fmla="*/ 883444 h 1457325"/>
                <a:gd name="connsiteX14" fmla="*/ 1453991 w 1457325"/>
                <a:gd name="connsiteY14" fmla="*/ 494824 h 1457325"/>
                <a:gd name="connsiteX15" fmla="*/ 1409224 w 1457325"/>
                <a:gd name="connsiteY15" fmla="*/ 387191 h 1457325"/>
                <a:gd name="connsiteX16" fmla="*/ 1161574 w 1457325"/>
                <a:gd name="connsiteY16" fmla="*/ 300514 h 1457325"/>
                <a:gd name="connsiteX17" fmla="*/ 1074896 w 1457325"/>
                <a:gd name="connsiteY17" fmla="*/ 52864 h 1457325"/>
                <a:gd name="connsiteX18" fmla="*/ 967264 w 1457325"/>
                <a:gd name="connsiteY18" fmla="*/ 8096 h 1457325"/>
                <a:gd name="connsiteX19" fmla="*/ 807244 w 1457325"/>
                <a:gd name="connsiteY19" fmla="*/ 111919 h 1457325"/>
                <a:gd name="connsiteX20" fmla="*/ 807244 w 1457325"/>
                <a:gd name="connsiteY20" fmla="*/ 281464 h 1457325"/>
                <a:gd name="connsiteX21" fmla="*/ 1186339 w 1457325"/>
                <a:gd name="connsiteY21" fmla="*/ 770096 h 1457325"/>
                <a:gd name="connsiteX22" fmla="*/ 731044 w 1457325"/>
                <a:gd name="connsiteY22" fmla="*/ 1188244 h 1457325"/>
                <a:gd name="connsiteX23" fmla="*/ 275749 w 1457325"/>
                <a:gd name="connsiteY23" fmla="*/ 769144 h 1457325"/>
                <a:gd name="connsiteX24" fmla="*/ 654844 w 1457325"/>
                <a:gd name="connsiteY24" fmla="*/ 280511 h 1457325"/>
                <a:gd name="connsiteX25" fmla="*/ 654844 w 1457325"/>
                <a:gd name="connsiteY25" fmla="*/ 110966 h 1457325"/>
                <a:gd name="connsiteX26" fmla="*/ 494824 w 1457325"/>
                <a:gd name="connsiteY26" fmla="*/ 7144 h 1457325"/>
                <a:gd name="connsiteX27" fmla="*/ 387191 w 1457325"/>
                <a:gd name="connsiteY27" fmla="*/ 51911 h 1457325"/>
                <a:gd name="connsiteX28" fmla="*/ 300514 w 1457325"/>
                <a:gd name="connsiteY28" fmla="*/ 299561 h 1457325"/>
                <a:gd name="connsiteX29" fmla="*/ 52864 w 1457325"/>
                <a:gd name="connsiteY29" fmla="*/ 386239 h 1457325"/>
                <a:gd name="connsiteX30" fmla="*/ 8096 w 1457325"/>
                <a:gd name="connsiteY30" fmla="*/ 493871 h 1457325"/>
                <a:gd name="connsiteX31" fmla="*/ 121444 w 1457325"/>
                <a:gd name="connsiteY31" fmla="*/ 730091 h 1457325"/>
                <a:gd name="connsiteX32" fmla="*/ 7144 w 1457325"/>
                <a:gd name="connsiteY32" fmla="*/ 967264 h 1457325"/>
                <a:gd name="connsiteX33" fmla="*/ 7144 w 1457325"/>
                <a:gd name="connsiteY33" fmla="*/ 967264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457325" h="1457325">
                  <a:moveTo>
                    <a:pt x="7144" y="967264"/>
                  </a:moveTo>
                  <a:cubicBezTo>
                    <a:pt x="19526" y="1004411"/>
                    <a:pt x="33814" y="1040606"/>
                    <a:pt x="51911" y="1074896"/>
                  </a:cubicBezTo>
                  <a:cubicBezTo>
                    <a:pt x="143351" y="1064419"/>
                    <a:pt x="234791" y="1096804"/>
                    <a:pt x="299561" y="1161574"/>
                  </a:cubicBezTo>
                  <a:cubicBezTo>
                    <a:pt x="364331" y="1226344"/>
                    <a:pt x="396716" y="1317784"/>
                    <a:pt x="386239" y="1409224"/>
                  </a:cubicBezTo>
                  <a:cubicBezTo>
                    <a:pt x="421481" y="1427321"/>
                    <a:pt x="456724" y="1441609"/>
                    <a:pt x="493871" y="1453991"/>
                  </a:cubicBezTo>
                  <a:cubicBezTo>
                    <a:pt x="551021" y="1381601"/>
                    <a:pt x="638651" y="1339691"/>
                    <a:pt x="730091" y="1339691"/>
                  </a:cubicBezTo>
                  <a:cubicBezTo>
                    <a:pt x="821531" y="1339691"/>
                    <a:pt x="909161" y="1381601"/>
                    <a:pt x="966311" y="1453991"/>
                  </a:cubicBezTo>
                  <a:cubicBezTo>
                    <a:pt x="1003459" y="1441609"/>
                    <a:pt x="1039654" y="1427321"/>
                    <a:pt x="1073944" y="1409224"/>
                  </a:cubicBezTo>
                  <a:cubicBezTo>
                    <a:pt x="1063466" y="1317784"/>
                    <a:pt x="1095851" y="1226344"/>
                    <a:pt x="1160621" y="1161574"/>
                  </a:cubicBezTo>
                  <a:cubicBezTo>
                    <a:pt x="1225391" y="1096804"/>
                    <a:pt x="1316831" y="1064419"/>
                    <a:pt x="1408271" y="1074896"/>
                  </a:cubicBezTo>
                  <a:cubicBezTo>
                    <a:pt x="1414939" y="1061561"/>
                    <a:pt x="1420654" y="1048226"/>
                    <a:pt x="1426369" y="1035844"/>
                  </a:cubicBezTo>
                  <a:lnTo>
                    <a:pt x="1264444" y="1035844"/>
                  </a:lnTo>
                  <a:lnTo>
                    <a:pt x="1264444" y="883444"/>
                  </a:lnTo>
                  <a:lnTo>
                    <a:pt x="1383506" y="883444"/>
                  </a:lnTo>
                  <a:cubicBezTo>
                    <a:pt x="1305401" y="754856"/>
                    <a:pt x="1335881" y="587216"/>
                    <a:pt x="1453991" y="494824"/>
                  </a:cubicBezTo>
                  <a:cubicBezTo>
                    <a:pt x="1441609" y="457676"/>
                    <a:pt x="1427321" y="421481"/>
                    <a:pt x="1409224" y="387191"/>
                  </a:cubicBezTo>
                  <a:cubicBezTo>
                    <a:pt x="1317784" y="397669"/>
                    <a:pt x="1226344" y="365284"/>
                    <a:pt x="1161574" y="300514"/>
                  </a:cubicBezTo>
                  <a:cubicBezTo>
                    <a:pt x="1096804" y="235744"/>
                    <a:pt x="1064419" y="144304"/>
                    <a:pt x="1074896" y="52864"/>
                  </a:cubicBezTo>
                  <a:cubicBezTo>
                    <a:pt x="1040606" y="35719"/>
                    <a:pt x="1004411" y="20479"/>
                    <a:pt x="967264" y="8096"/>
                  </a:cubicBezTo>
                  <a:cubicBezTo>
                    <a:pt x="926306" y="58579"/>
                    <a:pt x="870109" y="95726"/>
                    <a:pt x="807244" y="111919"/>
                  </a:cubicBezTo>
                  <a:lnTo>
                    <a:pt x="807244" y="281464"/>
                  </a:lnTo>
                  <a:cubicBezTo>
                    <a:pt x="1041559" y="321469"/>
                    <a:pt x="1206341" y="533876"/>
                    <a:pt x="1186339" y="770096"/>
                  </a:cubicBezTo>
                  <a:cubicBezTo>
                    <a:pt x="1166336" y="1006316"/>
                    <a:pt x="969169" y="1188244"/>
                    <a:pt x="731044" y="1188244"/>
                  </a:cubicBezTo>
                  <a:cubicBezTo>
                    <a:pt x="492919" y="1188244"/>
                    <a:pt x="295751" y="1006316"/>
                    <a:pt x="275749" y="769144"/>
                  </a:cubicBezTo>
                  <a:cubicBezTo>
                    <a:pt x="255746" y="531971"/>
                    <a:pt x="420529" y="319564"/>
                    <a:pt x="654844" y="280511"/>
                  </a:cubicBezTo>
                  <a:lnTo>
                    <a:pt x="654844" y="110966"/>
                  </a:lnTo>
                  <a:cubicBezTo>
                    <a:pt x="591979" y="94774"/>
                    <a:pt x="535781" y="58579"/>
                    <a:pt x="494824" y="7144"/>
                  </a:cubicBezTo>
                  <a:cubicBezTo>
                    <a:pt x="457676" y="19526"/>
                    <a:pt x="421481" y="33814"/>
                    <a:pt x="387191" y="51911"/>
                  </a:cubicBezTo>
                  <a:cubicBezTo>
                    <a:pt x="397669" y="143351"/>
                    <a:pt x="365284" y="234791"/>
                    <a:pt x="300514" y="299561"/>
                  </a:cubicBezTo>
                  <a:cubicBezTo>
                    <a:pt x="235744" y="364331"/>
                    <a:pt x="144304" y="396716"/>
                    <a:pt x="52864" y="386239"/>
                  </a:cubicBezTo>
                  <a:cubicBezTo>
                    <a:pt x="34766" y="420529"/>
                    <a:pt x="20479" y="456724"/>
                    <a:pt x="8096" y="493871"/>
                  </a:cubicBezTo>
                  <a:cubicBezTo>
                    <a:pt x="80486" y="551021"/>
                    <a:pt x="121444" y="638651"/>
                    <a:pt x="121444" y="730091"/>
                  </a:cubicBezTo>
                  <a:cubicBezTo>
                    <a:pt x="121444" y="821531"/>
                    <a:pt x="79534" y="910114"/>
                    <a:pt x="7144" y="967264"/>
                  </a:cubicBezTo>
                  <a:lnTo>
                    <a:pt x="7144" y="96726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866F4FDE-D311-4D9B-B665-AADC565BDC79}"/>
                </a:ext>
              </a:extLst>
            </p:cNvPr>
            <p:cNvSpPr/>
            <p:nvPr/>
          </p:nvSpPr>
          <p:spPr>
            <a:xfrm>
              <a:off x="4107656" y="1440656"/>
              <a:ext cx="771525" cy="771525"/>
            </a:xfrm>
            <a:custGeom>
              <a:avLst/>
              <a:gdLst>
                <a:gd name="connsiteX0" fmla="*/ 769144 w 771525"/>
                <a:gd name="connsiteY0" fmla="*/ 388144 h 771525"/>
                <a:gd name="connsiteX1" fmla="*/ 388144 w 771525"/>
                <a:gd name="connsiteY1" fmla="*/ 7144 h 771525"/>
                <a:gd name="connsiteX2" fmla="*/ 7144 w 771525"/>
                <a:gd name="connsiteY2" fmla="*/ 388144 h 771525"/>
                <a:gd name="connsiteX3" fmla="*/ 388144 w 771525"/>
                <a:gd name="connsiteY3" fmla="*/ 769144 h 771525"/>
                <a:gd name="connsiteX4" fmla="*/ 769144 w 771525"/>
                <a:gd name="connsiteY4" fmla="*/ 388144 h 771525"/>
                <a:gd name="connsiteX5" fmla="*/ 159544 w 771525"/>
                <a:gd name="connsiteY5" fmla="*/ 464344 h 771525"/>
                <a:gd name="connsiteX6" fmla="*/ 159544 w 771525"/>
                <a:gd name="connsiteY6" fmla="*/ 311944 h 771525"/>
                <a:gd name="connsiteX7" fmla="*/ 311944 w 771525"/>
                <a:gd name="connsiteY7" fmla="*/ 311944 h 771525"/>
                <a:gd name="connsiteX8" fmla="*/ 311944 w 771525"/>
                <a:gd name="connsiteY8" fmla="*/ 159544 h 771525"/>
                <a:gd name="connsiteX9" fmla="*/ 464344 w 771525"/>
                <a:gd name="connsiteY9" fmla="*/ 159544 h 771525"/>
                <a:gd name="connsiteX10" fmla="*/ 464344 w 771525"/>
                <a:gd name="connsiteY10" fmla="*/ 311944 h 771525"/>
                <a:gd name="connsiteX11" fmla="*/ 616744 w 771525"/>
                <a:gd name="connsiteY11" fmla="*/ 311944 h 771525"/>
                <a:gd name="connsiteX12" fmla="*/ 616744 w 771525"/>
                <a:gd name="connsiteY12" fmla="*/ 464344 h 771525"/>
                <a:gd name="connsiteX13" fmla="*/ 464344 w 771525"/>
                <a:gd name="connsiteY13" fmla="*/ 464344 h 771525"/>
                <a:gd name="connsiteX14" fmla="*/ 464344 w 771525"/>
                <a:gd name="connsiteY14" fmla="*/ 616744 h 771525"/>
                <a:gd name="connsiteX15" fmla="*/ 311944 w 771525"/>
                <a:gd name="connsiteY15" fmla="*/ 616744 h 771525"/>
                <a:gd name="connsiteX16" fmla="*/ 311944 w 771525"/>
                <a:gd name="connsiteY16" fmla="*/ 464344 h 771525"/>
                <a:gd name="connsiteX17" fmla="*/ 159544 w 771525"/>
                <a:gd name="connsiteY17" fmla="*/ 464344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71525" h="771525">
                  <a:moveTo>
                    <a:pt x="769144" y="388144"/>
                  </a:moveTo>
                  <a:cubicBezTo>
                    <a:pt x="769144" y="177641"/>
                    <a:pt x="598646" y="7144"/>
                    <a:pt x="388144" y="7144"/>
                  </a:cubicBezTo>
                  <a:cubicBezTo>
                    <a:pt x="177641" y="7144"/>
                    <a:pt x="7144" y="177641"/>
                    <a:pt x="7144" y="388144"/>
                  </a:cubicBezTo>
                  <a:cubicBezTo>
                    <a:pt x="7144" y="598646"/>
                    <a:pt x="177641" y="769144"/>
                    <a:pt x="388144" y="769144"/>
                  </a:cubicBezTo>
                  <a:cubicBezTo>
                    <a:pt x="598646" y="769144"/>
                    <a:pt x="769144" y="598646"/>
                    <a:pt x="769144" y="388144"/>
                  </a:cubicBezTo>
                  <a:close/>
                  <a:moveTo>
                    <a:pt x="159544" y="464344"/>
                  </a:moveTo>
                  <a:lnTo>
                    <a:pt x="159544" y="311944"/>
                  </a:lnTo>
                  <a:lnTo>
                    <a:pt x="311944" y="311944"/>
                  </a:lnTo>
                  <a:lnTo>
                    <a:pt x="311944" y="159544"/>
                  </a:lnTo>
                  <a:lnTo>
                    <a:pt x="464344" y="159544"/>
                  </a:lnTo>
                  <a:lnTo>
                    <a:pt x="464344" y="311944"/>
                  </a:lnTo>
                  <a:lnTo>
                    <a:pt x="616744" y="311944"/>
                  </a:lnTo>
                  <a:lnTo>
                    <a:pt x="616744" y="464344"/>
                  </a:lnTo>
                  <a:lnTo>
                    <a:pt x="464344" y="464344"/>
                  </a:lnTo>
                  <a:lnTo>
                    <a:pt x="464344" y="616744"/>
                  </a:lnTo>
                  <a:lnTo>
                    <a:pt x="311944" y="616744"/>
                  </a:lnTo>
                  <a:lnTo>
                    <a:pt x="311944" y="464344"/>
                  </a:lnTo>
                  <a:lnTo>
                    <a:pt x="159544" y="4643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0AD326B3-A1E0-4939-B3C9-E8B970F789E7}"/>
                </a:ext>
              </a:extLst>
            </p:cNvPr>
            <p:cNvSpPr/>
            <p:nvPr/>
          </p:nvSpPr>
          <p:spPr>
            <a:xfrm>
              <a:off x="7612856" y="1440656"/>
              <a:ext cx="771525" cy="771525"/>
            </a:xfrm>
            <a:custGeom>
              <a:avLst/>
              <a:gdLst>
                <a:gd name="connsiteX0" fmla="*/ 388144 w 771525"/>
                <a:gd name="connsiteY0" fmla="*/ 769144 h 771525"/>
                <a:gd name="connsiteX1" fmla="*/ 769144 w 771525"/>
                <a:gd name="connsiteY1" fmla="*/ 388144 h 771525"/>
                <a:gd name="connsiteX2" fmla="*/ 388144 w 771525"/>
                <a:gd name="connsiteY2" fmla="*/ 7144 h 771525"/>
                <a:gd name="connsiteX3" fmla="*/ 7144 w 771525"/>
                <a:gd name="connsiteY3" fmla="*/ 388144 h 771525"/>
                <a:gd name="connsiteX4" fmla="*/ 388144 w 771525"/>
                <a:gd name="connsiteY4" fmla="*/ 769144 h 771525"/>
                <a:gd name="connsiteX5" fmla="*/ 159544 w 771525"/>
                <a:gd name="connsiteY5" fmla="*/ 311944 h 771525"/>
                <a:gd name="connsiteX6" fmla="*/ 311944 w 771525"/>
                <a:gd name="connsiteY6" fmla="*/ 311944 h 771525"/>
                <a:gd name="connsiteX7" fmla="*/ 311944 w 771525"/>
                <a:gd name="connsiteY7" fmla="*/ 159544 h 771525"/>
                <a:gd name="connsiteX8" fmla="*/ 464344 w 771525"/>
                <a:gd name="connsiteY8" fmla="*/ 159544 h 771525"/>
                <a:gd name="connsiteX9" fmla="*/ 464344 w 771525"/>
                <a:gd name="connsiteY9" fmla="*/ 311944 h 771525"/>
                <a:gd name="connsiteX10" fmla="*/ 616744 w 771525"/>
                <a:gd name="connsiteY10" fmla="*/ 311944 h 771525"/>
                <a:gd name="connsiteX11" fmla="*/ 616744 w 771525"/>
                <a:gd name="connsiteY11" fmla="*/ 464344 h 771525"/>
                <a:gd name="connsiteX12" fmla="*/ 464344 w 771525"/>
                <a:gd name="connsiteY12" fmla="*/ 464344 h 771525"/>
                <a:gd name="connsiteX13" fmla="*/ 464344 w 771525"/>
                <a:gd name="connsiteY13" fmla="*/ 616744 h 771525"/>
                <a:gd name="connsiteX14" fmla="*/ 311944 w 771525"/>
                <a:gd name="connsiteY14" fmla="*/ 616744 h 771525"/>
                <a:gd name="connsiteX15" fmla="*/ 311944 w 771525"/>
                <a:gd name="connsiteY15" fmla="*/ 464344 h 771525"/>
                <a:gd name="connsiteX16" fmla="*/ 159544 w 771525"/>
                <a:gd name="connsiteY16" fmla="*/ 464344 h 771525"/>
                <a:gd name="connsiteX17" fmla="*/ 159544 w 771525"/>
                <a:gd name="connsiteY17" fmla="*/ 311944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71525" h="771525">
                  <a:moveTo>
                    <a:pt x="388144" y="769144"/>
                  </a:moveTo>
                  <a:cubicBezTo>
                    <a:pt x="598646" y="769144"/>
                    <a:pt x="769144" y="598646"/>
                    <a:pt x="769144" y="388144"/>
                  </a:cubicBezTo>
                  <a:cubicBezTo>
                    <a:pt x="769144" y="177641"/>
                    <a:pt x="598646" y="7144"/>
                    <a:pt x="388144" y="7144"/>
                  </a:cubicBezTo>
                  <a:cubicBezTo>
                    <a:pt x="177641" y="7144"/>
                    <a:pt x="7144" y="177641"/>
                    <a:pt x="7144" y="388144"/>
                  </a:cubicBezTo>
                  <a:cubicBezTo>
                    <a:pt x="7144" y="598646"/>
                    <a:pt x="177641" y="769144"/>
                    <a:pt x="388144" y="769144"/>
                  </a:cubicBezTo>
                  <a:close/>
                  <a:moveTo>
                    <a:pt x="159544" y="311944"/>
                  </a:moveTo>
                  <a:lnTo>
                    <a:pt x="311944" y="311944"/>
                  </a:lnTo>
                  <a:lnTo>
                    <a:pt x="311944" y="159544"/>
                  </a:lnTo>
                  <a:lnTo>
                    <a:pt x="464344" y="159544"/>
                  </a:lnTo>
                  <a:lnTo>
                    <a:pt x="464344" y="311944"/>
                  </a:lnTo>
                  <a:lnTo>
                    <a:pt x="616744" y="311944"/>
                  </a:lnTo>
                  <a:lnTo>
                    <a:pt x="616744" y="464344"/>
                  </a:lnTo>
                  <a:lnTo>
                    <a:pt x="464344" y="464344"/>
                  </a:lnTo>
                  <a:lnTo>
                    <a:pt x="464344" y="616744"/>
                  </a:lnTo>
                  <a:lnTo>
                    <a:pt x="311944" y="616744"/>
                  </a:lnTo>
                  <a:lnTo>
                    <a:pt x="311944" y="464344"/>
                  </a:lnTo>
                  <a:lnTo>
                    <a:pt x="159544" y="464344"/>
                  </a:lnTo>
                  <a:lnTo>
                    <a:pt x="159544" y="311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6D2DAB5C-C871-4B41-93C0-C21762CAD168}"/>
                </a:ext>
              </a:extLst>
            </p:cNvPr>
            <p:cNvSpPr/>
            <p:nvPr/>
          </p:nvSpPr>
          <p:spPr>
            <a:xfrm>
              <a:off x="7765256" y="5098256"/>
              <a:ext cx="619125" cy="619125"/>
            </a:xfrm>
            <a:custGeom>
              <a:avLst/>
              <a:gdLst>
                <a:gd name="connsiteX0" fmla="*/ 311944 w 619125"/>
                <a:gd name="connsiteY0" fmla="*/ 7144 h 619125"/>
                <a:gd name="connsiteX1" fmla="*/ 7144 w 619125"/>
                <a:gd name="connsiteY1" fmla="*/ 311944 h 619125"/>
                <a:gd name="connsiteX2" fmla="*/ 311944 w 619125"/>
                <a:gd name="connsiteY2" fmla="*/ 616744 h 619125"/>
                <a:gd name="connsiteX3" fmla="*/ 616744 w 619125"/>
                <a:gd name="connsiteY3" fmla="*/ 311944 h 619125"/>
                <a:gd name="connsiteX4" fmla="*/ 311944 w 619125"/>
                <a:gd name="connsiteY4" fmla="*/ 7144 h 619125"/>
                <a:gd name="connsiteX5" fmla="*/ 388144 w 619125"/>
                <a:gd name="connsiteY5" fmla="*/ 388144 h 619125"/>
                <a:gd name="connsiteX6" fmla="*/ 235744 w 619125"/>
                <a:gd name="connsiteY6" fmla="*/ 388144 h 619125"/>
                <a:gd name="connsiteX7" fmla="*/ 235744 w 619125"/>
                <a:gd name="connsiteY7" fmla="*/ 235744 h 619125"/>
                <a:gd name="connsiteX8" fmla="*/ 388144 w 619125"/>
                <a:gd name="connsiteY8" fmla="*/ 235744 h 619125"/>
                <a:gd name="connsiteX9" fmla="*/ 388144 w 619125"/>
                <a:gd name="connsiteY9" fmla="*/ 388144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11944" y="7144"/>
                  </a:moveTo>
                  <a:cubicBezTo>
                    <a:pt x="143351" y="7144"/>
                    <a:pt x="7144" y="143351"/>
                    <a:pt x="7144" y="311944"/>
                  </a:cubicBezTo>
                  <a:cubicBezTo>
                    <a:pt x="7144" y="480536"/>
                    <a:pt x="143351" y="616744"/>
                    <a:pt x="311944" y="616744"/>
                  </a:cubicBezTo>
                  <a:cubicBezTo>
                    <a:pt x="480536" y="616744"/>
                    <a:pt x="616744" y="480536"/>
                    <a:pt x="616744" y="311944"/>
                  </a:cubicBezTo>
                  <a:cubicBezTo>
                    <a:pt x="616744" y="143351"/>
                    <a:pt x="480536" y="7144"/>
                    <a:pt x="311944" y="7144"/>
                  </a:cubicBezTo>
                  <a:close/>
                  <a:moveTo>
                    <a:pt x="388144" y="388144"/>
                  </a:moveTo>
                  <a:lnTo>
                    <a:pt x="235744" y="388144"/>
                  </a:lnTo>
                  <a:lnTo>
                    <a:pt x="235744" y="235744"/>
                  </a:lnTo>
                  <a:lnTo>
                    <a:pt x="388144" y="235744"/>
                  </a:lnTo>
                  <a:lnTo>
                    <a:pt x="388144" y="388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24" name="Graphic 58">
            <a:extLst>
              <a:ext uri="{FF2B5EF4-FFF2-40B4-BE49-F238E27FC236}">
                <a16:creationId xmlns:a16="http://schemas.microsoft.com/office/drawing/2014/main" id="{42D4BF38-8230-4887-A148-5E392A825551}"/>
              </a:ext>
            </a:extLst>
          </p:cNvPr>
          <p:cNvGrpSpPr>
            <a:grpSpLocks noChangeAspect="1"/>
          </p:cNvGrpSpPr>
          <p:nvPr/>
        </p:nvGrpSpPr>
        <p:grpSpPr>
          <a:xfrm>
            <a:off x="10742012" y="1386598"/>
            <a:ext cx="741145" cy="502920"/>
            <a:chOff x="4114800" y="2133600"/>
            <a:chExt cx="4267200" cy="28956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7A00F4EA-D182-4B57-99D4-D3C6A8994A67}"/>
                </a:ext>
              </a:extLst>
            </p:cNvPr>
            <p:cNvSpPr/>
            <p:nvPr/>
          </p:nvSpPr>
          <p:spPr>
            <a:xfrm>
              <a:off x="6317456" y="2583656"/>
              <a:ext cx="923925" cy="2143125"/>
            </a:xfrm>
            <a:custGeom>
              <a:avLst/>
              <a:gdLst>
                <a:gd name="connsiteX0" fmla="*/ 464344 w 923925"/>
                <a:gd name="connsiteY0" fmla="*/ 83344 h 2143125"/>
                <a:gd name="connsiteX1" fmla="*/ 464344 w 923925"/>
                <a:gd name="connsiteY1" fmla="*/ 997744 h 2143125"/>
                <a:gd name="connsiteX2" fmla="*/ 7144 w 923925"/>
                <a:gd name="connsiteY2" fmla="*/ 997744 h 2143125"/>
                <a:gd name="connsiteX3" fmla="*/ 7144 w 923925"/>
                <a:gd name="connsiteY3" fmla="*/ 1150144 h 2143125"/>
                <a:gd name="connsiteX4" fmla="*/ 464344 w 923925"/>
                <a:gd name="connsiteY4" fmla="*/ 1150144 h 2143125"/>
                <a:gd name="connsiteX5" fmla="*/ 464344 w 923925"/>
                <a:gd name="connsiteY5" fmla="*/ 2064544 h 2143125"/>
                <a:gd name="connsiteX6" fmla="*/ 540544 w 923925"/>
                <a:gd name="connsiteY6" fmla="*/ 2140744 h 2143125"/>
                <a:gd name="connsiteX7" fmla="*/ 921544 w 923925"/>
                <a:gd name="connsiteY7" fmla="*/ 2140744 h 2143125"/>
                <a:gd name="connsiteX8" fmla="*/ 921544 w 923925"/>
                <a:gd name="connsiteY8" fmla="*/ 1988344 h 2143125"/>
                <a:gd name="connsiteX9" fmla="*/ 616744 w 923925"/>
                <a:gd name="connsiteY9" fmla="*/ 1988344 h 2143125"/>
                <a:gd name="connsiteX10" fmla="*/ 616744 w 923925"/>
                <a:gd name="connsiteY10" fmla="*/ 1150144 h 2143125"/>
                <a:gd name="connsiteX11" fmla="*/ 921544 w 923925"/>
                <a:gd name="connsiteY11" fmla="*/ 1150144 h 2143125"/>
                <a:gd name="connsiteX12" fmla="*/ 921544 w 923925"/>
                <a:gd name="connsiteY12" fmla="*/ 997744 h 2143125"/>
                <a:gd name="connsiteX13" fmla="*/ 616744 w 923925"/>
                <a:gd name="connsiteY13" fmla="*/ 997744 h 2143125"/>
                <a:gd name="connsiteX14" fmla="*/ 616744 w 923925"/>
                <a:gd name="connsiteY14" fmla="*/ 159544 h 2143125"/>
                <a:gd name="connsiteX15" fmla="*/ 921544 w 923925"/>
                <a:gd name="connsiteY15" fmla="*/ 159544 h 2143125"/>
                <a:gd name="connsiteX16" fmla="*/ 921544 w 923925"/>
                <a:gd name="connsiteY16" fmla="*/ 7144 h 2143125"/>
                <a:gd name="connsiteX17" fmla="*/ 540544 w 923925"/>
                <a:gd name="connsiteY17" fmla="*/ 7144 h 2143125"/>
                <a:gd name="connsiteX18" fmla="*/ 464344 w 923925"/>
                <a:gd name="connsiteY18" fmla="*/ 83344 h 214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23925" h="2143125">
                  <a:moveTo>
                    <a:pt x="464344" y="83344"/>
                  </a:moveTo>
                  <a:lnTo>
                    <a:pt x="464344" y="997744"/>
                  </a:lnTo>
                  <a:lnTo>
                    <a:pt x="7144" y="997744"/>
                  </a:lnTo>
                  <a:lnTo>
                    <a:pt x="7144" y="1150144"/>
                  </a:lnTo>
                  <a:lnTo>
                    <a:pt x="464344" y="1150144"/>
                  </a:lnTo>
                  <a:lnTo>
                    <a:pt x="464344" y="2064544"/>
                  </a:lnTo>
                  <a:cubicBezTo>
                    <a:pt x="464344" y="2106454"/>
                    <a:pt x="498634" y="2140744"/>
                    <a:pt x="540544" y="2140744"/>
                  </a:cubicBezTo>
                  <a:lnTo>
                    <a:pt x="921544" y="2140744"/>
                  </a:lnTo>
                  <a:lnTo>
                    <a:pt x="921544" y="1988344"/>
                  </a:lnTo>
                  <a:lnTo>
                    <a:pt x="616744" y="1988344"/>
                  </a:lnTo>
                  <a:lnTo>
                    <a:pt x="616744" y="1150144"/>
                  </a:lnTo>
                  <a:lnTo>
                    <a:pt x="921544" y="1150144"/>
                  </a:lnTo>
                  <a:lnTo>
                    <a:pt x="921544" y="997744"/>
                  </a:lnTo>
                  <a:lnTo>
                    <a:pt x="616744" y="997744"/>
                  </a:lnTo>
                  <a:lnTo>
                    <a:pt x="616744" y="159544"/>
                  </a:lnTo>
                  <a:lnTo>
                    <a:pt x="921544" y="159544"/>
                  </a:lnTo>
                  <a:lnTo>
                    <a:pt x="921544" y="7144"/>
                  </a:lnTo>
                  <a:lnTo>
                    <a:pt x="540544" y="7144"/>
                  </a:lnTo>
                  <a:cubicBezTo>
                    <a:pt x="498634" y="7144"/>
                    <a:pt x="464344" y="41434"/>
                    <a:pt x="464344" y="833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AB60FCB3-6F36-48E9-BDFA-5DE9C5A2A32C}"/>
                </a:ext>
              </a:extLst>
            </p:cNvPr>
            <p:cNvSpPr/>
            <p:nvPr/>
          </p:nvSpPr>
          <p:spPr>
            <a:xfrm>
              <a:off x="4107656" y="2126456"/>
              <a:ext cx="2143125" cy="2905125"/>
            </a:xfrm>
            <a:custGeom>
              <a:avLst/>
              <a:gdLst>
                <a:gd name="connsiteX0" fmla="*/ 1531144 w 2143125"/>
                <a:gd name="connsiteY0" fmla="*/ 464344 h 2905125"/>
                <a:gd name="connsiteX1" fmla="*/ 1531144 w 2143125"/>
                <a:gd name="connsiteY1" fmla="*/ 7144 h 2905125"/>
                <a:gd name="connsiteX2" fmla="*/ 83344 w 2143125"/>
                <a:gd name="connsiteY2" fmla="*/ 7144 h 2905125"/>
                <a:gd name="connsiteX3" fmla="*/ 7144 w 2143125"/>
                <a:gd name="connsiteY3" fmla="*/ 83344 h 2905125"/>
                <a:gd name="connsiteX4" fmla="*/ 7144 w 2143125"/>
                <a:gd name="connsiteY4" fmla="*/ 2826544 h 2905125"/>
                <a:gd name="connsiteX5" fmla="*/ 83344 w 2143125"/>
                <a:gd name="connsiteY5" fmla="*/ 2902744 h 2905125"/>
                <a:gd name="connsiteX6" fmla="*/ 2064544 w 2143125"/>
                <a:gd name="connsiteY6" fmla="*/ 2902744 h 2905125"/>
                <a:gd name="connsiteX7" fmla="*/ 2140744 w 2143125"/>
                <a:gd name="connsiteY7" fmla="*/ 2826544 h 2905125"/>
                <a:gd name="connsiteX8" fmla="*/ 2140744 w 2143125"/>
                <a:gd name="connsiteY8" fmla="*/ 1607344 h 2905125"/>
                <a:gd name="connsiteX9" fmla="*/ 1601629 w 2143125"/>
                <a:gd name="connsiteY9" fmla="*/ 1607344 h 2905125"/>
                <a:gd name="connsiteX10" fmla="*/ 1035844 w 2143125"/>
                <a:gd name="connsiteY10" fmla="*/ 2063591 h 2905125"/>
                <a:gd name="connsiteX11" fmla="*/ 540544 w 2143125"/>
                <a:gd name="connsiteY11" fmla="*/ 1531144 h 2905125"/>
                <a:gd name="connsiteX12" fmla="*/ 1035844 w 2143125"/>
                <a:gd name="connsiteY12" fmla="*/ 998696 h 2905125"/>
                <a:gd name="connsiteX13" fmla="*/ 1601629 w 2143125"/>
                <a:gd name="connsiteY13" fmla="*/ 1454944 h 2905125"/>
                <a:gd name="connsiteX14" fmla="*/ 2140744 w 2143125"/>
                <a:gd name="connsiteY14" fmla="*/ 1454944 h 2905125"/>
                <a:gd name="connsiteX15" fmla="*/ 2140744 w 2143125"/>
                <a:gd name="connsiteY15" fmla="*/ 540544 h 2905125"/>
                <a:gd name="connsiteX16" fmla="*/ 1607344 w 2143125"/>
                <a:gd name="connsiteY16" fmla="*/ 540544 h 2905125"/>
                <a:gd name="connsiteX17" fmla="*/ 1531144 w 2143125"/>
                <a:gd name="connsiteY17" fmla="*/ 464344 h 2905125"/>
                <a:gd name="connsiteX18" fmla="*/ 769144 w 2143125"/>
                <a:gd name="connsiteY18" fmla="*/ 2293144 h 2905125"/>
                <a:gd name="connsiteX19" fmla="*/ 1912144 w 2143125"/>
                <a:gd name="connsiteY19" fmla="*/ 2293144 h 2905125"/>
                <a:gd name="connsiteX20" fmla="*/ 1912144 w 2143125"/>
                <a:gd name="connsiteY20" fmla="*/ 2445544 h 2905125"/>
                <a:gd name="connsiteX21" fmla="*/ 769144 w 2143125"/>
                <a:gd name="connsiteY21" fmla="*/ 2445544 h 2905125"/>
                <a:gd name="connsiteX22" fmla="*/ 769144 w 2143125"/>
                <a:gd name="connsiteY22" fmla="*/ 2293144 h 2905125"/>
                <a:gd name="connsiteX23" fmla="*/ 540544 w 2143125"/>
                <a:gd name="connsiteY23" fmla="*/ 2445544 h 2905125"/>
                <a:gd name="connsiteX24" fmla="*/ 235744 w 2143125"/>
                <a:gd name="connsiteY24" fmla="*/ 2445544 h 2905125"/>
                <a:gd name="connsiteX25" fmla="*/ 235744 w 2143125"/>
                <a:gd name="connsiteY25" fmla="*/ 2293144 h 2905125"/>
                <a:gd name="connsiteX26" fmla="*/ 540544 w 2143125"/>
                <a:gd name="connsiteY26" fmla="*/ 2293144 h 2905125"/>
                <a:gd name="connsiteX27" fmla="*/ 540544 w 2143125"/>
                <a:gd name="connsiteY27" fmla="*/ 2445544 h 2905125"/>
                <a:gd name="connsiteX28" fmla="*/ 540544 w 2143125"/>
                <a:gd name="connsiteY28" fmla="*/ 769144 h 2905125"/>
                <a:gd name="connsiteX29" fmla="*/ 235744 w 2143125"/>
                <a:gd name="connsiteY29" fmla="*/ 769144 h 2905125"/>
                <a:gd name="connsiteX30" fmla="*/ 235744 w 2143125"/>
                <a:gd name="connsiteY30" fmla="*/ 616744 h 2905125"/>
                <a:gd name="connsiteX31" fmla="*/ 540544 w 2143125"/>
                <a:gd name="connsiteY31" fmla="*/ 616744 h 2905125"/>
                <a:gd name="connsiteX32" fmla="*/ 540544 w 2143125"/>
                <a:gd name="connsiteY32" fmla="*/ 769144 h 2905125"/>
                <a:gd name="connsiteX33" fmla="*/ 1912144 w 2143125"/>
                <a:gd name="connsiteY33" fmla="*/ 769144 h 2905125"/>
                <a:gd name="connsiteX34" fmla="*/ 769144 w 2143125"/>
                <a:gd name="connsiteY34" fmla="*/ 769144 h 2905125"/>
                <a:gd name="connsiteX35" fmla="*/ 769144 w 2143125"/>
                <a:gd name="connsiteY35" fmla="*/ 616744 h 2905125"/>
                <a:gd name="connsiteX36" fmla="*/ 1912144 w 2143125"/>
                <a:gd name="connsiteY36" fmla="*/ 616744 h 2905125"/>
                <a:gd name="connsiteX37" fmla="*/ 1912144 w 2143125"/>
                <a:gd name="connsiteY37" fmla="*/ 769144 h 290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143125" h="2905125">
                  <a:moveTo>
                    <a:pt x="1531144" y="464344"/>
                  </a:moveTo>
                  <a:lnTo>
                    <a:pt x="1531144" y="7144"/>
                  </a:lnTo>
                  <a:lnTo>
                    <a:pt x="83344" y="7144"/>
                  </a:lnTo>
                  <a:cubicBezTo>
                    <a:pt x="41434" y="7144"/>
                    <a:pt x="7144" y="41434"/>
                    <a:pt x="7144" y="83344"/>
                  </a:cubicBezTo>
                  <a:lnTo>
                    <a:pt x="7144" y="2826544"/>
                  </a:lnTo>
                  <a:cubicBezTo>
                    <a:pt x="7144" y="2868454"/>
                    <a:pt x="41434" y="2902744"/>
                    <a:pt x="83344" y="2902744"/>
                  </a:cubicBezTo>
                  <a:lnTo>
                    <a:pt x="2064544" y="2902744"/>
                  </a:lnTo>
                  <a:cubicBezTo>
                    <a:pt x="2106454" y="2902744"/>
                    <a:pt x="2140744" y="2868454"/>
                    <a:pt x="2140744" y="2826544"/>
                  </a:cubicBezTo>
                  <a:lnTo>
                    <a:pt x="2140744" y="1607344"/>
                  </a:lnTo>
                  <a:lnTo>
                    <a:pt x="1601629" y="1607344"/>
                  </a:lnTo>
                  <a:cubicBezTo>
                    <a:pt x="1561624" y="1884521"/>
                    <a:pt x="1314926" y="2083594"/>
                    <a:pt x="1035844" y="2063591"/>
                  </a:cubicBezTo>
                  <a:cubicBezTo>
                    <a:pt x="756761" y="2043589"/>
                    <a:pt x="540544" y="1811179"/>
                    <a:pt x="540544" y="1531144"/>
                  </a:cubicBezTo>
                  <a:cubicBezTo>
                    <a:pt x="540544" y="1251109"/>
                    <a:pt x="756761" y="1018699"/>
                    <a:pt x="1035844" y="998696"/>
                  </a:cubicBezTo>
                  <a:cubicBezTo>
                    <a:pt x="1314926" y="978694"/>
                    <a:pt x="1561624" y="1177766"/>
                    <a:pt x="1601629" y="1454944"/>
                  </a:cubicBezTo>
                  <a:lnTo>
                    <a:pt x="2140744" y="1454944"/>
                  </a:lnTo>
                  <a:lnTo>
                    <a:pt x="2140744" y="540544"/>
                  </a:lnTo>
                  <a:lnTo>
                    <a:pt x="1607344" y="540544"/>
                  </a:lnTo>
                  <a:cubicBezTo>
                    <a:pt x="1565434" y="540544"/>
                    <a:pt x="1531144" y="506254"/>
                    <a:pt x="1531144" y="464344"/>
                  </a:cubicBezTo>
                  <a:close/>
                  <a:moveTo>
                    <a:pt x="769144" y="2293144"/>
                  </a:moveTo>
                  <a:lnTo>
                    <a:pt x="1912144" y="2293144"/>
                  </a:lnTo>
                  <a:lnTo>
                    <a:pt x="1912144" y="2445544"/>
                  </a:lnTo>
                  <a:lnTo>
                    <a:pt x="769144" y="2445544"/>
                  </a:lnTo>
                  <a:lnTo>
                    <a:pt x="769144" y="2293144"/>
                  </a:lnTo>
                  <a:close/>
                  <a:moveTo>
                    <a:pt x="540544" y="2445544"/>
                  </a:moveTo>
                  <a:lnTo>
                    <a:pt x="235744" y="2445544"/>
                  </a:lnTo>
                  <a:lnTo>
                    <a:pt x="235744" y="2293144"/>
                  </a:lnTo>
                  <a:lnTo>
                    <a:pt x="540544" y="2293144"/>
                  </a:lnTo>
                  <a:lnTo>
                    <a:pt x="540544" y="2445544"/>
                  </a:lnTo>
                  <a:close/>
                  <a:moveTo>
                    <a:pt x="540544" y="769144"/>
                  </a:moveTo>
                  <a:lnTo>
                    <a:pt x="235744" y="769144"/>
                  </a:lnTo>
                  <a:lnTo>
                    <a:pt x="235744" y="616744"/>
                  </a:lnTo>
                  <a:lnTo>
                    <a:pt x="540544" y="616744"/>
                  </a:lnTo>
                  <a:lnTo>
                    <a:pt x="540544" y="769144"/>
                  </a:lnTo>
                  <a:close/>
                  <a:moveTo>
                    <a:pt x="1912144" y="769144"/>
                  </a:moveTo>
                  <a:lnTo>
                    <a:pt x="769144" y="769144"/>
                  </a:lnTo>
                  <a:lnTo>
                    <a:pt x="769144" y="616744"/>
                  </a:lnTo>
                  <a:lnTo>
                    <a:pt x="1912144" y="616744"/>
                  </a:lnTo>
                  <a:lnTo>
                    <a:pt x="1912144" y="769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052D53CF-6871-467A-A742-C3826B9BE819}"/>
                </a:ext>
              </a:extLst>
            </p:cNvPr>
            <p:cNvSpPr/>
            <p:nvPr/>
          </p:nvSpPr>
          <p:spPr>
            <a:xfrm>
              <a:off x="5784056" y="2217896"/>
              <a:ext cx="342900" cy="295275"/>
            </a:xfrm>
            <a:custGeom>
              <a:avLst/>
              <a:gdLst>
                <a:gd name="connsiteX0" fmla="*/ 7144 w 342900"/>
                <a:gd name="connsiteY0" fmla="*/ 7144 h 295275"/>
                <a:gd name="connsiteX1" fmla="*/ 7144 w 342900"/>
                <a:gd name="connsiteY1" fmla="*/ 296704 h 295275"/>
                <a:gd name="connsiteX2" fmla="*/ 337661 w 342900"/>
                <a:gd name="connsiteY2" fmla="*/ 296704 h 295275"/>
                <a:gd name="connsiteX3" fmla="*/ 7144 w 342900"/>
                <a:gd name="connsiteY3" fmla="*/ 714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900" h="295275">
                  <a:moveTo>
                    <a:pt x="7144" y="7144"/>
                  </a:moveTo>
                  <a:lnTo>
                    <a:pt x="7144" y="296704"/>
                  </a:lnTo>
                  <a:lnTo>
                    <a:pt x="337661" y="29670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2C96A9A5-13F1-487D-8627-DCEB6FA34A62}"/>
                </a:ext>
              </a:extLst>
            </p:cNvPr>
            <p:cNvSpPr/>
            <p:nvPr/>
          </p:nvSpPr>
          <p:spPr>
            <a:xfrm>
              <a:off x="4793456" y="3269456"/>
              <a:ext cx="771525" cy="771525"/>
            </a:xfrm>
            <a:custGeom>
              <a:avLst/>
              <a:gdLst>
                <a:gd name="connsiteX0" fmla="*/ 7144 w 771525"/>
                <a:gd name="connsiteY0" fmla="*/ 388144 h 771525"/>
                <a:gd name="connsiteX1" fmla="*/ 388144 w 771525"/>
                <a:gd name="connsiteY1" fmla="*/ 769144 h 771525"/>
                <a:gd name="connsiteX2" fmla="*/ 769144 w 771525"/>
                <a:gd name="connsiteY2" fmla="*/ 388144 h 771525"/>
                <a:gd name="connsiteX3" fmla="*/ 388144 w 771525"/>
                <a:gd name="connsiteY3" fmla="*/ 7144 h 771525"/>
                <a:gd name="connsiteX4" fmla="*/ 7144 w 771525"/>
                <a:gd name="connsiteY4" fmla="*/ 388144 h 771525"/>
                <a:gd name="connsiteX5" fmla="*/ 671036 w 771525"/>
                <a:gd name="connsiteY5" fmla="*/ 290036 h 771525"/>
                <a:gd name="connsiteX6" fmla="*/ 366236 w 771525"/>
                <a:gd name="connsiteY6" fmla="*/ 594836 h 771525"/>
                <a:gd name="connsiteX7" fmla="*/ 258604 w 771525"/>
                <a:gd name="connsiteY7" fmla="*/ 594836 h 771525"/>
                <a:gd name="connsiteX8" fmla="*/ 106204 w 771525"/>
                <a:gd name="connsiteY8" fmla="*/ 442436 h 771525"/>
                <a:gd name="connsiteX9" fmla="*/ 213836 w 771525"/>
                <a:gd name="connsiteY9" fmla="*/ 334804 h 771525"/>
                <a:gd name="connsiteX10" fmla="*/ 311944 w 771525"/>
                <a:gd name="connsiteY10" fmla="*/ 432911 h 771525"/>
                <a:gd name="connsiteX11" fmla="*/ 562451 w 771525"/>
                <a:gd name="connsiteY11" fmla="*/ 182404 h 771525"/>
                <a:gd name="connsiteX12" fmla="*/ 671036 w 771525"/>
                <a:gd name="connsiteY12" fmla="*/ 290036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1525" h="771525">
                  <a:moveTo>
                    <a:pt x="7144" y="388144"/>
                  </a:moveTo>
                  <a:cubicBezTo>
                    <a:pt x="7144" y="598646"/>
                    <a:pt x="177641" y="769144"/>
                    <a:pt x="388144" y="769144"/>
                  </a:cubicBezTo>
                  <a:cubicBezTo>
                    <a:pt x="598646" y="769144"/>
                    <a:pt x="769144" y="598646"/>
                    <a:pt x="769144" y="388144"/>
                  </a:cubicBezTo>
                  <a:cubicBezTo>
                    <a:pt x="769144" y="177641"/>
                    <a:pt x="598646" y="7144"/>
                    <a:pt x="388144" y="7144"/>
                  </a:cubicBezTo>
                  <a:cubicBezTo>
                    <a:pt x="177641" y="7144"/>
                    <a:pt x="7144" y="177641"/>
                    <a:pt x="7144" y="388144"/>
                  </a:cubicBezTo>
                  <a:close/>
                  <a:moveTo>
                    <a:pt x="671036" y="290036"/>
                  </a:moveTo>
                  <a:lnTo>
                    <a:pt x="366236" y="594836"/>
                  </a:lnTo>
                  <a:cubicBezTo>
                    <a:pt x="336709" y="624364"/>
                    <a:pt x="288131" y="624364"/>
                    <a:pt x="258604" y="594836"/>
                  </a:cubicBezTo>
                  <a:lnTo>
                    <a:pt x="106204" y="442436"/>
                  </a:lnTo>
                  <a:lnTo>
                    <a:pt x="213836" y="334804"/>
                  </a:lnTo>
                  <a:lnTo>
                    <a:pt x="311944" y="432911"/>
                  </a:lnTo>
                  <a:lnTo>
                    <a:pt x="562451" y="182404"/>
                  </a:lnTo>
                  <a:lnTo>
                    <a:pt x="671036" y="2900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3E35FDE8-C99E-41B1-8358-58BCE40A2FFB}"/>
                </a:ext>
              </a:extLst>
            </p:cNvPr>
            <p:cNvSpPr/>
            <p:nvPr/>
          </p:nvSpPr>
          <p:spPr>
            <a:xfrm>
              <a:off x="7308056" y="2431256"/>
              <a:ext cx="1076325" cy="466725"/>
            </a:xfrm>
            <a:custGeom>
              <a:avLst/>
              <a:gdLst>
                <a:gd name="connsiteX0" fmla="*/ 1073944 w 1076325"/>
                <a:gd name="connsiteY0" fmla="*/ 7144 h 466725"/>
                <a:gd name="connsiteX1" fmla="*/ 7144 w 1076325"/>
                <a:gd name="connsiteY1" fmla="*/ 7144 h 466725"/>
                <a:gd name="connsiteX2" fmla="*/ 7144 w 1076325"/>
                <a:gd name="connsiteY2" fmla="*/ 464344 h 466725"/>
                <a:gd name="connsiteX3" fmla="*/ 1073944 w 1076325"/>
                <a:gd name="connsiteY3" fmla="*/ 464344 h 466725"/>
                <a:gd name="connsiteX4" fmla="*/ 1073944 w 1076325"/>
                <a:gd name="connsiteY4" fmla="*/ 7144 h 466725"/>
                <a:gd name="connsiteX5" fmla="*/ 311944 w 1076325"/>
                <a:gd name="connsiteY5" fmla="*/ 311944 h 466725"/>
                <a:gd name="connsiteX6" fmla="*/ 159544 w 1076325"/>
                <a:gd name="connsiteY6" fmla="*/ 311944 h 466725"/>
                <a:gd name="connsiteX7" fmla="*/ 159544 w 1076325"/>
                <a:gd name="connsiteY7" fmla="*/ 159544 h 466725"/>
                <a:gd name="connsiteX8" fmla="*/ 311944 w 1076325"/>
                <a:gd name="connsiteY8" fmla="*/ 159544 h 466725"/>
                <a:gd name="connsiteX9" fmla="*/ 311944 w 1076325"/>
                <a:gd name="connsiteY9" fmla="*/ 311944 h 466725"/>
                <a:gd name="connsiteX10" fmla="*/ 616744 w 1076325"/>
                <a:gd name="connsiteY10" fmla="*/ 311944 h 466725"/>
                <a:gd name="connsiteX11" fmla="*/ 464344 w 1076325"/>
                <a:gd name="connsiteY11" fmla="*/ 311944 h 466725"/>
                <a:gd name="connsiteX12" fmla="*/ 464344 w 1076325"/>
                <a:gd name="connsiteY12" fmla="*/ 159544 h 466725"/>
                <a:gd name="connsiteX13" fmla="*/ 616744 w 1076325"/>
                <a:gd name="connsiteY13" fmla="*/ 159544 h 466725"/>
                <a:gd name="connsiteX14" fmla="*/ 616744 w 1076325"/>
                <a:gd name="connsiteY14" fmla="*/ 311944 h 466725"/>
                <a:gd name="connsiteX15" fmla="*/ 921544 w 1076325"/>
                <a:gd name="connsiteY15" fmla="*/ 311944 h 466725"/>
                <a:gd name="connsiteX16" fmla="*/ 769144 w 1076325"/>
                <a:gd name="connsiteY16" fmla="*/ 311944 h 466725"/>
                <a:gd name="connsiteX17" fmla="*/ 769144 w 1076325"/>
                <a:gd name="connsiteY17" fmla="*/ 159544 h 466725"/>
                <a:gd name="connsiteX18" fmla="*/ 921544 w 1076325"/>
                <a:gd name="connsiteY18" fmla="*/ 159544 h 466725"/>
                <a:gd name="connsiteX19" fmla="*/ 921544 w 1076325"/>
                <a:gd name="connsiteY19" fmla="*/ 3119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6325" h="466725">
                  <a:moveTo>
                    <a:pt x="1073944" y="7144"/>
                  </a:moveTo>
                  <a:lnTo>
                    <a:pt x="7144" y="7144"/>
                  </a:lnTo>
                  <a:lnTo>
                    <a:pt x="7144" y="464344"/>
                  </a:lnTo>
                  <a:lnTo>
                    <a:pt x="1073944" y="464344"/>
                  </a:lnTo>
                  <a:lnTo>
                    <a:pt x="1073944" y="7144"/>
                  </a:lnTo>
                  <a:close/>
                  <a:moveTo>
                    <a:pt x="311944" y="311944"/>
                  </a:moveTo>
                  <a:lnTo>
                    <a:pt x="159544" y="311944"/>
                  </a:lnTo>
                  <a:lnTo>
                    <a:pt x="159544" y="159544"/>
                  </a:lnTo>
                  <a:lnTo>
                    <a:pt x="311944" y="159544"/>
                  </a:lnTo>
                  <a:lnTo>
                    <a:pt x="311944" y="311944"/>
                  </a:lnTo>
                  <a:close/>
                  <a:moveTo>
                    <a:pt x="616744" y="311944"/>
                  </a:moveTo>
                  <a:lnTo>
                    <a:pt x="464344" y="311944"/>
                  </a:lnTo>
                  <a:lnTo>
                    <a:pt x="464344" y="159544"/>
                  </a:lnTo>
                  <a:lnTo>
                    <a:pt x="616744" y="159544"/>
                  </a:lnTo>
                  <a:lnTo>
                    <a:pt x="616744" y="311944"/>
                  </a:lnTo>
                  <a:close/>
                  <a:moveTo>
                    <a:pt x="921544" y="311944"/>
                  </a:moveTo>
                  <a:lnTo>
                    <a:pt x="769144" y="311944"/>
                  </a:lnTo>
                  <a:lnTo>
                    <a:pt x="769144" y="159544"/>
                  </a:lnTo>
                  <a:lnTo>
                    <a:pt x="921544" y="159544"/>
                  </a:lnTo>
                  <a:lnTo>
                    <a:pt x="921544" y="311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6F799B17-14DB-44EE-914C-5378EADD6065}"/>
                </a:ext>
              </a:extLst>
            </p:cNvPr>
            <p:cNvSpPr/>
            <p:nvPr/>
          </p:nvSpPr>
          <p:spPr>
            <a:xfrm>
              <a:off x="7308056" y="3421856"/>
              <a:ext cx="1076325" cy="466725"/>
            </a:xfrm>
            <a:custGeom>
              <a:avLst/>
              <a:gdLst>
                <a:gd name="connsiteX0" fmla="*/ 7144 w 1076325"/>
                <a:gd name="connsiteY0" fmla="*/ 7144 h 466725"/>
                <a:gd name="connsiteX1" fmla="*/ 7144 w 1076325"/>
                <a:gd name="connsiteY1" fmla="*/ 464344 h 466725"/>
                <a:gd name="connsiteX2" fmla="*/ 1073944 w 1076325"/>
                <a:gd name="connsiteY2" fmla="*/ 464344 h 466725"/>
                <a:gd name="connsiteX3" fmla="*/ 1073944 w 1076325"/>
                <a:gd name="connsiteY3" fmla="*/ 7144 h 466725"/>
                <a:gd name="connsiteX4" fmla="*/ 7144 w 1076325"/>
                <a:gd name="connsiteY4" fmla="*/ 7144 h 466725"/>
                <a:gd name="connsiteX5" fmla="*/ 311944 w 1076325"/>
                <a:gd name="connsiteY5" fmla="*/ 311944 h 466725"/>
                <a:gd name="connsiteX6" fmla="*/ 159544 w 1076325"/>
                <a:gd name="connsiteY6" fmla="*/ 311944 h 466725"/>
                <a:gd name="connsiteX7" fmla="*/ 159544 w 1076325"/>
                <a:gd name="connsiteY7" fmla="*/ 159544 h 466725"/>
                <a:gd name="connsiteX8" fmla="*/ 311944 w 1076325"/>
                <a:gd name="connsiteY8" fmla="*/ 159544 h 466725"/>
                <a:gd name="connsiteX9" fmla="*/ 311944 w 1076325"/>
                <a:gd name="connsiteY9" fmla="*/ 311944 h 466725"/>
                <a:gd name="connsiteX10" fmla="*/ 616744 w 1076325"/>
                <a:gd name="connsiteY10" fmla="*/ 311944 h 466725"/>
                <a:gd name="connsiteX11" fmla="*/ 464344 w 1076325"/>
                <a:gd name="connsiteY11" fmla="*/ 311944 h 466725"/>
                <a:gd name="connsiteX12" fmla="*/ 464344 w 1076325"/>
                <a:gd name="connsiteY12" fmla="*/ 159544 h 466725"/>
                <a:gd name="connsiteX13" fmla="*/ 616744 w 1076325"/>
                <a:gd name="connsiteY13" fmla="*/ 159544 h 466725"/>
                <a:gd name="connsiteX14" fmla="*/ 616744 w 1076325"/>
                <a:gd name="connsiteY14" fmla="*/ 311944 h 466725"/>
                <a:gd name="connsiteX15" fmla="*/ 921544 w 1076325"/>
                <a:gd name="connsiteY15" fmla="*/ 311944 h 466725"/>
                <a:gd name="connsiteX16" fmla="*/ 769144 w 1076325"/>
                <a:gd name="connsiteY16" fmla="*/ 311944 h 466725"/>
                <a:gd name="connsiteX17" fmla="*/ 769144 w 1076325"/>
                <a:gd name="connsiteY17" fmla="*/ 159544 h 466725"/>
                <a:gd name="connsiteX18" fmla="*/ 921544 w 1076325"/>
                <a:gd name="connsiteY18" fmla="*/ 159544 h 466725"/>
                <a:gd name="connsiteX19" fmla="*/ 921544 w 1076325"/>
                <a:gd name="connsiteY19" fmla="*/ 3119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6325" h="466725">
                  <a:moveTo>
                    <a:pt x="7144" y="7144"/>
                  </a:moveTo>
                  <a:lnTo>
                    <a:pt x="7144" y="464344"/>
                  </a:lnTo>
                  <a:lnTo>
                    <a:pt x="1073944" y="464344"/>
                  </a:lnTo>
                  <a:lnTo>
                    <a:pt x="1073944" y="7144"/>
                  </a:lnTo>
                  <a:lnTo>
                    <a:pt x="7144" y="7144"/>
                  </a:lnTo>
                  <a:close/>
                  <a:moveTo>
                    <a:pt x="311944" y="311944"/>
                  </a:moveTo>
                  <a:lnTo>
                    <a:pt x="159544" y="311944"/>
                  </a:lnTo>
                  <a:lnTo>
                    <a:pt x="159544" y="159544"/>
                  </a:lnTo>
                  <a:lnTo>
                    <a:pt x="311944" y="159544"/>
                  </a:lnTo>
                  <a:lnTo>
                    <a:pt x="311944" y="311944"/>
                  </a:lnTo>
                  <a:close/>
                  <a:moveTo>
                    <a:pt x="616744" y="311944"/>
                  </a:moveTo>
                  <a:lnTo>
                    <a:pt x="464344" y="311944"/>
                  </a:lnTo>
                  <a:lnTo>
                    <a:pt x="464344" y="159544"/>
                  </a:lnTo>
                  <a:lnTo>
                    <a:pt x="616744" y="159544"/>
                  </a:lnTo>
                  <a:lnTo>
                    <a:pt x="616744" y="311944"/>
                  </a:lnTo>
                  <a:close/>
                  <a:moveTo>
                    <a:pt x="921544" y="311944"/>
                  </a:moveTo>
                  <a:lnTo>
                    <a:pt x="769144" y="311944"/>
                  </a:lnTo>
                  <a:lnTo>
                    <a:pt x="769144" y="159544"/>
                  </a:lnTo>
                  <a:lnTo>
                    <a:pt x="921544" y="159544"/>
                  </a:lnTo>
                  <a:lnTo>
                    <a:pt x="921544" y="311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DC27AC82-58A9-4A79-A213-D49358053647}"/>
                </a:ext>
              </a:extLst>
            </p:cNvPr>
            <p:cNvSpPr/>
            <p:nvPr/>
          </p:nvSpPr>
          <p:spPr>
            <a:xfrm>
              <a:off x="7308056" y="4412456"/>
              <a:ext cx="1076325" cy="466725"/>
            </a:xfrm>
            <a:custGeom>
              <a:avLst/>
              <a:gdLst>
                <a:gd name="connsiteX0" fmla="*/ 7144 w 1076325"/>
                <a:gd name="connsiteY0" fmla="*/ 7144 h 466725"/>
                <a:gd name="connsiteX1" fmla="*/ 7144 w 1076325"/>
                <a:gd name="connsiteY1" fmla="*/ 464344 h 466725"/>
                <a:gd name="connsiteX2" fmla="*/ 1073944 w 1076325"/>
                <a:gd name="connsiteY2" fmla="*/ 464344 h 466725"/>
                <a:gd name="connsiteX3" fmla="*/ 1073944 w 1076325"/>
                <a:gd name="connsiteY3" fmla="*/ 7144 h 466725"/>
                <a:gd name="connsiteX4" fmla="*/ 7144 w 1076325"/>
                <a:gd name="connsiteY4" fmla="*/ 7144 h 466725"/>
                <a:gd name="connsiteX5" fmla="*/ 311944 w 1076325"/>
                <a:gd name="connsiteY5" fmla="*/ 311944 h 466725"/>
                <a:gd name="connsiteX6" fmla="*/ 159544 w 1076325"/>
                <a:gd name="connsiteY6" fmla="*/ 311944 h 466725"/>
                <a:gd name="connsiteX7" fmla="*/ 159544 w 1076325"/>
                <a:gd name="connsiteY7" fmla="*/ 159544 h 466725"/>
                <a:gd name="connsiteX8" fmla="*/ 311944 w 1076325"/>
                <a:gd name="connsiteY8" fmla="*/ 159544 h 466725"/>
                <a:gd name="connsiteX9" fmla="*/ 311944 w 1076325"/>
                <a:gd name="connsiteY9" fmla="*/ 311944 h 466725"/>
                <a:gd name="connsiteX10" fmla="*/ 616744 w 1076325"/>
                <a:gd name="connsiteY10" fmla="*/ 311944 h 466725"/>
                <a:gd name="connsiteX11" fmla="*/ 464344 w 1076325"/>
                <a:gd name="connsiteY11" fmla="*/ 311944 h 466725"/>
                <a:gd name="connsiteX12" fmla="*/ 464344 w 1076325"/>
                <a:gd name="connsiteY12" fmla="*/ 159544 h 466725"/>
                <a:gd name="connsiteX13" fmla="*/ 616744 w 1076325"/>
                <a:gd name="connsiteY13" fmla="*/ 159544 h 466725"/>
                <a:gd name="connsiteX14" fmla="*/ 616744 w 1076325"/>
                <a:gd name="connsiteY14" fmla="*/ 311944 h 466725"/>
                <a:gd name="connsiteX15" fmla="*/ 921544 w 1076325"/>
                <a:gd name="connsiteY15" fmla="*/ 311944 h 466725"/>
                <a:gd name="connsiteX16" fmla="*/ 769144 w 1076325"/>
                <a:gd name="connsiteY16" fmla="*/ 311944 h 466725"/>
                <a:gd name="connsiteX17" fmla="*/ 769144 w 1076325"/>
                <a:gd name="connsiteY17" fmla="*/ 159544 h 466725"/>
                <a:gd name="connsiteX18" fmla="*/ 921544 w 1076325"/>
                <a:gd name="connsiteY18" fmla="*/ 159544 h 466725"/>
                <a:gd name="connsiteX19" fmla="*/ 921544 w 1076325"/>
                <a:gd name="connsiteY19" fmla="*/ 311944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6325" h="466725">
                  <a:moveTo>
                    <a:pt x="7144" y="7144"/>
                  </a:moveTo>
                  <a:lnTo>
                    <a:pt x="7144" y="464344"/>
                  </a:lnTo>
                  <a:lnTo>
                    <a:pt x="1073944" y="464344"/>
                  </a:lnTo>
                  <a:lnTo>
                    <a:pt x="1073944" y="7144"/>
                  </a:lnTo>
                  <a:lnTo>
                    <a:pt x="7144" y="7144"/>
                  </a:lnTo>
                  <a:close/>
                  <a:moveTo>
                    <a:pt x="311944" y="311944"/>
                  </a:moveTo>
                  <a:lnTo>
                    <a:pt x="159544" y="311944"/>
                  </a:lnTo>
                  <a:lnTo>
                    <a:pt x="159544" y="159544"/>
                  </a:lnTo>
                  <a:lnTo>
                    <a:pt x="311944" y="159544"/>
                  </a:lnTo>
                  <a:lnTo>
                    <a:pt x="311944" y="311944"/>
                  </a:lnTo>
                  <a:close/>
                  <a:moveTo>
                    <a:pt x="616744" y="311944"/>
                  </a:moveTo>
                  <a:lnTo>
                    <a:pt x="464344" y="311944"/>
                  </a:lnTo>
                  <a:lnTo>
                    <a:pt x="464344" y="159544"/>
                  </a:lnTo>
                  <a:lnTo>
                    <a:pt x="616744" y="159544"/>
                  </a:lnTo>
                  <a:lnTo>
                    <a:pt x="616744" y="311944"/>
                  </a:lnTo>
                  <a:close/>
                  <a:moveTo>
                    <a:pt x="921544" y="311944"/>
                  </a:moveTo>
                  <a:lnTo>
                    <a:pt x="769144" y="311944"/>
                  </a:lnTo>
                  <a:lnTo>
                    <a:pt x="769144" y="159544"/>
                  </a:lnTo>
                  <a:lnTo>
                    <a:pt x="921544" y="159544"/>
                  </a:lnTo>
                  <a:lnTo>
                    <a:pt x="921544" y="3119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32" name="Graphic 59">
            <a:extLst>
              <a:ext uri="{FF2B5EF4-FFF2-40B4-BE49-F238E27FC236}">
                <a16:creationId xmlns:a16="http://schemas.microsoft.com/office/drawing/2014/main" id="{51C87350-CA88-4664-8892-B6ED7A679EA4}"/>
              </a:ext>
            </a:extLst>
          </p:cNvPr>
          <p:cNvGrpSpPr>
            <a:grpSpLocks noChangeAspect="1"/>
          </p:cNvGrpSpPr>
          <p:nvPr/>
        </p:nvGrpSpPr>
        <p:grpSpPr>
          <a:xfrm>
            <a:off x="1013970" y="1386598"/>
            <a:ext cx="652599" cy="502920"/>
            <a:chOff x="4171950" y="1981200"/>
            <a:chExt cx="4152900" cy="32004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405E7AED-0923-4610-BED5-9A39991245F9}"/>
                </a:ext>
              </a:extLst>
            </p:cNvPr>
            <p:cNvSpPr/>
            <p:nvPr/>
          </p:nvSpPr>
          <p:spPr>
            <a:xfrm>
              <a:off x="4164806" y="1974056"/>
              <a:ext cx="3657600" cy="2219325"/>
            </a:xfrm>
            <a:custGeom>
              <a:avLst/>
              <a:gdLst>
                <a:gd name="connsiteX0" fmla="*/ 2045494 w 3657600"/>
                <a:gd name="connsiteY0" fmla="*/ 1985486 h 2219325"/>
                <a:gd name="connsiteX1" fmla="*/ 615791 w 3657600"/>
                <a:gd name="connsiteY1" fmla="*/ 1985486 h 2219325"/>
                <a:gd name="connsiteX2" fmla="*/ 539591 w 3657600"/>
                <a:gd name="connsiteY2" fmla="*/ 1909286 h 2219325"/>
                <a:gd name="connsiteX3" fmla="*/ 539591 w 3657600"/>
                <a:gd name="connsiteY3" fmla="*/ 539591 h 2219325"/>
                <a:gd name="connsiteX4" fmla="*/ 691991 w 3657600"/>
                <a:gd name="connsiteY4" fmla="*/ 539591 h 2219325"/>
                <a:gd name="connsiteX5" fmla="*/ 691991 w 3657600"/>
                <a:gd name="connsiteY5" fmla="*/ 1833086 h 2219325"/>
                <a:gd name="connsiteX6" fmla="*/ 768191 w 3657600"/>
                <a:gd name="connsiteY6" fmla="*/ 1833086 h 2219325"/>
                <a:gd name="connsiteX7" fmla="*/ 768191 w 3657600"/>
                <a:gd name="connsiteY7" fmla="*/ 1376839 h 2219325"/>
                <a:gd name="connsiteX8" fmla="*/ 844391 w 3657600"/>
                <a:gd name="connsiteY8" fmla="*/ 1300639 h 2219325"/>
                <a:gd name="connsiteX9" fmla="*/ 1148239 w 3657600"/>
                <a:gd name="connsiteY9" fmla="*/ 1300639 h 2219325"/>
                <a:gd name="connsiteX10" fmla="*/ 1224439 w 3657600"/>
                <a:gd name="connsiteY10" fmla="*/ 1376839 h 2219325"/>
                <a:gd name="connsiteX11" fmla="*/ 1224439 w 3657600"/>
                <a:gd name="connsiteY11" fmla="*/ 1833086 h 2219325"/>
                <a:gd name="connsiteX12" fmla="*/ 1376839 w 3657600"/>
                <a:gd name="connsiteY12" fmla="*/ 1833086 h 2219325"/>
                <a:gd name="connsiteX13" fmla="*/ 1376839 w 3657600"/>
                <a:gd name="connsiteY13" fmla="*/ 844391 h 2219325"/>
                <a:gd name="connsiteX14" fmla="*/ 1453039 w 3657600"/>
                <a:gd name="connsiteY14" fmla="*/ 768191 h 2219325"/>
                <a:gd name="connsiteX15" fmla="*/ 1756886 w 3657600"/>
                <a:gd name="connsiteY15" fmla="*/ 768191 h 2219325"/>
                <a:gd name="connsiteX16" fmla="*/ 1833086 w 3657600"/>
                <a:gd name="connsiteY16" fmla="*/ 844391 h 2219325"/>
                <a:gd name="connsiteX17" fmla="*/ 1833086 w 3657600"/>
                <a:gd name="connsiteY17" fmla="*/ 1833086 h 2219325"/>
                <a:gd name="connsiteX18" fmla="*/ 1967389 w 3657600"/>
                <a:gd name="connsiteY18" fmla="*/ 1833086 h 2219325"/>
                <a:gd name="connsiteX19" fmla="*/ 2330291 w 3657600"/>
                <a:gd name="connsiteY19" fmla="*/ 800576 h 2219325"/>
                <a:gd name="connsiteX20" fmla="*/ 3404711 w 3657600"/>
                <a:gd name="connsiteY20" fmla="*/ 1010126 h 2219325"/>
                <a:gd name="connsiteX21" fmla="*/ 3352324 w 3657600"/>
                <a:gd name="connsiteY21" fmla="*/ 2103596 h 2219325"/>
                <a:gd name="connsiteX22" fmla="*/ 3392329 w 3657600"/>
                <a:gd name="connsiteY22" fmla="*/ 2143601 h 2219325"/>
                <a:gd name="connsiteX23" fmla="*/ 3452336 w 3657600"/>
                <a:gd name="connsiteY23" fmla="*/ 2083594 h 2219325"/>
                <a:gd name="connsiteX24" fmla="*/ 3559969 w 3657600"/>
                <a:gd name="connsiteY24" fmla="*/ 2083594 h 2219325"/>
                <a:gd name="connsiteX25" fmla="*/ 3658076 w 3657600"/>
                <a:gd name="connsiteY25" fmla="*/ 2181701 h 2219325"/>
                <a:gd name="connsiteX26" fmla="*/ 3658076 w 3657600"/>
                <a:gd name="connsiteY26" fmla="*/ 7144 h 2219325"/>
                <a:gd name="connsiteX27" fmla="*/ 7144 w 3657600"/>
                <a:gd name="connsiteY27" fmla="*/ 7144 h 2219325"/>
                <a:gd name="connsiteX28" fmla="*/ 7144 w 3657600"/>
                <a:gd name="connsiteY28" fmla="*/ 2213134 h 2219325"/>
                <a:gd name="connsiteX29" fmla="*/ 2266474 w 3657600"/>
                <a:gd name="connsiteY29" fmla="*/ 2213134 h 2219325"/>
                <a:gd name="connsiteX30" fmla="*/ 2045494 w 3657600"/>
                <a:gd name="connsiteY30" fmla="*/ 1985486 h 2219325"/>
                <a:gd name="connsiteX31" fmla="*/ 387191 w 3657600"/>
                <a:gd name="connsiteY31" fmla="*/ 235744 h 2219325"/>
                <a:gd name="connsiteX32" fmla="*/ 235744 w 3657600"/>
                <a:gd name="connsiteY32" fmla="*/ 235744 h 2219325"/>
                <a:gd name="connsiteX33" fmla="*/ 235744 w 3657600"/>
                <a:gd name="connsiteY33" fmla="*/ 464344 h 2219325"/>
                <a:gd name="connsiteX34" fmla="*/ 83344 w 3657600"/>
                <a:gd name="connsiteY34" fmla="*/ 464344 h 2219325"/>
                <a:gd name="connsiteX35" fmla="*/ 83344 w 3657600"/>
                <a:gd name="connsiteY35" fmla="*/ 159544 h 2219325"/>
                <a:gd name="connsiteX36" fmla="*/ 159544 w 3657600"/>
                <a:gd name="connsiteY36" fmla="*/ 83344 h 2219325"/>
                <a:gd name="connsiteX37" fmla="*/ 388144 w 3657600"/>
                <a:gd name="connsiteY37" fmla="*/ 83344 h 2219325"/>
                <a:gd name="connsiteX38" fmla="*/ 388144 w 3657600"/>
                <a:gd name="connsiteY38" fmla="*/ 235744 h 221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657600" h="2219325">
                  <a:moveTo>
                    <a:pt x="2045494" y="1985486"/>
                  </a:moveTo>
                  <a:lnTo>
                    <a:pt x="615791" y="1985486"/>
                  </a:lnTo>
                  <a:cubicBezTo>
                    <a:pt x="573881" y="1985486"/>
                    <a:pt x="539591" y="1951196"/>
                    <a:pt x="539591" y="1909286"/>
                  </a:cubicBezTo>
                  <a:lnTo>
                    <a:pt x="539591" y="539591"/>
                  </a:lnTo>
                  <a:lnTo>
                    <a:pt x="691991" y="539591"/>
                  </a:lnTo>
                  <a:lnTo>
                    <a:pt x="691991" y="1833086"/>
                  </a:lnTo>
                  <a:lnTo>
                    <a:pt x="768191" y="1833086"/>
                  </a:lnTo>
                  <a:lnTo>
                    <a:pt x="768191" y="1376839"/>
                  </a:lnTo>
                  <a:cubicBezTo>
                    <a:pt x="768191" y="1334929"/>
                    <a:pt x="802481" y="1300639"/>
                    <a:pt x="844391" y="1300639"/>
                  </a:cubicBezTo>
                  <a:lnTo>
                    <a:pt x="1148239" y="1300639"/>
                  </a:lnTo>
                  <a:cubicBezTo>
                    <a:pt x="1190149" y="1300639"/>
                    <a:pt x="1224439" y="1334929"/>
                    <a:pt x="1224439" y="1376839"/>
                  </a:cubicBezTo>
                  <a:lnTo>
                    <a:pt x="1224439" y="1833086"/>
                  </a:lnTo>
                  <a:lnTo>
                    <a:pt x="1376839" y="1833086"/>
                  </a:lnTo>
                  <a:lnTo>
                    <a:pt x="1376839" y="844391"/>
                  </a:lnTo>
                  <a:cubicBezTo>
                    <a:pt x="1376839" y="802481"/>
                    <a:pt x="1411129" y="768191"/>
                    <a:pt x="1453039" y="768191"/>
                  </a:cubicBezTo>
                  <a:lnTo>
                    <a:pt x="1756886" y="768191"/>
                  </a:lnTo>
                  <a:cubicBezTo>
                    <a:pt x="1798796" y="768191"/>
                    <a:pt x="1833086" y="802481"/>
                    <a:pt x="1833086" y="844391"/>
                  </a:cubicBezTo>
                  <a:lnTo>
                    <a:pt x="1833086" y="1833086"/>
                  </a:lnTo>
                  <a:lnTo>
                    <a:pt x="1967389" y="1833086"/>
                  </a:lnTo>
                  <a:cubicBezTo>
                    <a:pt x="1814989" y="1446371"/>
                    <a:pt x="1970246" y="1007269"/>
                    <a:pt x="2330291" y="800576"/>
                  </a:cubicBezTo>
                  <a:cubicBezTo>
                    <a:pt x="2691289" y="593884"/>
                    <a:pt x="3148489" y="683419"/>
                    <a:pt x="3404711" y="1010126"/>
                  </a:cubicBezTo>
                  <a:cubicBezTo>
                    <a:pt x="3660934" y="1336834"/>
                    <a:pt x="3639026" y="1802606"/>
                    <a:pt x="3352324" y="2103596"/>
                  </a:cubicBezTo>
                  <a:lnTo>
                    <a:pt x="3392329" y="2143601"/>
                  </a:lnTo>
                  <a:lnTo>
                    <a:pt x="3452336" y="2083594"/>
                  </a:lnTo>
                  <a:cubicBezTo>
                    <a:pt x="3481864" y="2054066"/>
                    <a:pt x="3530441" y="2054066"/>
                    <a:pt x="3559969" y="2083594"/>
                  </a:cubicBezTo>
                  <a:lnTo>
                    <a:pt x="3658076" y="2181701"/>
                  </a:lnTo>
                  <a:lnTo>
                    <a:pt x="3658076" y="7144"/>
                  </a:lnTo>
                  <a:lnTo>
                    <a:pt x="7144" y="7144"/>
                  </a:lnTo>
                  <a:lnTo>
                    <a:pt x="7144" y="2213134"/>
                  </a:lnTo>
                  <a:lnTo>
                    <a:pt x="2266474" y="2213134"/>
                  </a:lnTo>
                  <a:cubicBezTo>
                    <a:pt x="2178844" y="2152174"/>
                    <a:pt x="2104549" y="2075021"/>
                    <a:pt x="2045494" y="1985486"/>
                  </a:cubicBezTo>
                  <a:close/>
                  <a:moveTo>
                    <a:pt x="387191" y="235744"/>
                  </a:moveTo>
                  <a:lnTo>
                    <a:pt x="235744" y="235744"/>
                  </a:lnTo>
                  <a:lnTo>
                    <a:pt x="235744" y="464344"/>
                  </a:lnTo>
                  <a:lnTo>
                    <a:pt x="83344" y="464344"/>
                  </a:lnTo>
                  <a:lnTo>
                    <a:pt x="83344" y="159544"/>
                  </a:lnTo>
                  <a:cubicBezTo>
                    <a:pt x="83344" y="117634"/>
                    <a:pt x="117634" y="83344"/>
                    <a:pt x="159544" y="83344"/>
                  </a:cubicBezTo>
                  <a:lnTo>
                    <a:pt x="388144" y="83344"/>
                  </a:lnTo>
                  <a:lnTo>
                    <a:pt x="388144" y="2357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FC83FE62-C23A-4A3A-978F-EFF1B362CF06}"/>
                </a:ext>
              </a:extLst>
            </p:cNvPr>
            <p:cNvSpPr/>
            <p:nvPr/>
          </p:nvSpPr>
          <p:spPr>
            <a:xfrm>
              <a:off x="4164806" y="4171474"/>
              <a:ext cx="3400425" cy="400050"/>
            </a:xfrm>
            <a:custGeom>
              <a:avLst/>
              <a:gdLst>
                <a:gd name="connsiteX0" fmla="*/ 3224689 w 3400425"/>
                <a:gd name="connsiteY0" fmla="*/ 114776 h 400050"/>
                <a:gd name="connsiteX1" fmla="*/ 3284696 w 3400425"/>
                <a:gd name="connsiteY1" fmla="*/ 54769 h 400050"/>
                <a:gd name="connsiteX2" fmla="*/ 3237071 w 3400425"/>
                <a:gd name="connsiteY2" fmla="*/ 7144 h 400050"/>
                <a:gd name="connsiteX3" fmla="*/ 2794159 w 3400425"/>
                <a:gd name="connsiteY3" fmla="*/ 166211 h 400050"/>
                <a:gd name="connsiteX4" fmla="*/ 2794159 w 3400425"/>
                <a:gd name="connsiteY4" fmla="*/ 169069 h 400050"/>
                <a:gd name="connsiteX5" fmla="*/ 7144 w 3400425"/>
                <a:gd name="connsiteY5" fmla="*/ 169069 h 400050"/>
                <a:gd name="connsiteX6" fmla="*/ 7144 w 3400425"/>
                <a:gd name="connsiteY6" fmla="*/ 397669 h 400050"/>
                <a:gd name="connsiteX7" fmla="*/ 3398996 w 3400425"/>
                <a:gd name="connsiteY7" fmla="*/ 397669 h 400050"/>
                <a:gd name="connsiteX8" fmla="*/ 3224689 w 3400425"/>
                <a:gd name="connsiteY8" fmla="*/ 223361 h 400050"/>
                <a:gd name="connsiteX9" fmla="*/ 3224689 w 3400425"/>
                <a:gd name="connsiteY9" fmla="*/ 11477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00425" h="400050">
                  <a:moveTo>
                    <a:pt x="3224689" y="114776"/>
                  </a:moveTo>
                  <a:lnTo>
                    <a:pt x="3284696" y="54769"/>
                  </a:lnTo>
                  <a:lnTo>
                    <a:pt x="3237071" y="7144"/>
                  </a:lnTo>
                  <a:cubicBezTo>
                    <a:pt x="3107531" y="101441"/>
                    <a:pt x="2954179" y="156686"/>
                    <a:pt x="2794159" y="166211"/>
                  </a:cubicBezTo>
                  <a:lnTo>
                    <a:pt x="2794159" y="169069"/>
                  </a:lnTo>
                  <a:lnTo>
                    <a:pt x="7144" y="169069"/>
                  </a:lnTo>
                  <a:lnTo>
                    <a:pt x="7144" y="397669"/>
                  </a:lnTo>
                  <a:lnTo>
                    <a:pt x="3398996" y="397669"/>
                  </a:lnTo>
                  <a:lnTo>
                    <a:pt x="3224689" y="223361"/>
                  </a:lnTo>
                  <a:cubicBezTo>
                    <a:pt x="3195161" y="191929"/>
                    <a:pt x="3195161" y="144304"/>
                    <a:pt x="3224689" y="1147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BEBF8D27-543F-49C0-A15F-9A3F2B0957DE}"/>
                </a:ext>
              </a:extLst>
            </p:cNvPr>
            <p:cNvSpPr/>
            <p:nvPr/>
          </p:nvSpPr>
          <p:spPr>
            <a:xfrm>
              <a:off x="5153501" y="5017294"/>
              <a:ext cx="1685925" cy="161925"/>
            </a:xfrm>
            <a:custGeom>
              <a:avLst/>
              <a:gdLst>
                <a:gd name="connsiteX0" fmla="*/ 7144 w 1685925"/>
                <a:gd name="connsiteY0" fmla="*/ 7144 h 161925"/>
                <a:gd name="connsiteX1" fmla="*/ 1680686 w 1685925"/>
                <a:gd name="connsiteY1" fmla="*/ 7144 h 161925"/>
                <a:gd name="connsiteX2" fmla="*/ 1680686 w 1685925"/>
                <a:gd name="connsiteY2" fmla="*/ 159544 h 161925"/>
                <a:gd name="connsiteX3" fmla="*/ 7144 w 1685925"/>
                <a:gd name="connsiteY3" fmla="*/ 159544 h 161925"/>
                <a:gd name="connsiteX4" fmla="*/ 7144 w 16859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925" h="161925">
                  <a:moveTo>
                    <a:pt x="7144" y="7144"/>
                  </a:moveTo>
                  <a:lnTo>
                    <a:pt x="1680686" y="7144"/>
                  </a:lnTo>
                  <a:lnTo>
                    <a:pt x="1680686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B059DE1C-5B1F-4F53-8E75-4DAD32D477B6}"/>
                </a:ext>
              </a:extLst>
            </p:cNvPr>
            <p:cNvSpPr/>
            <p:nvPr/>
          </p:nvSpPr>
          <p:spPr>
            <a:xfrm>
              <a:off x="6218396" y="2811304"/>
              <a:ext cx="1381125" cy="1381125"/>
            </a:xfrm>
            <a:custGeom>
              <a:avLst/>
              <a:gdLst>
                <a:gd name="connsiteX0" fmla="*/ 691991 w 1381125"/>
                <a:gd name="connsiteY0" fmla="*/ 7144 h 1381125"/>
                <a:gd name="connsiteX1" fmla="*/ 7144 w 1381125"/>
                <a:gd name="connsiteY1" fmla="*/ 691991 h 1381125"/>
                <a:gd name="connsiteX2" fmla="*/ 691991 w 1381125"/>
                <a:gd name="connsiteY2" fmla="*/ 1376839 h 1381125"/>
                <a:gd name="connsiteX3" fmla="*/ 1376839 w 1381125"/>
                <a:gd name="connsiteY3" fmla="*/ 691991 h 1381125"/>
                <a:gd name="connsiteX4" fmla="*/ 691991 w 1381125"/>
                <a:gd name="connsiteY4" fmla="*/ 7144 h 1381125"/>
                <a:gd name="connsiteX5" fmla="*/ 691991 w 1381125"/>
                <a:gd name="connsiteY5" fmla="*/ 234791 h 1381125"/>
                <a:gd name="connsiteX6" fmla="*/ 235744 w 1381125"/>
                <a:gd name="connsiteY6" fmla="*/ 691039 h 1381125"/>
                <a:gd name="connsiteX7" fmla="*/ 83344 w 1381125"/>
                <a:gd name="connsiteY7" fmla="*/ 691039 h 1381125"/>
                <a:gd name="connsiteX8" fmla="*/ 691991 w 1381125"/>
                <a:gd name="connsiteY8" fmla="*/ 82391 h 1381125"/>
                <a:gd name="connsiteX9" fmla="*/ 691991 w 1381125"/>
                <a:gd name="connsiteY9" fmla="*/ 234791 h 138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1125" h="1381125">
                  <a:moveTo>
                    <a:pt x="691991" y="7144"/>
                  </a:moveTo>
                  <a:cubicBezTo>
                    <a:pt x="313849" y="7144"/>
                    <a:pt x="7144" y="313849"/>
                    <a:pt x="7144" y="691991"/>
                  </a:cubicBezTo>
                  <a:cubicBezTo>
                    <a:pt x="7144" y="1070134"/>
                    <a:pt x="313849" y="1376839"/>
                    <a:pt x="691991" y="1376839"/>
                  </a:cubicBezTo>
                  <a:cubicBezTo>
                    <a:pt x="1070134" y="1376839"/>
                    <a:pt x="1376839" y="1070134"/>
                    <a:pt x="1376839" y="691991"/>
                  </a:cubicBezTo>
                  <a:cubicBezTo>
                    <a:pt x="1376839" y="313849"/>
                    <a:pt x="1070134" y="7144"/>
                    <a:pt x="691991" y="7144"/>
                  </a:cubicBezTo>
                  <a:close/>
                  <a:moveTo>
                    <a:pt x="691991" y="234791"/>
                  </a:moveTo>
                  <a:cubicBezTo>
                    <a:pt x="439579" y="234791"/>
                    <a:pt x="235744" y="439579"/>
                    <a:pt x="235744" y="691039"/>
                  </a:cubicBezTo>
                  <a:lnTo>
                    <a:pt x="83344" y="691039"/>
                  </a:lnTo>
                  <a:cubicBezTo>
                    <a:pt x="83344" y="354806"/>
                    <a:pt x="355759" y="82391"/>
                    <a:pt x="691991" y="82391"/>
                  </a:cubicBezTo>
                  <a:lnTo>
                    <a:pt x="691991" y="23479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012CB8E4-DF83-4315-836C-39D4F4919E26}"/>
                </a:ext>
              </a:extLst>
            </p:cNvPr>
            <p:cNvSpPr/>
            <p:nvPr/>
          </p:nvSpPr>
          <p:spPr>
            <a:xfrm>
              <a:off x="5077301" y="3419951"/>
              <a:ext cx="161925" cy="390525"/>
            </a:xfrm>
            <a:custGeom>
              <a:avLst/>
              <a:gdLst>
                <a:gd name="connsiteX0" fmla="*/ 7144 w 161925"/>
                <a:gd name="connsiteY0" fmla="*/ 7144 h 390525"/>
                <a:gd name="connsiteX1" fmla="*/ 159544 w 161925"/>
                <a:gd name="connsiteY1" fmla="*/ 7144 h 390525"/>
                <a:gd name="connsiteX2" fmla="*/ 159544 w 161925"/>
                <a:gd name="connsiteY2" fmla="*/ 387191 h 390525"/>
                <a:gd name="connsiteX3" fmla="*/ 7144 w 161925"/>
                <a:gd name="connsiteY3" fmla="*/ 387191 h 390525"/>
                <a:gd name="connsiteX4" fmla="*/ 7144 w 161925"/>
                <a:gd name="connsiteY4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3905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387191"/>
                  </a:lnTo>
                  <a:lnTo>
                    <a:pt x="7144" y="38719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C08C81F5-6F40-4E03-9A9E-9E08C04D85EA}"/>
                </a:ext>
              </a:extLst>
            </p:cNvPr>
            <p:cNvSpPr/>
            <p:nvPr/>
          </p:nvSpPr>
          <p:spPr>
            <a:xfrm>
              <a:off x="7544276" y="4211479"/>
              <a:ext cx="781050" cy="781050"/>
            </a:xfrm>
            <a:custGeom>
              <a:avLst/>
              <a:gdLst>
                <a:gd name="connsiteX0" fmla="*/ 7144 w 781050"/>
                <a:gd name="connsiteY0" fmla="*/ 128111 h 781050"/>
                <a:gd name="connsiteX1" fmla="*/ 128111 w 781050"/>
                <a:gd name="connsiteY1" fmla="*/ 7144 h 781050"/>
                <a:gd name="connsiteX2" fmla="*/ 781526 w 781050"/>
                <a:gd name="connsiteY2" fmla="*/ 660559 h 781050"/>
                <a:gd name="connsiteX3" fmla="*/ 660559 w 781050"/>
                <a:gd name="connsiteY3" fmla="*/ 781526 h 781050"/>
                <a:gd name="connsiteX4" fmla="*/ 7144 w 781050"/>
                <a:gd name="connsiteY4" fmla="*/ 128111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50" h="781050">
                  <a:moveTo>
                    <a:pt x="7144" y="128111"/>
                  </a:moveTo>
                  <a:lnTo>
                    <a:pt x="128111" y="7144"/>
                  </a:lnTo>
                  <a:lnTo>
                    <a:pt x="781526" y="660559"/>
                  </a:lnTo>
                  <a:lnTo>
                    <a:pt x="660559" y="781526"/>
                  </a:lnTo>
                  <a:lnTo>
                    <a:pt x="7144" y="12811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D30A6363-70D9-426C-826F-FF1C3F487109}"/>
                </a:ext>
              </a:extLst>
            </p:cNvPr>
            <p:cNvSpPr/>
            <p:nvPr/>
          </p:nvSpPr>
          <p:spPr>
            <a:xfrm>
              <a:off x="5838349" y="4712494"/>
              <a:ext cx="314325" cy="161925"/>
            </a:xfrm>
            <a:custGeom>
              <a:avLst/>
              <a:gdLst>
                <a:gd name="connsiteX0" fmla="*/ 7144 w 314325"/>
                <a:gd name="connsiteY0" fmla="*/ 7144 h 161925"/>
                <a:gd name="connsiteX1" fmla="*/ 310991 w 314325"/>
                <a:gd name="connsiteY1" fmla="*/ 7144 h 161925"/>
                <a:gd name="connsiteX2" fmla="*/ 310991 w 314325"/>
                <a:gd name="connsiteY2" fmla="*/ 159544 h 161925"/>
                <a:gd name="connsiteX3" fmla="*/ 7144 w 314325"/>
                <a:gd name="connsiteY3" fmla="*/ 159544 h 161925"/>
                <a:gd name="connsiteX4" fmla="*/ 7144 w 314325"/>
                <a:gd name="connsiteY4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325" h="161925">
                  <a:moveTo>
                    <a:pt x="7144" y="7144"/>
                  </a:moveTo>
                  <a:lnTo>
                    <a:pt x="310991" y="7144"/>
                  </a:lnTo>
                  <a:lnTo>
                    <a:pt x="310991" y="159544"/>
                  </a:lnTo>
                  <a:lnTo>
                    <a:pt x="7144" y="159544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FEBCCABB-A1EC-4C1C-9F12-31656AB70FBF}"/>
                </a:ext>
              </a:extLst>
            </p:cNvPr>
            <p:cNvSpPr/>
            <p:nvPr/>
          </p:nvSpPr>
          <p:spPr>
            <a:xfrm>
              <a:off x="5685949" y="2886551"/>
              <a:ext cx="161925" cy="923925"/>
            </a:xfrm>
            <a:custGeom>
              <a:avLst/>
              <a:gdLst>
                <a:gd name="connsiteX0" fmla="*/ 7144 w 161925"/>
                <a:gd name="connsiteY0" fmla="*/ 7144 h 923925"/>
                <a:gd name="connsiteX1" fmla="*/ 159544 w 161925"/>
                <a:gd name="connsiteY1" fmla="*/ 7144 h 923925"/>
                <a:gd name="connsiteX2" fmla="*/ 159544 w 161925"/>
                <a:gd name="connsiteY2" fmla="*/ 919639 h 923925"/>
                <a:gd name="connsiteX3" fmla="*/ 7144 w 161925"/>
                <a:gd name="connsiteY3" fmla="*/ 919639 h 923925"/>
                <a:gd name="connsiteX4" fmla="*/ 7144 w 161925"/>
                <a:gd name="connsiteY4" fmla="*/ 7144 h 923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923925">
                  <a:moveTo>
                    <a:pt x="7144" y="7144"/>
                  </a:moveTo>
                  <a:lnTo>
                    <a:pt x="159544" y="7144"/>
                  </a:lnTo>
                  <a:lnTo>
                    <a:pt x="159544" y="919639"/>
                  </a:lnTo>
                  <a:lnTo>
                    <a:pt x="7144" y="919639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43" name="Graphic 641">
            <a:extLst>
              <a:ext uri="{FF2B5EF4-FFF2-40B4-BE49-F238E27FC236}">
                <a16:creationId xmlns:a16="http://schemas.microsoft.com/office/drawing/2014/main" id="{2A968CE3-15DD-45C2-B3C8-F3FDF8701541}"/>
              </a:ext>
            </a:extLst>
          </p:cNvPr>
          <p:cNvGrpSpPr>
            <a:grpSpLocks noChangeAspect="1"/>
          </p:cNvGrpSpPr>
          <p:nvPr/>
        </p:nvGrpSpPr>
        <p:grpSpPr>
          <a:xfrm>
            <a:off x="9707986" y="4944961"/>
            <a:ext cx="550817" cy="502920"/>
            <a:chOff x="9904222" y="5018407"/>
            <a:chExt cx="219075" cy="2000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CFC0A2CD-5A18-46C2-84D2-E5AC8A2D2600}"/>
                </a:ext>
              </a:extLst>
            </p:cNvPr>
            <p:cNvSpPr/>
            <p:nvPr/>
          </p:nvSpPr>
          <p:spPr>
            <a:xfrm>
              <a:off x="9897078" y="5192238"/>
              <a:ext cx="228600" cy="28575"/>
            </a:xfrm>
            <a:custGeom>
              <a:avLst/>
              <a:gdLst>
                <a:gd name="connsiteX0" fmla="*/ 7144 w 228600"/>
                <a:gd name="connsiteY0" fmla="*/ 7144 h 28575"/>
                <a:gd name="connsiteX1" fmla="*/ 226219 w 228600"/>
                <a:gd name="connsiteY1" fmla="*/ 7144 h 28575"/>
                <a:gd name="connsiteX2" fmla="*/ 226219 w 228600"/>
                <a:gd name="connsiteY2" fmla="*/ 27146 h 28575"/>
                <a:gd name="connsiteX3" fmla="*/ 7144 w 228600"/>
                <a:gd name="connsiteY3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" h="28575">
                  <a:moveTo>
                    <a:pt x="7144" y="7144"/>
                  </a:moveTo>
                  <a:lnTo>
                    <a:pt x="226219" y="7144"/>
                  </a:lnTo>
                  <a:lnTo>
                    <a:pt x="226219" y="27146"/>
                  </a:lnTo>
                  <a:lnTo>
                    <a:pt x="7144" y="271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F3F39BB4-E800-40CE-B7BE-7907D328CE3F}"/>
                </a:ext>
              </a:extLst>
            </p:cNvPr>
            <p:cNvSpPr/>
            <p:nvPr/>
          </p:nvSpPr>
          <p:spPr>
            <a:xfrm>
              <a:off x="9906603" y="5174141"/>
              <a:ext cx="209550" cy="19050"/>
            </a:xfrm>
            <a:custGeom>
              <a:avLst/>
              <a:gdLst>
                <a:gd name="connsiteX0" fmla="*/ 7144 w 209550"/>
                <a:gd name="connsiteY0" fmla="*/ 7144 h 19050"/>
                <a:gd name="connsiteX1" fmla="*/ 205264 w 209550"/>
                <a:gd name="connsiteY1" fmla="*/ 7144 h 19050"/>
                <a:gd name="connsiteX2" fmla="*/ 205264 w 209550"/>
                <a:gd name="connsiteY2" fmla="*/ 18574 h 19050"/>
                <a:gd name="connsiteX3" fmla="*/ 7144 w 209550"/>
                <a:gd name="connsiteY3" fmla="*/ 1857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50" h="19050">
                  <a:moveTo>
                    <a:pt x="7144" y="7144"/>
                  </a:moveTo>
                  <a:lnTo>
                    <a:pt x="205264" y="7144"/>
                  </a:lnTo>
                  <a:lnTo>
                    <a:pt x="205264" y="18574"/>
                  </a:lnTo>
                  <a:lnTo>
                    <a:pt x="7144" y="185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F978F72-B330-4045-A9BA-5EFE63CD65A5}"/>
                </a:ext>
              </a:extLst>
            </p:cNvPr>
            <p:cNvSpPr/>
            <p:nvPr/>
          </p:nvSpPr>
          <p:spPr>
            <a:xfrm>
              <a:off x="9906603" y="5064603"/>
              <a:ext cx="209550" cy="19050"/>
            </a:xfrm>
            <a:custGeom>
              <a:avLst/>
              <a:gdLst>
                <a:gd name="connsiteX0" fmla="*/ 7144 w 209550"/>
                <a:gd name="connsiteY0" fmla="*/ 7144 h 19050"/>
                <a:gd name="connsiteX1" fmla="*/ 205264 w 209550"/>
                <a:gd name="connsiteY1" fmla="*/ 7144 h 19050"/>
                <a:gd name="connsiteX2" fmla="*/ 205264 w 209550"/>
                <a:gd name="connsiteY2" fmla="*/ 18574 h 19050"/>
                <a:gd name="connsiteX3" fmla="*/ 7144 w 209550"/>
                <a:gd name="connsiteY3" fmla="*/ 1857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50" h="19050">
                  <a:moveTo>
                    <a:pt x="7144" y="7144"/>
                  </a:moveTo>
                  <a:lnTo>
                    <a:pt x="205264" y="7144"/>
                  </a:lnTo>
                  <a:lnTo>
                    <a:pt x="205264" y="18574"/>
                  </a:lnTo>
                  <a:lnTo>
                    <a:pt x="7144" y="185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4B73F08E-6DD0-4280-90FC-6A1D3F243DB3}"/>
                </a:ext>
              </a:extLst>
            </p:cNvPr>
            <p:cNvSpPr/>
            <p:nvPr/>
          </p:nvSpPr>
          <p:spPr>
            <a:xfrm>
              <a:off x="9924701" y="5081748"/>
              <a:ext cx="38100" cy="95250"/>
            </a:xfrm>
            <a:custGeom>
              <a:avLst/>
              <a:gdLst>
                <a:gd name="connsiteX0" fmla="*/ 7144 w 38100"/>
                <a:gd name="connsiteY0" fmla="*/ 7144 h 95250"/>
                <a:gd name="connsiteX1" fmla="*/ 33814 w 38100"/>
                <a:gd name="connsiteY1" fmla="*/ 7144 h 95250"/>
                <a:gd name="connsiteX2" fmla="*/ 33814 w 38100"/>
                <a:gd name="connsiteY2" fmla="*/ 91916 h 95250"/>
                <a:gd name="connsiteX3" fmla="*/ 7144 w 38100"/>
                <a:gd name="connsiteY3" fmla="*/ 9191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95250">
                  <a:moveTo>
                    <a:pt x="7144" y="7144"/>
                  </a:moveTo>
                  <a:lnTo>
                    <a:pt x="33814" y="7144"/>
                  </a:lnTo>
                  <a:lnTo>
                    <a:pt x="33814" y="91916"/>
                  </a:lnTo>
                  <a:lnTo>
                    <a:pt x="7144" y="919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6947D81D-2653-4FBA-9644-B4C7C637227A}"/>
                </a:ext>
              </a:extLst>
            </p:cNvPr>
            <p:cNvSpPr/>
            <p:nvPr/>
          </p:nvSpPr>
          <p:spPr>
            <a:xfrm>
              <a:off x="9970421" y="5081748"/>
              <a:ext cx="38100" cy="95250"/>
            </a:xfrm>
            <a:custGeom>
              <a:avLst/>
              <a:gdLst>
                <a:gd name="connsiteX0" fmla="*/ 7144 w 38100"/>
                <a:gd name="connsiteY0" fmla="*/ 7144 h 95250"/>
                <a:gd name="connsiteX1" fmla="*/ 33814 w 38100"/>
                <a:gd name="connsiteY1" fmla="*/ 7144 h 95250"/>
                <a:gd name="connsiteX2" fmla="*/ 33814 w 38100"/>
                <a:gd name="connsiteY2" fmla="*/ 91916 h 95250"/>
                <a:gd name="connsiteX3" fmla="*/ 7144 w 38100"/>
                <a:gd name="connsiteY3" fmla="*/ 9191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95250">
                  <a:moveTo>
                    <a:pt x="7144" y="7144"/>
                  </a:moveTo>
                  <a:lnTo>
                    <a:pt x="33814" y="7144"/>
                  </a:lnTo>
                  <a:lnTo>
                    <a:pt x="33814" y="91916"/>
                  </a:lnTo>
                  <a:lnTo>
                    <a:pt x="7144" y="919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9E6F53B8-EF8B-4AB9-B214-A89D0E353E4B}"/>
                </a:ext>
              </a:extLst>
            </p:cNvPr>
            <p:cNvSpPr/>
            <p:nvPr/>
          </p:nvSpPr>
          <p:spPr>
            <a:xfrm>
              <a:off x="10015188" y="5081748"/>
              <a:ext cx="38100" cy="95250"/>
            </a:xfrm>
            <a:custGeom>
              <a:avLst/>
              <a:gdLst>
                <a:gd name="connsiteX0" fmla="*/ 7144 w 38100"/>
                <a:gd name="connsiteY0" fmla="*/ 7144 h 95250"/>
                <a:gd name="connsiteX1" fmla="*/ 33814 w 38100"/>
                <a:gd name="connsiteY1" fmla="*/ 7144 h 95250"/>
                <a:gd name="connsiteX2" fmla="*/ 33814 w 38100"/>
                <a:gd name="connsiteY2" fmla="*/ 91916 h 95250"/>
                <a:gd name="connsiteX3" fmla="*/ 7144 w 38100"/>
                <a:gd name="connsiteY3" fmla="*/ 9191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95250">
                  <a:moveTo>
                    <a:pt x="7144" y="7144"/>
                  </a:moveTo>
                  <a:lnTo>
                    <a:pt x="33814" y="7144"/>
                  </a:lnTo>
                  <a:lnTo>
                    <a:pt x="33814" y="91916"/>
                  </a:lnTo>
                  <a:lnTo>
                    <a:pt x="7144" y="919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31E11B22-AE8F-4615-A522-BC236AA043BD}"/>
                </a:ext>
              </a:extLst>
            </p:cNvPr>
            <p:cNvSpPr/>
            <p:nvPr/>
          </p:nvSpPr>
          <p:spPr>
            <a:xfrm>
              <a:off x="10059956" y="5081748"/>
              <a:ext cx="38100" cy="95250"/>
            </a:xfrm>
            <a:custGeom>
              <a:avLst/>
              <a:gdLst>
                <a:gd name="connsiteX0" fmla="*/ 7144 w 38100"/>
                <a:gd name="connsiteY0" fmla="*/ 7144 h 95250"/>
                <a:gd name="connsiteX1" fmla="*/ 33814 w 38100"/>
                <a:gd name="connsiteY1" fmla="*/ 7144 h 95250"/>
                <a:gd name="connsiteX2" fmla="*/ 33814 w 38100"/>
                <a:gd name="connsiteY2" fmla="*/ 91916 h 95250"/>
                <a:gd name="connsiteX3" fmla="*/ 7144 w 38100"/>
                <a:gd name="connsiteY3" fmla="*/ 9191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95250">
                  <a:moveTo>
                    <a:pt x="7144" y="7144"/>
                  </a:moveTo>
                  <a:lnTo>
                    <a:pt x="33814" y="7144"/>
                  </a:lnTo>
                  <a:lnTo>
                    <a:pt x="33814" y="91916"/>
                  </a:lnTo>
                  <a:lnTo>
                    <a:pt x="7144" y="919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94E79D07-5730-4A2C-9AD8-CCC414216754}"/>
                </a:ext>
              </a:extLst>
            </p:cNvPr>
            <p:cNvSpPr/>
            <p:nvPr/>
          </p:nvSpPr>
          <p:spPr>
            <a:xfrm>
              <a:off x="9912318" y="5011263"/>
              <a:ext cx="200025" cy="47625"/>
            </a:xfrm>
            <a:custGeom>
              <a:avLst/>
              <a:gdLst>
                <a:gd name="connsiteX0" fmla="*/ 7144 w 200025"/>
                <a:gd name="connsiteY0" fmla="*/ 49054 h 47625"/>
                <a:gd name="connsiteX1" fmla="*/ 200501 w 200025"/>
                <a:gd name="connsiteY1" fmla="*/ 49054 h 47625"/>
                <a:gd name="connsiteX2" fmla="*/ 101441 w 200025"/>
                <a:gd name="connsiteY2" fmla="*/ 71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0025" h="47625">
                  <a:moveTo>
                    <a:pt x="7144" y="49054"/>
                  </a:moveTo>
                  <a:lnTo>
                    <a:pt x="200501" y="49054"/>
                  </a:lnTo>
                  <a:lnTo>
                    <a:pt x="101441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9" name="Google Shape;1557;p71">
            <a:extLst>
              <a:ext uri="{FF2B5EF4-FFF2-40B4-BE49-F238E27FC236}">
                <a16:creationId xmlns:a16="http://schemas.microsoft.com/office/drawing/2014/main" id="{4ECD1ACE-9CD1-344C-838F-A5489BEC7564}"/>
              </a:ext>
            </a:extLst>
          </p:cNvPr>
          <p:cNvSpPr txBox="1"/>
          <p:nvPr/>
        </p:nvSpPr>
        <p:spPr>
          <a:xfrm>
            <a:off x="456370" y="392646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roxima Nova Semibold"/>
              </a:rPr>
              <a:t>Business Solid Icon</a:t>
            </a:r>
            <a:endParaRPr sz="20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Proxima Nova Semibold"/>
            </a:endParaRP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0E58BEB5-1E53-7648-BE30-C6A29CB50458}"/>
              </a:ext>
            </a:extLst>
          </p:cNvPr>
          <p:cNvSpPr txBox="1"/>
          <p:nvPr/>
        </p:nvSpPr>
        <p:spPr>
          <a:xfrm>
            <a:off x="456370" y="782236"/>
            <a:ext cx="70473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1600"/>
              </a:spcAft>
            </a:pPr>
            <a:r>
              <a:rPr lang="en-US" sz="1050" dirty="0">
                <a:solidFill>
                  <a:schemeClr val="tx2"/>
                </a:solidFill>
                <a:ea typeface="Proxima Nova"/>
                <a:cs typeface="Proxima Nova"/>
                <a:sym typeface="Proxima Nova"/>
              </a:rPr>
              <a:t>You can easily resize these resources keeping the quality.</a:t>
            </a:r>
          </a:p>
        </p:txBody>
      </p:sp>
    </p:spTree>
    <p:extLst>
      <p:ext uri="{BB962C8B-B14F-4D97-AF65-F5344CB8AC3E}">
        <p14:creationId xmlns:p14="http://schemas.microsoft.com/office/powerpoint/2010/main" val="211233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ashi 1">
      <a:dk1>
        <a:srgbClr val="000000"/>
      </a:dk1>
      <a:lt1>
        <a:srgbClr val="FFFFFF"/>
      </a:lt1>
      <a:dk2>
        <a:srgbClr val="3B4550"/>
      </a:dk2>
      <a:lt2>
        <a:srgbClr val="FFFFFF"/>
      </a:lt2>
      <a:accent1>
        <a:srgbClr val="5F8ECA"/>
      </a:accent1>
      <a:accent2>
        <a:srgbClr val="00B5EF"/>
      </a:accent2>
      <a:accent3>
        <a:srgbClr val="00C5B7"/>
      </a:accent3>
      <a:accent4>
        <a:srgbClr val="82D235"/>
      </a:accent4>
      <a:accent5>
        <a:srgbClr val="FFAD00"/>
      </a:accent5>
      <a:accent6>
        <a:srgbClr val="FF0046"/>
      </a:accent6>
      <a:hlink>
        <a:srgbClr val="AB8ED3"/>
      </a:hlink>
      <a:folHlink>
        <a:srgbClr val="005A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3750</TotalTime>
  <Words>266</Words>
  <Application>Microsoft Macintosh PowerPoint</Application>
  <PresentationFormat>Widescreen</PresentationFormat>
  <Paragraphs>88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.Hiragino Kaku Gothic Interface W3</vt:lpstr>
      <vt:lpstr>Apple Symbols</vt:lpstr>
      <vt:lpstr>Arial</vt:lpstr>
      <vt:lpstr>Calibri</vt:lpstr>
      <vt:lpstr>Gill Sans</vt:lpstr>
      <vt:lpstr>Helvetica Light</vt:lpstr>
      <vt:lpstr>Lato</vt:lpstr>
      <vt:lpstr>Open Sans</vt:lpstr>
      <vt:lpstr>Open Sans Light</vt:lpstr>
      <vt:lpstr>Open Sans Semibold</vt:lpstr>
      <vt:lpstr>Raleway SemiBold</vt:lpstr>
      <vt:lpstr>System Font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momen elshamy</dc:creator>
  <cp:lastModifiedBy>momen elshamy</cp:lastModifiedBy>
  <cp:revision>87</cp:revision>
  <dcterms:created xsi:type="dcterms:W3CDTF">2019-09-24T18:54:53Z</dcterms:created>
  <dcterms:modified xsi:type="dcterms:W3CDTF">2019-10-14T16:22:56Z</dcterms:modified>
</cp:coreProperties>
</file>